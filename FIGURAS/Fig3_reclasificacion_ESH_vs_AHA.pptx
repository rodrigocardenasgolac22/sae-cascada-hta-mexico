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576072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9144000" cy="5760720"/>
            <a:chOff x="0" y="0"/>
            <a:chExt cx="9144000" cy="576072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57607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819971"/>
              <a:ext cx="9143999" cy="4120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889560"/>
              <a:ext cx="4502410" cy="39815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571999" y="889560"/>
              <a:ext cx="4502410" cy="39815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46724" y="1145565"/>
              <a:ext cx="4148139" cy="26554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h8"/>
            <p:cNvSpPr/>
            <p:nvPr/>
          </p:nvSpPr>
          <p:spPr>
            <a:xfrm>
              <a:off x="2252007" y="2734406"/>
              <a:ext cx="39707" cy="33400"/>
            </a:xfrm>
            <a:custGeom>
              <a:avLst/>
              <a:pathLst>
                <a:path w="39707" h="33400">
                  <a:moveTo>
                    <a:pt x="31890" y="122"/>
                  </a:moveTo>
                  <a:lnTo>
                    <a:pt x="34245" y="1807"/>
                  </a:lnTo>
                  <a:lnTo>
                    <a:pt x="38060" y="2327"/>
                  </a:lnTo>
                  <a:lnTo>
                    <a:pt x="39707" y="3979"/>
                  </a:lnTo>
                  <a:lnTo>
                    <a:pt x="38077" y="12129"/>
                  </a:lnTo>
                  <a:lnTo>
                    <a:pt x="37554" y="13647"/>
                  </a:lnTo>
                  <a:lnTo>
                    <a:pt x="34451" y="15268"/>
                  </a:lnTo>
                  <a:lnTo>
                    <a:pt x="30177" y="14654"/>
                  </a:lnTo>
                  <a:lnTo>
                    <a:pt x="29827" y="18145"/>
                  </a:lnTo>
                  <a:lnTo>
                    <a:pt x="27420" y="19049"/>
                  </a:lnTo>
                  <a:lnTo>
                    <a:pt x="23663" y="18969"/>
                  </a:lnTo>
                  <a:lnTo>
                    <a:pt x="20583" y="21703"/>
                  </a:lnTo>
                  <a:lnTo>
                    <a:pt x="18751" y="27426"/>
                  </a:lnTo>
                  <a:lnTo>
                    <a:pt x="16308" y="30520"/>
                  </a:lnTo>
                  <a:lnTo>
                    <a:pt x="7543" y="31173"/>
                  </a:lnTo>
                  <a:lnTo>
                    <a:pt x="5495" y="32453"/>
                  </a:lnTo>
                  <a:lnTo>
                    <a:pt x="3396" y="32288"/>
                  </a:lnTo>
                  <a:lnTo>
                    <a:pt x="0" y="33400"/>
                  </a:lnTo>
                  <a:lnTo>
                    <a:pt x="309" y="17923"/>
                  </a:lnTo>
                  <a:lnTo>
                    <a:pt x="2288" y="10200"/>
                  </a:lnTo>
                  <a:lnTo>
                    <a:pt x="4612" y="4677"/>
                  </a:lnTo>
                  <a:lnTo>
                    <a:pt x="5712" y="5211"/>
                  </a:lnTo>
                  <a:lnTo>
                    <a:pt x="8996" y="3580"/>
                  </a:lnTo>
                  <a:lnTo>
                    <a:pt x="13352" y="3661"/>
                  </a:lnTo>
                  <a:lnTo>
                    <a:pt x="17291" y="8539"/>
                  </a:lnTo>
                  <a:lnTo>
                    <a:pt x="19336" y="7181"/>
                  </a:lnTo>
                  <a:lnTo>
                    <a:pt x="21275" y="1717"/>
                  </a:lnTo>
                  <a:lnTo>
                    <a:pt x="266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h9"/>
            <p:cNvSpPr/>
            <p:nvPr/>
          </p:nvSpPr>
          <p:spPr>
            <a:xfrm>
              <a:off x="2239509" y="2698698"/>
              <a:ext cx="41393" cy="44247"/>
            </a:xfrm>
            <a:custGeom>
              <a:avLst/>
              <a:pathLst>
                <a:path w="41393" h="44247">
                  <a:moveTo>
                    <a:pt x="30656" y="11438"/>
                  </a:moveTo>
                  <a:lnTo>
                    <a:pt x="35013" y="12451"/>
                  </a:lnTo>
                  <a:lnTo>
                    <a:pt x="39238" y="12413"/>
                  </a:lnTo>
                  <a:lnTo>
                    <a:pt x="40099" y="13239"/>
                  </a:lnTo>
                  <a:lnTo>
                    <a:pt x="38281" y="24202"/>
                  </a:lnTo>
                  <a:lnTo>
                    <a:pt x="41334" y="25740"/>
                  </a:lnTo>
                  <a:lnTo>
                    <a:pt x="41393" y="27189"/>
                  </a:lnTo>
                  <a:lnTo>
                    <a:pt x="37977" y="25619"/>
                  </a:lnTo>
                  <a:lnTo>
                    <a:pt x="36805" y="30754"/>
                  </a:lnTo>
                  <a:lnTo>
                    <a:pt x="33519" y="31808"/>
                  </a:lnTo>
                  <a:lnTo>
                    <a:pt x="33773" y="37425"/>
                  </a:lnTo>
                  <a:lnTo>
                    <a:pt x="31834" y="42889"/>
                  </a:lnTo>
                  <a:lnTo>
                    <a:pt x="29789" y="44247"/>
                  </a:lnTo>
                  <a:lnTo>
                    <a:pt x="25851" y="39369"/>
                  </a:lnTo>
                  <a:lnTo>
                    <a:pt x="21494" y="39288"/>
                  </a:lnTo>
                  <a:lnTo>
                    <a:pt x="18211" y="40919"/>
                  </a:lnTo>
                  <a:lnTo>
                    <a:pt x="17110" y="40384"/>
                  </a:lnTo>
                  <a:lnTo>
                    <a:pt x="16171" y="38441"/>
                  </a:lnTo>
                  <a:lnTo>
                    <a:pt x="10967" y="36964"/>
                  </a:lnTo>
                  <a:lnTo>
                    <a:pt x="8860" y="31588"/>
                  </a:lnTo>
                  <a:lnTo>
                    <a:pt x="6094" y="29998"/>
                  </a:lnTo>
                  <a:lnTo>
                    <a:pt x="4151" y="30431"/>
                  </a:lnTo>
                  <a:lnTo>
                    <a:pt x="0" y="28502"/>
                  </a:lnTo>
                  <a:lnTo>
                    <a:pt x="2190" y="19233"/>
                  </a:lnTo>
                  <a:lnTo>
                    <a:pt x="4007" y="17233"/>
                  </a:lnTo>
                  <a:lnTo>
                    <a:pt x="5165" y="16946"/>
                  </a:lnTo>
                  <a:lnTo>
                    <a:pt x="6684" y="12644"/>
                  </a:lnTo>
                  <a:lnTo>
                    <a:pt x="2950" y="10051"/>
                  </a:lnTo>
                  <a:lnTo>
                    <a:pt x="3134" y="4005"/>
                  </a:lnTo>
                  <a:lnTo>
                    <a:pt x="10043" y="4084"/>
                  </a:lnTo>
                  <a:lnTo>
                    <a:pt x="22167" y="4021"/>
                  </a:lnTo>
                  <a:lnTo>
                    <a:pt x="27339" y="1830"/>
                  </a:lnTo>
                  <a:lnTo>
                    <a:pt x="28323" y="48"/>
                  </a:lnTo>
                  <a:lnTo>
                    <a:pt x="2906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h10"/>
            <p:cNvSpPr/>
            <p:nvPr/>
          </p:nvSpPr>
          <p:spPr>
            <a:xfrm>
              <a:off x="2252784" y="2731244"/>
              <a:ext cx="63473" cy="59311"/>
            </a:xfrm>
            <a:custGeom>
              <a:avLst/>
              <a:pathLst>
                <a:path w="63473" h="59311">
                  <a:moveTo>
                    <a:pt x="58263" y="80"/>
                  </a:moveTo>
                  <a:lnTo>
                    <a:pt x="58343" y="1937"/>
                  </a:lnTo>
                  <a:lnTo>
                    <a:pt x="57103" y="4227"/>
                  </a:lnTo>
                  <a:lnTo>
                    <a:pt x="57973" y="6319"/>
                  </a:lnTo>
                  <a:lnTo>
                    <a:pt x="59530" y="6860"/>
                  </a:lnTo>
                  <a:lnTo>
                    <a:pt x="59070" y="13512"/>
                  </a:lnTo>
                  <a:lnTo>
                    <a:pt x="55249" y="12895"/>
                  </a:lnTo>
                  <a:lnTo>
                    <a:pt x="54446" y="18055"/>
                  </a:lnTo>
                  <a:lnTo>
                    <a:pt x="49989" y="26829"/>
                  </a:lnTo>
                  <a:lnTo>
                    <a:pt x="49847" y="30283"/>
                  </a:lnTo>
                  <a:lnTo>
                    <a:pt x="52594" y="37516"/>
                  </a:lnTo>
                  <a:lnTo>
                    <a:pt x="58524" y="35662"/>
                  </a:lnTo>
                  <a:lnTo>
                    <a:pt x="63473" y="36569"/>
                  </a:lnTo>
                  <a:lnTo>
                    <a:pt x="62560" y="38344"/>
                  </a:lnTo>
                  <a:lnTo>
                    <a:pt x="61201" y="37765"/>
                  </a:lnTo>
                  <a:lnTo>
                    <a:pt x="59794" y="38991"/>
                  </a:lnTo>
                  <a:lnTo>
                    <a:pt x="58557" y="42376"/>
                  </a:lnTo>
                  <a:lnTo>
                    <a:pt x="57179" y="43315"/>
                  </a:lnTo>
                  <a:lnTo>
                    <a:pt x="53969" y="48460"/>
                  </a:lnTo>
                  <a:lnTo>
                    <a:pt x="49586" y="50711"/>
                  </a:lnTo>
                  <a:lnTo>
                    <a:pt x="45136" y="50908"/>
                  </a:lnTo>
                  <a:lnTo>
                    <a:pt x="42756" y="55281"/>
                  </a:lnTo>
                  <a:lnTo>
                    <a:pt x="35192" y="55280"/>
                  </a:lnTo>
                  <a:lnTo>
                    <a:pt x="33373" y="58744"/>
                  </a:lnTo>
                  <a:lnTo>
                    <a:pt x="31466" y="59311"/>
                  </a:lnTo>
                  <a:lnTo>
                    <a:pt x="24289" y="55413"/>
                  </a:lnTo>
                  <a:lnTo>
                    <a:pt x="19982" y="53106"/>
                  </a:lnTo>
                  <a:lnTo>
                    <a:pt x="17311" y="52572"/>
                  </a:lnTo>
                  <a:lnTo>
                    <a:pt x="12080" y="48419"/>
                  </a:lnTo>
                  <a:lnTo>
                    <a:pt x="3749" y="43456"/>
                  </a:lnTo>
                  <a:lnTo>
                    <a:pt x="0" y="43283"/>
                  </a:lnTo>
                  <a:lnTo>
                    <a:pt x="6569" y="37980"/>
                  </a:lnTo>
                  <a:lnTo>
                    <a:pt x="4718" y="35614"/>
                  </a:lnTo>
                  <a:lnTo>
                    <a:pt x="6765" y="34334"/>
                  </a:lnTo>
                  <a:lnTo>
                    <a:pt x="15531" y="33681"/>
                  </a:lnTo>
                  <a:lnTo>
                    <a:pt x="17974" y="30587"/>
                  </a:lnTo>
                  <a:lnTo>
                    <a:pt x="19805" y="24864"/>
                  </a:lnTo>
                  <a:lnTo>
                    <a:pt x="22886" y="22130"/>
                  </a:lnTo>
                  <a:lnTo>
                    <a:pt x="26643" y="22210"/>
                  </a:lnTo>
                  <a:lnTo>
                    <a:pt x="29049" y="21306"/>
                  </a:lnTo>
                  <a:lnTo>
                    <a:pt x="29400" y="17815"/>
                  </a:lnTo>
                  <a:lnTo>
                    <a:pt x="33674" y="18429"/>
                  </a:lnTo>
                  <a:lnTo>
                    <a:pt x="36776" y="16808"/>
                  </a:lnTo>
                  <a:lnTo>
                    <a:pt x="37300" y="15290"/>
                  </a:lnTo>
                  <a:lnTo>
                    <a:pt x="39036" y="17266"/>
                  </a:lnTo>
                  <a:lnTo>
                    <a:pt x="46543" y="13585"/>
                  </a:lnTo>
                  <a:lnTo>
                    <a:pt x="45985" y="10550"/>
                  </a:lnTo>
                  <a:lnTo>
                    <a:pt x="43381" y="9959"/>
                  </a:lnTo>
                  <a:lnTo>
                    <a:pt x="44155" y="5734"/>
                  </a:lnTo>
                  <a:lnTo>
                    <a:pt x="45976" y="4888"/>
                  </a:lnTo>
                  <a:lnTo>
                    <a:pt x="52655" y="6916"/>
                  </a:lnTo>
                  <a:lnTo>
                    <a:pt x="54923" y="6069"/>
                  </a:lnTo>
                  <a:lnTo>
                    <a:pt x="5416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h11"/>
            <p:cNvSpPr/>
            <p:nvPr/>
          </p:nvSpPr>
          <p:spPr>
            <a:xfrm>
              <a:off x="2278049" y="2680890"/>
              <a:ext cx="16236" cy="23305"/>
            </a:xfrm>
            <a:custGeom>
              <a:avLst/>
              <a:pathLst>
                <a:path w="16236" h="23305">
                  <a:moveTo>
                    <a:pt x="10797" y="5189"/>
                  </a:moveTo>
                  <a:lnTo>
                    <a:pt x="13538" y="6951"/>
                  </a:lnTo>
                  <a:lnTo>
                    <a:pt x="15616" y="9488"/>
                  </a:lnTo>
                  <a:lnTo>
                    <a:pt x="15259" y="11155"/>
                  </a:lnTo>
                  <a:lnTo>
                    <a:pt x="16236" y="15412"/>
                  </a:lnTo>
                  <a:lnTo>
                    <a:pt x="16096" y="21119"/>
                  </a:lnTo>
                  <a:lnTo>
                    <a:pt x="14211" y="22781"/>
                  </a:lnTo>
                  <a:lnTo>
                    <a:pt x="12269" y="23305"/>
                  </a:lnTo>
                  <a:lnTo>
                    <a:pt x="9941" y="22280"/>
                  </a:lnTo>
                  <a:lnTo>
                    <a:pt x="7654" y="19763"/>
                  </a:lnTo>
                  <a:lnTo>
                    <a:pt x="8902" y="18386"/>
                  </a:lnTo>
                  <a:lnTo>
                    <a:pt x="9038" y="16709"/>
                  </a:lnTo>
                  <a:lnTo>
                    <a:pt x="1946" y="17107"/>
                  </a:lnTo>
                  <a:lnTo>
                    <a:pt x="1918" y="14796"/>
                  </a:lnTo>
                  <a:lnTo>
                    <a:pt x="3522" y="14767"/>
                  </a:lnTo>
                  <a:lnTo>
                    <a:pt x="4763" y="12834"/>
                  </a:lnTo>
                  <a:lnTo>
                    <a:pt x="0" y="12904"/>
                  </a:lnTo>
                  <a:lnTo>
                    <a:pt x="2345" y="9757"/>
                  </a:lnTo>
                  <a:lnTo>
                    <a:pt x="6961" y="9299"/>
                  </a:lnTo>
                  <a:lnTo>
                    <a:pt x="8145" y="346"/>
                  </a:lnTo>
                  <a:lnTo>
                    <a:pt x="978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h12"/>
            <p:cNvSpPr/>
            <p:nvPr/>
          </p:nvSpPr>
          <p:spPr>
            <a:xfrm>
              <a:off x="2286253" y="2727969"/>
              <a:ext cx="21455" cy="20541"/>
            </a:xfrm>
            <a:custGeom>
              <a:avLst/>
              <a:pathLst>
                <a:path w="21455" h="20541">
                  <a:moveTo>
                    <a:pt x="20692" y="3275"/>
                  </a:moveTo>
                  <a:lnTo>
                    <a:pt x="21455" y="9344"/>
                  </a:lnTo>
                  <a:lnTo>
                    <a:pt x="19186" y="10191"/>
                  </a:lnTo>
                  <a:lnTo>
                    <a:pt x="12507" y="8163"/>
                  </a:lnTo>
                  <a:lnTo>
                    <a:pt x="10686" y="9009"/>
                  </a:lnTo>
                  <a:lnTo>
                    <a:pt x="9913" y="13234"/>
                  </a:lnTo>
                  <a:lnTo>
                    <a:pt x="12516" y="13825"/>
                  </a:lnTo>
                  <a:lnTo>
                    <a:pt x="13074" y="16860"/>
                  </a:lnTo>
                  <a:lnTo>
                    <a:pt x="5567" y="20541"/>
                  </a:lnTo>
                  <a:lnTo>
                    <a:pt x="3831" y="18566"/>
                  </a:lnTo>
                  <a:lnTo>
                    <a:pt x="5461" y="10416"/>
                  </a:lnTo>
                  <a:lnTo>
                    <a:pt x="3814" y="8763"/>
                  </a:lnTo>
                  <a:lnTo>
                    <a:pt x="0" y="8243"/>
                  </a:lnTo>
                  <a:lnTo>
                    <a:pt x="2966" y="4865"/>
                  </a:lnTo>
                  <a:lnTo>
                    <a:pt x="2797" y="3403"/>
                  </a:lnTo>
                  <a:lnTo>
                    <a:pt x="1697" y="3228"/>
                  </a:lnTo>
                  <a:lnTo>
                    <a:pt x="1721" y="2073"/>
                  </a:lnTo>
                  <a:lnTo>
                    <a:pt x="3930" y="1468"/>
                  </a:lnTo>
                  <a:lnTo>
                    <a:pt x="9173" y="1937"/>
                  </a:lnTo>
                  <a:lnTo>
                    <a:pt x="14573" y="4478"/>
                  </a:lnTo>
                  <a:lnTo>
                    <a:pt x="1801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h13"/>
            <p:cNvSpPr/>
            <p:nvPr/>
          </p:nvSpPr>
          <p:spPr>
            <a:xfrm>
              <a:off x="2273028" y="2717114"/>
              <a:ext cx="27798" cy="19098"/>
            </a:xfrm>
            <a:custGeom>
              <a:avLst/>
              <a:pathLst>
                <a:path w="27798" h="19098">
                  <a:moveTo>
                    <a:pt x="26213" y="2913"/>
                  </a:moveTo>
                  <a:lnTo>
                    <a:pt x="26163" y="4987"/>
                  </a:lnTo>
                  <a:lnTo>
                    <a:pt x="24556" y="7335"/>
                  </a:lnTo>
                  <a:lnTo>
                    <a:pt x="24352" y="10248"/>
                  </a:lnTo>
                  <a:lnTo>
                    <a:pt x="27798" y="15333"/>
                  </a:lnTo>
                  <a:lnTo>
                    <a:pt x="22398" y="12791"/>
                  </a:lnTo>
                  <a:lnTo>
                    <a:pt x="17154" y="12323"/>
                  </a:lnTo>
                  <a:lnTo>
                    <a:pt x="14946" y="12927"/>
                  </a:lnTo>
                  <a:lnTo>
                    <a:pt x="14922" y="14083"/>
                  </a:lnTo>
                  <a:lnTo>
                    <a:pt x="16022" y="14257"/>
                  </a:lnTo>
                  <a:lnTo>
                    <a:pt x="16190" y="15719"/>
                  </a:lnTo>
                  <a:lnTo>
                    <a:pt x="13224" y="19098"/>
                  </a:lnTo>
                  <a:lnTo>
                    <a:pt x="10869" y="17413"/>
                  </a:lnTo>
                  <a:lnTo>
                    <a:pt x="5614" y="17291"/>
                  </a:lnTo>
                  <a:lnTo>
                    <a:pt x="254" y="19008"/>
                  </a:lnTo>
                  <a:lnTo>
                    <a:pt x="0" y="13391"/>
                  </a:lnTo>
                  <a:lnTo>
                    <a:pt x="3286" y="12338"/>
                  </a:lnTo>
                  <a:lnTo>
                    <a:pt x="4458" y="7202"/>
                  </a:lnTo>
                  <a:lnTo>
                    <a:pt x="7874" y="8772"/>
                  </a:lnTo>
                  <a:lnTo>
                    <a:pt x="7814" y="7323"/>
                  </a:lnTo>
                  <a:lnTo>
                    <a:pt x="9806" y="5159"/>
                  </a:lnTo>
                  <a:lnTo>
                    <a:pt x="14945" y="3639"/>
                  </a:lnTo>
                  <a:lnTo>
                    <a:pt x="19407" y="1285"/>
                  </a:lnTo>
                  <a:lnTo>
                    <a:pt x="1945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h14"/>
            <p:cNvSpPr/>
            <p:nvPr/>
          </p:nvSpPr>
          <p:spPr>
            <a:xfrm>
              <a:off x="2217255" y="2727200"/>
              <a:ext cx="42099" cy="50941"/>
            </a:xfrm>
            <a:custGeom>
              <a:avLst/>
              <a:pathLst>
                <a:path w="42099" h="50941">
                  <a:moveTo>
                    <a:pt x="26405" y="1928"/>
                  </a:moveTo>
                  <a:lnTo>
                    <a:pt x="28349" y="1495"/>
                  </a:lnTo>
                  <a:lnTo>
                    <a:pt x="31115" y="3086"/>
                  </a:lnTo>
                  <a:lnTo>
                    <a:pt x="33221" y="8461"/>
                  </a:lnTo>
                  <a:lnTo>
                    <a:pt x="38426" y="9939"/>
                  </a:lnTo>
                  <a:lnTo>
                    <a:pt x="39364" y="11882"/>
                  </a:lnTo>
                  <a:lnTo>
                    <a:pt x="37041" y="17405"/>
                  </a:lnTo>
                  <a:lnTo>
                    <a:pt x="35062" y="25128"/>
                  </a:lnTo>
                  <a:lnTo>
                    <a:pt x="34752" y="40606"/>
                  </a:lnTo>
                  <a:lnTo>
                    <a:pt x="38149" y="39493"/>
                  </a:lnTo>
                  <a:lnTo>
                    <a:pt x="40248" y="39659"/>
                  </a:lnTo>
                  <a:lnTo>
                    <a:pt x="42099" y="42024"/>
                  </a:lnTo>
                  <a:lnTo>
                    <a:pt x="35529" y="47327"/>
                  </a:lnTo>
                  <a:lnTo>
                    <a:pt x="33922" y="47295"/>
                  </a:lnTo>
                  <a:lnTo>
                    <a:pt x="29381" y="44225"/>
                  </a:lnTo>
                  <a:lnTo>
                    <a:pt x="25412" y="44549"/>
                  </a:lnTo>
                  <a:lnTo>
                    <a:pt x="22376" y="46145"/>
                  </a:lnTo>
                  <a:lnTo>
                    <a:pt x="21537" y="48482"/>
                  </a:lnTo>
                  <a:lnTo>
                    <a:pt x="18422" y="50491"/>
                  </a:lnTo>
                  <a:lnTo>
                    <a:pt x="16642" y="50941"/>
                  </a:lnTo>
                  <a:lnTo>
                    <a:pt x="15668" y="50353"/>
                  </a:lnTo>
                  <a:lnTo>
                    <a:pt x="9939" y="45746"/>
                  </a:lnTo>
                  <a:lnTo>
                    <a:pt x="6937" y="44225"/>
                  </a:lnTo>
                  <a:lnTo>
                    <a:pt x="3230" y="37331"/>
                  </a:lnTo>
                  <a:lnTo>
                    <a:pt x="392" y="33749"/>
                  </a:lnTo>
                  <a:lnTo>
                    <a:pt x="0" y="32880"/>
                  </a:lnTo>
                  <a:lnTo>
                    <a:pt x="706" y="31867"/>
                  </a:lnTo>
                  <a:lnTo>
                    <a:pt x="4459" y="21572"/>
                  </a:lnTo>
                  <a:lnTo>
                    <a:pt x="8508" y="14129"/>
                  </a:lnTo>
                  <a:lnTo>
                    <a:pt x="12904" y="8370"/>
                  </a:lnTo>
                  <a:lnTo>
                    <a:pt x="14626" y="4029"/>
                  </a:lnTo>
                  <a:lnTo>
                    <a:pt x="2225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h15"/>
            <p:cNvSpPr/>
            <p:nvPr/>
          </p:nvSpPr>
          <p:spPr>
            <a:xfrm>
              <a:off x="2302632" y="2732035"/>
              <a:ext cx="41645" cy="36725"/>
            </a:xfrm>
            <a:custGeom>
              <a:avLst/>
              <a:pathLst>
                <a:path w="41645" h="36725">
                  <a:moveTo>
                    <a:pt x="20587" y="3855"/>
                  </a:moveTo>
                  <a:lnTo>
                    <a:pt x="22502" y="8045"/>
                  </a:lnTo>
                  <a:lnTo>
                    <a:pt x="26722" y="7823"/>
                  </a:lnTo>
                  <a:lnTo>
                    <a:pt x="26228" y="6713"/>
                  </a:lnTo>
                  <a:lnTo>
                    <a:pt x="34007" y="14531"/>
                  </a:lnTo>
                  <a:lnTo>
                    <a:pt x="36224" y="16428"/>
                  </a:lnTo>
                  <a:lnTo>
                    <a:pt x="41645" y="16701"/>
                  </a:lnTo>
                  <a:lnTo>
                    <a:pt x="41319" y="21211"/>
                  </a:lnTo>
                  <a:lnTo>
                    <a:pt x="36159" y="20848"/>
                  </a:lnTo>
                  <a:lnTo>
                    <a:pt x="28701" y="23559"/>
                  </a:lnTo>
                  <a:lnTo>
                    <a:pt x="16820" y="28314"/>
                  </a:lnTo>
                  <a:lnTo>
                    <a:pt x="16412" y="32260"/>
                  </a:lnTo>
                  <a:lnTo>
                    <a:pt x="13626" y="35778"/>
                  </a:lnTo>
                  <a:lnTo>
                    <a:pt x="8677" y="34871"/>
                  </a:lnTo>
                  <a:lnTo>
                    <a:pt x="2747" y="36725"/>
                  </a:lnTo>
                  <a:lnTo>
                    <a:pt x="0" y="29492"/>
                  </a:lnTo>
                  <a:lnTo>
                    <a:pt x="142" y="26038"/>
                  </a:lnTo>
                  <a:lnTo>
                    <a:pt x="4599" y="17264"/>
                  </a:lnTo>
                  <a:lnTo>
                    <a:pt x="5402" y="12104"/>
                  </a:lnTo>
                  <a:lnTo>
                    <a:pt x="9223" y="12721"/>
                  </a:lnTo>
                  <a:lnTo>
                    <a:pt x="9683" y="6069"/>
                  </a:lnTo>
                  <a:lnTo>
                    <a:pt x="13586" y="6801"/>
                  </a:lnTo>
                  <a:lnTo>
                    <a:pt x="14180" y="3268"/>
                  </a:lnTo>
                  <a:lnTo>
                    <a:pt x="15418" y="1077"/>
                  </a:lnTo>
                  <a:lnTo>
                    <a:pt x="1733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h16"/>
            <p:cNvSpPr/>
            <p:nvPr/>
          </p:nvSpPr>
          <p:spPr>
            <a:xfrm>
              <a:off x="2297380" y="2701031"/>
              <a:ext cx="44369" cy="45536"/>
            </a:xfrm>
            <a:custGeom>
              <a:avLst/>
              <a:pathLst>
                <a:path w="44369" h="45536">
                  <a:moveTo>
                    <a:pt x="22227" y="931"/>
                  </a:moveTo>
                  <a:lnTo>
                    <a:pt x="26467" y="8466"/>
                  </a:lnTo>
                  <a:lnTo>
                    <a:pt x="26841" y="11340"/>
                  </a:lnTo>
                  <a:lnTo>
                    <a:pt x="26648" y="18071"/>
                  </a:lnTo>
                  <a:lnTo>
                    <a:pt x="23174" y="17998"/>
                  </a:lnTo>
                  <a:lnTo>
                    <a:pt x="21252" y="19953"/>
                  </a:lnTo>
                  <a:lnTo>
                    <a:pt x="23607" y="23092"/>
                  </a:lnTo>
                  <a:lnTo>
                    <a:pt x="28474" y="24264"/>
                  </a:lnTo>
                  <a:lnTo>
                    <a:pt x="41037" y="32817"/>
                  </a:lnTo>
                  <a:lnTo>
                    <a:pt x="44369" y="34115"/>
                  </a:lnTo>
                  <a:lnTo>
                    <a:pt x="43662" y="36298"/>
                  </a:lnTo>
                  <a:lnTo>
                    <a:pt x="43556" y="41214"/>
                  </a:lnTo>
                  <a:lnTo>
                    <a:pt x="40055" y="43151"/>
                  </a:lnTo>
                  <a:lnTo>
                    <a:pt x="39259" y="45536"/>
                  </a:lnTo>
                  <a:lnTo>
                    <a:pt x="31480" y="37718"/>
                  </a:lnTo>
                  <a:lnTo>
                    <a:pt x="31973" y="38827"/>
                  </a:lnTo>
                  <a:lnTo>
                    <a:pt x="27753" y="39050"/>
                  </a:lnTo>
                  <a:lnTo>
                    <a:pt x="25838" y="34860"/>
                  </a:lnTo>
                  <a:lnTo>
                    <a:pt x="22585" y="31004"/>
                  </a:lnTo>
                  <a:lnTo>
                    <a:pt x="20669" y="32081"/>
                  </a:lnTo>
                  <a:lnTo>
                    <a:pt x="19431" y="34272"/>
                  </a:lnTo>
                  <a:lnTo>
                    <a:pt x="18837" y="37805"/>
                  </a:lnTo>
                  <a:lnTo>
                    <a:pt x="14934" y="37073"/>
                  </a:lnTo>
                  <a:lnTo>
                    <a:pt x="13377" y="36533"/>
                  </a:lnTo>
                  <a:lnTo>
                    <a:pt x="12507" y="34441"/>
                  </a:lnTo>
                  <a:lnTo>
                    <a:pt x="13748" y="32150"/>
                  </a:lnTo>
                  <a:lnTo>
                    <a:pt x="13667" y="30293"/>
                  </a:lnTo>
                  <a:lnTo>
                    <a:pt x="9565" y="30213"/>
                  </a:lnTo>
                  <a:lnTo>
                    <a:pt x="6891" y="26938"/>
                  </a:lnTo>
                  <a:lnTo>
                    <a:pt x="3446" y="31416"/>
                  </a:lnTo>
                  <a:lnTo>
                    <a:pt x="0" y="26331"/>
                  </a:lnTo>
                  <a:lnTo>
                    <a:pt x="204" y="23418"/>
                  </a:lnTo>
                  <a:lnTo>
                    <a:pt x="1811" y="21070"/>
                  </a:lnTo>
                  <a:lnTo>
                    <a:pt x="1861" y="18997"/>
                  </a:lnTo>
                  <a:lnTo>
                    <a:pt x="4040" y="18955"/>
                  </a:lnTo>
                  <a:lnTo>
                    <a:pt x="5324" y="23111"/>
                  </a:lnTo>
                  <a:lnTo>
                    <a:pt x="6291" y="23660"/>
                  </a:lnTo>
                  <a:lnTo>
                    <a:pt x="10127" y="20507"/>
                  </a:lnTo>
                  <a:lnTo>
                    <a:pt x="11642" y="2499"/>
                  </a:lnTo>
                  <a:lnTo>
                    <a:pt x="13778" y="2709"/>
                  </a:lnTo>
                  <a:lnTo>
                    <a:pt x="1755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h17"/>
            <p:cNvSpPr/>
            <p:nvPr/>
          </p:nvSpPr>
          <p:spPr>
            <a:xfrm>
              <a:off x="2290332" y="2693636"/>
              <a:ext cx="18690" cy="31054"/>
            </a:xfrm>
            <a:custGeom>
              <a:avLst/>
              <a:pathLst>
                <a:path w="18690" h="31054">
                  <a:moveTo>
                    <a:pt x="14065" y="1827"/>
                  </a:moveTo>
                  <a:lnTo>
                    <a:pt x="15562" y="2004"/>
                  </a:lnTo>
                  <a:lnTo>
                    <a:pt x="15141" y="9438"/>
                  </a:lnTo>
                  <a:lnTo>
                    <a:pt x="18690" y="9894"/>
                  </a:lnTo>
                  <a:lnTo>
                    <a:pt x="17175" y="27901"/>
                  </a:lnTo>
                  <a:lnTo>
                    <a:pt x="13339" y="31054"/>
                  </a:lnTo>
                  <a:lnTo>
                    <a:pt x="12373" y="30506"/>
                  </a:lnTo>
                  <a:lnTo>
                    <a:pt x="11088" y="26350"/>
                  </a:lnTo>
                  <a:lnTo>
                    <a:pt x="8909" y="26392"/>
                  </a:lnTo>
                  <a:lnTo>
                    <a:pt x="2150" y="23478"/>
                  </a:lnTo>
                  <a:lnTo>
                    <a:pt x="89" y="22890"/>
                  </a:lnTo>
                  <a:lnTo>
                    <a:pt x="0" y="17928"/>
                  </a:lnTo>
                  <a:lnTo>
                    <a:pt x="2839" y="17622"/>
                  </a:lnTo>
                  <a:lnTo>
                    <a:pt x="2692" y="11771"/>
                  </a:lnTo>
                  <a:lnTo>
                    <a:pt x="3687" y="9339"/>
                  </a:lnTo>
                  <a:lnTo>
                    <a:pt x="7843" y="6284"/>
                  </a:lnTo>
                  <a:lnTo>
                    <a:pt x="10552" y="5836"/>
                  </a:lnTo>
                  <a:lnTo>
                    <a:pt x="11299" y="2891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h18"/>
            <p:cNvSpPr/>
            <p:nvPr/>
          </p:nvSpPr>
          <p:spPr>
            <a:xfrm>
              <a:off x="2266740" y="2692045"/>
              <a:ext cx="34890" cy="32392"/>
            </a:xfrm>
            <a:custGeom>
              <a:avLst/>
              <a:pathLst>
                <a:path w="34890" h="32392">
                  <a:moveTo>
                    <a:pt x="31588" y="243"/>
                  </a:moveTo>
                  <a:lnTo>
                    <a:pt x="31587" y="1583"/>
                  </a:lnTo>
                  <a:lnTo>
                    <a:pt x="34384" y="1591"/>
                  </a:lnTo>
                  <a:lnTo>
                    <a:pt x="34890" y="4482"/>
                  </a:lnTo>
                  <a:lnTo>
                    <a:pt x="34143" y="7427"/>
                  </a:lnTo>
                  <a:lnTo>
                    <a:pt x="31435" y="7875"/>
                  </a:lnTo>
                  <a:lnTo>
                    <a:pt x="27278" y="10930"/>
                  </a:lnTo>
                  <a:lnTo>
                    <a:pt x="26283" y="13362"/>
                  </a:lnTo>
                  <a:lnTo>
                    <a:pt x="26431" y="19213"/>
                  </a:lnTo>
                  <a:lnTo>
                    <a:pt x="23591" y="19519"/>
                  </a:lnTo>
                  <a:lnTo>
                    <a:pt x="23680" y="24481"/>
                  </a:lnTo>
                  <a:lnTo>
                    <a:pt x="25742" y="25069"/>
                  </a:lnTo>
                  <a:lnTo>
                    <a:pt x="25695" y="26354"/>
                  </a:lnTo>
                  <a:lnTo>
                    <a:pt x="21233" y="28709"/>
                  </a:lnTo>
                  <a:lnTo>
                    <a:pt x="16094" y="30228"/>
                  </a:lnTo>
                  <a:lnTo>
                    <a:pt x="14102" y="32392"/>
                  </a:lnTo>
                  <a:lnTo>
                    <a:pt x="11050" y="30855"/>
                  </a:lnTo>
                  <a:lnTo>
                    <a:pt x="12868" y="19892"/>
                  </a:lnTo>
                  <a:lnTo>
                    <a:pt x="12007" y="19065"/>
                  </a:lnTo>
                  <a:lnTo>
                    <a:pt x="7782" y="19103"/>
                  </a:lnTo>
                  <a:lnTo>
                    <a:pt x="3425" y="18090"/>
                  </a:lnTo>
                  <a:lnTo>
                    <a:pt x="1831" y="6652"/>
                  </a:lnTo>
                  <a:lnTo>
                    <a:pt x="1092" y="6701"/>
                  </a:lnTo>
                  <a:lnTo>
                    <a:pt x="0" y="4941"/>
                  </a:lnTo>
                  <a:lnTo>
                    <a:pt x="681" y="3117"/>
                  </a:lnTo>
                  <a:lnTo>
                    <a:pt x="10160" y="1319"/>
                  </a:lnTo>
                  <a:lnTo>
                    <a:pt x="11308" y="1749"/>
                  </a:lnTo>
                  <a:lnTo>
                    <a:pt x="16072" y="1679"/>
                  </a:lnTo>
                  <a:lnTo>
                    <a:pt x="14830" y="3612"/>
                  </a:lnTo>
                  <a:lnTo>
                    <a:pt x="13227" y="3641"/>
                  </a:lnTo>
                  <a:lnTo>
                    <a:pt x="13255" y="5952"/>
                  </a:lnTo>
                  <a:lnTo>
                    <a:pt x="20346" y="5554"/>
                  </a:lnTo>
                  <a:lnTo>
                    <a:pt x="20211" y="7231"/>
                  </a:lnTo>
                  <a:lnTo>
                    <a:pt x="18962" y="8608"/>
                  </a:lnTo>
                  <a:lnTo>
                    <a:pt x="21249" y="11125"/>
                  </a:lnTo>
                  <a:lnTo>
                    <a:pt x="23577" y="12150"/>
                  </a:lnTo>
                  <a:lnTo>
                    <a:pt x="25519" y="11626"/>
                  </a:lnTo>
                  <a:lnTo>
                    <a:pt x="27405" y="9964"/>
                  </a:lnTo>
                  <a:lnTo>
                    <a:pt x="27544" y="4257"/>
                  </a:lnTo>
                  <a:lnTo>
                    <a:pt x="2656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h19"/>
            <p:cNvSpPr/>
            <p:nvPr/>
          </p:nvSpPr>
          <p:spPr>
            <a:xfrm>
              <a:off x="667581" y="1266475"/>
              <a:ext cx="99046" cy="50209"/>
            </a:xfrm>
            <a:custGeom>
              <a:avLst/>
              <a:pathLst>
                <a:path w="99046" h="50209">
                  <a:moveTo>
                    <a:pt x="99046" y="472"/>
                  </a:moveTo>
                  <a:lnTo>
                    <a:pt x="96401" y="33547"/>
                  </a:lnTo>
                  <a:lnTo>
                    <a:pt x="63980" y="50209"/>
                  </a:lnTo>
                  <a:lnTo>
                    <a:pt x="21106" y="44853"/>
                  </a:lnTo>
                  <a:lnTo>
                    <a:pt x="11942" y="48473"/>
                  </a:lnTo>
                  <a:lnTo>
                    <a:pt x="11931" y="44071"/>
                  </a:lnTo>
                  <a:lnTo>
                    <a:pt x="11098" y="41171"/>
                  </a:lnTo>
                  <a:lnTo>
                    <a:pt x="9604" y="39819"/>
                  </a:lnTo>
                  <a:lnTo>
                    <a:pt x="3712" y="37641"/>
                  </a:lnTo>
                  <a:lnTo>
                    <a:pt x="4049" y="32307"/>
                  </a:lnTo>
                  <a:lnTo>
                    <a:pt x="8283" y="29045"/>
                  </a:lnTo>
                  <a:lnTo>
                    <a:pt x="7546" y="15481"/>
                  </a:lnTo>
                  <a:lnTo>
                    <a:pt x="6185" y="11559"/>
                  </a:lnTo>
                  <a:lnTo>
                    <a:pt x="3284" y="12665"/>
                  </a:lnTo>
                  <a:lnTo>
                    <a:pt x="2399" y="11629"/>
                  </a:lnTo>
                  <a:lnTo>
                    <a:pt x="4562" y="6828"/>
                  </a:lnTo>
                  <a:lnTo>
                    <a:pt x="1620" y="5114"/>
                  </a:lnTo>
                  <a:lnTo>
                    <a:pt x="306" y="3068"/>
                  </a:lnTo>
                  <a:lnTo>
                    <a:pt x="0" y="1160"/>
                  </a:lnTo>
                  <a:lnTo>
                    <a:pt x="2483" y="1203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20"/>
            <p:cNvSpPr/>
            <p:nvPr/>
          </p:nvSpPr>
          <p:spPr>
            <a:xfrm>
              <a:off x="625418" y="1266269"/>
              <a:ext cx="54105" cy="51736"/>
            </a:xfrm>
            <a:custGeom>
              <a:avLst/>
              <a:pathLst>
                <a:path w="54105" h="51736">
                  <a:moveTo>
                    <a:pt x="42163" y="1367"/>
                  </a:moveTo>
                  <a:lnTo>
                    <a:pt x="42469" y="3274"/>
                  </a:lnTo>
                  <a:lnTo>
                    <a:pt x="43783" y="5321"/>
                  </a:lnTo>
                  <a:lnTo>
                    <a:pt x="46725" y="7035"/>
                  </a:lnTo>
                  <a:lnTo>
                    <a:pt x="44563" y="11835"/>
                  </a:lnTo>
                  <a:lnTo>
                    <a:pt x="45447" y="12872"/>
                  </a:lnTo>
                  <a:lnTo>
                    <a:pt x="48348" y="11766"/>
                  </a:lnTo>
                  <a:lnTo>
                    <a:pt x="49709" y="15687"/>
                  </a:lnTo>
                  <a:lnTo>
                    <a:pt x="50446" y="29252"/>
                  </a:lnTo>
                  <a:lnTo>
                    <a:pt x="46212" y="32514"/>
                  </a:lnTo>
                  <a:lnTo>
                    <a:pt x="45876" y="37847"/>
                  </a:lnTo>
                  <a:lnTo>
                    <a:pt x="51768" y="40025"/>
                  </a:lnTo>
                  <a:lnTo>
                    <a:pt x="53262" y="41377"/>
                  </a:lnTo>
                  <a:lnTo>
                    <a:pt x="54094" y="44278"/>
                  </a:lnTo>
                  <a:lnTo>
                    <a:pt x="54105" y="48680"/>
                  </a:lnTo>
                  <a:lnTo>
                    <a:pt x="46373" y="51736"/>
                  </a:lnTo>
                  <a:lnTo>
                    <a:pt x="31096" y="34696"/>
                  </a:lnTo>
                  <a:lnTo>
                    <a:pt x="16887" y="33202"/>
                  </a:lnTo>
                  <a:lnTo>
                    <a:pt x="17122" y="30973"/>
                  </a:lnTo>
                  <a:lnTo>
                    <a:pt x="22153" y="28854"/>
                  </a:lnTo>
                  <a:lnTo>
                    <a:pt x="17511" y="27269"/>
                  </a:lnTo>
                  <a:lnTo>
                    <a:pt x="16486" y="22519"/>
                  </a:lnTo>
                  <a:lnTo>
                    <a:pt x="14227" y="19106"/>
                  </a:lnTo>
                  <a:lnTo>
                    <a:pt x="7235" y="15848"/>
                  </a:lnTo>
                  <a:lnTo>
                    <a:pt x="2414" y="16957"/>
                  </a:lnTo>
                  <a:lnTo>
                    <a:pt x="2038" y="15992"/>
                  </a:lnTo>
                  <a:lnTo>
                    <a:pt x="0" y="6310"/>
                  </a:lnTo>
                  <a:lnTo>
                    <a:pt x="547" y="0"/>
                  </a:lnTo>
                  <a:lnTo>
                    <a:pt x="44139" y="206"/>
                  </a:lnTo>
                  <a:lnTo>
                    <a:pt x="44647" y="140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1"/>
            <p:cNvSpPr/>
            <p:nvPr/>
          </p:nvSpPr>
          <p:spPr>
            <a:xfrm>
              <a:off x="610718" y="1280717"/>
              <a:ext cx="459" cy="3102"/>
            </a:xfrm>
            <a:custGeom>
              <a:avLst/>
              <a:pathLst>
                <a:path w="459" h="3102">
                  <a:moveTo>
                    <a:pt x="136" y="3102"/>
                  </a:moveTo>
                  <a:lnTo>
                    <a:pt x="0" y="0"/>
                  </a:lnTo>
                  <a:lnTo>
                    <a:pt x="459" y="233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2"/>
            <p:cNvSpPr/>
            <p:nvPr/>
          </p:nvSpPr>
          <p:spPr>
            <a:xfrm>
              <a:off x="609167" y="1279891"/>
              <a:ext cx="313" cy="552"/>
            </a:xfrm>
            <a:custGeom>
              <a:avLst/>
              <a:pathLst>
                <a:path w="313" h="552">
                  <a:moveTo>
                    <a:pt x="0" y="552"/>
                  </a:moveTo>
                  <a:lnTo>
                    <a:pt x="39" y="0"/>
                  </a:lnTo>
                  <a:lnTo>
                    <a:pt x="313" y="8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3"/>
            <p:cNvSpPr/>
            <p:nvPr/>
          </p:nvSpPr>
          <p:spPr>
            <a:xfrm>
              <a:off x="605032" y="1275905"/>
              <a:ext cx="543" cy="1616"/>
            </a:xfrm>
            <a:custGeom>
              <a:avLst/>
              <a:pathLst>
                <a:path w="543" h="1616">
                  <a:moveTo>
                    <a:pt x="0" y="575"/>
                  </a:moveTo>
                  <a:lnTo>
                    <a:pt x="166" y="0"/>
                  </a:lnTo>
                  <a:lnTo>
                    <a:pt x="543" y="161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4"/>
            <p:cNvSpPr/>
            <p:nvPr/>
          </p:nvSpPr>
          <p:spPr>
            <a:xfrm>
              <a:off x="768810" y="1834135"/>
              <a:ext cx="24587" cy="45300"/>
            </a:xfrm>
            <a:custGeom>
              <a:avLst/>
              <a:pathLst>
                <a:path w="24587" h="45300">
                  <a:moveTo>
                    <a:pt x="23950" y="10836"/>
                  </a:moveTo>
                  <a:lnTo>
                    <a:pt x="24587" y="26177"/>
                  </a:lnTo>
                  <a:lnTo>
                    <a:pt x="23958" y="32037"/>
                  </a:lnTo>
                  <a:lnTo>
                    <a:pt x="20426" y="35997"/>
                  </a:lnTo>
                  <a:lnTo>
                    <a:pt x="19280" y="45300"/>
                  </a:lnTo>
                  <a:lnTo>
                    <a:pt x="11581" y="44140"/>
                  </a:lnTo>
                  <a:lnTo>
                    <a:pt x="12025" y="43429"/>
                  </a:lnTo>
                  <a:lnTo>
                    <a:pt x="10839" y="39401"/>
                  </a:lnTo>
                  <a:lnTo>
                    <a:pt x="7657" y="36263"/>
                  </a:lnTo>
                  <a:lnTo>
                    <a:pt x="4962" y="36440"/>
                  </a:lnTo>
                  <a:lnTo>
                    <a:pt x="1578" y="38352"/>
                  </a:lnTo>
                  <a:lnTo>
                    <a:pt x="0" y="37321"/>
                  </a:lnTo>
                  <a:lnTo>
                    <a:pt x="1990" y="32731"/>
                  </a:lnTo>
                  <a:lnTo>
                    <a:pt x="5735" y="30349"/>
                  </a:lnTo>
                  <a:lnTo>
                    <a:pt x="15246" y="20265"/>
                  </a:lnTo>
                  <a:lnTo>
                    <a:pt x="15950" y="18879"/>
                  </a:lnTo>
                  <a:lnTo>
                    <a:pt x="14549" y="15411"/>
                  </a:lnTo>
                  <a:lnTo>
                    <a:pt x="14341" y="9621"/>
                  </a:lnTo>
                  <a:lnTo>
                    <a:pt x="16838" y="2943"/>
                  </a:lnTo>
                  <a:lnTo>
                    <a:pt x="18447" y="828"/>
                  </a:lnTo>
                  <a:lnTo>
                    <a:pt x="20079" y="0"/>
                  </a:lnTo>
                  <a:lnTo>
                    <a:pt x="22421" y="242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5"/>
            <p:cNvSpPr/>
            <p:nvPr/>
          </p:nvSpPr>
          <p:spPr>
            <a:xfrm>
              <a:off x="645707" y="1300022"/>
              <a:ext cx="161992" cy="223781"/>
            </a:xfrm>
            <a:custGeom>
              <a:avLst/>
              <a:pathLst>
                <a:path w="161992" h="223781">
                  <a:moveTo>
                    <a:pt x="143101" y="112552"/>
                  </a:moveTo>
                  <a:lnTo>
                    <a:pt x="153039" y="124085"/>
                  </a:lnTo>
                  <a:lnTo>
                    <a:pt x="154584" y="191675"/>
                  </a:lnTo>
                  <a:lnTo>
                    <a:pt x="158562" y="212878"/>
                  </a:lnTo>
                  <a:lnTo>
                    <a:pt x="161992" y="218841"/>
                  </a:lnTo>
                  <a:lnTo>
                    <a:pt x="159471" y="223781"/>
                  </a:lnTo>
                  <a:lnTo>
                    <a:pt x="133418" y="223211"/>
                  </a:lnTo>
                  <a:lnTo>
                    <a:pt x="134815" y="179737"/>
                  </a:lnTo>
                  <a:lnTo>
                    <a:pt x="137397" y="176374"/>
                  </a:lnTo>
                  <a:lnTo>
                    <a:pt x="130580" y="172195"/>
                  </a:lnTo>
                  <a:lnTo>
                    <a:pt x="130096" y="169674"/>
                  </a:lnTo>
                  <a:lnTo>
                    <a:pt x="128426" y="168665"/>
                  </a:lnTo>
                  <a:lnTo>
                    <a:pt x="122655" y="168727"/>
                  </a:lnTo>
                  <a:lnTo>
                    <a:pt x="115784" y="172255"/>
                  </a:lnTo>
                  <a:lnTo>
                    <a:pt x="112693" y="175608"/>
                  </a:lnTo>
                  <a:lnTo>
                    <a:pt x="107286" y="173324"/>
                  </a:lnTo>
                  <a:lnTo>
                    <a:pt x="99588" y="171985"/>
                  </a:lnTo>
                  <a:lnTo>
                    <a:pt x="94262" y="173863"/>
                  </a:lnTo>
                  <a:lnTo>
                    <a:pt x="91304" y="175983"/>
                  </a:lnTo>
                  <a:lnTo>
                    <a:pt x="83919" y="175578"/>
                  </a:lnTo>
                  <a:lnTo>
                    <a:pt x="70043" y="184751"/>
                  </a:lnTo>
                  <a:lnTo>
                    <a:pt x="60101" y="189727"/>
                  </a:lnTo>
                  <a:lnTo>
                    <a:pt x="55094" y="182586"/>
                  </a:lnTo>
                  <a:lnTo>
                    <a:pt x="53622" y="182215"/>
                  </a:lnTo>
                  <a:lnTo>
                    <a:pt x="49287" y="183620"/>
                  </a:lnTo>
                  <a:lnTo>
                    <a:pt x="47548" y="181236"/>
                  </a:lnTo>
                  <a:lnTo>
                    <a:pt x="52262" y="164352"/>
                  </a:lnTo>
                  <a:lnTo>
                    <a:pt x="53211" y="157866"/>
                  </a:lnTo>
                  <a:lnTo>
                    <a:pt x="48233" y="144520"/>
                  </a:lnTo>
                  <a:lnTo>
                    <a:pt x="43009" y="136841"/>
                  </a:lnTo>
                  <a:lnTo>
                    <a:pt x="39351" y="132881"/>
                  </a:lnTo>
                  <a:lnTo>
                    <a:pt x="35048" y="122045"/>
                  </a:lnTo>
                  <a:lnTo>
                    <a:pt x="33130" y="119137"/>
                  </a:lnTo>
                  <a:lnTo>
                    <a:pt x="27809" y="113735"/>
                  </a:lnTo>
                  <a:lnTo>
                    <a:pt x="26198" y="113442"/>
                  </a:lnTo>
                  <a:lnTo>
                    <a:pt x="23990" y="109039"/>
                  </a:lnTo>
                  <a:lnTo>
                    <a:pt x="16091" y="101148"/>
                  </a:lnTo>
                  <a:lnTo>
                    <a:pt x="19141" y="94851"/>
                  </a:lnTo>
                  <a:lnTo>
                    <a:pt x="21592" y="86521"/>
                  </a:lnTo>
                  <a:lnTo>
                    <a:pt x="17492" y="80171"/>
                  </a:lnTo>
                  <a:lnTo>
                    <a:pt x="14418" y="77931"/>
                  </a:lnTo>
                  <a:lnTo>
                    <a:pt x="12069" y="74973"/>
                  </a:lnTo>
                  <a:lnTo>
                    <a:pt x="12420" y="74213"/>
                  </a:lnTo>
                  <a:lnTo>
                    <a:pt x="14341" y="74649"/>
                  </a:lnTo>
                  <a:lnTo>
                    <a:pt x="19819" y="79093"/>
                  </a:lnTo>
                  <a:lnTo>
                    <a:pt x="20979" y="79188"/>
                  </a:lnTo>
                  <a:lnTo>
                    <a:pt x="23275" y="77402"/>
                  </a:lnTo>
                  <a:lnTo>
                    <a:pt x="25790" y="72597"/>
                  </a:lnTo>
                  <a:lnTo>
                    <a:pt x="26576" y="72254"/>
                  </a:lnTo>
                  <a:lnTo>
                    <a:pt x="22546" y="79734"/>
                  </a:lnTo>
                  <a:lnTo>
                    <a:pt x="24619" y="77666"/>
                  </a:lnTo>
                  <a:lnTo>
                    <a:pt x="27020" y="72284"/>
                  </a:lnTo>
                  <a:lnTo>
                    <a:pt x="28241" y="66451"/>
                  </a:lnTo>
                  <a:lnTo>
                    <a:pt x="27439" y="61585"/>
                  </a:lnTo>
                  <a:lnTo>
                    <a:pt x="22682" y="60356"/>
                  </a:lnTo>
                  <a:lnTo>
                    <a:pt x="19142" y="55602"/>
                  </a:lnTo>
                  <a:lnTo>
                    <a:pt x="13959" y="54094"/>
                  </a:lnTo>
                  <a:lnTo>
                    <a:pt x="12996" y="52453"/>
                  </a:lnTo>
                  <a:lnTo>
                    <a:pt x="13127" y="46564"/>
                  </a:lnTo>
                  <a:lnTo>
                    <a:pt x="11472" y="43957"/>
                  </a:lnTo>
                  <a:lnTo>
                    <a:pt x="9005" y="42917"/>
                  </a:lnTo>
                  <a:lnTo>
                    <a:pt x="5416" y="43087"/>
                  </a:lnTo>
                  <a:lnTo>
                    <a:pt x="2481" y="40540"/>
                  </a:lnTo>
                  <a:lnTo>
                    <a:pt x="419" y="37150"/>
                  </a:lnTo>
                  <a:lnTo>
                    <a:pt x="0" y="34956"/>
                  </a:lnTo>
                  <a:lnTo>
                    <a:pt x="135" y="33125"/>
                  </a:lnTo>
                  <a:lnTo>
                    <a:pt x="1081" y="32111"/>
                  </a:lnTo>
                  <a:lnTo>
                    <a:pt x="977" y="27925"/>
                  </a:lnTo>
                  <a:lnTo>
                    <a:pt x="26084" y="17982"/>
                  </a:lnTo>
                  <a:lnTo>
                    <a:pt x="33816" y="14926"/>
                  </a:lnTo>
                  <a:lnTo>
                    <a:pt x="42979" y="11306"/>
                  </a:lnTo>
                  <a:lnTo>
                    <a:pt x="85854" y="16662"/>
                  </a:lnTo>
                  <a:lnTo>
                    <a:pt x="118275" y="0"/>
                  </a:lnTo>
                  <a:lnTo>
                    <a:pt x="116179" y="52599"/>
                  </a:lnTo>
                  <a:lnTo>
                    <a:pt x="139051" y="103464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6"/>
            <p:cNvSpPr/>
            <p:nvPr/>
          </p:nvSpPr>
          <p:spPr>
            <a:xfrm>
              <a:off x="652773" y="1366133"/>
              <a:ext cx="885" cy="2115"/>
            </a:xfrm>
            <a:custGeom>
              <a:avLst/>
              <a:pathLst>
                <a:path w="885" h="2115">
                  <a:moveTo>
                    <a:pt x="885" y="2115"/>
                  </a:moveTo>
                  <a:lnTo>
                    <a:pt x="0" y="0"/>
                  </a:lnTo>
                  <a:lnTo>
                    <a:pt x="870" y="275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7"/>
            <p:cNvSpPr/>
            <p:nvPr/>
          </p:nvSpPr>
          <p:spPr>
            <a:xfrm>
              <a:off x="651326" y="1365119"/>
              <a:ext cx="831" cy="1036"/>
            </a:xfrm>
            <a:custGeom>
              <a:avLst/>
              <a:pathLst>
                <a:path w="831" h="1036">
                  <a:moveTo>
                    <a:pt x="0" y="418"/>
                  </a:moveTo>
                  <a:lnTo>
                    <a:pt x="519" y="0"/>
                  </a:lnTo>
                  <a:lnTo>
                    <a:pt x="831" y="1036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8"/>
            <p:cNvSpPr/>
            <p:nvPr/>
          </p:nvSpPr>
          <p:spPr>
            <a:xfrm>
              <a:off x="912723" y="1882304"/>
              <a:ext cx="729" cy="1136"/>
            </a:xfrm>
            <a:custGeom>
              <a:avLst/>
              <a:pathLst>
                <a:path w="729" h="1136">
                  <a:moveTo>
                    <a:pt x="0" y="152"/>
                  </a:moveTo>
                  <a:lnTo>
                    <a:pt x="729" y="0"/>
                  </a:lnTo>
                  <a:lnTo>
                    <a:pt x="313" y="113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9"/>
            <p:cNvSpPr/>
            <p:nvPr/>
          </p:nvSpPr>
          <p:spPr>
            <a:xfrm>
              <a:off x="750061" y="1839256"/>
              <a:ext cx="962" cy="2653"/>
            </a:xfrm>
            <a:custGeom>
              <a:avLst/>
              <a:pathLst>
                <a:path w="962" h="2653">
                  <a:moveTo>
                    <a:pt x="56" y="0"/>
                  </a:moveTo>
                  <a:lnTo>
                    <a:pt x="962" y="981"/>
                  </a:lnTo>
                  <a:lnTo>
                    <a:pt x="0" y="265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30"/>
            <p:cNvSpPr/>
            <p:nvPr/>
          </p:nvSpPr>
          <p:spPr>
            <a:xfrm>
              <a:off x="742896" y="1838051"/>
              <a:ext cx="3864" cy="2689"/>
            </a:xfrm>
            <a:custGeom>
              <a:avLst/>
              <a:pathLst>
                <a:path w="3864" h="2689">
                  <a:moveTo>
                    <a:pt x="3864" y="1357"/>
                  </a:moveTo>
                  <a:lnTo>
                    <a:pt x="2838" y="2689"/>
                  </a:lnTo>
                  <a:lnTo>
                    <a:pt x="0" y="2012"/>
                  </a:lnTo>
                  <a:lnTo>
                    <a:pt x="765" y="199"/>
                  </a:lnTo>
                  <a:lnTo>
                    <a:pt x="183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1"/>
            <p:cNvSpPr/>
            <p:nvPr/>
          </p:nvSpPr>
          <p:spPr>
            <a:xfrm>
              <a:off x="747045" y="1838826"/>
              <a:ext cx="1223" cy="707"/>
            </a:xfrm>
            <a:custGeom>
              <a:avLst/>
              <a:pathLst>
                <a:path w="1223" h="707">
                  <a:moveTo>
                    <a:pt x="108" y="575"/>
                  </a:moveTo>
                  <a:lnTo>
                    <a:pt x="0" y="0"/>
                  </a:lnTo>
                  <a:lnTo>
                    <a:pt x="1223" y="70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2"/>
            <p:cNvSpPr/>
            <p:nvPr/>
          </p:nvSpPr>
          <p:spPr>
            <a:xfrm>
              <a:off x="900887" y="1805459"/>
              <a:ext cx="247" cy="201"/>
            </a:xfrm>
            <a:custGeom>
              <a:avLst/>
              <a:pathLst>
                <a:path w="247" h="201">
                  <a:moveTo>
                    <a:pt x="211" y="0"/>
                  </a:moveTo>
                  <a:lnTo>
                    <a:pt x="247" y="201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3"/>
            <p:cNvSpPr/>
            <p:nvPr/>
          </p:nvSpPr>
          <p:spPr>
            <a:xfrm>
              <a:off x="901104" y="1802379"/>
              <a:ext cx="124" cy="134"/>
            </a:xfrm>
            <a:custGeom>
              <a:avLst/>
              <a:pathLst>
                <a:path w="124" h="134">
                  <a:moveTo>
                    <a:pt x="0" y="0"/>
                  </a:moveTo>
                  <a:lnTo>
                    <a:pt x="124" y="13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4"/>
            <p:cNvSpPr/>
            <p:nvPr/>
          </p:nvSpPr>
          <p:spPr>
            <a:xfrm>
              <a:off x="893686" y="179206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5"/>
            <p:cNvSpPr/>
            <p:nvPr/>
          </p:nvSpPr>
          <p:spPr>
            <a:xfrm>
              <a:off x="992160" y="17695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6"/>
            <p:cNvSpPr/>
            <p:nvPr/>
          </p:nvSpPr>
          <p:spPr>
            <a:xfrm>
              <a:off x="991732" y="1768601"/>
              <a:ext cx="385" cy="601"/>
            </a:xfrm>
            <a:custGeom>
              <a:avLst/>
              <a:pathLst>
                <a:path w="385" h="601">
                  <a:moveTo>
                    <a:pt x="287" y="0"/>
                  </a:moveTo>
                  <a:lnTo>
                    <a:pt x="385" y="222"/>
                  </a:lnTo>
                  <a:lnTo>
                    <a:pt x="0" y="60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7"/>
            <p:cNvSpPr/>
            <p:nvPr/>
          </p:nvSpPr>
          <p:spPr>
            <a:xfrm>
              <a:off x="991726" y="1767737"/>
              <a:ext cx="117" cy="336"/>
            </a:xfrm>
            <a:custGeom>
              <a:avLst/>
              <a:pathLst>
                <a:path w="117" h="336">
                  <a:moveTo>
                    <a:pt x="0" y="336"/>
                  </a:moveTo>
                  <a:lnTo>
                    <a:pt x="99" y="0"/>
                  </a:lnTo>
                  <a:lnTo>
                    <a:pt x="117" y="18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8"/>
            <p:cNvSpPr/>
            <p:nvPr/>
          </p:nvSpPr>
          <p:spPr>
            <a:xfrm>
              <a:off x="983797" y="1746631"/>
              <a:ext cx="179" cy="282"/>
            </a:xfrm>
            <a:custGeom>
              <a:avLst/>
              <a:pathLst>
                <a:path w="179" h="282">
                  <a:moveTo>
                    <a:pt x="179" y="0"/>
                  </a:moveTo>
                  <a:lnTo>
                    <a:pt x="0" y="282"/>
                  </a:lnTo>
                  <a:lnTo>
                    <a:pt x="4" y="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9"/>
            <p:cNvSpPr/>
            <p:nvPr/>
          </p:nvSpPr>
          <p:spPr>
            <a:xfrm>
              <a:off x="435276" y="1691475"/>
              <a:ext cx="15466" cy="40231"/>
            </a:xfrm>
            <a:custGeom>
              <a:avLst/>
              <a:pathLst>
                <a:path w="15466" h="40231">
                  <a:moveTo>
                    <a:pt x="15466" y="17310"/>
                  </a:moveTo>
                  <a:lnTo>
                    <a:pt x="14804" y="30410"/>
                  </a:lnTo>
                  <a:lnTo>
                    <a:pt x="13395" y="35509"/>
                  </a:lnTo>
                  <a:lnTo>
                    <a:pt x="10982" y="38776"/>
                  </a:lnTo>
                  <a:lnTo>
                    <a:pt x="8690" y="40231"/>
                  </a:lnTo>
                  <a:lnTo>
                    <a:pt x="6218" y="39135"/>
                  </a:lnTo>
                  <a:lnTo>
                    <a:pt x="5764" y="23828"/>
                  </a:lnTo>
                  <a:lnTo>
                    <a:pt x="4870" y="19303"/>
                  </a:lnTo>
                  <a:lnTo>
                    <a:pt x="0" y="13483"/>
                  </a:lnTo>
                  <a:lnTo>
                    <a:pt x="2102" y="8812"/>
                  </a:lnTo>
                  <a:lnTo>
                    <a:pt x="961" y="4471"/>
                  </a:lnTo>
                  <a:lnTo>
                    <a:pt x="4743" y="2122"/>
                  </a:lnTo>
                  <a:lnTo>
                    <a:pt x="13178" y="0"/>
                  </a:lnTo>
                  <a:lnTo>
                    <a:pt x="13455" y="797"/>
                  </a:lnTo>
                  <a:lnTo>
                    <a:pt x="10651" y="4069"/>
                  </a:lnTo>
                  <a:lnTo>
                    <a:pt x="9690" y="6977"/>
                  </a:lnTo>
                  <a:lnTo>
                    <a:pt x="9917" y="10500"/>
                  </a:lnTo>
                  <a:lnTo>
                    <a:pt x="13025" y="1270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40"/>
            <p:cNvSpPr/>
            <p:nvPr/>
          </p:nvSpPr>
          <p:spPr>
            <a:xfrm>
              <a:off x="705808" y="1468688"/>
              <a:ext cx="363666" cy="438798"/>
            </a:xfrm>
            <a:custGeom>
              <a:avLst/>
              <a:pathLst>
                <a:path w="363666" h="438798">
                  <a:moveTo>
                    <a:pt x="99370" y="55116"/>
                  </a:moveTo>
                  <a:lnTo>
                    <a:pt x="101891" y="50175"/>
                  </a:lnTo>
                  <a:lnTo>
                    <a:pt x="109982" y="50972"/>
                  </a:lnTo>
                  <a:lnTo>
                    <a:pt x="111315" y="63450"/>
                  </a:lnTo>
                  <a:lnTo>
                    <a:pt x="117058" y="73979"/>
                  </a:lnTo>
                  <a:lnTo>
                    <a:pt x="123350" y="80420"/>
                  </a:lnTo>
                  <a:lnTo>
                    <a:pt x="120026" y="85638"/>
                  </a:lnTo>
                  <a:lnTo>
                    <a:pt x="121499" y="88625"/>
                  </a:lnTo>
                  <a:lnTo>
                    <a:pt x="118746" y="92282"/>
                  </a:lnTo>
                  <a:lnTo>
                    <a:pt x="118764" y="98247"/>
                  </a:lnTo>
                  <a:lnTo>
                    <a:pt x="122578" y="97677"/>
                  </a:lnTo>
                  <a:lnTo>
                    <a:pt x="127485" y="95188"/>
                  </a:lnTo>
                  <a:lnTo>
                    <a:pt x="136046" y="101923"/>
                  </a:lnTo>
                  <a:lnTo>
                    <a:pt x="135757" y="108290"/>
                  </a:lnTo>
                  <a:lnTo>
                    <a:pt x="136705" y="115221"/>
                  </a:lnTo>
                  <a:lnTo>
                    <a:pt x="144556" y="126526"/>
                  </a:lnTo>
                  <a:lnTo>
                    <a:pt x="146758" y="140368"/>
                  </a:lnTo>
                  <a:lnTo>
                    <a:pt x="146697" y="146800"/>
                  </a:lnTo>
                  <a:lnTo>
                    <a:pt x="152618" y="149840"/>
                  </a:lnTo>
                  <a:lnTo>
                    <a:pt x="162902" y="158424"/>
                  </a:lnTo>
                  <a:lnTo>
                    <a:pt x="181753" y="213660"/>
                  </a:lnTo>
                  <a:lnTo>
                    <a:pt x="198059" y="220864"/>
                  </a:lnTo>
                  <a:lnTo>
                    <a:pt x="202608" y="246357"/>
                  </a:lnTo>
                  <a:lnTo>
                    <a:pt x="208718" y="251538"/>
                  </a:lnTo>
                  <a:lnTo>
                    <a:pt x="221754" y="256911"/>
                  </a:lnTo>
                  <a:lnTo>
                    <a:pt x="230948" y="258481"/>
                  </a:lnTo>
                  <a:lnTo>
                    <a:pt x="238136" y="257411"/>
                  </a:lnTo>
                  <a:lnTo>
                    <a:pt x="239674" y="249546"/>
                  </a:lnTo>
                  <a:lnTo>
                    <a:pt x="243438" y="244955"/>
                  </a:lnTo>
                  <a:lnTo>
                    <a:pt x="243461" y="242248"/>
                  </a:lnTo>
                  <a:lnTo>
                    <a:pt x="244634" y="240519"/>
                  </a:lnTo>
                  <a:lnTo>
                    <a:pt x="249488" y="239040"/>
                  </a:lnTo>
                  <a:lnTo>
                    <a:pt x="253259" y="240113"/>
                  </a:lnTo>
                  <a:lnTo>
                    <a:pt x="254892" y="238065"/>
                  </a:lnTo>
                  <a:lnTo>
                    <a:pt x="258055" y="242213"/>
                  </a:lnTo>
                  <a:lnTo>
                    <a:pt x="261709" y="244690"/>
                  </a:lnTo>
                  <a:lnTo>
                    <a:pt x="266901" y="251330"/>
                  </a:lnTo>
                  <a:lnTo>
                    <a:pt x="269688" y="256608"/>
                  </a:lnTo>
                  <a:lnTo>
                    <a:pt x="275850" y="262517"/>
                  </a:lnTo>
                  <a:lnTo>
                    <a:pt x="276935" y="266610"/>
                  </a:lnTo>
                  <a:lnTo>
                    <a:pt x="273437" y="270168"/>
                  </a:lnTo>
                  <a:lnTo>
                    <a:pt x="272894" y="272091"/>
                  </a:lnTo>
                  <a:lnTo>
                    <a:pt x="275301" y="277199"/>
                  </a:lnTo>
                  <a:lnTo>
                    <a:pt x="282095" y="286350"/>
                  </a:lnTo>
                  <a:lnTo>
                    <a:pt x="284631" y="292688"/>
                  </a:lnTo>
                  <a:lnTo>
                    <a:pt x="284799" y="295885"/>
                  </a:lnTo>
                  <a:lnTo>
                    <a:pt x="281678" y="300550"/>
                  </a:lnTo>
                  <a:lnTo>
                    <a:pt x="281505" y="307479"/>
                  </a:lnTo>
                  <a:lnTo>
                    <a:pt x="284548" y="314813"/>
                  </a:lnTo>
                  <a:lnTo>
                    <a:pt x="287121" y="315508"/>
                  </a:lnTo>
                  <a:lnTo>
                    <a:pt x="289941" y="315080"/>
                  </a:lnTo>
                  <a:lnTo>
                    <a:pt x="291076" y="312544"/>
                  </a:lnTo>
                  <a:lnTo>
                    <a:pt x="289407" y="310344"/>
                  </a:lnTo>
                  <a:lnTo>
                    <a:pt x="290919" y="308078"/>
                  </a:lnTo>
                  <a:lnTo>
                    <a:pt x="295277" y="307382"/>
                  </a:lnTo>
                  <a:lnTo>
                    <a:pt x="300507" y="311333"/>
                  </a:lnTo>
                  <a:lnTo>
                    <a:pt x="302205" y="320428"/>
                  </a:lnTo>
                  <a:lnTo>
                    <a:pt x="301906" y="323585"/>
                  </a:lnTo>
                  <a:lnTo>
                    <a:pt x="303524" y="327892"/>
                  </a:lnTo>
                  <a:lnTo>
                    <a:pt x="308341" y="328547"/>
                  </a:lnTo>
                  <a:lnTo>
                    <a:pt x="314757" y="324129"/>
                  </a:lnTo>
                  <a:lnTo>
                    <a:pt x="319108" y="326550"/>
                  </a:lnTo>
                  <a:lnTo>
                    <a:pt x="321583" y="331026"/>
                  </a:lnTo>
                  <a:lnTo>
                    <a:pt x="321338" y="337185"/>
                  </a:lnTo>
                  <a:lnTo>
                    <a:pt x="324576" y="348746"/>
                  </a:lnTo>
                  <a:lnTo>
                    <a:pt x="327768" y="352659"/>
                  </a:lnTo>
                  <a:lnTo>
                    <a:pt x="327259" y="357145"/>
                  </a:lnTo>
                  <a:lnTo>
                    <a:pt x="329368" y="369533"/>
                  </a:lnTo>
                  <a:lnTo>
                    <a:pt x="339133" y="376609"/>
                  </a:lnTo>
                  <a:lnTo>
                    <a:pt x="344270" y="377089"/>
                  </a:lnTo>
                  <a:lnTo>
                    <a:pt x="352325" y="375296"/>
                  </a:lnTo>
                  <a:lnTo>
                    <a:pt x="354839" y="378569"/>
                  </a:lnTo>
                  <a:lnTo>
                    <a:pt x="357091" y="380246"/>
                  </a:lnTo>
                  <a:lnTo>
                    <a:pt x="358571" y="380346"/>
                  </a:lnTo>
                  <a:lnTo>
                    <a:pt x="357629" y="387962"/>
                  </a:lnTo>
                  <a:lnTo>
                    <a:pt x="353850" y="397283"/>
                  </a:lnTo>
                  <a:lnTo>
                    <a:pt x="353868" y="400806"/>
                  </a:lnTo>
                  <a:lnTo>
                    <a:pt x="362690" y="413495"/>
                  </a:lnTo>
                  <a:lnTo>
                    <a:pt x="359557" y="420351"/>
                  </a:lnTo>
                  <a:lnTo>
                    <a:pt x="359276" y="423060"/>
                  </a:lnTo>
                  <a:lnTo>
                    <a:pt x="361537" y="429696"/>
                  </a:lnTo>
                  <a:lnTo>
                    <a:pt x="360032" y="431618"/>
                  </a:lnTo>
                  <a:lnTo>
                    <a:pt x="359303" y="434838"/>
                  </a:lnTo>
                  <a:lnTo>
                    <a:pt x="360725" y="437702"/>
                  </a:lnTo>
                  <a:lnTo>
                    <a:pt x="363666" y="438798"/>
                  </a:lnTo>
                  <a:lnTo>
                    <a:pt x="196133" y="425353"/>
                  </a:lnTo>
                  <a:lnTo>
                    <a:pt x="205120" y="414891"/>
                  </a:lnTo>
                  <a:lnTo>
                    <a:pt x="207003" y="415532"/>
                  </a:lnTo>
                  <a:lnTo>
                    <a:pt x="207285" y="418411"/>
                  </a:lnTo>
                  <a:lnTo>
                    <a:pt x="207172" y="419919"/>
                  </a:lnTo>
                  <a:lnTo>
                    <a:pt x="204601" y="422179"/>
                  </a:lnTo>
                  <a:lnTo>
                    <a:pt x="205340" y="424444"/>
                  </a:lnTo>
                  <a:lnTo>
                    <a:pt x="208422" y="424084"/>
                  </a:lnTo>
                  <a:lnTo>
                    <a:pt x="212087" y="420575"/>
                  </a:lnTo>
                  <a:lnTo>
                    <a:pt x="212284" y="419529"/>
                  </a:lnTo>
                  <a:lnTo>
                    <a:pt x="209138" y="418655"/>
                  </a:lnTo>
                  <a:lnTo>
                    <a:pt x="208565" y="410652"/>
                  </a:lnTo>
                  <a:lnTo>
                    <a:pt x="214694" y="399612"/>
                  </a:lnTo>
                  <a:lnTo>
                    <a:pt x="215427" y="399452"/>
                  </a:lnTo>
                  <a:lnTo>
                    <a:pt x="214811" y="404320"/>
                  </a:lnTo>
                  <a:lnTo>
                    <a:pt x="212670" y="407535"/>
                  </a:lnTo>
                  <a:lnTo>
                    <a:pt x="212434" y="411565"/>
                  </a:lnTo>
                  <a:lnTo>
                    <a:pt x="213845" y="416012"/>
                  </a:lnTo>
                  <a:lnTo>
                    <a:pt x="215300" y="416432"/>
                  </a:lnTo>
                  <a:lnTo>
                    <a:pt x="216318" y="415095"/>
                  </a:lnTo>
                  <a:lnTo>
                    <a:pt x="215095" y="410693"/>
                  </a:lnTo>
                  <a:lnTo>
                    <a:pt x="216737" y="403888"/>
                  </a:lnTo>
                  <a:lnTo>
                    <a:pt x="215821" y="394343"/>
                  </a:lnTo>
                  <a:lnTo>
                    <a:pt x="213803" y="391948"/>
                  </a:lnTo>
                  <a:lnTo>
                    <a:pt x="211764" y="394750"/>
                  </a:lnTo>
                  <a:lnTo>
                    <a:pt x="210675" y="395082"/>
                  </a:lnTo>
                  <a:lnTo>
                    <a:pt x="209300" y="394416"/>
                  </a:lnTo>
                  <a:lnTo>
                    <a:pt x="208352" y="392579"/>
                  </a:lnTo>
                  <a:lnTo>
                    <a:pt x="214384" y="381467"/>
                  </a:lnTo>
                  <a:lnTo>
                    <a:pt x="219393" y="368918"/>
                  </a:lnTo>
                  <a:lnTo>
                    <a:pt x="219814" y="366003"/>
                  </a:lnTo>
                  <a:lnTo>
                    <a:pt x="217636" y="359291"/>
                  </a:lnTo>
                  <a:lnTo>
                    <a:pt x="214880" y="354895"/>
                  </a:lnTo>
                  <a:lnTo>
                    <a:pt x="210773" y="352263"/>
                  </a:lnTo>
                  <a:lnTo>
                    <a:pt x="208352" y="349084"/>
                  </a:lnTo>
                  <a:lnTo>
                    <a:pt x="208741" y="344669"/>
                  </a:lnTo>
                  <a:lnTo>
                    <a:pt x="208092" y="341830"/>
                  </a:lnTo>
                  <a:lnTo>
                    <a:pt x="206797" y="340144"/>
                  </a:lnTo>
                  <a:lnTo>
                    <a:pt x="200363" y="337695"/>
                  </a:lnTo>
                  <a:lnTo>
                    <a:pt x="198617" y="338634"/>
                  </a:lnTo>
                  <a:lnTo>
                    <a:pt x="196135" y="338237"/>
                  </a:lnTo>
                  <a:lnTo>
                    <a:pt x="196215" y="333961"/>
                  </a:lnTo>
                  <a:lnTo>
                    <a:pt x="191487" y="329005"/>
                  </a:lnTo>
                  <a:lnTo>
                    <a:pt x="188599" y="324695"/>
                  </a:lnTo>
                  <a:lnTo>
                    <a:pt x="185838" y="317362"/>
                  </a:lnTo>
                  <a:lnTo>
                    <a:pt x="185181" y="317065"/>
                  </a:lnTo>
                  <a:lnTo>
                    <a:pt x="184272" y="317860"/>
                  </a:lnTo>
                  <a:lnTo>
                    <a:pt x="183150" y="316491"/>
                  </a:lnTo>
                  <a:lnTo>
                    <a:pt x="182592" y="310317"/>
                  </a:lnTo>
                  <a:lnTo>
                    <a:pt x="181494" y="307982"/>
                  </a:lnTo>
                  <a:lnTo>
                    <a:pt x="173861" y="300376"/>
                  </a:lnTo>
                  <a:lnTo>
                    <a:pt x="170484" y="299979"/>
                  </a:lnTo>
                  <a:lnTo>
                    <a:pt x="163204" y="294533"/>
                  </a:lnTo>
                  <a:lnTo>
                    <a:pt x="161849" y="288861"/>
                  </a:lnTo>
                  <a:lnTo>
                    <a:pt x="161486" y="282726"/>
                  </a:lnTo>
                  <a:lnTo>
                    <a:pt x="159715" y="278228"/>
                  </a:lnTo>
                  <a:lnTo>
                    <a:pt x="154388" y="274719"/>
                  </a:lnTo>
                  <a:lnTo>
                    <a:pt x="150904" y="275452"/>
                  </a:lnTo>
                  <a:lnTo>
                    <a:pt x="149997" y="274571"/>
                  </a:lnTo>
                  <a:lnTo>
                    <a:pt x="147298" y="264941"/>
                  </a:lnTo>
                  <a:lnTo>
                    <a:pt x="139668" y="259190"/>
                  </a:lnTo>
                  <a:lnTo>
                    <a:pt x="123928" y="237348"/>
                  </a:lnTo>
                  <a:lnTo>
                    <a:pt x="112257" y="230820"/>
                  </a:lnTo>
                  <a:lnTo>
                    <a:pt x="103044" y="229418"/>
                  </a:lnTo>
                  <a:lnTo>
                    <a:pt x="100262" y="227730"/>
                  </a:lnTo>
                  <a:lnTo>
                    <a:pt x="98688" y="226427"/>
                  </a:lnTo>
                  <a:lnTo>
                    <a:pt x="97071" y="222027"/>
                  </a:lnTo>
                  <a:lnTo>
                    <a:pt x="92785" y="215823"/>
                  </a:lnTo>
                  <a:lnTo>
                    <a:pt x="83184" y="209671"/>
                  </a:lnTo>
                  <a:lnTo>
                    <a:pt x="78920" y="208987"/>
                  </a:lnTo>
                  <a:lnTo>
                    <a:pt x="70638" y="199340"/>
                  </a:lnTo>
                  <a:lnTo>
                    <a:pt x="68316" y="198896"/>
                  </a:lnTo>
                  <a:lnTo>
                    <a:pt x="66434" y="200008"/>
                  </a:lnTo>
                  <a:lnTo>
                    <a:pt x="65019" y="199877"/>
                  </a:lnTo>
                  <a:lnTo>
                    <a:pt x="56785" y="189043"/>
                  </a:lnTo>
                  <a:lnTo>
                    <a:pt x="52412" y="187515"/>
                  </a:lnTo>
                  <a:lnTo>
                    <a:pt x="44767" y="179750"/>
                  </a:lnTo>
                  <a:lnTo>
                    <a:pt x="47253" y="169486"/>
                  </a:lnTo>
                  <a:lnTo>
                    <a:pt x="46126" y="160606"/>
                  </a:lnTo>
                  <a:lnTo>
                    <a:pt x="42042" y="153865"/>
                  </a:lnTo>
                  <a:lnTo>
                    <a:pt x="36989" y="151852"/>
                  </a:lnTo>
                  <a:lnTo>
                    <a:pt x="35212" y="151834"/>
                  </a:lnTo>
                  <a:lnTo>
                    <a:pt x="39457" y="134669"/>
                  </a:lnTo>
                  <a:lnTo>
                    <a:pt x="37762" y="126883"/>
                  </a:lnTo>
                  <a:lnTo>
                    <a:pt x="39736" y="115096"/>
                  </a:lnTo>
                  <a:lnTo>
                    <a:pt x="38640" y="106812"/>
                  </a:lnTo>
                  <a:lnTo>
                    <a:pt x="35119" y="99027"/>
                  </a:lnTo>
                  <a:lnTo>
                    <a:pt x="29063" y="93207"/>
                  </a:lnTo>
                  <a:lnTo>
                    <a:pt x="24931" y="91768"/>
                  </a:lnTo>
                  <a:lnTo>
                    <a:pt x="21911" y="92228"/>
                  </a:lnTo>
                  <a:lnTo>
                    <a:pt x="25170" y="89681"/>
                  </a:lnTo>
                  <a:lnTo>
                    <a:pt x="26136" y="85186"/>
                  </a:lnTo>
                  <a:lnTo>
                    <a:pt x="21004" y="77248"/>
                  </a:lnTo>
                  <a:lnTo>
                    <a:pt x="19760" y="78824"/>
                  </a:lnTo>
                  <a:lnTo>
                    <a:pt x="23481" y="83734"/>
                  </a:lnTo>
                  <a:lnTo>
                    <a:pt x="23994" y="86070"/>
                  </a:lnTo>
                  <a:lnTo>
                    <a:pt x="22568" y="88145"/>
                  </a:lnTo>
                  <a:lnTo>
                    <a:pt x="21287" y="88292"/>
                  </a:lnTo>
                  <a:lnTo>
                    <a:pt x="19761" y="86349"/>
                  </a:lnTo>
                  <a:lnTo>
                    <a:pt x="19653" y="84940"/>
                  </a:lnTo>
                  <a:lnTo>
                    <a:pt x="16525" y="84769"/>
                  </a:lnTo>
                  <a:lnTo>
                    <a:pt x="20277" y="96368"/>
                  </a:lnTo>
                  <a:lnTo>
                    <a:pt x="19604" y="97415"/>
                  </a:lnTo>
                  <a:lnTo>
                    <a:pt x="17267" y="96116"/>
                  </a:lnTo>
                  <a:lnTo>
                    <a:pt x="17314" y="89273"/>
                  </a:lnTo>
                  <a:lnTo>
                    <a:pt x="16759" y="87397"/>
                  </a:lnTo>
                  <a:lnTo>
                    <a:pt x="15340" y="86506"/>
                  </a:lnTo>
                  <a:lnTo>
                    <a:pt x="14141" y="78909"/>
                  </a:lnTo>
                  <a:lnTo>
                    <a:pt x="17039" y="68359"/>
                  </a:lnTo>
                  <a:lnTo>
                    <a:pt x="18672" y="56515"/>
                  </a:lnTo>
                  <a:lnTo>
                    <a:pt x="17328" y="40319"/>
                  </a:lnTo>
                  <a:lnTo>
                    <a:pt x="15340" y="35993"/>
                  </a:lnTo>
                  <a:lnTo>
                    <a:pt x="11814" y="34748"/>
                  </a:lnTo>
                  <a:lnTo>
                    <a:pt x="7243" y="29376"/>
                  </a:lnTo>
                  <a:lnTo>
                    <a:pt x="4396" y="28797"/>
                  </a:lnTo>
                  <a:lnTo>
                    <a:pt x="1481" y="25276"/>
                  </a:lnTo>
                  <a:lnTo>
                    <a:pt x="0" y="21062"/>
                  </a:lnTo>
                  <a:lnTo>
                    <a:pt x="9941" y="16085"/>
                  </a:lnTo>
                  <a:lnTo>
                    <a:pt x="23818" y="6913"/>
                  </a:lnTo>
                  <a:lnTo>
                    <a:pt x="31203" y="7317"/>
                  </a:lnTo>
                  <a:lnTo>
                    <a:pt x="34161" y="5197"/>
                  </a:lnTo>
                  <a:lnTo>
                    <a:pt x="39487" y="3319"/>
                  </a:lnTo>
                  <a:lnTo>
                    <a:pt x="47185" y="4658"/>
                  </a:lnTo>
                  <a:lnTo>
                    <a:pt x="52592" y="6943"/>
                  </a:lnTo>
                  <a:lnTo>
                    <a:pt x="55683" y="3589"/>
                  </a:lnTo>
                  <a:lnTo>
                    <a:pt x="62554" y="61"/>
                  </a:lnTo>
                  <a:lnTo>
                    <a:pt x="68325" y="0"/>
                  </a:lnTo>
                  <a:lnTo>
                    <a:pt x="69995" y="1008"/>
                  </a:lnTo>
                  <a:lnTo>
                    <a:pt x="70479" y="3529"/>
                  </a:lnTo>
                  <a:lnTo>
                    <a:pt x="77296" y="7708"/>
                  </a:lnTo>
                  <a:lnTo>
                    <a:pt x="74714" y="11071"/>
                  </a:lnTo>
                  <a:lnTo>
                    <a:pt x="73317" y="5454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1"/>
            <p:cNvSpPr/>
            <p:nvPr/>
          </p:nvSpPr>
          <p:spPr>
            <a:xfrm>
              <a:off x="739836" y="1641809"/>
              <a:ext cx="852" cy="1349"/>
            </a:xfrm>
            <a:custGeom>
              <a:avLst/>
              <a:pathLst>
                <a:path w="852" h="1349">
                  <a:moveTo>
                    <a:pt x="0" y="1349"/>
                  </a:moveTo>
                  <a:lnTo>
                    <a:pt x="563" y="0"/>
                  </a:lnTo>
                  <a:lnTo>
                    <a:pt x="852" y="50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2"/>
            <p:cNvSpPr/>
            <p:nvPr/>
          </p:nvSpPr>
          <p:spPr>
            <a:xfrm>
              <a:off x="711305" y="1546272"/>
              <a:ext cx="2596" cy="2273"/>
            </a:xfrm>
            <a:custGeom>
              <a:avLst/>
              <a:pathLst>
                <a:path w="2596" h="2273">
                  <a:moveTo>
                    <a:pt x="1706" y="2273"/>
                  </a:moveTo>
                  <a:lnTo>
                    <a:pt x="0" y="1379"/>
                  </a:lnTo>
                  <a:lnTo>
                    <a:pt x="1401" y="0"/>
                  </a:lnTo>
                  <a:lnTo>
                    <a:pt x="2596" y="182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3"/>
            <p:cNvSpPr/>
            <p:nvPr/>
          </p:nvSpPr>
          <p:spPr>
            <a:xfrm>
              <a:off x="996081" y="1775593"/>
              <a:ext cx="137" cy="165"/>
            </a:xfrm>
            <a:custGeom>
              <a:avLst/>
              <a:pathLst>
                <a:path w="137" h="165">
                  <a:moveTo>
                    <a:pt x="137" y="1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4"/>
            <p:cNvSpPr/>
            <p:nvPr/>
          </p:nvSpPr>
          <p:spPr>
            <a:xfrm>
              <a:off x="996639" y="1775675"/>
              <a:ext cx="447" cy="34"/>
            </a:xfrm>
            <a:custGeom>
              <a:avLst/>
              <a:pathLst>
                <a:path w="447" h="34">
                  <a:moveTo>
                    <a:pt x="447" y="0"/>
                  </a:moveTo>
                  <a:lnTo>
                    <a:pt x="0" y="3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5"/>
            <p:cNvSpPr/>
            <p:nvPr/>
          </p:nvSpPr>
          <p:spPr>
            <a:xfrm>
              <a:off x="995992" y="1772620"/>
              <a:ext cx="995" cy="1539"/>
            </a:xfrm>
            <a:custGeom>
              <a:avLst/>
              <a:pathLst>
                <a:path w="995" h="1539">
                  <a:moveTo>
                    <a:pt x="995" y="1539"/>
                  </a:moveTo>
                  <a:lnTo>
                    <a:pt x="318" y="1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6"/>
            <p:cNvSpPr/>
            <p:nvPr/>
          </p:nvSpPr>
          <p:spPr>
            <a:xfrm>
              <a:off x="993057" y="1769239"/>
              <a:ext cx="1147" cy="1847"/>
            </a:xfrm>
            <a:custGeom>
              <a:avLst/>
              <a:pathLst>
                <a:path w="1147" h="1847">
                  <a:moveTo>
                    <a:pt x="21" y="0"/>
                  </a:moveTo>
                  <a:lnTo>
                    <a:pt x="1147" y="1245"/>
                  </a:lnTo>
                  <a:lnTo>
                    <a:pt x="0" y="184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7"/>
            <p:cNvSpPr/>
            <p:nvPr/>
          </p:nvSpPr>
          <p:spPr>
            <a:xfrm>
              <a:off x="992076" y="1769803"/>
              <a:ext cx="282" cy="381"/>
            </a:xfrm>
            <a:custGeom>
              <a:avLst/>
              <a:pathLst>
                <a:path w="282" h="381">
                  <a:moveTo>
                    <a:pt x="208" y="0"/>
                  </a:moveTo>
                  <a:lnTo>
                    <a:pt x="282" y="381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8"/>
            <p:cNvSpPr/>
            <p:nvPr/>
          </p:nvSpPr>
          <p:spPr>
            <a:xfrm>
              <a:off x="992768" y="1768048"/>
              <a:ext cx="574" cy="243"/>
            </a:xfrm>
            <a:custGeom>
              <a:avLst/>
              <a:pathLst>
                <a:path w="574" h="243">
                  <a:moveTo>
                    <a:pt x="574" y="17"/>
                  </a:moveTo>
                  <a:lnTo>
                    <a:pt x="0" y="243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9"/>
            <p:cNvSpPr/>
            <p:nvPr/>
          </p:nvSpPr>
          <p:spPr>
            <a:xfrm>
              <a:off x="993889" y="1767706"/>
              <a:ext cx="174" cy="125"/>
            </a:xfrm>
            <a:custGeom>
              <a:avLst/>
              <a:pathLst>
                <a:path w="174" h="125">
                  <a:moveTo>
                    <a:pt x="0" y="125"/>
                  </a:moveTo>
                  <a:lnTo>
                    <a:pt x="17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50"/>
            <p:cNvSpPr/>
            <p:nvPr/>
          </p:nvSpPr>
          <p:spPr>
            <a:xfrm>
              <a:off x="992751" y="1767440"/>
              <a:ext cx="470" cy="364"/>
            </a:xfrm>
            <a:custGeom>
              <a:avLst/>
              <a:pathLst>
                <a:path w="470" h="364">
                  <a:moveTo>
                    <a:pt x="265" y="0"/>
                  </a:moveTo>
                  <a:lnTo>
                    <a:pt x="470" y="364"/>
                  </a:lnTo>
                  <a:lnTo>
                    <a:pt x="0" y="36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h51"/>
            <p:cNvSpPr/>
            <p:nvPr/>
          </p:nvSpPr>
          <p:spPr>
            <a:xfrm>
              <a:off x="998280" y="1766822"/>
              <a:ext cx="941" cy="1514"/>
            </a:xfrm>
            <a:custGeom>
              <a:avLst/>
              <a:pathLst>
                <a:path w="941" h="1514">
                  <a:moveTo>
                    <a:pt x="182" y="1246"/>
                  </a:moveTo>
                  <a:lnTo>
                    <a:pt x="0" y="0"/>
                  </a:lnTo>
                  <a:lnTo>
                    <a:pt x="941" y="151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h52"/>
            <p:cNvSpPr/>
            <p:nvPr/>
          </p:nvSpPr>
          <p:spPr>
            <a:xfrm>
              <a:off x="993709" y="17614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h53"/>
            <p:cNvSpPr/>
            <p:nvPr/>
          </p:nvSpPr>
          <p:spPr>
            <a:xfrm>
              <a:off x="993002" y="1760480"/>
              <a:ext cx="461" cy="587"/>
            </a:xfrm>
            <a:custGeom>
              <a:avLst/>
              <a:pathLst>
                <a:path w="461" h="587">
                  <a:moveTo>
                    <a:pt x="77" y="472"/>
                  </a:moveTo>
                  <a:lnTo>
                    <a:pt x="0" y="0"/>
                  </a:lnTo>
                  <a:lnTo>
                    <a:pt x="461" y="58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h54"/>
            <p:cNvSpPr/>
            <p:nvPr/>
          </p:nvSpPr>
          <p:spPr>
            <a:xfrm>
              <a:off x="992664" y="1756948"/>
              <a:ext cx="2516" cy="5960"/>
            </a:xfrm>
            <a:custGeom>
              <a:avLst/>
              <a:pathLst>
                <a:path w="2516" h="5960">
                  <a:moveTo>
                    <a:pt x="1758" y="64"/>
                  </a:moveTo>
                  <a:lnTo>
                    <a:pt x="2516" y="876"/>
                  </a:lnTo>
                  <a:lnTo>
                    <a:pt x="1735" y="2158"/>
                  </a:lnTo>
                  <a:lnTo>
                    <a:pt x="2298" y="5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h55"/>
            <p:cNvSpPr/>
            <p:nvPr/>
          </p:nvSpPr>
          <p:spPr>
            <a:xfrm>
              <a:off x="991955" y="1756584"/>
              <a:ext cx="431" cy="221"/>
            </a:xfrm>
            <a:custGeom>
              <a:avLst/>
              <a:pathLst>
                <a:path w="431" h="221">
                  <a:moveTo>
                    <a:pt x="431" y="0"/>
                  </a:moveTo>
                  <a:lnTo>
                    <a:pt x="0" y="22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h56"/>
            <p:cNvSpPr/>
            <p:nvPr/>
          </p:nvSpPr>
          <p:spPr>
            <a:xfrm>
              <a:off x="993478" y="1696392"/>
              <a:ext cx="317" cy="1069"/>
            </a:xfrm>
            <a:custGeom>
              <a:avLst/>
              <a:pathLst>
                <a:path w="317" h="1069">
                  <a:moveTo>
                    <a:pt x="122" y="0"/>
                  </a:moveTo>
                  <a:lnTo>
                    <a:pt x="317" y="330"/>
                  </a:lnTo>
                  <a:lnTo>
                    <a:pt x="0" y="106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h57"/>
            <p:cNvSpPr/>
            <p:nvPr/>
          </p:nvSpPr>
          <p:spPr>
            <a:xfrm>
              <a:off x="991302" y="1695049"/>
              <a:ext cx="2103" cy="2270"/>
            </a:xfrm>
            <a:custGeom>
              <a:avLst/>
              <a:pathLst>
                <a:path w="2103" h="2270">
                  <a:moveTo>
                    <a:pt x="258" y="2270"/>
                  </a:moveTo>
                  <a:lnTo>
                    <a:pt x="0" y="266"/>
                  </a:lnTo>
                  <a:lnTo>
                    <a:pt x="1637" y="0"/>
                  </a:lnTo>
                  <a:lnTo>
                    <a:pt x="2103" y="118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h58"/>
            <p:cNvSpPr/>
            <p:nvPr/>
          </p:nvSpPr>
          <p:spPr>
            <a:xfrm>
              <a:off x="995392" y="1695009"/>
              <a:ext cx="856" cy="233"/>
            </a:xfrm>
            <a:custGeom>
              <a:avLst/>
              <a:pathLst>
                <a:path w="856" h="233">
                  <a:moveTo>
                    <a:pt x="675" y="100"/>
                  </a:moveTo>
                  <a:lnTo>
                    <a:pt x="856" y="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h59"/>
            <p:cNvSpPr/>
            <p:nvPr/>
          </p:nvSpPr>
          <p:spPr>
            <a:xfrm>
              <a:off x="1124895" y="1860705"/>
              <a:ext cx="2229" cy="1857"/>
            </a:xfrm>
            <a:custGeom>
              <a:avLst/>
              <a:pathLst>
                <a:path w="2229" h="1857">
                  <a:moveTo>
                    <a:pt x="0" y="970"/>
                  </a:moveTo>
                  <a:lnTo>
                    <a:pt x="479" y="45"/>
                  </a:lnTo>
                  <a:lnTo>
                    <a:pt x="2229" y="0"/>
                  </a:lnTo>
                  <a:lnTo>
                    <a:pt x="2204" y="185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h60"/>
            <p:cNvSpPr/>
            <p:nvPr/>
          </p:nvSpPr>
          <p:spPr>
            <a:xfrm>
              <a:off x="1061404" y="1817424"/>
              <a:ext cx="15318" cy="14356"/>
            </a:xfrm>
            <a:custGeom>
              <a:avLst/>
              <a:pathLst>
                <a:path w="15318" h="14356">
                  <a:moveTo>
                    <a:pt x="5240" y="5423"/>
                  </a:moveTo>
                  <a:lnTo>
                    <a:pt x="3206" y="4687"/>
                  </a:lnTo>
                  <a:lnTo>
                    <a:pt x="0" y="0"/>
                  </a:lnTo>
                  <a:lnTo>
                    <a:pt x="3660" y="972"/>
                  </a:lnTo>
                  <a:lnTo>
                    <a:pt x="15318" y="12602"/>
                  </a:lnTo>
                  <a:lnTo>
                    <a:pt x="12903" y="14356"/>
                  </a:lnTo>
                  <a:lnTo>
                    <a:pt x="11863" y="13827"/>
                  </a:lnTo>
                  <a:lnTo>
                    <a:pt x="10140" y="969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h61"/>
            <p:cNvSpPr/>
            <p:nvPr/>
          </p:nvSpPr>
          <p:spPr>
            <a:xfrm>
              <a:off x="1057037" y="1813000"/>
              <a:ext cx="3945" cy="3860"/>
            </a:xfrm>
            <a:custGeom>
              <a:avLst/>
              <a:pathLst>
                <a:path w="3945" h="3860">
                  <a:moveTo>
                    <a:pt x="1420" y="1387"/>
                  </a:moveTo>
                  <a:lnTo>
                    <a:pt x="3945" y="1888"/>
                  </a:lnTo>
                  <a:lnTo>
                    <a:pt x="3808" y="3860"/>
                  </a:lnTo>
                  <a:lnTo>
                    <a:pt x="0" y="1648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h62"/>
            <p:cNvSpPr/>
            <p:nvPr/>
          </p:nvSpPr>
          <p:spPr>
            <a:xfrm>
              <a:off x="1060170" y="1814556"/>
              <a:ext cx="75" cy="130"/>
            </a:xfrm>
            <a:custGeom>
              <a:avLst/>
              <a:pathLst>
                <a:path w="75" h="130">
                  <a:moveTo>
                    <a:pt x="0" y="130"/>
                  </a:moveTo>
                  <a:lnTo>
                    <a:pt x="7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h63"/>
            <p:cNvSpPr/>
            <p:nvPr/>
          </p:nvSpPr>
          <p:spPr>
            <a:xfrm>
              <a:off x="1053528" y="1810719"/>
              <a:ext cx="274" cy="178"/>
            </a:xfrm>
            <a:custGeom>
              <a:avLst/>
              <a:pathLst>
                <a:path w="274" h="178">
                  <a:moveTo>
                    <a:pt x="0" y="106"/>
                  </a:moveTo>
                  <a:lnTo>
                    <a:pt x="214" y="0"/>
                  </a:lnTo>
                  <a:lnTo>
                    <a:pt x="274" y="17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h64"/>
            <p:cNvSpPr/>
            <p:nvPr/>
          </p:nvSpPr>
          <p:spPr>
            <a:xfrm>
              <a:off x="1053450" y="1809427"/>
              <a:ext cx="2101" cy="2416"/>
            </a:xfrm>
            <a:custGeom>
              <a:avLst/>
              <a:pathLst>
                <a:path w="2101" h="2416">
                  <a:moveTo>
                    <a:pt x="593" y="0"/>
                  </a:moveTo>
                  <a:lnTo>
                    <a:pt x="2101" y="2416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h65"/>
            <p:cNvSpPr/>
            <p:nvPr/>
          </p:nvSpPr>
          <p:spPr>
            <a:xfrm>
              <a:off x="1052162" y="1797165"/>
              <a:ext cx="1072" cy="683"/>
            </a:xfrm>
            <a:custGeom>
              <a:avLst/>
              <a:pathLst>
                <a:path w="1072" h="683">
                  <a:moveTo>
                    <a:pt x="1025" y="683"/>
                  </a:moveTo>
                  <a:lnTo>
                    <a:pt x="0" y="0"/>
                  </a:lnTo>
                  <a:lnTo>
                    <a:pt x="1072" y="20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h66"/>
            <p:cNvSpPr/>
            <p:nvPr/>
          </p:nvSpPr>
          <p:spPr>
            <a:xfrm>
              <a:off x="1050592" y="17957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h67"/>
            <p:cNvSpPr/>
            <p:nvPr/>
          </p:nvSpPr>
          <p:spPr>
            <a:xfrm>
              <a:off x="1009055" y="1793606"/>
              <a:ext cx="107" cy="244"/>
            </a:xfrm>
            <a:custGeom>
              <a:avLst/>
              <a:pathLst>
                <a:path w="107" h="244">
                  <a:moveTo>
                    <a:pt x="0" y="244"/>
                  </a:moveTo>
                  <a:lnTo>
                    <a:pt x="10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h68"/>
            <p:cNvSpPr/>
            <p:nvPr/>
          </p:nvSpPr>
          <p:spPr>
            <a:xfrm>
              <a:off x="1047577" y="1788626"/>
              <a:ext cx="360" cy="366"/>
            </a:xfrm>
            <a:custGeom>
              <a:avLst/>
              <a:pathLst>
                <a:path w="360" h="366">
                  <a:moveTo>
                    <a:pt x="0" y="338"/>
                  </a:moveTo>
                  <a:lnTo>
                    <a:pt x="57" y="0"/>
                  </a:lnTo>
                  <a:lnTo>
                    <a:pt x="360" y="36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h69"/>
            <p:cNvSpPr/>
            <p:nvPr/>
          </p:nvSpPr>
          <p:spPr>
            <a:xfrm>
              <a:off x="1045882" y="1786969"/>
              <a:ext cx="1475" cy="2154"/>
            </a:xfrm>
            <a:custGeom>
              <a:avLst/>
              <a:pathLst>
                <a:path w="1475" h="2154">
                  <a:moveTo>
                    <a:pt x="1087" y="0"/>
                  </a:moveTo>
                  <a:lnTo>
                    <a:pt x="1475" y="678"/>
                  </a:lnTo>
                  <a:lnTo>
                    <a:pt x="0" y="215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h70"/>
            <p:cNvSpPr/>
            <p:nvPr/>
          </p:nvSpPr>
          <p:spPr>
            <a:xfrm>
              <a:off x="1009508" y="1786372"/>
              <a:ext cx="150" cy="70"/>
            </a:xfrm>
            <a:custGeom>
              <a:avLst/>
              <a:pathLst>
                <a:path w="150" h="70">
                  <a:moveTo>
                    <a:pt x="150" y="7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h71"/>
            <p:cNvSpPr/>
            <p:nvPr/>
          </p:nvSpPr>
          <p:spPr>
            <a:xfrm>
              <a:off x="1046179" y="1785420"/>
              <a:ext cx="145" cy="90"/>
            </a:xfrm>
            <a:custGeom>
              <a:avLst/>
              <a:pathLst>
                <a:path w="145" h="90">
                  <a:moveTo>
                    <a:pt x="145" y="0"/>
                  </a:moveTo>
                  <a:lnTo>
                    <a:pt x="0" y="9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h72"/>
            <p:cNvSpPr/>
            <p:nvPr/>
          </p:nvSpPr>
          <p:spPr>
            <a:xfrm>
              <a:off x="1006947" y="1780416"/>
              <a:ext cx="176" cy="445"/>
            </a:xfrm>
            <a:custGeom>
              <a:avLst/>
              <a:pathLst>
                <a:path w="176" h="445">
                  <a:moveTo>
                    <a:pt x="176" y="445"/>
                  </a:moveTo>
                  <a:lnTo>
                    <a:pt x="0" y="235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h73"/>
            <p:cNvSpPr/>
            <p:nvPr/>
          </p:nvSpPr>
          <p:spPr>
            <a:xfrm>
              <a:off x="1041520" y="1764460"/>
              <a:ext cx="1740" cy="836"/>
            </a:xfrm>
            <a:custGeom>
              <a:avLst/>
              <a:pathLst>
                <a:path w="1740" h="836">
                  <a:moveTo>
                    <a:pt x="1740" y="0"/>
                  </a:moveTo>
                  <a:lnTo>
                    <a:pt x="1313" y="836"/>
                  </a:lnTo>
                  <a:lnTo>
                    <a:pt x="0" y="61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h74"/>
            <p:cNvSpPr/>
            <p:nvPr/>
          </p:nvSpPr>
          <p:spPr>
            <a:xfrm>
              <a:off x="988649" y="1697172"/>
              <a:ext cx="50544" cy="77748"/>
            </a:xfrm>
            <a:custGeom>
              <a:avLst/>
              <a:pathLst>
                <a:path w="50544" h="77748">
                  <a:moveTo>
                    <a:pt x="26812" y="35141"/>
                  </a:moveTo>
                  <a:lnTo>
                    <a:pt x="33188" y="37376"/>
                  </a:lnTo>
                  <a:lnTo>
                    <a:pt x="45332" y="37417"/>
                  </a:lnTo>
                  <a:lnTo>
                    <a:pt x="47059" y="38960"/>
                  </a:lnTo>
                  <a:lnTo>
                    <a:pt x="45638" y="41942"/>
                  </a:lnTo>
                  <a:lnTo>
                    <a:pt x="45879" y="48142"/>
                  </a:lnTo>
                  <a:lnTo>
                    <a:pt x="44707" y="58740"/>
                  </a:lnTo>
                  <a:lnTo>
                    <a:pt x="46599" y="66293"/>
                  </a:lnTo>
                  <a:lnTo>
                    <a:pt x="49864" y="68573"/>
                  </a:lnTo>
                  <a:lnTo>
                    <a:pt x="50544" y="72299"/>
                  </a:lnTo>
                  <a:lnTo>
                    <a:pt x="50005" y="77748"/>
                  </a:lnTo>
                  <a:lnTo>
                    <a:pt x="35949" y="65870"/>
                  </a:lnTo>
                  <a:lnTo>
                    <a:pt x="34154" y="60981"/>
                  </a:lnTo>
                  <a:lnTo>
                    <a:pt x="30347" y="55325"/>
                  </a:lnTo>
                  <a:lnTo>
                    <a:pt x="24926" y="51843"/>
                  </a:lnTo>
                  <a:lnTo>
                    <a:pt x="19130" y="45646"/>
                  </a:lnTo>
                  <a:lnTo>
                    <a:pt x="15337" y="36879"/>
                  </a:lnTo>
                  <a:lnTo>
                    <a:pt x="9421" y="35258"/>
                  </a:lnTo>
                  <a:lnTo>
                    <a:pt x="4506" y="23337"/>
                  </a:lnTo>
                  <a:lnTo>
                    <a:pt x="2026" y="19358"/>
                  </a:lnTo>
                  <a:lnTo>
                    <a:pt x="16" y="18035"/>
                  </a:lnTo>
                  <a:lnTo>
                    <a:pt x="0" y="12467"/>
                  </a:lnTo>
                  <a:lnTo>
                    <a:pt x="1834" y="10345"/>
                  </a:lnTo>
                  <a:lnTo>
                    <a:pt x="3866" y="5619"/>
                  </a:lnTo>
                  <a:lnTo>
                    <a:pt x="4570" y="1578"/>
                  </a:lnTo>
                  <a:lnTo>
                    <a:pt x="10067" y="0"/>
                  </a:lnTo>
                  <a:lnTo>
                    <a:pt x="17364" y="6520"/>
                  </a:lnTo>
                  <a:lnTo>
                    <a:pt x="24925" y="18316"/>
                  </a:lnTo>
                  <a:lnTo>
                    <a:pt x="25668" y="24741"/>
                  </a:lnTo>
                  <a:lnTo>
                    <a:pt x="23785" y="27795"/>
                  </a:lnTo>
                  <a:lnTo>
                    <a:pt x="24426" y="3335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h75"/>
            <p:cNvSpPr/>
            <p:nvPr/>
          </p:nvSpPr>
          <p:spPr>
            <a:xfrm>
              <a:off x="900920" y="1653236"/>
              <a:ext cx="1502" cy="1179"/>
            </a:xfrm>
            <a:custGeom>
              <a:avLst/>
              <a:pathLst>
                <a:path w="1502" h="1179">
                  <a:moveTo>
                    <a:pt x="0" y="423"/>
                  </a:moveTo>
                  <a:lnTo>
                    <a:pt x="1177" y="0"/>
                  </a:lnTo>
                  <a:lnTo>
                    <a:pt x="1502" y="1179"/>
                  </a:lnTo>
                  <a:lnTo>
                    <a:pt x="8" y="112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h76"/>
            <p:cNvSpPr/>
            <p:nvPr/>
          </p:nvSpPr>
          <p:spPr>
            <a:xfrm>
              <a:off x="898976" y="1631149"/>
              <a:ext cx="2983" cy="4016"/>
            </a:xfrm>
            <a:custGeom>
              <a:avLst/>
              <a:pathLst>
                <a:path w="2983" h="4016">
                  <a:moveTo>
                    <a:pt x="1320" y="4016"/>
                  </a:moveTo>
                  <a:lnTo>
                    <a:pt x="0" y="2704"/>
                  </a:lnTo>
                  <a:lnTo>
                    <a:pt x="955" y="0"/>
                  </a:lnTo>
                  <a:lnTo>
                    <a:pt x="2983" y="1377"/>
                  </a:lnTo>
                  <a:lnTo>
                    <a:pt x="2969" y="376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h77"/>
            <p:cNvSpPr/>
            <p:nvPr/>
          </p:nvSpPr>
          <p:spPr>
            <a:xfrm>
              <a:off x="903131" y="1630517"/>
              <a:ext cx="332" cy="820"/>
            </a:xfrm>
            <a:custGeom>
              <a:avLst/>
              <a:pathLst>
                <a:path w="332" h="820">
                  <a:moveTo>
                    <a:pt x="46" y="0"/>
                  </a:moveTo>
                  <a:lnTo>
                    <a:pt x="332" y="405"/>
                  </a:lnTo>
                  <a:lnTo>
                    <a:pt x="0" y="82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h78"/>
            <p:cNvSpPr/>
            <p:nvPr/>
          </p:nvSpPr>
          <p:spPr>
            <a:xfrm>
              <a:off x="893152" y="1626016"/>
              <a:ext cx="755" cy="1282"/>
            </a:xfrm>
            <a:custGeom>
              <a:avLst/>
              <a:pathLst>
                <a:path w="755" h="1282">
                  <a:moveTo>
                    <a:pt x="755" y="0"/>
                  </a:moveTo>
                  <a:lnTo>
                    <a:pt x="485" y="1282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h79"/>
            <p:cNvSpPr/>
            <p:nvPr/>
          </p:nvSpPr>
          <p:spPr>
            <a:xfrm>
              <a:off x="892191" y="1621667"/>
              <a:ext cx="566" cy="938"/>
            </a:xfrm>
            <a:custGeom>
              <a:avLst/>
              <a:pathLst>
                <a:path w="566" h="938">
                  <a:moveTo>
                    <a:pt x="0" y="938"/>
                  </a:moveTo>
                  <a:lnTo>
                    <a:pt x="294" y="0"/>
                  </a:lnTo>
                  <a:lnTo>
                    <a:pt x="566" y="48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h80"/>
            <p:cNvSpPr/>
            <p:nvPr/>
          </p:nvSpPr>
          <p:spPr>
            <a:xfrm>
              <a:off x="885498" y="1615896"/>
              <a:ext cx="2063" cy="1560"/>
            </a:xfrm>
            <a:custGeom>
              <a:avLst/>
              <a:pathLst>
                <a:path w="2063" h="1560">
                  <a:moveTo>
                    <a:pt x="0" y="518"/>
                  </a:moveTo>
                  <a:lnTo>
                    <a:pt x="449" y="0"/>
                  </a:lnTo>
                  <a:lnTo>
                    <a:pt x="1601" y="328"/>
                  </a:lnTo>
                  <a:lnTo>
                    <a:pt x="2063" y="156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h81"/>
            <p:cNvSpPr/>
            <p:nvPr/>
          </p:nvSpPr>
          <p:spPr>
            <a:xfrm>
              <a:off x="877647" y="1610249"/>
              <a:ext cx="141" cy="277"/>
            </a:xfrm>
            <a:custGeom>
              <a:avLst/>
              <a:pathLst>
                <a:path w="141" h="277">
                  <a:moveTo>
                    <a:pt x="0" y="277"/>
                  </a:moveTo>
                  <a:lnTo>
                    <a:pt x="14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h82"/>
            <p:cNvSpPr/>
            <p:nvPr/>
          </p:nvSpPr>
          <p:spPr>
            <a:xfrm>
              <a:off x="784759" y="1380438"/>
              <a:ext cx="175942" cy="346731"/>
            </a:xfrm>
            <a:custGeom>
              <a:avLst/>
              <a:pathLst>
                <a:path w="175942" h="346731">
                  <a:moveTo>
                    <a:pt x="58876" y="36964"/>
                  </a:moveTo>
                  <a:lnTo>
                    <a:pt x="58491" y="48198"/>
                  </a:lnTo>
                  <a:lnTo>
                    <a:pt x="59895" y="53095"/>
                  </a:lnTo>
                  <a:lnTo>
                    <a:pt x="62640" y="52299"/>
                  </a:lnTo>
                  <a:lnTo>
                    <a:pt x="66344" y="64164"/>
                  </a:lnTo>
                  <a:lnTo>
                    <a:pt x="81457" y="61813"/>
                  </a:lnTo>
                  <a:lnTo>
                    <a:pt x="78455" y="68069"/>
                  </a:lnTo>
                  <a:lnTo>
                    <a:pt x="76537" y="75441"/>
                  </a:lnTo>
                  <a:lnTo>
                    <a:pt x="76171" y="78003"/>
                  </a:lnTo>
                  <a:lnTo>
                    <a:pt x="77019" y="80509"/>
                  </a:lnTo>
                  <a:lnTo>
                    <a:pt x="74872" y="93978"/>
                  </a:lnTo>
                  <a:lnTo>
                    <a:pt x="75202" y="97337"/>
                  </a:lnTo>
                  <a:lnTo>
                    <a:pt x="76692" y="101030"/>
                  </a:lnTo>
                  <a:lnTo>
                    <a:pt x="81039" y="108277"/>
                  </a:lnTo>
                  <a:lnTo>
                    <a:pt x="79435" y="112597"/>
                  </a:lnTo>
                  <a:lnTo>
                    <a:pt x="79904" y="114200"/>
                  </a:lnTo>
                  <a:lnTo>
                    <a:pt x="82836" y="117164"/>
                  </a:lnTo>
                  <a:lnTo>
                    <a:pt x="91641" y="122834"/>
                  </a:lnTo>
                  <a:lnTo>
                    <a:pt x="92414" y="126726"/>
                  </a:lnTo>
                  <a:lnTo>
                    <a:pt x="91534" y="157273"/>
                  </a:lnTo>
                  <a:lnTo>
                    <a:pt x="90541" y="163186"/>
                  </a:lnTo>
                  <a:lnTo>
                    <a:pt x="92386" y="169110"/>
                  </a:lnTo>
                  <a:lnTo>
                    <a:pt x="94899" y="173515"/>
                  </a:lnTo>
                  <a:lnTo>
                    <a:pt x="96556" y="182800"/>
                  </a:lnTo>
                  <a:lnTo>
                    <a:pt x="95215" y="187258"/>
                  </a:lnTo>
                  <a:lnTo>
                    <a:pt x="95800" y="191634"/>
                  </a:lnTo>
                  <a:lnTo>
                    <a:pt x="93827" y="197301"/>
                  </a:lnTo>
                  <a:lnTo>
                    <a:pt x="92655" y="206227"/>
                  </a:lnTo>
                  <a:lnTo>
                    <a:pt x="92913" y="212790"/>
                  </a:lnTo>
                  <a:lnTo>
                    <a:pt x="88874" y="220523"/>
                  </a:lnTo>
                  <a:lnTo>
                    <a:pt x="92055" y="230282"/>
                  </a:lnTo>
                  <a:lnTo>
                    <a:pt x="95435" y="233500"/>
                  </a:lnTo>
                  <a:lnTo>
                    <a:pt x="97167" y="238097"/>
                  </a:lnTo>
                  <a:lnTo>
                    <a:pt x="97535" y="243193"/>
                  </a:lnTo>
                  <a:lnTo>
                    <a:pt x="101388" y="251858"/>
                  </a:lnTo>
                  <a:lnTo>
                    <a:pt x="106714" y="255170"/>
                  </a:lnTo>
                  <a:lnTo>
                    <a:pt x="108208" y="259966"/>
                  </a:lnTo>
                  <a:lnTo>
                    <a:pt x="112107" y="260692"/>
                  </a:lnTo>
                  <a:lnTo>
                    <a:pt x="114576" y="263545"/>
                  </a:lnTo>
                  <a:lnTo>
                    <a:pt x="114875" y="265215"/>
                  </a:lnTo>
                  <a:lnTo>
                    <a:pt x="113987" y="267984"/>
                  </a:lnTo>
                  <a:lnTo>
                    <a:pt x="114556" y="274017"/>
                  </a:lnTo>
                  <a:lnTo>
                    <a:pt x="116194" y="278516"/>
                  </a:lnTo>
                  <a:lnTo>
                    <a:pt x="122417" y="283812"/>
                  </a:lnTo>
                  <a:lnTo>
                    <a:pt x="126376" y="284170"/>
                  </a:lnTo>
                  <a:lnTo>
                    <a:pt x="128160" y="282057"/>
                  </a:lnTo>
                  <a:lnTo>
                    <a:pt x="127025" y="282360"/>
                  </a:lnTo>
                  <a:lnTo>
                    <a:pt x="126979" y="281197"/>
                  </a:lnTo>
                  <a:lnTo>
                    <a:pt x="128507" y="280420"/>
                  </a:lnTo>
                  <a:lnTo>
                    <a:pt x="132217" y="281958"/>
                  </a:lnTo>
                  <a:lnTo>
                    <a:pt x="135800" y="284737"/>
                  </a:lnTo>
                  <a:lnTo>
                    <a:pt x="141397" y="292268"/>
                  </a:lnTo>
                  <a:lnTo>
                    <a:pt x="152058" y="303102"/>
                  </a:lnTo>
                  <a:lnTo>
                    <a:pt x="153277" y="305737"/>
                  </a:lnTo>
                  <a:lnTo>
                    <a:pt x="161137" y="311761"/>
                  </a:lnTo>
                  <a:lnTo>
                    <a:pt x="169243" y="321883"/>
                  </a:lnTo>
                  <a:lnTo>
                    <a:pt x="175942" y="326315"/>
                  </a:lnTo>
                  <a:lnTo>
                    <a:pt x="174309" y="328363"/>
                  </a:lnTo>
                  <a:lnTo>
                    <a:pt x="170538" y="327290"/>
                  </a:lnTo>
                  <a:lnTo>
                    <a:pt x="165684" y="328769"/>
                  </a:lnTo>
                  <a:lnTo>
                    <a:pt x="164511" y="330498"/>
                  </a:lnTo>
                  <a:lnTo>
                    <a:pt x="164487" y="333205"/>
                  </a:lnTo>
                  <a:lnTo>
                    <a:pt x="160724" y="337795"/>
                  </a:lnTo>
                  <a:lnTo>
                    <a:pt x="159186" y="345661"/>
                  </a:lnTo>
                  <a:lnTo>
                    <a:pt x="151998" y="346731"/>
                  </a:lnTo>
                  <a:lnTo>
                    <a:pt x="142804" y="345161"/>
                  </a:lnTo>
                  <a:lnTo>
                    <a:pt x="129768" y="339788"/>
                  </a:lnTo>
                  <a:lnTo>
                    <a:pt x="123658" y="334607"/>
                  </a:lnTo>
                  <a:lnTo>
                    <a:pt x="119109" y="309114"/>
                  </a:lnTo>
                  <a:lnTo>
                    <a:pt x="102802" y="301910"/>
                  </a:lnTo>
                  <a:lnTo>
                    <a:pt x="83952" y="246674"/>
                  </a:lnTo>
                  <a:lnTo>
                    <a:pt x="73667" y="238090"/>
                  </a:lnTo>
                  <a:lnTo>
                    <a:pt x="67746" y="235050"/>
                  </a:lnTo>
                  <a:lnTo>
                    <a:pt x="67808" y="228618"/>
                  </a:lnTo>
                  <a:lnTo>
                    <a:pt x="65606" y="214776"/>
                  </a:lnTo>
                  <a:lnTo>
                    <a:pt x="57754" y="203471"/>
                  </a:lnTo>
                  <a:lnTo>
                    <a:pt x="56806" y="196540"/>
                  </a:lnTo>
                  <a:lnTo>
                    <a:pt x="57096" y="190173"/>
                  </a:lnTo>
                  <a:lnTo>
                    <a:pt x="48534" y="183438"/>
                  </a:lnTo>
                  <a:lnTo>
                    <a:pt x="43627" y="185927"/>
                  </a:lnTo>
                  <a:lnTo>
                    <a:pt x="39814" y="186497"/>
                  </a:lnTo>
                  <a:lnTo>
                    <a:pt x="39796" y="180531"/>
                  </a:lnTo>
                  <a:lnTo>
                    <a:pt x="42549" y="176875"/>
                  </a:lnTo>
                  <a:lnTo>
                    <a:pt x="41075" y="173888"/>
                  </a:lnTo>
                  <a:lnTo>
                    <a:pt x="44399" y="168670"/>
                  </a:lnTo>
                  <a:lnTo>
                    <a:pt x="38108" y="162229"/>
                  </a:lnTo>
                  <a:lnTo>
                    <a:pt x="32365" y="151700"/>
                  </a:lnTo>
                  <a:lnTo>
                    <a:pt x="31032" y="139222"/>
                  </a:lnTo>
                  <a:lnTo>
                    <a:pt x="22941" y="138425"/>
                  </a:lnTo>
                  <a:lnTo>
                    <a:pt x="19511" y="132462"/>
                  </a:lnTo>
                  <a:lnTo>
                    <a:pt x="15533" y="111259"/>
                  </a:lnTo>
                  <a:lnTo>
                    <a:pt x="13987" y="43669"/>
                  </a:lnTo>
                  <a:lnTo>
                    <a:pt x="4050" y="32137"/>
                  </a:lnTo>
                  <a:lnTo>
                    <a:pt x="0" y="23048"/>
                  </a:lnTo>
                  <a:lnTo>
                    <a:pt x="4417" y="20950"/>
                  </a:lnTo>
                  <a:lnTo>
                    <a:pt x="8048" y="17778"/>
                  </a:lnTo>
                  <a:lnTo>
                    <a:pt x="26680" y="5897"/>
                  </a:lnTo>
                  <a:lnTo>
                    <a:pt x="35128" y="2384"/>
                  </a:lnTo>
                  <a:lnTo>
                    <a:pt x="37121" y="4360"/>
                  </a:lnTo>
                  <a:lnTo>
                    <a:pt x="49952" y="0"/>
                  </a:lnTo>
                  <a:lnTo>
                    <a:pt x="53916" y="1305"/>
                  </a:lnTo>
                  <a:lnTo>
                    <a:pt x="58271" y="4401"/>
                  </a:lnTo>
                  <a:lnTo>
                    <a:pt x="62824" y="17193"/>
                  </a:lnTo>
                  <a:lnTo>
                    <a:pt x="60566" y="2196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h83"/>
            <p:cNvSpPr/>
            <p:nvPr/>
          </p:nvSpPr>
          <p:spPr>
            <a:xfrm>
              <a:off x="877062" y="1386364"/>
              <a:ext cx="15888" cy="19980"/>
            </a:xfrm>
            <a:custGeom>
              <a:avLst/>
              <a:pathLst>
                <a:path w="15888" h="19980">
                  <a:moveTo>
                    <a:pt x="7886" y="7666"/>
                  </a:moveTo>
                  <a:lnTo>
                    <a:pt x="14488" y="14632"/>
                  </a:lnTo>
                  <a:lnTo>
                    <a:pt x="15888" y="18219"/>
                  </a:lnTo>
                  <a:lnTo>
                    <a:pt x="15693" y="19816"/>
                  </a:lnTo>
                  <a:lnTo>
                    <a:pt x="13875" y="19980"/>
                  </a:lnTo>
                  <a:lnTo>
                    <a:pt x="7550" y="18079"/>
                  </a:lnTo>
                  <a:lnTo>
                    <a:pt x="3425" y="15143"/>
                  </a:lnTo>
                  <a:lnTo>
                    <a:pt x="638" y="11658"/>
                  </a:lnTo>
                  <a:lnTo>
                    <a:pt x="0" y="7198"/>
                  </a:lnTo>
                  <a:lnTo>
                    <a:pt x="314" y="1825"/>
                  </a:lnTo>
                  <a:lnTo>
                    <a:pt x="991" y="548"/>
                  </a:lnTo>
                  <a:lnTo>
                    <a:pt x="2242" y="0"/>
                  </a:lnTo>
                  <a:lnTo>
                    <a:pt x="4075" y="414"/>
                  </a:lnTo>
                  <a:lnTo>
                    <a:pt x="6511" y="262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h84"/>
            <p:cNvSpPr/>
            <p:nvPr/>
          </p:nvSpPr>
          <p:spPr>
            <a:xfrm>
              <a:off x="761887" y="1266947"/>
              <a:ext cx="135481" cy="177655"/>
            </a:xfrm>
            <a:custGeom>
              <a:avLst/>
              <a:pathLst>
                <a:path w="135481" h="177655">
                  <a:moveTo>
                    <a:pt x="129564" y="10682"/>
                  </a:moveTo>
                  <a:lnTo>
                    <a:pt x="124450" y="13268"/>
                  </a:lnTo>
                  <a:lnTo>
                    <a:pt x="123952" y="23360"/>
                  </a:lnTo>
                  <a:lnTo>
                    <a:pt x="122318" y="29935"/>
                  </a:lnTo>
                  <a:lnTo>
                    <a:pt x="121836" y="31436"/>
                  </a:lnTo>
                  <a:lnTo>
                    <a:pt x="118182" y="32296"/>
                  </a:lnTo>
                  <a:lnTo>
                    <a:pt x="114680" y="29471"/>
                  </a:lnTo>
                  <a:lnTo>
                    <a:pt x="108551" y="30317"/>
                  </a:lnTo>
                  <a:lnTo>
                    <a:pt x="107917" y="32039"/>
                  </a:lnTo>
                  <a:lnTo>
                    <a:pt x="108404" y="35910"/>
                  </a:lnTo>
                  <a:lnTo>
                    <a:pt x="103723" y="42023"/>
                  </a:lnTo>
                  <a:lnTo>
                    <a:pt x="104030" y="46836"/>
                  </a:lnTo>
                  <a:lnTo>
                    <a:pt x="103310" y="48897"/>
                  </a:lnTo>
                  <a:lnTo>
                    <a:pt x="94739" y="56251"/>
                  </a:lnTo>
                  <a:lnTo>
                    <a:pt x="92483" y="60386"/>
                  </a:lnTo>
                  <a:lnTo>
                    <a:pt x="100403" y="70056"/>
                  </a:lnTo>
                  <a:lnTo>
                    <a:pt x="98404" y="74086"/>
                  </a:lnTo>
                  <a:lnTo>
                    <a:pt x="100793" y="88650"/>
                  </a:lnTo>
                  <a:lnTo>
                    <a:pt x="99120" y="94057"/>
                  </a:lnTo>
                  <a:lnTo>
                    <a:pt x="98401" y="104436"/>
                  </a:lnTo>
                  <a:lnTo>
                    <a:pt x="101179" y="108367"/>
                  </a:lnTo>
                  <a:lnTo>
                    <a:pt x="104054" y="110515"/>
                  </a:lnTo>
                  <a:lnTo>
                    <a:pt x="111521" y="112922"/>
                  </a:lnTo>
                  <a:lnTo>
                    <a:pt x="113081" y="117683"/>
                  </a:lnTo>
                  <a:lnTo>
                    <a:pt x="115058" y="119476"/>
                  </a:lnTo>
                  <a:lnTo>
                    <a:pt x="112417" y="129873"/>
                  </a:lnTo>
                  <a:lnTo>
                    <a:pt x="112842" y="133259"/>
                  </a:lnTo>
                  <a:lnTo>
                    <a:pt x="115110" y="138062"/>
                  </a:lnTo>
                  <a:lnTo>
                    <a:pt x="115558" y="143364"/>
                  </a:lnTo>
                  <a:lnTo>
                    <a:pt x="113486" y="146717"/>
                  </a:lnTo>
                  <a:lnTo>
                    <a:pt x="112177" y="146844"/>
                  </a:lnTo>
                  <a:lnTo>
                    <a:pt x="110287" y="145273"/>
                  </a:lnTo>
                  <a:lnTo>
                    <a:pt x="109428" y="145484"/>
                  </a:lnTo>
                  <a:lnTo>
                    <a:pt x="106866" y="150695"/>
                  </a:lnTo>
                  <a:lnTo>
                    <a:pt x="104966" y="157421"/>
                  </a:lnTo>
                  <a:lnTo>
                    <a:pt x="105593" y="165122"/>
                  </a:lnTo>
                  <a:lnTo>
                    <a:pt x="104584" y="170485"/>
                  </a:lnTo>
                  <a:lnTo>
                    <a:pt x="103421" y="171147"/>
                  </a:lnTo>
                  <a:lnTo>
                    <a:pt x="102576" y="173712"/>
                  </a:lnTo>
                  <a:lnTo>
                    <a:pt x="104328" y="175304"/>
                  </a:lnTo>
                  <a:lnTo>
                    <a:pt x="89216" y="177655"/>
                  </a:lnTo>
                  <a:lnTo>
                    <a:pt x="85511" y="165790"/>
                  </a:lnTo>
                  <a:lnTo>
                    <a:pt x="82767" y="166586"/>
                  </a:lnTo>
                  <a:lnTo>
                    <a:pt x="81363" y="161689"/>
                  </a:lnTo>
                  <a:lnTo>
                    <a:pt x="81747" y="150455"/>
                  </a:lnTo>
                  <a:lnTo>
                    <a:pt x="83437" y="135457"/>
                  </a:lnTo>
                  <a:lnTo>
                    <a:pt x="85696" y="130684"/>
                  </a:lnTo>
                  <a:lnTo>
                    <a:pt x="81143" y="117892"/>
                  </a:lnTo>
                  <a:lnTo>
                    <a:pt x="76787" y="114795"/>
                  </a:lnTo>
                  <a:lnTo>
                    <a:pt x="72824" y="113490"/>
                  </a:lnTo>
                  <a:lnTo>
                    <a:pt x="59993" y="117851"/>
                  </a:lnTo>
                  <a:lnTo>
                    <a:pt x="57999" y="115875"/>
                  </a:lnTo>
                  <a:lnTo>
                    <a:pt x="49552" y="119388"/>
                  </a:lnTo>
                  <a:lnTo>
                    <a:pt x="30919" y="131269"/>
                  </a:lnTo>
                  <a:lnTo>
                    <a:pt x="27288" y="134441"/>
                  </a:lnTo>
                  <a:lnTo>
                    <a:pt x="22871" y="136539"/>
                  </a:lnTo>
                  <a:lnTo>
                    <a:pt x="0" y="85673"/>
                  </a:lnTo>
                  <a:lnTo>
                    <a:pt x="2095" y="33074"/>
                  </a:lnTo>
                  <a:lnTo>
                    <a:pt x="4740" y="0"/>
                  </a:lnTo>
                  <a:lnTo>
                    <a:pt x="135481" y="1141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h85"/>
            <p:cNvSpPr/>
            <p:nvPr/>
          </p:nvSpPr>
          <p:spPr>
            <a:xfrm>
              <a:off x="627456" y="1282117"/>
              <a:ext cx="44335" cy="45829"/>
            </a:xfrm>
            <a:custGeom>
              <a:avLst/>
              <a:pathLst>
                <a:path w="44335" h="45829">
                  <a:moveTo>
                    <a:pt x="5197" y="0"/>
                  </a:moveTo>
                  <a:lnTo>
                    <a:pt x="12189" y="3257"/>
                  </a:lnTo>
                  <a:lnTo>
                    <a:pt x="14448" y="6670"/>
                  </a:lnTo>
                  <a:lnTo>
                    <a:pt x="15473" y="11421"/>
                  </a:lnTo>
                  <a:lnTo>
                    <a:pt x="20115" y="13006"/>
                  </a:lnTo>
                  <a:lnTo>
                    <a:pt x="15084" y="15124"/>
                  </a:lnTo>
                  <a:lnTo>
                    <a:pt x="14849" y="17353"/>
                  </a:lnTo>
                  <a:lnTo>
                    <a:pt x="29058" y="18848"/>
                  </a:lnTo>
                  <a:lnTo>
                    <a:pt x="44335" y="35887"/>
                  </a:lnTo>
                  <a:lnTo>
                    <a:pt x="19228" y="45829"/>
                  </a:lnTo>
                  <a:lnTo>
                    <a:pt x="19394" y="39961"/>
                  </a:lnTo>
                  <a:lnTo>
                    <a:pt x="16789" y="26989"/>
                  </a:lnTo>
                  <a:lnTo>
                    <a:pt x="14819" y="24349"/>
                  </a:lnTo>
                  <a:lnTo>
                    <a:pt x="8200" y="21246"/>
                  </a:lnTo>
                  <a:lnTo>
                    <a:pt x="4947" y="18560"/>
                  </a:lnTo>
                  <a:lnTo>
                    <a:pt x="0" y="144"/>
                  </a:lnTo>
                  <a:lnTo>
                    <a:pt x="376" y="110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h86"/>
            <p:cNvSpPr/>
            <p:nvPr/>
          </p:nvSpPr>
          <p:spPr>
            <a:xfrm>
              <a:off x="998293" y="2069133"/>
              <a:ext cx="14384" cy="10727"/>
            </a:xfrm>
            <a:custGeom>
              <a:avLst/>
              <a:pathLst>
                <a:path w="14384" h="10727">
                  <a:moveTo>
                    <a:pt x="13357" y="10726"/>
                  </a:moveTo>
                  <a:lnTo>
                    <a:pt x="8215" y="6676"/>
                  </a:lnTo>
                  <a:lnTo>
                    <a:pt x="2493" y="4670"/>
                  </a:lnTo>
                  <a:lnTo>
                    <a:pt x="167" y="3039"/>
                  </a:lnTo>
                  <a:lnTo>
                    <a:pt x="0" y="2133"/>
                  </a:lnTo>
                  <a:lnTo>
                    <a:pt x="3141" y="0"/>
                  </a:lnTo>
                  <a:lnTo>
                    <a:pt x="4394" y="184"/>
                  </a:lnTo>
                  <a:lnTo>
                    <a:pt x="7085" y="1728"/>
                  </a:lnTo>
                  <a:lnTo>
                    <a:pt x="10277" y="2425"/>
                  </a:lnTo>
                  <a:lnTo>
                    <a:pt x="14384" y="1072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h87"/>
            <p:cNvSpPr/>
            <p:nvPr/>
          </p:nvSpPr>
          <p:spPr>
            <a:xfrm>
              <a:off x="1001997" y="2064040"/>
              <a:ext cx="4812" cy="4751"/>
            </a:xfrm>
            <a:custGeom>
              <a:avLst/>
              <a:pathLst>
                <a:path w="4812" h="4751">
                  <a:moveTo>
                    <a:pt x="0" y="0"/>
                  </a:moveTo>
                  <a:lnTo>
                    <a:pt x="4566" y="3293"/>
                  </a:lnTo>
                  <a:lnTo>
                    <a:pt x="4812" y="4751"/>
                  </a:lnTo>
                  <a:lnTo>
                    <a:pt x="2160" y="4566"/>
                  </a:lnTo>
                  <a:lnTo>
                    <a:pt x="1906" y="177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h88"/>
            <p:cNvSpPr/>
            <p:nvPr/>
          </p:nvSpPr>
          <p:spPr>
            <a:xfrm>
              <a:off x="881389" y="2009572"/>
              <a:ext cx="473" cy="1630"/>
            </a:xfrm>
            <a:custGeom>
              <a:avLst/>
              <a:pathLst>
                <a:path w="473" h="1630">
                  <a:moveTo>
                    <a:pt x="0" y="1164"/>
                  </a:moveTo>
                  <a:lnTo>
                    <a:pt x="340" y="0"/>
                  </a:lnTo>
                  <a:lnTo>
                    <a:pt x="473" y="163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h89"/>
            <p:cNvSpPr/>
            <p:nvPr/>
          </p:nvSpPr>
          <p:spPr>
            <a:xfrm>
              <a:off x="871576" y="2003733"/>
              <a:ext cx="1277" cy="511"/>
            </a:xfrm>
            <a:custGeom>
              <a:avLst/>
              <a:pathLst>
                <a:path w="1277" h="511">
                  <a:moveTo>
                    <a:pt x="0" y="278"/>
                  </a:moveTo>
                  <a:lnTo>
                    <a:pt x="1112" y="0"/>
                  </a:lnTo>
                  <a:lnTo>
                    <a:pt x="1277" y="51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h90"/>
            <p:cNvSpPr/>
            <p:nvPr/>
          </p:nvSpPr>
          <p:spPr>
            <a:xfrm>
              <a:off x="798213" y="1894042"/>
              <a:ext cx="374786" cy="211235"/>
            </a:xfrm>
            <a:custGeom>
              <a:avLst/>
              <a:pathLst>
                <a:path w="374786" h="211235">
                  <a:moveTo>
                    <a:pt x="275577" y="44786"/>
                  </a:moveTo>
                  <a:lnTo>
                    <a:pt x="278871" y="50698"/>
                  </a:lnTo>
                  <a:lnTo>
                    <a:pt x="280470" y="52410"/>
                  </a:lnTo>
                  <a:lnTo>
                    <a:pt x="282647" y="52596"/>
                  </a:lnTo>
                  <a:lnTo>
                    <a:pt x="287579" y="60717"/>
                  </a:lnTo>
                  <a:lnTo>
                    <a:pt x="290091" y="61961"/>
                  </a:lnTo>
                  <a:lnTo>
                    <a:pt x="291560" y="61724"/>
                  </a:lnTo>
                  <a:lnTo>
                    <a:pt x="299886" y="65496"/>
                  </a:lnTo>
                  <a:lnTo>
                    <a:pt x="309458" y="71372"/>
                  </a:lnTo>
                  <a:lnTo>
                    <a:pt x="314081" y="75551"/>
                  </a:lnTo>
                  <a:lnTo>
                    <a:pt x="317763" y="82925"/>
                  </a:lnTo>
                  <a:lnTo>
                    <a:pt x="317853" y="92106"/>
                  </a:lnTo>
                  <a:lnTo>
                    <a:pt x="319270" y="98137"/>
                  </a:lnTo>
                  <a:lnTo>
                    <a:pt x="322851" y="103503"/>
                  </a:lnTo>
                  <a:lnTo>
                    <a:pt x="325847" y="106260"/>
                  </a:lnTo>
                  <a:lnTo>
                    <a:pt x="328519" y="114141"/>
                  </a:lnTo>
                  <a:lnTo>
                    <a:pt x="330105" y="116408"/>
                  </a:lnTo>
                  <a:lnTo>
                    <a:pt x="327895" y="120960"/>
                  </a:lnTo>
                  <a:lnTo>
                    <a:pt x="328034" y="122404"/>
                  </a:lnTo>
                  <a:lnTo>
                    <a:pt x="340889" y="132690"/>
                  </a:lnTo>
                  <a:lnTo>
                    <a:pt x="350079" y="135079"/>
                  </a:lnTo>
                  <a:lnTo>
                    <a:pt x="356612" y="138812"/>
                  </a:lnTo>
                  <a:lnTo>
                    <a:pt x="357938" y="141001"/>
                  </a:lnTo>
                  <a:lnTo>
                    <a:pt x="357794" y="142119"/>
                  </a:lnTo>
                  <a:lnTo>
                    <a:pt x="356577" y="142776"/>
                  </a:lnTo>
                  <a:lnTo>
                    <a:pt x="354816" y="142218"/>
                  </a:lnTo>
                  <a:lnTo>
                    <a:pt x="350644" y="146544"/>
                  </a:lnTo>
                  <a:lnTo>
                    <a:pt x="349431" y="150277"/>
                  </a:lnTo>
                  <a:lnTo>
                    <a:pt x="349164" y="154299"/>
                  </a:lnTo>
                  <a:lnTo>
                    <a:pt x="349823" y="156423"/>
                  </a:lnTo>
                  <a:lnTo>
                    <a:pt x="355309" y="162757"/>
                  </a:lnTo>
                  <a:lnTo>
                    <a:pt x="355187" y="164407"/>
                  </a:lnTo>
                  <a:lnTo>
                    <a:pt x="356087" y="165647"/>
                  </a:lnTo>
                  <a:lnTo>
                    <a:pt x="362061" y="172339"/>
                  </a:lnTo>
                  <a:lnTo>
                    <a:pt x="364461" y="174052"/>
                  </a:lnTo>
                  <a:lnTo>
                    <a:pt x="365377" y="180311"/>
                  </a:lnTo>
                  <a:lnTo>
                    <a:pt x="361704" y="182802"/>
                  </a:lnTo>
                  <a:lnTo>
                    <a:pt x="359227" y="188361"/>
                  </a:lnTo>
                  <a:lnTo>
                    <a:pt x="365537" y="195011"/>
                  </a:lnTo>
                  <a:lnTo>
                    <a:pt x="374786" y="211235"/>
                  </a:lnTo>
                  <a:lnTo>
                    <a:pt x="373712" y="211128"/>
                  </a:lnTo>
                  <a:lnTo>
                    <a:pt x="232708" y="204001"/>
                  </a:lnTo>
                  <a:lnTo>
                    <a:pt x="231275" y="203913"/>
                  </a:lnTo>
                  <a:lnTo>
                    <a:pt x="220023" y="191458"/>
                  </a:lnTo>
                  <a:lnTo>
                    <a:pt x="214323" y="188714"/>
                  </a:lnTo>
                  <a:lnTo>
                    <a:pt x="217245" y="185882"/>
                  </a:lnTo>
                  <a:lnTo>
                    <a:pt x="218533" y="186386"/>
                  </a:lnTo>
                  <a:lnTo>
                    <a:pt x="221003" y="190267"/>
                  </a:lnTo>
                  <a:lnTo>
                    <a:pt x="223855" y="189183"/>
                  </a:lnTo>
                  <a:lnTo>
                    <a:pt x="214586" y="174292"/>
                  </a:lnTo>
                  <a:lnTo>
                    <a:pt x="214192" y="168050"/>
                  </a:lnTo>
                  <a:lnTo>
                    <a:pt x="215094" y="167698"/>
                  </a:lnTo>
                  <a:lnTo>
                    <a:pt x="216597" y="168405"/>
                  </a:lnTo>
                  <a:lnTo>
                    <a:pt x="217045" y="167874"/>
                  </a:lnTo>
                  <a:lnTo>
                    <a:pt x="215141" y="167078"/>
                  </a:lnTo>
                  <a:lnTo>
                    <a:pt x="211848" y="167529"/>
                  </a:lnTo>
                  <a:lnTo>
                    <a:pt x="210710" y="171338"/>
                  </a:lnTo>
                  <a:lnTo>
                    <a:pt x="209761" y="171841"/>
                  </a:lnTo>
                  <a:lnTo>
                    <a:pt x="206761" y="171463"/>
                  </a:lnTo>
                  <a:lnTo>
                    <a:pt x="202945" y="167890"/>
                  </a:lnTo>
                  <a:lnTo>
                    <a:pt x="205164" y="166933"/>
                  </a:lnTo>
                  <a:lnTo>
                    <a:pt x="208834" y="167130"/>
                  </a:lnTo>
                  <a:lnTo>
                    <a:pt x="216176" y="159656"/>
                  </a:lnTo>
                  <a:lnTo>
                    <a:pt x="217315" y="155197"/>
                  </a:lnTo>
                  <a:lnTo>
                    <a:pt x="216952" y="149248"/>
                  </a:lnTo>
                  <a:lnTo>
                    <a:pt x="215939" y="144831"/>
                  </a:lnTo>
                  <a:lnTo>
                    <a:pt x="214343" y="141765"/>
                  </a:lnTo>
                  <a:lnTo>
                    <a:pt x="213176" y="141753"/>
                  </a:lnTo>
                  <a:lnTo>
                    <a:pt x="211470" y="144783"/>
                  </a:lnTo>
                  <a:lnTo>
                    <a:pt x="209369" y="150955"/>
                  </a:lnTo>
                  <a:lnTo>
                    <a:pt x="209732" y="154217"/>
                  </a:lnTo>
                  <a:lnTo>
                    <a:pt x="208416" y="160031"/>
                  </a:lnTo>
                  <a:lnTo>
                    <a:pt x="205034" y="161778"/>
                  </a:lnTo>
                  <a:lnTo>
                    <a:pt x="203840" y="161637"/>
                  </a:lnTo>
                  <a:lnTo>
                    <a:pt x="202593" y="160259"/>
                  </a:lnTo>
                  <a:lnTo>
                    <a:pt x="201617" y="161232"/>
                  </a:lnTo>
                  <a:lnTo>
                    <a:pt x="200195" y="166582"/>
                  </a:lnTo>
                  <a:lnTo>
                    <a:pt x="199768" y="172323"/>
                  </a:lnTo>
                  <a:lnTo>
                    <a:pt x="197840" y="172133"/>
                  </a:lnTo>
                  <a:lnTo>
                    <a:pt x="193205" y="168105"/>
                  </a:lnTo>
                  <a:lnTo>
                    <a:pt x="188513" y="165442"/>
                  </a:lnTo>
                  <a:lnTo>
                    <a:pt x="182328" y="163740"/>
                  </a:lnTo>
                  <a:lnTo>
                    <a:pt x="181327" y="162299"/>
                  </a:lnTo>
                  <a:lnTo>
                    <a:pt x="182664" y="161262"/>
                  </a:lnTo>
                  <a:lnTo>
                    <a:pt x="184974" y="163285"/>
                  </a:lnTo>
                  <a:lnTo>
                    <a:pt x="186062" y="162991"/>
                  </a:lnTo>
                  <a:lnTo>
                    <a:pt x="185580" y="161476"/>
                  </a:lnTo>
                  <a:lnTo>
                    <a:pt x="178854" y="160207"/>
                  </a:lnTo>
                  <a:lnTo>
                    <a:pt x="175055" y="161492"/>
                  </a:lnTo>
                  <a:lnTo>
                    <a:pt x="166753" y="174051"/>
                  </a:lnTo>
                  <a:lnTo>
                    <a:pt x="162694" y="175387"/>
                  </a:lnTo>
                  <a:lnTo>
                    <a:pt x="157909" y="173215"/>
                  </a:lnTo>
                  <a:lnTo>
                    <a:pt x="155786" y="171509"/>
                  </a:lnTo>
                  <a:lnTo>
                    <a:pt x="150216" y="163997"/>
                  </a:lnTo>
                  <a:lnTo>
                    <a:pt x="153391" y="165546"/>
                  </a:lnTo>
                  <a:lnTo>
                    <a:pt x="155634" y="170581"/>
                  </a:lnTo>
                  <a:lnTo>
                    <a:pt x="161706" y="174270"/>
                  </a:lnTo>
                  <a:lnTo>
                    <a:pt x="152461" y="163816"/>
                  </a:lnTo>
                  <a:lnTo>
                    <a:pt x="150521" y="162680"/>
                  </a:lnTo>
                  <a:lnTo>
                    <a:pt x="148319" y="163287"/>
                  </a:lnTo>
                  <a:lnTo>
                    <a:pt x="145962" y="161622"/>
                  </a:lnTo>
                  <a:lnTo>
                    <a:pt x="140683" y="145701"/>
                  </a:lnTo>
                  <a:lnTo>
                    <a:pt x="137000" y="141238"/>
                  </a:lnTo>
                  <a:lnTo>
                    <a:pt x="133273" y="138139"/>
                  </a:lnTo>
                  <a:lnTo>
                    <a:pt x="127418" y="134939"/>
                  </a:lnTo>
                  <a:lnTo>
                    <a:pt x="122217" y="133507"/>
                  </a:lnTo>
                  <a:lnTo>
                    <a:pt x="119386" y="134037"/>
                  </a:lnTo>
                  <a:lnTo>
                    <a:pt x="118320" y="136708"/>
                  </a:lnTo>
                  <a:lnTo>
                    <a:pt x="115811" y="136584"/>
                  </a:lnTo>
                  <a:lnTo>
                    <a:pt x="111747" y="130621"/>
                  </a:lnTo>
                  <a:lnTo>
                    <a:pt x="110118" y="125749"/>
                  </a:lnTo>
                  <a:lnTo>
                    <a:pt x="106973" y="120701"/>
                  </a:lnTo>
                  <a:lnTo>
                    <a:pt x="99614" y="114510"/>
                  </a:lnTo>
                  <a:lnTo>
                    <a:pt x="90335" y="110863"/>
                  </a:lnTo>
                  <a:lnTo>
                    <a:pt x="86233" y="110573"/>
                  </a:lnTo>
                  <a:lnTo>
                    <a:pt x="84266" y="111253"/>
                  </a:lnTo>
                  <a:lnTo>
                    <a:pt x="68737" y="103885"/>
                  </a:lnTo>
                  <a:lnTo>
                    <a:pt x="68117" y="101194"/>
                  </a:lnTo>
                  <a:lnTo>
                    <a:pt x="66204" y="99690"/>
                  </a:lnTo>
                  <a:lnTo>
                    <a:pt x="63163" y="99812"/>
                  </a:lnTo>
                  <a:lnTo>
                    <a:pt x="62094" y="98159"/>
                  </a:lnTo>
                  <a:lnTo>
                    <a:pt x="63384" y="82784"/>
                  </a:lnTo>
                  <a:lnTo>
                    <a:pt x="62578" y="76654"/>
                  </a:lnTo>
                  <a:lnTo>
                    <a:pt x="61178" y="73223"/>
                  </a:lnTo>
                  <a:lnTo>
                    <a:pt x="52198" y="64616"/>
                  </a:lnTo>
                  <a:lnTo>
                    <a:pt x="36257" y="56662"/>
                  </a:lnTo>
                  <a:lnTo>
                    <a:pt x="32276" y="46253"/>
                  </a:lnTo>
                  <a:lnTo>
                    <a:pt x="27913" y="42199"/>
                  </a:lnTo>
                  <a:lnTo>
                    <a:pt x="25357" y="42110"/>
                  </a:lnTo>
                  <a:lnTo>
                    <a:pt x="24354" y="40578"/>
                  </a:lnTo>
                  <a:lnTo>
                    <a:pt x="25474" y="36592"/>
                  </a:lnTo>
                  <a:lnTo>
                    <a:pt x="25058" y="34931"/>
                  </a:lnTo>
                  <a:lnTo>
                    <a:pt x="23379" y="33151"/>
                  </a:lnTo>
                  <a:lnTo>
                    <a:pt x="21993" y="32516"/>
                  </a:lnTo>
                  <a:lnTo>
                    <a:pt x="20204" y="33471"/>
                  </a:lnTo>
                  <a:lnTo>
                    <a:pt x="18851" y="35480"/>
                  </a:lnTo>
                  <a:lnTo>
                    <a:pt x="18862" y="36838"/>
                  </a:lnTo>
                  <a:lnTo>
                    <a:pt x="15287" y="34644"/>
                  </a:lnTo>
                  <a:lnTo>
                    <a:pt x="15175" y="32014"/>
                  </a:lnTo>
                  <a:lnTo>
                    <a:pt x="13386" y="29476"/>
                  </a:lnTo>
                  <a:lnTo>
                    <a:pt x="10200" y="27720"/>
                  </a:lnTo>
                  <a:lnTo>
                    <a:pt x="7086" y="27496"/>
                  </a:lnTo>
                  <a:lnTo>
                    <a:pt x="5605" y="25100"/>
                  </a:lnTo>
                  <a:lnTo>
                    <a:pt x="3612" y="18182"/>
                  </a:lnTo>
                  <a:lnTo>
                    <a:pt x="0" y="10990"/>
                  </a:lnTo>
                  <a:lnTo>
                    <a:pt x="3362" y="9522"/>
                  </a:lnTo>
                  <a:lnTo>
                    <a:pt x="6411" y="11634"/>
                  </a:lnTo>
                  <a:lnTo>
                    <a:pt x="8293" y="14181"/>
                  </a:lnTo>
                  <a:lnTo>
                    <a:pt x="12086" y="14991"/>
                  </a:lnTo>
                  <a:lnTo>
                    <a:pt x="19370" y="14409"/>
                  </a:lnTo>
                  <a:lnTo>
                    <a:pt x="24953" y="15525"/>
                  </a:lnTo>
                  <a:lnTo>
                    <a:pt x="26519" y="16554"/>
                  </a:lnTo>
                  <a:lnTo>
                    <a:pt x="38963" y="19990"/>
                  </a:lnTo>
                  <a:lnTo>
                    <a:pt x="43489" y="22692"/>
                  </a:lnTo>
                  <a:lnTo>
                    <a:pt x="50792" y="24829"/>
                  </a:lnTo>
                  <a:lnTo>
                    <a:pt x="54633" y="25561"/>
                  </a:lnTo>
                  <a:lnTo>
                    <a:pt x="63188" y="24696"/>
                  </a:lnTo>
                  <a:lnTo>
                    <a:pt x="66781" y="26865"/>
                  </a:lnTo>
                  <a:lnTo>
                    <a:pt x="78245" y="22307"/>
                  </a:lnTo>
                  <a:lnTo>
                    <a:pt x="79467" y="23610"/>
                  </a:lnTo>
                  <a:lnTo>
                    <a:pt x="86835" y="22747"/>
                  </a:lnTo>
                  <a:lnTo>
                    <a:pt x="88064" y="19456"/>
                  </a:lnTo>
                  <a:lnTo>
                    <a:pt x="87152" y="17020"/>
                  </a:lnTo>
                  <a:lnTo>
                    <a:pt x="83167" y="19185"/>
                  </a:lnTo>
                  <a:lnTo>
                    <a:pt x="81042" y="21710"/>
                  </a:lnTo>
                  <a:lnTo>
                    <a:pt x="80222" y="22100"/>
                  </a:lnTo>
                  <a:lnTo>
                    <a:pt x="80129" y="21384"/>
                  </a:lnTo>
                  <a:lnTo>
                    <a:pt x="86336" y="16509"/>
                  </a:lnTo>
                  <a:lnTo>
                    <a:pt x="88900" y="15520"/>
                  </a:lnTo>
                  <a:lnTo>
                    <a:pt x="90465" y="15710"/>
                  </a:lnTo>
                  <a:lnTo>
                    <a:pt x="91939" y="17666"/>
                  </a:lnTo>
                  <a:lnTo>
                    <a:pt x="91573" y="19234"/>
                  </a:lnTo>
                  <a:lnTo>
                    <a:pt x="90048" y="20283"/>
                  </a:lnTo>
                  <a:lnTo>
                    <a:pt x="88439" y="23184"/>
                  </a:lnTo>
                  <a:lnTo>
                    <a:pt x="88222" y="27364"/>
                  </a:lnTo>
                  <a:lnTo>
                    <a:pt x="90045" y="32079"/>
                  </a:lnTo>
                  <a:lnTo>
                    <a:pt x="96273" y="39500"/>
                  </a:lnTo>
                  <a:lnTo>
                    <a:pt x="98177" y="40567"/>
                  </a:lnTo>
                  <a:lnTo>
                    <a:pt x="100933" y="40506"/>
                  </a:lnTo>
                  <a:lnTo>
                    <a:pt x="105869" y="44352"/>
                  </a:lnTo>
                  <a:lnTo>
                    <a:pt x="106648" y="45482"/>
                  </a:lnTo>
                  <a:lnTo>
                    <a:pt x="108119" y="54722"/>
                  </a:lnTo>
                  <a:lnTo>
                    <a:pt x="112523" y="54934"/>
                  </a:lnTo>
                  <a:lnTo>
                    <a:pt x="114101" y="53553"/>
                  </a:lnTo>
                  <a:lnTo>
                    <a:pt x="112715" y="52196"/>
                  </a:lnTo>
                  <a:lnTo>
                    <a:pt x="113612" y="51135"/>
                  </a:lnTo>
                  <a:lnTo>
                    <a:pt x="121570" y="46254"/>
                  </a:lnTo>
                  <a:lnTo>
                    <a:pt x="128262" y="47490"/>
                  </a:lnTo>
                  <a:lnTo>
                    <a:pt x="132689" y="44857"/>
                  </a:lnTo>
                  <a:lnTo>
                    <a:pt x="134082" y="40563"/>
                  </a:lnTo>
                  <a:lnTo>
                    <a:pt x="133100" y="38555"/>
                  </a:lnTo>
                  <a:lnTo>
                    <a:pt x="127080" y="33715"/>
                  </a:lnTo>
                  <a:lnTo>
                    <a:pt x="125268" y="33460"/>
                  </a:lnTo>
                  <a:lnTo>
                    <a:pt x="124478" y="34505"/>
                  </a:lnTo>
                  <a:lnTo>
                    <a:pt x="121241" y="35319"/>
                  </a:lnTo>
                  <a:lnTo>
                    <a:pt x="119825" y="29244"/>
                  </a:lnTo>
                  <a:lnTo>
                    <a:pt x="117261" y="25915"/>
                  </a:lnTo>
                  <a:lnTo>
                    <a:pt x="115461" y="27287"/>
                  </a:lnTo>
                  <a:lnTo>
                    <a:pt x="117638" y="29440"/>
                  </a:lnTo>
                  <a:lnTo>
                    <a:pt x="119054" y="32510"/>
                  </a:lnTo>
                  <a:lnTo>
                    <a:pt x="119565" y="35975"/>
                  </a:lnTo>
                  <a:lnTo>
                    <a:pt x="111852" y="39007"/>
                  </a:lnTo>
                  <a:lnTo>
                    <a:pt x="110071" y="38599"/>
                  </a:lnTo>
                  <a:lnTo>
                    <a:pt x="107544" y="36438"/>
                  </a:lnTo>
                  <a:lnTo>
                    <a:pt x="104877" y="23450"/>
                  </a:lnTo>
                  <a:lnTo>
                    <a:pt x="111319" y="16179"/>
                  </a:lnTo>
                  <a:lnTo>
                    <a:pt x="111180" y="14427"/>
                  </a:lnTo>
                  <a:lnTo>
                    <a:pt x="108060" y="13346"/>
                  </a:lnTo>
                  <a:lnTo>
                    <a:pt x="105908" y="11483"/>
                  </a:lnTo>
                  <a:lnTo>
                    <a:pt x="107295" y="11292"/>
                  </a:lnTo>
                  <a:lnTo>
                    <a:pt x="109644" y="12695"/>
                  </a:lnTo>
                  <a:lnTo>
                    <a:pt x="109173" y="10990"/>
                  </a:lnTo>
                  <a:lnTo>
                    <a:pt x="106637" y="8230"/>
                  </a:lnTo>
                  <a:lnTo>
                    <a:pt x="103962" y="9712"/>
                  </a:lnTo>
                  <a:lnTo>
                    <a:pt x="99473" y="10251"/>
                  </a:lnTo>
                  <a:lnTo>
                    <a:pt x="95680" y="14157"/>
                  </a:lnTo>
                  <a:lnTo>
                    <a:pt x="94610" y="12136"/>
                  </a:lnTo>
                  <a:lnTo>
                    <a:pt x="94976" y="8521"/>
                  </a:lnTo>
                  <a:lnTo>
                    <a:pt x="103728" y="0"/>
                  </a:lnTo>
                  <a:lnTo>
                    <a:pt x="271261" y="13444"/>
                  </a:lnTo>
                  <a:lnTo>
                    <a:pt x="271926" y="17772"/>
                  </a:lnTo>
                  <a:lnTo>
                    <a:pt x="269118" y="31319"/>
                  </a:lnTo>
                  <a:lnTo>
                    <a:pt x="270316" y="33436"/>
                  </a:lnTo>
                  <a:lnTo>
                    <a:pt x="274582" y="3754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h91"/>
            <p:cNvSpPr/>
            <p:nvPr/>
          </p:nvSpPr>
          <p:spPr>
            <a:xfrm>
              <a:off x="901746" y="1924496"/>
              <a:ext cx="3741" cy="6405"/>
            </a:xfrm>
            <a:custGeom>
              <a:avLst/>
              <a:pathLst>
                <a:path w="3741" h="6405">
                  <a:moveTo>
                    <a:pt x="45" y="152"/>
                  </a:moveTo>
                  <a:lnTo>
                    <a:pt x="885" y="0"/>
                  </a:lnTo>
                  <a:lnTo>
                    <a:pt x="2149" y="920"/>
                  </a:lnTo>
                  <a:lnTo>
                    <a:pt x="3741" y="6405"/>
                  </a:lnTo>
                  <a:lnTo>
                    <a:pt x="0" y="213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h92"/>
            <p:cNvSpPr/>
            <p:nvPr/>
          </p:nvSpPr>
          <p:spPr>
            <a:xfrm>
              <a:off x="894148" y="1924449"/>
              <a:ext cx="7037" cy="6281"/>
            </a:xfrm>
            <a:custGeom>
              <a:avLst/>
              <a:pathLst>
                <a:path w="7037" h="6281">
                  <a:moveTo>
                    <a:pt x="2947" y="0"/>
                  </a:moveTo>
                  <a:lnTo>
                    <a:pt x="7037" y="6281"/>
                  </a:lnTo>
                  <a:lnTo>
                    <a:pt x="2758" y="3497"/>
                  </a:lnTo>
                  <a:lnTo>
                    <a:pt x="26" y="2757"/>
                  </a:lnTo>
                  <a:lnTo>
                    <a:pt x="0" y="119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h93"/>
            <p:cNvSpPr/>
            <p:nvPr/>
          </p:nvSpPr>
          <p:spPr>
            <a:xfrm>
              <a:off x="782838" y="1897196"/>
              <a:ext cx="6370" cy="6490"/>
            </a:xfrm>
            <a:custGeom>
              <a:avLst/>
              <a:pathLst>
                <a:path w="6370" h="6490">
                  <a:moveTo>
                    <a:pt x="2632" y="2263"/>
                  </a:moveTo>
                  <a:lnTo>
                    <a:pt x="0" y="1013"/>
                  </a:lnTo>
                  <a:lnTo>
                    <a:pt x="453" y="0"/>
                  </a:lnTo>
                  <a:lnTo>
                    <a:pt x="6370" y="3952"/>
                  </a:lnTo>
                  <a:lnTo>
                    <a:pt x="5630" y="6246"/>
                  </a:lnTo>
                  <a:lnTo>
                    <a:pt x="4238" y="6490"/>
                  </a:lnTo>
                  <a:lnTo>
                    <a:pt x="4215" y="430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h94"/>
            <p:cNvSpPr/>
            <p:nvPr/>
          </p:nvSpPr>
          <p:spPr>
            <a:xfrm>
              <a:off x="782376" y="189741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h95"/>
            <p:cNvSpPr/>
            <p:nvPr/>
          </p:nvSpPr>
          <p:spPr>
            <a:xfrm>
              <a:off x="1212382" y="2096385"/>
              <a:ext cx="1080" cy="2270"/>
            </a:xfrm>
            <a:custGeom>
              <a:avLst/>
              <a:pathLst>
                <a:path w="1080" h="2270">
                  <a:moveTo>
                    <a:pt x="1080" y="2270"/>
                  </a:moveTo>
                  <a:lnTo>
                    <a:pt x="0" y="0"/>
                  </a:lnTo>
                  <a:lnTo>
                    <a:pt x="872" y="67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h96"/>
            <p:cNvSpPr/>
            <p:nvPr/>
          </p:nvSpPr>
          <p:spPr>
            <a:xfrm>
              <a:off x="1165575" y="2059994"/>
              <a:ext cx="45008" cy="52598"/>
            </a:xfrm>
            <a:custGeom>
              <a:avLst/>
              <a:pathLst>
                <a:path w="45008" h="52598">
                  <a:moveTo>
                    <a:pt x="31371" y="33645"/>
                  </a:moveTo>
                  <a:lnTo>
                    <a:pt x="30844" y="46230"/>
                  </a:lnTo>
                  <a:lnTo>
                    <a:pt x="35635" y="49385"/>
                  </a:lnTo>
                  <a:lnTo>
                    <a:pt x="45008" y="52598"/>
                  </a:lnTo>
                  <a:lnTo>
                    <a:pt x="20632" y="46605"/>
                  </a:lnTo>
                  <a:lnTo>
                    <a:pt x="13639" y="45905"/>
                  </a:lnTo>
                  <a:lnTo>
                    <a:pt x="17480" y="42506"/>
                  </a:lnTo>
                  <a:lnTo>
                    <a:pt x="17721" y="40478"/>
                  </a:lnTo>
                  <a:lnTo>
                    <a:pt x="10995" y="32494"/>
                  </a:lnTo>
                  <a:lnTo>
                    <a:pt x="4847" y="27108"/>
                  </a:lnTo>
                  <a:lnTo>
                    <a:pt x="3671" y="23748"/>
                  </a:lnTo>
                  <a:lnTo>
                    <a:pt x="2238" y="11340"/>
                  </a:lnTo>
                  <a:lnTo>
                    <a:pt x="0" y="2610"/>
                  </a:lnTo>
                  <a:lnTo>
                    <a:pt x="103" y="1980"/>
                  </a:lnTo>
                  <a:lnTo>
                    <a:pt x="2353" y="1533"/>
                  </a:lnTo>
                  <a:lnTo>
                    <a:pt x="3689" y="0"/>
                  </a:lnTo>
                  <a:lnTo>
                    <a:pt x="11821" y="7103"/>
                  </a:lnTo>
                  <a:lnTo>
                    <a:pt x="15290" y="12993"/>
                  </a:lnTo>
                  <a:lnTo>
                    <a:pt x="20797" y="17395"/>
                  </a:lnTo>
                  <a:lnTo>
                    <a:pt x="22896" y="21197"/>
                  </a:lnTo>
                  <a:lnTo>
                    <a:pt x="32562" y="2816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h97"/>
            <p:cNvSpPr/>
            <p:nvPr/>
          </p:nvSpPr>
          <p:spPr>
            <a:xfrm>
              <a:off x="1158126" y="2061436"/>
              <a:ext cx="219" cy="249"/>
            </a:xfrm>
            <a:custGeom>
              <a:avLst/>
              <a:pathLst>
                <a:path w="219" h="249">
                  <a:moveTo>
                    <a:pt x="210" y="169"/>
                  </a:moveTo>
                  <a:lnTo>
                    <a:pt x="0" y="249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h98"/>
            <p:cNvSpPr/>
            <p:nvPr/>
          </p:nvSpPr>
          <p:spPr>
            <a:xfrm>
              <a:off x="1012168" y="2045913"/>
              <a:ext cx="1252" cy="3308"/>
            </a:xfrm>
            <a:custGeom>
              <a:avLst/>
              <a:pathLst>
                <a:path w="1252" h="3308">
                  <a:moveTo>
                    <a:pt x="970" y="1035"/>
                  </a:moveTo>
                  <a:lnTo>
                    <a:pt x="1252" y="2860"/>
                  </a:lnTo>
                  <a:lnTo>
                    <a:pt x="633" y="3308"/>
                  </a:lnTo>
                  <a:lnTo>
                    <a:pt x="0" y="526"/>
                  </a:lnTo>
                  <a:lnTo>
                    <a:pt x="64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h99"/>
            <p:cNvSpPr/>
            <p:nvPr/>
          </p:nvSpPr>
          <p:spPr>
            <a:xfrm>
              <a:off x="1011637" y="2043808"/>
              <a:ext cx="719" cy="1117"/>
            </a:xfrm>
            <a:custGeom>
              <a:avLst/>
              <a:pathLst>
                <a:path w="719" h="1117">
                  <a:moveTo>
                    <a:pt x="0" y="476"/>
                  </a:moveTo>
                  <a:lnTo>
                    <a:pt x="719" y="0"/>
                  </a:lnTo>
                  <a:lnTo>
                    <a:pt x="687" y="111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h100"/>
            <p:cNvSpPr/>
            <p:nvPr/>
          </p:nvSpPr>
          <p:spPr>
            <a:xfrm>
              <a:off x="1159486" y="2040098"/>
              <a:ext cx="906" cy="1108"/>
            </a:xfrm>
            <a:custGeom>
              <a:avLst/>
              <a:pathLst>
                <a:path w="906" h="1108">
                  <a:moveTo>
                    <a:pt x="0" y="1108"/>
                  </a:moveTo>
                  <a:lnTo>
                    <a:pt x="906" y="0"/>
                  </a:lnTo>
                  <a:lnTo>
                    <a:pt x="602" y="83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h101"/>
            <p:cNvSpPr/>
            <p:nvPr/>
          </p:nvSpPr>
          <p:spPr>
            <a:xfrm>
              <a:off x="1160445" y="2037859"/>
              <a:ext cx="55" cy="230"/>
            </a:xfrm>
            <a:custGeom>
              <a:avLst/>
              <a:pathLst>
                <a:path w="55" h="230">
                  <a:moveTo>
                    <a:pt x="55" y="0"/>
                  </a:moveTo>
                  <a:lnTo>
                    <a:pt x="0" y="23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h102"/>
            <p:cNvSpPr/>
            <p:nvPr/>
          </p:nvSpPr>
          <p:spPr>
            <a:xfrm>
              <a:off x="1142787" y="2022714"/>
              <a:ext cx="93" cy="209"/>
            </a:xfrm>
            <a:custGeom>
              <a:avLst/>
              <a:pathLst>
                <a:path w="93" h="209">
                  <a:moveTo>
                    <a:pt x="0" y="0"/>
                  </a:moveTo>
                  <a:lnTo>
                    <a:pt x="93" y="20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h103"/>
            <p:cNvSpPr/>
            <p:nvPr/>
          </p:nvSpPr>
          <p:spPr>
            <a:xfrm>
              <a:off x="1139105" y="2010341"/>
              <a:ext cx="6801" cy="10702"/>
            </a:xfrm>
            <a:custGeom>
              <a:avLst/>
              <a:pathLst>
                <a:path w="6801" h="10702">
                  <a:moveTo>
                    <a:pt x="0" y="2361"/>
                  </a:moveTo>
                  <a:lnTo>
                    <a:pt x="2248" y="0"/>
                  </a:lnTo>
                  <a:lnTo>
                    <a:pt x="6801" y="4835"/>
                  </a:lnTo>
                  <a:lnTo>
                    <a:pt x="4894" y="10611"/>
                  </a:lnTo>
                  <a:lnTo>
                    <a:pt x="2984" y="10702"/>
                  </a:lnTo>
                  <a:lnTo>
                    <a:pt x="2051" y="940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h104"/>
            <p:cNvSpPr/>
            <p:nvPr/>
          </p:nvSpPr>
          <p:spPr>
            <a:xfrm>
              <a:off x="1164958" y="1986206"/>
              <a:ext cx="5232" cy="3491"/>
            </a:xfrm>
            <a:custGeom>
              <a:avLst/>
              <a:pathLst>
                <a:path w="5232" h="3491">
                  <a:moveTo>
                    <a:pt x="0" y="714"/>
                  </a:moveTo>
                  <a:lnTo>
                    <a:pt x="1850" y="0"/>
                  </a:lnTo>
                  <a:lnTo>
                    <a:pt x="3808" y="290"/>
                  </a:lnTo>
                  <a:lnTo>
                    <a:pt x="5232" y="2202"/>
                  </a:lnTo>
                  <a:lnTo>
                    <a:pt x="4665" y="3491"/>
                  </a:lnTo>
                  <a:lnTo>
                    <a:pt x="526" y="320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h105"/>
            <p:cNvSpPr/>
            <p:nvPr/>
          </p:nvSpPr>
          <p:spPr>
            <a:xfrm>
              <a:off x="1070643" y="1928337"/>
              <a:ext cx="564" cy="208"/>
            </a:xfrm>
            <a:custGeom>
              <a:avLst/>
              <a:pathLst>
                <a:path w="564" h="208">
                  <a:moveTo>
                    <a:pt x="0" y="8"/>
                  </a:moveTo>
                  <a:lnTo>
                    <a:pt x="228" y="0"/>
                  </a:lnTo>
                  <a:lnTo>
                    <a:pt x="564" y="20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h106"/>
            <p:cNvSpPr/>
            <p:nvPr/>
          </p:nvSpPr>
          <p:spPr>
            <a:xfrm>
              <a:off x="1069114" y="19201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h107"/>
            <p:cNvSpPr/>
            <p:nvPr/>
          </p:nvSpPr>
          <p:spPr>
            <a:xfrm>
              <a:off x="1236823" y="2236386"/>
              <a:ext cx="1053" cy="719"/>
            </a:xfrm>
            <a:custGeom>
              <a:avLst/>
              <a:pathLst>
                <a:path w="1053" h="719">
                  <a:moveTo>
                    <a:pt x="0" y="719"/>
                  </a:moveTo>
                  <a:lnTo>
                    <a:pt x="178" y="0"/>
                  </a:lnTo>
                  <a:lnTo>
                    <a:pt x="1053" y="44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h108"/>
            <p:cNvSpPr/>
            <p:nvPr/>
          </p:nvSpPr>
          <p:spPr>
            <a:xfrm>
              <a:off x="1229446" y="2217016"/>
              <a:ext cx="224" cy="305"/>
            </a:xfrm>
            <a:custGeom>
              <a:avLst/>
              <a:pathLst>
                <a:path w="224" h="305">
                  <a:moveTo>
                    <a:pt x="0" y="245"/>
                  </a:moveTo>
                  <a:lnTo>
                    <a:pt x="101" y="0"/>
                  </a:lnTo>
                  <a:lnTo>
                    <a:pt x="224" y="30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h109"/>
            <p:cNvSpPr/>
            <p:nvPr/>
          </p:nvSpPr>
          <p:spPr>
            <a:xfrm>
              <a:off x="1229268" y="2215349"/>
              <a:ext cx="174" cy="217"/>
            </a:xfrm>
            <a:custGeom>
              <a:avLst/>
              <a:pathLst>
                <a:path w="174" h="217">
                  <a:moveTo>
                    <a:pt x="117" y="217"/>
                  </a:moveTo>
                  <a:lnTo>
                    <a:pt x="0" y="5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h110"/>
            <p:cNvSpPr/>
            <p:nvPr/>
          </p:nvSpPr>
          <p:spPr>
            <a:xfrm>
              <a:off x="1223779" y="2213391"/>
              <a:ext cx="172" cy="183"/>
            </a:xfrm>
            <a:custGeom>
              <a:avLst/>
              <a:pathLst>
                <a:path w="172" h="183">
                  <a:moveTo>
                    <a:pt x="172" y="0"/>
                  </a:moveTo>
                  <a:lnTo>
                    <a:pt x="0" y="18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h111"/>
            <p:cNvSpPr/>
            <p:nvPr/>
          </p:nvSpPr>
          <p:spPr>
            <a:xfrm>
              <a:off x="1223134" y="221189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h112"/>
            <p:cNvSpPr/>
            <p:nvPr/>
          </p:nvSpPr>
          <p:spPr>
            <a:xfrm>
              <a:off x="1225912" y="2206489"/>
              <a:ext cx="1646" cy="6129"/>
            </a:xfrm>
            <a:custGeom>
              <a:avLst/>
              <a:pathLst>
                <a:path w="1646" h="6129">
                  <a:moveTo>
                    <a:pt x="420" y="0"/>
                  </a:moveTo>
                  <a:lnTo>
                    <a:pt x="1646" y="2873"/>
                  </a:lnTo>
                  <a:lnTo>
                    <a:pt x="1503" y="6129"/>
                  </a:lnTo>
                  <a:lnTo>
                    <a:pt x="0" y="361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h113"/>
            <p:cNvSpPr/>
            <p:nvPr/>
          </p:nvSpPr>
          <p:spPr>
            <a:xfrm>
              <a:off x="1219504" y="2202020"/>
              <a:ext cx="178" cy="195"/>
            </a:xfrm>
            <a:custGeom>
              <a:avLst/>
              <a:pathLst>
                <a:path w="178" h="195">
                  <a:moveTo>
                    <a:pt x="0" y="195"/>
                  </a:moveTo>
                  <a:lnTo>
                    <a:pt x="17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h114"/>
            <p:cNvSpPr/>
            <p:nvPr/>
          </p:nvSpPr>
          <p:spPr>
            <a:xfrm>
              <a:off x="1171926" y="2105170"/>
              <a:ext cx="88369" cy="178857"/>
            </a:xfrm>
            <a:custGeom>
              <a:avLst/>
              <a:pathLst>
                <a:path w="88369" h="178857">
                  <a:moveTo>
                    <a:pt x="42637" y="43795"/>
                  </a:moveTo>
                  <a:lnTo>
                    <a:pt x="43836" y="52284"/>
                  </a:lnTo>
                  <a:lnTo>
                    <a:pt x="46694" y="61332"/>
                  </a:lnTo>
                  <a:lnTo>
                    <a:pt x="48823" y="63596"/>
                  </a:lnTo>
                  <a:lnTo>
                    <a:pt x="49443" y="66171"/>
                  </a:lnTo>
                  <a:lnTo>
                    <a:pt x="43734" y="80939"/>
                  </a:lnTo>
                  <a:lnTo>
                    <a:pt x="44803" y="86161"/>
                  </a:lnTo>
                  <a:lnTo>
                    <a:pt x="45868" y="88059"/>
                  </a:lnTo>
                  <a:lnTo>
                    <a:pt x="45942" y="97006"/>
                  </a:lnTo>
                  <a:lnTo>
                    <a:pt x="47506" y="98352"/>
                  </a:lnTo>
                  <a:lnTo>
                    <a:pt x="48322" y="105763"/>
                  </a:lnTo>
                  <a:lnTo>
                    <a:pt x="55101" y="112084"/>
                  </a:lnTo>
                  <a:lnTo>
                    <a:pt x="57687" y="112760"/>
                  </a:lnTo>
                  <a:lnTo>
                    <a:pt x="58926" y="115842"/>
                  </a:lnTo>
                  <a:lnTo>
                    <a:pt x="60362" y="127627"/>
                  </a:lnTo>
                  <a:lnTo>
                    <a:pt x="63432" y="133104"/>
                  </a:lnTo>
                  <a:lnTo>
                    <a:pt x="68199" y="139329"/>
                  </a:lnTo>
                  <a:lnTo>
                    <a:pt x="80532" y="142131"/>
                  </a:lnTo>
                  <a:lnTo>
                    <a:pt x="78785" y="150128"/>
                  </a:lnTo>
                  <a:lnTo>
                    <a:pt x="83482" y="164815"/>
                  </a:lnTo>
                  <a:lnTo>
                    <a:pt x="85828" y="166679"/>
                  </a:lnTo>
                  <a:lnTo>
                    <a:pt x="88369" y="171700"/>
                  </a:lnTo>
                  <a:lnTo>
                    <a:pt x="88198" y="173893"/>
                  </a:lnTo>
                  <a:lnTo>
                    <a:pt x="86892" y="174796"/>
                  </a:lnTo>
                  <a:lnTo>
                    <a:pt x="87233" y="178857"/>
                  </a:lnTo>
                  <a:lnTo>
                    <a:pt x="85003" y="177927"/>
                  </a:lnTo>
                  <a:lnTo>
                    <a:pt x="75868" y="150857"/>
                  </a:lnTo>
                  <a:lnTo>
                    <a:pt x="70514" y="146602"/>
                  </a:lnTo>
                  <a:lnTo>
                    <a:pt x="51380" y="153728"/>
                  </a:lnTo>
                  <a:lnTo>
                    <a:pt x="8442" y="118935"/>
                  </a:lnTo>
                  <a:lnTo>
                    <a:pt x="2341" y="40121"/>
                  </a:lnTo>
                  <a:lnTo>
                    <a:pt x="0" y="0"/>
                  </a:lnTo>
                  <a:lnTo>
                    <a:pt x="1073" y="107"/>
                  </a:lnTo>
                  <a:lnTo>
                    <a:pt x="7288" y="729"/>
                  </a:lnTo>
                  <a:lnTo>
                    <a:pt x="14281" y="1429"/>
                  </a:lnTo>
                  <a:lnTo>
                    <a:pt x="38657" y="7422"/>
                  </a:lnTo>
                  <a:lnTo>
                    <a:pt x="37403" y="7660"/>
                  </a:lnTo>
                  <a:lnTo>
                    <a:pt x="34648" y="14777"/>
                  </a:lnTo>
                  <a:lnTo>
                    <a:pt x="34592" y="20957"/>
                  </a:lnTo>
                  <a:lnTo>
                    <a:pt x="42564" y="30890"/>
                  </a:lnTo>
                  <a:lnTo>
                    <a:pt x="43750" y="3662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h115"/>
            <p:cNvSpPr/>
            <p:nvPr/>
          </p:nvSpPr>
          <p:spPr>
            <a:xfrm>
              <a:off x="1223069" y="2167460"/>
              <a:ext cx="330" cy="197"/>
            </a:xfrm>
            <a:custGeom>
              <a:avLst/>
              <a:pathLst>
                <a:path w="330" h="197">
                  <a:moveTo>
                    <a:pt x="99" y="0"/>
                  </a:moveTo>
                  <a:lnTo>
                    <a:pt x="330" y="135"/>
                  </a:lnTo>
                  <a:lnTo>
                    <a:pt x="0" y="19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h116"/>
            <p:cNvSpPr/>
            <p:nvPr/>
          </p:nvSpPr>
          <p:spPr>
            <a:xfrm>
              <a:off x="1225371" y="2163710"/>
              <a:ext cx="2801" cy="4095"/>
            </a:xfrm>
            <a:custGeom>
              <a:avLst/>
              <a:pathLst>
                <a:path w="2801" h="4095">
                  <a:moveTo>
                    <a:pt x="291" y="1398"/>
                  </a:moveTo>
                  <a:lnTo>
                    <a:pt x="1320" y="240"/>
                  </a:lnTo>
                  <a:lnTo>
                    <a:pt x="2794" y="0"/>
                  </a:lnTo>
                  <a:lnTo>
                    <a:pt x="2801" y="4095"/>
                  </a:lnTo>
                  <a:lnTo>
                    <a:pt x="879" y="3925"/>
                  </a:lnTo>
                  <a:lnTo>
                    <a:pt x="0" y="227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h117"/>
            <p:cNvSpPr/>
            <p:nvPr/>
          </p:nvSpPr>
          <p:spPr>
            <a:xfrm>
              <a:off x="1261480" y="2282680"/>
              <a:ext cx="155" cy="98"/>
            </a:xfrm>
            <a:custGeom>
              <a:avLst/>
              <a:pathLst>
                <a:path w="155" h="98">
                  <a:moveTo>
                    <a:pt x="0" y="0"/>
                  </a:moveTo>
                  <a:lnTo>
                    <a:pt x="155" y="9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h118"/>
            <p:cNvSpPr/>
            <p:nvPr/>
          </p:nvSpPr>
          <p:spPr>
            <a:xfrm>
              <a:off x="1258486" y="227187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h119"/>
            <p:cNvSpPr/>
            <p:nvPr/>
          </p:nvSpPr>
          <p:spPr>
            <a:xfrm>
              <a:off x="1239382" y="2236605"/>
              <a:ext cx="281" cy="485"/>
            </a:xfrm>
            <a:custGeom>
              <a:avLst/>
              <a:pathLst>
                <a:path w="281" h="485">
                  <a:moveTo>
                    <a:pt x="173" y="485"/>
                  </a:moveTo>
                  <a:lnTo>
                    <a:pt x="0" y="0"/>
                  </a:lnTo>
                  <a:lnTo>
                    <a:pt x="281" y="18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h120"/>
            <p:cNvSpPr/>
            <p:nvPr/>
          </p:nvSpPr>
          <p:spPr>
            <a:xfrm>
              <a:off x="1278691" y="2222989"/>
              <a:ext cx="5483" cy="15265"/>
            </a:xfrm>
            <a:custGeom>
              <a:avLst/>
              <a:pathLst>
                <a:path w="5483" h="15265">
                  <a:moveTo>
                    <a:pt x="838" y="3909"/>
                  </a:moveTo>
                  <a:lnTo>
                    <a:pt x="3247" y="158"/>
                  </a:lnTo>
                  <a:lnTo>
                    <a:pt x="4266" y="0"/>
                  </a:lnTo>
                  <a:lnTo>
                    <a:pt x="5483" y="14671"/>
                  </a:lnTo>
                  <a:lnTo>
                    <a:pt x="4842" y="15265"/>
                  </a:lnTo>
                  <a:lnTo>
                    <a:pt x="1828" y="13807"/>
                  </a:lnTo>
                  <a:lnTo>
                    <a:pt x="0" y="841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h121"/>
            <p:cNvSpPr/>
            <p:nvPr/>
          </p:nvSpPr>
          <p:spPr>
            <a:xfrm>
              <a:off x="1249061" y="2220802"/>
              <a:ext cx="5125" cy="8478"/>
            </a:xfrm>
            <a:custGeom>
              <a:avLst/>
              <a:pathLst>
                <a:path w="5125" h="8478">
                  <a:moveTo>
                    <a:pt x="2932" y="8478"/>
                  </a:moveTo>
                  <a:lnTo>
                    <a:pt x="1023" y="6441"/>
                  </a:lnTo>
                  <a:lnTo>
                    <a:pt x="0" y="926"/>
                  </a:lnTo>
                  <a:lnTo>
                    <a:pt x="2851" y="0"/>
                  </a:lnTo>
                  <a:lnTo>
                    <a:pt x="4764" y="2892"/>
                  </a:lnTo>
                  <a:lnTo>
                    <a:pt x="5125" y="4811"/>
                  </a:lnTo>
                  <a:lnTo>
                    <a:pt x="5020" y="602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h122"/>
            <p:cNvSpPr/>
            <p:nvPr/>
          </p:nvSpPr>
          <p:spPr>
            <a:xfrm>
              <a:off x="1250994" y="2216956"/>
              <a:ext cx="135" cy="647"/>
            </a:xfrm>
            <a:custGeom>
              <a:avLst/>
              <a:pathLst>
                <a:path w="135" h="647">
                  <a:moveTo>
                    <a:pt x="0" y="486"/>
                  </a:moveTo>
                  <a:lnTo>
                    <a:pt x="104" y="0"/>
                  </a:lnTo>
                  <a:lnTo>
                    <a:pt x="135" y="64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h123"/>
            <p:cNvSpPr/>
            <p:nvPr/>
          </p:nvSpPr>
          <p:spPr>
            <a:xfrm>
              <a:off x="1250374" y="2216938"/>
              <a:ext cx="154" cy="274"/>
            </a:xfrm>
            <a:custGeom>
              <a:avLst/>
              <a:pathLst>
                <a:path w="154" h="274">
                  <a:moveTo>
                    <a:pt x="0" y="0"/>
                  </a:moveTo>
                  <a:lnTo>
                    <a:pt x="154" y="75"/>
                  </a:lnTo>
                  <a:lnTo>
                    <a:pt x="139" y="27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h124"/>
            <p:cNvSpPr/>
            <p:nvPr/>
          </p:nvSpPr>
          <p:spPr>
            <a:xfrm>
              <a:off x="1229538" y="2174293"/>
              <a:ext cx="21163" cy="33205"/>
            </a:xfrm>
            <a:custGeom>
              <a:avLst/>
              <a:pathLst>
                <a:path w="21163" h="33205">
                  <a:moveTo>
                    <a:pt x="9885" y="17266"/>
                  </a:moveTo>
                  <a:lnTo>
                    <a:pt x="4593" y="26499"/>
                  </a:lnTo>
                  <a:lnTo>
                    <a:pt x="3051" y="33205"/>
                  </a:lnTo>
                  <a:lnTo>
                    <a:pt x="299" y="30886"/>
                  </a:lnTo>
                  <a:lnTo>
                    <a:pt x="0" y="27498"/>
                  </a:lnTo>
                  <a:lnTo>
                    <a:pt x="5108" y="13688"/>
                  </a:lnTo>
                  <a:lnTo>
                    <a:pt x="7330" y="11159"/>
                  </a:lnTo>
                  <a:lnTo>
                    <a:pt x="8851" y="4399"/>
                  </a:lnTo>
                  <a:lnTo>
                    <a:pt x="10336" y="2496"/>
                  </a:lnTo>
                  <a:lnTo>
                    <a:pt x="14721" y="430"/>
                  </a:lnTo>
                  <a:lnTo>
                    <a:pt x="21122" y="0"/>
                  </a:lnTo>
                  <a:lnTo>
                    <a:pt x="21163" y="1183"/>
                  </a:lnTo>
                  <a:lnTo>
                    <a:pt x="19048" y="6631"/>
                  </a:lnTo>
                  <a:lnTo>
                    <a:pt x="19383" y="9049"/>
                  </a:lnTo>
                  <a:lnTo>
                    <a:pt x="17624" y="10609"/>
                  </a:lnTo>
                  <a:lnTo>
                    <a:pt x="14255" y="1124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h125"/>
            <p:cNvSpPr/>
            <p:nvPr/>
          </p:nvSpPr>
          <p:spPr>
            <a:xfrm>
              <a:off x="1237411" y="2176308"/>
              <a:ext cx="330" cy="290"/>
            </a:xfrm>
            <a:custGeom>
              <a:avLst/>
              <a:pathLst>
                <a:path w="330" h="290">
                  <a:moveTo>
                    <a:pt x="0" y="146"/>
                  </a:moveTo>
                  <a:lnTo>
                    <a:pt x="44" y="0"/>
                  </a:lnTo>
                  <a:lnTo>
                    <a:pt x="330" y="29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h126"/>
            <p:cNvSpPr/>
            <p:nvPr/>
          </p:nvSpPr>
          <p:spPr>
            <a:xfrm>
              <a:off x="1341093" y="2497312"/>
              <a:ext cx="85749" cy="103083"/>
            </a:xfrm>
            <a:custGeom>
              <a:avLst/>
              <a:pathLst>
                <a:path w="85749" h="103083">
                  <a:moveTo>
                    <a:pt x="80373" y="19386"/>
                  </a:moveTo>
                  <a:lnTo>
                    <a:pt x="80239" y="21210"/>
                  </a:lnTo>
                  <a:lnTo>
                    <a:pt x="84731" y="28980"/>
                  </a:lnTo>
                  <a:lnTo>
                    <a:pt x="85749" y="36498"/>
                  </a:lnTo>
                  <a:lnTo>
                    <a:pt x="85627" y="42291"/>
                  </a:lnTo>
                  <a:lnTo>
                    <a:pt x="85373" y="49583"/>
                  </a:lnTo>
                  <a:lnTo>
                    <a:pt x="83640" y="57273"/>
                  </a:lnTo>
                  <a:lnTo>
                    <a:pt x="80579" y="63691"/>
                  </a:lnTo>
                  <a:lnTo>
                    <a:pt x="70574" y="74615"/>
                  </a:lnTo>
                  <a:lnTo>
                    <a:pt x="65549" y="77593"/>
                  </a:lnTo>
                  <a:lnTo>
                    <a:pt x="54227" y="80053"/>
                  </a:lnTo>
                  <a:lnTo>
                    <a:pt x="48487" y="83857"/>
                  </a:lnTo>
                  <a:lnTo>
                    <a:pt x="47419" y="87414"/>
                  </a:lnTo>
                  <a:lnTo>
                    <a:pt x="46153" y="88818"/>
                  </a:lnTo>
                  <a:lnTo>
                    <a:pt x="42661" y="89510"/>
                  </a:lnTo>
                  <a:lnTo>
                    <a:pt x="38274" y="91872"/>
                  </a:lnTo>
                  <a:lnTo>
                    <a:pt x="36724" y="93631"/>
                  </a:lnTo>
                  <a:lnTo>
                    <a:pt x="36388" y="95810"/>
                  </a:lnTo>
                  <a:lnTo>
                    <a:pt x="32006" y="99584"/>
                  </a:lnTo>
                  <a:lnTo>
                    <a:pt x="25897" y="100244"/>
                  </a:lnTo>
                  <a:lnTo>
                    <a:pt x="24141" y="102061"/>
                  </a:lnTo>
                  <a:lnTo>
                    <a:pt x="25570" y="102721"/>
                  </a:lnTo>
                  <a:lnTo>
                    <a:pt x="22865" y="103083"/>
                  </a:lnTo>
                  <a:lnTo>
                    <a:pt x="16986" y="102641"/>
                  </a:lnTo>
                  <a:lnTo>
                    <a:pt x="14884" y="101577"/>
                  </a:lnTo>
                  <a:lnTo>
                    <a:pt x="11021" y="98315"/>
                  </a:lnTo>
                  <a:lnTo>
                    <a:pt x="7032" y="93180"/>
                  </a:lnTo>
                  <a:lnTo>
                    <a:pt x="1894" y="82587"/>
                  </a:lnTo>
                  <a:lnTo>
                    <a:pt x="0" y="70243"/>
                  </a:lnTo>
                  <a:lnTo>
                    <a:pt x="21184" y="67128"/>
                  </a:lnTo>
                  <a:lnTo>
                    <a:pt x="24150" y="48257"/>
                  </a:lnTo>
                  <a:lnTo>
                    <a:pt x="32087" y="12617"/>
                  </a:lnTo>
                  <a:lnTo>
                    <a:pt x="54989" y="0"/>
                  </a:lnTo>
                  <a:lnTo>
                    <a:pt x="55066" y="1233"/>
                  </a:lnTo>
                  <a:lnTo>
                    <a:pt x="57407" y="3569"/>
                  </a:lnTo>
                  <a:lnTo>
                    <a:pt x="75792" y="12493"/>
                  </a:lnTo>
                  <a:lnTo>
                    <a:pt x="81833" y="1668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h127"/>
            <p:cNvSpPr/>
            <p:nvPr/>
          </p:nvSpPr>
          <p:spPr>
            <a:xfrm>
              <a:off x="1165015" y="2305473"/>
              <a:ext cx="231463" cy="262082"/>
            </a:xfrm>
            <a:custGeom>
              <a:avLst/>
              <a:pathLst>
                <a:path w="231463" h="262082">
                  <a:moveTo>
                    <a:pt x="122744" y="33775"/>
                  </a:moveTo>
                  <a:lnTo>
                    <a:pt x="124068" y="36448"/>
                  </a:lnTo>
                  <a:lnTo>
                    <a:pt x="123211" y="42124"/>
                  </a:lnTo>
                  <a:lnTo>
                    <a:pt x="114880" y="54244"/>
                  </a:lnTo>
                  <a:lnTo>
                    <a:pt x="113057" y="60857"/>
                  </a:lnTo>
                  <a:lnTo>
                    <a:pt x="112812" y="69565"/>
                  </a:lnTo>
                  <a:lnTo>
                    <a:pt x="113582" y="74464"/>
                  </a:lnTo>
                  <a:lnTo>
                    <a:pt x="118209" y="81579"/>
                  </a:lnTo>
                  <a:lnTo>
                    <a:pt x="117027" y="88940"/>
                  </a:lnTo>
                  <a:lnTo>
                    <a:pt x="118042" y="95317"/>
                  </a:lnTo>
                  <a:lnTo>
                    <a:pt x="125627" y="109206"/>
                  </a:lnTo>
                  <a:lnTo>
                    <a:pt x="131407" y="115283"/>
                  </a:lnTo>
                  <a:lnTo>
                    <a:pt x="134568" y="116702"/>
                  </a:lnTo>
                  <a:lnTo>
                    <a:pt x="150344" y="121340"/>
                  </a:lnTo>
                  <a:lnTo>
                    <a:pt x="159387" y="121576"/>
                  </a:lnTo>
                  <a:lnTo>
                    <a:pt x="158887" y="122897"/>
                  </a:lnTo>
                  <a:lnTo>
                    <a:pt x="153632" y="124854"/>
                  </a:lnTo>
                  <a:lnTo>
                    <a:pt x="149247" y="121494"/>
                  </a:lnTo>
                  <a:lnTo>
                    <a:pt x="146344" y="121464"/>
                  </a:lnTo>
                  <a:lnTo>
                    <a:pt x="147793" y="129721"/>
                  </a:lnTo>
                  <a:lnTo>
                    <a:pt x="150693" y="130556"/>
                  </a:lnTo>
                  <a:lnTo>
                    <a:pt x="155288" y="129744"/>
                  </a:lnTo>
                  <a:lnTo>
                    <a:pt x="161789" y="121908"/>
                  </a:lnTo>
                  <a:lnTo>
                    <a:pt x="162661" y="117144"/>
                  </a:lnTo>
                  <a:lnTo>
                    <a:pt x="160598" y="112878"/>
                  </a:lnTo>
                  <a:lnTo>
                    <a:pt x="158638" y="103242"/>
                  </a:lnTo>
                  <a:lnTo>
                    <a:pt x="159609" y="101535"/>
                  </a:lnTo>
                  <a:lnTo>
                    <a:pt x="164035" y="98773"/>
                  </a:lnTo>
                  <a:lnTo>
                    <a:pt x="171544" y="100272"/>
                  </a:lnTo>
                  <a:lnTo>
                    <a:pt x="173306" y="105779"/>
                  </a:lnTo>
                  <a:lnTo>
                    <a:pt x="176881" y="110446"/>
                  </a:lnTo>
                  <a:lnTo>
                    <a:pt x="182673" y="115335"/>
                  </a:lnTo>
                  <a:lnTo>
                    <a:pt x="187789" y="118035"/>
                  </a:lnTo>
                  <a:lnTo>
                    <a:pt x="197247" y="125977"/>
                  </a:lnTo>
                  <a:lnTo>
                    <a:pt x="199280" y="141270"/>
                  </a:lnTo>
                  <a:lnTo>
                    <a:pt x="205711" y="143553"/>
                  </a:lnTo>
                  <a:lnTo>
                    <a:pt x="211479" y="142622"/>
                  </a:lnTo>
                  <a:lnTo>
                    <a:pt x="218339" y="140095"/>
                  </a:lnTo>
                  <a:lnTo>
                    <a:pt x="220769" y="145322"/>
                  </a:lnTo>
                  <a:lnTo>
                    <a:pt x="218991" y="148735"/>
                  </a:lnTo>
                  <a:lnTo>
                    <a:pt x="216724" y="149957"/>
                  </a:lnTo>
                  <a:lnTo>
                    <a:pt x="216106" y="156756"/>
                  </a:lnTo>
                  <a:lnTo>
                    <a:pt x="217522" y="159716"/>
                  </a:lnTo>
                  <a:lnTo>
                    <a:pt x="223470" y="164721"/>
                  </a:lnTo>
                  <a:lnTo>
                    <a:pt x="229501" y="172804"/>
                  </a:lnTo>
                  <a:lnTo>
                    <a:pt x="230417" y="178012"/>
                  </a:lnTo>
                  <a:lnTo>
                    <a:pt x="229671" y="183078"/>
                  </a:lnTo>
                  <a:lnTo>
                    <a:pt x="231463" y="189144"/>
                  </a:lnTo>
                  <a:lnTo>
                    <a:pt x="231066" y="191839"/>
                  </a:lnTo>
                  <a:lnTo>
                    <a:pt x="208165" y="204456"/>
                  </a:lnTo>
                  <a:lnTo>
                    <a:pt x="200227" y="240096"/>
                  </a:lnTo>
                  <a:lnTo>
                    <a:pt x="197261" y="258967"/>
                  </a:lnTo>
                  <a:lnTo>
                    <a:pt x="176077" y="262082"/>
                  </a:lnTo>
                  <a:lnTo>
                    <a:pt x="172911" y="246592"/>
                  </a:lnTo>
                  <a:lnTo>
                    <a:pt x="171682" y="234811"/>
                  </a:lnTo>
                  <a:lnTo>
                    <a:pt x="165396" y="223708"/>
                  </a:lnTo>
                  <a:lnTo>
                    <a:pt x="164486" y="219927"/>
                  </a:lnTo>
                  <a:lnTo>
                    <a:pt x="161369" y="213494"/>
                  </a:lnTo>
                  <a:lnTo>
                    <a:pt x="155201" y="203308"/>
                  </a:lnTo>
                  <a:lnTo>
                    <a:pt x="147620" y="196524"/>
                  </a:lnTo>
                  <a:lnTo>
                    <a:pt x="127573" y="185862"/>
                  </a:lnTo>
                  <a:lnTo>
                    <a:pt x="121189" y="180862"/>
                  </a:lnTo>
                  <a:lnTo>
                    <a:pt x="113161" y="172335"/>
                  </a:lnTo>
                  <a:lnTo>
                    <a:pt x="97493" y="151913"/>
                  </a:lnTo>
                  <a:lnTo>
                    <a:pt x="73849" y="126375"/>
                  </a:lnTo>
                  <a:lnTo>
                    <a:pt x="49349" y="108226"/>
                  </a:lnTo>
                  <a:lnTo>
                    <a:pt x="27501" y="94063"/>
                  </a:lnTo>
                  <a:lnTo>
                    <a:pt x="36550" y="99265"/>
                  </a:lnTo>
                  <a:lnTo>
                    <a:pt x="33936" y="97021"/>
                  </a:lnTo>
                  <a:lnTo>
                    <a:pt x="22572" y="90428"/>
                  </a:lnTo>
                  <a:lnTo>
                    <a:pt x="21751" y="87699"/>
                  </a:lnTo>
                  <a:lnTo>
                    <a:pt x="17237" y="82020"/>
                  </a:lnTo>
                  <a:lnTo>
                    <a:pt x="15466" y="81366"/>
                  </a:lnTo>
                  <a:lnTo>
                    <a:pt x="11897" y="81797"/>
                  </a:lnTo>
                  <a:lnTo>
                    <a:pt x="10544" y="80988"/>
                  </a:lnTo>
                  <a:lnTo>
                    <a:pt x="7494" y="77407"/>
                  </a:lnTo>
                  <a:lnTo>
                    <a:pt x="5305" y="63092"/>
                  </a:lnTo>
                  <a:lnTo>
                    <a:pt x="3082" y="60187"/>
                  </a:lnTo>
                  <a:lnTo>
                    <a:pt x="0" y="58145"/>
                  </a:lnTo>
                  <a:lnTo>
                    <a:pt x="102781" y="0"/>
                  </a:lnTo>
                  <a:lnTo>
                    <a:pt x="106053" y="2023"/>
                  </a:lnTo>
                  <a:lnTo>
                    <a:pt x="113732" y="8829"/>
                  </a:lnTo>
                  <a:lnTo>
                    <a:pt x="114729" y="15316"/>
                  </a:lnTo>
                  <a:lnTo>
                    <a:pt x="120849" y="2529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h128"/>
            <p:cNvSpPr/>
            <p:nvPr/>
          </p:nvSpPr>
          <p:spPr>
            <a:xfrm>
              <a:off x="1164713" y="2391049"/>
              <a:ext cx="27477" cy="8256"/>
            </a:xfrm>
            <a:custGeom>
              <a:avLst/>
              <a:pathLst>
                <a:path w="27477" h="8256">
                  <a:moveTo>
                    <a:pt x="17464" y="3566"/>
                  </a:moveTo>
                  <a:lnTo>
                    <a:pt x="11000" y="1634"/>
                  </a:lnTo>
                  <a:lnTo>
                    <a:pt x="7688" y="1493"/>
                  </a:lnTo>
                  <a:lnTo>
                    <a:pt x="736" y="2810"/>
                  </a:lnTo>
                  <a:lnTo>
                    <a:pt x="0" y="2073"/>
                  </a:lnTo>
                  <a:lnTo>
                    <a:pt x="1928" y="0"/>
                  </a:lnTo>
                  <a:lnTo>
                    <a:pt x="3502" y="945"/>
                  </a:lnTo>
                  <a:lnTo>
                    <a:pt x="6763" y="75"/>
                  </a:lnTo>
                  <a:lnTo>
                    <a:pt x="11906" y="607"/>
                  </a:lnTo>
                  <a:lnTo>
                    <a:pt x="16482" y="2208"/>
                  </a:lnTo>
                  <a:lnTo>
                    <a:pt x="27477" y="825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h129"/>
            <p:cNvSpPr/>
            <p:nvPr/>
          </p:nvSpPr>
          <p:spPr>
            <a:xfrm>
              <a:off x="1316696" y="2386023"/>
              <a:ext cx="1171" cy="774"/>
            </a:xfrm>
            <a:custGeom>
              <a:avLst/>
              <a:pathLst>
                <a:path w="1171" h="774">
                  <a:moveTo>
                    <a:pt x="813" y="588"/>
                  </a:moveTo>
                  <a:lnTo>
                    <a:pt x="0" y="774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h130"/>
            <p:cNvSpPr/>
            <p:nvPr/>
          </p:nvSpPr>
          <p:spPr>
            <a:xfrm>
              <a:off x="1298070" y="2338087"/>
              <a:ext cx="2560" cy="3498"/>
            </a:xfrm>
            <a:custGeom>
              <a:avLst/>
              <a:pathLst>
                <a:path w="2560" h="3498">
                  <a:moveTo>
                    <a:pt x="2109" y="0"/>
                  </a:moveTo>
                  <a:lnTo>
                    <a:pt x="2560" y="490"/>
                  </a:lnTo>
                  <a:lnTo>
                    <a:pt x="2201" y="3498"/>
                  </a:lnTo>
                  <a:lnTo>
                    <a:pt x="0" y="1895"/>
                  </a:lnTo>
                  <a:lnTo>
                    <a:pt x="752" y="68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h131"/>
            <p:cNvSpPr/>
            <p:nvPr/>
          </p:nvSpPr>
          <p:spPr>
            <a:xfrm>
              <a:off x="1299062" y="233672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h132"/>
            <p:cNvSpPr/>
            <p:nvPr/>
          </p:nvSpPr>
          <p:spPr>
            <a:xfrm>
              <a:off x="1296414" y="2333458"/>
              <a:ext cx="48" cy="362"/>
            </a:xfrm>
            <a:custGeom>
              <a:avLst/>
              <a:pathLst>
                <a:path w="48" h="362">
                  <a:moveTo>
                    <a:pt x="0" y="362"/>
                  </a:moveTo>
                  <a:lnTo>
                    <a:pt x="4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h133"/>
            <p:cNvSpPr/>
            <p:nvPr/>
          </p:nvSpPr>
          <p:spPr>
            <a:xfrm>
              <a:off x="1284325" y="2302917"/>
              <a:ext cx="21444" cy="31943"/>
            </a:xfrm>
            <a:custGeom>
              <a:avLst/>
              <a:pathLst>
                <a:path w="21444" h="31943">
                  <a:moveTo>
                    <a:pt x="14948" y="10354"/>
                  </a:moveTo>
                  <a:lnTo>
                    <a:pt x="17478" y="16282"/>
                  </a:lnTo>
                  <a:lnTo>
                    <a:pt x="16710" y="20714"/>
                  </a:lnTo>
                  <a:lnTo>
                    <a:pt x="19121" y="26875"/>
                  </a:lnTo>
                  <a:lnTo>
                    <a:pt x="21444" y="30348"/>
                  </a:lnTo>
                  <a:lnTo>
                    <a:pt x="20802" y="31065"/>
                  </a:lnTo>
                  <a:lnTo>
                    <a:pt x="14588" y="31943"/>
                  </a:lnTo>
                  <a:lnTo>
                    <a:pt x="15883" y="29525"/>
                  </a:lnTo>
                  <a:lnTo>
                    <a:pt x="8617" y="24015"/>
                  </a:lnTo>
                  <a:lnTo>
                    <a:pt x="6214" y="19328"/>
                  </a:lnTo>
                  <a:lnTo>
                    <a:pt x="4345" y="11698"/>
                  </a:lnTo>
                  <a:lnTo>
                    <a:pt x="237" y="9552"/>
                  </a:lnTo>
                  <a:lnTo>
                    <a:pt x="0" y="6710"/>
                  </a:lnTo>
                  <a:lnTo>
                    <a:pt x="1636" y="0"/>
                  </a:lnTo>
                  <a:lnTo>
                    <a:pt x="3038" y="1646"/>
                  </a:lnTo>
                  <a:lnTo>
                    <a:pt x="3495" y="4447"/>
                  </a:lnTo>
                  <a:lnTo>
                    <a:pt x="5708" y="714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h134"/>
            <p:cNvSpPr/>
            <p:nvPr/>
          </p:nvSpPr>
          <p:spPr>
            <a:xfrm>
              <a:off x="1309283" y="2303014"/>
              <a:ext cx="220" cy="450"/>
            </a:xfrm>
            <a:custGeom>
              <a:avLst/>
              <a:pathLst>
                <a:path w="220" h="450">
                  <a:moveTo>
                    <a:pt x="0" y="450"/>
                  </a:moveTo>
                  <a:lnTo>
                    <a:pt x="83" y="0"/>
                  </a:lnTo>
                  <a:lnTo>
                    <a:pt x="220" y="35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h135"/>
            <p:cNvSpPr/>
            <p:nvPr/>
          </p:nvSpPr>
          <p:spPr>
            <a:xfrm>
              <a:off x="1371897" y="2403632"/>
              <a:ext cx="15241" cy="32153"/>
            </a:xfrm>
            <a:custGeom>
              <a:avLst/>
              <a:pathLst>
                <a:path w="15241" h="32153">
                  <a:moveTo>
                    <a:pt x="1390" y="14907"/>
                  </a:moveTo>
                  <a:lnTo>
                    <a:pt x="0" y="5894"/>
                  </a:lnTo>
                  <a:lnTo>
                    <a:pt x="804" y="0"/>
                  </a:lnTo>
                  <a:lnTo>
                    <a:pt x="5674" y="8546"/>
                  </a:lnTo>
                  <a:lnTo>
                    <a:pt x="10733" y="20052"/>
                  </a:lnTo>
                  <a:lnTo>
                    <a:pt x="13301" y="23135"/>
                  </a:lnTo>
                  <a:lnTo>
                    <a:pt x="15241" y="30179"/>
                  </a:lnTo>
                  <a:lnTo>
                    <a:pt x="14884" y="32153"/>
                  </a:lnTo>
                  <a:lnTo>
                    <a:pt x="8536" y="30334"/>
                  </a:lnTo>
                  <a:lnTo>
                    <a:pt x="4362" y="2500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h136"/>
            <p:cNvSpPr/>
            <p:nvPr/>
          </p:nvSpPr>
          <p:spPr>
            <a:xfrm>
              <a:off x="1323233" y="2412230"/>
              <a:ext cx="527" cy="403"/>
            </a:xfrm>
            <a:custGeom>
              <a:avLst/>
              <a:pathLst>
                <a:path w="527" h="403">
                  <a:moveTo>
                    <a:pt x="527" y="110"/>
                  </a:moveTo>
                  <a:lnTo>
                    <a:pt x="0" y="403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h137"/>
            <p:cNvSpPr/>
            <p:nvPr/>
          </p:nvSpPr>
          <p:spPr>
            <a:xfrm>
              <a:off x="1319345" y="2389941"/>
              <a:ext cx="151" cy="36"/>
            </a:xfrm>
            <a:custGeom>
              <a:avLst/>
              <a:pathLst>
                <a:path w="151" h="36">
                  <a:moveTo>
                    <a:pt x="0" y="0"/>
                  </a:moveTo>
                  <a:lnTo>
                    <a:pt x="151" y="3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h138"/>
            <p:cNvSpPr/>
            <p:nvPr/>
          </p:nvSpPr>
          <p:spPr>
            <a:xfrm>
              <a:off x="1318073" y="2380435"/>
              <a:ext cx="12854" cy="17064"/>
            </a:xfrm>
            <a:custGeom>
              <a:avLst/>
              <a:pathLst>
                <a:path w="12854" h="17064">
                  <a:moveTo>
                    <a:pt x="7960" y="16315"/>
                  </a:moveTo>
                  <a:lnTo>
                    <a:pt x="5246" y="17064"/>
                  </a:lnTo>
                  <a:lnTo>
                    <a:pt x="3774" y="12286"/>
                  </a:lnTo>
                  <a:lnTo>
                    <a:pt x="4122" y="10217"/>
                  </a:lnTo>
                  <a:lnTo>
                    <a:pt x="0" y="1372"/>
                  </a:lnTo>
                  <a:lnTo>
                    <a:pt x="5523" y="0"/>
                  </a:lnTo>
                  <a:lnTo>
                    <a:pt x="7658" y="1164"/>
                  </a:lnTo>
                  <a:lnTo>
                    <a:pt x="12854" y="8115"/>
                  </a:lnTo>
                  <a:lnTo>
                    <a:pt x="10019" y="1381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h139"/>
            <p:cNvSpPr/>
            <p:nvPr/>
          </p:nvSpPr>
          <p:spPr>
            <a:xfrm>
              <a:off x="1318975" y="2388750"/>
              <a:ext cx="776" cy="73"/>
            </a:xfrm>
            <a:custGeom>
              <a:avLst/>
              <a:pathLst>
                <a:path w="776" h="73">
                  <a:moveTo>
                    <a:pt x="776" y="0"/>
                  </a:moveTo>
                  <a:lnTo>
                    <a:pt x="0" y="7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h140"/>
            <p:cNvSpPr/>
            <p:nvPr/>
          </p:nvSpPr>
          <p:spPr>
            <a:xfrm>
              <a:off x="1316503" y="2372489"/>
              <a:ext cx="6403" cy="7943"/>
            </a:xfrm>
            <a:custGeom>
              <a:avLst/>
              <a:pathLst>
                <a:path w="6403" h="7943">
                  <a:moveTo>
                    <a:pt x="2759" y="3514"/>
                  </a:moveTo>
                  <a:lnTo>
                    <a:pt x="0" y="3145"/>
                  </a:lnTo>
                  <a:lnTo>
                    <a:pt x="1792" y="533"/>
                  </a:lnTo>
                  <a:lnTo>
                    <a:pt x="3103" y="0"/>
                  </a:lnTo>
                  <a:lnTo>
                    <a:pt x="6403" y="4945"/>
                  </a:lnTo>
                  <a:lnTo>
                    <a:pt x="5432" y="7943"/>
                  </a:lnTo>
                  <a:lnTo>
                    <a:pt x="1751" y="6991"/>
                  </a:lnTo>
                  <a:lnTo>
                    <a:pt x="2737" y="617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h141"/>
            <p:cNvSpPr/>
            <p:nvPr/>
          </p:nvSpPr>
          <p:spPr>
            <a:xfrm>
              <a:off x="1318088" y="2371259"/>
              <a:ext cx="589" cy="148"/>
            </a:xfrm>
            <a:custGeom>
              <a:avLst/>
              <a:pathLst>
                <a:path w="589" h="148">
                  <a:moveTo>
                    <a:pt x="0" y="148"/>
                  </a:moveTo>
                  <a:lnTo>
                    <a:pt x="169" y="0"/>
                  </a:lnTo>
                  <a:lnTo>
                    <a:pt x="589" y="5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h142"/>
            <p:cNvSpPr/>
            <p:nvPr/>
          </p:nvSpPr>
          <p:spPr>
            <a:xfrm>
              <a:off x="1094514" y="2270917"/>
              <a:ext cx="25541" cy="95166"/>
            </a:xfrm>
            <a:custGeom>
              <a:avLst/>
              <a:pathLst>
                <a:path w="25541" h="95166">
                  <a:moveTo>
                    <a:pt x="14019" y="38999"/>
                  </a:moveTo>
                  <a:lnTo>
                    <a:pt x="13571" y="39978"/>
                  </a:lnTo>
                  <a:lnTo>
                    <a:pt x="14066" y="43332"/>
                  </a:lnTo>
                  <a:lnTo>
                    <a:pt x="15872" y="45812"/>
                  </a:lnTo>
                  <a:lnTo>
                    <a:pt x="14442" y="48931"/>
                  </a:lnTo>
                  <a:lnTo>
                    <a:pt x="13077" y="47935"/>
                  </a:lnTo>
                  <a:lnTo>
                    <a:pt x="11068" y="51957"/>
                  </a:lnTo>
                  <a:lnTo>
                    <a:pt x="9154" y="54057"/>
                  </a:lnTo>
                  <a:lnTo>
                    <a:pt x="10033" y="56736"/>
                  </a:lnTo>
                  <a:lnTo>
                    <a:pt x="18013" y="69169"/>
                  </a:lnTo>
                  <a:lnTo>
                    <a:pt x="19840" y="75335"/>
                  </a:lnTo>
                  <a:lnTo>
                    <a:pt x="16161" y="80180"/>
                  </a:lnTo>
                  <a:lnTo>
                    <a:pt x="16579" y="82244"/>
                  </a:lnTo>
                  <a:lnTo>
                    <a:pt x="20645" y="84951"/>
                  </a:lnTo>
                  <a:lnTo>
                    <a:pt x="25541" y="93237"/>
                  </a:lnTo>
                  <a:lnTo>
                    <a:pt x="25223" y="95166"/>
                  </a:lnTo>
                  <a:lnTo>
                    <a:pt x="23353" y="94786"/>
                  </a:lnTo>
                  <a:lnTo>
                    <a:pt x="20312" y="92514"/>
                  </a:lnTo>
                  <a:lnTo>
                    <a:pt x="20572" y="90499"/>
                  </a:lnTo>
                  <a:lnTo>
                    <a:pt x="19151" y="86993"/>
                  </a:lnTo>
                  <a:lnTo>
                    <a:pt x="12506" y="79603"/>
                  </a:lnTo>
                  <a:lnTo>
                    <a:pt x="13600" y="77293"/>
                  </a:lnTo>
                  <a:lnTo>
                    <a:pt x="15907" y="77850"/>
                  </a:lnTo>
                  <a:lnTo>
                    <a:pt x="17329" y="75390"/>
                  </a:lnTo>
                  <a:lnTo>
                    <a:pt x="17329" y="70779"/>
                  </a:lnTo>
                  <a:lnTo>
                    <a:pt x="15896" y="67735"/>
                  </a:lnTo>
                  <a:lnTo>
                    <a:pt x="11941" y="63669"/>
                  </a:lnTo>
                  <a:lnTo>
                    <a:pt x="9066" y="61878"/>
                  </a:lnTo>
                  <a:lnTo>
                    <a:pt x="3453" y="61680"/>
                  </a:lnTo>
                  <a:lnTo>
                    <a:pt x="1671" y="62800"/>
                  </a:lnTo>
                  <a:lnTo>
                    <a:pt x="0" y="61042"/>
                  </a:lnTo>
                  <a:lnTo>
                    <a:pt x="254" y="57815"/>
                  </a:lnTo>
                  <a:lnTo>
                    <a:pt x="10593" y="35386"/>
                  </a:lnTo>
                  <a:lnTo>
                    <a:pt x="19182" y="12005"/>
                  </a:lnTo>
                  <a:lnTo>
                    <a:pt x="22302" y="1195"/>
                  </a:lnTo>
                  <a:lnTo>
                    <a:pt x="23793" y="0"/>
                  </a:lnTo>
                  <a:lnTo>
                    <a:pt x="23887" y="6544"/>
                  </a:lnTo>
                  <a:lnTo>
                    <a:pt x="19466" y="15597"/>
                  </a:lnTo>
                  <a:lnTo>
                    <a:pt x="18054" y="21212"/>
                  </a:lnTo>
                  <a:lnTo>
                    <a:pt x="16584" y="28432"/>
                  </a:lnTo>
                  <a:lnTo>
                    <a:pt x="17607" y="37163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h143"/>
            <p:cNvSpPr/>
            <p:nvPr/>
          </p:nvSpPr>
          <p:spPr>
            <a:xfrm>
              <a:off x="1117167" y="2241796"/>
              <a:ext cx="6396" cy="26511"/>
            </a:xfrm>
            <a:custGeom>
              <a:avLst/>
              <a:pathLst>
                <a:path w="6396" h="26511">
                  <a:moveTo>
                    <a:pt x="1983" y="26511"/>
                  </a:moveTo>
                  <a:lnTo>
                    <a:pt x="527" y="26201"/>
                  </a:lnTo>
                  <a:lnTo>
                    <a:pt x="0" y="24817"/>
                  </a:lnTo>
                  <a:lnTo>
                    <a:pt x="3380" y="16108"/>
                  </a:lnTo>
                  <a:lnTo>
                    <a:pt x="5638" y="5339"/>
                  </a:lnTo>
                  <a:lnTo>
                    <a:pt x="5592" y="575"/>
                  </a:lnTo>
                  <a:lnTo>
                    <a:pt x="6396" y="0"/>
                  </a:lnTo>
                  <a:lnTo>
                    <a:pt x="6261" y="8200"/>
                  </a:lnTo>
                  <a:lnTo>
                    <a:pt x="4272" y="14956"/>
                  </a:lnTo>
                  <a:lnTo>
                    <a:pt x="4630" y="20468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h144"/>
            <p:cNvSpPr/>
            <p:nvPr/>
          </p:nvSpPr>
          <p:spPr>
            <a:xfrm>
              <a:off x="1123550" y="2216309"/>
              <a:ext cx="2723" cy="24955"/>
            </a:xfrm>
            <a:custGeom>
              <a:avLst/>
              <a:pathLst>
                <a:path w="2723" h="24955">
                  <a:moveTo>
                    <a:pt x="0" y="21923"/>
                  </a:moveTo>
                  <a:lnTo>
                    <a:pt x="2076" y="500"/>
                  </a:lnTo>
                  <a:lnTo>
                    <a:pt x="2723" y="0"/>
                  </a:lnTo>
                  <a:lnTo>
                    <a:pt x="1966" y="6498"/>
                  </a:lnTo>
                  <a:lnTo>
                    <a:pt x="2505" y="9992"/>
                  </a:lnTo>
                  <a:lnTo>
                    <a:pt x="607" y="24955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h145"/>
            <p:cNvSpPr/>
            <p:nvPr/>
          </p:nvSpPr>
          <p:spPr>
            <a:xfrm>
              <a:off x="1125863" y="2368667"/>
              <a:ext cx="35846" cy="29250"/>
            </a:xfrm>
            <a:custGeom>
              <a:avLst/>
              <a:pathLst>
                <a:path w="35846" h="29250">
                  <a:moveTo>
                    <a:pt x="19261" y="3457"/>
                  </a:moveTo>
                  <a:lnTo>
                    <a:pt x="21953" y="9050"/>
                  </a:lnTo>
                  <a:lnTo>
                    <a:pt x="26497" y="9971"/>
                  </a:lnTo>
                  <a:lnTo>
                    <a:pt x="29994" y="12907"/>
                  </a:lnTo>
                  <a:lnTo>
                    <a:pt x="35846" y="25435"/>
                  </a:lnTo>
                  <a:lnTo>
                    <a:pt x="33680" y="29250"/>
                  </a:lnTo>
                  <a:lnTo>
                    <a:pt x="6440" y="4990"/>
                  </a:lnTo>
                  <a:lnTo>
                    <a:pt x="188" y="1747"/>
                  </a:lnTo>
                  <a:lnTo>
                    <a:pt x="0" y="1181"/>
                  </a:lnTo>
                  <a:lnTo>
                    <a:pt x="1860" y="0"/>
                  </a:lnTo>
                  <a:lnTo>
                    <a:pt x="4813" y="1188"/>
                  </a:lnTo>
                  <a:lnTo>
                    <a:pt x="12946" y="2027"/>
                  </a:lnTo>
                  <a:lnTo>
                    <a:pt x="16522" y="1579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h146"/>
            <p:cNvSpPr/>
            <p:nvPr/>
          </p:nvSpPr>
          <p:spPr>
            <a:xfrm>
              <a:off x="1267762" y="2298599"/>
              <a:ext cx="47" cy="179"/>
            </a:xfrm>
            <a:custGeom>
              <a:avLst/>
              <a:pathLst>
                <a:path w="47" h="179">
                  <a:moveTo>
                    <a:pt x="0" y="179"/>
                  </a:moveTo>
                  <a:lnTo>
                    <a:pt x="47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h147"/>
            <p:cNvSpPr/>
            <p:nvPr/>
          </p:nvSpPr>
          <p:spPr>
            <a:xfrm>
              <a:off x="1286925" y="2289833"/>
              <a:ext cx="1220" cy="1449"/>
            </a:xfrm>
            <a:custGeom>
              <a:avLst/>
              <a:pathLst>
                <a:path w="1220" h="1449">
                  <a:moveTo>
                    <a:pt x="0" y="1449"/>
                  </a:moveTo>
                  <a:lnTo>
                    <a:pt x="949" y="0"/>
                  </a:lnTo>
                  <a:lnTo>
                    <a:pt x="1220" y="322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h148"/>
            <p:cNvSpPr/>
            <p:nvPr/>
          </p:nvSpPr>
          <p:spPr>
            <a:xfrm>
              <a:off x="1261772" y="2287624"/>
              <a:ext cx="200" cy="29"/>
            </a:xfrm>
            <a:custGeom>
              <a:avLst/>
              <a:pathLst>
                <a:path w="200" h="29">
                  <a:moveTo>
                    <a:pt x="0" y="29"/>
                  </a:moveTo>
                  <a:lnTo>
                    <a:pt x="200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h149"/>
            <p:cNvSpPr/>
            <p:nvPr/>
          </p:nvSpPr>
          <p:spPr>
            <a:xfrm>
              <a:off x="1283943" y="2276027"/>
              <a:ext cx="5749" cy="6429"/>
            </a:xfrm>
            <a:custGeom>
              <a:avLst/>
              <a:pathLst>
                <a:path w="5749" h="6429">
                  <a:moveTo>
                    <a:pt x="0" y="3482"/>
                  </a:moveTo>
                  <a:lnTo>
                    <a:pt x="564" y="2257"/>
                  </a:lnTo>
                  <a:lnTo>
                    <a:pt x="2494" y="731"/>
                  </a:lnTo>
                  <a:lnTo>
                    <a:pt x="5749" y="0"/>
                  </a:lnTo>
                  <a:lnTo>
                    <a:pt x="5406" y="762"/>
                  </a:lnTo>
                  <a:lnTo>
                    <a:pt x="2831" y="5618"/>
                  </a:lnTo>
                  <a:lnTo>
                    <a:pt x="1731" y="6429"/>
                  </a:lnTo>
                  <a:lnTo>
                    <a:pt x="486" y="6211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h150"/>
            <p:cNvSpPr/>
            <p:nvPr/>
          </p:nvSpPr>
          <p:spPr>
            <a:xfrm>
              <a:off x="1030922" y="2098043"/>
              <a:ext cx="236875" cy="274552"/>
            </a:xfrm>
            <a:custGeom>
              <a:avLst/>
              <a:pathLst>
                <a:path w="236875" h="274552">
                  <a:moveTo>
                    <a:pt x="216872" y="157984"/>
                  </a:moveTo>
                  <a:lnTo>
                    <a:pt x="226007" y="185053"/>
                  </a:lnTo>
                  <a:lnTo>
                    <a:pt x="228237" y="185983"/>
                  </a:lnTo>
                  <a:lnTo>
                    <a:pt x="233062" y="200136"/>
                  </a:lnTo>
                  <a:lnTo>
                    <a:pt x="236875" y="207429"/>
                  </a:lnTo>
                  <a:lnTo>
                    <a:pt x="134093" y="265575"/>
                  </a:lnTo>
                  <a:lnTo>
                    <a:pt x="133143" y="265289"/>
                  </a:lnTo>
                  <a:lnTo>
                    <a:pt x="132362" y="267060"/>
                  </a:lnTo>
                  <a:lnTo>
                    <a:pt x="132982" y="268853"/>
                  </a:lnTo>
                  <a:lnTo>
                    <a:pt x="131846" y="270915"/>
                  </a:lnTo>
                  <a:lnTo>
                    <a:pt x="130562" y="271261"/>
                  </a:lnTo>
                  <a:lnTo>
                    <a:pt x="120651" y="269645"/>
                  </a:lnTo>
                  <a:lnTo>
                    <a:pt x="122226" y="272809"/>
                  </a:lnTo>
                  <a:lnTo>
                    <a:pt x="117548" y="274552"/>
                  </a:lnTo>
                  <a:lnTo>
                    <a:pt x="116967" y="272841"/>
                  </a:lnTo>
                  <a:lnTo>
                    <a:pt x="118116" y="265436"/>
                  </a:lnTo>
                  <a:lnTo>
                    <a:pt x="115828" y="257355"/>
                  </a:lnTo>
                  <a:lnTo>
                    <a:pt x="106964" y="244154"/>
                  </a:lnTo>
                  <a:lnTo>
                    <a:pt x="108179" y="245338"/>
                  </a:lnTo>
                  <a:lnTo>
                    <a:pt x="106564" y="241975"/>
                  </a:lnTo>
                  <a:lnTo>
                    <a:pt x="102132" y="237514"/>
                  </a:lnTo>
                  <a:lnTo>
                    <a:pt x="101043" y="237443"/>
                  </a:lnTo>
                  <a:lnTo>
                    <a:pt x="101112" y="240764"/>
                  </a:lnTo>
                  <a:lnTo>
                    <a:pt x="102267" y="241860"/>
                  </a:lnTo>
                  <a:lnTo>
                    <a:pt x="101849" y="243158"/>
                  </a:lnTo>
                  <a:lnTo>
                    <a:pt x="94071" y="242792"/>
                  </a:lnTo>
                  <a:lnTo>
                    <a:pt x="93714" y="236693"/>
                  </a:lnTo>
                  <a:lnTo>
                    <a:pt x="94868" y="232151"/>
                  </a:lnTo>
                  <a:lnTo>
                    <a:pt x="95579" y="232525"/>
                  </a:lnTo>
                  <a:lnTo>
                    <a:pt x="95577" y="229586"/>
                  </a:lnTo>
                  <a:lnTo>
                    <a:pt x="94774" y="228993"/>
                  </a:lnTo>
                  <a:lnTo>
                    <a:pt x="91768" y="230358"/>
                  </a:lnTo>
                  <a:lnTo>
                    <a:pt x="92779" y="240161"/>
                  </a:lnTo>
                  <a:lnTo>
                    <a:pt x="89903" y="241200"/>
                  </a:lnTo>
                  <a:lnTo>
                    <a:pt x="86432" y="234950"/>
                  </a:lnTo>
                  <a:lnTo>
                    <a:pt x="84198" y="224281"/>
                  </a:lnTo>
                  <a:lnTo>
                    <a:pt x="87942" y="216851"/>
                  </a:lnTo>
                  <a:lnTo>
                    <a:pt x="88202" y="206463"/>
                  </a:lnTo>
                  <a:lnTo>
                    <a:pt x="84699" y="211664"/>
                  </a:lnTo>
                  <a:lnTo>
                    <a:pt x="83118" y="215934"/>
                  </a:lnTo>
                  <a:lnTo>
                    <a:pt x="82713" y="225449"/>
                  </a:lnTo>
                  <a:lnTo>
                    <a:pt x="81144" y="232827"/>
                  </a:lnTo>
                  <a:lnTo>
                    <a:pt x="80076" y="229551"/>
                  </a:lnTo>
                  <a:lnTo>
                    <a:pt x="78510" y="231701"/>
                  </a:lnTo>
                  <a:lnTo>
                    <a:pt x="77411" y="230911"/>
                  </a:lnTo>
                  <a:lnTo>
                    <a:pt x="76240" y="227625"/>
                  </a:lnTo>
                  <a:lnTo>
                    <a:pt x="76593" y="225329"/>
                  </a:lnTo>
                  <a:lnTo>
                    <a:pt x="78513" y="224212"/>
                  </a:lnTo>
                  <a:lnTo>
                    <a:pt x="80445" y="218919"/>
                  </a:lnTo>
                  <a:lnTo>
                    <a:pt x="80530" y="216051"/>
                  </a:lnTo>
                  <a:lnTo>
                    <a:pt x="78071" y="215072"/>
                  </a:lnTo>
                  <a:lnTo>
                    <a:pt x="77883" y="212252"/>
                  </a:lnTo>
                  <a:lnTo>
                    <a:pt x="82567" y="210712"/>
                  </a:lnTo>
                  <a:lnTo>
                    <a:pt x="84551" y="206169"/>
                  </a:lnTo>
                  <a:lnTo>
                    <a:pt x="86472" y="198072"/>
                  </a:lnTo>
                  <a:lnTo>
                    <a:pt x="83685" y="197568"/>
                  </a:lnTo>
                  <a:lnTo>
                    <a:pt x="82331" y="198758"/>
                  </a:lnTo>
                  <a:lnTo>
                    <a:pt x="82293" y="194903"/>
                  </a:lnTo>
                  <a:lnTo>
                    <a:pt x="83605" y="189351"/>
                  </a:lnTo>
                  <a:lnTo>
                    <a:pt x="89341" y="177195"/>
                  </a:lnTo>
                  <a:lnTo>
                    <a:pt x="92059" y="177004"/>
                  </a:lnTo>
                  <a:lnTo>
                    <a:pt x="92981" y="174244"/>
                  </a:lnTo>
                  <a:lnTo>
                    <a:pt x="94806" y="159898"/>
                  </a:lnTo>
                  <a:lnTo>
                    <a:pt x="94606" y="158781"/>
                  </a:lnTo>
                  <a:lnTo>
                    <a:pt x="92410" y="159194"/>
                  </a:lnTo>
                  <a:lnTo>
                    <a:pt x="92630" y="155524"/>
                  </a:lnTo>
                  <a:lnTo>
                    <a:pt x="95575" y="142883"/>
                  </a:lnTo>
                  <a:lnTo>
                    <a:pt x="96262" y="143962"/>
                  </a:lnTo>
                  <a:lnTo>
                    <a:pt x="97048" y="143572"/>
                  </a:lnTo>
                  <a:lnTo>
                    <a:pt x="97459" y="139415"/>
                  </a:lnTo>
                  <a:lnTo>
                    <a:pt x="97906" y="117839"/>
                  </a:lnTo>
                  <a:lnTo>
                    <a:pt x="95460" y="114261"/>
                  </a:lnTo>
                  <a:lnTo>
                    <a:pt x="94968" y="109831"/>
                  </a:lnTo>
                  <a:lnTo>
                    <a:pt x="86318" y="77818"/>
                  </a:lnTo>
                  <a:lnTo>
                    <a:pt x="81889" y="71221"/>
                  </a:lnTo>
                  <a:lnTo>
                    <a:pt x="77031" y="67425"/>
                  </a:lnTo>
                  <a:lnTo>
                    <a:pt x="75526" y="68147"/>
                  </a:lnTo>
                  <a:lnTo>
                    <a:pt x="74867" y="67757"/>
                  </a:lnTo>
                  <a:lnTo>
                    <a:pt x="73446" y="65823"/>
                  </a:lnTo>
                  <a:lnTo>
                    <a:pt x="72752" y="59279"/>
                  </a:lnTo>
                  <a:lnTo>
                    <a:pt x="70728" y="53013"/>
                  </a:lnTo>
                  <a:lnTo>
                    <a:pt x="67008" y="46604"/>
                  </a:lnTo>
                  <a:lnTo>
                    <a:pt x="63080" y="42254"/>
                  </a:lnTo>
                  <a:lnTo>
                    <a:pt x="58809" y="39937"/>
                  </a:lnTo>
                  <a:lnTo>
                    <a:pt x="56575" y="39675"/>
                  </a:lnTo>
                  <a:lnTo>
                    <a:pt x="55242" y="40503"/>
                  </a:lnTo>
                  <a:lnTo>
                    <a:pt x="54725" y="42848"/>
                  </a:lnTo>
                  <a:lnTo>
                    <a:pt x="52631" y="43293"/>
                  </a:lnTo>
                  <a:lnTo>
                    <a:pt x="37323" y="30450"/>
                  </a:lnTo>
                  <a:lnTo>
                    <a:pt x="35240" y="29694"/>
                  </a:lnTo>
                  <a:lnTo>
                    <a:pt x="34213" y="30371"/>
                  </a:lnTo>
                  <a:lnTo>
                    <a:pt x="31832" y="30126"/>
                  </a:lnTo>
                  <a:lnTo>
                    <a:pt x="27120" y="23425"/>
                  </a:lnTo>
                  <a:lnTo>
                    <a:pt x="19676" y="17758"/>
                  </a:lnTo>
                  <a:lnTo>
                    <a:pt x="8567" y="6524"/>
                  </a:lnTo>
                  <a:lnTo>
                    <a:pt x="0" y="0"/>
                  </a:lnTo>
                  <a:lnTo>
                    <a:pt x="141004" y="7126"/>
                  </a:lnTo>
                  <a:lnTo>
                    <a:pt x="143345" y="47248"/>
                  </a:lnTo>
                  <a:lnTo>
                    <a:pt x="149446" y="126061"/>
                  </a:lnTo>
                  <a:lnTo>
                    <a:pt x="192384" y="160855"/>
                  </a:lnTo>
                  <a:lnTo>
                    <a:pt x="211518" y="153729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h151"/>
            <p:cNvSpPr/>
            <p:nvPr/>
          </p:nvSpPr>
          <p:spPr>
            <a:xfrm>
              <a:off x="1126149" y="2218078"/>
              <a:ext cx="1422" cy="1865"/>
            </a:xfrm>
            <a:custGeom>
              <a:avLst/>
              <a:pathLst>
                <a:path w="1422" h="1865">
                  <a:moveTo>
                    <a:pt x="507" y="0"/>
                  </a:moveTo>
                  <a:lnTo>
                    <a:pt x="1422" y="258"/>
                  </a:lnTo>
                  <a:lnTo>
                    <a:pt x="716" y="1865"/>
                  </a:lnTo>
                  <a:lnTo>
                    <a:pt x="0" y="756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h152"/>
            <p:cNvSpPr/>
            <p:nvPr/>
          </p:nvSpPr>
          <p:spPr>
            <a:xfrm>
              <a:off x="3516669" y="3078508"/>
              <a:ext cx="208037" cy="156788"/>
            </a:xfrm>
            <a:custGeom>
              <a:avLst/>
              <a:pathLst>
                <a:path w="208037" h="156788">
                  <a:moveTo>
                    <a:pt x="174147" y="5592"/>
                  </a:moveTo>
                  <a:lnTo>
                    <a:pt x="176144" y="1306"/>
                  </a:lnTo>
                  <a:lnTo>
                    <a:pt x="179668" y="5317"/>
                  </a:lnTo>
                  <a:lnTo>
                    <a:pt x="177668" y="8076"/>
                  </a:lnTo>
                  <a:lnTo>
                    <a:pt x="184934" y="13834"/>
                  </a:lnTo>
                  <a:lnTo>
                    <a:pt x="187448" y="10340"/>
                  </a:lnTo>
                  <a:lnTo>
                    <a:pt x="193140" y="14083"/>
                  </a:lnTo>
                  <a:lnTo>
                    <a:pt x="191464" y="16829"/>
                  </a:lnTo>
                  <a:lnTo>
                    <a:pt x="191706" y="19189"/>
                  </a:lnTo>
                  <a:lnTo>
                    <a:pt x="197658" y="23926"/>
                  </a:lnTo>
                  <a:lnTo>
                    <a:pt x="200040" y="23536"/>
                  </a:lnTo>
                  <a:lnTo>
                    <a:pt x="203597" y="23707"/>
                  </a:lnTo>
                  <a:lnTo>
                    <a:pt x="202877" y="27989"/>
                  </a:lnTo>
                  <a:lnTo>
                    <a:pt x="201890" y="27997"/>
                  </a:lnTo>
                  <a:lnTo>
                    <a:pt x="201771" y="33024"/>
                  </a:lnTo>
                  <a:lnTo>
                    <a:pt x="205950" y="33098"/>
                  </a:lnTo>
                  <a:lnTo>
                    <a:pt x="208037" y="35059"/>
                  </a:lnTo>
                  <a:lnTo>
                    <a:pt x="207268" y="39050"/>
                  </a:lnTo>
                  <a:lnTo>
                    <a:pt x="204608" y="42728"/>
                  </a:lnTo>
                  <a:lnTo>
                    <a:pt x="196833" y="44591"/>
                  </a:lnTo>
                  <a:lnTo>
                    <a:pt x="195918" y="47990"/>
                  </a:lnTo>
                  <a:lnTo>
                    <a:pt x="190744" y="47453"/>
                  </a:lnTo>
                  <a:lnTo>
                    <a:pt x="186019" y="47987"/>
                  </a:lnTo>
                  <a:lnTo>
                    <a:pt x="185823" y="50539"/>
                  </a:lnTo>
                  <a:lnTo>
                    <a:pt x="187164" y="57131"/>
                  </a:lnTo>
                  <a:lnTo>
                    <a:pt x="184462" y="64372"/>
                  </a:lnTo>
                  <a:lnTo>
                    <a:pt x="184271" y="70906"/>
                  </a:lnTo>
                  <a:lnTo>
                    <a:pt x="182066" y="80208"/>
                  </a:lnTo>
                  <a:lnTo>
                    <a:pt x="185538" y="83018"/>
                  </a:lnTo>
                  <a:lnTo>
                    <a:pt x="186819" y="82981"/>
                  </a:lnTo>
                  <a:lnTo>
                    <a:pt x="186717" y="87302"/>
                  </a:lnTo>
                  <a:lnTo>
                    <a:pt x="185450" y="87164"/>
                  </a:lnTo>
                  <a:lnTo>
                    <a:pt x="184346" y="87041"/>
                  </a:lnTo>
                  <a:lnTo>
                    <a:pt x="184285" y="90538"/>
                  </a:lnTo>
                  <a:lnTo>
                    <a:pt x="177960" y="90299"/>
                  </a:lnTo>
                  <a:lnTo>
                    <a:pt x="178001" y="86416"/>
                  </a:lnTo>
                  <a:lnTo>
                    <a:pt x="174264" y="87487"/>
                  </a:lnTo>
                  <a:lnTo>
                    <a:pt x="172302" y="94955"/>
                  </a:lnTo>
                  <a:lnTo>
                    <a:pt x="170351" y="97880"/>
                  </a:lnTo>
                  <a:lnTo>
                    <a:pt x="166781" y="98209"/>
                  </a:lnTo>
                  <a:lnTo>
                    <a:pt x="163939" y="99756"/>
                  </a:lnTo>
                  <a:lnTo>
                    <a:pt x="164228" y="106225"/>
                  </a:lnTo>
                  <a:lnTo>
                    <a:pt x="154816" y="109360"/>
                  </a:lnTo>
                  <a:lnTo>
                    <a:pt x="154440" y="110620"/>
                  </a:lnTo>
                  <a:lnTo>
                    <a:pt x="156553" y="112721"/>
                  </a:lnTo>
                  <a:lnTo>
                    <a:pt x="156528" y="115500"/>
                  </a:lnTo>
                  <a:lnTo>
                    <a:pt x="158980" y="123603"/>
                  </a:lnTo>
                  <a:lnTo>
                    <a:pt x="151453" y="123631"/>
                  </a:lnTo>
                  <a:lnTo>
                    <a:pt x="148192" y="129161"/>
                  </a:lnTo>
                  <a:lnTo>
                    <a:pt x="142343" y="129016"/>
                  </a:lnTo>
                  <a:lnTo>
                    <a:pt x="134828" y="127609"/>
                  </a:lnTo>
                  <a:lnTo>
                    <a:pt x="133347" y="126007"/>
                  </a:lnTo>
                  <a:lnTo>
                    <a:pt x="127535" y="123447"/>
                  </a:lnTo>
                  <a:lnTo>
                    <a:pt x="125818" y="123686"/>
                  </a:lnTo>
                  <a:lnTo>
                    <a:pt x="123936" y="122032"/>
                  </a:lnTo>
                  <a:lnTo>
                    <a:pt x="123866" y="118812"/>
                  </a:lnTo>
                  <a:lnTo>
                    <a:pt x="115863" y="118873"/>
                  </a:lnTo>
                  <a:lnTo>
                    <a:pt x="115065" y="122851"/>
                  </a:lnTo>
                  <a:lnTo>
                    <a:pt x="112656" y="128296"/>
                  </a:lnTo>
                  <a:lnTo>
                    <a:pt x="112132" y="137783"/>
                  </a:lnTo>
                  <a:lnTo>
                    <a:pt x="113149" y="151986"/>
                  </a:lnTo>
                  <a:lnTo>
                    <a:pt x="111043" y="156788"/>
                  </a:lnTo>
                  <a:lnTo>
                    <a:pt x="106685" y="154372"/>
                  </a:lnTo>
                  <a:lnTo>
                    <a:pt x="97912" y="149529"/>
                  </a:lnTo>
                  <a:lnTo>
                    <a:pt x="100310" y="146112"/>
                  </a:lnTo>
                  <a:lnTo>
                    <a:pt x="95847" y="141983"/>
                  </a:lnTo>
                  <a:lnTo>
                    <a:pt x="95365" y="139987"/>
                  </a:lnTo>
                  <a:lnTo>
                    <a:pt x="107266" y="138158"/>
                  </a:lnTo>
                  <a:lnTo>
                    <a:pt x="107307" y="137365"/>
                  </a:lnTo>
                  <a:lnTo>
                    <a:pt x="98619" y="138634"/>
                  </a:lnTo>
                  <a:lnTo>
                    <a:pt x="95383" y="136918"/>
                  </a:lnTo>
                  <a:lnTo>
                    <a:pt x="94025" y="134004"/>
                  </a:lnTo>
                  <a:lnTo>
                    <a:pt x="97503" y="132794"/>
                  </a:lnTo>
                  <a:lnTo>
                    <a:pt x="97199" y="128489"/>
                  </a:lnTo>
                  <a:lnTo>
                    <a:pt x="93977" y="121590"/>
                  </a:lnTo>
                  <a:lnTo>
                    <a:pt x="96455" y="120810"/>
                  </a:lnTo>
                  <a:lnTo>
                    <a:pt x="96317" y="119515"/>
                  </a:lnTo>
                  <a:lnTo>
                    <a:pt x="93870" y="117017"/>
                  </a:lnTo>
                  <a:lnTo>
                    <a:pt x="91615" y="119141"/>
                  </a:lnTo>
                  <a:lnTo>
                    <a:pt x="93146" y="126692"/>
                  </a:lnTo>
                  <a:lnTo>
                    <a:pt x="91969" y="126890"/>
                  </a:lnTo>
                  <a:lnTo>
                    <a:pt x="90756" y="118622"/>
                  </a:lnTo>
                  <a:lnTo>
                    <a:pt x="87086" y="114959"/>
                  </a:lnTo>
                  <a:lnTo>
                    <a:pt x="83390" y="107486"/>
                  </a:lnTo>
                  <a:lnTo>
                    <a:pt x="82522" y="103310"/>
                  </a:lnTo>
                  <a:lnTo>
                    <a:pt x="83250" y="99588"/>
                  </a:lnTo>
                  <a:lnTo>
                    <a:pt x="80755" y="99096"/>
                  </a:lnTo>
                  <a:lnTo>
                    <a:pt x="74686" y="102837"/>
                  </a:lnTo>
                  <a:lnTo>
                    <a:pt x="73602" y="104695"/>
                  </a:lnTo>
                  <a:lnTo>
                    <a:pt x="70564" y="101092"/>
                  </a:lnTo>
                  <a:lnTo>
                    <a:pt x="73178" y="98918"/>
                  </a:lnTo>
                  <a:lnTo>
                    <a:pt x="75859" y="98870"/>
                  </a:lnTo>
                  <a:lnTo>
                    <a:pt x="78674" y="96359"/>
                  </a:lnTo>
                  <a:lnTo>
                    <a:pt x="79720" y="89475"/>
                  </a:lnTo>
                  <a:lnTo>
                    <a:pt x="81991" y="84733"/>
                  </a:lnTo>
                  <a:lnTo>
                    <a:pt x="87843" y="77750"/>
                  </a:lnTo>
                  <a:lnTo>
                    <a:pt x="83984" y="76158"/>
                  </a:lnTo>
                  <a:lnTo>
                    <a:pt x="75106" y="76324"/>
                  </a:lnTo>
                  <a:lnTo>
                    <a:pt x="74900" y="75228"/>
                  </a:lnTo>
                  <a:lnTo>
                    <a:pt x="75822" y="74462"/>
                  </a:lnTo>
                  <a:lnTo>
                    <a:pt x="77227" y="76052"/>
                  </a:lnTo>
                  <a:lnTo>
                    <a:pt x="78398" y="75918"/>
                  </a:lnTo>
                  <a:lnTo>
                    <a:pt x="78149" y="73886"/>
                  </a:lnTo>
                  <a:lnTo>
                    <a:pt x="72286" y="71132"/>
                  </a:lnTo>
                  <a:lnTo>
                    <a:pt x="66658" y="73305"/>
                  </a:lnTo>
                  <a:lnTo>
                    <a:pt x="64740" y="75527"/>
                  </a:lnTo>
                  <a:lnTo>
                    <a:pt x="60525" y="75882"/>
                  </a:lnTo>
                  <a:lnTo>
                    <a:pt x="49245" y="73297"/>
                  </a:lnTo>
                  <a:lnTo>
                    <a:pt x="49601" y="69363"/>
                  </a:lnTo>
                  <a:lnTo>
                    <a:pt x="46535" y="69005"/>
                  </a:lnTo>
                  <a:lnTo>
                    <a:pt x="41583" y="70845"/>
                  </a:lnTo>
                  <a:lnTo>
                    <a:pt x="38953" y="73222"/>
                  </a:lnTo>
                  <a:lnTo>
                    <a:pt x="33548" y="73441"/>
                  </a:lnTo>
                  <a:lnTo>
                    <a:pt x="32276" y="78264"/>
                  </a:lnTo>
                  <a:lnTo>
                    <a:pt x="34325" y="79695"/>
                  </a:lnTo>
                  <a:lnTo>
                    <a:pt x="38291" y="84924"/>
                  </a:lnTo>
                  <a:lnTo>
                    <a:pt x="21782" y="86190"/>
                  </a:lnTo>
                  <a:lnTo>
                    <a:pt x="20019" y="84944"/>
                  </a:lnTo>
                  <a:lnTo>
                    <a:pt x="18829" y="85977"/>
                  </a:lnTo>
                  <a:lnTo>
                    <a:pt x="15345" y="86653"/>
                  </a:lnTo>
                  <a:lnTo>
                    <a:pt x="8431" y="83343"/>
                  </a:lnTo>
                  <a:lnTo>
                    <a:pt x="6483" y="79607"/>
                  </a:lnTo>
                  <a:lnTo>
                    <a:pt x="6140" y="74091"/>
                  </a:lnTo>
                  <a:lnTo>
                    <a:pt x="2523" y="68668"/>
                  </a:lnTo>
                  <a:lnTo>
                    <a:pt x="0" y="62135"/>
                  </a:lnTo>
                  <a:lnTo>
                    <a:pt x="12955" y="58809"/>
                  </a:lnTo>
                  <a:lnTo>
                    <a:pt x="61119" y="51589"/>
                  </a:lnTo>
                  <a:lnTo>
                    <a:pt x="64302" y="52216"/>
                  </a:lnTo>
                  <a:lnTo>
                    <a:pt x="71133" y="59998"/>
                  </a:lnTo>
                  <a:lnTo>
                    <a:pt x="76816" y="61905"/>
                  </a:lnTo>
                  <a:lnTo>
                    <a:pt x="80502" y="59330"/>
                  </a:lnTo>
                  <a:lnTo>
                    <a:pt x="76955" y="56823"/>
                  </a:lnTo>
                  <a:lnTo>
                    <a:pt x="78218" y="55029"/>
                  </a:lnTo>
                  <a:lnTo>
                    <a:pt x="84177" y="54208"/>
                  </a:lnTo>
                  <a:lnTo>
                    <a:pt x="90325" y="52193"/>
                  </a:lnTo>
                  <a:lnTo>
                    <a:pt x="102832" y="44199"/>
                  </a:lnTo>
                  <a:lnTo>
                    <a:pt x="112691" y="39189"/>
                  </a:lnTo>
                  <a:lnTo>
                    <a:pt x="116319" y="38471"/>
                  </a:lnTo>
                  <a:lnTo>
                    <a:pt x="119621" y="36007"/>
                  </a:lnTo>
                  <a:lnTo>
                    <a:pt x="125522" y="29696"/>
                  </a:lnTo>
                  <a:lnTo>
                    <a:pt x="131996" y="21072"/>
                  </a:lnTo>
                  <a:lnTo>
                    <a:pt x="139590" y="15714"/>
                  </a:lnTo>
                  <a:lnTo>
                    <a:pt x="157040" y="5817"/>
                  </a:lnTo>
                  <a:lnTo>
                    <a:pt x="159734" y="5736"/>
                  </a:lnTo>
                  <a:lnTo>
                    <a:pt x="165537" y="583"/>
                  </a:lnTo>
                  <a:lnTo>
                    <a:pt x="167179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h153"/>
            <p:cNvSpPr/>
            <p:nvPr/>
          </p:nvSpPr>
          <p:spPr>
            <a:xfrm>
              <a:off x="3548945" y="3147514"/>
              <a:ext cx="75030" cy="80523"/>
            </a:xfrm>
            <a:custGeom>
              <a:avLst/>
              <a:pathLst>
                <a:path w="75030" h="80523">
                  <a:moveTo>
                    <a:pt x="17324" y="357"/>
                  </a:moveTo>
                  <a:lnTo>
                    <a:pt x="16968" y="4291"/>
                  </a:lnTo>
                  <a:lnTo>
                    <a:pt x="28248" y="6876"/>
                  </a:lnTo>
                  <a:lnTo>
                    <a:pt x="32463" y="6521"/>
                  </a:lnTo>
                  <a:lnTo>
                    <a:pt x="34381" y="4299"/>
                  </a:lnTo>
                  <a:lnTo>
                    <a:pt x="40009" y="2126"/>
                  </a:lnTo>
                  <a:lnTo>
                    <a:pt x="45872" y="4880"/>
                  </a:lnTo>
                  <a:lnTo>
                    <a:pt x="46121" y="6912"/>
                  </a:lnTo>
                  <a:lnTo>
                    <a:pt x="44951" y="7046"/>
                  </a:lnTo>
                  <a:lnTo>
                    <a:pt x="43545" y="5456"/>
                  </a:lnTo>
                  <a:lnTo>
                    <a:pt x="42623" y="6222"/>
                  </a:lnTo>
                  <a:lnTo>
                    <a:pt x="42829" y="7318"/>
                  </a:lnTo>
                  <a:lnTo>
                    <a:pt x="51707" y="7152"/>
                  </a:lnTo>
                  <a:lnTo>
                    <a:pt x="55566" y="8744"/>
                  </a:lnTo>
                  <a:lnTo>
                    <a:pt x="49715" y="15727"/>
                  </a:lnTo>
                  <a:lnTo>
                    <a:pt x="47443" y="20469"/>
                  </a:lnTo>
                  <a:lnTo>
                    <a:pt x="46397" y="27353"/>
                  </a:lnTo>
                  <a:lnTo>
                    <a:pt x="43582" y="29864"/>
                  </a:lnTo>
                  <a:lnTo>
                    <a:pt x="40902" y="29912"/>
                  </a:lnTo>
                  <a:lnTo>
                    <a:pt x="38287" y="32086"/>
                  </a:lnTo>
                  <a:lnTo>
                    <a:pt x="41325" y="35689"/>
                  </a:lnTo>
                  <a:lnTo>
                    <a:pt x="42409" y="33831"/>
                  </a:lnTo>
                  <a:lnTo>
                    <a:pt x="48478" y="30090"/>
                  </a:lnTo>
                  <a:lnTo>
                    <a:pt x="50973" y="30582"/>
                  </a:lnTo>
                  <a:lnTo>
                    <a:pt x="50245" y="34304"/>
                  </a:lnTo>
                  <a:lnTo>
                    <a:pt x="51113" y="38480"/>
                  </a:lnTo>
                  <a:lnTo>
                    <a:pt x="54809" y="45953"/>
                  </a:lnTo>
                  <a:lnTo>
                    <a:pt x="58479" y="49616"/>
                  </a:lnTo>
                  <a:lnTo>
                    <a:pt x="59692" y="57884"/>
                  </a:lnTo>
                  <a:lnTo>
                    <a:pt x="60869" y="57686"/>
                  </a:lnTo>
                  <a:lnTo>
                    <a:pt x="59338" y="50135"/>
                  </a:lnTo>
                  <a:lnTo>
                    <a:pt x="61593" y="48011"/>
                  </a:lnTo>
                  <a:lnTo>
                    <a:pt x="64040" y="50509"/>
                  </a:lnTo>
                  <a:lnTo>
                    <a:pt x="64179" y="51804"/>
                  </a:lnTo>
                  <a:lnTo>
                    <a:pt x="61700" y="52584"/>
                  </a:lnTo>
                  <a:lnTo>
                    <a:pt x="64922" y="59483"/>
                  </a:lnTo>
                  <a:lnTo>
                    <a:pt x="65226" y="63788"/>
                  </a:lnTo>
                  <a:lnTo>
                    <a:pt x="61749" y="64998"/>
                  </a:lnTo>
                  <a:lnTo>
                    <a:pt x="63106" y="67912"/>
                  </a:lnTo>
                  <a:lnTo>
                    <a:pt x="66342" y="69628"/>
                  </a:lnTo>
                  <a:lnTo>
                    <a:pt x="75030" y="68359"/>
                  </a:lnTo>
                  <a:lnTo>
                    <a:pt x="74989" y="69152"/>
                  </a:lnTo>
                  <a:lnTo>
                    <a:pt x="63088" y="70981"/>
                  </a:lnTo>
                  <a:lnTo>
                    <a:pt x="63571" y="72977"/>
                  </a:lnTo>
                  <a:lnTo>
                    <a:pt x="68034" y="77106"/>
                  </a:lnTo>
                  <a:lnTo>
                    <a:pt x="65635" y="80523"/>
                  </a:lnTo>
                  <a:lnTo>
                    <a:pt x="61480" y="79742"/>
                  </a:lnTo>
                  <a:lnTo>
                    <a:pt x="57016" y="76345"/>
                  </a:lnTo>
                  <a:lnTo>
                    <a:pt x="49064" y="75497"/>
                  </a:lnTo>
                  <a:lnTo>
                    <a:pt x="44636" y="72003"/>
                  </a:lnTo>
                  <a:lnTo>
                    <a:pt x="40262" y="72567"/>
                  </a:lnTo>
                  <a:lnTo>
                    <a:pt x="36270" y="72085"/>
                  </a:lnTo>
                  <a:lnTo>
                    <a:pt x="29952" y="67700"/>
                  </a:lnTo>
                  <a:lnTo>
                    <a:pt x="26338" y="61977"/>
                  </a:lnTo>
                  <a:lnTo>
                    <a:pt x="23547" y="62143"/>
                  </a:lnTo>
                  <a:lnTo>
                    <a:pt x="21052" y="63960"/>
                  </a:lnTo>
                  <a:lnTo>
                    <a:pt x="17569" y="63052"/>
                  </a:lnTo>
                  <a:lnTo>
                    <a:pt x="15269" y="61332"/>
                  </a:lnTo>
                  <a:lnTo>
                    <a:pt x="10649" y="55488"/>
                  </a:lnTo>
                  <a:lnTo>
                    <a:pt x="10392" y="51126"/>
                  </a:lnTo>
                  <a:lnTo>
                    <a:pt x="11653" y="48175"/>
                  </a:lnTo>
                  <a:lnTo>
                    <a:pt x="7329" y="40797"/>
                  </a:lnTo>
                  <a:lnTo>
                    <a:pt x="7686" y="31514"/>
                  </a:lnTo>
                  <a:lnTo>
                    <a:pt x="6603" y="26724"/>
                  </a:lnTo>
                  <a:lnTo>
                    <a:pt x="6014" y="15918"/>
                  </a:lnTo>
                  <a:lnTo>
                    <a:pt x="2049" y="10689"/>
                  </a:lnTo>
                  <a:lnTo>
                    <a:pt x="0" y="9258"/>
                  </a:lnTo>
                  <a:lnTo>
                    <a:pt x="1271" y="4436"/>
                  </a:lnTo>
                  <a:lnTo>
                    <a:pt x="6677" y="4217"/>
                  </a:lnTo>
                  <a:lnTo>
                    <a:pt x="9306" y="1839"/>
                  </a:lnTo>
                  <a:lnTo>
                    <a:pt x="142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h154"/>
            <p:cNvSpPr/>
            <p:nvPr/>
          </p:nvSpPr>
          <p:spPr>
            <a:xfrm>
              <a:off x="3792083" y="2896518"/>
              <a:ext cx="35045" cy="28354"/>
            </a:xfrm>
            <a:custGeom>
              <a:avLst/>
              <a:pathLst>
                <a:path w="35045" h="28354">
                  <a:moveTo>
                    <a:pt x="15185" y="270"/>
                  </a:moveTo>
                  <a:lnTo>
                    <a:pt x="17451" y="3172"/>
                  </a:lnTo>
                  <a:lnTo>
                    <a:pt x="23616" y="6883"/>
                  </a:lnTo>
                  <a:lnTo>
                    <a:pt x="30593" y="8934"/>
                  </a:lnTo>
                  <a:lnTo>
                    <a:pt x="30587" y="10139"/>
                  </a:lnTo>
                  <a:lnTo>
                    <a:pt x="34924" y="10044"/>
                  </a:lnTo>
                  <a:lnTo>
                    <a:pt x="35045" y="15528"/>
                  </a:lnTo>
                  <a:lnTo>
                    <a:pt x="34626" y="28266"/>
                  </a:lnTo>
                  <a:lnTo>
                    <a:pt x="28850" y="28354"/>
                  </a:lnTo>
                  <a:lnTo>
                    <a:pt x="30112" y="25217"/>
                  </a:lnTo>
                  <a:lnTo>
                    <a:pt x="20622" y="23570"/>
                  </a:lnTo>
                  <a:lnTo>
                    <a:pt x="23187" y="18306"/>
                  </a:lnTo>
                  <a:lnTo>
                    <a:pt x="23529" y="14303"/>
                  </a:lnTo>
                  <a:lnTo>
                    <a:pt x="20275" y="13936"/>
                  </a:lnTo>
                  <a:lnTo>
                    <a:pt x="17911" y="14892"/>
                  </a:lnTo>
                  <a:lnTo>
                    <a:pt x="16170" y="16622"/>
                  </a:lnTo>
                  <a:lnTo>
                    <a:pt x="16508" y="22465"/>
                  </a:lnTo>
                  <a:lnTo>
                    <a:pt x="13029" y="22375"/>
                  </a:lnTo>
                  <a:lnTo>
                    <a:pt x="9264" y="18109"/>
                  </a:lnTo>
                  <a:lnTo>
                    <a:pt x="6766" y="12171"/>
                  </a:lnTo>
                  <a:lnTo>
                    <a:pt x="3738" y="10839"/>
                  </a:lnTo>
                  <a:lnTo>
                    <a:pt x="0" y="10820"/>
                  </a:lnTo>
                  <a:lnTo>
                    <a:pt x="7" y="9351"/>
                  </a:lnTo>
                  <a:lnTo>
                    <a:pt x="43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h155"/>
            <p:cNvSpPr/>
            <p:nvPr/>
          </p:nvSpPr>
          <p:spPr>
            <a:xfrm>
              <a:off x="3747250" y="2907339"/>
              <a:ext cx="79458" cy="44549"/>
            </a:xfrm>
            <a:custGeom>
              <a:avLst/>
              <a:pathLst>
                <a:path w="79458" h="44549">
                  <a:moveTo>
                    <a:pt x="44832" y="0"/>
                  </a:moveTo>
                  <a:lnTo>
                    <a:pt x="48570" y="18"/>
                  </a:lnTo>
                  <a:lnTo>
                    <a:pt x="51599" y="1350"/>
                  </a:lnTo>
                  <a:lnTo>
                    <a:pt x="54097" y="7288"/>
                  </a:lnTo>
                  <a:lnTo>
                    <a:pt x="57862" y="11554"/>
                  </a:lnTo>
                  <a:lnTo>
                    <a:pt x="61341" y="11645"/>
                  </a:lnTo>
                  <a:lnTo>
                    <a:pt x="61003" y="5801"/>
                  </a:lnTo>
                  <a:lnTo>
                    <a:pt x="62744" y="4072"/>
                  </a:lnTo>
                  <a:lnTo>
                    <a:pt x="65108" y="3116"/>
                  </a:lnTo>
                  <a:lnTo>
                    <a:pt x="68362" y="3482"/>
                  </a:lnTo>
                  <a:lnTo>
                    <a:pt x="68020" y="7485"/>
                  </a:lnTo>
                  <a:lnTo>
                    <a:pt x="65455" y="12749"/>
                  </a:lnTo>
                  <a:lnTo>
                    <a:pt x="74945" y="14396"/>
                  </a:lnTo>
                  <a:lnTo>
                    <a:pt x="73683" y="17533"/>
                  </a:lnTo>
                  <a:lnTo>
                    <a:pt x="79458" y="17446"/>
                  </a:lnTo>
                  <a:lnTo>
                    <a:pt x="78931" y="29556"/>
                  </a:lnTo>
                  <a:lnTo>
                    <a:pt x="74323" y="29552"/>
                  </a:lnTo>
                  <a:lnTo>
                    <a:pt x="74303" y="36535"/>
                  </a:lnTo>
                  <a:lnTo>
                    <a:pt x="75490" y="39830"/>
                  </a:lnTo>
                  <a:lnTo>
                    <a:pt x="75528" y="43128"/>
                  </a:lnTo>
                  <a:lnTo>
                    <a:pt x="63774" y="44549"/>
                  </a:lnTo>
                  <a:lnTo>
                    <a:pt x="62871" y="35919"/>
                  </a:lnTo>
                  <a:lnTo>
                    <a:pt x="51936" y="32787"/>
                  </a:lnTo>
                  <a:lnTo>
                    <a:pt x="48558" y="30085"/>
                  </a:lnTo>
                  <a:lnTo>
                    <a:pt x="43397" y="32248"/>
                  </a:lnTo>
                  <a:lnTo>
                    <a:pt x="42981" y="34213"/>
                  </a:lnTo>
                  <a:lnTo>
                    <a:pt x="40857" y="34032"/>
                  </a:lnTo>
                  <a:lnTo>
                    <a:pt x="40246" y="25752"/>
                  </a:lnTo>
                  <a:lnTo>
                    <a:pt x="29496" y="25763"/>
                  </a:lnTo>
                  <a:lnTo>
                    <a:pt x="16197" y="20755"/>
                  </a:lnTo>
                  <a:lnTo>
                    <a:pt x="7167" y="21856"/>
                  </a:lnTo>
                  <a:lnTo>
                    <a:pt x="7170" y="19757"/>
                  </a:lnTo>
                  <a:lnTo>
                    <a:pt x="966" y="20029"/>
                  </a:lnTo>
                  <a:lnTo>
                    <a:pt x="0" y="17782"/>
                  </a:lnTo>
                  <a:lnTo>
                    <a:pt x="721" y="16423"/>
                  </a:lnTo>
                  <a:lnTo>
                    <a:pt x="1073" y="11047"/>
                  </a:lnTo>
                  <a:lnTo>
                    <a:pt x="16466" y="4254"/>
                  </a:lnTo>
                  <a:lnTo>
                    <a:pt x="28757" y="3445"/>
                  </a:lnTo>
                  <a:lnTo>
                    <a:pt x="30219" y="1680"/>
                  </a:lnTo>
                  <a:lnTo>
                    <a:pt x="33045" y="444"/>
                  </a:lnTo>
                  <a:lnTo>
                    <a:pt x="34575" y="410"/>
                  </a:lnTo>
                  <a:lnTo>
                    <a:pt x="34361" y="6139"/>
                  </a:lnTo>
                  <a:lnTo>
                    <a:pt x="40963" y="6311"/>
                  </a:lnTo>
                  <a:lnTo>
                    <a:pt x="41595" y="2721"/>
                  </a:lnTo>
                  <a:lnTo>
                    <a:pt x="43309" y="42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h156"/>
            <p:cNvSpPr/>
            <p:nvPr/>
          </p:nvSpPr>
          <p:spPr>
            <a:xfrm>
              <a:off x="3673709" y="2996226"/>
              <a:ext cx="155807" cy="136675"/>
            </a:xfrm>
            <a:custGeom>
              <a:avLst/>
              <a:pathLst>
                <a:path w="155807" h="136675">
                  <a:moveTo>
                    <a:pt x="77670" y="4429"/>
                  </a:moveTo>
                  <a:lnTo>
                    <a:pt x="78934" y="5116"/>
                  </a:lnTo>
                  <a:lnTo>
                    <a:pt x="85212" y="5241"/>
                  </a:lnTo>
                  <a:lnTo>
                    <a:pt x="85202" y="3903"/>
                  </a:lnTo>
                  <a:lnTo>
                    <a:pt x="87736" y="4188"/>
                  </a:lnTo>
                  <a:lnTo>
                    <a:pt x="85812" y="10748"/>
                  </a:lnTo>
                  <a:lnTo>
                    <a:pt x="88858" y="10462"/>
                  </a:lnTo>
                  <a:lnTo>
                    <a:pt x="93252" y="8092"/>
                  </a:lnTo>
                  <a:lnTo>
                    <a:pt x="91369" y="14889"/>
                  </a:lnTo>
                  <a:lnTo>
                    <a:pt x="92573" y="22367"/>
                  </a:lnTo>
                  <a:lnTo>
                    <a:pt x="96985" y="24798"/>
                  </a:lnTo>
                  <a:lnTo>
                    <a:pt x="100469" y="23419"/>
                  </a:lnTo>
                  <a:lnTo>
                    <a:pt x="101903" y="21792"/>
                  </a:lnTo>
                  <a:lnTo>
                    <a:pt x="100989" y="18972"/>
                  </a:lnTo>
                  <a:lnTo>
                    <a:pt x="98099" y="19668"/>
                  </a:lnTo>
                  <a:lnTo>
                    <a:pt x="97764" y="18043"/>
                  </a:lnTo>
                  <a:lnTo>
                    <a:pt x="100182" y="16222"/>
                  </a:lnTo>
                  <a:lnTo>
                    <a:pt x="103916" y="19285"/>
                  </a:lnTo>
                  <a:lnTo>
                    <a:pt x="105514" y="38486"/>
                  </a:lnTo>
                  <a:lnTo>
                    <a:pt x="106958" y="44270"/>
                  </a:lnTo>
                  <a:lnTo>
                    <a:pt x="108415" y="45223"/>
                  </a:lnTo>
                  <a:lnTo>
                    <a:pt x="114096" y="44715"/>
                  </a:lnTo>
                  <a:lnTo>
                    <a:pt x="114931" y="43559"/>
                  </a:lnTo>
                  <a:lnTo>
                    <a:pt x="119014" y="43936"/>
                  </a:lnTo>
                  <a:lnTo>
                    <a:pt x="120054" y="48247"/>
                  </a:lnTo>
                  <a:lnTo>
                    <a:pt x="122623" y="48514"/>
                  </a:lnTo>
                  <a:lnTo>
                    <a:pt x="121270" y="44270"/>
                  </a:lnTo>
                  <a:lnTo>
                    <a:pt x="126475" y="45508"/>
                  </a:lnTo>
                  <a:lnTo>
                    <a:pt x="128180" y="27610"/>
                  </a:lnTo>
                  <a:lnTo>
                    <a:pt x="154655" y="26193"/>
                  </a:lnTo>
                  <a:lnTo>
                    <a:pt x="154955" y="35946"/>
                  </a:lnTo>
                  <a:lnTo>
                    <a:pt x="154681" y="46449"/>
                  </a:lnTo>
                  <a:lnTo>
                    <a:pt x="155807" y="71073"/>
                  </a:lnTo>
                  <a:lnTo>
                    <a:pt x="145919" y="68643"/>
                  </a:lnTo>
                  <a:lnTo>
                    <a:pt x="147595" y="72440"/>
                  </a:lnTo>
                  <a:lnTo>
                    <a:pt x="127355" y="70740"/>
                  </a:lnTo>
                  <a:lnTo>
                    <a:pt x="127682" y="74989"/>
                  </a:lnTo>
                  <a:lnTo>
                    <a:pt x="127076" y="77508"/>
                  </a:lnTo>
                  <a:lnTo>
                    <a:pt x="127418" y="79654"/>
                  </a:lnTo>
                  <a:lnTo>
                    <a:pt x="122268" y="84331"/>
                  </a:lnTo>
                  <a:lnTo>
                    <a:pt x="121589" y="91826"/>
                  </a:lnTo>
                  <a:lnTo>
                    <a:pt x="111858" y="92510"/>
                  </a:lnTo>
                  <a:lnTo>
                    <a:pt x="111607" y="105663"/>
                  </a:lnTo>
                  <a:lnTo>
                    <a:pt x="92367" y="105666"/>
                  </a:lnTo>
                  <a:lnTo>
                    <a:pt x="93121" y="136343"/>
                  </a:lnTo>
                  <a:lnTo>
                    <a:pt x="85596" y="136675"/>
                  </a:lnTo>
                  <a:lnTo>
                    <a:pt x="87395" y="122945"/>
                  </a:lnTo>
                  <a:lnTo>
                    <a:pt x="69179" y="120952"/>
                  </a:lnTo>
                  <a:lnTo>
                    <a:pt x="58277" y="116713"/>
                  </a:lnTo>
                  <a:lnTo>
                    <a:pt x="59096" y="101956"/>
                  </a:lnTo>
                  <a:lnTo>
                    <a:pt x="57641" y="101550"/>
                  </a:lnTo>
                  <a:lnTo>
                    <a:pt x="53426" y="105853"/>
                  </a:lnTo>
                  <a:lnTo>
                    <a:pt x="49247" y="101541"/>
                  </a:lnTo>
                  <a:lnTo>
                    <a:pt x="46010" y="100346"/>
                  </a:lnTo>
                  <a:lnTo>
                    <a:pt x="43091" y="102012"/>
                  </a:lnTo>
                  <a:lnTo>
                    <a:pt x="43000" y="105818"/>
                  </a:lnTo>
                  <a:lnTo>
                    <a:pt x="40617" y="106208"/>
                  </a:lnTo>
                  <a:lnTo>
                    <a:pt x="34665" y="101471"/>
                  </a:lnTo>
                  <a:lnTo>
                    <a:pt x="34423" y="99111"/>
                  </a:lnTo>
                  <a:lnTo>
                    <a:pt x="36099" y="96364"/>
                  </a:lnTo>
                  <a:lnTo>
                    <a:pt x="30407" y="92622"/>
                  </a:lnTo>
                  <a:lnTo>
                    <a:pt x="27894" y="96115"/>
                  </a:lnTo>
                  <a:lnTo>
                    <a:pt x="20627" y="90358"/>
                  </a:lnTo>
                  <a:lnTo>
                    <a:pt x="22627" y="87599"/>
                  </a:lnTo>
                  <a:lnTo>
                    <a:pt x="19103" y="83588"/>
                  </a:lnTo>
                  <a:lnTo>
                    <a:pt x="17106" y="87874"/>
                  </a:lnTo>
                  <a:lnTo>
                    <a:pt x="10138" y="82281"/>
                  </a:lnTo>
                  <a:lnTo>
                    <a:pt x="8496" y="82865"/>
                  </a:lnTo>
                  <a:lnTo>
                    <a:pt x="2694" y="88018"/>
                  </a:lnTo>
                  <a:lnTo>
                    <a:pt x="0" y="88099"/>
                  </a:lnTo>
                  <a:lnTo>
                    <a:pt x="7849" y="82502"/>
                  </a:lnTo>
                  <a:lnTo>
                    <a:pt x="8593" y="80833"/>
                  </a:lnTo>
                  <a:lnTo>
                    <a:pt x="12174" y="77438"/>
                  </a:lnTo>
                  <a:lnTo>
                    <a:pt x="32538" y="61486"/>
                  </a:lnTo>
                  <a:lnTo>
                    <a:pt x="48982" y="44065"/>
                  </a:lnTo>
                  <a:lnTo>
                    <a:pt x="53713" y="35907"/>
                  </a:lnTo>
                  <a:lnTo>
                    <a:pt x="52968" y="30402"/>
                  </a:lnTo>
                  <a:lnTo>
                    <a:pt x="54403" y="25244"/>
                  </a:lnTo>
                  <a:lnTo>
                    <a:pt x="54584" y="17316"/>
                  </a:lnTo>
                  <a:lnTo>
                    <a:pt x="56950" y="18103"/>
                  </a:lnTo>
                  <a:lnTo>
                    <a:pt x="62838" y="18338"/>
                  </a:lnTo>
                  <a:lnTo>
                    <a:pt x="67061" y="16534"/>
                  </a:lnTo>
                  <a:lnTo>
                    <a:pt x="68141" y="9840"/>
                  </a:lnTo>
                  <a:lnTo>
                    <a:pt x="70517" y="2953"/>
                  </a:lnTo>
                  <a:lnTo>
                    <a:pt x="72418" y="1509"/>
                  </a:lnTo>
                  <a:lnTo>
                    <a:pt x="77284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h157"/>
            <p:cNvSpPr/>
            <p:nvPr/>
          </p:nvSpPr>
          <p:spPr>
            <a:xfrm>
              <a:off x="3664861" y="3140680"/>
              <a:ext cx="138401" cy="96179"/>
            </a:xfrm>
            <a:custGeom>
              <a:avLst/>
              <a:pathLst>
                <a:path w="138401" h="96179">
                  <a:moveTo>
                    <a:pt x="107352" y="5089"/>
                  </a:moveTo>
                  <a:lnTo>
                    <a:pt x="111537" y="40596"/>
                  </a:lnTo>
                  <a:lnTo>
                    <a:pt x="129505" y="38939"/>
                  </a:lnTo>
                  <a:lnTo>
                    <a:pt x="129926" y="43160"/>
                  </a:lnTo>
                  <a:lnTo>
                    <a:pt x="134207" y="42747"/>
                  </a:lnTo>
                  <a:lnTo>
                    <a:pt x="135722" y="42605"/>
                  </a:lnTo>
                  <a:lnTo>
                    <a:pt x="136535" y="50718"/>
                  </a:lnTo>
                  <a:lnTo>
                    <a:pt x="138401" y="88726"/>
                  </a:lnTo>
                  <a:lnTo>
                    <a:pt x="45208" y="96179"/>
                  </a:lnTo>
                  <a:lnTo>
                    <a:pt x="43685" y="76899"/>
                  </a:lnTo>
                  <a:lnTo>
                    <a:pt x="27083" y="78059"/>
                  </a:lnTo>
                  <a:lnTo>
                    <a:pt x="23889" y="76748"/>
                  </a:lnTo>
                  <a:lnTo>
                    <a:pt x="14632" y="77311"/>
                  </a:lnTo>
                  <a:lnTo>
                    <a:pt x="11816" y="76098"/>
                  </a:lnTo>
                  <a:lnTo>
                    <a:pt x="9922" y="73302"/>
                  </a:lnTo>
                  <a:lnTo>
                    <a:pt x="0" y="66989"/>
                  </a:lnTo>
                  <a:lnTo>
                    <a:pt x="3260" y="61459"/>
                  </a:lnTo>
                  <a:lnTo>
                    <a:pt x="10787" y="61431"/>
                  </a:lnTo>
                  <a:lnTo>
                    <a:pt x="8335" y="53328"/>
                  </a:lnTo>
                  <a:lnTo>
                    <a:pt x="8361" y="50549"/>
                  </a:lnTo>
                  <a:lnTo>
                    <a:pt x="6247" y="48448"/>
                  </a:lnTo>
                  <a:lnTo>
                    <a:pt x="6624" y="47188"/>
                  </a:lnTo>
                  <a:lnTo>
                    <a:pt x="16036" y="44053"/>
                  </a:lnTo>
                  <a:lnTo>
                    <a:pt x="15746" y="37584"/>
                  </a:lnTo>
                  <a:lnTo>
                    <a:pt x="18588" y="36037"/>
                  </a:lnTo>
                  <a:lnTo>
                    <a:pt x="22159" y="35708"/>
                  </a:lnTo>
                  <a:lnTo>
                    <a:pt x="24110" y="32783"/>
                  </a:lnTo>
                  <a:lnTo>
                    <a:pt x="26071" y="25315"/>
                  </a:lnTo>
                  <a:lnTo>
                    <a:pt x="29809" y="24244"/>
                  </a:lnTo>
                  <a:lnTo>
                    <a:pt x="29767" y="28127"/>
                  </a:lnTo>
                  <a:lnTo>
                    <a:pt x="36093" y="28365"/>
                  </a:lnTo>
                  <a:lnTo>
                    <a:pt x="36154" y="24869"/>
                  </a:lnTo>
                  <a:lnTo>
                    <a:pt x="37257" y="24992"/>
                  </a:lnTo>
                  <a:lnTo>
                    <a:pt x="37533" y="26618"/>
                  </a:lnTo>
                  <a:lnTo>
                    <a:pt x="40810" y="29679"/>
                  </a:lnTo>
                  <a:lnTo>
                    <a:pt x="44530" y="29709"/>
                  </a:lnTo>
                  <a:lnTo>
                    <a:pt x="45721" y="27343"/>
                  </a:lnTo>
                  <a:lnTo>
                    <a:pt x="48684" y="28443"/>
                  </a:lnTo>
                  <a:lnTo>
                    <a:pt x="47643" y="31933"/>
                  </a:lnTo>
                  <a:lnTo>
                    <a:pt x="46529" y="31523"/>
                  </a:lnTo>
                  <a:lnTo>
                    <a:pt x="45830" y="35140"/>
                  </a:lnTo>
                  <a:lnTo>
                    <a:pt x="51927" y="34710"/>
                  </a:lnTo>
                  <a:lnTo>
                    <a:pt x="52134" y="31357"/>
                  </a:lnTo>
                  <a:lnTo>
                    <a:pt x="61362" y="30765"/>
                  </a:lnTo>
                  <a:lnTo>
                    <a:pt x="61345" y="35971"/>
                  </a:lnTo>
                  <a:lnTo>
                    <a:pt x="65810" y="36155"/>
                  </a:lnTo>
                  <a:lnTo>
                    <a:pt x="66083" y="25557"/>
                  </a:lnTo>
                  <a:lnTo>
                    <a:pt x="75645" y="24866"/>
                  </a:lnTo>
                  <a:lnTo>
                    <a:pt x="74242" y="7101"/>
                  </a:lnTo>
                  <a:lnTo>
                    <a:pt x="88107" y="5824"/>
                  </a:lnTo>
                  <a:lnTo>
                    <a:pt x="87978" y="2761"/>
                  </a:lnTo>
                  <a:lnTo>
                    <a:pt x="90854" y="2652"/>
                  </a:lnTo>
                  <a:lnTo>
                    <a:pt x="90697" y="7067"/>
                  </a:lnTo>
                  <a:lnTo>
                    <a:pt x="100961" y="6057"/>
                  </a:lnTo>
                  <a:lnTo>
                    <a:pt x="100880" y="582"/>
                  </a:lnTo>
                  <a:lnTo>
                    <a:pt x="1074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h158"/>
            <p:cNvSpPr/>
            <p:nvPr/>
          </p:nvSpPr>
          <p:spPr>
            <a:xfrm>
              <a:off x="3725834" y="2984386"/>
              <a:ext cx="20293" cy="30178"/>
            </a:xfrm>
            <a:custGeom>
              <a:avLst/>
              <a:pathLst>
                <a:path w="20293" h="30178">
                  <a:moveTo>
                    <a:pt x="10801" y="4704"/>
                  </a:moveTo>
                  <a:lnTo>
                    <a:pt x="16181" y="4989"/>
                  </a:lnTo>
                  <a:lnTo>
                    <a:pt x="18491" y="6845"/>
                  </a:lnTo>
                  <a:lnTo>
                    <a:pt x="20293" y="13349"/>
                  </a:lnTo>
                  <a:lnTo>
                    <a:pt x="18393" y="14793"/>
                  </a:lnTo>
                  <a:lnTo>
                    <a:pt x="16017" y="21680"/>
                  </a:lnTo>
                  <a:lnTo>
                    <a:pt x="14937" y="28374"/>
                  </a:lnTo>
                  <a:lnTo>
                    <a:pt x="10714" y="30178"/>
                  </a:lnTo>
                  <a:lnTo>
                    <a:pt x="4826" y="29943"/>
                  </a:lnTo>
                  <a:lnTo>
                    <a:pt x="2460" y="29156"/>
                  </a:lnTo>
                  <a:lnTo>
                    <a:pt x="1460" y="27269"/>
                  </a:lnTo>
                  <a:lnTo>
                    <a:pt x="1352" y="20174"/>
                  </a:lnTo>
                  <a:lnTo>
                    <a:pt x="2994" y="15597"/>
                  </a:lnTo>
                  <a:lnTo>
                    <a:pt x="3310" y="11739"/>
                  </a:lnTo>
                  <a:lnTo>
                    <a:pt x="560" y="8899"/>
                  </a:lnTo>
                  <a:lnTo>
                    <a:pt x="0" y="6860"/>
                  </a:lnTo>
                  <a:lnTo>
                    <a:pt x="4429" y="0"/>
                  </a:lnTo>
                  <a:lnTo>
                    <a:pt x="9308" y="168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h159"/>
            <p:cNvSpPr/>
            <p:nvPr/>
          </p:nvSpPr>
          <p:spPr>
            <a:xfrm>
              <a:off x="3730263" y="2949478"/>
              <a:ext cx="104323" cy="95263"/>
            </a:xfrm>
            <a:custGeom>
              <a:avLst/>
              <a:pathLst>
                <a:path w="104323" h="95263">
                  <a:moveTo>
                    <a:pt x="44222" y="8380"/>
                  </a:moveTo>
                  <a:lnTo>
                    <a:pt x="47219" y="8659"/>
                  </a:lnTo>
                  <a:lnTo>
                    <a:pt x="48991" y="8003"/>
                  </a:lnTo>
                  <a:lnTo>
                    <a:pt x="51386" y="5745"/>
                  </a:lnTo>
                  <a:lnTo>
                    <a:pt x="51986" y="9521"/>
                  </a:lnTo>
                  <a:lnTo>
                    <a:pt x="50038" y="13230"/>
                  </a:lnTo>
                  <a:lnTo>
                    <a:pt x="52504" y="14552"/>
                  </a:lnTo>
                  <a:lnTo>
                    <a:pt x="55502" y="13644"/>
                  </a:lnTo>
                  <a:lnTo>
                    <a:pt x="59228" y="16534"/>
                  </a:lnTo>
                  <a:lnTo>
                    <a:pt x="56185" y="19972"/>
                  </a:lnTo>
                  <a:lnTo>
                    <a:pt x="56643" y="20180"/>
                  </a:lnTo>
                  <a:lnTo>
                    <a:pt x="59301" y="20112"/>
                  </a:lnTo>
                  <a:lnTo>
                    <a:pt x="63696" y="18314"/>
                  </a:lnTo>
                  <a:lnTo>
                    <a:pt x="68484" y="18029"/>
                  </a:lnTo>
                  <a:lnTo>
                    <a:pt x="73989" y="19540"/>
                  </a:lnTo>
                  <a:lnTo>
                    <a:pt x="75751" y="19645"/>
                  </a:lnTo>
                  <a:lnTo>
                    <a:pt x="78450" y="21364"/>
                  </a:lnTo>
                  <a:lnTo>
                    <a:pt x="72773" y="34559"/>
                  </a:lnTo>
                  <a:lnTo>
                    <a:pt x="79203" y="35586"/>
                  </a:lnTo>
                  <a:lnTo>
                    <a:pt x="81786" y="32610"/>
                  </a:lnTo>
                  <a:lnTo>
                    <a:pt x="85523" y="34587"/>
                  </a:lnTo>
                  <a:lnTo>
                    <a:pt x="85404" y="38449"/>
                  </a:lnTo>
                  <a:lnTo>
                    <a:pt x="83974" y="43587"/>
                  </a:lnTo>
                  <a:lnTo>
                    <a:pt x="86571" y="50414"/>
                  </a:lnTo>
                  <a:lnTo>
                    <a:pt x="91137" y="51657"/>
                  </a:lnTo>
                  <a:lnTo>
                    <a:pt x="90572" y="55517"/>
                  </a:lnTo>
                  <a:lnTo>
                    <a:pt x="87122" y="56312"/>
                  </a:lnTo>
                  <a:lnTo>
                    <a:pt x="86920" y="61594"/>
                  </a:lnTo>
                  <a:lnTo>
                    <a:pt x="90378" y="66242"/>
                  </a:lnTo>
                  <a:lnTo>
                    <a:pt x="95829" y="68522"/>
                  </a:lnTo>
                  <a:lnTo>
                    <a:pt x="103128" y="67101"/>
                  </a:lnTo>
                  <a:lnTo>
                    <a:pt x="104323" y="82446"/>
                  </a:lnTo>
                  <a:lnTo>
                    <a:pt x="98402" y="82695"/>
                  </a:lnTo>
                  <a:lnTo>
                    <a:pt x="98101" y="72941"/>
                  </a:lnTo>
                  <a:lnTo>
                    <a:pt x="71627" y="74358"/>
                  </a:lnTo>
                  <a:lnTo>
                    <a:pt x="69921" y="92257"/>
                  </a:lnTo>
                  <a:lnTo>
                    <a:pt x="64717" y="91018"/>
                  </a:lnTo>
                  <a:lnTo>
                    <a:pt x="66069" y="95263"/>
                  </a:lnTo>
                  <a:lnTo>
                    <a:pt x="63500" y="94995"/>
                  </a:lnTo>
                  <a:lnTo>
                    <a:pt x="62460" y="90685"/>
                  </a:lnTo>
                  <a:lnTo>
                    <a:pt x="58377" y="90308"/>
                  </a:lnTo>
                  <a:lnTo>
                    <a:pt x="57542" y="91464"/>
                  </a:lnTo>
                  <a:lnTo>
                    <a:pt x="51861" y="91972"/>
                  </a:lnTo>
                  <a:lnTo>
                    <a:pt x="50404" y="91019"/>
                  </a:lnTo>
                  <a:lnTo>
                    <a:pt x="48961" y="85235"/>
                  </a:lnTo>
                  <a:lnTo>
                    <a:pt x="47363" y="66033"/>
                  </a:lnTo>
                  <a:lnTo>
                    <a:pt x="43629" y="62970"/>
                  </a:lnTo>
                  <a:lnTo>
                    <a:pt x="41210" y="64792"/>
                  </a:lnTo>
                  <a:lnTo>
                    <a:pt x="41545" y="66416"/>
                  </a:lnTo>
                  <a:lnTo>
                    <a:pt x="44435" y="65721"/>
                  </a:lnTo>
                  <a:lnTo>
                    <a:pt x="45349" y="68541"/>
                  </a:lnTo>
                  <a:lnTo>
                    <a:pt x="43915" y="70168"/>
                  </a:lnTo>
                  <a:lnTo>
                    <a:pt x="40432" y="71546"/>
                  </a:lnTo>
                  <a:lnTo>
                    <a:pt x="36020" y="69115"/>
                  </a:lnTo>
                  <a:lnTo>
                    <a:pt x="34815" y="61638"/>
                  </a:lnTo>
                  <a:lnTo>
                    <a:pt x="36698" y="54840"/>
                  </a:lnTo>
                  <a:lnTo>
                    <a:pt x="32304" y="57210"/>
                  </a:lnTo>
                  <a:lnTo>
                    <a:pt x="29259" y="57496"/>
                  </a:lnTo>
                  <a:lnTo>
                    <a:pt x="31182" y="50937"/>
                  </a:lnTo>
                  <a:lnTo>
                    <a:pt x="28648" y="50651"/>
                  </a:lnTo>
                  <a:lnTo>
                    <a:pt x="28658" y="51989"/>
                  </a:lnTo>
                  <a:lnTo>
                    <a:pt x="22380" y="51864"/>
                  </a:lnTo>
                  <a:lnTo>
                    <a:pt x="21116" y="51178"/>
                  </a:lnTo>
                  <a:lnTo>
                    <a:pt x="20731" y="46748"/>
                  </a:lnTo>
                  <a:lnTo>
                    <a:pt x="15864" y="48258"/>
                  </a:lnTo>
                  <a:lnTo>
                    <a:pt x="14062" y="41754"/>
                  </a:lnTo>
                  <a:lnTo>
                    <a:pt x="11752" y="39898"/>
                  </a:lnTo>
                  <a:lnTo>
                    <a:pt x="6372" y="39613"/>
                  </a:lnTo>
                  <a:lnTo>
                    <a:pt x="4879" y="36591"/>
                  </a:lnTo>
                  <a:lnTo>
                    <a:pt x="0" y="34908"/>
                  </a:lnTo>
                  <a:lnTo>
                    <a:pt x="633" y="29736"/>
                  </a:lnTo>
                  <a:lnTo>
                    <a:pt x="4983" y="24817"/>
                  </a:lnTo>
                  <a:lnTo>
                    <a:pt x="18551" y="13842"/>
                  </a:lnTo>
                  <a:lnTo>
                    <a:pt x="25009" y="1393"/>
                  </a:lnTo>
                  <a:lnTo>
                    <a:pt x="32277" y="1697"/>
                  </a:lnTo>
                  <a:lnTo>
                    <a:pt x="32297" y="368"/>
                  </a:lnTo>
                  <a:lnTo>
                    <a:pt x="33310" y="0"/>
                  </a:lnTo>
                  <a:lnTo>
                    <a:pt x="36977" y="365"/>
                  </a:lnTo>
                  <a:lnTo>
                    <a:pt x="42246" y="27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h160"/>
            <p:cNvSpPr/>
            <p:nvPr/>
          </p:nvSpPr>
          <p:spPr>
            <a:xfrm>
              <a:off x="3566315" y="2933876"/>
              <a:ext cx="287" cy="106"/>
            </a:xfrm>
            <a:custGeom>
              <a:avLst/>
              <a:pathLst>
                <a:path w="287" h="106">
                  <a:moveTo>
                    <a:pt x="0" y="43"/>
                  </a:moveTo>
                  <a:lnTo>
                    <a:pt x="151" y="0"/>
                  </a:lnTo>
                  <a:lnTo>
                    <a:pt x="287" y="1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h161"/>
            <p:cNvSpPr/>
            <p:nvPr/>
          </p:nvSpPr>
          <p:spPr>
            <a:xfrm>
              <a:off x="3563802" y="293323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h162"/>
            <p:cNvSpPr/>
            <p:nvPr/>
          </p:nvSpPr>
          <p:spPr>
            <a:xfrm>
              <a:off x="3565606" y="2932815"/>
              <a:ext cx="201" cy="500"/>
            </a:xfrm>
            <a:custGeom>
              <a:avLst/>
              <a:pathLst>
                <a:path w="201" h="500">
                  <a:moveTo>
                    <a:pt x="201" y="429"/>
                  </a:moveTo>
                  <a:lnTo>
                    <a:pt x="0" y="50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h163"/>
            <p:cNvSpPr/>
            <p:nvPr/>
          </p:nvSpPr>
          <p:spPr>
            <a:xfrm>
              <a:off x="3803037" y="2912047"/>
              <a:ext cx="125416" cy="168047"/>
            </a:xfrm>
            <a:custGeom>
              <a:avLst/>
              <a:pathLst>
                <a:path w="125416" h="168047">
                  <a:moveTo>
                    <a:pt x="29227" y="572"/>
                  </a:moveTo>
                  <a:lnTo>
                    <a:pt x="29591" y="5370"/>
                  </a:lnTo>
                  <a:lnTo>
                    <a:pt x="31009" y="9031"/>
                  </a:lnTo>
                  <a:lnTo>
                    <a:pt x="36141" y="2920"/>
                  </a:lnTo>
                  <a:lnTo>
                    <a:pt x="56667" y="24986"/>
                  </a:lnTo>
                  <a:lnTo>
                    <a:pt x="56608" y="32878"/>
                  </a:lnTo>
                  <a:lnTo>
                    <a:pt x="57695" y="35043"/>
                  </a:lnTo>
                  <a:lnTo>
                    <a:pt x="59017" y="35016"/>
                  </a:lnTo>
                  <a:lnTo>
                    <a:pt x="59454" y="41040"/>
                  </a:lnTo>
                  <a:lnTo>
                    <a:pt x="68224" y="53294"/>
                  </a:lnTo>
                  <a:lnTo>
                    <a:pt x="74430" y="53323"/>
                  </a:lnTo>
                  <a:lnTo>
                    <a:pt x="74378" y="57353"/>
                  </a:lnTo>
                  <a:lnTo>
                    <a:pt x="72812" y="57282"/>
                  </a:lnTo>
                  <a:lnTo>
                    <a:pt x="74956" y="61200"/>
                  </a:lnTo>
                  <a:lnTo>
                    <a:pt x="76185" y="62527"/>
                  </a:lnTo>
                  <a:lnTo>
                    <a:pt x="78704" y="62544"/>
                  </a:lnTo>
                  <a:lnTo>
                    <a:pt x="83678" y="68557"/>
                  </a:lnTo>
                  <a:lnTo>
                    <a:pt x="99169" y="80122"/>
                  </a:lnTo>
                  <a:lnTo>
                    <a:pt x="119235" y="95102"/>
                  </a:lnTo>
                  <a:lnTo>
                    <a:pt x="121513" y="120890"/>
                  </a:lnTo>
                  <a:lnTo>
                    <a:pt x="122615" y="133107"/>
                  </a:lnTo>
                  <a:lnTo>
                    <a:pt x="124007" y="133086"/>
                  </a:lnTo>
                  <a:lnTo>
                    <a:pt x="124216" y="151168"/>
                  </a:lnTo>
                  <a:lnTo>
                    <a:pt x="125416" y="166583"/>
                  </a:lnTo>
                  <a:lnTo>
                    <a:pt x="115468" y="168047"/>
                  </a:lnTo>
                  <a:lnTo>
                    <a:pt x="113959" y="161053"/>
                  </a:lnTo>
                  <a:lnTo>
                    <a:pt x="113922" y="157174"/>
                  </a:lnTo>
                  <a:lnTo>
                    <a:pt x="83653" y="160410"/>
                  </a:lnTo>
                  <a:lnTo>
                    <a:pt x="80932" y="134236"/>
                  </a:lnTo>
                  <a:lnTo>
                    <a:pt x="68999" y="134041"/>
                  </a:lnTo>
                  <a:lnTo>
                    <a:pt x="68616" y="147518"/>
                  </a:lnTo>
                  <a:lnTo>
                    <a:pt x="45657" y="148858"/>
                  </a:lnTo>
                  <a:lnTo>
                    <a:pt x="45369" y="153230"/>
                  </a:lnTo>
                  <a:lnTo>
                    <a:pt x="26503" y="155763"/>
                  </a:lnTo>
                  <a:lnTo>
                    <a:pt x="26479" y="155252"/>
                  </a:lnTo>
                  <a:lnTo>
                    <a:pt x="25354" y="130628"/>
                  </a:lnTo>
                  <a:lnTo>
                    <a:pt x="25628" y="120126"/>
                  </a:lnTo>
                  <a:lnTo>
                    <a:pt x="31550" y="119876"/>
                  </a:lnTo>
                  <a:lnTo>
                    <a:pt x="30354" y="104532"/>
                  </a:lnTo>
                  <a:lnTo>
                    <a:pt x="23055" y="105952"/>
                  </a:lnTo>
                  <a:lnTo>
                    <a:pt x="17604" y="103673"/>
                  </a:lnTo>
                  <a:lnTo>
                    <a:pt x="14146" y="99025"/>
                  </a:lnTo>
                  <a:lnTo>
                    <a:pt x="14348" y="93743"/>
                  </a:lnTo>
                  <a:lnTo>
                    <a:pt x="17798" y="92948"/>
                  </a:lnTo>
                  <a:lnTo>
                    <a:pt x="18364" y="89088"/>
                  </a:lnTo>
                  <a:lnTo>
                    <a:pt x="13797" y="87845"/>
                  </a:lnTo>
                  <a:lnTo>
                    <a:pt x="11200" y="81017"/>
                  </a:lnTo>
                  <a:lnTo>
                    <a:pt x="12631" y="75880"/>
                  </a:lnTo>
                  <a:lnTo>
                    <a:pt x="12750" y="72017"/>
                  </a:lnTo>
                  <a:lnTo>
                    <a:pt x="9012" y="70041"/>
                  </a:lnTo>
                  <a:lnTo>
                    <a:pt x="6429" y="73017"/>
                  </a:lnTo>
                  <a:lnTo>
                    <a:pt x="0" y="71990"/>
                  </a:lnTo>
                  <a:lnTo>
                    <a:pt x="5677" y="58795"/>
                  </a:lnTo>
                  <a:lnTo>
                    <a:pt x="2977" y="57076"/>
                  </a:lnTo>
                  <a:lnTo>
                    <a:pt x="1216" y="56971"/>
                  </a:lnTo>
                  <a:lnTo>
                    <a:pt x="2186" y="52791"/>
                  </a:lnTo>
                  <a:lnTo>
                    <a:pt x="6162" y="53880"/>
                  </a:lnTo>
                  <a:lnTo>
                    <a:pt x="6950" y="57004"/>
                  </a:lnTo>
                  <a:lnTo>
                    <a:pt x="9431" y="57060"/>
                  </a:lnTo>
                  <a:lnTo>
                    <a:pt x="9136" y="48665"/>
                  </a:lnTo>
                  <a:lnTo>
                    <a:pt x="8282" y="49965"/>
                  </a:lnTo>
                  <a:lnTo>
                    <a:pt x="4324" y="49624"/>
                  </a:lnTo>
                  <a:lnTo>
                    <a:pt x="3678" y="42041"/>
                  </a:lnTo>
                  <a:lnTo>
                    <a:pt x="9077" y="43273"/>
                  </a:lnTo>
                  <a:lnTo>
                    <a:pt x="7988" y="39841"/>
                  </a:lnTo>
                  <a:lnTo>
                    <a:pt x="19742" y="38420"/>
                  </a:lnTo>
                  <a:lnTo>
                    <a:pt x="19704" y="35122"/>
                  </a:lnTo>
                  <a:lnTo>
                    <a:pt x="18517" y="31827"/>
                  </a:lnTo>
                  <a:lnTo>
                    <a:pt x="18537" y="24844"/>
                  </a:lnTo>
                  <a:lnTo>
                    <a:pt x="23145" y="24848"/>
                  </a:lnTo>
                  <a:lnTo>
                    <a:pt x="23672" y="12738"/>
                  </a:lnTo>
                  <a:lnTo>
                    <a:pt x="2409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h164"/>
            <p:cNvSpPr/>
            <p:nvPr/>
          </p:nvSpPr>
          <p:spPr>
            <a:xfrm>
              <a:off x="3744880" y="2901096"/>
              <a:ext cx="298" cy="231"/>
            </a:xfrm>
            <a:custGeom>
              <a:avLst/>
              <a:pathLst>
                <a:path w="298" h="231">
                  <a:moveTo>
                    <a:pt x="298" y="38"/>
                  </a:moveTo>
                  <a:lnTo>
                    <a:pt x="208" y="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h165"/>
            <p:cNvSpPr/>
            <p:nvPr/>
          </p:nvSpPr>
          <p:spPr>
            <a:xfrm>
              <a:off x="3742823" y="2834040"/>
              <a:ext cx="84117" cy="84346"/>
            </a:xfrm>
            <a:custGeom>
              <a:avLst/>
              <a:pathLst>
                <a:path w="84117" h="84346">
                  <a:moveTo>
                    <a:pt x="12178" y="13222"/>
                  </a:moveTo>
                  <a:lnTo>
                    <a:pt x="13624" y="38317"/>
                  </a:lnTo>
                  <a:lnTo>
                    <a:pt x="19245" y="38108"/>
                  </a:lnTo>
                  <a:lnTo>
                    <a:pt x="20103" y="39667"/>
                  </a:lnTo>
                  <a:lnTo>
                    <a:pt x="33124" y="38305"/>
                  </a:lnTo>
                  <a:lnTo>
                    <a:pt x="34060" y="41437"/>
                  </a:lnTo>
                  <a:lnTo>
                    <a:pt x="33298" y="47906"/>
                  </a:lnTo>
                  <a:lnTo>
                    <a:pt x="50193" y="52456"/>
                  </a:lnTo>
                  <a:lnTo>
                    <a:pt x="54352" y="52114"/>
                  </a:lnTo>
                  <a:lnTo>
                    <a:pt x="59557" y="44856"/>
                  </a:lnTo>
                  <a:lnTo>
                    <a:pt x="61438" y="43391"/>
                  </a:lnTo>
                  <a:lnTo>
                    <a:pt x="75306" y="58299"/>
                  </a:lnTo>
                  <a:lnTo>
                    <a:pt x="84117" y="67771"/>
                  </a:lnTo>
                  <a:lnTo>
                    <a:pt x="79869" y="68072"/>
                  </a:lnTo>
                  <a:lnTo>
                    <a:pt x="79853" y="71412"/>
                  </a:lnTo>
                  <a:lnTo>
                    <a:pt x="72876" y="69361"/>
                  </a:lnTo>
                  <a:lnTo>
                    <a:pt x="66711" y="65651"/>
                  </a:lnTo>
                  <a:lnTo>
                    <a:pt x="64445" y="62748"/>
                  </a:lnTo>
                  <a:lnTo>
                    <a:pt x="53590" y="62478"/>
                  </a:lnTo>
                  <a:lnTo>
                    <a:pt x="49267" y="71829"/>
                  </a:lnTo>
                  <a:lnTo>
                    <a:pt x="49259" y="73298"/>
                  </a:lnTo>
                  <a:lnTo>
                    <a:pt x="47736" y="73722"/>
                  </a:lnTo>
                  <a:lnTo>
                    <a:pt x="46022" y="76020"/>
                  </a:lnTo>
                  <a:lnTo>
                    <a:pt x="45389" y="79610"/>
                  </a:lnTo>
                  <a:lnTo>
                    <a:pt x="38788" y="79438"/>
                  </a:lnTo>
                  <a:lnTo>
                    <a:pt x="39002" y="73709"/>
                  </a:lnTo>
                  <a:lnTo>
                    <a:pt x="37472" y="73743"/>
                  </a:lnTo>
                  <a:lnTo>
                    <a:pt x="34646" y="74979"/>
                  </a:lnTo>
                  <a:lnTo>
                    <a:pt x="33184" y="76744"/>
                  </a:lnTo>
                  <a:lnTo>
                    <a:pt x="20892" y="77553"/>
                  </a:lnTo>
                  <a:lnTo>
                    <a:pt x="5500" y="84346"/>
                  </a:lnTo>
                  <a:lnTo>
                    <a:pt x="4688" y="83286"/>
                  </a:lnTo>
                  <a:lnTo>
                    <a:pt x="3376" y="70047"/>
                  </a:lnTo>
                  <a:lnTo>
                    <a:pt x="3577" y="62747"/>
                  </a:lnTo>
                  <a:lnTo>
                    <a:pt x="259" y="50383"/>
                  </a:lnTo>
                  <a:lnTo>
                    <a:pt x="0" y="47028"/>
                  </a:lnTo>
                  <a:lnTo>
                    <a:pt x="5298" y="27762"/>
                  </a:lnTo>
                  <a:lnTo>
                    <a:pt x="4848" y="17693"/>
                  </a:lnTo>
                  <a:lnTo>
                    <a:pt x="8798" y="10630"/>
                  </a:lnTo>
                  <a:lnTo>
                    <a:pt x="8804" y="9674"/>
                  </a:lnTo>
                  <a:lnTo>
                    <a:pt x="7861" y="9230"/>
                  </a:lnTo>
                  <a:lnTo>
                    <a:pt x="7299" y="5617"/>
                  </a:lnTo>
                  <a:lnTo>
                    <a:pt x="8342" y="454"/>
                  </a:lnTo>
                  <a:lnTo>
                    <a:pt x="11416" y="0"/>
                  </a:lnTo>
                  <a:lnTo>
                    <a:pt x="12161" y="1293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h166"/>
            <p:cNvSpPr/>
            <p:nvPr/>
          </p:nvSpPr>
          <p:spPr>
            <a:xfrm>
              <a:off x="3744516" y="2860447"/>
              <a:ext cx="1386" cy="7155"/>
            </a:xfrm>
            <a:custGeom>
              <a:avLst/>
              <a:pathLst>
                <a:path w="1386" h="7155">
                  <a:moveTo>
                    <a:pt x="0" y="4632"/>
                  </a:moveTo>
                  <a:lnTo>
                    <a:pt x="691" y="0"/>
                  </a:lnTo>
                  <a:lnTo>
                    <a:pt x="1386" y="1108"/>
                  </a:lnTo>
                  <a:lnTo>
                    <a:pt x="932" y="4136"/>
                  </a:lnTo>
                  <a:lnTo>
                    <a:pt x="1112" y="71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h167"/>
            <p:cNvSpPr/>
            <p:nvPr/>
          </p:nvSpPr>
          <p:spPr>
            <a:xfrm>
              <a:off x="3745176" y="2859744"/>
              <a:ext cx="1063" cy="1887"/>
            </a:xfrm>
            <a:custGeom>
              <a:avLst/>
              <a:pathLst>
                <a:path w="1063" h="1887">
                  <a:moveTo>
                    <a:pt x="1063" y="1887"/>
                  </a:moveTo>
                  <a:lnTo>
                    <a:pt x="0" y="0"/>
                  </a:lnTo>
                  <a:lnTo>
                    <a:pt x="997" y="3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h168"/>
            <p:cNvSpPr/>
            <p:nvPr/>
          </p:nvSpPr>
          <p:spPr>
            <a:xfrm>
              <a:off x="3745320" y="2855023"/>
              <a:ext cx="1769" cy="4900"/>
            </a:xfrm>
            <a:custGeom>
              <a:avLst/>
              <a:pathLst>
                <a:path w="1769" h="4900">
                  <a:moveTo>
                    <a:pt x="817" y="0"/>
                  </a:moveTo>
                  <a:lnTo>
                    <a:pt x="1692" y="1429"/>
                  </a:lnTo>
                  <a:lnTo>
                    <a:pt x="1769" y="490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h169"/>
            <p:cNvSpPr/>
            <p:nvPr/>
          </p:nvSpPr>
          <p:spPr>
            <a:xfrm>
              <a:off x="3798819" y="3046088"/>
              <a:ext cx="141728" cy="183318"/>
            </a:xfrm>
            <a:custGeom>
              <a:avLst/>
              <a:pathLst>
                <a:path w="141728" h="183318">
                  <a:moveTo>
                    <a:pt x="85149" y="195"/>
                  </a:moveTo>
                  <a:lnTo>
                    <a:pt x="87870" y="26369"/>
                  </a:lnTo>
                  <a:lnTo>
                    <a:pt x="118139" y="23133"/>
                  </a:lnTo>
                  <a:lnTo>
                    <a:pt x="118176" y="27012"/>
                  </a:lnTo>
                  <a:lnTo>
                    <a:pt x="119685" y="34005"/>
                  </a:lnTo>
                  <a:lnTo>
                    <a:pt x="129633" y="32542"/>
                  </a:lnTo>
                  <a:lnTo>
                    <a:pt x="131585" y="48372"/>
                  </a:lnTo>
                  <a:lnTo>
                    <a:pt x="130859" y="51099"/>
                  </a:lnTo>
                  <a:lnTo>
                    <a:pt x="134439" y="88324"/>
                  </a:lnTo>
                  <a:lnTo>
                    <a:pt x="137535" y="88103"/>
                  </a:lnTo>
                  <a:lnTo>
                    <a:pt x="138830" y="96532"/>
                  </a:lnTo>
                  <a:lnTo>
                    <a:pt x="136711" y="96763"/>
                  </a:lnTo>
                  <a:lnTo>
                    <a:pt x="138528" y="108757"/>
                  </a:lnTo>
                  <a:lnTo>
                    <a:pt x="136111" y="108953"/>
                  </a:lnTo>
                  <a:lnTo>
                    <a:pt x="136162" y="118481"/>
                  </a:lnTo>
                  <a:lnTo>
                    <a:pt x="138028" y="117939"/>
                  </a:lnTo>
                  <a:lnTo>
                    <a:pt x="138926" y="128197"/>
                  </a:lnTo>
                  <a:lnTo>
                    <a:pt x="131784" y="128995"/>
                  </a:lnTo>
                  <a:lnTo>
                    <a:pt x="132224" y="137053"/>
                  </a:lnTo>
                  <a:lnTo>
                    <a:pt x="139507" y="136510"/>
                  </a:lnTo>
                  <a:lnTo>
                    <a:pt x="139752" y="139754"/>
                  </a:lnTo>
                  <a:lnTo>
                    <a:pt x="137926" y="145090"/>
                  </a:lnTo>
                  <a:lnTo>
                    <a:pt x="132417" y="145245"/>
                  </a:lnTo>
                  <a:lnTo>
                    <a:pt x="132665" y="148976"/>
                  </a:lnTo>
                  <a:lnTo>
                    <a:pt x="133310" y="154007"/>
                  </a:lnTo>
                  <a:lnTo>
                    <a:pt x="140047" y="153468"/>
                  </a:lnTo>
                  <a:lnTo>
                    <a:pt x="140231" y="155214"/>
                  </a:lnTo>
                  <a:lnTo>
                    <a:pt x="141728" y="171537"/>
                  </a:lnTo>
                  <a:lnTo>
                    <a:pt x="4443" y="183318"/>
                  </a:lnTo>
                  <a:lnTo>
                    <a:pt x="2577" y="145310"/>
                  </a:lnTo>
                  <a:lnTo>
                    <a:pt x="1764" y="137197"/>
                  </a:lnTo>
                  <a:lnTo>
                    <a:pt x="249" y="137339"/>
                  </a:lnTo>
                  <a:lnTo>
                    <a:pt x="0" y="133862"/>
                  </a:lnTo>
                  <a:lnTo>
                    <a:pt x="20779" y="131437"/>
                  </a:lnTo>
                  <a:lnTo>
                    <a:pt x="20997" y="127289"/>
                  </a:lnTo>
                  <a:lnTo>
                    <a:pt x="19681" y="106085"/>
                  </a:lnTo>
                  <a:lnTo>
                    <a:pt x="16974" y="106230"/>
                  </a:lnTo>
                  <a:lnTo>
                    <a:pt x="17098" y="96088"/>
                  </a:lnTo>
                  <a:lnTo>
                    <a:pt x="9595" y="97162"/>
                  </a:lnTo>
                  <a:lnTo>
                    <a:pt x="7157" y="95922"/>
                  </a:lnTo>
                  <a:lnTo>
                    <a:pt x="6026" y="91502"/>
                  </a:lnTo>
                  <a:lnTo>
                    <a:pt x="5592" y="85215"/>
                  </a:lnTo>
                  <a:lnTo>
                    <a:pt x="1944" y="85424"/>
                  </a:lnTo>
                  <a:lnTo>
                    <a:pt x="817" y="81420"/>
                  </a:lnTo>
                  <a:lnTo>
                    <a:pt x="1492" y="74765"/>
                  </a:lnTo>
                  <a:lnTo>
                    <a:pt x="4090" y="70725"/>
                  </a:lnTo>
                  <a:lnTo>
                    <a:pt x="8247" y="70791"/>
                  </a:lnTo>
                  <a:lnTo>
                    <a:pt x="8327" y="67649"/>
                  </a:lnTo>
                  <a:lnTo>
                    <a:pt x="5197" y="67628"/>
                  </a:lnTo>
                  <a:lnTo>
                    <a:pt x="5190" y="62702"/>
                  </a:lnTo>
                  <a:lnTo>
                    <a:pt x="10182" y="62772"/>
                  </a:lnTo>
                  <a:lnTo>
                    <a:pt x="10149" y="64118"/>
                  </a:lnTo>
                  <a:lnTo>
                    <a:pt x="16986" y="64295"/>
                  </a:lnTo>
                  <a:lnTo>
                    <a:pt x="18004" y="31206"/>
                  </a:lnTo>
                  <a:lnTo>
                    <a:pt x="14443" y="26872"/>
                  </a:lnTo>
                  <a:lnTo>
                    <a:pt x="1966" y="27647"/>
                  </a:lnTo>
                  <a:lnTo>
                    <a:pt x="2572" y="25127"/>
                  </a:lnTo>
                  <a:lnTo>
                    <a:pt x="2245" y="20878"/>
                  </a:lnTo>
                  <a:lnTo>
                    <a:pt x="22485" y="22578"/>
                  </a:lnTo>
                  <a:lnTo>
                    <a:pt x="20809" y="18781"/>
                  </a:lnTo>
                  <a:lnTo>
                    <a:pt x="30697" y="21211"/>
                  </a:lnTo>
                  <a:lnTo>
                    <a:pt x="30720" y="21722"/>
                  </a:lnTo>
                  <a:lnTo>
                    <a:pt x="49586" y="19189"/>
                  </a:lnTo>
                  <a:lnTo>
                    <a:pt x="49874" y="14817"/>
                  </a:lnTo>
                  <a:lnTo>
                    <a:pt x="72833" y="13477"/>
                  </a:lnTo>
                  <a:lnTo>
                    <a:pt x="7321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h170"/>
            <p:cNvSpPr/>
            <p:nvPr/>
          </p:nvSpPr>
          <p:spPr>
            <a:xfrm>
              <a:off x="3698735" y="3072961"/>
              <a:ext cx="121082" cy="110879"/>
            </a:xfrm>
            <a:custGeom>
              <a:avLst/>
              <a:pathLst>
                <a:path w="121082" h="110879">
                  <a:moveTo>
                    <a:pt x="118089" y="4333"/>
                  </a:moveTo>
                  <a:lnTo>
                    <a:pt x="117071" y="37422"/>
                  </a:lnTo>
                  <a:lnTo>
                    <a:pt x="110234" y="37245"/>
                  </a:lnTo>
                  <a:lnTo>
                    <a:pt x="110267" y="35899"/>
                  </a:lnTo>
                  <a:lnTo>
                    <a:pt x="105275" y="35829"/>
                  </a:lnTo>
                  <a:lnTo>
                    <a:pt x="105282" y="40755"/>
                  </a:lnTo>
                  <a:lnTo>
                    <a:pt x="108412" y="40777"/>
                  </a:lnTo>
                  <a:lnTo>
                    <a:pt x="108332" y="43918"/>
                  </a:lnTo>
                  <a:lnTo>
                    <a:pt x="104175" y="43852"/>
                  </a:lnTo>
                  <a:lnTo>
                    <a:pt x="101577" y="47892"/>
                  </a:lnTo>
                  <a:lnTo>
                    <a:pt x="100902" y="54548"/>
                  </a:lnTo>
                  <a:lnTo>
                    <a:pt x="102029" y="58551"/>
                  </a:lnTo>
                  <a:lnTo>
                    <a:pt x="105677" y="58342"/>
                  </a:lnTo>
                  <a:lnTo>
                    <a:pt x="106111" y="64629"/>
                  </a:lnTo>
                  <a:lnTo>
                    <a:pt x="107242" y="69049"/>
                  </a:lnTo>
                  <a:lnTo>
                    <a:pt x="109679" y="70289"/>
                  </a:lnTo>
                  <a:lnTo>
                    <a:pt x="117183" y="69215"/>
                  </a:lnTo>
                  <a:lnTo>
                    <a:pt x="117059" y="79357"/>
                  </a:lnTo>
                  <a:lnTo>
                    <a:pt x="119766" y="79212"/>
                  </a:lnTo>
                  <a:lnTo>
                    <a:pt x="121082" y="100416"/>
                  </a:lnTo>
                  <a:lnTo>
                    <a:pt x="120864" y="104564"/>
                  </a:lnTo>
                  <a:lnTo>
                    <a:pt x="100084" y="106989"/>
                  </a:lnTo>
                  <a:lnTo>
                    <a:pt x="100334" y="110466"/>
                  </a:lnTo>
                  <a:lnTo>
                    <a:pt x="96053" y="110879"/>
                  </a:lnTo>
                  <a:lnTo>
                    <a:pt x="95631" y="106658"/>
                  </a:lnTo>
                  <a:lnTo>
                    <a:pt x="77664" y="108315"/>
                  </a:lnTo>
                  <a:lnTo>
                    <a:pt x="73478" y="72808"/>
                  </a:lnTo>
                  <a:lnTo>
                    <a:pt x="73553" y="67719"/>
                  </a:lnTo>
                  <a:lnTo>
                    <a:pt x="67006" y="68301"/>
                  </a:lnTo>
                  <a:lnTo>
                    <a:pt x="67087" y="73776"/>
                  </a:lnTo>
                  <a:lnTo>
                    <a:pt x="56823" y="74787"/>
                  </a:lnTo>
                  <a:lnTo>
                    <a:pt x="56980" y="70372"/>
                  </a:lnTo>
                  <a:lnTo>
                    <a:pt x="54105" y="70480"/>
                  </a:lnTo>
                  <a:lnTo>
                    <a:pt x="54234" y="73544"/>
                  </a:lnTo>
                  <a:lnTo>
                    <a:pt x="40369" y="74821"/>
                  </a:lnTo>
                  <a:lnTo>
                    <a:pt x="41771" y="92586"/>
                  </a:lnTo>
                  <a:lnTo>
                    <a:pt x="32210" y="93276"/>
                  </a:lnTo>
                  <a:lnTo>
                    <a:pt x="31937" y="103875"/>
                  </a:lnTo>
                  <a:lnTo>
                    <a:pt x="27471" y="103690"/>
                  </a:lnTo>
                  <a:lnTo>
                    <a:pt x="27489" y="98484"/>
                  </a:lnTo>
                  <a:lnTo>
                    <a:pt x="18260" y="99076"/>
                  </a:lnTo>
                  <a:lnTo>
                    <a:pt x="18053" y="102429"/>
                  </a:lnTo>
                  <a:lnTo>
                    <a:pt x="11956" y="102859"/>
                  </a:lnTo>
                  <a:lnTo>
                    <a:pt x="12656" y="99242"/>
                  </a:lnTo>
                  <a:lnTo>
                    <a:pt x="13769" y="99653"/>
                  </a:lnTo>
                  <a:lnTo>
                    <a:pt x="14811" y="96162"/>
                  </a:lnTo>
                  <a:lnTo>
                    <a:pt x="11847" y="95062"/>
                  </a:lnTo>
                  <a:lnTo>
                    <a:pt x="10657" y="97429"/>
                  </a:lnTo>
                  <a:lnTo>
                    <a:pt x="6937" y="97398"/>
                  </a:lnTo>
                  <a:lnTo>
                    <a:pt x="3660" y="94337"/>
                  </a:lnTo>
                  <a:lnTo>
                    <a:pt x="3384" y="92711"/>
                  </a:lnTo>
                  <a:lnTo>
                    <a:pt x="4651" y="92850"/>
                  </a:lnTo>
                  <a:lnTo>
                    <a:pt x="4753" y="88528"/>
                  </a:lnTo>
                  <a:lnTo>
                    <a:pt x="3472" y="88566"/>
                  </a:lnTo>
                  <a:lnTo>
                    <a:pt x="0" y="85755"/>
                  </a:lnTo>
                  <a:lnTo>
                    <a:pt x="2205" y="76453"/>
                  </a:lnTo>
                  <a:lnTo>
                    <a:pt x="2396" y="69919"/>
                  </a:lnTo>
                  <a:lnTo>
                    <a:pt x="5098" y="62678"/>
                  </a:lnTo>
                  <a:lnTo>
                    <a:pt x="3757" y="56086"/>
                  </a:lnTo>
                  <a:lnTo>
                    <a:pt x="3953" y="53535"/>
                  </a:lnTo>
                  <a:lnTo>
                    <a:pt x="8678" y="53000"/>
                  </a:lnTo>
                  <a:lnTo>
                    <a:pt x="13852" y="53537"/>
                  </a:lnTo>
                  <a:lnTo>
                    <a:pt x="14767" y="50138"/>
                  </a:lnTo>
                  <a:lnTo>
                    <a:pt x="22542" y="48275"/>
                  </a:lnTo>
                  <a:lnTo>
                    <a:pt x="25202" y="44597"/>
                  </a:lnTo>
                  <a:lnTo>
                    <a:pt x="25971" y="40606"/>
                  </a:lnTo>
                  <a:lnTo>
                    <a:pt x="23884" y="38646"/>
                  </a:lnTo>
                  <a:lnTo>
                    <a:pt x="19705" y="38571"/>
                  </a:lnTo>
                  <a:lnTo>
                    <a:pt x="19824" y="33545"/>
                  </a:lnTo>
                  <a:lnTo>
                    <a:pt x="20811" y="33537"/>
                  </a:lnTo>
                  <a:lnTo>
                    <a:pt x="21531" y="29255"/>
                  </a:lnTo>
                  <a:lnTo>
                    <a:pt x="17974" y="29083"/>
                  </a:lnTo>
                  <a:lnTo>
                    <a:pt x="18066" y="25277"/>
                  </a:lnTo>
                  <a:lnTo>
                    <a:pt x="20985" y="23611"/>
                  </a:lnTo>
                  <a:lnTo>
                    <a:pt x="24222" y="24806"/>
                  </a:lnTo>
                  <a:lnTo>
                    <a:pt x="28401" y="29119"/>
                  </a:lnTo>
                  <a:lnTo>
                    <a:pt x="32616" y="24815"/>
                  </a:lnTo>
                  <a:lnTo>
                    <a:pt x="34071" y="25221"/>
                  </a:lnTo>
                  <a:lnTo>
                    <a:pt x="33252" y="39978"/>
                  </a:lnTo>
                  <a:lnTo>
                    <a:pt x="44154" y="44218"/>
                  </a:lnTo>
                  <a:lnTo>
                    <a:pt x="62370" y="46210"/>
                  </a:lnTo>
                  <a:lnTo>
                    <a:pt x="60571" y="59941"/>
                  </a:lnTo>
                  <a:lnTo>
                    <a:pt x="68096" y="59609"/>
                  </a:lnTo>
                  <a:lnTo>
                    <a:pt x="67341" y="28931"/>
                  </a:lnTo>
                  <a:lnTo>
                    <a:pt x="86582" y="28928"/>
                  </a:lnTo>
                  <a:lnTo>
                    <a:pt x="86832" y="15775"/>
                  </a:lnTo>
                  <a:lnTo>
                    <a:pt x="96564" y="15092"/>
                  </a:lnTo>
                  <a:lnTo>
                    <a:pt x="97242" y="7597"/>
                  </a:lnTo>
                  <a:lnTo>
                    <a:pt x="102393" y="2919"/>
                  </a:lnTo>
                  <a:lnTo>
                    <a:pt x="102051" y="774"/>
                  </a:lnTo>
                  <a:lnTo>
                    <a:pt x="11452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h171"/>
            <p:cNvSpPr/>
            <p:nvPr/>
          </p:nvSpPr>
          <p:spPr>
            <a:xfrm>
              <a:off x="3748217" y="2927096"/>
              <a:ext cx="64251" cy="42561"/>
            </a:xfrm>
            <a:custGeom>
              <a:avLst/>
              <a:pathLst>
                <a:path w="64251" h="42561">
                  <a:moveTo>
                    <a:pt x="15230" y="997"/>
                  </a:moveTo>
                  <a:lnTo>
                    <a:pt x="28530" y="6006"/>
                  </a:lnTo>
                  <a:lnTo>
                    <a:pt x="39280" y="5995"/>
                  </a:lnTo>
                  <a:lnTo>
                    <a:pt x="39891" y="14275"/>
                  </a:lnTo>
                  <a:lnTo>
                    <a:pt x="42014" y="14455"/>
                  </a:lnTo>
                  <a:lnTo>
                    <a:pt x="42431" y="12491"/>
                  </a:lnTo>
                  <a:lnTo>
                    <a:pt x="47592" y="10327"/>
                  </a:lnTo>
                  <a:lnTo>
                    <a:pt x="50970" y="13030"/>
                  </a:lnTo>
                  <a:lnTo>
                    <a:pt x="61905" y="16162"/>
                  </a:lnTo>
                  <a:lnTo>
                    <a:pt x="62807" y="24792"/>
                  </a:lnTo>
                  <a:lnTo>
                    <a:pt x="63897" y="28224"/>
                  </a:lnTo>
                  <a:lnTo>
                    <a:pt x="58498" y="26992"/>
                  </a:lnTo>
                  <a:lnTo>
                    <a:pt x="59144" y="34574"/>
                  </a:lnTo>
                  <a:lnTo>
                    <a:pt x="63102" y="34916"/>
                  </a:lnTo>
                  <a:lnTo>
                    <a:pt x="63956" y="33615"/>
                  </a:lnTo>
                  <a:lnTo>
                    <a:pt x="64251" y="42011"/>
                  </a:lnTo>
                  <a:lnTo>
                    <a:pt x="61770" y="41955"/>
                  </a:lnTo>
                  <a:lnTo>
                    <a:pt x="60982" y="38830"/>
                  </a:lnTo>
                  <a:lnTo>
                    <a:pt x="57006" y="37741"/>
                  </a:lnTo>
                  <a:lnTo>
                    <a:pt x="56036" y="41922"/>
                  </a:lnTo>
                  <a:lnTo>
                    <a:pt x="50530" y="40410"/>
                  </a:lnTo>
                  <a:lnTo>
                    <a:pt x="45742" y="40695"/>
                  </a:lnTo>
                  <a:lnTo>
                    <a:pt x="41347" y="42494"/>
                  </a:lnTo>
                  <a:lnTo>
                    <a:pt x="38689" y="42561"/>
                  </a:lnTo>
                  <a:lnTo>
                    <a:pt x="38231" y="42354"/>
                  </a:lnTo>
                  <a:lnTo>
                    <a:pt x="41274" y="38915"/>
                  </a:lnTo>
                  <a:lnTo>
                    <a:pt x="37549" y="36026"/>
                  </a:lnTo>
                  <a:lnTo>
                    <a:pt x="34551" y="36934"/>
                  </a:lnTo>
                  <a:lnTo>
                    <a:pt x="32084" y="35612"/>
                  </a:lnTo>
                  <a:lnTo>
                    <a:pt x="34033" y="31903"/>
                  </a:lnTo>
                  <a:lnTo>
                    <a:pt x="33432" y="28127"/>
                  </a:lnTo>
                  <a:lnTo>
                    <a:pt x="31037" y="30384"/>
                  </a:lnTo>
                  <a:lnTo>
                    <a:pt x="29266" y="31040"/>
                  </a:lnTo>
                  <a:lnTo>
                    <a:pt x="26268" y="30762"/>
                  </a:lnTo>
                  <a:lnTo>
                    <a:pt x="24293" y="25120"/>
                  </a:lnTo>
                  <a:lnTo>
                    <a:pt x="19024" y="22746"/>
                  </a:lnTo>
                  <a:lnTo>
                    <a:pt x="15356" y="22381"/>
                  </a:lnTo>
                  <a:lnTo>
                    <a:pt x="14343" y="22749"/>
                  </a:lnTo>
                  <a:lnTo>
                    <a:pt x="14323" y="24079"/>
                  </a:lnTo>
                  <a:lnTo>
                    <a:pt x="7056" y="23774"/>
                  </a:lnTo>
                  <a:lnTo>
                    <a:pt x="4050" y="20705"/>
                  </a:lnTo>
                  <a:lnTo>
                    <a:pt x="3786" y="19309"/>
                  </a:lnTo>
                  <a:lnTo>
                    <a:pt x="4788" y="18336"/>
                  </a:lnTo>
                  <a:lnTo>
                    <a:pt x="4574" y="17648"/>
                  </a:lnTo>
                  <a:lnTo>
                    <a:pt x="562" y="10940"/>
                  </a:lnTo>
                  <a:lnTo>
                    <a:pt x="1548" y="3991"/>
                  </a:lnTo>
                  <a:lnTo>
                    <a:pt x="0" y="272"/>
                  </a:lnTo>
                  <a:lnTo>
                    <a:pt x="6204" y="0"/>
                  </a:lnTo>
                  <a:lnTo>
                    <a:pt x="6200" y="209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h172"/>
            <p:cNvSpPr/>
            <p:nvPr/>
          </p:nvSpPr>
          <p:spPr>
            <a:xfrm>
              <a:off x="2428731" y="2071368"/>
              <a:ext cx="67725" cy="73777"/>
            </a:xfrm>
            <a:custGeom>
              <a:avLst/>
              <a:pathLst>
                <a:path w="67725" h="73777">
                  <a:moveTo>
                    <a:pt x="51778" y="2419"/>
                  </a:moveTo>
                  <a:lnTo>
                    <a:pt x="53619" y="3890"/>
                  </a:lnTo>
                  <a:lnTo>
                    <a:pt x="67725" y="7709"/>
                  </a:lnTo>
                  <a:lnTo>
                    <a:pt x="66595" y="17273"/>
                  </a:lnTo>
                  <a:lnTo>
                    <a:pt x="67368" y="21609"/>
                  </a:lnTo>
                  <a:lnTo>
                    <a:pt x="67131" y="39161"/>
                  </a:lnTo>
                  <a:lnTo>
                    <a:pt x="61496" y="45317"/>
                  </a:lnTo>
                  <a:lnTo>
                    <a:pt x="59457" y="51721"/>
                  </a:lnTo>
                  <a:lnTo>
                    <a:pt x="58732" y="55039"/>
                  </a:lnTo>
                  <a:lnTo>
                    <a:pt x="49763" y="64551"/>
                  </a:lnTo>
                  <a:lnTo>
                    <a:pt x="49178" y="63301"/>
                  </a:lnTo>
                  <a:lnTo>
                    <a:pt x="42336" y="48685"/>
                  </a:lnTo>
                  <a:lnTo>
                    <a:pt x="15327" y="73777"/>
                  </a:lnTo>
                  <a:lnTo>
                    <a:pt x="14226" y="70642"/>
                  </a:lnTo>
                  <a:lnTo>
                    <a:pt x="0" y="53926"/>
                  </a:lnTo>
                  <a:lnTo>
                    <a:pt x="12329" y="41101"/>
                  </a:lnTo>
                  <a:lnTo>
                    <a:pt x="20410" y="35201"/>
                  </a:lnTo>
                  <a:lnTo>
                    <a:pt x="22902" y="29502"/>
                  </a:lnTo>
                  <a:lnTo>
                    <a:pt x="15182" y="18459"/>
                  </a:lnTo>
                  <a:lnTo>
                    <a:pt x="13500" y="17387"/>
                  </a:lnTo>
                  <a:lnTo>
                    <a:pt x="8557" y="16308"/>
                  </a:lnTo>
                  <a:lnTo>
                    <a:pt x="5828" y="11120"/>
                  </a:lnTo>
                  <a:lnTo>
                    <a:pt x="19683" y="1454"/>
                  </a:lnTo>
                  <a:lnTo>
                    <a:pt x="21733" y="0"/>
                  </a:lnTo>
                  <a:lnTo>
                    <a:pt x="22025" y="3812"/>
                  </a:lnTo>
                  <a:lnTo>
                    <a:pt x="24813" y="11276"/>
                  </a:lnTo>
                  <a:lnTo>
                    <a:pt x="32839" y="4314"/>
                  </a:lnTo>
                  <a:lnTo>
                    <a:pt x="42621" y="7686"/>
                  </a:lnTo>
                  <a:lnTo>
                    <a:pt x="43737" y="2798"/>
                  </a:lnTo>
                  <a:lnTo>
                    <a:pt x="47198" y="78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h173"/>
            <p:cNvSpPr/>
            <p:nvPr/>
          </p:nvSpPr>
          <p:spPr>
            <a:xfrm>
              <a:off x="2161804" y="2245858"/>
              <a:ext cx="39905" cy="52939"/>
            </a:xfrm>
            <a:custGeom>
              <a:avLst/>
              <a:pathLst>
                <a:path w="39905" h="52939">
                  <a:moveTo>
                    <a:pt x="17108" y="2455"/>
                  </a:moveTo>
                  <a:lnTo>
                    <a:pt x="18090" y="2970"/>
                  </a:lnTo>
                  <a:lnTo>
                    <a:pt x="19263" y="2407"/>
                  </a:lnTo>
                  <a:lnTo>
                    <a:pt x="19926" y="12623"/>
                  </a:lnTo>
                  <a:lnTo>
                    <a:pt x="27371" y="13960"/>
                  </a:lnTo>
                  <a:lnTo>
                    <a:pt x="34683" y="20691"/>
                  </a:lnTo>
                  <a:lnTo>
                    <a:pt x="35993" y="16780"/>
                  </a:lnTo>
                  <a:lnTo>
                    <a:pt x="39905" y="17689"/>
                  </a:lnTo>
                  <a:lnTo>
                    <a:pt x="39705" y="18701"/>
                  </a:lnTo>
                  <a:lnTo>
                    <a:pt x="34629" y="23615"/>
                  </a:lnTo>
                  <a:lnTo>
                    <a:pt x="33911" y="22874"/>
                  </a:lnTo>
                  <a:lnTo>
                    <a:pt x="32181" y="23247"/>
                  </a:lnTo>
                  <a:lnTo>
                    <a:pt x="33693" y="30088"/>
                  </a:lnTo>
                  <a:lnTo>
                    <a:pt x="30240" y="50647"/>
                  </a:lnTo>
                  <a:lnTo>
                    <a:pt x="26867" y="50247"/>
                  </a:lnTo>
                  <a:lnTo>
                    <a:pt x="26848" y="49063"/>
                  </a:lnTo>
                  <a:lnTo>
                    <a:pt x="23743" y="47856"/>
                  </a:lnTo>
                  <a:lnTo>
                    <a:pt x="11665" y="47322"/>
                  </a:lnTo>
                  <a:lnTo>
                    <a:pt x="6737" y="50569"/>
                  </a:lnTo>
                  <a:lnTo>
                    <a:pt x="4678" y="52820"/>
                  </a:lnTo>
                  <a:lnTo>
                    <a:pt x="3162" y="52939"/>
                  </a:lnTo>
                  <a:lnTo>
                    <a:pt x="2680" y="47849"/>
                  </a:lnTo>
                  <a:lnTo>
                    <a:pt x="7485" y="25695"/>
                  </a:lnTo>
                  <a:lnTo>
                    <a:pt x="8928" y="24977"/>
                  </a:lnTo>
                  <a:lnTo>
                    <a:pt x="12612" y="25740"/>
                  </a:lnTo>
                  <a:lnTo>
                    <a:pt x="10847" y="21341"/>
                  </a:lnTo>
                  <a:lnTo>
                    <a:pt x="0" y="19521"/>
                  </a:lnTo>
                  <a:lnTo>
                    <a:pt x="2479" y="16989"/>
                  </a:lnTo>
                  <a:lnTo>
                    <a:pt x="1355" y="10971"/>
                  </a:lnTo>
                  <a:lnTo>
                    <a:pt x="3028" y="8727"/>
                  </a:lnTo>
                  <a:lnTo>
                    <a:pt x="1694" y="7675"/>
                  </a:lnTo>
                  <a:lnTo>
                    <a:pt x="3319" y="6530"/>
                  </a:lnTo>
                  <a:lnTo>
                    <a:pt x="5530" y="4948"/>
                  </a:lnTo>
                  <a:lnTo>
                    <a:pt x="8670" y="9014"/>
                  </a:lnTo>
                  <a:lnTo>
                    <a:pt x="10514" y="8893"/>
                  </a:lnTo>
                  <a:lnTo>
                    <a:pt x="15587" y="3003"/>
                  </a:lnTo>
                  <a:lnTo>
                    <a:pt x="16596" y="37"/>
                  </a:lnTo>
                  <a:lnTo>
                    <a:pt x="17433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h174"/>
            <p:cNvSpPr/>
            <p:nvPr/>
          </p:nvSpPr>
          <p:spPr>
            <a:xfrm>
              <a:off x="2379690" y="2077357"/>
              <a:ext cx="71944" cy="47936"/>
            </a:xfrm>
            <a:custGeom>
              <a:avLst/>
              <a:pathLst>
                <a:path w="71944" h="47936">
                  <a:moveTo>
                    <a:pt x="27017" y="5665"/>
                  </a:moveTo>
                  <a:lnTo>
                    <a:pt x="30977" y="7445"/>
                  </a:lnTo>
                  <a:lnTo>
                    <a:pt x="37877" y="2995"/>
                  </a:lnTo>
                  <a:lnTo>
                    <a:pt x="40905" y="6759"/>
                  </a:lnTo>
                  <a:lnTo>
                    <a:pt x="53025" y="2657"/>
                  </a:lnTo>
                  <a:lnTo>
                    <a:pt x="54088" y="5509"/>
                  </a:lnTo>
                  <a:lnTo>
                    <a:pt x="54869" y="5130"/>
                  </a:lnTo>
                  <a:lnTo>
                    <a:pt x="57598" y="10319"/>
                  </a:lnTo>
                  <a:lnTo>
                    <a:pt x="62541" y="11397"/>
                  </a:lnTo>
                  <a:lnTo>
                    <a:pt x="64224" y="12470"/>
                  </a:lnTo>
                  <a:lnTo>
                    <a:pt x="71944" y="23513"/>
                  </a:lnTo>
                  <a:lnTo>
                    <a:pt x="69451" y="29211"/>
                  </a:lnTo>
                  <a:lnTo>
                    <a:pt x="61370" y="35112"/>
                  </a:lnTo>
                  <a:lnTo>
                    <a:pt x="49041" y="47936"/>
                  </a:lnTo>
                  <a:lnTo>
                    <a:pt x="45293" y="44368"/>
                  </a:lnTo>
                  <a:lnTo>
                    <a:pt x="39203" y="41392"/>
                  </a:lnTo>
                  <a:lnTo>
                    <a:pt x="38074" y="33613"/>
                  </a:lnTo>
                  <a:lnTo>
                    <a:pt x="32043" y="28678"/>
                  </a:lnTo>
                  <a:lnTo>
                    <a:pt x="18993" y="32141"/>
                  </a:lnTo>
                  <a:lnTo>
                    <a:pt x="16787" y="30815"/>
                  </a:lnTo>
                  <a:lnTo>
                    <a:pt x="10321" y="29869"/>
                  </a:lnTo>
                  <a:lnTo>
                    <a:pt x="6707" y="32332"/>
                  </a:lnTo>
                  <a:lnTo>
                    <a:pt x="4720" y="32485"/>
                  </a:lnTo>
                  <a:lnTo>
                    <a:pt x="116" y="28991"/>
                  </a:lnTo>
                  <a:lnTo>
                    <a:pt x="0" y="26824"/>
                  </a:lnTo>
                  <a:lnTo>
                    <a:pt x="3770" y="26313"/>
                  </a:lnTo>
                  <a:lnTo>
                    <a:pt x="8453" y="21627"/>
                  </a:lnTo>
                  <a:lnTo>
                    <a:pt x="10052" y="19142"/>
                  </a:lnTo>
                  <a:lnTo>
                    <a:pt x="10842" y="15111"/>
                  </a:lnTo>
                  <a:lnTo>
                    <a:pt x="16046" y="6417"/>
                  </a:lnTo>
                  <a:lnTo>
                    <a:pt x="2098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h175"/>
            <p:cNvSpPr/>
            <p:nvPr/>
          </p:nvSpPr>
          <p:spPr>
            <a:xfrm>
              <a:off x="2399590" y="1785472"/>
              <a:ext cx="81330" cy="72439"/>
            </a:xfrm>
            <a:custGeom>
              <a:avLst/>
              <a:pathLst>
                <a:path w="81330" h="72439">
                  <a:moveTo>
                    <a:pt x="63271" y="4271"/>
                  </a:moveTo>
                  <a:lnTo>
                    <a:pt x="67049" y="11194"/>
                  </a:lnTo>
                  <a:lnTo>
                    <a:pt x="67149" y="12617"/>
                  </a:lnTo>
                  <a:lnTo>
                    <a:pt x="66027" y="14233"/>
                  </a:lnTo>
                  <a:lnTo>
                    <a:pt x="66413" y="14797"/>
                  </a:lnTo>
                  <a:lnTo>
                    <a:pt x="72045" y="20161"/>
                  </a:lnTo>
                  <a:lnTo>
                    <a:pt x="76697" y="22212"/>
                  </a:lnTo>
                  <a:lnTo>
                    <a:pt x="77959" y="23703"/>
                  </a:lnTo>
                  <a:lnTo>
                    <a:pt x="81330" y="38431"/>
                  </a:lnTo>
                  <a:lnTo>
                    <a:pt x="81128" y="44640"/>
                  </a:lnTo>
                  <a:lnTo>
                    <a:pt x="72314" y="48606"/>
                  </a:lnTo>
                  <a:lnTo>
                    <a:pt x="67587" y="54682"/>
                  </a:lnTo>
                  <a:lnTo>
                    <a:pt x="69813" y="57190"/>
                  </a:lnTo>
                  <a:lnTo>
                    <a:pt x="67460" y="56686"/>
                  </a:lnTo>
                  <a:lnTo>
                    <a:pt x="60363" y="60479"/>
                  </a:lnTo>
                  <a:lnTo>
                    <a:pt x="58053" y="63089"/>
                  </a:lnTo>
                  <a:lnTo>
                    <a:pt x="58746" y="66173"/>
                  </a:lnTo>
                  <a:lnTo>
                    <a:pt x="50707" y="72439"/>
                  </a:lnTo>
                  <a:lnTo>
                    <a:pt x="39568" y="71689"/>
                  </a:lnTo>
                  <a:lnTo>
                    <a:pt x="34368" y="68722"/>
                  </a:lnTo>
                  <a:lnTo>
                    <a:pt x="29395" y="67237"/>
                  </a:lnTo>
                  <a:lnTo>
                    <a:pt x="22145" y="67535"/>
                  </a:lnTo>
                  <a:lnTo>
                    <a:pt x="26239" y="56164"/>
                  </a:lnTo>
                  <a:lnTo>
                    <a:pt x="27128" y="30743"/>
                  </a:lnTo>
                  <a:lnTo>
                    <a:pt x="0" y="27878"/>
                  </a:lnTo>
                  <a:lnTo>
                    <a:pt x="916" y="13317"/>
                  </a:lnTo>
                  <a:lnTo>
                    <a:pt x="34646" y="16811"/>
                  </a:lnTo>
                  <a:lnTo>
                    <a:pt x="39632" y="16101"/>
                  </a:lnTo>
                  <a:lnTo>
                    <a:pt x="39668" y="12328"/>
                  </a:lnTo>
                  <a:lnTo>
                    <a:pt x="45704" y="12302"/>
                  </a:lnTo>
                  <a:lnTo>
                    <a:pt x="46178" y="11655"/>
                  </a:lnTo>
                  <a:lnTo>
                    <a:pt x="45562" y="9413"/>
                  </a:lnTo>
                  <a:lnTo>
                    <a:pt x="46477" y="7634"/>
                  </a:lnTo>
                  <a:lnTo>
                    <a:pt x="53995" y="7049"/>
                  </a:lnTo>
                  <a:lnTo>
                    <a:pt x="54020" y="9407"/>
                  </a:lnTo>
                  <a:lnTo>
                    <a:pt x="56353" y="9526"/>
                  </a:lnTo>
                  <a:lnTo>
                    <a:pt x="57561" y="7704"/>
                  </a:lnTo>
                  <a:lnTo>
                    <a:pt x="57545" y="5545"/>
                  </a:lnTo>
                  <a:lnTo>
                    <a:pt x="5399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h176"/>
            <p:cNvSpPr/>
            <p:nvPr/>
          </p:nvSpPr>
          <p:spPr>
            <a:xfrm>
              <a:off x="2144726" y="2305245"/>
              <a:ext cx="65035" cy="69520"/>
            </a:xfrm>
            <a:custGeom>
              <a:avLst/>
              <a:pathLst>
                <a:path w="65035" h="69520">
                  <a:moveTo>
                    <a:pt x="14262" y="6218"/>
                  </a:moveTo>
                  <a:lnTo>
                    <a:pt x="19069" y="8253"/>
                  </a:lnTo>
                  <a:lnTo>
                    <a:pt x="18949" y="12981"/>
                  </a:lnTo>
                  <a:lnTo>
                    <a:pt x="36835" y="16877"/>
                  </a:lnTo>
                  <a:lnTo>
                    <a:pt x="37456" y="21355"/>
                  </a:lnTo>
                  <a:lnTo>
                    <a:pt x="45627" y="27156"/>
                  </a:lnTo>
                  <a:lnTo>
                    <a:pt x="47737" y="27799"/>
                  </a:lnTo>
                  <a:lnTo>
                    <a:pt x="48417" y="36973"/>
                  </a:lnTo>
                  <a:lnTo>
                    <a:pt x="49670" y="39791"/>
                  </a:lnTo>
                  <a:lnTo>
                    <a:pt x="54637" y="44360"/>
                  </a:lnTo>
                  <a:lnTo>
                    <a:pt x="55413" y="47498"/>
                  </a:lnTo>
                  <a:lnTo>
                    <a:pt x="53547" y="52315"/>
                  </a:lnTo>
                  <a:lnTo>
                    <a:pt x="65035" y="60294"/>
                  </a:lnTo>
                  <a:lnTo>
                    <a:pt x="65027" y="64619"/>
                  </a:lnTo>
                  <a:lnTo>
                    <a:pt x="60683" y="66877"/>
                  </a:lnTo>
                  <a:lnTo>
                    <a:pt x="61181" y="69246"/>
                  </a:lnTo>
                  <a:lnTo>
                    <a:pt x="59555" y="69520"/>
                  </a:lnTo>
                  <a:lnTo>
                    <a:pt x="48764" y="65682"/>
                  </a:lnTo>
                  <a:lnTo>
                    <a:pt x="29033" y="46925"/>
                  </a:lnTo>
                  <a:lnTo>
                    <a:pt x="30700" y="44606"/>
                  </a:lnTo>
                  <a:lnTo>
                    <a:pt x="30572" y="42828"/>
                  </a:lnTo>
                  <a:lnTo>
                    <a:pt x="27321" y="39540"/>
                  </a:lnTo>
                  <a:lnTo>
                    <a:pt x="27498" y="36004"/>
                  </a:lnTo>
                  <a:lnTo>
                    <a:pt x="28409" y="35246"/>
                  </a:lnTo>
                  <a:lnTo>
                    <a:pt x="25147" y="32053"/>
                  </a:lnTo>
                  <a:lnTo>
                    <a:pt x="17223" y="27768"/>
                  </a:lnTo>
                  <a:lnTo>
                    <a:pt x="12301" y="18525"/>
                  </a:lnTo>
                  <a:lnTo>
                    <a:pt x="8896" y="15952"/>
                  </a:lnTo>
                  <a:lnTo>
                    <a:pt x="0" y="5771"/>
                  </a:lnTo>
                  <a:lnTo>
                    <a:pt x="1511" y="1180"/>
                  </a:lnTo>
                  <a:lnTo>
                    <a:pt x="4695" y="5792"/>
                  </a:lnTo>
                  <a:lnTo>
                    <a:pt x="7341" y="5517"/>
                  </a:lnTo>
                  <a:lnTo>
                    <a:pt x="4286" y="2612"/>
                  </a:lnTo>
                  <a:lnTo>
                    <a:pt x="7748" y="0"/>
                  </a:lnTo>
                  <a:lnTo>
                    <a:pt x="9309" y="2653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h177"/>
            <p:cNvSpPr/>
            <p:nvPr/>
          </p:nvSpPr>
          <p:spPr>
            <a:xfrm>
              <a:off x="2146584" y="2256829"/>
              <a:ext cx="27832" cy="36878"/>
            </a:xfrm>
            <a:custGeom>
              <a:avLst/>
              <a:pathLst>
                <a:path w="27832" h="36878">
                  <a:moveTo>
                    <a:pt x="26068" y="10370"/>
                  </a:moveTo>
                  <a:lnTo>
                    <a:pt x="27832" y="14769"/>
                  </a:lnTo>
                  <a:lnTo>
                    <a:pt x="24149" y="14006"/>
                  </a:lnTo>
                  <a:lnTo>
                    <a:pt x="22706" y="14724"/>
                  </a:lnTo>
                  <a:lnTo>
                    <a:pt x="17901" y="36878"/>
                  </a:lnTo>
                  <a:lnTo>
                    <a:pt x="14613" y="36018"/>
                  </a:lnTo>
                  <a:lnTo>
                    <a:pt x="12066" y="33618"/>
                  </a:lnTo>
                  <a:lnTo>
                    <a:pt x="0" y="19872"/>
                  </a:lnTo>
                  <a:lnTo>
                    <a:pt x="4614" y="17377"/>
                  </a:lnTo>
                  <a:lnTo>
                    <a:pt x="10178" y="6717"/>
                  </a:lnTo>
                  <a:lnTo>
                    <a:pt x="12896" y="6647"/>
                  </a:lnTo>
                  <a:lnTo>
                    <a:pt x="16576" y="0"/>
                  </a:lnTo>
                  <a:lnTo>
                    <a:pt x="17700" y="6018"/>
                  </a:lnTo>
                  <a:lnTo>
                    <a:pt x="15220" y="855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h178"/>
            <p:cNvSpPr/>
            <p:nvPr/>
          </p:nvSpPr>
          <p:spPr>
            <a:xfrm>
              <a:off x="2520183" y="1941163"/>
              <a:ext cx="56028" cy="62351"/>
            </a:xfrm>
            <a:custGeom>
              <a:avLst/>
              <a:pathLst>
                <a:path w="56028" h="62351">
                  <a:moveTo>
                    <a:pt x="31644" y="1393"/>
                  </a:moveTo>
                  <a:lnTo>
                    <a:pt x="35096" y="3274"/>
                  </a:lnTo>
                  <a:lnTo>
                    <a:pt x="36354" y="8997"/>
                  </a:lnTo>
                  <a:lnTo>
                    <a:pt x="38406" y="12629"/>
                  </a:lnTo>
                  <a:lnTo>
                    <a:pt x="41631" y="13874"/>
                  </a:lnTo>
                  <a:lnTo>
                    <a:pt x="44510" y="17991"/>
                  </a:lnTo>
                  <a:lnTo>
                    <a:pt x="51391" y="31368"/>
                  </a:lnTo>
                  <a:lnTo>
                    <a:pt x="52356" y="36178"/>
                  </a:lnTo>
                  <a:lnTo>
                    <a:pt x="55100" y="38635"/>
                  </a:lnTo>
                  <a:lnTo>
                    <a:pt x="56028" y="41781"/>
                  </a:lnTo>
                  <a:lnTo>
                    <a:pt x="45754" y="54473"/>
                  </a:lnTo>
                  <a:lnTo>
                    <a:pt x="38125" y="62351"/>
                  </a:lnTo>
                  <a:lnTo>
                    <a:pt x="15638" y="38493"/>
                  </a:lnTo>
                  <a:lnTo>
                    <a:pt x="4323" y="47592"/>
                  </a:lnTo>
                  <a:lnTo>
                    <a:pt x="2832" y="45909"/>
                  </a:lnTo>
                  <a:lnTo>
                    <a:pt x="0" y="34194"/>
                  </a:lnTo>
                  <a:lnTo>
                    <a:pt x="16017" y="31357"/>
                  </a:lnTo>
                  <a:lnTo>
                    <a:pt x="15636" y="17122"/>
                  </a:lnTo>
                  <a:lnTo>
                    <a:pt x="27175" y="15088"/>
                  </a:lnTo>
                  <a:lnTo>
                    <a:pt x="27954" y="13385"/>
                  </a:lnTo>
                  <a:lnTo>
                    <a:pt x="23856" y="4424"/>
                  </a:lnTo>
                  <a:lnTo>
                    <a:pt x="3062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h179"/>
            <p:cNvSpPr/>
            <p:nvPr/>
          </p:nvSpPr>
          <p:spPr>
            <a:xfrm>
              <a:off x="2435215" y="1962707"/>
              <a:ext cx="89292" cy="70684"/>
            </a:xfrm>
            <a:custGeom>
              <a:avLst/>
              <a:pathLst>
                <a:path w="89292" h="70684">
                  <a:moveTo>
                    <a:pt x="11477" y="1090"/>
                  </a:moveTo>
                  <a:lnTo>
                    <a:pt x="34737" y="10854"/>
                  </a:lnTo>
                  <a:lnTo>
                    <a:pt x="45653" y="14622"/>
                  </a:lnTo>
                  <a:lnTo>
                    <a:pt x="87800" y="24365"/>
                  </a:lnTo>
                  <a:lnTo>
                    <a:pt x="89292" y="26048"/>
                  </a:lnTo>
                  <a:lnTo>
                    <a:pt x="81830" y="32226"/>
                  </a:lnTo>
                  <a:lnTo>
                    <a:pt x="73823" y="70684"/>
                  </a:lnTo>
                  <a:lnTo>
                    <a:pt x="73119" y="68759"/>
                  </a:lnTo>
                  <a:lnTo>
                    <a:pt x="69144" y="66362"/>
                  </a:lnTo>
                  <a:lnTo>
                    <a:pt x="65003" y="61187"/>
                  </a:lnTo>
                  <a:lnTo>
                    <a:pt x="62148" y="58853"/>
                  </a:lnTo>
                  <a:lnTo>
                    <a:pt x="57203" y="58540"/>
                  </a:lnTo>
                  <a:lnTo>
                    <a:pt x="56176" y="58166"/>
                  </a:lnTo>
                  <a:lnTo>
                    <a:pt x="55083" y="55808"/>
                  </a:lnTo>
                  <a:lnTo>
                    <a:pt x="51087" y="55137"/>
                  </a:lnTo>
                  <a:lnTo>
                    <a:pt x="38694" y="59416"/>
                  </a:lnTo>
                  <a:lnTo>
                    <a:pt x="32067" y="63087"/>
                  </a:lnTo>
                  <a:lnTo>
                    <a:pt x="24549" y="61273"/>
                  </a:lnTo>
                  <a:lnTo>
                    <a:pt x="20702" y="64753"/>
                  </a:lnTo>
                  <a:lnTo>
                    <a:pt x="21479" y="58897"/>
                  </a:lnTo>
                  <a:lnTo>
                    <a:pt x="14592" y="60637"/>
                  </a:lnTo>
                  <a:lnTo>
                    <a:pt x="0" y="46208"/>
                  </a:lnTo>
                  <a:lnTo>
                    <a:pt x="1445" y="37870"/>
                  </a:lnTo>
                  <a:lnTo>
                    <a:pt x="11140" y="31705"/>
                  </a:lnTo>
                  <a:lnTo>
                    <a:pt x="13486" y="32498"/>
                  </a:lnTo>
                  <a:lnTo>
                    <a:pt x="14919" y="34514"/>
                  </a:lnTo>
                  <a:lnTo>
                    <a:pt x="17375" y="34347"/>
                  </a:lnTo>
                  <a:lnTo>
                    <a:pt x="17221" y="23248"/>
                  </a:lnTo>
                  <a:lnTo>
                    <a:pt x="4419" y="13392"/>
                  </a:lnTo>
                  <a:lnTo>
                    <a:pt x="8028" y="9934"/>
                  </a:lnTo>
                  <a:lnTo>
                    <a:pt x="5196" y="7752"/>
                  </a:lnTo>
                  <a:lnTo>
                    <a:pt x="892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h180"/>
            <p:cNvSpPr/>
            <p:nvPr/>
          </p:nvSpPr>
          <p:spPr>
            <a:xfrm>
              <a:off x="2250122" y="1814550"/>
              <a:ext cx="165245" cy="187994"/>
            </a:xfrm>
            <a:custGeom>
              <a:avLst/>
              <a:pathLst>
                <a:path w="165245" h="187994">
                  <a:moveTo>
                    <a:pt x="74351" y="10604"/>
                  </a:moveTo>
                  <a:lnTo>
                    <a:pt x="106914" y="73069"/>
                  </a:lnTo>
                  <a:lnTo>
                    <a:pt x="165245" y="90300"/>
                  </a:lnTo>
                  <a:lnTo>
                    <a:pt x="155542" y="95408"/>
                  </a:lnTo>
                  <a:lnTo>
                    <a:pt x="155058" y="110612"/>
                  </a:lnTo>
                  <a:lnTo>
                    <a:pt x="153503" y="110764"/>
                  </a:lnTo>
                  <a:lnTo>
                    <a:pt x="154310" y="108391"/>
                  </a:lnTo>
                  <a:lnTo>
                    <a:pt x="140987" y="109494"/>
                  </a:lnTo>
                  <a:lnTo>
                    <a:pt x="133719" y="115375"/>
                  </a:lnTo>
                  <a:lnTo>
                    <a:pt x="122910" y="109103"/>
                  </a:lnTo>
                  <a:lnTo>
                    <a:pt x="121209" y="109091"/>
                  </a:lnTo>
                  <a:lnTo>
                    <a:pt x="119036" y="112459"/>
                  </a:lnTo>
                  <a:lnTo>
                    <a:pt x="127782" y="128171"/>
                  </a:lnTo>
                  <a:lnTo>
                    <a:pt x="132036" y="128028"/>
                  </a:lnTo>
                  <a:lnTo>
                    <a:pt x="133378" y="142902"/>
                  </a:lnTo>
                  <a:lnTo>
                    <a:pt x="138610" y="141594"/>
                  </a:lnTo>
                  <a:lnTo>
                    <a:pt x="146162" y="144807"/>
                  </a:lnTo>
                  <a:lnTo>
                    <a:pt x="146828" y="145364"/>
                  </a:lnTo>
                  <a:lnTo>
                    <a:pt x="145978" y="148786"/>
                  </a:lnTo>
                  <a:lnTo>
                    <a:pt x="149065" y="149074"/>
                  </a:lnTo>
                  <a:lnTo>
                    <a:pt x="153952" y="152569"/>
                  </a:lnTo>
                  <a:lnTo>
                    <a:pt x="154512" y="153895"/>
                  </a:lnTo>
                  <a:lnTo>
                    <a:pt x="156480" y="160039"/>
                  </a:lnTo>
                  <a:lnTo>
                    <a:pt x="152222" y="156670"/>
                  </a:lnTo>
                  <a:lnTo>
                    <a:pt x="150132" y="156043"/>
                  </a:lnTo>
                  <a:lnTo>
                    <a:pt x="148146" y="156479"/>
                  </a:lnTo>
                  <a:lnTo>
                    <a:pt x="148410" y="158303"/>
                  </a:lnTo>
                  <a:lnTo>
                    <a:pt x="150951" y="167752"/>
                  </a:lnTo>
                  <a:lnTo>
                    <a:pt x="159562" y="187571"/>
                  </a:lnTo>
                  <a:lnTo>
                    <a:pt x="151423" y="187994"/>
                  </a:lnTo>
                  <a:lnTo>
                    <a:pt x="132465" y="187276"/>
                  </a:lnTo>
                  <a:lnTo>
                    <a:pt x="131505" y="184649"/>
                  </a:lnTo>
                  <a:lnTo>
                    <a:pt x="132278" y="175025"/>
                  </a:lnTo>
                  <a:lnTo>
                    <a:pt x="131704" y="173882"/>
                  </a:lnTo>
                  <a:lnTo>
                    <a:pt x="132372" y="171034"/>
                  </a:lnTo>
                  <a:lnTo>
                    <a:pt x="130062" y="169093"/>
                  </a:lnTo>
                  <a:lnTo>
                    <a:pt x="125783" y="167549"/>
                  </a:lnTo>
                  <a:lnTo>
                    <a:pt x="118089" y="162585"/>
                  </a:lnTo>
                  <a:lnTo>
                    <a:pt x="108807" y="160621"/>
                  </a:lnTo>
                  <a:lnTo>
                    <a:pt x="98288" y="156623"/>
                  </a:lnTo>
                  <a:lnTo>
                    <a:pt x="97029" y="160505"/>
                  </a:lnTo>
                  <a:lnTo>
                    <a:pt x="92144" y="159775"/>
                  </a:lnTo>
                  <a:lnTo>
                    <a:pt x="86618" y="156259"/>
                  </a:lnTo>
                  <a:lnTo>
                    <a:pt x="79358" y="145980"/>
                  </a:lnTo>
                  <a:lnTo>
                    <a:pt x="78751" y="141098"/>
                  </a:lnTo>
                  <a:lnTo>
                    <a:pt x="77155" y="137692"/>
                  </a:lnTo>
                  <a:lnTo>
                    <a:pt x="72084" y="137615"/>
                  </a:lnTo>
                  <a:lnTo>
                    <a:pt x="70625" y="134929"/>
                  </a:lnTo>
                  <a:lnTo>
                    <a:pt x="64261" y="133932"/>
                  </a:lnTo>
                  <a:lnTo>
                    <a:pt x="67241" y="119088"/>
                  </a:lnTo>
                  <a:lnTo>
                    <a:pt x="65738" y="109337"/>
                  </a:lnTo>
                  <a:lnTo>
                    <a:pt x="66304" y="97674"/>
                  </a:lnTo>
                  <a:lnTo>
                    <a:pt x="64954" y="82214"/>
                  </a:lnTo>
                  <a:lnTo>
                    <a:pt x="63943" y="79509"/>
                  </a:lnTo>
                  <a:lnTo>
                    <a:pt x="55576" y="69916"/>
                  </a:lnTo>
                  <a:lnTo>
                    <a:pt x="47323" y="66716"/>
                  </a:lnTo>
                  <a:lnTo>
                    <a:pt x="37836" y="58380"/>
                  </a:lnTo>
                  <a:lnTo>
                    <a:pt x="34759" y="53787"/>
                  </a:lnTo>
                  <a:lnTo>
                    <a:pt x="29791" y="52181"/>
                  </a:lnTo>
                  <a:lnTo>
                    <a:pt x="29717" y="56313"/>
                  </a:lnTo>
                  <a:lnTo>
                    <a:pt x="24930" y="62605"/>
                  </a:lnTo>
                  <a:lnTo>
                    <a:pt x="25042" y="70636"/>
                  </a:lnTo>
                  <a:lnTo>
                    <a:pt x="23379" y="73181"/>
                  </a:lnTo>
                  <a:lnTo>
                    <a:pt x="18335" y="67527"/>
                  </a:lnTo>
                  <a:lnTo>
                    <a:pt x="17489" y="62288"/>
                  </a:lnTo>
                  <a:lnTo>
                    <a:pt x="15298" y="63368"/>
                  </a:lnTo>
                  <a:lnTo>
                    <a:pt x="7909" y="55975"/>
                  </a:lnTo>
                  <a:lnTo>
                    <a:pt x="9871" y="51726"/>
                  </a:lnTo>
                  <a:lnTo>
                    <a:pt x="0" y="48221"/>
                  </a:lnTo>
                  <a:lnTo>
                    <a:pt x="19992" y="12352"/>
                  </a:lnTo>
                  <a:lnTo>
                    <a:pt x="2720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h181"/>
            <p:cNvSpPr/>
            <p:nvPr/>
          </p:nvSpPr>
          <p:spPr>
            <a:xfrm>
              <a:off x="2216581" y="2161805"/>
              <a:ext cx="181639" cy="218506"/>
            </a:xfrm>
            <a:custGeom>
              <a:avLst/>
              <a:pathLst>
                <a:path w="181639" h="218506">
                  <a:moveTo>
                    <a:pt x="103420" y="7491"/>
                  </a:moveTo>
                  <a:lnTo>
                    <a:pt x="113664" y="3941"/>
                  </a:lnTo>
                  <a:lnTo>
                    <a:pt x="114812" y="10216"/>
                  </a:lnTo>
                  <a:lnTo>
                    <a:pt x="122102" y="9821"/>
                  </a:lnTo>
                  <a:lnTo>
                    <a:pt x="123043" y="4884"/>
                  </a:lnTo>
                  <a:lnTo>
                    <a:pt x="124925" y="17205"/>
                  </a:lnTo>
                  <a:lnTo>
                    <a:pt x="130005" y="12709"/>
                  </a:lnTo>
                  <a:lnTo>
                    <a:pt x="131979" y="25970"/>
                  </a:lnTo>
                  <a:lnTo>
                    <a:pt x="123062" y="26047"/>
                  </a:lnTo>
                  <a:lnTo>
                    <a:pt x="123410" y="27221"/>
                  </a:lnTo>
                  <a:lnTo>
                    <a:pt x="120015" y="38589"/>
                  </a:lnTo>
                  <a:lnTo>
                    <a:pt x="130227" y="40999"/>
                  </a:lnTo>
                  <a:lnTo>
                    <a:pt x="131321" y="48591"/>
                  </a:lnTo>
                  <a:lnTo>
                    <a:pt x="134502" y="57031"/>
                  </a:lnTo>
                  <a:lnTo>
                    <a:pt x="129347" y="59577"/>
                  </a:lnTo>
                  <a:lnTo>
                    <a:pt x="129615" y="62932"/>
                  </a:lnTo>
                  <a:lnTo>
                    <a:pt x="134625" y="68501"/>
                  </a:lnTo>
                  <a:lnTo>
                    <a:pt x="134872" y="72975"/>
                  </a:lnTo>
                  <a:lnTo>
                    <a:pt x="136555" y="79645"/>
                  </a:lnTo>
                  <a:lnTo>
                    <a:pt x="135881" y="87983"/>
                  </a:lnTo>
                  <a:lnTo>
                    <a:pt x="134331" y="87748"/>
                  </a:lnTo>
                  <a:lnTo>
                    <a:pt x="133251" y="94757"/>
                  </a:lnTo>
                  <a:lnTo>
                    <a:pt x="125693" y="93849"/>
                  </a:lnTo>
                  <a:lnTo>
                    <a:pt x="122617" y="104483"/>
                  </a:lnTo>
                  <a:lnTo>
                    <a:pt x="122652" y="109580"/>
                  </a:lnTo>
                  <a:lnTo>
                    <a:pt x="131022" y="112338"/>
                  </a:lnTo>
                  <a:lnTo>
                    <a:pt x="132561" y="118272"/>
                  </a:lnTo>
                  <a:lnTo>
                    <a:pt x="136776" y="120370"/>
                  </a:lnTo>
                  <a:lnTo>
                    <a:pt x="143810" y="121406"/>
                  </a:lnTo>
                  <a:lnTo>
                    <a:pt x="142186" y="134577"/>
                  </a:lnTo>
                  <a:lnTo>
                    <a:pt x="139286" y="132733"/>
                  </a:lnTo>
                  <a:lnTo>
                    <a:pt x="138094" y="137497"/>
                  </a:lnTo>
                  <a:lnTo>
                    <a:pt x="141005" y="141389"/>
                  </a:lnTo>
                  <a:lnTo>
                    <a:pt x="146443" y="142127"/>
                  </a:lnTo>
                  <a:lnTo>
                    <a:pt x="153031" y="147488"/>
                  </a:lnTo>
                  <a:lnTo>
                    <a:pt x="152293" y="153858"/>
                  </a:lnTo>
                  <a:lnTo>
                    <a:pt x="156020" y="156304"/>
                  </a:lnTo>
                  <a:lnTo>
                    <a:pt x="153447" y="160379"/>
                  </a:lnTo>
                  <a:lnTo>
                    <a:pt x="152762" y="162173"/>
                  </a:lnTo>
                  <a:lnTo>
                    <a:pt x="155047" y="165397"/>
                  </a:lnTo>
                  <a:lnTo>
                    <a:pt x="156399" y="166490"/>
                  </a:lnTo>
                  <a:lnTo>
                    <a:pt x="160316" y="167248"/>
                  </a:lnTo>
                  <a:lnTo>
                    <a:pt x="159016" y="177120"/>
                  </a:lnTo>
                  <a:lnTo>
                    <a:pt x="162345" y="177498"/>
                  </a:lnTo>
                  <a:lnTo>
                    <a:pt x="162986" y="173379"/>
                  </a:lnTo>
                  <a:lnTo>
                    <a:pt x="172282" y="174500"/>
                  </a:lnTo>
                  <a:lnTo>
                    <a:pt x="172314" y="178188"/>
                  </a:lnTo>
                  <a:lnTo>
                    <a:pt x="175857" y="177280"/>
                  </a:lnTo>
                  <a:lnTo>
                    <a:pt x="175779" y="174698"/>
                  </a:lnTo>
                  <a:lnTo>
                    <a:pt x="181639" y="174540"/>
                  </a:lnTo>
                  <a:lnTo>
                    <a:pt x="179753" y="182120"/>
                  </a:lnTo>
                  <a:lnTo>
                    <a:pt x="174624" y="182263"/>
                  </a:lnTo>
                  <a:lnTo>
                    <a:pt x="174316" y="186268"/>
                  </a:lnTo>
                  <a:lnTo>
                    <a:pt x="173241" y="189023"/>
                  </a:lnTo>
                  <a:lnTo>
                    <a:pt x="163414" y="198951"/>
                  </a:lnTo>
                  <a:lnTo>
                    <a:pt x="164475" y="203793"/>
                  </a:lnTo>
                  <a:lnTo>
                    <a:pt x="158877" y="209689"/>
                  </a:lnTo>
                  <a:lnTo>
                    <a:pt x="157473" y="215458"/>
                  </a:lnTo>
                  <a:lnTo>
                    <a:pt x="154942" y="216304"/>
                  </a:lnTo>
                  <a:lnTo>
                    <a:pt x="155372" y="218506"/>
                  </a:lnTo>
                  <a:lnTo>
                    <a:pt x="152755" y="217912"/>
                  </a:lnTo>
                  <a:lnTo>
                    <a:pt x="150528" y="212452"/>
                  </a:lnTo>
                  <a:lnTo>
                    <a:pt x="154330" y="213888"/>
                  </a:lnTo>
                  <a:lnTo>
                    <a:pt x="155240" y="207872"/>
                  </a:lnTo>
                  <a:lnTo>
                    <a:pt x="148648" y="204584"/>
                  </a:lnTo>
                  <a:lnTo>
                    <a:pt x="145209" y="207314"/>
                  </a:lnTo>
                  <a:lnTo>
                    <a:pt x="134644" y="202680"/>
                  </a:lnTo>
                  <a:lnTo>
                    <a:pt x="127645" y="190028"/>
                  </a:lnTo>
                  <a:lnTo>
                    <a:pt x="125619" y="184075"/>
                  </a:lnTo>
                  <a:lnTo>
                    <a:pt x="97805" y="177128"/>
                  </a:lnTo>
                  <a:lnTo>
                    <a:pt x="79220" y="170848"/>
                  </a:lnTo>
                  <a:lnTo>
                    <a:pt x="72315" y="169948"/>
                  </a:lnTo>
                  <a:lnTo>
                    <a:pt x="52292" y="171116"/>
                  </a:lnTo>
                  <a:lnTo>
                    <a:pt x="43634" y="159899"/>
                  </a:lnTo>
                  <a:lnTo>
                    <a:pt x="41273" y="154876"/>
                  </a:lnTo>
                  <a:lnTo>
                    <a:pt x="35480" y="152593"/>
                  </a:lnTo>
                  <a:lnTo>
                    <a:pt x="24318" y="137310"/>
                  </a:lnTo>
                  <a:lnTo>
                    <a:pt x="23460" y="124208"/>
                  </a:lnTo>
                  <a:lnTo>
                    <a:pt x="13361" y="122702"/>
                  </a:lnTo>
                  <a:lnTo>
                    <a:pt x="14866" y="117234"/>
                  </a:lnTo>
                  <a:lnTo>
                    <a:pt x="0" y="113031"/>
                  </a:lnTo>
                  <a:lnTo>
                    <a:pt x="2275" y="104397"/>
                  </a:lnTo>
                  <a:lnTo>
                    <a:pt x="13077" y="107421"/>
                  </a:lnTo>
                  <a:lnTo>
                    <a:pt x="12173" y="102252"/>
                  </a:lnTo>
                  <a:lnTo>
                    <a:pt x="16741" y="96669"/>
                  </a:lnTo>
                  <a:lnTo>
                    <a:pt x="23794" y="95566"/>
                  </a:lnTo>
                  <a:lnTo>
                    <a:pt x="23891" y="96738"/>
                  </a:lnTo>
                  <a:lnTo>
                    <a:pt x="27805" y="96078"/>
                  </a:lnTo>
                  <a:lnTo>
                    <a:pt x="27703" y="94946"/>
                  </a:lnTo>
                  <a:lnTo>
                    <a:pt x="19619" y="89412"/>
                  </a:lnTo>
                  <a:lnTo>
                    <a:pt x="19572" y="87966"/>
                  </a:lnTo>
                  <a:lnTo>
                    <a:pt x="24774" y="88300"/>
                  </a:lnTo>
                  <a:lnTo>
                    <a:pt x="24746" y="82691"/>
                  </a:lnTo>
                  <a:lnTo>
                    <a:pt x="38191" y="83138"/>
                  </a:lnTo>
                  <a:lnTo>
                    <a:pt x="42927" y="70062"/>
                  </a:lnTo>
                  <a:lnTo>
                    <a:pt x="51302" y="70125"/>
                  </a:lnTo>
                  <a:lnTo>
                    <a:pt x="54468" y="82952"/>
                  </a:lnTo>
                  <a:lnTo>
                    <a:pt x="60093" y="82904"/>
                  </a:lnTo>
                  <a:lnTo>
                    <a:pt x="60307" y="75224"/>
                  </a:lnTo>
                  <a:lnTo>
                    <a:pt x="69603" y="76349"/>
                  </a:lnTo>
                  <a:lnTo>
                    <a:pt x="69162" y="82805"/>
                  </a:lnTo>
                  <a:lnTo>
                    <a:pt x="71933" y="82775"/>
                  </a:lnTo>
                  <a:lnTo>
                    <a:pt x="72762" y="74735"/>
                  </a:lnTo>
                  <a:lnTo>
                    <a:pt x="77400" y="63297"/>
                  </a:lnTo>
                  <a:lnTo>
                    <a:pt x="75148" y="61204"/>
                  </a:lnTo>
                  <a:lnTo>
                    <a:pt x="80550" y="48294"/>
                  </a:lnTo>
                  <a:lnTo>
                    <a:pt x="83591" y="49275"/>
                  </a:lnTo>
                  <a:lnTo>
                    <a:pt x="98897" y="49445"/>
                  </a:lnTo>
                  <a:lnTo>
                    <a:pt x="101636" y="44518"/>
                  </a:lnTo>
                  <a:lnTo>
                    <a:pt x="103512" y="42951"/>
                  </a:lnTo>
                  <a:lnTo>
                    <a:pt x="117862" y="49759"/>
                  </a:lnTo>
                  <a:lnTo>
                    <a:pt x="123083" y="45858"/>
                  </a:lnTo>
                  <a:lnTo>
                    <a:pt x="119128" y="42544"/>
                  </a:lnTo>
                  <a:lnTo>
                    <a:pt x="115780" y="42718"/>
                  </a:lnTo>
                  <a:lnTo>
                    <a:pt x="117419" y="35179"/>
                  </a:lnTo>
                  <a:lnTo>
                    <a:pt x="114949" y="29869"/>
                  </a:lnTo>
                  <a:lnTo>
                    <a:pt x="109697" y="23395"/>
                  </a:lnTo>
                  <a:lnTo>
                    <a:pt x="104983" y="19307"/>
                  </a:lnTo>
                  <a:lnTo>
                    <a:pt x="101219" y="12913"/>
                  </a:lnTo>
                  <a:lnTo>
                    <a:pt x="89804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h182"/>
            <p:cNvSpPr/>
            <p:nvPr/>
          </p:nvSpPr>
          <p:spPr>
            <a:xfrm>
              <a:off x="2370151" y="1989575"/>
              <a:ext cx="138887" cy="93069"/>
            </a:xfrm>
            <a:custGeom>
              <a:avLst/>
              <a:pathLst>
                <a:path w="138887" h="93069">
                  <a:moveTo>
                    <a:pt x="11476" y="9624"/>
                  </a:moveTo>
                  <a:lnTo>
                    <a:pt x="12436" y="12251"/>
                  </a:lnTo>
                  <a:lnTo>
                    <a:pt x="31394" y="12969"/>
                  </a:lnTo>
                  <a:lnTo>
                    <a:pt x="39532" y="12546"/>
                  </a:lnTo>
                  <a:lnTo>
                    <a:pt x="66509" y="11002"/>
                  </a:lnTo>
                  <a:lnTo>
                    <a:pt x="65063" y="19340"/>
                  </a:lnTo>
                  <a:lnTo>
                    <a:pt x="79656" y="33768"/>
                  </a:lnTo>
                  <a:lnTo>
                    <a:pt x="86543" y="32029"/>
                  </a:lnTo>
                  <a:lnTo>
                    <a:pt x="85766" y="37885"/>
                  </a:lnTo>
                  <a:lnTo>
                    <a:pt x="89613" y="34405"/>
                  </a:lnTo>
                  <a:lnTo>
                    <a:pt x="97131" y="36219"/>
                  </a:lnTo>
                  <a:lnTo>
                    <a:pt x="103758" y="32548"/>
                  </a:lnTo>
                  <a:lnTo>
                    <a:pt x="116151" y="28269"/>
                  </a:lnTo>
                  <a:lnTo>
                    <a:pt x="120147" y="28940"/>
                  </a:lnTo>
                  <a:lnTo>
                    <a:pt x="121240" y="31298"/>
                  </a:lnTo>
                  <a:lnTo>
                    <a:pt x="122267" y="31672"/>
                  </a:lnTo>
                  <a:lnTo>
                    <a:pt x="127211" y="31984"/>
                  </a:lnTo>
                  <a:lnTo>
                    <a:pt x="130067" y="34319"/>
                  </a:lnTo>
                  <a:lnTo>
                    <a:pt x="134208" y="39493"/>
                  </a:lnTo>
                  <a:lnTo>
                    <a:pt x="138183" y="41891"/>
                  </a:lnTo>
                  <a:lnTo>
                    <a:pt x="138887" y="43816"/>
                  </a:lnTo>
                  <a:lnTo>
                    <a:pt x="109029" y="51697"/>
                  </a:lnTo>
                  <a:lnTo>
                    <a:pt x="90871" y="70188"/>
                  </a:lnTo>
                  <a:lnTo>
                    <a:pt x="91419" y="86107"/>
                  </a:lnTo>
                  <a:lnTo>
                    <a:pt x="83392" y="93069"/>
                  </a:lnTo>
                  <a:lnTo>
                    <a:pt x="80604" y="85605"/>
                  </a:lnTo>
                  <a:lnTo>
                    <a:pt x="80313" y="81793"/>
                  </a:lnTo>
                  <a:lnTo>
                    <a:pt x="75636" y="76145"/>
                  </a:lnTo>
                  <a:lnTo>
                    <a:pt x="66840" y="70893"/>
                  </a:lnTo>
                  <a:lnTo>
                    <a:pt x="66549" y="67840"/>
                  </a:lnTo>
                  <a:lnTo>
                    <a:pt x="60883" y="59956"/>
                  </a:lnTo>
                  <a:lnTo>
                    <a:pt x="53312" y="55073"/>
                  </a:lnTo>
                  <a:lnTo>
                    <a:pt x="47444" y="48816"/>
                  </a:lnTo>
                  <a:lnTo>
                    <a:pt x="37031" y="43404"/>
                  </a:lnTo>
                  <a:lnTo>
                    <a:pt x="34490" y="32413"/>
                  </a:lnTo>
                  <a:lnTo>
                    <a:pt x="27776" y="32695"/>
                  </a:lnTo>
                  <a:lnTo>
                    <a:pt x="28366" y="29040"/>
                  </a:lnTo>
                  <a:lnTo>
                    <a:pt x="22837" y="28294"/>
                  </a:lnTo>
                  <a:lnTo>
                    <a:pt x="11385" y="28524"/>
                  </a:lnTo>
                  <a:lnTo>
                    <a:pt x="1883" y="13206"/>
                  </a:lnTo>
                  <a:lnTo>
                    <a:pt x="0" y="5587"/>
                  </a:lnTo>
                  <a:lnTo>
                    <a:pt x="1224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h183"/>
            <p:cNvSpPr/>
            <p:nvPr/>
          </p:nvSpPr>
          <p:spPr>
            <a:xfrm>
              <a:off x="2336597" y="2165001"/>
              <a:ext cx="162423" cy="123977"/>
            </a:xfrm>
            <a:custGeom>
              <a:avLst/>
              <a:pathLst>
                <a:path w="162423" h="123977">
                  <a:moveTo>
                    <a:pt x="27736" y="9683"/>
                  </a:moveTo>
                  <a:lnTo>
                    <a:pt x="31674" y="13108"/>
                  </a:lnTo>
                  <a:lnTo>
                    <a:pt x="39765" y="17100"/>
                  </a:lnTo>
                  <a:lnTo>
                    <a:pt x="46016" y="7597"/>
                  </a:lnTo>
                  <a:lnTo>
                    <a:pt x="52011" y="16942"/>
                  </a:lnTo>
                  <a:lnTo>
                    <a:pt x="61899" y="16533"/>
                  </a:lnTo>
                  <a:lnTo>
                    <a:pt x="64543" y="13168"/>
                  </a:lnTo>
                  <a:lnTo>
                    <a:pt x="68945" y="11261"/>
                  </a:lnTo>
                  <a:lnTo>
                    <a:pt x="79717" y="14962"/>
                  </a:lnTo>
                  <a:lnTo>
                    <a:pt x="84298" y="20238"/>
                  </a:lnTo>
                  <a:lnTo>
                    <a:pt x="89245" y="23308"/>
                  </a:lnTo>
                  <a:lnTo>
                    <a:pt x="91306" y="27522"/>
                  </a:lnTo>
                  <a:lnTo>
                    <a:pt x="97032" y="25682"/>
                  </a:lnTo>
                  <a:lnTo>
                    <a:pt x="100281" y="29480"/>
                  </a:lnTo>
                  <a:lnTo>
                    <a:pt x="107960" y="33410"/>
                  </a:lnTo>
                  <a:lnTo>
                    <a:pt x="112727" y="40285"/>
                  </a:lnTo>
                  <a:lnTo>
                    <a:pt x="115874" y="41728"/>
                  </a:lnTo>
                  <a:lnTo>
                    <a:pt x="117340" y="50490"/>
                  </a:lnTo>
                  <a:lnTo>
                    <a:pt x="117282" y="57277"/>
                  </a:lnTo>
                  <a:lnTo>
                    <a:pt x="120688" y="58526"/>
                  </a:lnTo>
                  <a:lnTo>
                    <a:pt x="125723" y="58772"/>
                  </a:lnTo>
                  <a:lnTo>
                    <a:pt x="127147" y="62452"/>
                  </a:lnTo>
                  <a:lnTo>
                    <a:pt x="125647" y="69058"/>
                  </a:lnTo>
                  <a:lnTo>
                    <a:pt x="124316" y="70211"/>
                  </a:lnTo>
                  <a:lnTo>
                    <a:pt x="122597" y="75391"/>
                  </a:lnTo>
                  <a:lnTo>
                    <a:pt x="129379" y="87683"/>
                  </a:lnTo>
                  <a:lnTo>
                    <a:pt x="131542" y="93001"/>
                  </a:lnTo>
                  <a:lnTo>
                    <a:pt x="132109" y="98753"/>
                  </a:lnTo>
                  <a:lnTo>
                    <a:pt x="138490" y="99456"/>
                  </a:lnTo>
                  <a:lnTo>
                    <a:pt x="139697" y="103486"/>
                  </a:lnTo>
                  <a:lnTo>
                    <a:pt x="143261" y="108169"/>
                  </a:lnTo>
                  <a:lnTo>
                    <a:pt x="150078" y="107555"/>
                  </a:lnTo>
                  <a:lnTo>
                    <a:pt x="152593" y="110139"/>
                  </a:lnTo>
                  <a:lnTo>
                    <a:pt x="161361" y="112614"/>
                  </a:lnTo>
                  <a:lnTo>
                    <a:pt x="162423" y="114892"/>
                  </a:lnTo>
                  <a:lnTo>
                    <a:pt x="154085" y="114246"/>
                  </a:lnTo>
                  <a:lnTo>
                    <a:pt x="153043" y="115110"/>
                  </a:lnTo>
                  <a:lnTo>
                    <a:pt x="139202" y="112303"/>
                  </a:lnTo>
                  <a:lnTo>
                    <a:pt x="135341" y="113845"/>
                  </a:lnTo>
                  <a:lnTo>
                    <a:pt x="132699" y="115890"/>
                  </a:lnTo>
                  <a:lnTo>
                    <a:pt x="127216" y="115630"/>
                  </a:lnTo>
                  <a:lnTo>
                    <a:pt x="121858" y="118610"/>
                  </a:lnTo>
                  <a:lnTo>
                    <a:pt x="120118" y="118578"/>
                  </a:lnTo>
                  <a:lnTo>
                    <a:pt x="117237" y="114947"/>
                  </a:lnTo>
                  <a:lnTo>
                    <a:pt x="114162" y="118173"/>
                  </a:lnTo>
                  <a:lnTo>
                    <a:pt x="112864" y="114394"/>
                  </a:lnTo>
                  <a:lnTo>
                    <a:pt x="111986" y="114239"/>
                  </a:lnTo>
                  <a:lnTo>
                    <a:pt x="108018" y="116157"/>
                  </a:lnTo>
                  <a:lnTo>
                    <a:pt x="102640" y="116316"/>
                  </a:lnTo>
                  <a:lnTo>
                    <a:pt x="80904" y="123541"/>
                  </a:lnTo>
                  <a:lnTo>
                    <a:pt x="73632" y="123977"/>
                  </a:lnTo>
                  <a:lnTo>
                    <a:pt x="69304" y="122678"/>
                  </a:lnTo>
                  <a:lnTo>
                    <a:pt x="68906" y="120706"/>
                  </a:lnTo>
                  <a:lnTo>
                    <a:pt x="74629" y="118911"/>
                  </a:lnTo>
                  <a:lnTo>
                    <a:pt x="77289" y="108119"/>
                  </a:lnTo>
                  <a:lnTo>
                    <a:pt x="80514" y="105556"/>
                  </a:lnTo>
                  <a:lnTo>
                    <a:pt x="84581" y="104154"/>
                  </a:lnTo>
                  <a:lnTo>
                    <a:pt x="78689" y="101076"/>
                  </a:lnTo>
                  <a:lnTo>
                    <a:pt x="67081" y="100590"/>
                  </a:lnTo>
                  <a:lnTo>
                    <a:pt x="65704" y="97470"/>
                  </a:lnTo>
                  <a:lnTo>
                    <a:pt x="63321" y="96393"/>
                  </a:lnTo>
                  <a:lnTo>
                    <a:pt x="57504" y="103883"/>
                  </a:lnTo>
                  <a:lnTo>
                    <a:pt x="50324" y="97409"/>
                  </a:lnTo>
                  <a:lnTo>
                    <a:pt x="51618" y="96430"/>
                  </a:lnTo>
                  <a:lnTo>
                    <a:pt x="52769" y="97524"/>
                  </a:lnTo>
                  <a:lnTo>
                    <a:pt x="56964" y="93534"/>
                  </a:lnTo>
                  <a:lnTo>
                    <a:pt x="59566" y="84484"/>
                  </a:lnTo>
                  <a:lnTo>
                    <a:pt x="45643" y="82673"/>
                  </a:lnTo>
                  <a:lnTo>
                    <a:pt x="52296" y="91380"/>
                  </a:lnTo>
                  <a:lnTo>
                    <a:pt x="36321" y="91243"/>
                  </a:lnTo>
                  <a:lnTo>
                    <a:pt x="36182" y="85113"/>
                  </a:lnTo>
                  <a:lnTo>
                    <a:pt x="37555" y="76877"/>
                  </a:lnTo>
                  <a:lnTo>
                    <a:pt x="49487" y="71817"/>
                  </a:lnTo>
                  <a:lnTo>
                    <a:pt x="44612" y="69143"/>
                  </a:lnTo>
                  <a:lnTo>
                    <a:pt x="40272" y="70743"/>
                  </a:lnTo>
                  <a:lnTo>
                    <a:pt x="36115" y="63668"/>
                  </a:lnTo>
                  <a:lnTo>
                    <a:pt x="35054" y="67127"/>
                  </a:lnTo>
                  <a:lnTo>
                    <a:pt x="35657" y="69262"/>
                  </a:lnTo>
                  <a:lnTo>
                    <a:pt x="36810" y="69946"/>
                  </a:lnTo>
                  <a:lnTo>
                    <a:pt x="32274" y="77687"/>
                  </a:lnTo>
                  <a:lnTo>
                    <a:pt x="25084" y="74355"/>
                  </a:lnTo>
                  <a:lnTo>
                    <a:pt x="16855" y="72670"/>
                  </a:lnTo>
                  <a:lnTo>
                    <a:pt x="16540" y="76449"/>
                  </a:lnTo>
                  <a:lnTo>
                    <a:pt x="14856" y="69779"/>
                  </a:lnTo>
                  <a:lnTo>
                    <a:pt x="14609" y="65305"/>
                  </a:lnTo>
                  <a:lnTo>
                    <a:pt x="9600" y="59736"/>
                  </a:lnTo>
                  <a:lnTo>
                    <a:pt x="9332" y="56381"/>
                  </a:lnTo>
                  <a:lnTo>
                    <a:pt x="14487" y="53835"/>
                  </a:lnTo>
                  <a:lnTo>
                    <a:pt x="11306" y="45395"/>
                  </a:lnTo>
                  <a:lnTo>
                    <a:pt x="10212" y="37803"/>
                  </a:lnTo>
                  <a:lnTo>
                    <a:pt x="0" y="35393"/>
                  </a:lnTo>
                  <a:lnTo>
                    <a:pt x="3395" y="24025"/>
                  </a:lnTo>
                  <a:lnTo>
                    <a:pt x="3046" y="22851"/>
                  </a:lnTo>
                  <a:lnTo>
                    <a:pt x="11964" y="22775"/>
                  </a:lnTo>
                  <a:lnTo>
                    <a:pt x="9989" y="9513"/>
                  </a:lnTo>
                  <a:lnTo>
                    <a:pt x="9910" y="8977"/>
                  </a:lnTo>
                  <a:lnTo>
                    <a:pt x="23779" y="12835"/>
                  </a:lnTo>
                  <a:lnTo>
                    <a:pt x="2542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h184"/>
            <p:cNvSpPr/>
            <p:nvPr/>
          </p:nvSpPr>
          <p:spPr>
            <a:xfrm>
              <a:off x="2467177" y="1830112"/>
              <a:ext cx="37328" cy="43750"/>
            </a:xfrm>
            <a:custGeom>
              <a:avLst/>
              <a:pathLst>
                <a:path w="37328" h="43750">
                  <a:moveTo>
                    <a:pt x="22337" y="12023"/>
                  </a:moveTo>
                  <a:lnTo>
                    <a:pt x="25419" y="15061"/>
                  </a:lnTo>
                  <a:lnTo>
                    <a:pt x="28479" y="23959"/>
                  </a:lnTo>
                  <a:lnTo>
                    <a:pt x="31020" y="36530"/>
                  </a:lnTo>
                  <a:lnTo>
                    <a:pt x="35555" y="39251"/>
                  </a:lnTo>
                  <a:lnTo>
                    <a:pt x="37328" y="39120"/>
                  </a:lnTo>
                  <a:lnTo>
                    <a:pt x="37211" y="43289"/>
                  </a:lnTo>
                  <a:lnTo>
                    <a:pt x="35802" y="43750"/>
                  </a:lnTo>
                  <a:lnTo>
                    <a:pt x="29696" y="40002"/>
                  </a:lnTo>
                  <a:lnTo>
                    <a:pt x="18983" y="38082"/>
                  </a:lnTo>
                  <a:lnTo>
                    <a:pt x="15038" y="37470"/>
                  </a:lnTo>
                  <a:lnTo>
                    <a:pt x="13232" y="25283"/>
                  </a:lnTo>
                  <a:lnTo>
                    <a:pt x="10434" y="24839"/>
                  </a:lnTo>
                  <a:lnTo>
                    <a:pt x="2226" y="12549"/>
                  </a:lnTo>
                  <a:lnTo>
                    <a:pt x="0" y="10042"/>
                  </a:lnTo>
                  <a:lnTo>
                    <a:pt x="4727" y="3966"/>
                  </a:lnTo>
                  <a:lnTo>
                    <a:pt x="1354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h185"/>
            <p:cNvSpPr/>
            <p:nvPr/>
          </p:nvSpPr>
          <p:spPr>
            <a:xfrm>
              <a:off x="2397961" y="1922123"/>
              <a:ext cx="54630" cy="79998"/>
            </a:xfrm>
            <a:custGeom>
              <a:avLst/>
              <a:pathLst>
                <a:path w="54630" h="79998">
                  <a:moveTo>
                    <a:pt x="38820" y="5765"/>
                  </a:moveTo>
                  <a:lnTo>
                    <a:pt x="39314" y="20089"/>
                  </a:lnTo>
                  <a:lnTo>
                    <a:pt x="40993" y="31573"/>
                  </a:lnTo>
                  <a:lnTo>
                    <a:pt x="47655" y="34411"/>
                  </a:lnTo>
                  <a:lnTo>
                    <a:pt x="48731" y="41674"/>
                  </a:lnTo>
                  <a:lnTo>
                    <a:pt x="46177" y="40583"/>
                  </a:lnTo>
                  <a:lnTo>
                    <a:pt x="42450" y="48335"/>
                  </a:lnTo>
                  <a:lnTo>
                    <a:pt x="45282" y="50518"/>
                  </a:lnTo>
                  <a:lnTo>
                    <a:pt x="41674" y="53975"/>
                  </a:lnTo>
                  <a:lnTo>
                    <a:pt x="54476" y="63831"/>
                  </a:lnTo>
                  <a:lnTo>
                    <a:pt x="54630" y="74930"/>
                  </a:lnTo>
                  <a:lnTo>
                    <a:pt x="52174" y="75098"/>
                  </a:lnTo>
                  <a:lnTo>
                    <a:pt x="50740" y="73082"/>
                  </a:lnTo>
                  <a:lnTo>
                    <a:pt x="48395" y="72288"/>
                  </a:lnTo>
                  <a:lnTo>
                    <a:pt x="38699" y="78454"/>
                  </a:lnTo>
                  <a:lnTo>
                    <a:pt x="11723" y="79998"/>
                  </a:lnTo>
                  <a:lnTo>
                    <a:pt x="3112" y="60179"/>
                  </a:lnTo>
                  <a:lnTo>
                    <a:pt x="571" y="50729"/>
                  </a:lnTo>
                  <a:lnTo>
                    <a:pt x="308" y="48905"/>
                  </a:lnTo>
                  <a:lnTo>
                    <a:pt x="2293" y="48470"/>
                  </a:lnTo>
                  <a:lnTo>
                    <a:pt x="4383" y="49096"/>
                  </a:lnTo>
                  <a:lnTo>
                    <a:pt x="8641" y="52466"/>
                  </a:lnTo>
                  <a:lnTo>
                    <a:pt x="6674" y="46322"/>
                  </a:lnTo>
                  <a:lnTo>
                    <a:pt x="10249" y="46326"/>
                  </a:lnTo>
                  <a:lnTo>
                    <a:pt x="14731" y="48132"/>
                  </a:lnTo>
                  <a:lnTo>
                    <a:pt x="20795" y="46999"/>
                  </a:lnTo>
                  <a:lnTo>
                    <a:pt x="18588" y="44636"/>
                  </a:lnTo>
                  <a:lnTo>
                    <a:pt x="20741" y="38839"/>
                  </a:lnTo>
                  <a:lnTo>
                    <a:pt x="14435" y="35440"/>
                  </a:lnTo>
                  <a:lnTo>
                    <a:pt x="16297" y="30857"/>
                  </a:lnTo>
                  <a:lnTo>
                    <a:pt x="17266" y="31254"/>
                  </a:lnTo>
                  <a:lnTo>
                    <a:pt x="18643" y="28014"/>
                  </a:lnTo>
                  <a:lnTo>
                    <a:pt x="8455" y="22944"/>
                  </a:lnTo>
                  <a:lnTo>
                    <a:pt x="6961" y="17653"/>
                  </a:lnTo>
                  <a:lnTo>
                    <a:pt x="0" y="15110"/>
                  </a:lnTo>
                  <a:lnTo>
                    <a:pt x="533" y="3685"/>
                  </a:lnTo>
                  <a:lnTo>
                    <a:pt x="5665" y="3190"/>
                  </a:lnTo>
                  <a:lnTo>
                    <a:pt x="7219" y="3039"/>
                  </a:lnTo>
                  <a:lnTo>
                    <a:pt x="3858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h186"/>
            <p:cNvSpPr/>
            <p:nvPr/>
          </p:nvSpPr>
          <p:spPr>
            <a:xfrm>
              <a:off x="2369344" y="2279241"/>
              <a:ext cx="106845" cy="128419"/>
            </a:xfrm>
            <a:custGeom>
              <a:avLst/>
              <a:pathLst>
                <a:path w="106845" h="128419">
                  <a:moveTo>
                    <a:pt x="80117" y="154"/>
                  </a:moveTo>
                  <a:lnTo>
                    <a:pt x="81415" y="3934"/>
                  </a:lnTo>
                  <a:lnTo>
                    <a:pt x="84717" y="7951"/>
                  </a:lnTo>
                  <a:lnTo>
                    <a:pt x="87478" y="17494"/>
                  </a:lnTo>
                  <a:lnTo>
                    <a:pt x="88853" y="16815"/>
                  </a:lnTo>
                  <a:lnTo>
                    <a:pt x="93066" y="20962"/>
                  </a:lnTo>
                  <a:lnTo>
                    <a:pt x="92456" y="21711"/>
                  </a:lnTo>
                  <a:lnTo>
                    <a:pt x="84318" y="19696"/>
                  </a:lnTo>
                  <a:lnTo>
                    <a:pt x="82841" y="20238"/>
                  </a:lnTo>
                  <a:lnTo>
                    <a:pt x="86350" y="23620"/>
                  </a:lnTo>
                  <a:lnTo>
                    <a:pt x="90388" y="24797"/>
                  </a:lnTo>
                  <a:lnTo>
                    <a:pt x="90441" y="25861"/>
                  </a:lnTo>
                  <a:lnTo>
                    <a:pt x="88765" y="27814"/>
                  </a:lnTo>
                  <a:lnTo>
                    <a:pt x="83907" y="26208"/>
                  </a:lnTo>
                  <a:lnTo>
                    <a:pt x="83453" y="23676"/>
                  </a:lnTo>
                  <a:lnTo>
                    <a:pt x="79737" y="27176"/>
                  </a:lnTo>
                  <a:lnTo>
                    <a:pt x="85564" y="28799"/>
                  </a:lnTo>
                  <a:lnTo>
                    <a:pt x="87130" y="30599"/>
                  </a:lnTo>
                  <a:lnTo>
                    <a:pt x="87097" y="36316"/>
                  </a:lnTo>
                  <a:lnTo>
                    <a:pt x="84562" y="36049"/>
                  </a:lnTo>
                  <a:lnTo>
                    <a:pt x="84338" y="38019"/>
                  </a:lnTo>
                  <a:lnTo>
                    <a:pt x="89600" y="45789"/>
                  </a:lnTo>
                  <a:lnTo>
                    <a:pt x="97383" y="48283"/>
                  </a:lnTo>
                  <a:lnTo>
                    <a:pt x="95529" y="68812"/>
                  </a:lnTo>
                  <a:lnTo>
                    <a:pt x="106845" y="78934"/>
                  </a:lnTo>
                  <a:lnTo>
                    <a:pt x="95150" y="90002"/>
                  </a:lnTo>
                  <a:lnTo>
                    <a:pt x="95008" y="91418"/>
                  </a:lnTo>
                  <a:lnTo>
                    <a:pt x="98728" y="101004"/>
                  </a:lnTo>
                  <a:lnTo>
                    <a:pt x="97880" y="121247"/>
                  </a:lnTo>
                  <a:lnTo>
                    <a:pt x="98587" y="126502"/>
                  </a:lnTo>
                  <a:lnTo>
                    <a:pt x="97336" y="127114"/>
                  </a:lnTo>
                  <a:lnTo>
                    <a:pt x="92853" y="126623"/>
                  </a:lnTo>
                  <a:lnTo>
                    <a:pt x="86303" y="122967"/>
                  </a:lnTo>
                  <a:lnTo>
                    <a:pt x="79567" y="128419"/>
                  </a:lnTo>
                  <a:lnTo>
                    <a:pt x="64944" y="122165"/>
                  </a:lnTo>
                  <a:lnTo>
                    <a:pt x="59274" y="117986"/>
                  </a:lnTo>
                  <a:lnTo>
                    <a:pt x="54796" y="110388"/>
                  </a:lnTo>
                  <a:lnTo>
                    <a:pt x="52699" y="102873"/>
                  </a:lnTo>
                  <a:lnTo>
                    <a:pt x="48697" y="98159"/>
                  </a:lnTo>
                  <a:lnTo>
                    <a:pt x="33471" y="93233"/>
                  </a:lnTo>
                  <a:lnTo>
                    <a:pt x="26308" y="96557"/>
                  </a:lnTo>
                  <a:lnTo>
                    <a:pt x="25061" y="98680"/>
                  </a:lnTo>
                  <a:lnTo>
                    <a:pt x="20780" y="102086"/>
                  </a:lnTo>
                  <a:lnTo>
                    <a:pt x="19219" y="103327"/>
                  </a:lnTo>
                  <a:lnTo>
                    <a:pt x="2926" y="101121"/>
                  </a:lnTo>
                  <a:lnTo>
                    <a:pt x="2610" y="101071"/>
                  </a:lnTo>
                  <a:lnTo>
                    <a:pt x="2179" y="98868"/>
                  </a:lnTo>
                  <a:lnTo>
                    <a:pt x="4711" y="98023"/>
                  </a:lnTo>
                  <a:lnTo>
                    <a:pt x="6115" y="92254"/>
                  </a:lnTo>
                  <a:lnTo>
                    <a:pt x="11713" y="86358"/>
                  </a:lnTo>
                  <a:lnTo>
                    <a:pt x="10651" y="81515"/>
                  </a:lnTo>
                  <a:lnTo>
                    <a:pt x="20479" y="71588"/>
                  </a:lnTo>
                  <a:lnTo>
                    <a:pt x="21554" y="68833"/>
                  </a:lnTo>
                  <a:lnTo>
                    <a:pt x="21861" y="64827"/>
                  </a:lnTo>
                  <a:lnTo>
                    <a:pt x="26991" y="64684"/>
                  </a:lnTo>
                  <a:lnTo>
                    <a:pt x="28877" y="57105"/>
                  </a:lnTo>
                  <a:lnTo>
                    <a:pt x="23017" y="57263"/>
                  </a:lnTo>
                  <a:lnTo>
                    <a:pt x="23095" y="59844"/>
                  </a:lnTo>
                  <a:lnTo>
                    <a:pt x="19552" y="60753"/>
                  </a:lnTo>
                  <a:lnTo>
                    <a:pt x="19520" y="57065"/>
                  </a:lnTo>
                  <a:lnTo>
                    <a:pt x="10223" y="55944"/>
                  </a:lnTo>
                  <a:lnTo>
                    <a:pt x="9582" y="60063"/>
                  </a:lnTo>
                  <a:lnTo>
                    <a:pt x="6254" y="59685"/>
                  </a:lnTo>
                  <a:lnTo>
                    <a:pt x="7554" y="49813"/>
                  </a:lnTo>
                  <a:lnTo>
                    <a:pt x="3636" y="49055"/>
                  </a:lnTo>
                  <a:lnTo>
                    <a:pt x="2285" y="47961"/>
                  </a:lnTo>
                  <a:lnTo>
                    <a:pt x="0" y="44737"/>
                  </a:lnTo>
                  <a:lnTo>
                    <a:pt x="685" y="42944"/>
                  </a:lnTo>
                  <a:lnTo>
                    <a:pt x="22415" y="45675"/>
                  </a:lnTo>
                  <a:lnTo>
                    <a:pt x="23689" y="42074"/>
                  </a:lnTo>
                  <a:lnTo>
                    <a:pt x="28072" y="42595"/>
                  </a:lnTo>
                  <a:lnTo>
                    <a:pt x="30035" y="26130"/>
                  </a:lnTo>
                  <a:lnTo>
                    <a:pt x="36684" y="25848"/>
                  </a:lnTo>
                  <a:lnTo>
                    <a:pt x="36437" y="19805"/>
                  </a:lnTo>
                  <a:lnTo>
                    <a:pt x="39063" y="19552"/>
                  </a:lnTo>
                  <a:lnTo>
                    <a:pt x="40213" y="20229"/>
                  </a:lnTo>
                  <a:lnTo>
                    <a:pt x="41711" y="18998"/>
                  </a:lnTo>
                  <a:lnTo>
                    <a:pt x="39508" y="16501"/>
                  </a:lnTo>
                  <a:lnTo>
                    <a:pt x="30297" y="15224"/>
                  </a:lnTo>
                  <a:lnTo>
                    <a:pt x="25965" y="6809"/>
                  </a:lnTo>
                  <a:lnTo>
                    <a:pt x="36159" y="6466"/>
                  </a:lnTo>
                  <a:lnTo>
                    <a:pt x="36557" y="8439"/>
                  </a:lnTo>
                  <a:lnTo>
                    <a:pt x="40885" y="9738"/>
                  </a:lnTo>
                  <a:lnTo>
                    <a:pt x="48157" y="9302"/>
                  </a:lnTo>
                  <a:lnTo>
                    <a:pt x="69893" y="2076"/>
                  </a:lnTo>
                  <a:lnTo>
                    <a:pt x="75271" y="1918"/>
                  </a:lnTo>
                  <a:lnTo>
                    <a:pt x="7923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h187"/>
            <p:cNvSpPr/>
            <p:nvPr/>
          </p:nvSpPr>
          <p:spPr>
            <a:xfrm>
              <a:off x="2266772" y="1866731"/>
              <a:ext cx="126356" cy="217123"/>
            </a:xfrm>
            <a:custGeom>
              <a:avLst/>
              <a:pathLst>
                <a:path w="126356" h="217123">
                  <a:moveTo>
                    <a:pt x="18109" y="1606"/>
                  </a:moveTo>
                  <a:lnTo>
                    <a:pt x="21186" y="6199"/>
                  </a:lnTo>
                  <a:lnTo>
                    <a:pt x="30672" y="14535"/>
                  </a:lnTo>
                  <a:lnTo>
                    <a:pt x="38926" y="17735"/>
                  </a:lnTo>
                  <a:lnTo>
                    <a:pt x="47293" y="27328"/>
                  </a:lnTo>
                  <a:lnTo>
                    <a:pt x="48303" y="30032"/>
                  </a:lnTo>
                  <a:lnTo>
                    <a:pt x="49654" y="45493"/>
                  </a:lnTo>
                  <a:lnTo>
                    <a:pt x="49088" y="57156"/>
                  </a:lnTo>
                  <a:lnTo>
                    <a:pt x="50591" y="66907"/>
                  </a:lnTo>
                  <a:lnTo>
                    <a:pt x="47611" y="81751"/>
                  </a:lnTo>
                  <a:lnTo>
                    <a:pt x="53975" y="82748"/>
                  </a:lnTo>
                  <a:lnTo>
                    <a:pt x="55433" y="85434"/>
                  </a:lnTo>
                  <a:lnTo>
                    <a:pt x="60505" y="85511"/>
                  </a:lnTo>
                  <a:lnTo>
                    <a:pt x="62101" y="88917"/>
                  </a:lnTo>
                  <a:lnTo>
                    <a:pt x="62708" y="93799"/>
                  </a:lnTo>
                  <a:lnTo>
                    <a:pt x="69968" y="104078"/>
                  </a:lnTo>
                  <a:lnTo>
                    <a:pt x="75494" y="107594"/>
                  </a:lnTo>
                  <a:lnTo>
                    <a:pt x="80379" y="108324"/>
                  </a:lnTo>
                  <a:lnTo>
                    <a:pt x="81638" y="104442"/>
                  </a:lnTo>
                  <a:lnTo>
                    <a:pt x="92157" y="108439"/>
                  </a:lnTo>
                  <a:lnTo>
                    <a:pt x="101439" y="110404"/>
                  </a:lnTo>
                  <a:lnTo>
                    <a:pt x="109133" y="115368"/>
                  </a:lnTo>
                  <a:lnTo>
                    <a:pt x="113411" y="116912"/>
                  </a:lnTo>
                  <a:lnTo>
                    <a:pt x="115721" y="118853"/>
                  </a:lnTo>
                  <a:lnTo>
                    <a:pt x="115054" y="121701"/>
                  </a:lnTo>
                  <a:lnTo>
                    <a:pt x="115628" y="122844"/>
                  </a:lnTo>
                  <a:lnTo>
                    <a:pt x="103379" y="128431"/>
                  </a:lnTo>
                  <a:lnTo>
                    <a:pt x="105262" y="136050"/>
                  </a:lnTo>
                  <a:lnTo>
                    <a:pt x="114764" y="151368"/>
                  </a:lnTo>
                  <a:lnTo>
                    <a:pt x="115953" y="154251"/>
                  </a:lnTo>
                  <a:lnTo>
                    <a:pt x="116358" y="160745"/>
                  </a:lnTo>
                  <a:lnTo>
                    <a:pt x="121050" y="168206"/>
                  </a:lnTo>
                  <a:lnTo>
                    <a:pt x="118684" y="177603"/>
                  </a:lnTo>
                  <a:lnTo>
                    <a:pt x="122598" y="177681"/>
                  </a:lnTo>
                  <a:lnTo>
                    <a:pt x="118908" y="191051"/>
                  </a:lnTo>
                  <a:lnTo>
                    <a:pt x="116407" y="200095"/>
                  </a:lnTo>
                  <a:lnTo>
                    <a:pt x="118764" y="200121"/>
                  </a:lnTo>
                  <a:lnTo>
                    <a:pt x="122662" y="201636"/>
                  </a:lnTo>
                  <a:lnTo>
                    <a:pt x="123470" y="202279"/>
                  </a:lnTo>
                  <a:lnTo>
                    <a:pt x="124144" y="205185"/>
                  </a:lnTo>
                  <a:lnTo>
                    <a:pt x="126356" y="205846"/>
                  </a:lnTo>
                  <a:lnTo>
                    <a:pt x="121497" y="213347"/>
                  </a:lnTo>
                  <a:lnTo>
                    <a:pt x="120364" y="212462"/>
                  </a:lnTo>
                  <a:lnTo>
                    <a:pt x="113745" y="217123"/>
                  </a:lnTo>
                  <a:lnTo>
                    <a:pt x="110093" y="212910"/>
                  </a:lnTo>
                  <a:lnTo>
                    <a:pt x="106098" y="212344"/>
                  </a:lnTo>
                  <a:lnTo>
                    <a:pt x="93669" y="203113"/>
                  </a:lnTo>
                  <a:lnTo>
                    <a:pt x="91499" y="198669"/>
                  </a:lnTo>
                  <a:lnTo>
                    <a:pt x="92211" y="195412"/>
                  </a:lnTo>
                  <a:lnTo>
                    <a:pt x="98124" y="196708"/>
                  </a:lnTo>
                  <a:lnTo>
                    <a:pt x="97637" y="197524"/>
                  </a:lnTo>
                  <a:lnTo>
                    <a:pt x="104522" y="195329"/>
                  </a:lnTo>
                  <a:lnTo>
                    <a:pt x="99491" y="191763"/>
                  </a:lnTo>
                  <a:lnTo>
                    <a:pt x="94586" y="189550"/>
                  </a:lnTo>
                  <a:lnTo>
                    <a:pt x="93754" y="192210"/>
                  </a:lnTo>
                  <a:lnTo>
                    <a:pt x="90888" y="188673"/>
                  </a:lnTo>
                  <a:lnTo>
                    <a:pt x="91560" y="186349"/>
                  </a:lnTo>
                  <a:lnTo>
                    <a:pt x="85268" y="182848"/>
                  </a:lnTo>
                  <a:lnTo>
                    <a:pt x="84332" y="179669"/>
                  </a:lnTo>
                  <a:lnTo>
                    <a:pt x="84700" y="174384"/>
                  </a:lnTo>
                  <a:lnTo>
                    <a:pt x="72403" y="154869"/>
                  </a:lnTo>
                  <a:lnTo>
                    <a:pt x="65670" y="154984"/>
                  </a:lnTo>
                  <a:lnTo>
                    <a:pt x="64633" y="156783"/>
                  </a:lnTo>
                  <a:lnTo>
                    <a:pt x="62852" y="157848"/>
                  </a:lnTo>
                  <a:lnTo>
                    <a:pt x="57622" y="156577"/>
                  </a:lnTo>
                  <a:lnTo>
                    <a:pt x="51650" y="151819"/>
                  </a:lnTo>
                  <a:lnTo>
                    <a:pt x="46832" y="144627"/>
                  </a:lnTo>
                  <a:lnTo>
                    <a:pt x="41360" y="127917"/>
                  </a:lnTo>
                  <a:lnTo>
                    <a:pt x="36046" y="132917"/>
                  </a:lnTo>
                  <a:lnTo>
                    <a:pt x="34045" y="128269"/>
                  </a:lnTo>
                  <a:lnTo>
                    <a:pt x="39031" y="111765"/>
                  </a:lnTo>
                  <a:lnTo>
                    <a:pt x="33861" y="107363"/>
                  </a:lnTo>
                  <a:lnTo>
                    <a:pt x="28538" y="105725"/>
                  </a:lnTo>
                  <a:lnTo>
                    <a:pt x="27590" y="108146"/>
                  </a:lnTo>
                  <a:lnTo>
                    <a:pt x="26386" y="107784"/>
                  </a:lnTo>
                  <a:lnTo>
                    <a:pt x="22312" y="102660"/>
                  </a:lnTo>
                  <a:lnTo>
                    <a:pt x="25038" y="102674"/>
                  </a:lnTo>
                  <a:lnTo>
                    <a:pt x="27709" y="101343"/>
                  </a:lnTo>
                  <a:lnTo>
                    <a:pt x="32281" y="94683"/>
                  </a:lnTo>
                  <a:lnTo>
                    <a:pt x="29296" y="90805"/>
                  </a:lnTo>
                  <a:lnTo>
                    <a:pt x="24434" y="87171"/>
                  </a:lnTo>
                  <a:lnTo>
                    <a:pt x="16814" y="92464"/>
                  </a:lnTo>
                  <a:lnTo>
                    <a:pt x="12523" y="85766"/>
                  </a:lnTo>
                  <a:lnTo>
                    <a:pt x="12894" y="81402"/>
                  </a:lnTo>
                  <a:lnTo>
                    <a:pt x="10552" y="72686"/>
                  </a:lnTo>
                  <a:lnTo>
                    <a:pt x="5601" y="59880"/>
                  </a:lnTo>
                  <a:lnTo>
                    <a:pt x="0" y="49698"/>
                  </a:lnTo>
                  <a:lnTo>
                    <a:pt x="5901" y="44256"/>
                  </a:lnTo>
                  <a:lnTo>
                    <a:pt x="6088" y="41999"/>
                  </a:lnTo>
                  <a:lnTo>
                    <a:pt x="1685" y="15346"/>
                  </a:lnTo>
                  <a:lnTo>
                    <a:pt x="6729" y="21000"/>
                  </a:lnTo>
                  <a:lnTo>
                    <a:pt x="8392" y="18455"/>
                  </a:lnTo>
                  <a:lnTo>
                    <a:pt x="8279" y="10424"/>
                  </a:lnTo>
                  <a:lnTo>
                    <a:pt x="13067" y="4132"/>
                  </a:lnTo>
                  <a:lnTo>
                    <a:pt x="1314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h188"/>
            <p:cNvSpPr/>
            <p:nvPr/>
          </p:nvSpPr>
          <p:spPr>
            <a:xfrm>
              <a:off x="2312716" y="2045820"/>
              <a:ext cx="45325" cy="37361"/>
            </a:xfrm>
            <a:custGeom>
              <a:avLst/>
              <a:pathLst>
                <a:path w="45325" h="37361">
                  <a:moveTo>
                    <a:pt x="24031" y="966"/>
                  </a:moveTo>
                  <a:lnTo>
                    <a:pt x="28833" y="4473"/>
                  </a:lnTo>
                  <a:lnTo>
                    <a:pt x="45325" y="35567"/>
                  </a:lnTo>
                  <a:lnTo>
                    <a:pt x="37125" y="34529"/>
                  </a:lnTo>
                  <a:lnTo>
                    <a:pt x="36805" y="35652"/>
                  </a:lnTo>
                  <a:lnTo>
                    <a:pt x="34323" y="35655"/>
                  </a:lnTo>
                  <a:lnTo>
                    <a:pt x="33367" y="37288"/>
                  </a:lnTo>
                  <a:lnTo>
                    <a:pt x="31856" y="37332"/>
                  </a:lnTo>
                  <a:lnTo>
                    <a:pt x="26512" y="30552"/>
                  </a:lnTo>
                  <a:lnTo>
                    <a:pt x="24151" y="33889"/>
                  </a:lnTo>
                  <a:lnTo>
                    <a:pt x="18739" y="33843"/>
                  </a:lnTo>
                  <a:lnTo>
                    <a:pt x="18175" y="36983"/>
                  </a:lnTo>
                  <a:lnTo>
                    <a:pt x="11412" y="37361"/>
                  </a:lnTo>
                  <a:lnTo>
                    <a:pt x="10423" y="31125"/>
                  </a:lnTo>
                  <a:lnTo>
                    <a:pt x="11083" y="30020"/>
                  </a:lnTo>
                  <a:lnTo>
                    <a:pt x="5495" y="20802"/>
                  </a:lnTo>
                  <a:lnTo>
                    <a:pt x="1459" y="18323"/>
                  </a:lnTo>
                  <a:lnTo>
                    <a:pt x="459" y="15429"/>
                  </a:lnTo>
                  <a:lnTo>
                    <a:pt x="0" y="8531"/>
                  </a:lnTo>
                  <a:lnTo>
                    <a:pt x="7391" y="9087"/>
                  </a:lnTo>
                  <a:lnTo>
                    <a:pt x="8155" y="6900"/>
                  </a:lnTo>
                  <a:lnTo>
                    <a:pt x="10130" y="5571"/>
                  </a:lnTo>
                  <a:lnTo>
                    <a:pt x="11991" y="5464"/>
                  </a:lnTo>
                  <a:lnTo>
                    <a:pt x="14788" y="7583"/>
                  </a:lnTo>
                  <a:lnTo>
                    <a:pt x="2367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h189"/>
            <p:cNvSpPr/>
            <p:nvPr/>
          </p:nvSpPr>
          <p:spPr>
            <a:xfrm>
              <a:off x="2449082" y="2277305"/>
              <a:ext cx="86112" cy="50218"/>
            </a:xfrm>
            <a:custGeom>
              <a:avLst/>
              <a:pathLst>
                <a:path w="86112" h="50218">
                  <a:moveTo>
                    <a:pt x="40558" y="2806"/>
                  </a:moveTo>
                  <a:lnTo>
                    <a:pt x="39318" y="3834"/>
                  </a:lnTo>
                  <a:lnTo>
                    <a:pt x="44040" y="5249"/>
                  </a:lnTo>
                  <a:lnTo>
                    <a:pt x="43431" y="8366"/>
                  </a:lnTo>
                  <a:lnTo>
                    <a:pt x="49866" y="9264"/>
                  </a:lnTo>
                  <a:lnTo>
                    <a:pt x="50879" y="13073"/>
                  </a:lnTo>
                  <a:lnTo>
                    <a:pt x="54507" y="13549"/>
                  </a:lnTo>
                  <a:lnTo>
                    <a:pt x="59375" y="16111"/>
                  </a:lnTo>
                  <a:lnTo>
                    <a:pt x="57274" y="25659"/>
                  </a:lnTo>
                  <a:lnTo>
                    <a:pt x="66705" y="26831"/>
                  </a:lnTo>
                  <a:lnTo>
                    <a:pt x="74747" y="25176"/>
                  </a:lnTo>
                  <a:lnTo>
                    <a:pt x="83042" y="29412"/>
                  </a:lnTo>
                  <a:lnTo>
                    <a:pt x="84336" y="34271"/>
                  </a:lnTo>
                  <a:lnTo>
                    <a:pt x="82129" y="36354"/>
                  </a:lnTo>
                  <a:lnTo>
                    <a:pt x="85506" y="38741"/>
                  </a:lnTo>
                  <a:lnTo>
                    <a:pt x="86112" y="41037"/>
                  </a:lnTo>
                  <a:lnTo>
                    <a:pt x="82338" y="42505"/>
                  </a:lnTo>
                  <a:lnTo>
                    <a:pt x="77095" y="41736"/>
                  </a:lnTo>
                  <a:lnTo>
                    <a:pt x="74665" y="40606"/>
                  </a:lnTo>
                  <a:lnTo>
                    <a:pt x="73950" y="45328"/>
                  </a:lnTo>
                  <a:lnTo>
                    <a:pt x="57135" y="39630"/>
                  </a:lnTo>
                  <a:lnTo>
                    <a:pt x="42867" y="36650"/>
                  </a:lnTo>
                  <a:lnTo>
                    <a:pt x="28955" y="39218"/>
                  </a:lnTo>
                  <a:lnTo>
                    <a:pt x="17801" y="48645"/>
                  </a:lnTo>
                  <a:lnTo>
                    <a:pt x="17645" y="50218"/>
                  </a:lnTo>
                  <a:lnTo>
                    <a:pt x="9863" y="47724"/>
                  </a:lnTo>
                  <a:lnTo>
                    <a:pt x="4601" y="39955"/>
                  </a:lnTo>
                  <a:lnTo>
                    <a:pt x="4825" y="37985"/>
                  </a:lnTo>
                  <a:lnTo>
                    <a:pt x="7359" y="38251"/>
                  </a:lnTo>
                  <a:lnTo>
                    <a:pt x="7393" y="32534"/>
                  </a:lnTo>
                  <a:lnTo>
                    <a:pt x="5826" y="30735"/>
                  </a:lnTo>
                  <a:lnTo>
                    <a:pt x="0" y="29111"/>
                  </a:lnTo>
                  <a:lnTo>
                    <a:pt x="3715" y="25612"/>
                  </a:lnTo>
                  <a:lnTo>
                    <a:pt x="4169" y="28144"/>
                  </a:lnTo>
                  <a:lnTo>
                    <a:pt x="9027" y="29750"/>
                  </a:lnTo>
                  <a:lnTo>
                    <a:pt x="10703" y="27796"/>
                  </a:lnTo>
                  <a:lnTo>
                    <a:pt x="10650" y="26732"/>
                  </a:lnTo>
                  <a:lnTo>
                    <a:pt x="6612" y="25556"/>
                  </a:lnTo>
                  <a:lnTo>
                    <a:pt x="3103" y="22174"/>
                  </a:lnTo>
                  <a:lnTo>
                    <a:pt x="4580" y="21632"/>
                  </a:lnTo>
                  <a:lnTo>
                    <a:pt x="12718" y="23647"/>
                  </a:lnTo>
                  <a:lnTo>
                    <a:pt x="13329" y="22898"/>
                  </a:lnTo>
                  <a:lnTo>
                    <a:pt x="9115" y="18751"/>
                  </a:lnTo>
                  <a:lnTo>
                    <a:pt x="7740" y="19429"/>
                  </a:lnTo>
                  <a:lnTo>
                    <a:pt x="4979" y="9887"/>
                  </a:lnTo>
                  <a:lnTo>
                    <a:pt x="1677" y="5869"/>
                  </a:lnTo>
                  <a:lnTo>
                    <a:pt x="4752" y="2643"/>
                  </a:lnTo>
                  <a:lnTo>
                    <a:pt x="7633" y="6274"/>
                  </a:lnTo>
                  <a:lnTo>
                    <a:pt x="9373" y="6306"/>
                  </a:lnTo>
                  <a:lnTo>
                    <a:pt x="14731" y="3326"/>
                  </a:lnTo>
                  <a:lnTo>
                    <a:pt x="20215" y="3586"/>
                  </a:lnTo>
                  <a:lnTo>
                    <a:pt x="22856" y="1542"/>
                  </a:lnTo>
                  <a:lnTo>
                    <a:pt x="2671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h190"/>
            <p:cNvSpPr/>
            <p:nvPr/>
          </p:nvSpPr>
          <p:spPr>
            <a:xfrm>
              <a:off x="2219465" y="1707048"/>
              <a:ext cx="237686" cy="119853"/>
            </a:xfrm>
            <a:custGeom>
              <a:avLst/>
              <a:pathLst>
                <a:path w="237686" h="119853">
                  <a:moveTo>
                    <a:pt x="70116" y="310"/>
                  </a:moveTo>
                  <a:lnTo>
                    <a:pt x="78474" y="4806"/>
                  </a:lnTo>
                  <a:lnTo>
                    <a:pt x="84199" y="5750"/>
                  </a:lnTo>
                  <a:lnTo>
                    <a:pt x="88172" y="10111"/>
                  </a:lnTo>
                  <a:lnTo>
                    <a:pt x="96946" y="12281"/>
                  </a:lnTo>
                  <a:lnTo>
                    <a:pt x="99958" y="11912"/>
                  </a:lnTo>
                  <a:lnTo>
                    <a:pt x="102193" y="10227"/>
                  </a:lnTo>
                  <a:lnTo>
                    <a:pt x="108749" y="9343"/>
                  </a:lnTo>
                  <a:lnTo>
                    <a:pt x="114380" y="11183"/>
                  </a:lnTo>
                  <a:lnTo>
                    <a:pt x="120020" y="10854"/>
                  </a:lnTo>
                  <a:lnTo>
                    <a:pt x="130530" y="12000"/>
                  </a:lnTo>
                  <a:lnTo>
                    <a:pt x="137707" y="15308"/>
                  </a:lnTo>
                  <a:lnTo>
                    <a:pt x="149801" y="13994"/>
                  </a:lnTo>
                  <a:lnTo>
                    <a:pt x="153607" y="12039"/>
                  </a:lnTo>
                  <a:lnTo>
                    <a:pt x="157050" y="8901"/>
                  </a:lnTo>
                  <a:lnTo>
                    <a:pt x="158167" y="10822"/>
                  </a:lnTo>
                  <a:lnTo>
                    <a:pt x="157992" y="16028"/>
                  </a:lnTo>
                  <a:lnTo>
                    <a:pt x="161951" y="15219"/>
                  </a:lnTo>
                  <a:lnTo>
                    <a:pt x="163763" y="13861"/>
                  </a:lnTo>
                  <a:lnTo>
                    <a:pt x="167326" y="14340"/>
                  </a:lnTo>
                  <a:lnTo>
                    <a:pt x="172002" y="16706"/>
                  </a:lnTo>
                  <a:lnTo>
                    <a:pt x="176810" y="26589"/>
                  </a:lnTo>
                  <a:lnTo>
                    <a:pt x="180000" y="28515"/>
                  </a:lnTo>
                  <a:lnTo>
                    <a:pt x="183091" y="28780"/>
                  </a:lnTo>
                  <a:lnTo>
                    <a:pt x="185086" y="30047"/>
                  </a:lnTo>
                  <a:lnTo>
                    <a:pt x="185238" y="31762"/>
                  </a:lnTo>
                  <a:lnTo>
                    <a:pt x="183857" y="35992"/>
                  </a:lnTo>
                  <a:lnTo>
                    <a:pt x="184176" y="38698"/>
                  </a:lnTo>
                  <a:lnTo>
                    <a:pt x="185308" y="40150"/>
                  </a:lnTo>
                  <a:lnTo>
                    <a:pt x="186444" y="40346"/>
                  </a:lnTo>
                  <a:lnTo>
                    <a:pt x="187758" y="38376"/>
                  </a:lnTo>
                  <a:lnTo>
                    <a:pt x="187525" y="34491"/>
                  </a:lnTo>
                  <a:lnTo>
                    <a:pt x="188622" y="33139"/>
                  </a:lnTo>
                  <a:lnTo>
                    <a:pt x="189517" y="32713"/>
                  </a:lnTo>
                  <a:lnTo>
                    <a:pt x="191162" y="33721"/>
                  </a:lnTo>
                  <a:lnTo>
                    <a:pt x="191908" y="41189"/>
                  </a:lnTo>
                  <a:lnTo>
                    <a:pt x="190159" y="44283"/>
                  </a:lnTo>
                  <a:lnTo>
                    <a:pt x="189975" y="46787"/>
                  </a:lnTo>
                  <a:lnTo>
                    <a:pt x="198566" y="47501"/>
                  </a:lnTo>
                  <a:lnTo>
                    <a:pt x="202971" y="53213"/>
                  </a:lnTo>
                  <a:lnTo>
                    <a:pt x="209880" y="53403"/>
                  </a:lnTo>
                  <a:lnTo>
                    <a:pt x="212875" y="54498"/>
                  </a:lnTo>
                  <a:lnTo>
                    <a:pt x="213450" y="57590"/>
                  </a:lnTo>
                  <a:lnTo>
                    <a:pt x="218930" y="67069"/>
                  </a:lnTo>
                  <a:lnTo>
                    <a:pt x="225853" y="69732"/>
                  </a:lnTo>
                  <a:lnTo>
                    <a:pt x="228450" y="72511"/>
                  </a:lnTo>
                  <a:lnTo>
                    <a:pt x="233259" y="74968"/>
                  </a:lnTo>
                  <a:lnTo>
                    <a:pt x="234117" y="78423"/>
                  </a:lnTo>
                  <a:lnTo>
                    <a:pt x="237670" y="83968"/>
                  </a:lnTo>
                  <a:lnTo>
                    <a:pt x="237686" y="86127"/>
                  </a:lnTo>
                  <a:lnTo>
                    <a:pt x="236479" y="87949"/>
                  </a:lnTo>
                  <a:lnTo>
                    <a:pt x="234146" y="87831"/>
                  </a:lnTo>
                  <a:lnTo>
                    <a:pt x="234121" y="85473"/>
                  </a:lnTo>
                  <a:lnTo>
                    <a:pt x="226603" y="86057"/>
                  </a:lnTo>
                  <a:lnTo>
                    <a:pt x="225687" y="87837"/>
                  </a:lnTo>
                  <a:lnTo>
                    <a:pt x="226304" y="90079"/>
                  </a:lnTo>
                  <a:lnTo>
                    <a:pt x="225830" y="90726"/>
                  </a:lnTo>
                  <a:lnTo>
                    <a:pt x="219793" y="90752"/>
                  </a:lnTo>
                  <a:lnTo>
                    <a:pt x="219757" y="94524"/>
                  </a:lnTo>
                  <a:lnTo>
                    <a:pt x="214771" y="95235"/>
                  </a:lnTo>
                  <a:lnTo>
                    <a:pt x="181041" y="91741"/>
                  </a:lnTo>
                  <a:lnTo>
                    <a:pt x="181825" y="79267"/>
                  </a:lnTo>
                  <a:lnTo>
                    <a:pt x="166825" y="84910"/>
                  </a:lnTo>
                  <a:lnTo>
                    <a:pt x="160220" y="66934"/>
                  </a:lnTo>
                  <a:lnTo>
                    <a:pt x="124340" y="80430"/>
                  </a:lnTo>
                  <a:lnTo>
                    <a:pt x="117804" y="94707"/>
                  </a:lnTo>
                  <a:lnTo>
                    <a:pt x="116917" y="94548"/>
                  </a:lnTo>
                  <a:lnTo>
                    <a:pt x="105008" y="118106"/>
                  </a:lnTo>
                  <a:lnTo>
                    <a:pt x="57866" y="107501"/>
                  </a:lnTo>
                  <a:lnTo>
                    <a:pt x="50649" y="119853"/>
                  </a:lnTo>
                  <a:lnTo>
                    <a:pt x="30459" y="101317"/>
                  </a:lnTo>
                  <a:lnTo>
                    <a:pt x="17373" y="93530"/>
                  </a:lnTo>
                  <a:lnTo>
                    <a:pt x="4048" y="84027"/>
                  </a:lnTo>
                  <a:lnTo>
                    <a:pt x="0" y="81520"/>
                  </a:lnTo>
                  <a:lnTo>
                    <a:pt x="3078" y="70751"/>
                  </a:lnTo>
                  <a:lnTo>
                    <a:pt x="7177" y="66415"/>
                  </a:lnTo>
                  <a:lnTo>
                    <a:pt x="9498" y="55409"/>
                  </a:lnTo>
                  <a:lnTo>
                    <a:pt x="11697" y="48935"/>
                  </a:lnTo>
                  <a:lnTo>
                    <a:pt x="21476" y="30009"/>
                  </a:lnTo>
                  <a:lnTo>
                    <a:pt x="24044" y="27204"/>
                  </a:lnTo>
                  <a:lnTo>
                    <a:pt x="25167" y="20850"/>
                  </a:lnTo>
                  <a:lnTo>
                    <a:pt x="26926" y="17923"/>
                  </a:lnTo>
                  <a:lnTo>
                    <a:pt x="27740" y="17525"/>
                  </a:lnTo>
                  <a:lnTo>
                    <a:pt x="28369" y="18809"/>
                  </a:lnTo>
                  <a:lnTo>
                    <a:pt x="32157" y="19130"/>
                  </a:lnTo>
                  <a:lnTo>
                    <a:pt x="38640" y="16391"/>
                  </a:lnTo>
                  <a:lnTo>
                    <a:pt x="41625" y="17776"/>
                  </a:lnTo>
                  <a:lnTo>
                    <a:pt x="45590" y="15004"/>
                  </a:lnTo>
                  <a:lnTo>
                    <a:pt x="45926" y="13971"/>
                  </a:lnTo>
                  <a:lnTo>
                    <a:pt x="44944" y="12959"/>
                  </a:lnTo>
                  <a:lnTo>
                    <a:pt x="45409" y="12520"/>
                  </a:lnTo>
                  <a:lnTo>
                    <a:pt x="54737" y="13531"/>
                  </a:lnTo>
                  <a:lnTo>
                    <a:pt x="59840" y="15522"/>
                  </a:lnTo>
                  <a:lnTo>
                    <a:pt x="63304" y="3926"/>
                  </a:lnTo>
                  <a:lnTo>
                    <a:pt x="65429" y="1393"/>
                  </a:lnTo>
                  <a:lnTo>
                    <a:pt x="6832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h191"/>
            <p:cNvSpPr/>
            <p:nvPr/>
          </p:nvSpPr>
          <p:spPr>
            <a:xfrm>
              <a:off x="2369158" y="1922941"/>
              <a:ext cx="49598" cy="47314"/>
            </a:xfrm>
            <a:custGeom>
              <a:avLst/>
              <a:pathLst>
                <a:path w="49598" h="47314">
                  <a:moveTo>
                    <a:pt x="35274" y="0"/>
                  </a:moveTo>
                  <a:lnTo>
                    <a:pt x="34467" y="2372"/>
                  </a:lnTo>
                  <a:lnTo>
                    <a:pt x="29336" y="2867"/>
                  </a:lnTo>
                  <a:lnTo>
                    <a:pt x="28802" y="14292"/>
                  </a:lnTo>
                  <a:lnTo>
                    <a:pt x="35763" y="16835"/>
                  </a:lnTo>
                  <a:lnTo>
                    <a:pt x="37257" y="22126"/>
                  </a:lnTo>
                  <a:lnTo>
                    <a:pt x="47445" y="27196"/>
                  </a:lnTo>
                  <a:lnTo>
                    <a:pt x="46068" y="30436"/>
                  </a:lnTo>
                  <a:lnTo>
                    <a:pt x="45099" y="30039"/>
                  </a:lnTo>
                  <a:lnTo>
                    <a:pt x="43237" y="34622"/>
                  </a:lnTo>
                  <a:lnTo>
                    <a:pt x="49543" y="38021"/>
                  </a:lnTo>
                  <a:lnTo>
                    <a:pt x="47391" y="43818"/>
                  </a:lnTo>
                  <a:lnTo>
                    <a:pt x="49598" y="46181"/>
                  </a:lnTo>
                  <a:lnTo>
                    <a:pt x="43533" y="47314"/>
                  </a:lnTo>
                  <a:lnTo>
                    <a:pt x="39051" y="45508"/>
                  </a:lnTo>
                  <a:lnTo>
                    <a:pt x="35476" y="45504"/>
                  </a:lnTo>
                  <a:lnTo>
                    <a:pt x="34916" y="44177"/>
                  </a:lnTo>
                  <a:lnTo>
                    <a:pt x="30029" y="40683"/>
                  </a:lnTo>
                  <a:lnTo>
                    <a:pt x="26941" y="40395"/>
                  </a:lnTo>
                  <a:lnTo>
                    <a:pt x="27791" y="36973"/>
                  </a:lnTo>
                  <a:lnTo>
                    <a:pt x="27125" y="36416"/>
                  </a:lnTo>
                  <a:lnTo>
                    <a:pt x="19573" y="33203"/>
                  </a:lnTo>
                  <a:lnTo>
                    <a:pt x="14342" y="34511"/>
                  </a:lnTo>
                  <a:lnTo>
                    <a:pt x="13000" y="19637"/>
                  </a:lnTo>
                  <a:lnTo>
                    <a:pt x="8746" y="19779"/>
                  </a:lnTo>
                  <a:lnTo>
                    <a:pt x="0" y="4068"/>
                  </a:lnTo>
                  <a:lnTo>
                    <a:pt x="2172" y="700"/>
                  </a:lnTo>
                  <a:lnTo>
                    <a:pt x="3873" y="712"/>
                  </a:lnTo>
                  <a:lnTo>
                    <a:pt x="14683" y="6983"/>
                  </a:lnTo>
                  <a:lnTo>
                    <a:pt x="21951" y="110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h192"/>
            <p:cNvSpPr/>
            <p:nvPr/>
          </p:nvSpPr>
          <p:spPr>
            <a:xfrm>
              <a:off x="2177605" y="2131819"/>
              <a:ext cx="162060" cy="137408"/>
            </a:xfrm>
            <a:custGeom>
              <a:avLst/>
              <a:pathLst>
                <a:path w="162060" h="137408">
                  <a:moveTo>
                    <a:pt x="57973" y="2232"/>
                  </a:moveTo>
                  <a:lnTo>
                    <a:pt x="66488" y="16165"/>
                  </a:lnTo>
                  <a:lnTo>
                    <a:pt x="73246" y="20742"/>
                  </a:lnTo>
                  <a:lnTo>
                    <a:pt x="75950" y="19883"/>
                  </a:lnTo>
                  <a:lnTo>
                    <a:pt x="86584" y="19921"/>
                  </a:lnTo>
                  <a:lnTo>
                    <a:pt x="101241" y="8264"/>
                  </a:lnTo>
                  <a:lnTo>
                    <a:pt x="106736" y="6496"/>
                  </a:lnTo>
                  <a:lnTo>
                    <a:pt x="87155" y="43285"/>
                  </a:lnTo>
                  <a:lnTo>
                    <a:pt x="86505" y="48452"/>
                  </a:lnTo>
                  <a:lnTo>
                    <a:pt x="102513" y="48988"/>
                  </a:lnTo>
                  <a:lnTo>
                    <a:pt x="106311" y="49901"/>
                  </a:lnTo>
                  <a:lnTo>
                    <a:pt x="106002" y="43979"/>
                  </a:lnTo>
                  <a:lnTo>
                    <a:pt x="109145" y="52281"/>
                  </a:lnTo>
                  <a:lnTo>
                    <a:pt x="99627" y="71095"/>
                  </a:lnTo>
                  <a:lnTo>
                    <a:pt x="112532" y="67693"/>
                  </a:lnTo>
                  <a:lnTo>
                    <a:pt x="114953" y="78527"/>
                  </a:lnTo>
                  <a:lnTo>
                    <a:pt x="132645" y="73344"/>
                  </a:lnTo>
                  <a:lnTo>
                    <a:pt x="130135" y="62749"/>
                  </a:lnTo>
                  <a:lnTo>
                    <a:pt x="142820" y="56712"/>
                  </a:lnTo>
                  <a:lnTo>
                    <a:pt x="145746" y="59665"/>
                  </a:lnTo>
                  <a:lnTo>
                    <a:pt x="145882" y="64155"/>
                  </a:lnTo>
                  <a:lnTo>
                    <a:pt x="150957" y="64617"/>
                  </a:lnTo>
                  <a:lnTo>
                    <a:pt x="149531" y="61129"/>
                  </a:lnTo>
                  <a:lnTo>
                    <a:pt x="148673" y="53382"/>
                  </a:lnTo>
                  <a:lnTo>
                    <a:pt x="153926" y="59856"/>
                  </a:lnTo>
                  <a:lnTo>
                    <a:pt x="156396" y="65166"/>
                  </a:lnTo>
                  <a:lnTo>
                    <a:pt x="154757" y="72705"/>
                  </a:lnTo>
                  <a:lnTo>
                    <a:pt x="158104" y="72531"/>
                  </a:lnTo>
                  <a:lnTo>
                    <a:pt x="162060" y="75845"/>
                  </a:lnTo>
                  <a:lnTo>
                    <a:pt x="156839" y="79746"/>
                  </a:lnTo>
                  <a:lnTo>
                    <a:pt x="142488" y="72938"/>
                  </a:lnTo>
                  <a:lnTo>
                    <a:pt x="140612" y="74504"/>
                  </a:lnTo>
                  <a:lnTo>
                    <a:pt x="137874" y="79432"/>
                  </a:lnTo>
                  <a:lnTo>
                    <a:pt x="122567" y="79262"/>
                  </a:lnTo>
                  <a:lnTo>
                    <a:pt x="119526" y="78281"/>
                  </a:lnTo>
                  <a:lnTo>
                    <a:pt x="114125" y="91191"/>
                  </a:lnTo>
                  <a:lnTo>
                    <a:pt x="116377" y="93283"/>
                  </a:lnTo>
                  <a:lnTo>
                    <a:pt x="111739" y="104721"/>
                  </a:lnTo>
                  <a:lnTo>
                    <a:pt x="110909" y="112762"/>
                  </a:lnTo>
                  <a:lnTo>
                    <a:pt x="108138" y="112792"/>
                  </a:lnTo>
                  <a:lnTo>
                    <a:pt x="108579" y="106336"/>
                  </a:lnTo>
                  <a:lnTo>
                    <a:pt x="99284" y="105211"/>
                  </a:lnTo>
                  <a:lnTo>
                    <a:pt x="99069" y="112890"/>
                  </a:lnTo>
                  <a:lnTo>
                    <a:pt x="93444" y="112939"/>
                  </a:lnTo>
                  <a:lnTo>
                    <a:pt x="90279" y="100112"/>
                  </a:lnTo>
                  <a:lnTo>
                    <a:pt x="81903" y="100048"/>
                  </a:lnTo>
                  <a:lnTo>
                    <a:pt x="77168" y="113125"/>
                  </a:lnTo>
                  <a:lnTo>
                    <a:pt x="63723" y="112678"/>
                  </a:lnTo>
                  <a:lnTo>
                    <a:pt x="63751" y="118287"/>
                  </a:lnTo>
                  <a:lnTo>
                    <a:pt x="58548" y="117953"/>
                  </a:lnTo>
                  <a:lnTo>
                    <a:pt x="58596" y="119399"/>
                  </a:lnTo>
                  <a:lnTo>
                    <a:pt x="66680" y="124933"/>
                  </a:lnTo>
                  <a:lnTo>
                    <a:pt x="66781" y="126064"/>
                  </a:lnTo>
                  <a:lnTo>
                    <a:pt x="62868" y="126725"/>
                  </a:lnTo>
                  <a:lnTo>
                    <a:pt x="62771" y="125552"/>
                  </a:lnTo>
                  <a:lnTo>
                    <a:pt x="55718" y="126656"/>
                  </a:lnTo>
                  <a:lnTo>
                    <a:pt x="51150" y="132239"/>
                  </a:lnTo>
                  <a:lnTo>
                    <a:pt x="52054" y="137408"/>
                  </a:lnTo>
                  <a:lnTo>
                    <a:pt x="41252" y="134384"/>
                  </a:lnTo>
                  <a:lnTo>
                    <a:pt x="23905" y="132740"/>
                  </a:lnTo>
                  <a:lnTo>
                    <a:pt x="24104" y="131728"/>
                  </a:lnTo>
                  <a:lnTo>
                    <a:pt x="20193" y="130819"/>
                  </a:lnTo>
                  <a:lnTo>
                    <a:pt x="18882" y="134730"/>
                  </a:lnTo>
                  <a:lnTo>
                    <a:pt x="11571" y="127999"/>
                  </a:lnTo>
                  <a:lnTo>
                    <a:pt x="4126" y="126662"/>
                  </a:lnTo>
                  <a:lnTo>
                    <a:pt x="3462" y="116446"/>
                  </a:lnTo>
                  <a:lnTo>
                    <a:pt x="2290" y="117009"/>
                  </a:lnTo>
                  <a:lnTo>
                    <a:pt x="1307" y="116494"/>
                  </a:lnTo>
                  <a:lnTo>
                    <a:pt x="1632" y="114039"/>
                  </a:lnTo>
                  <a:lnTo>
                    <a:pt x="3624" y="108643"/>
                  </a:lnTo>
                  <a:lnTo>
                    <a:pt x="0" y="107277"/>
                  </a:lnTo>
                  <a:lnTo>
                    <a:pt x="3735" y="98582"/>
                  </a:lnTo>
                  <a:lnTo>
                    <a:pt x="6033" y="95846"/>
                  </a:lnTo>
                  <a:lnTo>
                    <a:pt x="7049" y="93195"/>
                  </a:lnTo>
                  <a:lnTo>
                    <a:pt x="6570" y="92059"/>
                  </a:lnTo>
                  <a:lnTo>
                    <a:pt x="4697" y="91615"/>
                  </a:lnTo>
                  <a:lnTo>
                    <a:pt x="5155" y="88918"/>
                  </a:lnTo>
                  <a:lnTo>
                    <a:pt x="6546" y="87659"/>
                  </a:lnTo>
                  <a:lnTo>
                    <a:pt x="8277" y="87781"/>
                  </a:lnTo>
                  <a:lnTo>
                    <a:pt x="7863" y="89806"/>
                  </a:lnTo>
                  <a:lnTo>
                    <a:pt x="9775" y="89316"/>
                  </a:lnTo>
                  <a:lnTo>
                    <a:pt x="10910" y="87758"/>
                  </a:lnTo>
                  <a:lnTo>
                    <a:pt x="11843" y="80645"/>
                  </a:lnTo>
                  <a:lnTo>
                    <a:pt x="8176" y="79219"/>
                  </a:lnTo>
                  <a:lnTo>
                    <a:pt x="2469" y="78480"/>
                  </a:lnTo>
                  <a:lnTo>
                    <a:pt x="3030" y="68949"/>
                  </a:lnTo>
                  <a:lnTo>
                    <a:pt x="6240" y="71945"/>
                  </a:lnTo>
                  <a:lnTo>
                    <a:pt x="8624" y="72707"/>
                  </a:lnTo>
                  <a:lnTo>
                    <a:pt x="8597" y="65429"/>
                  </a:lnTo>
                  <a:lnTo>
                    <a:pt x="13744" y="66197"/>
                  </a:lnTo>
                  <a:lnTo>
                    <a:pt x="14298" y="62022"/>
                  </a:lnTo>
                  <a:lnTo>
                    <a:pt x="8979" y="61232"/>
                  </a:lnTo>
                  <a:lnTo>
                    <a:pt x="9781" y="57271"/>
                  </a:lnTo>
                  <a:lnTo>
                    <a:pt x="31794" y="60079"/>
                  </a:lnTo>
                  <a:lnTo>
                    <a:pt x="31937" y="59086"/>
                  </a:lnTo>
                  <a:lnTo>
                    <a:pt x="37216" y="60942"/>
                  </a:lnTo>
                  <a:lnTo>
                    <a:pt x="36919" y="63200"/>
                  </a:lnTo>
                  <a:lnTo>
                    <a:pt x="40706" y="63860"/>
                  </a:lnTo>
                  <a:lnTo>
                    <a:pt x="40044" y="58207"/>
                  </a:lnTo>
                  <a:lnTo>
                    <a:pt x="38755" y="54950"/>
                  </a:lnTo>
                  <a:lnTo>
                    <a:pt x="42548" y="46178"/>
                  </a:lnTo>
                  <a:lnTo>
                    <a:pt x="34356" y="45476"/>
                  </a:lnTo>
                  <a:lnTo>
                    <a:pt x="33960" y="39710"/>
                  </a:lnTo>
                  <a:lnTo>
                    <a:pt x="32858" y="36400"/>
                  </a:lnTo>
                  <a:lnTo>
                    <a:pt x="31016" y="34342"/>
                  </a:lnTo>
                  <a:lnTo>
                    <a:pt x="33394" y="29566"/>
                  </a:lnTo>
                  <a:lnTo>
                    <a:pt x="31825" y="29383"/>
                  </a:lnTo>
                  <a:lnTo>
                    <a:pt x="33255" y="15484"/>
                  </a:lnTo>
                  <a:lnTo>
                    <a:pt x="5202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h193"/>
            <p:cNvSpPr/>
            <p:nvPr/>
          </p:nvSpPr>
          <p:spPr>
            <a:xfrm>
              <a:off x="2157168" y="2117656"/>
              <a:ext cx="62985" cy="137215"/>
            </a:xfrm>
            <a:custGeom>
              <a:avLst/>
              <a:pathLst>
                <a:path w="62985" h="137215">
                  <a:moveTo>
                    <a:pt x="43133" y="13978"/>
                  </a:moveTo>
                  <a:lnTo>
                    <a:pt x="49057" y="3962"/>
                  </a:lnTo>
                  <a:lnTo>
                    <a:pt x="52919" y="6413"/>
                  </a:lnTo>
                  <a:lnTo>
                    <a:pt x="48158" y="17153"/>
                  </a:lnTo>
                  <a:lnTo>
                    <a:pt x="44417" y="22838"/>
                  </a:lnTo>
                  <a:lnTo>
                    <a:pt x="47371" y="26122"/>
                  </a:lnTo>
                  <a:lnTo>
                    <a:pt x="48243" y="29007"/>
                  </a:lnTo>
                  <a:lnTo>
                    <a:pt x="44409" y="30463"/>
                  </a:lnTo>
                  <a:lnTo>
                    <a:pt x="46055" y="33325"/>
                  </a:lnTo>
                  <a:lnTo>
                    <a:pt x="48980" y="33713"/>
                  </a:lnTo>
                  <a:lnTo>
                    <a:pt x="50268" y="43312"/>
                  </a:lnTo>
                  <a:lnTo>
                    <a:pt x="52261" y="43545"/>
                  </a:lnTo>
                  <a:lnTo>
                    <a:pt x="53831" y="43728"/>
                  </a:lnTo>
                  <a:lnTo>
                    <a:pt x="51453" y="48504"/>
                  </a:lnTo>
                  <a:lnTo>
                    <a:pt x="53295" y="50562"/>
                  </a:lnTo>
                  <a:lnTo>
                    <a:pt x="54397" y="53872"/>
                  </a:lnTo>
                  <a:lnTo>
                    <a:pt x="54792" y="59638"/>
                  </a:lnTo>
                  <a:lnTo>
                    <a:pt x="62985" y="60340"/>
                  </a:lnTo>
                  <a:lnTo>
                    <a:pt x="59191" y="69112"/>
                  </a:lnTo>
                  <a:lnTo>
                    <a:pt x="60480" y="72369"/>
                  </a:lnTo>
                  <a:lnTo>
                    <a:pt x="61142" y="78022"/>
                  </a:lnTo>
                  <a:lnTo>
                    <a:pt x="57355" y="77362"/>
                  </a:lnTo>
                  <a:lnTo>
                    <a:pt x="57653" y="75104"/>
                  </a:lnTo>
                  <a:lnTo>
                    <a:pt x="52373" y="73248"/>
                  </a:lnTo>
                  <a:lnTo>
                    <a:pt x="52231" y="74241"/>
                  </a:lnTo>
                  <a:lnTo>
                    <a:pt x="30217" y="71433"/>
                  </a:lnTo>
                  <a:lnTo>
                    <a:pt x="29416" y="75394"/>
                  </a:lnTo>
                  <a:lnTo>
                    <a:pt x="34734" y="76184"/>
                  </a:lnTo>
                  <a:lnTo>
                    <a:pt x="34180" y="80359"/>
                  </a:lnTo>
                  <a:lnTo>
                    <a:pt x="29033" y="79592"/>
                  </a:lnTo>
                  <a:lnTo>
                    <a:pt x="29061" y="86869"/>
                  </a:lnTo>
                  <a:lnTo>
                    <a:pt x="26676" y="86108"/>
                  </a:lnTo>
                  <a:lnTo>
                    <a:pt x="23467" y="83111"/>
                  </a:lnTo>
                  <a:lnTo>
                    <a:pt x="22905" y="92643"/>
                  </a:lnTo>
                  <a:lnTo>
                    <a:pt x="28612" y="93381"/>
                  </a:lnTo>
                  <a:lnTo>
                    <a:pt x="32280" y="94807"/>
                  </a:lnTo>
                  <a:lnTo>
                    <a:pt x="31347" y="101920"/>
                  </a:lnTo>
                  <a:lnTo>
                    <a:pt x="30211" y="103478"/>
                  </a:lnTo>
                  <a:lnTo>
                    <a:pt x="28300" y="103968"/>
                  </a:lnTo>
                  <a:lnTo>
                    <a:pt x="28713" y="101943"/>
                  </a:lnTo>
                  <a:lnTo>
                    <a:pt x="26982" y="101821"/>
                  </a:lnTo>
                  <a:lnTo>
                    <a:pt x="25591" y="103080"/>
                  </a:lnTo>
                  <a:lnTo>
                    <a:pt x="25133" y="105777"/>
                  </a:lnTo>
                  <a:lnTo>
                    <a:pt x="27007" y="106221"/>
                  </a:lnTo>
                  <a:lnTo>
                    <a:pt x="27485" y="107358"/>
                  </a:lnTo>
                  <a:lnTo>
                    <a:pt x="26470" y="110008"/>
                  </a:lnTo>
                  <a:lnTo>
                    <a:pt x="24172" y="112744"/>
                  </a:lnTo>
                  <a:lnTo>
                    <a:pt x="20436" y="121439"/>
                  </a:lnTo>
                  <a:lnTo>
                    <a:pt x="24061" y="122805"/>
                  </a:lnTo>
                  <a:lnTo>
                    <a:pt x="22069" y="128201"/>
                  </a:lnTo>
                  <a:lnTo>
                    <a:pt x="21233" y="128239"/>
                  </a:lnTo>
                  <a:lnTo>
                    <a:pt x="20224" y="131204"/>
                  </a:lnTo>
                  <a:lnTo>
                    <a:pt x="15151" y="137094"/>
                  </a:lnTo>
                  <a:lnTo>
                    <a:pt x="13306" y="137215"/>
                  </a:lnTo>
                  <a:lnTo>
                    <a:pt x="10166" y="133149"/>
                  </a:lnTo>
                  <a:lnTo>
                    <a:pt x="7955" y="134731"/>
                  </a:lnTo>
                  <a:lnTo>
                    <a:pt x="9523" y="130152"/>
                  </a:lnTo>
                  <a:lnTo>
                    <a:pt x="10513" y="123310"/>
                  </a:lnTo>
                  <a:lnTo>
                    <a:pt x="7579" y="118231"/>
                  </a:lnTo>
                  <a:lnTo>
                    <a:pt x="7268" y="114857"/>
                  </a:lnTo>
                  <a:lnTo>
                    <a:pt x="7135" y="80048"/>
                  </a:lnTo>
                  <a:lnTo>
                    <a:pt x="17911" y="61478"/>
                  </a:lnTo>
                  <a:lnTo>
                    <a:pt x="11387" y="51313"/>
                  </a:lnTo>
                  <a:lnTo>
                    <a:pt x="4908" y="19691"/>
                  </a:lnTo>
                  <a:lnTo>
                    <a:pt x="0" y="17756"/>
                  </a:lnTo>
                  <a:lnTo>
                    <a:pt x="5962" y="12914"/>
                  </a:lnTo>
                  <a:lnTo>
                    <a:pt x="2978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h194"/>
            <p:cNvSpPr/>
            <p:nvPr/>
          </p:nvSpPr>
          <p:spPr>
            <a:xfrm>
              <a:off x="2479075" y="1880411"/>
              <a:ext cx="71736" cy="106661"/>
            </a:xfrm>
            <a:custGeom>
              <a:avLst/>
              <a:pathLst>
                <a:path w="71736" h="106661">
                  <a:moveTo>
                    <a:pt x="29845" y="0"/>
                  </a:moveTo>
                  <a:lnTo>
                    <a:pt x="30072" y="2083"/>
                  </a:lnTo>
                  <a:lnTo>
                    <a:pt x="32367" y="5420"/>
                  </a:lnTo>
                  <a:lnTo>
                    <a:pt x="38683" y="7409"/>
                  </a:lnTo>
                  <a:lnTo>
                    <a:pt x="37484" y="9149"/>
                  </a:lnTo>
                  <a:lnTo>
                    <a:pt x="34705" y="10430"/>
                  </a:lnTo>
                  <a:lnTo>
                    <a:pt x="38351" y="14813"/>
                  </a:lnTo>
                  <a:lnTo>
                    <a:pt x="38552" y="16506"/>
                  </a:lnTo>
                  <a:lnTo>
                    <a:pt x="37015" y="20041"/>
                  </a:lnTo>
                  <a:lnTo>
                    <a:pt x="37801" y="22168"/>
                  </a:lnTo>
                  <a:lnTo>
                    <a:pt x="44450" y="31811"/>
                  </a:lnTo>
                  <a:lnTo>
                    <a:pt x="43806" y="36522"/>
                  </a:lnTo>
                  <a:lnTo>
                    <a:pt x="48323" y="41676"/>
                  </a:lnTo>
                  <a:lnTo>
                    <a:pt x="52276" y="42300"/>
                  </a:lnTo>
                  <a:lnTo>
                    <a:pt x="53680" y="47744"/>
                  </a:lnTo>
                  <a:lnTo>
                    <a:pt x="68269" y="53629"/>
                  </a:lnTo>
                  <a:lnTo>
                    <a:pt x="71619" y="58880"/>
                  </a:lnTo>
                  <a:lnTo>
                    <a:pt x="71736" y="60751"/>
                  </a:lnTo>
                  <a:lnTo>
                    <a:pt x="64964" y="65176"/>
                  </a:lnTo>
                  <a:lnTo>
                    <a:pt x="69063" y="74137"/>
                  </a:lnTo>
                  <a:lnTo>
                    <a:pt x="68284" y="75840"/>
                  </a:lnTo>
                  <a:lnTo>
                    <a:pt x="56744" y="77874"/>
                  </a:lnTo>
                  <a:lnTo>
                    <a:pt x="57126" y="92109"/>
                  </a:lnTo>
                  <a:lnTo>
                    <a:pt x="41108" y="94946"/>
                  </a:lnTo>
                  <a:lnTo>
                    <a:pt x="43940" y="106661"/>
                  </a:lnTo>
                  <a:lnTo>
                    <a:pt x="1794" y="96918"/>
                  </a:lnTo>
                  <a:lnTo>
                    <a:pt x="8201" y="76254"/>
                  </a:lnTo>
                  <a:lnTo>
                    <a:pt x="11664" y="72679"/>
                  </a:lnTo>
                  <a:lnTo>
                    <a:pt x="14628" y="73522"/>
                  </a:lnTo>
                  <a:lnTo>
                    <a:pt x="15581" y="69553"/>
                  </a:lnTo>
                  <a:lnTo>
                    <a:pt x="10613" y="66606"/>
                  </a:lnTo>
                  <a:lnTo>
                    <a:pt x="9258" y="64605"/>
                  </a:lnTo>
                  <a:lnTo>
                    <a:pt x="14593" y="57629"/>
                  </a:lnTo>
                  <a:lnTo>
                    <a:pt x="3334" y="55763"/>
                  </a:lnTo>
                  <a:lnTo>
                    <a:pt x="0" y="43628"/>
                  </a:lnTo>
                  <a:lnTo>
                    <a:pt x="4614" y="42929"/>
                  </a:lnTo>
                  <a:lnTo>
                    <a:pt x="8332" y="29592"/>
                  </a:lnTo>
                  <a:lnTo>
                    <a:pt x="18415" y="24048"/>
                  </a:lnTo>
                  <a:lnTo>
                    <a:pt x="23667" y="15132"/>
                  </a:lnTo>
                  <a:lnTo>
                    <a:pt x="24265" y="13493"/>
                  </a:lnTo>
                  <a:lnTo>
                    <a:pt x="22053" y="9530"/>
                  </a:lnTo>
                  <a:lnTo>
                    <a:pt x="20593" y="357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h195"/>
            <p:cNvSpPr/>
            <p:nvPr/>
          </p:nvSpPr>
          <p:spPr>
            <a:xfrm>
              <a:off x="2343216" y="2100051"/>
              <a:ext cx="100842" cy="92473"/>
            </a:xfrm>
            <a:custGeom>
              <a:avLst/>
              <a:pathLst>
                <a:path w="100842" h="92473">
                  <a:moveTo>
                    <a:pt x="21755" y="4506"/>
                  </a:moveTo>
                  <a:lnTo>
                    <a:pt x="30195" y="11189"/>
                  </a:lnTo>
                  <a:lnTo>
                    <a:pt x="36590" y="6298"/>
                  </a:lnTo>
                  <a:lnTo>
                    <a:pt x="41194" y="9791"/>
                  </a:lnTo>
                  <a:lnTo>
                    <a:pt x="43181" y="9638"/>
                  </a:lnTo>
                  <a:lnTo>
                    <a:pt x="46795" y="7176"/>
                  </a:lnTo>
                  <a:lnTo>
                    <a:pt x="53261" y="8121"/>
                  </a:lnTo>
                  <a:lnTo>
                    <a:pt x="55467" y="9447"/>
                  </a:lnTo>
                  <a:lnTo>
                    <a:pt x="68517" y="5985"/>
                  </a:lnTo>
                  <a:lnTo>
                    <a:pt x="74547" y="10919"/>
                  </a:lnTo>
                  <a:lnTo>
                    <a:pt x="75677" y="18699"/>
                  </a:lnTo>
                  <a:lnTo>
                    <a:pt x="81766" y="21674"/>
                  </a:lnTo>
                  <a:lnTo>
                    <a:pt x="85515" y="25243"/>
                  </a:lnTo>
                  <a:lnTo>
                    <a:pt x="99741" y="41960"/>
                  </a:lnTo>
                  <a:lnTo>
                    <a:pt x="100842" y="45095"/>
                  </a:lnTo>
                  <a:lnTo>
                    <a:pt x="74658" y="68324"/>
                  </a:lnTo>
                  <a:lnTo>
                    <a:pt x="87650" y="83576"/>
                  </a:lnTo>
                  <a:lnTo>
                    <a:pt x="90413" y="90632"/>
                  </a:lnTo>
                  <a:lnTo>
                    <a:pt x="84686" y="92473"/>
                  </a:lnTo>
                  <a:lnTo>
                    <a:pt x="82626" y="88259"/>
                  </a:lnTo>
                  <a:lnTo>
                    <a:pt x="77679" y="85189"/>
                  </a:lnTo>
                  <a:lnTo>
                    <a:pt x="73097" y="79912"/>
                  </a:lnTo>
                  <a:lnTo>
                    <a:pt x="62326" y="76212"/>
                  </a:lnTo>
                  <a:lnTo>
                    <a:pt x="57924" y="78119"/>
                  </a:lnTo>
                  <a:lnTo>
                    <a:pt x="55280" y="81484"/>
                  </a:lnTo>
                  <a:lnTo>
                    <a:pt x="45392" y="81892"/>
                  </a:lnTo>
                  <a:lnTo>
                    <a:pt x="39397" y="72548"/>
                  </a:lnTo>
                  <a:lnTo>
                    <a:pt x="36567" y="67512"/>
                  </a:lnTo>
                  <a:lnTo>
                    <a:pt x="39407" y="65685"/>
                  </a:lnTo>
                  <a:lnTo>
                    <a:pt x="32799" y="62142"/>
                  </a:lnTo>
                  <a:lnTo>
                    <a:pt x="38679" y="63113"/>
                  </a:lnTo>
                  <a:lnTo>
                    <a:pt x="41774" y="61807"/>
                  </a:lnTo>
                  <a:lnTo>
                    <a:pt x="28694" y="47537"/>
                  </a:lnTo>
                  <a:lnTo>
                    <a:pt x="21477" y="43740"/>
                  </a:lnTo>
                  <a:lnTo>
                    <a:pt x="18179" y="39753"/>
                  </a:lnTo>
                  <a:lnTo>
                    <a:pt x="18151" y="37108"/>
                  </a:lnTo>
                  <a:lnTo>
                    <a:pt x="14251" y="33961"/>
                  </a:lnTo>
                  <a:lnTo>
                    <a:pt x="12367" y="36738"/>
                  </a:lnTo>
                  <a:lnTo>
                    <a:pt x="0" y="16202"/>
                  </a:lnTo>
                  <a:lnTo>
                    <a:pt x="10445" y="8197"/>
                  </a:lnTo>
                  <a:lnTo>
                    <a:pt x="2211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h196"/>
            <p:cNvSpPr/>
            <p:nvPr/>
          </p:nvSpPr>
          <p:spPr>
            <a:xfrm>
              <a:off x="2436549" y="1903935"/>
              <a:ext cx="35131" cy="25106"/>
            </a:xfrm>
            <a:custGeom>
              <a:avLst/>
              <a:pathLst>
                <a:path w="35131" h="25106">
                  <a:moveTo>
                    <a:pt x="26052" y="0"/>
                  </a:moveTo>
                  <a:lnTo>
                    <a:pt x="35118" y="845"/>
                  </a:lnTo>
                  <a:lnTo>
                    <a:pt x="35131" y="2549"/>
                  </a:lnTo>
                  <a:lnTo>
                    <a:pt x="29713" y="2024"/>
                  </a:lnTo>
                  <a:lnTo>
                    <a:pt x="26657" y="3689"/>
                  </a:lnTo>
                  <a:lnTo>
                    <a:pt x="15667" y="14968"/>
                  </a:lnTo>
                  <a:lnTo>
                    <a:pt x="18715" y="15836"/>
                  </a:lnTo>
                  <a:lnTo>
                    <a:pt x="20493" y="18146"/>
                  </a:lnTo>
                  <a:lnTo>
                    <a:pt x="18309" y="25106"/>
                  </a:lnTo>
                  <a:lnTo>
                    <a:pt x="232" y="23953"/>
                  </a:lnTo>
                  <a:lnTo>
                    <a:pt x="0" y="18188"/>
                  </a:lnTo>
                  <a:lnTo>
                    <a:pt x="1756" y="17367"/>
                  </a:lnTo>
                  <a:lnTo>
                    <a:pt x="12181" y="5182"/>
                  </a:lnTo>
                  <a:lnTo>
                    <a:pt x="19784" y="164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h197"/>
            <p:cNvSpPr/>
            <p:nvPr/>
          </p:nvSpPr>
          <p:spPr>
            <a:xfrm>
              <a:off x="2133322" y="1791076"/>
              <a:ext cx="203324" cy="311254"/>
            </a:xfrm>
            <a:custGeom>
              <a:avLst/>
              <a:pathLst>
                <a:path w="203324" h="311254">
                  <a:moveTo>
                    <a:pt x="103516" y="9502"/>
                  </a:moveTo>
                  <a:lnTo>
                    <a:pt x="116602" y="17289"/>
                  </a:lnTo>
                  <a:lnTo>
                    <a:pt x="136792" y="35826"/>
                  </a:lnTo>
                  <a:lnTo>
                    <a:pt x="116800" y="71695"/>
                  </a:lnTo>
                  <a:lnTo>
                    <a:pt x="126672" y="75199"/>
                  </a:lnTo>
                  <a:lnTo>
                    <a:pt x="124710" y="79449"/>
                  </a:lnTo>
                  <a:lnTo>
                    <a:pt x="132099" y="86842"/>
                  </a:lnTo>
                  <a:lnTo>
                    <a:pt x="134289" y="85761"/>
                  </a:lnTo>
                  <a:lnTo>
                    <a:pt x="135136" y="91001"/>
                  </a:lnTo>
                  <a:lnTo>
                    <a:pt x="139538" y="117654"/>
                  </a:lnTo>
                  <a:lnTo>
                    <a:pt x="139351" y="119911"/>
                  </a:lnTo>
                  <a:lnTo>
                    <a:pt x="133450" y="125353"/>
                  </a:lnTo>
                  <a:lnTo>
                    <a:pt x="139052" y="135535"/>
                  </a:lnTo>
                  <a:lnTo>
                    <a:pt x="144003" y="148341"/>
                  </a:lnTo>
                  <a:lnTo>
                    <a:pt x="146344" y="157057"/>
                  </a:lnTo>
                  <a:lnTo>
                    <a:pt x="145973" y="161421"/>
                  </a:lnTo>
                  <a:lnTo>
                    <a:pt x="150264" y="168119"/>
                  </a:lnTo>
                  <a:lnTo>
                    <a:pt x="157885" y="162825"/>
                  </a:lnTo>
                  <a:lnTo>
                    <a:pt x="162746" y="166460"/>
                  </a:lnTo>
                  <a:lnTo>
                    <a:pt x="165732" y="170338"/>
                  </a:lnTo>
                  <a:lnTo>
                    <a:pt x="161159" y="176998"/>
                  </a:lnTo>
                  <a:lnTo>
                    <a:pt x="158489" y="178329"/>
                  </a:lnTo>
                  <a:lnTo>
                    <a:pt x="155762" y="178315"/>
                  </a:lnTo>
                  <a:lnTo>
                    <a:pt x="159837" y="183439"/>
                  </a:lnTo>
                  <a:lnTo>
                    <a:pt x="161041" y="183801"/>
                  </a:lnTo>
                  <a:lnTo>
                    <a:pt x="161988" y="181380"/>
                  </a:lnTo>
                  <a:lnTo>
                    <a:pt x="167311" y="183018"/>
                  </a:lnTo>
                  <a:lnTo>
                    <a:pt x="172482" y="187419"/>
                  </a:lnTo>
                  <a:lnTo>
                    <a:pt x="167495" y="203924"/>
                  </a:lnTo>
                  <a:lnTo>
                    <a:pt x="169496" y="208572"/>
                  </a:lnTo>
                  <a:lnTo>
                    <a:pt x="174811" y="203572"/>
                  </a:lnTo>
                  <a:lnTo>
                    <a:pt x="180283" y="220282"/>
                  </a:lnTo>
                  <a:lnTo>
                    <a:pt x="185100" y="227473"/>
                  </a:lnTo>
                  <a:lnTo>
                    <a:pt x="191072" y="232232"/>
                  </a:lnTo>
                  <a:lnTo>
                    <a:pt x="192957" y="233966"/>
                  </a:lnTo>
                  <a:lnTo>
                    <a:pt x="203324" y="253263"/>
                  </a:lnTo>
                  <a:lnTo>
                    <a:pt x="203067" y="254744"/>
                  </a:lnTo>
                  <a:lnTo>
                    <a:pt x="194181" y="262327"/>
                  </a:lnTo>
                  <a:lnTo>
                    <a:pt x="191385" y="260208"/>
                  </a:lnTo>
                  <a:lnTo>
                    <a:pt x="189524" y="260316"/>
                  </a:lnTo>
                  <a:lnTo>
                    <a:pt x="187548" y="261645"/>
                  </a:lnTo>
                  <a:lnTo>
                    <a:pt x="186785" y="263832"/>
                  </a:lnTo>
                  <a:lnTo>
                    <a:pt x="179393" y="263275"/>
                  </a:lnTo>
                  <a:lnTo>
                    <a:pt x="176250" y="262209"/>
                  </a:lnTo>
                  <a:lnTo>
                    <a:pt x="175748" y="260183"/>
                  </a:lnTo>
                  <a:lnTo>
                    <a:pt x="173852" y="258249"/>
                  </a:lnTo>
                  <a:lnTo>
                    <a:pt x="153671" y="259014"/>
                  </a:lnTo>
                  <a:lnTo>
                    <a:pt x="156217" y="262484"/>
                  </a:lnTo>
                  <a:lnTo>
                    <a:pt x="155155" y="264419"/>
                  </a:lnTo>
                  <a:lnTo>
                    <a:pt x="147899" y="260415"/>
                  </a:lnTo>
                  <a:lnTo>
                    <a:pt x="142471" y="269538"/>
                  </a:lnTo>
                  <a:lnTo>
                    <a:pt x="151771" y="277555"/>
                  </a:lnTo>
                  <a:lnTo>
                    <a:pt x="156853" y="292887"/>
                  </a:lnTo>
                  <a:lnTo>
                    <a:pt x="156166" y="293323"/>
                  </a:lnTo>
                  <a:lnTo>
                    <a:pt x="144761" y="290274"/>
                  </a:lnTo>
                  <a:lnTo>
                    <a:pt x="140956" y="290323"/>
                  </a:lnTo>
                  <a:lnTo>
                    <a:pt x="138767" y="291254"/>
                  </a:lnTo>
                  <a:lnTo>
                    <a:pt x="133764" y="284188"/>
                  </a:lnTo>
                  <a:lnTo>
                    <a:pt x="130205" y="281563"/>
                  </a:lnTo>
                  <a:lnTo>
                    <a:pt x="123617" y="279846"/>
                  </a:lnTo>
                  <a:lnTo>
                    <a:pt x="115647" y="273689"/>
                  </a:lnTo>
                  <a:lnTo>
                    <a:pt x="109118" y="286217"/>
                  </a:lnTo>
                  <a:lnTo>
                    <a:pt x="105277" y="283692"/>
                  </a:lnTo>
                  <a:lnTo>
                    <a:pt x="103419" y="288733"/>
                  </a:lnTo>
                  <a:lnTo>
                    <a:pt x="98832" y="288267"/>
                  </a:lnTo>
                  <a:lnTo>
                    <a:pt x="95838" y="283971"/>
                  </a:lnTo>
                  <a:lnTo>
                    <a:pt x="96709" y="311254"/>
                  </a:lnTo>
                  <a:lnTo>
                    <a:pt x="74693" y="297147"/>
                  </a:lnTo>
                  <a:lnTo>
                    <a:pt x="48166" y="297353"/>
                  </a:lnTo>
                  <a:lnTo>
                    <a:pt x="33830" y="297557"/>
                  </a:lnTo>
                  <a:lnTo>
                    <a:pt x="33063" y="297002"/>
                  </a:lnTo>
                  <a:lnTo>
                    <a:pt x="19965" y="287021"/>
                  </a:lnTo>
                  <a:lnTo>
                    <a:pt x="11107" y="269930"/>
                  </a:lnTo>
                  <a:lnTo>
                    <a:pt x="12323" y="256944"/>
                  </a:lnTo>
                  <a:lnTo>
                    <a:pt x="19291" y="257017"/>
                  </a:lnTo>
                  <a:lnTo>
                    <a:pt x="31873" y="240126"/>
                  </a:lnTo>
                  <a:lnTo>
                    <a:pt x="14353" y="236811"/>
                  </a:lnTo>
                  <a:lnTo>
                    <a:pt x="18707" y="193551"/>
                  </a:lnTo>
                  <a:lnTo>
                    <a:pt x="16235" y="191466"/>
                  </a:lnTo>
                  <a:lnTo>
                    <a:pt x="23082" y="183904"/>
                  </a:lnTo>
                  <a:lnTo>
                    <a:pt x="21529" y="180607"/>
                  </a:lnTo>
                  <a:lnTo>
                    <a:pt x="14837" y="180063"/>
                  </a:lnTo>
                  <a:lnTo>
                    <a:pt x="14415" y="176680"/>
                  </a:lnTo>
                  <a:lnTo>
                    <a:pt x="11301" y="178332"/>
                  </a:lnTo>
                  <a:lnTo>
                    <a:pt x="3513" y="175242"/>
                  </a:lnTo>
                  <a:lnTo>
                    <a:pt x="0" y="180232"/>
                  </a:lnTo>
                  <a:lnTo>
                    <a:pt x="26491" y="103791"/>
                  </a:lnTo>
                  <a:lnTo>
                    <a:pt x="24961" y="101038"/>
                  </a:lnTo>
                  <a:lnTo>
                    <a:pt x="24441" y="102675"/>
                  </a:lnTo>
                  <a:lnTo>
                    <a:pt x="628" y="89518"/>
                  </a:lnTo>
                  <a:lnTo>
                    <a:pt x="5529" y="78394"/>
                  </a:lnTo>
                  <a:lnTo>
                    <a:pt x="8283" y="78271"/>
                  </a:lnTo>
                  <a:lnTo>
                    <a:pt x="10025" y="82153"/>
                  </a:lnTo>
                  <a:lnTo>
                    <a:pt x="15066" y="75139"/>
                  </a:lnTo>
                  <a:lnTo>
                    <a:pt x="21138" y="63145"/>
                  </a:lnTo>
                  <a:lnTo>
                    <a:pt x="20783" y="62767"/>
                  </a:lnTo>
                  <a:lnTo>
                    <a:pt x="27421" y="52111"/>
                  </a:lnTo>
                  <a:lnTo>
                    <a:pt x="28195" y="48390"/>
                  </a:lnTo>
                  <a:lnTo>
                    <a:pt x="33582" y="41728"/>
                  </a:lnTo>
                  <a:lnTo>
                    <a:pt x="39559" y="30767"/>
                  </a:lnTo>
                  <a:lnTo>
                    <a:pt x="40292" y="30226"/>
                  </a:lnTo>
                  <a:lnTo>
                    <a:pt x="46064" y="33941"/>
                  </a:lnTo>
                  <a:lnTo>
                    <a:pt x="48960" y="32704"/>
                  </a:lnTo>
                  <a:lnTo>
                    <a:pt x="55084" y="33983"/>
                  </a:lnTo>
                  <a:lnTo>
                    <a:pt x="56086" y="35107"/>
                  </a:lnTo>
                  <a:lnTo>
                    <a:pt x="60574" y="33760"/>
                  </a:lnTo>
                  <a:lnTo>
                    <a:pt x="62527" y="29731"/>
                  </a:lnTo>
                  <a:lnTo>
                    <a:pt x="63503" y="23650"/>
                  </a:lnTo>
                  <a:lnTo>
                    <a:pt x="65871" y="20032"/>
                  </a:lnTo>
                  <a:lnTo>
                    <a:pt x="71267" y="18217"/>
                  </a:lnTo>
                  <a:lnTo>
                    <a:pt x="75678" y="10423"/>
                  </a:lnTo>
                  <a:lnTo>
                    <a:pt x="88332" y="3980"/>
                  </a:lnTo>
                  <a:lnTo>
                    <a:pt x="90536" y="2322"/>
                  </a:lnTo>
                  <a:lnTo>
                    <a:pt x="9019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h198"/>
            <p:cNvSpPr/>
            <p:nvPr/>
          </p:nvSpPr>
          <p:spPr>
            <a:xfrm>
              <a:off x="2381537" y="2017869"/>
              <a:ext cx="68927" cy="54953"/>
            </a:xfrm>
            <a:custGeom>
              <a:avLst/>
              <a:pathLst>
                <a:path w="68927" h="54953">
                  <a:moveTo>
                    <a:pt x="16981" y="746"/>
                  </a:moveTo>
                  <a:lnTo>
                    <a:pt x="16391" y="4400"/>
                  </a:lnTo>
                  <a:lnTo>
                    <a:pt x="23105" y="4119"/>
                  </a:lnTo>
                  <a:lnTo>
                    <a:pt x="25645" y="15110"/>
                  </a:lnTo>
                  <a:lnTo>
                    <a:pt x="36059" y="20522"/>
                  </a:lnTo>
                  <a:lnTo>
                    <a:pt x="41927" y="26779"/>
                  </a:lnTo>
                  <a:lnTo>
                    <a:pt x="49498" y="31662"/>
                  </a:lnTo>
                  <a:lnTo>
                    <a:pt x="55164" y="39546"/>
                  </a:lnTo>
                  <a:lnTo>
                    <a:pt x="55455" y="42599"/>
                  </a:lnTo>
                  <a:lnTo>
                    <a:pt x="64251" y="47851"/>
                  </a:lnTo>
                  <a:lnTo>
                    <a:pt x="68927" y="53498"/>
                  </a:lnTo>
                  <a:lnTo>
                    <a:pt x="66877" y="54953"/>
                  </a:lnTo>
                  <a:lnTo>
                    <a:pt x="45286" y="48027"/>
                  </a:lnTo>
                  <a:lnTo>
                    <a:pt x="39360" y="51769"/>
                  </a:lnTo>
                  <a:lnTo>
                    <a:pt x="37059" y="46063"/>
                  </a:lnTo>
                  <a:lnTo>
                    <a:pt x="28798" y="35127"/>
                  </a:lnTo>
                  <a:lnTo>
                    <a:pt x="22159" y="31234"/>
                  </a:lnTo>
                  <a:lnTo>
                    <a:pt x="16451" y="39455"/>
                  </a:lnTo>
                  <a:lnTo>
                    <a:pt x="9879" y="43671"/>
                  </a:lnTo>
                  <a:lnTo>
                    <a:pt x="4143" y="39913"/>
                  </a:lnTo>
                  <a:lnTo>
                    <a:pt x="7834" y="26543"/>
                  </a:lnTo>
                  <a:lnTo>
                    <a:pt x="3920" y="26465"/>
                  </a:lnTo>
                  <a:lnTo>
                    <a:pt x="6286" y="17067"/>
                  </a:lnTo>
                  <a:lnTo>
                    <a:pt x="1593" y="9607"/>
                  </a:lnTo>
                  <a:lnTo>
                    <a:pt x="1189" y="3112"/>
                  </a:lnTo>
                  <a:lnTo>
                    <a:pt x="0" y="229"/>
                  </a:lnTo>
                  <a:lnTo>
                    <a:pt x="1145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h199"/>
            <p:cNvSpPr/>
            <p:nvPr/>
          </p:nvSpPr>
          <p:spPr>
            <a:xfrm>
              <a:off x="2459097" y="1868194"/>
              <a:ext cx="51170" cy="41809"/>
            </a:xfrm>
            <a:custGeom>
              <a:avLst/>
              <a:pathLst>
                <a:path w="51170" h="41809">
                  <a:moveTo>
                    <a:pt x="37777" y="1920"/>
                  </a:moveTo>
                  <a:lnTo>
                    <a:pt x="43882" y="5667"/>
                  </a:lnTo>
                  <a:lnTo>
                    <a:pt x="45292" y="5207"/>
                  </a:lnTo>
                  <a:lnTo>
                    <a:pt x="51003" y="8386"/>
                  </a:lnTo>
                  <a:lnTo>
                    <a:pt x="51170" y="9771"/>
                  </a:lnTo>
                  <a:lnTo>
                    <a:pt x="49823" y="12216"/>
                  </a:lnTo>
                  <a:lnTo>
                    <a:pt x="40570" y="15793"/>
                  </a:lnTo>
                  <a:lnTo>
                    <a:pt x="42031" y="21747"/>
                  </a:lnTo>
                  <a:lnTo>
                    <a:pt x="44243" y="25710"/>
                  </a:lnTo>
                  <a:lnTo>
                    <a:pt x="43645" y="27348"/>
                  </a:lnTo>
                  <a:lnTo>
                    <a:pt x="38393" y="36265"/>
                  </a:lnTo>
                  <a:lnTo>
                    <a:pt x="28310" y="41809"/>
                  </a:lnTo>
                  <a:lnTo>
                    <a:pt x="26494" y="35991"/>
                  </a:lnTo>
                  <a:lnTo>
                    <a:pt x="12570" y="36585"/>
                  </a:lnTo>
                  <a:lnTo>
                    <a:pt x="3504" y="35740"/>
                  </a:lnTo>
                  <a:lnTo>
                    <a:pt x="3619" y="30017"/>
                  </a:lnTo>
                  <a:lnTo>
                    <a:pt x="1424" y="28273"/>
                  </a:lnTo>
                  <a:lnTo>
                    <a:pt x="0" y="28757"/>
                  </a:lnTo>
                  <a:lnTo>
                    <a:pt x="5137" y="18114"/>
                  </a:lnTo>
                  <a:lnTo>
                    <a:pt x="14937" y="6673"/>
                  </a:lnTo>
                  <a:lnTo>
                    <a:pt x="23381" y="1159"/>
                  </a:lnTo>
                  <a:lnTo>
                    <a:pt x="2706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h200"/>
            <p:cNvSpPr/>
            <p:nvPr/>
          </p:nvSpPr>
          <p:spPr>
            <a:xfrm>
              <a:off x="2405180" y="1894451"/>
              <a:ext cx="57535" cy="30711"/>
            </a:xfrm>
            <a:custGeom>
              <a:avLst/>
              <a:pathLst>
                <a:path w="57535" h="30711">
                  <a:moveTo>
                    <a:pt x="53916" y="2501"/>
                  </a:moveTo>
                  <a:lnTo>
                    <a:pt x="55341" y="2016"/>
                  </a:lnTo>
                  <a:lnTo>
                    <a:pt x="57535" y="3761"/>
                  </a:lnTo>
                  <a:lnTo>
                    <a:pt x="57420" y="9483"/>
                  </a:lnTo>
                  <a:lnTo>
                    <a:pt x="51153" y="11124"/>
                  </a:lnTo>
                  <a:lnTo>
                    <a:pt x="43550" y="14666"/>
                  </a:lnTo>
                  <a:lnTo>
                    <a:pt x="33125" y="26851"/>
                  </a:lnTo>
                  <a:lnTo>
                    <a:pt x="31368" y="27671"/>
                  </a:lnTo>
                  <a:lnTo>
                    <a:pt x="0" y="30711"/>
                  </a:lnTo>
                  <a:lnTo>
                    <a:pt x="484" y="15506"/>
                  </a:lnTo>
                  <a:lnTo>
                    <a:pt x="10187" y="10399"/>
                  </a:lnTo>
                  <a:lnTo>
                    <a:pt x="35222" y="8054"/>
                  </a:lnTo>
                  <a:lnTo>
                    <a:pt x="39600" y="7073"/>
                  </a:lnTo>
                  <a:lnTo>
                    <a:pt x="42428" y="2858"/>
                  </a:lnTo>
                  <a:lnTo>
                    <a:pt x="5046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h201"/>
            <p:cNvSpPr/>
            <p:nvPr/>
          </p:nvSpPr>
          <p:spPr>
            <a:xfrm>
              <a:off x="2181488" y="2049326"/>
              <a:ext cx="203502" cy="161020"/>
            </a:xfrm>
            <a:custGeom>
              <a:avLst/>
              <a:pathLst>
                <a:path w="203502" h="161020">
                  <a:moveTo>
                    <a:pt x="127582" y="1933"/>
                  </a:moveTo>
                  <a:lnTo>
                    <a:pt x="128084" y="3959"/>
                  </a:lnTo>
                  <a:lnTo>
                    <a:pt x="131227" y="5025"/>
                  </a:lnTo>
                  <a:lnTo>
                    <a:pt x="131687" y="11924"/>
                  </a:lnTo>
                  <a:lnTo>
                    <a:pt x="132687" y="14817"/>
                  </a:lnTo>
                  <a:lnTo>
                    <a:pt x="136723" y="17296"/>
                  </a:lnTo>
                  <a:lnTo>
                    <a:pt x="142311" y="26514"/>
                  </a:lnTo>
                  <a:lnTo>
                    <a:pt x="141651" y="27619"/>
                  </a:lnTo>
                  <a:lnTo>
                    <a:pt x="142639" y="33856"/>
                  </a:lnTo>
                  <a:lnTo>
                    <a:pt x="149403" y="33478"/>
                  </a:lnTo>
                  <a:lnTo>
                    <a:pt x="149967" y="30337"/>
                  </a:lnTo>
                  <a:lnTo>
                    <a:pt x="155379" y="30384"/>
                  </a:lnTo>
                  <a:lnTo>
                    <a:pt x="157739" y="27047"/>
                  </a:lnTo>
                  <a:lnTo>
                    <a:pt x="163083" y="33826"/>
                  </a:lnTo>
                  <a:lnTo>
                    <a:pt x="164595" y="33783"/>
                  </a:lnTo>
                  <a:lnTo>
                    <a:pt x="165551" y="32150"/>
                  </a:lnTo>
                  <a:lnTo>
                    <a:pt x="158325" y="44896"/>
                  </a:lnTo>
                  <a:lnTo>
                    <a:pt x="158078" y="49689"/>
                  </a:lnTo>
                  <a:lnTo>
                    <a:pt x="167762" y="51079"/>
                  </a:lnTo>
                  <a:lnTo>
                    <a:pt x="172173" y="58922"/>
                  </a:lnTo>
                  <a:lnTo>
                    <a:pt x="161728" y="66927"/>
                  </a:lnTo>
                  <a:lnTo>
                    <a:pt x="174096" y="87463"/>
                  </a:lnTo>
                  <a:lnTo>
                    <a:pt x="175979" y="84686"/>
                  </a:lnTo>
                  <a:lnTo>
                    <a:pt x="179879" y="87833"/>
                  </a:lnTo>
                  <a:lnTo>
                    <a:pt x="179907" y="90478"/>
                  </a:lnTo>
                  <a:lnTo>
                    <a:pt x="183205" y="94466"/>
                  </a:lnTo>
                  <a:lnTo>
                    <a:pt x="190422" y="98262"/>
                  </a:lnTo>
                  <a:lnTo>
                    <a:pt x="203502" y="112532"/>
                  </a:lnTo>
                  <a:lnTo>
                    <a:pt x="200407" y="113838"/>
                  </a:lnTo>
                  <a:lnTo>
                    <a:pt x="194527" y="112867"/>
                  </a:lnTo>
                  <a:lnTo>
                    <a:pt x="201135" y="116410"/>
                  </a:lnTo>
                  <a:lnTo>
                    <a:pt x="198295" y="118237"/>
                  </a:lnTo>
                  <a:lnTo>
                    <a:pt x="201125" y="123273"/>
                  </a:lnTo>
                  <a:lnTo>
                    <a:pt x="194874" y="132775"/>
                  </a:lnTo>
                  <a:lnTo>
                    <a:pt x="186783" y="128784"/>
                  </a:lnTo>
                  <a:lnTo>
                    <a:pt x="182845" y="125358"/>
                  </a:lnTo>
                  <a:lnTo>
                    <a:pt x="180537" y="115675"/>
                  </a:lnTo>
                  <a:lnTo>
                    <a:pt x="178888" y="128511"/>
                  </a:lnTo>
                  <a:lnTo>
                    <a:pt x="165019" y="124652"/>
                  </a:lnTo>
                  <a:lnTo>
                    <a:pt x="165098" y="125189"/>
                  </a:lnTo>
                  <a:lnTo>
                    <a:pt x="160019" y="129685"/>
                  </a:lnTo>
                  <a:lnTo>
                    <a:pt x="158137" y="117364"/>
                  </a:lnTo>
                  <a:lnTo>
                    <a:pt x="157196" y="122301"/>
                  </a:lnTo>
                  <a:lnTo>
                    <a:pt x="149906" y="122696"/>
                  </a:lnTo>
                  <a:lnTo>
                    <a:pt x="148758" y="116421"/>
                  </a:lnTo>
                  <a:lnTo>
                    <a:pt x="138514" y="119971"/>
                  </a:lnTo>
                  <a:lnTo>
                    <a:pt x="124898" y="112479"/>
                  </a:lnTo>
                  <a:lnTo>
                    <a:pt x="136313" y="125393"/>
                  </a:lnTo>
                  <a:lnTo>
                    <a:pt x="140077" y="131787"/>
                  </a:lnTo>
                  <a:lnTo>
                    <a:pt x="144790" y="135875"/>
                  </a:lnTo>
                  <a:lnTo>
                    <a:pt x="145648" y="143622"/>
                  </a:lnTo>
                  <a:lnTo>
                    <a:pt x="147074" y="147110"/>
                  </a:lnTo>
                  <a:lnTo>
                    <a:pt x="141999" y="146648"/>
                  </a:lnTo>
                  <a:lnTo>
                    <a:pt x="141863" y="142158"/>
                  </a:lnTo>
                  <a:lnTo>
                    <a:pt x="138937" y="139205"/>
                  </a:lnTo>
                  <a:lnTo>
                    <a:pt x="126252" y="145242"/>
                  </a:lnTo>
                  <a:lnTo>
                    <a:pt x="128762" y="155837"/>
                  </a:lnTo>
                  <a:lnTo>
                    <a:pt x="111070" y="161020"/>
                  </a:lnTo>
                  <a:lnTo>
                    <a:pt x="108649" y="150186"/>
                  </a:lnTo>
                  <a:lnTo>
                    <a:pt x="95744" y="153588"/>
                  </a:lnTo>
                  <a:lnTo>
                    <a:pt x="105262" y="134774"/>
                  </a:lnTo>
                  <a:lnTo>
                    <a:pt x="102119" y="126472"/>
                  </a:lnTo>
                  <a:lnTo>
                    <a:pt x="102428" y="132394"/>
                  </a:lnTo>
                  <a:lnTo>
                    <a:pt x="98630" y="131481"/>
                  </a:lnTo>
                  <a:lnTo>
                    <a:pt x="82622" y="130945"/>
                  </a:lnTo>
                  <a:lnTo>
                    <a:pt x="83272" y="125778"/>
                  </a:lnTo>
                  <a:lnTo>
                    <a:pt x="102853" y="88989"/>
                  </a:lnTo>
                  <a:lnTo>
                    <a:pt x="97358" y="90757"/>
                  </a:lnTo>
                  <a:lnTo>
                    <a:pt x="82701" y="102414"/>
                  </a:lnTo>
                  <a:lnTo>
                    <a:pt x="72067" y="102376"/>
                  </a:lnTo>
                  <a:lnTo>
                    <a:pt x="69363" y="103235"/>
                  </a:lnTo>
                  <a:lnTo>
                    <a:pt x="62605" y="98658"/>
                  </a:lnTo>
                  <a:lnTo>
                    <a:pt x="54090" y="84725"/>
                  </a:lnTo>
                  <a:lnTo>
                    <a:pt x="48141" y="82492"/>
                  </a:lnTo>
                  <a:lnTo>
                    <a:pt x="29371" y="97977"/>
                  </a:lnTo>
                  <a:lnTo>
                    <a:pt x="27942" y="111876"/>
                  </a:lnTo>
                  <a:lnTo>
                    <a:pt x="25948" y="111643"/>
                  </a:lnTo>
                  <a:lnTo>
                    <a:pt x="24660" y="102044"/>
                  </a:lnTo>
                  <a:lnTo>
                    <a:pt x="21735" y="101656"/>
                  </a:lnTo>
                  <a:lnTo>
                    <a:pt x="20089" y="98794"/>
                  </a:lnTo>
                  <a:lnTo>
                    <a:pt x="23923" y="97338"/>
                  </a:lnTo>
                  <a:lnTo>
                    <a:pt x="23051" y="94452"/>
                  </a:lnTo>
                  <a:lnTo>
                    <a:pt x="20097" y="91169"/>
                  </a:lnTo>
                  <a:lnTo>
                    <a:pt x="23839" y="85484"/>
                  </a:lnTo>
                  <a:lnTo>
                    <a:pt x="28599" y="74744"/>
                  </a:lnTo>
                  <a:lnTo>
                    <a:pt x="24737" y="72293"/>
                  </a:lnTo>
                  <a:lnTo>
                    <a:pt x="18813" y="82309"/>
                  </a:lnTo>
                  <a:lnTo>
                    <a:pt x="5460" y="68330"/>
                  </a:lnTo>
                  <a:lnTo>
                    <a:pt x="19631" y="60703"/>
                  </a:lnTo>
                  <a:lnTo>
                    <a:pt x="0" y="39103"/>
                  </a:lnTo>
                  <a:lnTo>
                    <a:pt x="26527" y="38897"/>
                  </a:lnTo>
                  <a:lnTo>
                    <a:pt x="48543" y="53004"/>
                  </a:lnTo>
                  <a:lnTo>
                    <a:pt x="47672" y="25721"/>
                  </a:lnTo>
                  <a:lnTo>
                    <a:pt x="50666" y="30017"/>
                  </a:lnTo>
                  <a:lnTo>
                    <a:pt x="55253" y="30483"/>
                  </a:lnTo>
                  <a:lnTo>
                    <a:pt x="57111" y="25442"/>
                  </a:lnTo>
                  <a:lnTo>
                    <a:pt x="60952" y="27967"/>
                  </a:lnTo>
                  <a:lnTo>
                    <a:pt x="67481" y="15439"/>
                  </a:lnTo>
                  <a:lnTo>
                    <a:pt x="75451" y="21596"/>
                  </a:lnTo>
                  <a:lnTo>
                    <a:pt x="82038" y="23314"/>
                  </a:lnTo>
                  <a:lnTo>
                    <a:pt x="85598" y="25938"/>
                  </a:lnTo>
                  <a:lnTo>
                    <a:pt x="90601" y="33004"/>
                  </a:lnTo>
                  <a:lnTo>
                    <a:pt x="92790" y="32073"/>
                  </a:lnTo>
                  <a:lnTo>
                    <a:pt x="96595" y="32025"/>
                  </a:lnTo>
                  <a:lnTo>
                    <a:pt x="107999" y="35074"/>
                  </a:lnTo>
                  <a:lnTo>
                    <a:pt x="108687" y="34638"/>
                  </a:lnTo>
                  <a:lnTo>
                    <a:pt x="103605" y="19305"/>
                  </a:lnTo>
                  <a:lnTo>
                    <a:pt x="94305" y="11288"/>
                  </a:lnTo>
                  <a:lnTo>
                    <a:pt x="99733" y="2165"/>
                  </a:lnTo>
                  <a:lnTo>
                    <a:pt x="106989" y="6169"/>
                  </a:lnTo>
                  <a:lnTo>
                    <a:pt x="108050" y="4234"/>
                  </a:lnTo>
                  <a:lnTo>
                    <a:pt x="105505" y="764"/>
                  </a:lnTo>
                  <a:lnTo>
                    <a:pt x="12568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h202"/>
            <p:cNvSpPr/>
            <p:nvPr/>
          </p:nvSpPr>
          <p:spPr>
            <a:xfrm>
              <a:off x="2095201" y="1880594"/>
              <a:ext cx="105918" cy="254818"/>
            </a:xfrm>
            <a:custGeom>
              <a:avLst/>
              <a:pathLst>
                <a:path w="105918" h="254818">
                  <a:moveTo>
                    <a:pt x="62562" y="13157"/>
                  </a:moveTo>
                  <a:lnTo>
                    <a:pt x="63082" y="11519"/>
                  </a:lnTo>
                  <a:lnTo>
                    <a:pt x="64612" y="14273"/>
                  </a:lnTo>
                  <a:lnTo>
                    <a:pt x="38120" y="90714"/>
                  </a:lnTo>
                  <a:lnTo>
                    <a:pt x="41634" y="85723"/>
                  </a:lnTo>
                  <a:lnTo>
                    <a:pt x="49421" y="88814"/>
                  </a:lnTo>
                  <a:lnTo>
                    <a:pt x="52536" y="87162"/>
                  </a:lnTo>
                  <a:lnTo>
                    <a:pt x="52958" y="90545"/>
                  </a:lnTo>
                  <a:lnTo>
                    <a:pt x="59650" y="91088"/>
                  </a:lnTo>
                  <a:lnTo>
                    <a:pt x="61203" y="94385"/>
                  </a:lnTo>
                  <a:lnTo>
                    <a:pt x="54356" y="101948"/>
                  </a:lnTo>
                  <a:lnTo>
                    <a:pt x="56828" y="104032"/>
                  </a:lnTo>
                  <a:lnTo>
                    <a:pt x="52474" y="147293"/>
                  </a:lnTo>
                  <a:lnTo>
                    <a:pt x="69994" y="150608"/>
                  </a:lnTo>
                  <a:lnTo>
                    <a:pt x="57412" y="167499"/>
                  </a:lnTo>
                  <a:lnTo>
                    <a:pt x="50444" y="167425"/>
                  </a:lnTo>
                  <a:lnTo>
                    <a:pt x="49228" y="180411"/>
                  </a:lnTo>
                  <a:lnTo>
                    <a:pt x="58086" y="197502"/>
                  </a:lnTo>
                  <a:lnTo>
                    <a:pt x="71184" y="207483"/>
                  </a:lnTo>
                  <a:lnTo>
                    <a:pt x="71951" y="208038"/>
                  </a:lnTo>
                  <a:lnTo>
                    <a:pt x="86286" y="207834"/>
                  </a:lnTo>
                  <a:lnTo>
                    <a:pt x="105918" y="229434"/>
                  </a:lnTo>
                  <a:lnTo>
                    <a:pt x="91747" y="237062"/>
                  </a:lnTo>
                  <a:lnTo>
                    <a:pt x="67929" y="249976"/>
                  </a:lnTo>
                  <a:lnTo>
                    <a:pt x="61967" y="254818"/>
                  </a:lnTo>
                  <a:lnTo>
                    <a:pt x="36019" y="244592"/>
                  </a:lnTo>
                  <a:lnTo>
                    <a:pt x="33551" y="241031"/>
                  </a:lnTo>
                  <a:lnTo>
                    <a:pt x="28748" y="240218"/>
                  </a:lnTo>
                  <a:lnTo>
                    <a:pt x="26860" y="238906"/>
                  </a:lnTo>
                  <a:lnTo>
                    <a:pt x="25785" y="234034"/>
                  </a:lnTo>
                  <a:lnTo>
                    <a:pt x="22813" y="229037"/>
                  </a:lnTo>
                  <a:lnTo>
                    <a:pt x="11057" y="217572"/>
                  </a:lnTo>
                  <a:lnTo>
                    <a:pt x="11077" y="212521"/>
                  </a:lnTo>
                  <a:lnTo>
                    <a:pt x="19087" y="206574"/>
                  </a:lnTo>
                  <a:lnTo>
                    <a:pt x="19684" y="202881"/>
                  </a:lnTo>
                  <a:lnTo>
                    <a:pt x="23902" y="200595"/>
                  </a:lnTo>
                  <a:lnTo>
                    <a:pt x="23026" y="193860"/>
                  </a:lnTo>
                  <a:lnTo>
                    <a:pt x="19404" y="192071"/>
                  </a:lnTo>
                  <a:lnTo>
                    <a:pt x="17588" y="187647"/>
                  </a:lnTo>
                  <a:lnTo>
                    <a:pt x="17848" y="175998"/>
                  </a:lnTo>
                  <a:lnTo>
                    <a:pt x="14035" y="164813"/>
                  </a:lnTo>
                  <a:lnTo>
                    <a:pt x="8809" y="162999"/>
                  </a:lnTo>
                  <a:lnTo>
                    <a:pt x="10580" y="146037"/>
                  </a:lnTo>
                  <a:lnTo>
                    <a:pt x="11182" y="146180"/>
                  </a:lnTo>
                  <a:lnTo>
                    <a:pt x="11825" y="131799"/>
                  </a:lnTo>
                  <a:lnTo>
                    <a:pt x="11232" y="128925"/>
                  </a:lnTo>
                  <a:lnTo>
                    <a:pt x="10257" y="124198"/>
                  </a:lnTo>
                  <a:lnTo>
                    <a:pt x="8524" y="125012"/>
                  </a:lnTo>
                  <a:lnTo>
                    <a:pt x="7017" y="117664"/>
                  </a:lnTo>
                  <a:lnTo>
                    <a:pt x="9045" y="106833"/>
                  </a:lnTo>
                  <a:lnTo>
                    <a:pt x="2777" y="99080"/>
                  </a:lnTo>
                  <a:lnTo>
                    <a:pt x="6895" y="95284"/>
                  </a:lnTo>
                  <a:lnTo>
                    <a:pt x="1864" y="95215"/>
                  </a:lnTo>
                  <a:lnTo>
                    <a:pt x="0" y="94080"/>
                  </a:lnTo>
                  <a:lnTo>
                    <a:pt x="1698" y="91333"/>
                  </a:lnTo>
                  <a:lnTo>
                    <a:pt x="2042" y="87072"/>
                  </a:lnTo>
                  <a:lnTo>
                    <a:pt x="794" y="78909"/>
                  </a:lnTo>
                  <a:lnTo>
                    <a:pt x="3040" y="79660"/>
                  </a:lnTo>
                  <a:lnTo>
                    <a:pt x="2282" y="81956"/>
                  </a:lnTo>
                  <a:lnTo>
                    <a:pt x="7975" y="83842"/>
                  </a:lnTo>
                  <a:lnTo>
                    <a:pt x="9821" y="78153"/>
                  </a:lnTo>
                  <a:lnTo>
                    <a:pt x="4130" y="76255"/>
                  </a:lnTo>
                  <a:lnTo>
                    <a:pt x="11278" y="57843"/>
                  </a:lnTo>
                  <a:lnTo>
                    <a:pt x="23159" y="33242"/>
                  </a:lnTo>
                  <a:lnTo>
                    <a:pt x="23773" y="33536"/>
                  </a:lnTo>
                  <a:lnTo>
                    <a:pt x="27885" y="25919"/>
                  </a:lnTo>
                  <a:lnTo>
                    <a:pt x="38046" y="5523"/>
                  </a:lnTo>
                  <a:lnTo>
                    <a:pt x="38192" y="1258"/>
                  </a:lnTo>
                  <a:lnTo>
                    <a:pt x="3874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h203"/>
            <p:cNvSpPr/>
            <p:nvPr/>
          </p:nvSpPr>
          <p:spPr>
            <a:xfrm>
              <a:off x="2436781" y="1904186"/>
              <a:ext cx="57874" cy="73143"/>
            </a:xfrm>
            <a:custGeom>
              <a:avLst/>
              <a:pathLst>
                <a:path w="57874" h="73143">
                  <a:moveTo>
                    <a:pt x="50626" y="5817"/>
                  </a:moveTo>
                  <a:lnTo>
                    <a:pt x="46908" y="19154"/>
                  </a:lnTo>
                  <a:lnTo>
                    <a:pt x="42293" y="19852"/>
                  </a:lnTo>
                  <a:lnTo>
                    <a:pt x="45628" y="31987"/>
                  </a:lnTo>
                  <a:lnTo>
                    <a:pt x="56887" y="33853"/>
                  </a:lnTo>
                  <a:lnTo>
                    <a:pt x="51552" y="40830"/>
                  </a:lnTo>
                  <a:lnTo>
                    <a:pt x="52907" y="42831"/>
                  </a:lnTo>
                  <a:lnTo>
                    <a:pt x="57874" y="45777"/>
                  </a:lnTo>
                  <a:lnTo>
                    <a:pt x="56922" y="49746"/>
                  </a:lnTo>
                  <a:lnTo>
                    <a:pt x="53958" y="48903"/>
                  </a:lnTo>
                  <a:lnTo>
                    <a:pt x="50494" y="52479"/>
                  </a:lnTo>
                  <a:lnTo>
                    <a:pt x="44087" y="73143"/>
                  </a:lnTo>
                  <a:lnTo>
                    <a:pt x="33171" y="69374"/>
                  </a:lnTo>
                  <a:lnTo>
                    <a:pt x="9911" y="59610"/>
                  </a:lnTo>
                  <a:lnTo>
                    <a:pt x="8835" y="52348"/>
                  </a:lnTo>
                  <a:lnTo>
                    <a:pt x="2173" y="49510"/>
                  </a:lnTo>
                  <a:lnTo>
                    <a:pt x="494" y="38026"/>
                  </a:lnTo>
                  <a:lnTo>
                    <a:pt x="0" y="23702"/>
                  </a:lnTo>
                  <a:lnTo>
                    <a:pt x="18077" y="24854"/>
                  </a:lnTo>
                  <a:lnTo>
                    <a:pt x="20260" y="17894"/>
                  </a:lnTo>
                  <a:lnTo>
                    <a:pt x="18483" y="15584"/>
                  </a:lnTo>
                  <a:lnTo>
                    <a:pt x="15435" y="14716"/>
                  </a:lnTo>
                  <a:lnTo>
                    <a:pt x="26425" y="3437"/>
                  </a:lnTo>
                  <a:lnTo>
                    <a:pt x="29481" y="1772"/>
                  </a:lnTo>
                  <a:lnTo>
                    <a:pt x="34899" y="2297"/>
                  </a:lnTo>
                  <a:lnTo>
                    <a:pt x="34886" y="593"/>
                  </a:lnTo>
                  <a:lnTo>
                    <a:pt x="4880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h204"/>
            <p:cNvSpPr/>
            <p:nvPr/>
          </p:nvSpPr>
          <p:spPr>
            <a:xfrm>
              <a:off x="2339566" y="2080350"/>
              <a:ext cx="25769" cy="27898"/>
            </a:xfrm>
            <a:custGeom>
              <a:avLst/>
              <a:pathLst>
                <a:path w="25769" h="27898">
                  <a:moveTo>
                    <a:pt x="18474" y="1038"/>
                  </a:moveTo>
                  <a:lnTo>
                    <a:pt x="17931" y="6210"/>
                  </a:lnTo>
                  <a:lnTo>
                    <a:pt x="18154" y="7816"/>
                  </a:lnTo>
                  <a:lnTo>
                    <a:pt x="23836" y="12028"/>
                  </a:lnTo>
                  <a:lnTo>
                    <a:pt x="25769" y="19701"/>
                  </a:lnTo>
                  <a:lnTo>
                    <a:pt x="14094" y="27898"/>
                  </a:lnTo>
                  <a:lnTo>
                    <a:pt x="9683" y="20055"/>
                  </a:lnTo>
                  <a:lnTo>
                    <a:pt x="0" y="18665"/>
                  </a:lnTo>
                  <a:lnTo>
                    <a:pt x="247" y="13872"/>
                  </a:lnTo>
                  <a:lnTo>
                    <a:pt x="7472" y="1126"/>
                  </a:lnTo>
                  <a:lnTo>
                    <a:pt x="9954" y="1123"/>
                  </a:lnTo>
                  <a:lnTo>
                    <a:pt x="1027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h205"/>
            <p:cNvSpPr/>
            <p:nvPr/>
          </p:nvSpPr>
          <p:spPr>
            <a:xfrm>
              <a:off x="2383180" y="2049104"/>
              <a:ext cx="65234" cy="35698"/>
            </a:xfrm>
            <a:custGeom>
              <a:avLst/>
              <a:pathLst>
                <a:path w="65234" h="35698">
                  <a:moveTo>
                    <a:pt x="27155" y="3892"/>
                  </a:moveTo>
                  <a:lnTo>
                    <a:pt x="35416" y="14828"/>
                  </a:lnTo>
                  <a:lnTo>
                    <a:pt x="37717" y="20535"/>
                  </a:lnTo>
                  <a:lnTo>
                    <a:pt x="43643" y="16792"/>
                  </a:lnTo>
                  <a:lnTo>
                    <a:pt x="65234" y="23718"/>
                  </a:lnTo>
                  <a:lnTo>
                    <a:pt x="51379" y="33383"/>
                  </a:lnTo>
                  <a:lnTo>
                    <a:pt x="50598" y="33762"/>
                  </a:lnTo>
                  <a:lnTo>
                    <a:pt x="49534" y="30910"/>
                  </a:lnTo>
                  <a:lnTo>
                    <a:pt x="37415" y="35012"/>
                  </a:lnTo>
                  <a:lnTo>
                    <a:pt x="34387" y="31248"/>
                  </a:lnTo>
                  <a:lnTo>
                    <a:pt x="27487" y="35698"/>
                  </a:lnTo>
                  <a:lnTo>
                    <a:pt x="23526" y="33918"/>
                  </a:lnTo>
                  <a:lnTo>
                    <a:pt x="17499" y="28253"/>
                  </a:lnTo>
                  <a:lnTo>
                    <a:pt x="9948" y="23473"/>
                  </a:lnTo>
                  <a:lnTo>
                    <a:pt x="7736" y="22811"/>
                  </a:lnTo>
                  <a:lnTo>
                    <a:pt x="7062" y="19906"/>
                  </a:lnTo>
                  <a:lnTo>
                    <a:pt x="6254" y="19263"/>
                  </a:lnTo>
                  <a:lnTo>
                    <a:pt x="2356" y="17747"/>
                  </a:lnTo>
                  <a:lnTo>
                    <a:pt x="0" y="17721"/>
                  </a:lnTo>
                  <a:lnTo>
                    <a:pt x="2500" y="8678"/>
                  </a:lnTo>
                  <a:lnTo>
                    <a:pt x="8236" y="12436"/>
                  </a:lnTo>
                  <a:lnTo>
                    <a:pt x="14808" y="8220"/>
                  </a:lnTo>
                  <a:lnTo>
                    <a:pt x="2051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h206"/>
            <p:cNvSpPr/>
            <p:nvPr/>
          </p:nvSpPr>
          <p:spPr>
            <a:xfrm>
              <a:off x="2324474" y="1773983"/>
              <a:ext cx="161686" cy="130867"/>
            </a:xfrm>
            <a:custGeom>
              <a:avLst/>
              <a:pathLst>
                <a:path w="161686" h="130867">
                  <a:moveTo>
                    <a:pt x="61816" y="17976"/>
                  </a:moveTo>
                  <a:lnTo>
                    <a:pt x="76816" y="12333"/>
                  </a:lnTo>
                  <a:lnTo>
                    <a:pt x="76032" y="24806"/>
                  </a:lnTo>
                  <a:lnTo>
                    <a:pt x="75116" y="39367"/>
                  </a:lnTo>
                  <a:lnTo>
                    <a:pt x="102245" y="42232"/>
                  </a:lnTo>
                  <a:lnTo>
                    <a:pt x="101356" y="67653"/>
                  </a:lnTo>
                  <a:lnTo>
                    <a:pt x="97262" y="79024"/>
                  </a:lnTo>
                  <a:lnTo>
                    <a:pt x="104512" y="78726"/>
                  </a:lnTo>
                  <a:lnTo>
                    <a:pt x="109485" y="80211"/>
                  </a:lnTo>
                  <a:lnTo>
                    <a:pt x="114685" y="83178"/>
                  </a:lnTo>
                  <a:lnTo>
                    <a:pt x="125823" y="83927"/>
                  </a:lnTo>
                  <a:lnTo>
                    <a:pt x="133863" y="77662"/>
                  </a:lnTo>
                  <a:lnTo>
                    <a:pt x="133170" y="74578"/>
                  </a:lnTo>
                  <a:lnTo>
                    <a:pt x="135480" y="71968"/>
                  </a:lnTo>
                  <a:lnTo>
                    <a:pt x="142577" y="68175"/>
                  </a:lnTo>
                  <a:lnTo>
                    <a:pt x="144930" y="68679"/>
                  </a:lnTo>
                  <a:lnTo>
                    <a:pt x="153138" y="80968"/>
                  </a:lnTo>
                  <a:lnTo>
                    <a:pt x="155936" y="81413"/>
                  </a:lnTo>
                  <a:lnTo>
                    <a:pt x="157742" y="93599"/>
                  </a:lnTo>
                  <a:lnTo>
                    <a:pt x="161686" y="94211"/>
                  </a:lnTo>
                  <a:lnTo>
                    <a:pt x="158004" y="95370"/>
                  </a:lnTo>
                  <a:lnTo>
                    <a:pt x="149560" y="100884"/>
                  </a:lnTo>
                  <a:lnTo>
                    <a:pt x="139761" y="112326"/>
                  </a:lnTo>
                  <a:lnTo>
                    <a:pt x="134623" y="122969"/>
                  </a:lnTo>
                  <a:lnTo>
                    <a:pt x="131169" y="120468"/>
                  </a:lnTo>
                  <a:lnTo>
                    <a:pt x="123134" y="123326"/>
                  </a:lnTo>
                  <a:lnTo>
                    <a:pt x="120306" y="127541"/>
                  </a:lnTo>
                  <a:lnTo>
                    <a:pt x="115929" y="128522"/>
                  </a:lnTo>
                  <a:lnTo>
                    <a:pt x="90893" y="130867"/>
                  </a:lnTo>
                  <a:lnTo>
                    <a:pt x="32562" y="113636"/>
                  </a:lnTo>
                  <a:lnTo>
                    <a:pt x="0" y="51171"/>
                  </a:lnTo>
                  <a:lnTo>
                    <a:pt x="11908" y="27613"/>
                  </a:lnTo>
                  <a:lnTo>
                    <a:pt x="12795" y="27773"/>
                  </a:lnTo>
                  <a:lnTo>
                    <a:pt x="19331" y="13496"/>
                  </a:lnTo>
                  <a:lnTo>
                    <a:pt x="5521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h207"/>
            <p:cNvSpPr/>
            <p:nvPr/>
          </p:nvSpPr>
          <p:spPr>
            <a:xfrm>
              <a:off x="2324394" y="2021601"/>
              <a:ext cx="56122" cy="67835"/>
            </a:xfrm>
            <a:custGeom>
              <a:avLst/>
              <a:pathLst>
                <a:path w="56122" h="67835">
                  <a:moveTo>
                    <a:pt x="27078" y="19515"/>
                  </a:moveTo>
                  <a:lnTo>
                    <a:pt x="26710" y="24800"/>
                  </a:lnTo>
                  <a:lnTo>
                    <a:pt x="27645" y="27978"/>
                  </a:lnTo>
                  <a:lnTo>
                    <a:pt x="33938" y="31479"/>
                  </a:lnTo>
                  <a:lnTo>
                    <a:pt x="33266" y="33803"/>
                  </a:lnTo>
                  <a:lnTo>
                    <a:pt x="36132" y="37340"/>
                  </a:lnTo>
                  <a:lnTo>
                    <a:pt x="36964" y="34680"/>
                  </a:lnTo>
                  <a:lnTo>
                    <a:pt x="41869" y="36893"/>
                  </a:lnTo>
                  <a:lnTo>
                    <a:pt x="46899" y="40459"/>
                  </a:lnTo>
                  <a:lnTo>
                    <a:pt x="40015" y="42654"/>
                  </a:lnTo>
                  <a:lnTo>
                    <a:pt x="40502" y="41838"/>
                  </a:lnTo>
                  <a:lnTo>
                    <a:pt x="34589" y="40542"/>
                  </a:lnTo>
                  <a:lnTo>
                    <a:pt x="33877" y="43799"/>
                  </a:lnTo>
                  <a:lnTo>
                    <a:pt x="36047" y="48244"/>
                  </a:lnTo>
                  <a:lnTo>
                    <a:pt x="48476" y="57474"/>
                  </a:lnTo>
                  <a:lnTo>
                    <a:pt x="52471" y="58040"/>
                  </a:lnTo>
                  <a:lnTo>
                    <a:pt x="56122" y="62253"/>
                  </a:lnTo>
                  <a:lnTo>
                    <a:pt x="54935" y="62450"/>
                  </a:lnTo>
                  <a:lnTo>
                    <a:pt x="51974" y="67376"/>
                  </a:lnTo>
                  <a:lnTo>
                    <a:pt x="43022" y="67835"/>
                  </a:lnTo>
                  <a:lnTo>
                    <a:pt x="33103" y="64959"/>
                  </a:lnTo>
                  <a:lnTo>
                    <a:pt x="33646" y="59787"/>
                  </a:lnTo>
                  <a:lnTo>
                    <a:pt x="17154" y="28693"/>
                  </a:lnTo>
                  <a:lnTo>
                    <a:pt x="12352" y="25186"/>
                  </a:lnTo>
                  <a:lnTo>
                    <a:pt x="11994" y="24219"/>
                  </a:lnTo>
                  <a:lnTo>
                    <a:pt x="12251" y="22738"/>
                  </a:lnTo>
                  <a:lnTo>
                    <a:pt x="1884" y="3441"/>
                  </a:lnTo>
                  <a:lnTo>
                    <a:pt x="0" y="1708"/>
                  </a:lnTo>
                  <a:lnTo>
                    <a:pt x="5230" y="2979"/>
                  </a:lnTo>
                  <a:lnTo>
                    <a:pt x="7011" y="1913"/>
                  </a:lnTo>
                  <a:lnTo>
                    <a:pt x="8048" y="114"/>
                  </a:lnTo>
                  <a:lnTo>
                    <a:pt x="1478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h208"/>
            <p:cNvSpPr/>
            <p:nvPr/>
          </p:nvSpPr>
          <p:spPr>
            <a:xfrm>
              <a:off x="2357498" y="2072577"/>
              <a:ext cx="43181" cy="38663"/>
            </a:xfrm>
            <a:custGeom>
              <a:avLst/>
              <a:pathLst>
                <a:path w="43181" h="38663">
                  <a:moveTo>
                    <a:pt x="43181" y="4780"/>
                  </a:moveTo>
                  <a:lnTo>
                    <a:pt x="38238" y="11197"/>
                  </a:lnTo>
                  <a:lnTo>
                    <a:pt x="33034" y="19891"/>
                  </a:lnTo>
                  <a:lnTo>
                    <a:pt x="32244" y="23922"/>
                  </a:lnTo>
                  <a:lnTo>
                    <a:pt x="30645" y="26407"/>
                  </a:lnTo>
                  <a:lnTo>
                    <a:pt x="25962" y="31093"/>
                  </a:lnTo>
                  <a:lnTo>
                    <a:pt x="22192" y="31604"/>
                  </a:lnTo>
                  <a:lnTo>
                    <a:pt x="22308" y="33771"/>
                  </a:lnTo>
                  <a:lnTo>
                    <a:pt x="15913" y="38663"/>
                  </a:lnTo>
                  <a:lnTo>
                    <a:pt x="7474" y="31980"/>
                  </a:lnTo>
                  <a:lnTo>
                    <a:pt x="7837" y="27473"/>
                  </a:lnTo>
                  <a:lnTo>
                    <a:pt x="5905" y="19800"/>
                  </a:lnTo>
                  <a:lnTo>
                    <a:pt x="223" y="15588"/>
                  </a:lnTo>
                  <a:lnTo>
                    <a:pt x="0" y="13982"/>
                  </a:lnTo>
                  <a:lnTo>
                    <a:pt x="9919" y="16858"/>
                  </a:lnTo>
                  <a:lnTo>
                    <a:pt x="18871" y="16399"/>
                  </a:lnTo>
                  <a:lnTo>
                    <a:pt x="21832" y="11474"/>
                  </a:lnTo>
                  <a:lnTo>
                    <a:pt x="23019" y="11276"/>
                  </a:lnTo>
                  <a:lnTo>
                    <a:pt x="29638" y="6615"/>
                  </a:lnTo>
                  <a:lnTo>
                    <a:pt x="30771" y="7500"/>
                  </a:lnTo>
                  <a:lnTo>
                    <a:pt x="3563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h209"/>
            <p:cNvSpPr/>
            <p:nvPr/>
          </p:nvSpPr>
          <p:spPr>
            <a:xfrm>
              <a:off x="2339199" y="2228670"/>
              <a:ext cx="81979" cy="96246"/>
            </a:xfrm>
            <a:custGeom>
              <a:avLst/>
              <a:pathLst>
                <a:path w="81979" h="96246">
                  <a:moveTo>
                    <a:pt x="37670" y="7074"/>
                  </a:moveTo>
                  <a:lnTo>
                    <a:pt x="42010" y="5474"/>
                  </a:lnTo>
                  <a:lnTo>
                    <a:pt x="46885" y="8148"/>
                  </a:lnTo>
                  <a:lnTo>
                    <a:pt x="34953" y="13208"/>
                  </a:lnTo>
                  <a:lnTo>
                    <a:pt x="33580" y="21444"/>
                  </a:lnTo>
                  <a:lnTo>
                    <a:pt x="33719" y="27574"/>
                  </a:lnTo>
                  <a:lnTo>
                    <a:pt x="49694" y="27711"/>
                  </a:lnTo>
                  <a:lnTo>
                    <a:pt x="43041" y="19004"/>
                  </a:lnTo>
                  <a:lnTo>
                    <a:pt x="56964" y="20815"/>
                  </a:lnTo>
                  <a:lnTo>
                    <a:pt x="54362" y="29865"/>
                  </a:lnTo>
                  <a:lnTo>
                    <a:pt x="50167" y="33855"/>
                  </a:lnTo>
                  <a:lnTo>
                    <a:pt x="49016" y="32761"/>
                  </a:lnTo>
                  <a:lnTo>
                    <a:pt x="47722" y="33740"/>
                  </a:lnTo>
                  <a:lnTo>
                    <a:pt x="54902" y="40214"/>
                  </a:lnTo>
                  <a:lnTo>
                    <a:pt x="60719" y="32724"/>
                  </a:lnTo>
                  <a:lnTo>
                    <a:pt x="63102" y="33801"/>
                  </a:lnTo>
                  <a:lnTo>
                    <a:pt x="64479" y="36921"/>
                  </a:lnTo>
                  <a:lnTo>
                    <a:pt x="76087" y="37407"/>
                  </a:lnTo>
                  <a:lnTo>
                    <a:pt x="81979" y="40485"/>
                  </a:lnTo>
                  <a:lnTo>
                    <a:pt x="77912" y="41887"/>
                  </a:lnTo>
                  <a:lnTo>
                    <a:pt x="74687" y="44450"/>
                  </a:lnTo>
                  <a:lnTo>
                    <a:pt x="72027" y="55242"/>
                  </a:lnTo>
                  <a:lnTo>
                    <a:pt x="66304" y="57037"/>
                  </a:lnTo>
                  <a:lnTo>
                    <a:pt x="56110" y="57379"/>
                  </a:lnTo>
                  <a:lnTo>
                    <a:pt x="60442" y="65794"/>
                  </a:lnTo>
                  <a:lnTo>
                    <a:pt x="69653" y="67072"/>
                  </a:lnTo>
                  <a:lnTo>
                    <a:pt x="71856" y="69568"/>
                  </a:lnTo>
                  <a:lnTo>
                    <a:pt x="70357" y="70799"/>
                  </a:lnTo>
                  <a:lnTo>
                    <a:pt x="69208" y="70123"/>
                  </a:lnTo>
                  <a:lnTo>
                    <a:pt x="66582" y="70376"/>
                  </a:lnTo>
                  <a:lnTo>
                    <a:pt x="66829" y="76418"/>
                  </a:lnTo>
                  <a:lnTo>
                    <a:pt x="60180" y="76701"/>
                  </a:lnTo>
                  <a:lnTo>
                    <a:pt x="58217" y="93165"/>
                  </a:lnTo>
                  <a:lnTo>
                    <a:pt x="53834" y="92644"/>
                  </a:lnTo>
                  <a:lnTo>
                    <a:pt x="52560" y="96246"/>
                  </a:lnTo>
                  <a:lnTo>
                    <a:pt x="30830" y="93514"/>
                  </a:lnTo>
                  <a:lnTo>
                    <a:pt x="33402" y="89439"/>
                  </a:lnTo>
                  <a:lnTo>
                    <a:pt x="29675" y="86993"/>
                  </a:lnTo>
                  <a:lnTo>
                    <a:pt x="30413" y="80623"/>
                  </a:lnTo>
                  <a:lnTo>
                    <a:pt x="23825" y="75262"/>
                  </a:lnTo>
                  <a:lnTo>
                    <a:pt x="18388" y="74524"/>
                  </a:lnTo>
                  <a:lnTo>
                    <a:pt x="15477" y="70632"/>
                  </a:lnTo>
                  <a:lnTo>
                    <a:pt x="16669" y="65868"/>
                  </a:lnTo>
                  <a:lnTo>
                    <a:pt x="19568" y="67712"/>
                  </a:lnTo>
                  <a:lnTo>
                    <a:pt x="21193" y="54541"/>
                  </a:lnTo>
                  <a:lnTo>
                    <a:pt x="14159" y="53505"/>
                  </a:lnTo>
                  <a:lnTo>
                    <a:pt x="9943" y="51407"/>
                  </a:lnTo>
                  <a:lnTo>
                    <a:pt x="8405" y="45473"/>
                  </a:lnTo>
                  <a:lnTo>
                    <a:pt x="34" y="42715"/>
                  </a:lnTo>
                  <a:lnTo>
                    <a:pt x="0" y="37618"/>
                  </a:lnTo>
                  <a:lnTo>
                    <a:pt x="3076" y="26985"/>
                  </a:lnTo>
                  <a:lnTo>
                    <a:pt x="10634" y="27892"/>
                  </a:lnTo>
                  <a:lnTo>
                    <a:pt x="11714" y="20883"/>
                  </a:lnTo>
                  <a:lnTo>
                    <a:pt x="13264" y="21118"/>
                  </a:lnTo>
                  <a:lnTo>
                    <a:pt x="13938" y="12780"/>
                  </a:lnTo>
                  <a:lnTo>
                    <a:pt x="14253" y="9001"/>
                  </a:lnTo>
                  <a:lnTo>
                    <a:pt x="22482" y="10686"/>
                  </a:lnTo>
                  <a:lnTo>
                    <a:pt x="29672" y="14018"/>
                  </a:lnTo>
                  <a:lnTo>
                    <a:pt x="34208" y="6277"/>
                  </a:lnTo>
                  <a:lnTo>
                    <a:pt x="33055" y="5593"/>
                  </a:lnTo>
                  <a:lnTo>
                    <a:pt x="32452" y="3458"/>
                  </a:lnTo>
                  <a:lnTo>
                    <a:pt x="3351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h210"/>
            <p:cNvSpPr/>
            <p:nvPr/>
          </p:nvSpPr>
          <p:spPr>
            <a:xfrm>
              <a:off x="2146237" y="2264559"/>
              <a:ext cx="124565" cy="117428"/>
            </a:xfrm>
            <a:custGeom>
              <a:avLst/>
              <a:pathLst>
                <a:path w="124565" h="117428">
                  <a:moveTo>
                    <a:pt x="72620" y="1643"/>
                  </a:moveTo>
                  <a:lnTo>
                    <a:pt x="70344" y="10277"/>
                  </a:lnTo>
                  <a:lnTo>
                    <a:pt x="85210" y="14480"/>
                  </a:lnTo>
                  <a:lnTo>
                    <a:pt x="83705" y="19948"/>
                  </a:lnTo>
                  <a:lnTo>
                    <a:pt x="93804" y="21453"/>
                  </a:lnTo>
                  <a:lnTo>
                    <a:pt x="94663" y="34556"/>
                  </a:lnTo>
                  <a:lnTo>
                    <a:pt x="105825" y="49838"/>
                  </a:lnTo>
                  <a:lnTo>
                    <a:pt x="111618" y="52122"/>
                  </a:lnTo>
                  <a:lnTo>
                    <a:pt x="113979" y="57145"/>
                  </a:lnTo>
                  <a:lnTo>
                    <a:pt x="122637" y="68362"/>
                  </a:lnTo>
                  <a:lnTo>
                    <a:pt x="123760" y="77247"/>
                  </a:lnTo>
                  <a:lnTo>
                    <a:pt x="124565" y="83621"/>
                  </a:lnTo>
                  <a:lnTo>
                    <a:pt x="97987" y="74722"/>
                  </a:lnTo>
                  <a:lnTo>
                    <a:pt x="75865" y="113209"/>
                  </a:lnTo>
                  <a:lnTo>
                    <a:pt x="75448" y="117428"/>
                  </a:lnTo>
                  <a:lnTo>
                    <a:pt x="72206" y="115933"/>
                  </a:lnTo>
                  <a:lnTo>
                    <a:pt x="70818" y="113978"/>
                  </a:lnTo>
                  <a:lnTo>
                    <a:pt x="67590" y="112225"/>
                  </a:lnTo>
                  <a:lnTo>
                    <a:pt x="61294" y="109521"/>
                  </a:lnTo>
                  <a:lnTo>
                    <a:pt x="59670" y="109932"/>
                  </a:lnTo>
                  <a:lnTo>
                    <a:pt x="59172" y="107563"/>
                  </a:lnTo>
                  <a:lnTo>
                    <a:pt x="63516" y="105305"/>
                  </a:lnTo>
                  <a:lnTo>
                    <a:pt x="63524" y="100980"/>
                  </a:lnTo>
                  <a:lnTo>
                    <a:pt x="52035" y="93001"/>
                  </a:lnTo>
                  <a:lnTo>
                    <a:pt x="53901" y="88184"/>
                  </a:lnTo>
                  <a:lnTo>
                    <a:pt x="53126" y="85046"/>
                  </a:lnTo>
                  <a:lnTo>
                    <a:pt x="48158" y="80477"/>
                  </a:lnTo>
                  <a:lnTo>
                    <a:pt x="46905" y="77659"/>
                  </a:lnTo>
                  <a:lnTo>
                    <a:pt x="46226" y="68485"/>
                  </a:lnTo>
                  <a:lnTo>
                    <a:pt x="44116" y="67842"/>
                  </a:lnTo>
                  <a:lnTo>
                    <a:pt x="35944" y="62041"/>
                  </a:lnTo>
                  <a:lnTo>
                    <a:pt x="35324" y="57563"/>
                  </a:lnTo>
                  <a:lnTo>
                    <a:pt x="17437" y="53667"/>
                  </a:lnTo>
                  <a:lnTo>
                    <a:pt x="17557" y="48939"/>
                  </a:lnTo>
                  <a:lnTo>
                    <a:pt x="12751" y="46904"/>
                  </a:lnTo>
                  <a:lnTo>
                    <a:pt x="7798" y="43339"/>
                  </a:lnTo>
                  <a:lnTo>
                    <a:pt x="6236" y="40685"/>
                  </a:lnTo>
                  <a:lnTo>
                    <a:pt x="2774" y="43298"/>
                  </a:lnTo>
                  <a:lnTo>
                    <a:pt x="5830" y="46203"/>
                  </a:lnTo>
                  <a:lnTo>
                    <a:pt x="3184" y="46478"/>
                  </a:lnTo>
                  <a:lnTo>
                    <a:pt x="0" y="41866"/>
                  </a:lnTo>
                  <a:lnTo>
                    <a:pt x="1719" y="40285"/>
                  </a:lnTo>
                  <a:lnTo>
                    <a:pt x="3812" y="33456"/>
                  </a:lnTo>
                  <a:lnTo>
                    <a:pt x="8893" y="31131"/>
                  </a:lnTo>
                  <a:lnTo>
                    <a:pt x="15247" y="31308"/>
                  </a:lnTo>
                  <a:lnTo>
                    <a:pt x="17028" y="34007"/>
                  </a:lnTo>
                  <a:lnTo>
                    <a:pt x="18730" y="34237"/>
                  </a:lnTo>
                  <a:lnTo>
                    <a:pt x="20246" y="34118"/>
                  </a:lnTo>
                  <a:lnTo>
                    <a:pt x="22304" y="31867"/>
                  </a:lnTo>
                  <a:lnTo>
                    <a:pt x="27232" y="28621"/>
                  </a:lnTo>
                  <a:lnTo>
                    <a:pt x="39311" y="29154"/>
                  </a:lnTo>
                  <a:lnTo>
                    <a:pt x="42416" y="30362"/>
                  </a:lnTo>
                  <a:lnTo>
                    <a:pt x="42434" y="31546"/>
                  </a:lnTo>
                  <a:lnTo>
                    <a:pt x="45808" y="31945"/>
                  </a:lnTo>
                  <a:lnTo>
                    <a:pt x="49260" y="11386"/>
                  </a:lnTo>
                  <a:lnTo>
                    <a:pt x="47748" y="4545"/>
                  </a:lnTo>
                  <a:lnTo>
                    <a:pt x="49479" y="4172"/>
                  </a:lnTo>
                  <a:lnTo>
                    <a:pt x="50196" y="4913"/>
                  </a:lnTo>
                  <a:lnTo>
                    <a:pt x="5527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h211"/>
            <p:cNvSpPr/>
            <p:nvPr/>
          </p:nvSpPr>
          <p:spPr>
            <a:xfrm>
              <a:off x="2101283" y="3121542"/>
              <a:ext cx="25219" cy="34587"/>
            </a:xfrm>
            <a:custGeom>
              <a:avLst/>
              <a:pathLst>
                <a:path w="25219" h="34587">
                  <a:moveTo>
                    <a:pt x="8424" y="0"/>
                  </a:moveTo>
                  <a:lnTo>
                    <a:pt x="17507" y="4346"/>
                  </a:lnTo>
                  <a:lnTo>
                    <a:pt x="18593" y="8023"/>
                  </a:lnTo>
                  <a:lnTo>
                    <a:pt x="21617" y="8034"/>
                  </a:lnTo>
                  <a:lnTo>
                    <a:pt x="24024" y="11205"/>
                  </a:lnTo>
                  <a:lnTo>
                    <a:pt x="24834" y="14809"/>
                  </a:lnTo>
                  <a:lnTo>
                    <a:pt x="24439" y="21408"/>
                  </a:lnTo>
                  <a:lnTo>
                    <a:pt x="25219" y="28105"/>
                  </a:lnTo>
                  <a:lnTo>
                    <a:pt x="20444" y="25779"/>
                  </a:lnTo>
                  <a:lnTo>
                    <a:pt x="19094" y="26803"/>
                  </a:lnTo>
                  <a:lnTo>
                    <a:pt x="17781" y="29162"/>
                  </a:lnTo>
                  <a:lnTo>
                    <a:pt x="20592" y="32185"/>
                  </a:lnTo>
                  <a:lnTo>
                    <a:pt x="19713" y="34587"/>
                  </a:lnTo>
                  <a:lnTo>
                    <a:pt x="13952" y="30796"/>
                  </a:lnTo>
                  <a:lnTo>
                    <a:pt x="10804" y="26836"/>
                  </a:lnTo>
                  <a:lnTo>
                    <a:pt x="6662" y="23700"/>
                  </a:lnTo>
                  <a:lnTo>
                    <a:pt x="1770" y="23225"/>
                  </a:lnTo>
                  <a:lnTo>
                    <a:pt x="1012" y="22552"/>
                  </a:lnTo>
                  <a:lnTo>
                    <a:pt x="1750" y="18323"/>
                  </a:lnTo>
                  <a:lnTo>
                    <a:pt x="0" y="17280"/>
                  </a:lnTo>
                  <a:lnTo>
                    <a:pt x="1824" y="11526"/>
                  </a:lnTo>
                  <a:lnTo>
                    <a:pt x="2126" y="7998"/>
                  </a:lnTo>
                  <a:lnTo>
                    <a:pt x="1397" y="3668"/>
                  </a:lnTo>
                  <a:lnTo>
                    <a:pt x="2096" y="260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h212"/>
            <p:cNvSpPr/>
            <p:nvPr/>
          </p:nvSpPr>
          <p:spPr>
            <a:xfrm>
              <a:off x="2096354" y="3090459"/>
              <a:ext cx="41840" cy="59694"/>
            </a:xfrm>
            <a:custGeom>
              <a:avLst/>
              <a:pathLst>
                <a:path w="41840" h="59694">
                  <a:moveTo>
                    <a:pt x="20865" y="967"/>
                  </a:moveTo>
                  <a:lnTo>
                    <a:pt x="20910" y="1606"/>
                  </a:lnTo>
                  <a:lnTo>
                    <a:pt x="19305" y="7323"/>
                  </a:lnTo>
                  <a:lnTo>
                    <a:pt x="18968" y="12011"/>
                  </a:lnTo>
                  <a:lnTo>
                    <a:pt x="23368" y="15740"/>
                  </a:lnTo>
                  <a:lnTo>
                    <a:pt x="25010" y="15919"/>
                  </a:lnTo>
                  <a:lnTo>
                    <a:pt x="31520" y="12742"/>
                  </a:lnTo>
                  <a:lnTo>
                    <a:pt x="34068" y="14443"/>
                  </a:lnTo>
                  <a:lnTo>
                    <a:pt x="39000" y="14477"/>
                  </a:lnTo>
                  <a:lnTo>
                    <a:pt x="40909" y="19591"/>
                  </a:lnTo>
                  <a:lnTo>
                    <a:pt x="38194" y="26643"/>
                  </a:lnTo>
                  <a:lnTo>
                    <a:pt x="37267" y="32636"/>
                  </a:lnTo>
                  <a:lnTo>
                    <a:pt x="37737" y="34284"/>
                  </a:lnTo>
                  <a:lnTo>
                    <a:pt x="39374" y="35438"/>
                  </a:lnTo>
                  <a:lnTo>
                    <a:pt x="41510" y="38710"/>
                  </a:lnTo>
                  <a:lnTo>
                    <a:pt x="41840" y="47631"/>
                  </a:lnTo>
                  <a:lnTo>
                    <a:pt x="35155" y="54812"/>
                  </a:lnTo>
                  <a:lnTo>
                    <a:pt x="33078" y="55195"/>
                  </a:lnTo>
                  <a:lnTo>
                    <a:pt x="31711" y="57027"/>
                  </a:lnTo>
                  <a:lnTo>
                    <a:pt x="31231" y="59694"/>
                  </a:lnTo>
                  <a:lnTo>
                    <a:pt x="30148" y="59188"/>
                  </a:lnTo>
                  <a:lnTo>
                    <a:pt x="29368" y="52490"/>
                  </a:lnTo>
                  <a:lnTo>
                    <a:pt x="29763" y="45891"/>
                  </a:lnTo>
                  <a:lnTo>
                    <a:pt x="28952" y="42288"/>
                  </a:lnTo>
                  <a:lnTo>
                    <a:pt x="26545" y="39117"/>
                  </a:lnTo>
                  <a:lnTo>
                    <a:pt x="23521" y="39106"/>
                  </a:lnTo>
                  <a:lnTo>
                    <a:pt x="22436" y="35428"/>
                  </a:lnTo>
                  <a:lnTo>
                    <a:pt x="13353" y="31082"/>
                  </a:lnTo>
                  <a:lnTo>
                    <a:pt x="7024" y="33688"/>
                  </a:lnTo>
                  <a:lnTo>
                    <a:pt x="5059" y="32330"/>
                  </a:lnTo>
                  <a:lnTo>
                    <a:pt x="5316" y="30949"/>
                  </a:lnTo>
                  <a:lnTo>
                    <a:pt x="0" y="24684"/>
                  </a:lnTo>
                  <a:lnTo>
                    <a:pt x="4071" y="22251"/>
                  </a:lnTo>
                  <a:lnTo>
                    <a:pt x="5446" y="19634"/>
                  </a:lnTo>
                  <a:lnTo>
                    <a:pt x="6368" y="11503"/>
                  </a:lnTo>
                  <a:lnTo>
                    <a:pt x="12129" y="8926"/>
                  </a:lnTo>
                  <a:lnTo>
                    <a:pt x="1858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h213"/>
            <p:cNvSpPr/>
            <p:nvPr/>
          </p:nvSpPr>
          <p:spPr>
            <a:xfrm>
              <a:off x="2114944" y="3069152"/>
              <a:ext cx="24023" cy="37225"/>
            </a:xfrm>
            <a:custGeom>
              <a:avLst/>
              <a:pathLst>
                <a:path w="24023" h="37225">
                  <a:moveTo>
                    <a:pt x="8170" y="1814"/>
                  </a:moveTo>
                  <a:lnTo>
                    <a:pt x="18649" y="14830"/>
                  </a:lnTo>
                  <a:lnTo>
                    <a:pt x="24023" y="19972"/>
                  </a:lnTo>
                  <a:lnTo>
                    <a:pt x="22916" y="23588"/>
                  </a:lnTo>
                  <a:lnTo>
                    <a:pt x="21650" y="25015"/>
                  </a:lnTo>
                  <a:lnTo>
                    <a:pt x="21019" y="32566"/>
                  </a:lnTo>
                  <a:lnTo>
                    <a:pt x="20410" y="35784"/>
                  </a:lnTo>
                  <a:lnTo>
                    <a:pt x="15479" y="35750"/>
                  </a:lnTo>
                  <a:lnTo>
                    <a:pt x="12931" y="34049"/>
                  </a:lnTo>
                  <a:lnTo>
                    <a:pt x="6421" y="37225"/>
                  </a:lnTo>
                  <a:lnTo>
                    <a:pt x="4779" y="37047"/>
                  </a:lnTo>
                  <a:lnTo>
                    <a:pt x="379" y="33318"/>
                  </a:lnTo>
                  <a:lnTo>
                    <a:pt x="715" y="28630"/>
                  </a:lnTo>
                  <a:lnTo>
                    <a:pt x="2320" y="22912"/>
                  </a:lnTo>
                  <a:lnTo>
                    <a:pt x="2276" y="22273"/>
                  </a:lnTo>
                  <a:lnTo>
                    <a:pt x="0" y="21306"/>
                  </a:lnTo>
                  <a:lnTo>
                    <a:pt x="3913" y="10897"/>
                  </a:lnTo>
                  <a:lnTo>
                    <a:pt x="4078" y="7910"/>
                  </a:lnTo>
                  <a:lnTo>
                    <a:pt x="2949" y="7769"/>
                  </a:lnTo>
                  <a:lnTo>
                    <a:pt x="871" y="7447"/>
                  </a:lnTo>
                  <a:lnTo>
                    <a:pt x="1499" y="3412"/>
                  </a:lnTo>
                  <a:lnTo>
                    <a:pt x="855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h214"/>
            <p:cNvSpPr/>
            <p:nvPr/>
          </p:nvSpPr>
          <p:spPr>
            <a:xfrm>
              <a:off x="2046778" y="3067276"/>
              <a:ext cx="42977" cy="33038"/>
            </a:xfrm>
            <a:custGeom>
              <a:avLst/>
              <a:pathLst>
                <a:path w="42977" h="33038">
                  <a:moveTo>
                    <a:pt x="22070" y="31"/>
                  </a:moveTo>
                  <a:lnTo>
                    <a:pt x="32812" y="5882"/>
                  </a:lnTo>
                  <a:lnTo>
                    <a:pt x="40903" y="8565"/>
                  </a:lnTo>
                  <a:lnTo>
                    <a:pt x="42641" y="10113"/>
                  </a:lnTo>
                  <a:lnTo>
                    <a:pt x="42977" y="18729"/>
                  </a:lnTo>
                  <a:lnTo>
                    <a:pt x="40815" y="20581"/>
                  </a:lnTo>
                  <a:lnTo>
                    <a:pt x="39443" y="20703"/>
                  </a:lnTo>
                  <a:lnTo>
                    <a:pt x="33098" y="17969"/>
                  </a:lnTo>
                  <a:lnTo>
                    <a:pt x="30587" y="17779"/>
                  </a:lnTo>
                  <a:lnTo>
                    <a:pt x="24489" y="27024"/>
                  </a:lnTo>
                  <a:lnTo>
                    <a:pt x="21708" y="25130"/>
                  </a:lnTo>
                  <a:lnTo>
                    <a:pt x="20303" y="25698"/>
                  </a:lnTo>
                  <a:lnTo>
                    <a:pt x="19869" y="28421"/>
                  </a:lnTo>
                  <a:lnTo>
                    <a:pt x="21816" y="29275"/>
                  </a:lnTo>
                  <a:lnTo>
                    <a:pt x="24115" y="29013"/>
                  </a:lnTo>
                  <a:lnTo>
                    <a:pt x="24082" y="29901"/>
                  </a:lnTo>
                  <a:lnTo>
                    <a:pt x="22566" y="32017"/>
                  </a:lnTo>
                  <a:lnTo>
                    <a:pt x="19478" y="33038"/>
                  </a:lnTo>
                  <a:lnTo>
                    <a:pt x="13394" y="31601"/>
                  </a:lnTo>
                  <a:lnTo>
                    <a:pt x="6769" y="28059"/>
                  </a:lnTo>
                  <a:lnTo>
                    <a:pt x="0" y="25858"/>
                  </a:lnTo>
                  <a:lnTo>
                    <a:pt x="333" y="25420"/>
                  </a:lnTo>
                  <a:lnTo>
                    <a:pt x="4932" y="25241"/>
                  </a:lnTo>
                  <a:lnTo>
                    <a:pt x="12893" y="23300"/>
                  </a:lnTo>
                  <a:lnTo>
                    <a:pt x="11639" y="18758"/>
                  </a:lnTo>
                  <a:lnTo>
                    <a:pt x="14650" y="15200"/>
                  </a:lnTo>
                  <a:lnTo>
                    <a:pt x="17084" y="13683"/>
                  </a:lnTo>
                  <a:lnTo>
                    <a:pt x="18439" y="8616"/>
                  </a:lnTo>
                  <a:lnTo>
                    <a:pt x="17625" y="7259"/>
                  </a:lnTo>
                  <a:lnTo>
                    <a:pt x="19590" y="1841"/>
                  </a:lnTo>
                  <a:lnTo>
                    <a:pt x="2083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h215"/>
            <p:cNvSpPr/>
            <p:nvPr/>
          </p:nvSpPr>
          <p:spPr>
            <a:xfrm>
              <a:off x="2059291" y="3112691"/>
              <a:ext cx="28212" cy="37823"/>
            </a:xfrm>
            <a:custGeom>
              <a:avLst/>
              <a:pathLst>
                <a:path w="28212" h="37823">
                  <a:moveTo>
                    <a:pt x="10777" y="0"/>
                  </a:moveTo>
                  <a:lnTo>
                    <a:pt x="14661" y="2510"/>
                  </a:lnTo>
                  <a:lnTo>
                    <a:pt x="20242" y="4706"/>
                  </a:lnTo>
                  <a:lnTo>
                    <a:pt x="23157" y="4509"/>
                  </a:lnTo>
                  <a:lnTo>
                    <a:pt x="28212" y="7363"/>
                  </a:lnTo>
                  <a:lnTo>
                    <a:pt x="26059" y="14180"/>
                  </a:lnTo>
                  <a:lnTo>
                    <a:pt x="25726" y="25712"/>
                  </a:lnTo>
                  <a:lnTo>
                    <a:pt x="24939" y="26744"/>
                  </a:lnTo>
                  <a:lnTo>
                    <a:pt x="23503" y="26399"/>
                  </a:lnTo>
                  <a:lnTo>
                    <a:pt x="20774" y="35960"/>
                  </a:lnTo>
                  <a:lnTo>
                    <a:pt x="19615" y="37524"/>
                  </a:lnTo>
                  <a:lnTo>
                    <a:pt x="18270" y="37823"/>
                  </a:lnTo>
                  <a:lnTo>
                    <a:pt x="0" y="27124"/>
                  </a:lnTo>
                  <a:lnTo>
                    <a:pt x="2590" y="21528"/>
                  </a:lnTo>
                  <a:lnTo>
                    <a:pt x="11346" y="18306"/>
                  </a:lnTo>
                  <a:lnTo>
                    <a:pt x="11515" y="11148"/>
                  </a:lnTo>
                  <a:lnTo>
                    <a:pt x="6803" y="6511"/>
                  </a:lnTo>
                  <a:lnTo>
                    <a:pt x="6670" y="2521"/>
                  </a:lnTo>
                  <a:lnTo>
                    <a:pt x="7760" y="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h216"/>
            <p:cNvSpPr/>
            <p:nvPr/>
          </p:nvSpPr>
          <p:spPr>
            <a:xfrm>
              <a:off x="2066256" y="3092407"/>
              <a:ext cx="36466" cy="34550"/>
            </a:xfrm>
            <a:custGeom>
              <a:avLst/>
              <a:pathLst>
                <a:path w="36466" h="34550">
                  <a:moveTo>
                    <a:pt x="5011" y="1893"/>
                  </a:moveTo>
                  <a:lnTo>
                    <a:pt x="17144" y="4587"/>
                  </a:lnTo>
                  <a:lnTo>
                    <a:pt x="21496" y="7053"/>
                  </a:lnTo>
                  <a:lnTo>
                    <a:pt x="28350" y="7667"/>
                  </a:lnTo>
                  <a:lnTo>
                    <a:pt x="32615" y="6389"/>
                  </a:lnTo>
                  <a:lnTo>
                    <a:pt x="36466" y="9556"/>
                  </a:lnTo>
                  <a:lnTo>
                    <a:pt x="35544" y="17687"/>
                  </a:lnTo>
                  <a:lnTo>
                    <a:pt x="34169" y="20304"/>
                  </a:lnTo>
                  <a:lnTo>
                    <a:pt x="30098" y="22736"/>
                  </a:lnTo>
                  <a:lnTo>
                    <a:pt x="35414" y="29002"/>
                  </a:lnTo>
                  <a:lnTo>
                    <a:pt x="35157" y="30383"/>
                  </a:lnTo>
                  <a:lnTo>
                    <a:pt x="34575" y="32853"/>
                  </a:lnTo>
                  <a:lnTo>
                    <a:pt x="26014" y="34550"/>
                  </a:lnTo>
                  <a:lnTo>
                    <a:pt x="26236" y="29959"/>
                  </a:lnTo>
                  <a:lnTo>
                    <a:pt x="22782" y="24556"/>
                  </a:lnTo>
                  <a:lnTo>
                    <a:pt x="21247" y="27648"/>
                  </a:lnTo>
                  <a:lnTo>
                    <a:pt x="16193" y="24793"/>
                  </a:lnTo>
                  <a:lnTo>
                    <a:pt x="13277" y="24991"/>
                  </a:lnTo>
                  <a:lnTo>
                    <a:pt x="7696" y="22794"/>
                  </a:lnTo>
                  <a:lnTo>
                    <a:pt x="3812" y="20284"/>
                  </a:lnTo>
                  <a:lnTo>
                    <a:pt x="795" y="20294"/>
                  </a:lnTo>
                  <a:lnTo>
                    <a:pt x="4189" y="15919"/>
                  </a:lnTo>
                  <a:lnTo>
                    <a:pt x="4206" y="12343"/>
                  </a:lnTo>
                  <a:lnTo>
                    <a:pt x="2038" y="11753"/>
                  </a:lnTo>
                  <a:lnTo>
                    <a:pt x="0" y="7907"/>
                  </a:lnTo>
                  <a:lnTo>
                    <a:pt x="3087" y="6886"/>
                  </a:lnTo>
                  <a:lnTo>
                    <a:pt x="4604" y="4770"/>
                  </a:lnTo>
                  <a:lnTo>
                    <a:pt x="4636" y="3882"/>
                  </a:lnTo>
                  <a:lnTo>
                    <a:pt x="2337" y="4144"/>
                  </a:lnTo>
                  <a:lnTo>
                    <a:pt x="391" y="3290"/>
                  </a:lnTo>
                  <a:lnTo>
                    <a:pt x="825" y="567"/>
                  </a:lnTo>
                  <a:lnTo>
                    <a:pt x="222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h217"/>
            <p:cNvSpPr/>
            <p:nvPr/>
          </p:nvSpPr>
          <p:spPr>
            <a:xfrm>
              <a:off x="2071267" y="3076922"/>
              <a:ext cx="47755" cy="25041"/>
            </a:xfrm>
            <a:custGeom>
              <a:avLst/>
              <a:pathLst>
                <a:path w="47755" h="25041">
                  <a:moveTo>
                    <a:pt x="47755" y="141"/>
                  </a:moveTo>
                  <a:lnTo>
                    <a:pt x="47589" y="3127"/>
                  </a:lnTo>
                  <a:lnTo>
                    <a:pt x="43676" y="13537"/>
                  </a:lnTo>
                  <a:lnTo>
                    <a:pt x="37216" y="22464"/>
                  </a:lnTo>
                  <a:lnTo>
                    <a:pt x="31455" y="25041"/>
                  </a:lnTo>
                  <a:lnTo>
                    <a:pt x="27603" y="21874"/>
                  </a:lnTo>
                  <a:lnTo>
                    <a:pt x="23339" y="23152"/>
                  </a:lnTo>
                  <a:lnTo>
                    <a:pt x="16485" y="22538"/>
                  </a:lnTo>
                  <a:lnTo>
                    <a:pt x="12133" y="20072"/>
                  </a:lnTo>
                  <a:lnTo>
                    <a:pt x="0" y="17378"/>
                  </a:lnTo>
                  <a:lnTo>
                    <a:pt x="6098" y="8133"/>
                  </a:lnTo>
                  <a:lnTo>
                    <a:pt x="8609" y="8323"/>
                  </a:lnTo>
                  <a:lnTo>
                    <a:pt x="14954" y="11057"/>
                  </a:lnTo>
                  <a:lnTo>
                    <a:pt x="16325" y="10935"/>
                  </a:lnTo>
                  <a:lnTo>
                    <a:pt x="18395" y="10012"/>
                  </a:lnTo>
                  <a:lnTo>
                    <a:pt x="21524" y="10732"/>
                  </a:lnTo>
                  <a:lnTo>
                    <a:pt x="35059" y="18039"/>
                  </a:lnTo>
                  <a:lnTo>
                    <a:pt x="40674" y="11287"/>
                  </a:lnTo>
                  <a:lnTo>
                    <a:pt x="44058" y="2623"/>
                  </a:lnTo>
                  <a:lnTo>
                    <a:pt x="4662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h218"/>
            <p:cNvSpPr/>
            <p:nvPr/>
          </p:nvSpPr>
          <p:spPr>
            <a:xfrm>
              <a:off x="2086564" y="3066040"/>
              <a:ext cx="36933" cy="28921"/>
            </a:xfrm>
            <a:custGeom>
              <a:avLst/>
              <a:pathLst>
                <a:path w="36933" h="28921">
                  <a:moveTo>
                    <a:pt x="36933" y="3112"/>
                  </a:moveTo>
                  <a:lnTo>
                    <a:pt x="29879" y="6525"/>
                  </a:lnTo>
                  <a:lnTo>
                    <a:pt x="29251" y="10559"/>
                  </a:lnTo>
                  <a:lnTo>
                    <a:pt x="31329" y="10882"/>
                  </a:lnTo>
                  <a:lnTo>
                    <a:pt x="28761" y="13505"/>
                  </a:lnTo>
                  <a:lnTo>
                    <a:pt x="25377" y="22169"/>
                  </a:lnTo>
                  <a:lnTo>
                    <a:pt x="19763" y="28921"/>
                  </a:lnTo>
                  <a:lnTo>
                    <a:pt x="6227" y="21614"/>
                  </a:lnTo>
                  <a:lnTo>
                    <a:pt x="3098" y="20894"/>
                  </a:lnTo>
                  <a:lnTo>
                    <a:pt x="1029" y="21817"/>
                  </a:lnTo>
                  <a:lnTo>
                    <a:pt x="3191" y="19965"/>
                  </a:lnTo>
                  <a:lnTo>
                    <a:pt x="2855" y="11349"/>
                  </a:lnTo>
                  <a:lnTo>
                    <a:pt x="1117" y="9801"/>
                  </a:lnTo>
                  <a:lnTo>
                    <a:pt x="0" y="7282"/>
                  </a:lnTo>
                  <a:lnTo>
                    <a:pt x="2221" y="6005"/>
                  </a:lnTo>
                  <a:lnTo>
                    <a:pt x="6473" y="10293"/>
                  </a:lnTo>
                  <a:lnTo>
                    <a:pt x="9217" y="9212"/>
                  </a:lnTo>
                  <a:lnTo>
                    <a:pt x="14398" y="10895"/>
                  </a:lnTo>
                  <a:lnTo>
                    <a:pt x="19665" y="8578"/>
                  </a:lnTo>
                  <a:lnTo>
                    <a:pt x="25187" y="4980"/>
                  </a:lnTo>
                  <a:lnTo>
                    <a:pt x="27282" y="2530"/>
                  </a:lnTo>
                  <a:lnTo>
                    <a:pt x="3624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h219"/>
            <p:cNvSpPr/>
            <p:nvPr/>
          </p:nvSpPr>
          <p:spPr>
            <a:xfrm>
              <a:off x="2013573" y="3117993"/>
              <a:ext cx="346" cy="474"/>
            </a:xfrm>
            <a:custGeom>
              <a:avLst/>
              <a:pathLst>
                <a:path w="346" h="474">
                  <a:moveTo>
                    <a:pt x="0" y="161"/>
                  </a:moveTo>
                  <a:lnTo>
                    <a:pt x="346" y="0"/>
                  </a:lnTo>
                  <a:lnTo>
                    <a:pt x="179" y="474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h220"/>
            <p:cNvSpPr/>
            <p:nvPr/>
          </p:nvSpPr>
          <p:spPr>
            <a:xfrm>
              <a:off x="1988622" y="3091294"/>
              <a:ext cx="82184" cy="48521"/>
            </a:xfrm>
            <a:custGeom>
              <a:avLst/>
              <a:pathLst>
                <a:path w="82184" h="48521">
                  <a:moveTo>
                    <a:pt x="64925" y="4040"/>
                  </a:moveTo>
                  <a:lnTo>
                    <a:pt x="71550" y="7583"/>
                  </a:lnTo>
                  <a:lnTo>
                    <a:pt x="77634" y="9020"/>
                  </a:lnTo>
                  <a:lnTo>
                    <a:pt x="79672" y="12865"/>
                  </a:lnTo>
                  <a:lnTo>
                    <a:pt x="81840" y="13455"/>
                  </a:lnTo>
                  <a:lnTo>
                    <a:pt x="81823" y="17031"/>
                  </a:lnTo>
                  <a:lnTo>
                    <a:pt x="78429" y="21406"/>
                  </a:lnTo>
                  <a:lnTo>
                    <a:pt x="77339" y="23918"/>
                  </a:lnTo>
                  <a:lnTo>
                    <a:pt x="77473" y="27908"/>
                  </a:lnTo>
                  <a:lnTo>
                    <a:pt x="82184" y="32545"/>
                  </a:lnTo>
                  <a:lnTo>
                    <a:pt x="82015" y="39703"/>
                  </a:lnTo>
                  <a:lnTo>
                    <a:pt x="73260" y="42925"/>
                  </a:lnTo>
                  <a:lnTo>
                    <a:pt x="70669" y="48521"/>
                  </a:lnTo>
                  <a:lnTo>
                    <a:pt x="50362" y="39739"/>
                  </a:lnTo>
                  <a:lnTo>
                    <a:pt x="44743" y="38164"/>
                  </a:lnTo>
                  <a:lnTo>
                    <a:pt x="46200" y="33635"/>
                  </a:lnTo>
                  <a:lnTo>
                    <a:pt x="47745" y="33316"/>
                  </a:lnTo>
                  <a:lnTo>
                    <a:pt x="47951" y="31408"/>
                  </a:lnTo>
                  <a:lnTo>
                    <a:pt x="46677" y="29028"/>
                  </a:lnTo>
                  <a:lnTo>
                    <a:pt x="41431" y="25489"/>
                  </a:lnTo>
                  <a:lnTo>
                    <a:pt x="38937" y="24990"/>
                  </a:lnTo>
                  <a:lnTo>
                    <a:pt x="31683" y="27842"/>
                  </a:lnTo>
                  <a:lnTo>
                    <a:pt x="24928" y="24104"/>
                  </a:lnTo>
                  <a:lnTo>
                    <a:pt x="10690" y="20396"/>
                  </a:lnTo>
                  <a:lnTo>
                    <a:pt x="0" y="16828"/>
                  </a:lnTo>
                  <a:lnTo>
                    <a:pt x="1318" y="14669"/>
                  </a:lnTo>
                  <a:lnTo>
                    <a:pt x="8010" y="16758"/>
                  </a:lnTo>
                  <a:lnTo>
                    <a:pt x="9601" y="19770"/>
                  </a:lnTo>
                  <a:lnTo>
                    <a:pt x="12456" y="20529"/>
                  </a:lnTo>
                  <a:lnTo>
                    <a:pt x="15202" y="11573"/>
                  </a:lnTo>
                  <a:lnTo>
                    <a:pt x="19698" y="6487"/>
                  </a:lnTo>
                  <a:lnTo>
                    <a:pt x="21008" y="6204"/>
                  </a:lnTo>
                  <a:lnTo>
                    <a:pt x="23719" y="7273"/>
                  </a:lnTo>
                  <a:lnTo>
                    <a:pt x="25859" y="10205"/>
                  </a:lnTo>
                  <a:lnTo>
                    <a:pt x="28235" y="10312"/>
                  </a:lnTo>
                  <a:lnTo>
                    <a:pt x="31542" y="6097"/>
                  </a:lnTo>
                  <a:lnTo>
                    <a:pt x="31536" y="4066"/>
                  </a:lnTo>
                  <a:lnTo>
                    <a:pt x="36111" y="4097"/>
                  </a:lnTo>
                  <a:lnTo>
                    <a:pt x="38037" y="5047"/>
                  </a:lnTo>
                  <a:lnTo>
                    <a:pt x="40982" y="4580"/>
                  </a:lnTo>
                  <a:lnTo>
                    <a:pt x="53786" y="0"/>
                  </a:lnTo>
                  <a:lnTo>
                    <a:pt x="58488" y="1401"/>
                  </a:lnTo>
                  <a:lnTo>
                    <a:pt x="58155" y="1839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h221"/>
            <p:cNvSpPr/>
            <p:nvPr/>
          </p:nvSpPr>
          <p:spPr>
            <a:xfrm>
              <a:off x="1067949" y="3091215"/>
              <a:ext cx="224" cy="251"/>
            </a:xfrm>
            <a:custGeom>
              <a:avLst/>
              <a:pathLst>
                <a:path w="224" h="251">
                  <a:moveTo>
                    <a:pt x="0" y="0"/>
                  </a:moveTo>
                  <a:lnTo>
                    <a:pt x="224" y="251"/>
                  </a:lnTo>
                  <a:lnTo>
                    <a:pt x="2" y="16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h222"/>
            <p:cNvSpPr/>
            <p:nvPr/>
          </p:nvSpPr>
          <p:spPr>
            <a:xfrm>
              <a:off x="1226132" y="3056856"/>
              <a:ext cx="3279" cy="4624"/>
            </a:xfrm>
            <a:custGeom>
              <a:avLst/>
              <a:pathLst>
                <a:path w="3279" h="4624">
                  <a:moveTo>
                    <a:pt x="3279" y="1541"/>
                  </a:moveTo>
                  <a:lnTo>
                    <a:pt x="2528" y="4282"/>
                  </a:lnTo>
                  <a:lnTo>
                    <a:pt x="314" y="4624"/>
                  </a:lnTo>
                  <a:lnTo>
                    <a:pt x="0" y="3130"/>
                  </a:lnTo>
                  <a:lnTo>
                    <a:pt x="1749" y="1832"/>
                  </a:lnTo>
                  <a:lnTo>
                    <a:pt x="2245" y="0"/>
                  </a:lnTo>
                  <a:lnTo>
                    <a:pt x="3043" y="235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h223"/>
            <p:cNvSpPr/>
            <p:nvPr/>
          </p:nvSpPr>
          <p:spPr>
            <a:xfrm>
              <a:off x="725098" y="3146008"/>
              <a:ext cx="10041" cy="4180"/>
            </a:xfrm>
            <a:custGeom>
              <a:avLst/>
              <a:pathLst>
                <a:path w="10041" h="4180">
                  <a:moveTo>
                    <a:pt x="4846" y="962"/>
                  </a:moveTo>
                  <a:lnTo>
                    <a:pt x="9017" y="651"/>
                  </a:lnTo>
                  <a:lnTo>
                    <a:pt x="10041" y="2038"/>
                  </a:lnTo>
                  <a:lnTo>
                    <a:pt x="8026" y="3586"/>
                  </a:lnTo>
                  <a:lnTo>
                    <a:pt x="830" y="4180"/>
                  </a:lnTo>
                  <a:lnTo>
                    <a:pt x="0" y="3199"/>
                  </a:lnTo>
                  <a:lnTo>
                    <a:pt x="604" y="672"/>
                  </a:lnTo>
                  <a:lnTo>
                    <a:pt x="306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h224"/>
            <p:cNvSpPr/>
            <p:nvPr/>
          </p:nvSpPr>
          <p:spPr>
            <a:xfrm>
              <a:off x="2077562" y="3116963"/>
              <a:ext cx="43971" cy="57659"/>
            </a:xfrm>
            <a:custGeom>
              <a:avLst/>
              <a:pathLst>
                <a:path w="43971" h="57659">
                  <a:moveTo>
                    <a:pt x="23269" y="8296"/>
                  </a:moveTo>
                  <a:lnTo>
                    <a:pt x="23851" y="5826"/>
                  </a:lnTo>
                  <a:lnTo>
                    <a:pt x="25817" y="7184"/>
                  </a:lnTo>
                  <a:lnTo>
                    <a:pt x="25118" y="8246"/>
                  </a:lnTo>
                  <a:lnTo>
                    <a:pt x="25847" y="12577"/>
                  </a:lnTo>
                  <a:lnTo>
                    <a:pt x="25545" y="16105"/>
                  </a:lnTo>
                  <a:lnTo>
                    <a:pt x="23720" y="21859"/>
                  </a:lnTo>
                  <a:lnTo>
                    <a:pt x="25471" y="22902"/>
                  </a:lnTo>
                  <a:lnTo>
                    <a:pt x="24733" y="27130"/>
                  </a:lnTo>
                  <a:lnTo>
                    <a:pt x="25491" y="27803"/>
                  </a:lnTo>
                  <a:lnTo>
                    <a:pt x="30383" y="28278"/>
                  </a:lnTo>
                  <a:lnTo>
                    <a:pt x="34525" y="31415"/>
                  </a:lnTo>
                  <a:lnTo>
                    <a:pt x="37673" y="35375"/>
                  </a:lnTo>
                  <a:lnTo>
                    <a:pt x="43434" y="39165"/>
                  </a:lnTo>
                  <a:lnTo>
                    <a:pt x="43971" y="42419"/>
                  </a:lnTo>
                  <a:lnTo>
                    <a:pt x="41700" y="44780"/>
                  </a:lnTo>
                  <a:lnTo>
                    <a:pt x="36551" y="46033"/>
                  </a:lnTo>
                  <a:lnTo>
                    <a:pt x="34203" y="48277"/>
                  </a:lnTo>
                  <a:lnTo>
                    <a:pt x="29043" y="57659"/>
                  </a:lnTo>
                  <a:lnTo>
                    <a:pt x="20950" y="49036"/>
                  </a:lnTo>
                  <a:lnTo>
                    <a:pt x="3090" y="36564"/>
                  </a:lnTo>
                  <a:lnTo>
                    <a:pt x="0" y="33551"/>
                  </a:lnTo>
                  <a:lnTo>
                    <a:pt x="1344" y="33252"/>
                  </a:lnTo>
                  <a:lnTo>
                    <a:pt x="2503" y="31688"/>
                  </a:lnTo>
                  <a:lnTo>
                    <a:pt x="5233" y="22127"/>
                  </a:lnTo>
                  <a:lnTo>
                    <a:pt x="6668" y="22472"/>
                  </a:lnTo>
                  <a:lnTo>
                    <a:pt x="7455" y="21440"/>
                  </a:lnTo>
                  <a:lnTo>
                    <a:pt x="7789" y="9908"/>
                  </a:lnTo>
                  <a:lnTo>
                    <a:pt x="9941" y="3091"/>
                  </a:lnTo>
                  <a:lnTo>
                    <a:pt x="11476" y="0"/>
                  </a:lnTo>
                  <a:lnTo>
                    <a:pt x="14930" y="5402"/>
                  </a:lnTo>
                  <a:lnTo>
                    <a:pt x="14708" y="999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h225"/>
            <p:cNvSpPr/>
            <p:nvPr/>
          </p:nvSpPr>
          <p:spPr>
            <a:xfrm>
              <a:off x="1193344" y="3117495"/>
              <a:ext cx="16338" cy="18874"/>
            </a:xfrm>
            <a:custGeom>
              <a:avLst/>
              <a:pathLst>
                <a:path w="16338" h="18874">
                  <a:moveTo>
                    <a:pt x="16338" y="8873"/>
                  </a:moveTo>
                  <a:lnTo>
                    <a:pt x="15215" y="17442"/>
                  </a:lnTo>
                  <a:lnTo>
                    <a:pt x="11283" y="18874"/>
                  </a:lnTo>
                  <a:lnTo>
                    <a:pt x="10491" y="18226"/>
                  </a:lnTo>
                  <a:lnTo>
                    <a:pt x="10837" y="17244"/>
                  </a:lnTo>
                  <a:lnTo>
                    <a:pt x="9081" y="15306"/>
                  </a:lnTo>
                  <a:lnTo>
                    <a:pt x="4690" y="14051"/>
                  </a:lnTo>
                  <a:lnTo>
                    <a:pt x="0" y="9392"/>
                  </a:lnTo>
                  <a:lnTo>
                    <a:pt x="261" y="5737"/>
                  </a:lnTo>
                  <a:lnTo>
                    <a:pt x="8096" y="0"/>
                  </a:lnTo>
                  <a:lnTo>
                    <a:pt x="10104" y="101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h226"/>
            <p:cNvSpPr/>
            <p:nvPr/>
          </p:nvSpPr>
          <p:spPr>
            <a:xfrm>
              <a:off x="3552703" y="3412665"/>
              <a:ext cx="45734" cy="72202"/>
            </a:xfrm>
            <a:custGeom>
              <a:avLst/>
              <a:pathLst>
                <a:path w="45734" h="72202">
                  <a:moveTo>
                    <a:pt x="5438" y="1192"/>
                  </a:moveTo>
                  <a:lnTo>
                    <a:pt x="7471" y="6358"/>
                  </a:lnTo>
                  <a:lnTo>
                    <a:pt x="14967" y="8787"/>
                  </a:lnTo>
                  <a:lnTo>
                    <a:pt x="19634" y="8749"/>
                  </a:lnTo>
                  <a:lnTo>
                    <a:pt x="19490" y="14194"/>
                  </a:lnTo>
                  <a:lnTo>
                    <a:pt x="22763" y="17866"/>
                  </a:lnTo>
                  <a:lnTo>
                    <a:pt x="31439" y="20758"/>
                  </a:lnTo>
                  <a:lnTo>
                    <a:pt x="35292" y="24258"/>
                  </a:lnTo>
                  <a:lnTo>
                    <a:pt x="37043" y="26061"/>
                  </a:lnTo>
                  <a:lnTo>
                    <a:pt x="38064" y="28800"/>
                  </a:lnTo>
                  <a:lnTo>
                    <a:pt x="37992" y="33752"/>
                  </a:lnTo>
                  <a:lnTo>
                    <a:pt x="41186" y="35145"/>
                  </a:lnTo>
                  <a:lnTo>
                    <a:pt x="38034" y="39635"/>
                  </a:lnTo>
                  <a:lnTo>
                    <a:pt x="42783" y="45011"/>
                  </a:lnTo>
                  <a:lnTo>
                    <a:pt x="45734" y="50228"/>
                  </a:lnTo>
                  <a:lnTo>
                    <a:pt x="42340" y="48914"/>
                  </a:lnTo>
                  <a:lnTo>
                    <a:pt x="35287" y="52991"/>
                  </a:lnTo>
                  <a:lnTo>
                    <a:pt x="33748" y="59768"/>
                  </a:lnTo>
                  <a:lnTo>
                    <a:pt x="35227" y="63070"/>
                  </a:lnTo>
                  <a:lnTo>
                    <a:pt x="34623" y="64251"/>
                  </a:lnTo>
                  <a:lnTo>
                    <a:pt x="32449" y="65542"/>
                  </a:lnTo>
                  <a:lnTo>
                    <a:pt x="27990" y="63026"/>
                  </a:lnTo>
                  <a:lnTo>
                    <a:pt x="24023" y="67717"/>
                  </a:lnTo>
                  <a:lnTo>
                    <a:pt x="23913" y="69122"/>
                  </a:lnTo>
                  <a:lnTo>
                    <a:pt x="25135" y="69719"/>
                  </a:lnTo>
                  <a:lnTo>
                    <a:pt x="24070" y="71823"/>
                  </a:lnTo>
                  <a:lnTo>
                    <a:pt x="20362" y="72030"/>
                  </a:lnTo>
                  <a:lnTo>
                    <a:pt x="15500" y="72202"/>
                  </a:lnTo>
                  <a:lnTo>
                    <a:pt x="14419" y="65661"/>
                  </a:lnTo>
                  <a:lnTo>
                    <a:pt x="21336" y="60901"/>
                  </a:lnTo>
                  <a:lnTo>
                    <a:pt x="25175" y="56258"/>
                  </a:lnTo>
                  <a:lnTo>
                    <a:pt x="26144" y="54569"/>
                  </a:lnTo>
                  <a:lnTo>
                    <a:pt x="26196" y="48899"/>
                  </a:lnTo>
                  <a:lnTo>
                    <a:pt x="24299" y="45551"/>
                  </a:lnTo>
                  <a:lnTo>
                    <a:pt x="22468" y="47659"/>
                  </a:lnTo>
                  <a:lnTo>
                    <a:pt x="15764" y="41697"/>
                  </a:lnTo>
                  <a:lnTo>
                    <a:pt x="8828" y="38976"/>
                  </a:lnTo>
                  <a:lnTo>
                    <a:pt x="7722" y="39140"/>
                  </a:lnTo>
                  <a:lnTo>
                    <a:pt x="7968" y="43146"/>
                  </a:lnTo>
                  <a:lnTo>
                    <a:pt x="5703" y="45066"/>
                  </a:lnTo>
                  <a:lnTo>
                    <a:pt x="5059" y="42061"/>
                  </a:lnTo>
                  <a:lnTo>
                    <a:pt x="6201" y="40604"/>
                  </a:lnTo>
                  <a:lnTo>
                    <a:pt x="4860" y="38397"/>
                  </a:lnTo>
                  <a:lnTo>
                    <a:pt x="3700" y="37841"/>
                  </a:lnTo>
                  <a:lnTo>
                    <a:pt x="4611" y="34999"/>
                  </a:lnTo>
                  <a:lnTo>
                    <a:pt x="9116" y="34114"/>
                  </a:lnTo>
                  <a:lnTo>
                    <a:pt x="3712" y="27700"/>
                  </a:lnTo>
                  <a:lnTo>
                    <a:pt x="3655" y="20335"/>
                  </a:lnTo>
                  <a:lnTo>
                    <a:pt x="5156" y="17934"/>
                  </a:lnTo>
                  <a:lnTo>
                    <a:pt x="1867" y="14268"/>
                  </a:lnTo>
                  <a:lnTo>
                    <a:pt x="3388" y="12604"/>
                  </a:lnTo>
                  <a:lnTo>
                    <a:pt x="2130" y="8477"/>
                  </a:lnTo>
                  <a:lnTo>
                    <a:pt x="163" y="5433"/>
                  </a:lnTo>
                  <a:lnTo>
                    <a:pt x="0" y="3340"/>
                  </a:lnTo>
                  <a:lnTo>
                    <a:pt x="442" y="312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h227"/>
            <p:cNvSpPr/>
            <p:nvPr/>
          </p:nvSpPr>
          <p:spPr>
            <a:xfrm>
              <a:off x="3441697" y="3325818"/>
              <a:ext cx="11505" cy="16742"/>
            </a:xfrm>
            <a:custGeom>
              <a:avLst/>
              <a:pathLst>
                <a:path w="11505" h="16742">
                  <a:moveTo>
                    <a:pt x="5587" y="0"/>
                  </a:moveTo>
                  <a:lnTo>
                    <a:pt x="8315" y="3123"/>
                  </a:lnTo>
                  <a:lnTo>
                    <a:pt x="11505" y="9469"/>
                  </a:lnTo>
                  <a:lnTo>
                    <a:pt x="10531" y="12501"/>
                  </a:lnTo>
                  <a:lnTo>
                    <a:pt x="5795" y="16742"/>
                  </a:lnTo>
                  <a:lnTo>
                    <a:pt x="6892" y="14310"/>
                  </a:lnTo>
                  <a:lnTo>
                    <a:pt x="4690" y="12772"/>
                  </a:lnTo>
                  <a:lnTo>
                    <a:pt x="756" y="12059"/>
                  </a:lnTo>
                  <a:lnTo>
                    <a:pt x="2389" y="11070"/>
                  </a:lnTo>
                  <a:lnTo>
                    <a:pt x="4550" y="11090"/>
                  </a:lnTo>
                  <a:lnTo>
                    <a:pt x="4920" y="9121"/>
                  </a:lnTo>
                  <a:lnTo>
                    <a:pt x="2762" y="5178"/>
                  </a:lnTo>
                  <a:lnTo>
                    <a:pt x="0" y="264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h228"/>
            <p:cNvSpPr/>
            <p:nvPr/>
          </p:nvSpPr>
          <p:spPr>
            <a:xfrm>
              <a:off x="3456807" y="3458492"/>
              <a:ext cx="104049" cy="77315"/>
            </a:xfrm>
            <a:custGeom>
              <a:avLst/>
              <a:pathLst>
                <a:path w="104049" h="77315">
                  <a:moveTo>
                    <a:pt x="29906" y="824"/>
                  </a:moveTo>
                  <a:lnTo>
                    <a:pt x="34712" y="1674"/>
                  </a:lnTo>
                  <a:lnTo>
                    <a:pt x="38827" y="1147"/>
                  </a:lnTo>
                  <a:lnTo>
                    <a:pt x="40729" y="2791"/>
                  </a:lnTo>
                  <a:lnTo>
                    <a:pt x="40961" y="5018"/>
                  </a:lnTo>
                  <a:lnTo>
                    <a:pt x="40153" y="5328"/>
                  </a:lnTo>
                  <a:lnTo>
                    <a:pt x="43576" y="8096"/>
                  </a:lnTo>
                  <a:lnTo>
                    <a:pt x="51059" y="5640"/>
                  </a:lnTo>
                  <a:lnTo>
                    <a:pt x="57219" y="8968"/>
                  </a:lnTo>
                  <a:lnTo>
                    <a:pt x="64050" y="11540"/>
                  </a:lnTo>
                  <a:lnTo>
                    <a:pt x="67793" y="14241"/>
                  </a:lnTo>
                  <a:lnTo>
                    <a:pt x="73523" y="11887"/>
                  </a:lnTo>
                  <a:lnTo>
                    <a:pt x="80158" y="11625"/>
                  </a:lnTo>
                  <a:lnTo>
                    <a:pt x="80185" y="12767"/>
                  </a:lnTo>
                  <a:lnTo>
                    <a:pt x="70654" y="16523"/>
                  </a:lnTo>
                  <a:lnTo>
                    <a:pt x="73580" y="20929"/>
                  </a:lnTo>
                  <a:lnTo>
                    <a:pt x="75499" y="22325"/>
                  </a:lnTo>
                  <a:lnTo>
                    <a:pt x="88711" y="27819"/>
                  </a:lnTo>
                  <a:lnTo>
                    <a:pt x="100886" y="30557"/>
                  </a:lnTo>
                  <a:lnTo>
                    <a:pt x="104049" y="33931"/>
                  </a:lnTo>
                  <a:lnTo>
                    <a:pt x="101370" y="34353"/>
                  </a:lnTo>
                  <a:lnTo>
                    <a:pt x="99739" y="36431"/>
                  </a:lnTo>
                  <a:lnTo>
                    <a:pt x="96974" y="39260"/>
                  </a:lnTo>
                  <a:lnTo>
                    <a:pt x="94054" y="45593"/>
                  </a:lnTo>
                  <a:lnTo>
                    <a:pt x="96490" y="46998"/>
                  </a:lnTo>
                  <a:lnTo>
                    <a:pt x="94774" y="51407"/>
                  </a:lnTo>
                  <a:lnTo>
                    <a:pt x="85953" y="45980"/>
                  </a:lnTo>
                  <a:lnTo>
                    <a:pt x="80004" y="43304"/>
                  </a:lnTo>
                  <a:lnTo>
                    <a:pt x="76453" y="40188"/>
                  </a:lnTo>
                  <a:lnTo>
                    <a:pt x="72505" y="46031"/>
                  </a:lnTo>
                  <a:lnTo>
                    <a:pt x="67606" y="48333"/>
                  </a:lnTo>
                  <a:lnTo>
                    <a:pt x="65602" y="50127"/>
                  </a:lnTo>
                  <a:lnTo>
                    <a:pt x="64585" y="46408"/>
                  </a:lnTo>
                  <a:lnTo>
                    <a:pt x="57904" y="44312"/>
                  </a:lnTo>
                  <a:lnTo>
                    <a:pt x="42260" y="53914"/>
                  </a:lnTo>
                  <a:lnTo>
                    <a:pt x="41133" y="55722"/>
                  </a:lnTo>
                  <a:lnTo>
                    <a:pt x="44347" y="56117"/>
                  </a:lnTo>
                  <a:lnTo>
                    <a:pt x="40313" y="60669"/>
                  </a:lnTo>
                  <a:lnTo>
                    <a:pt x="39512" y="62790"/>
                  </a:lnTo>
                  <a:lnTo>
                    <a:pt x="39128" y="65573"/>
                  </a:lnTo>
                  <a:lnTo>
                    <a:pt x="42906" y="68678"/>
                  </a:lnTo>
                  <a:lnTo>
                    <a:pt x="39884" y="77244"/>
                  </a:lnTo>
                  <a:lnTo>
                    <a:pt x="33671" y="76987"/>
                  </a:lnTo>
                  <a:lnTo>
                    <a:pt x="31350" y="76091"/>
                  </a:lnTo>
                  <a:lnTo>
                    <a:pt x="30791" y="73670"/>
                  </a:lnTo>
                  <a:lnTo>
                    <a:pt x="22735" y="77315"/>
                  </a:lnTo>
                  <a:lnTo>
                    <a:pt x="19796" y="75021"/>
                  </a:lnTo>
                  <a:lnTo>
                    <a:pt x="18281" y="71154"/>
                  </a:lnTo>
                  <a:lnTo>
                    <a:pt x="14744" y="70520"/>
                  </a:lnTo>
                  <a:lnTo>
                    <a:pt x="11959" y="71409"/>
                  </a:lnTo>
                  <a:lnTo>
                    <a:pt x="10086" y="70278"/>
                  </a:lnTo>
                  <a:lnTo>
                    <a:pt x="9478" y="66833"/>
                  </a:lnTo>
                  <a:lnTo>
                    <a:pt x="3909" y="67611"/>
                  </a:lnTo>
                  <a:lnTo>
                    <a:pt x="6361" y="63337"/>
                  </a:lnTo>
                  <a:lnTo>
                    <a:pt x="4617" y="59747"/>
                  </a:lnTo>
                  <a:lnTo>
                    <a:pt x="0" y="54126"/>
                  </a:lnTo>
                  <a:lnTo>
                    <a:pt x="1784" y="54749"/>
                  </a:lnTo>
                  <a:lnTo>
                    <a:pt x="6364" y="51752"/>
                  </a:lnTo>
                  <a:lnTo>
                    <a:pt x="4270" y="48566"/>
                  </a:lnTo>
                  <a:lnTo>
                    <a:pt x="4798" y="45160"/>
                  </a:lnTo>
                  <a:lnTo>
                    <a:pt x="6427" y="42594"/>
                  </a:lnTo>
                  <a:lnTo>
                    <a:pt x="13823" y="41804"/>
                  </a:lnTo>
                  <a:lnTo>
                    <a:pt x="19354" y="27641"/>
                  </a:lnTo>
                  <a:lnTo>
                    <a:pt x="21805" y="24573"/>
                  </a:lnTo>
                  <a:lnTo>
                    <a:pt x="26940" y="12234"/>
                  </a:lnTo>
                  <a:lnTo>
                    <a:pt x="29431" y="5214"/>
                  </a:lnTo>
                  <a:lnTo>
                    <a:pt x="28494" y="731"/>
                  </a:lnTo>
                  <a:lnTo>
                    <a:pt x="2952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h229"/>
            <p:cNvSpPr/>
            <p:nvPr/>
          </p:nvSpPr>
          <p:spPr>
            <a:xfrm>
              <a:off x="3415392" y="3333538"/>
              <a:ext cx="30880" cy="29246"/>
            </a:xfrm>
            <a:custGeom>
              <a:avLst/>
              <a:pathLst>
                <a:path w="30880" h="29246">
                  <a:moveTo>
                    <a:pt x="18634" y="1613"/>
                  </a:moveTo>
                  <a:lnTo>
                    <a:pt x="22576" y="4439"/>
                  </a:lnTo>
                  <a:lnTo>
                    <a:pt x="22765" y="6297"/>
                  </a:lnTo>
                  <a:lnTo>
                    <a:pt x="20954" y="11865"/>
                  </a:lnTo>
                  <a:lnTo>
                    <a:pt x="24801" y="14011"/>
                  </a:lnTo>
                  <a:lnTo>
                    <a:pt x="27055" y="16323"/>
                  </a:lnTo>
                  <a:lnTo>
                    <a:pt x="30880" y="22264"/>
                  </a:lnTo>
                  <a:lnTo>
                    <a:pt x="29464" y="26377"/>
                  </a:lnTo>
                  <a:lnTo>
                    <a:pt x="25119" y="29198"/>
                  </a:lnTo>
                  <a:lnTo>
                    <a:pt x="23182" y="26226"/>
                  </a:lnTo>
                  <a:lnTo>
                    <a:pt x="22020" y="25624"/>
                  </a:lnTo>
                  <a:lnTo>
                    <a:pt x="19323" y="26132"/>
                  </a:lnTo>
                  <a:lnTo>
                    <a:pt x="13643" y="29246"/>
                  </a:lnTo>
                  <a:lnTo>
                    <a:pt x="9695" y="29007"/>
                  </a:lnTo>
                  <a:lnTo>
                    <a:pt x="1283" y="27976"/>
                  </a:lnTo>
                  <a:lnTo>
                    <a:pt x="0" y="20922"/>
                  </a:lnTo>
                  <a:lnTo>
                    <a:pt x="7109" y="18077"/>
                  </a:lnTo>
                  <a:lnTo>
                    <a:pt x="9647" y="12251"/>
                  </a:lnTo>
                  <a:lnTo>
                    <a:pt x="10243" y="6972"/>
                  </a:lnTo>
                  <a:lnTo>
                    <a:pt x="8829" y="2161"/>
                  </a:lnTo>
                  <a:lnTo>
                    <a:pt x="10559" y="1245"/>
                  </a:lnTo>
                  <a:lnTo>
                    <a:pt x="13523" y="1202"/>
                  </a:lnTo>
                  <a:lnTo>
                    <a:pt x="1554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h230"/>
            <p:cNvSpPr/>
            <p:nvPr/>
          </p:nvSpPr>
          <p:spPr>
            <a:xfrm>
              <a:off x="3424988" y="3359162"/>
              <a:ext cx="26411" cy="30750"/>
            </a:xfrm>
            <a:custGeom>
              <a:avLst/>
              <a:pathLst>
                <a:path w="26411" h="30750">
                  <a:moveTo>
                    <a:pt x="13586" y="602"/>
                  </a:moveTo>
                  <a:lnTo>
                    <a:pt x="15523" y="3573"/>
                  </a:lnTo>
                  <a:lnTo>
                    <a:pt x="16780" y="7087"/>
                  </a:lnTo>
                  <a:lnTo>
                    <a:pt x="26297" y="11844"/>
                  </a:lnTo>
                  <a:lnTo>
                    <a:pt x="23824" y="14738"/>
                  </a:lnTo>
                  <a:lnTo>
                    <a:pt x="23836" y="12164"/>
                  </a:lnTo>
                  <a:lnTo>
                    <a:pt x="22530" y="14306"/>
                  </a:lnTo>
                  <a:lnTo>
                    <a:pt x="24283" y="17035"/>
                  </a:lnTo>
                  <a:lnTo>
                    <a:pt x="26411" y="23738"/>
                  </a:lnTo>
                  <a:lnTo>
                    <a:pt x="22836" y="24033"/>
                  </a:lnTo>
                  <a:lnTo>
                    <a:pt x="22768" y="29111"/>
                  </a:lnTo>
                  <a:lnTo>
                    <a:pt x="17862" y="30750"/>
                  </a:lnTo>
                  <a:lnTo>
                    <a:pt x="14118" y="29746"/>
                  </a:lnTo>
                  <a:lnTo>
                    <a:pt x="6642" y="24476"/>
                  </a:lnTo>
                  <a:lnTo>
                    <a:pt x="2619" y="18497"/>
                  </a:lnTo>
                  <a:lnTo>
                    <a:pt x="1288" y="15727"/>
                  </a:lnTo>
                  <a:lnTo>
                    <a:pt x="2911" y="13058"/>
                  </a:lnTo>
                  <a:lnTo>
                    <a:pt x="2661" y="8337"/>
                  </a:lnTo>
                  <a:lnTo>
                    <a:pt x="1154" y="6715"/>
                  </a:lnTo>
                  <a:lnTo>
                    <a:pt x="0" y="6669"/>
                  </a:lnTo>
                  <a:lnTo>
                    <a:pt x="99" y="3382"/>
                  </a:lnTo>
                  <a:lnTo>
                    <a:pt x="4048" y="3621"/>
                  </a:lnTo>
                  <a:lnTo>
                    <a:pt x="9727" y="507"/>
                  </a:lnTo>
                  <a:lnTo>
                    <a:pt x="124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h231"/>
            <p:cNvSpPr/>
            <p:nvPr/>
          </p:nvSpPr>
          <p:spPr>
            <a:xfrm>
              <a:off x="3532759" y="3321740"/>
              <a:ext cx="29874" cy="21669"/>
            </a:xfrm>
            <a:custGeom>
              <a:avLst/>
              <a:pathLst>
                <a:path w="29874" h="21669">
                  <a:moveTo>
                    <a:pt x="29874" y="4069"/>
                  </a:moveTo>
                  <a:lnTo>
                    <a:pt x="26927" y="7790"/>
                  </a:lnTo>
                  <a:lnTo>
                    <a:pt x="29797" y="10837"/>
                  </a:lnTo>
                  <a:lnTo>
                    <a:pt x="28721" y="11994"/>
                  </a:lnTo>
                  <a:lnTo>
                    <a:pt x="24638" y="9143"/>
                  </a:lnTo>
                  <a:lnTo>
                    <a:pt x="23298" y="9584"/>
                  </a:lnTo>
                  <a:lnTo>
                    <a:pt x="13941" y="18488"/>
                  </a:lnTo>
                  <a:lnTo>
                    <a:pt x="13561" y="16993"/>
                  </a:lnTo>
                  <a:lnTo>
                    <a:pt x="10695" y="14394"/>
                  </a:lnTo>
                  <a:lnTo>
                    <a:pt x="9715" y="14656"/>
                  </a:lnTo>
                  <a:lnTo>
                    <a:pt x="5564" y="17600"/>
                  </a:lnTo>
                  <a:lnTo>
                    <a:pt x="7972" y="19525"/>
                  </a:lnTo>
                  <a:lnTo>
                    <a:pt x="8266" y="21669"/>
                  </a:lnTo>
                  <a:lnTo>
                    <a:pt x="123" y="17855"/>
                  </a:lnTo>
                  <a:lnTo>
                    <a:pt x="483" y="13551"/>
                  </a:lnTo>
                  <a:lnTo>
                    <a:pt x="0" y="11924"/>
                  </a:lnTo>
                  <a:lnTo>
                    <a:pt x="497" y="11317"/>
                  </a:lnTo>
                  <a:lnTo>
                    <a:pt x="3048" y="9267"/>
                  </a:lnTo>
                  <a:lnTo>
                    <a:pt x="6053" y="8733"/>
                  </a:lnTo>
                  <a:lnTo>
                    <a:pt x="9728" y="5880"/>
                  </a:lnTo>
                  <a:lnTo>
                    <a:pt x="11392" y="7029"/>
                  </a:lnTo>
                  <a:lnTo>
                    <a:pt x="14444" y="4832"/>
                  </a:lnTo>
                  <a:lnTo>
                    <a:pt x="13949" y="2437"/>
                  </a:lnTo>
                  <a:lnTo>
                    <a:pt x="14540" y="827"/>
                  </a:lnTo>
                  <a:lnTo>
                    <a:pt x="19292" y="607"/>
                  </a:lnTo>
                  <a:lnTo>
                    <a:pt x="22638" y="3811"/>
                  </a:lnTo>
                  <a:lnTo>
                    <a:pt x="2600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h232"/>
            <p:cNvSpPr/>
            <p:nvPr/>
          </p:nvSpPr>
          <p:spPr>
            <a:xfrm>
              <a:off x="3372204" y="3418250"/>
              <a:ext cx="90018" cy="56573"/>
            </a:xfrm>
            <a:custGeom>
              <a:avLst/>
              <a:pathLst>
                <a:path w="90018" h="56573">
                  <a:moveTo>
                    <a:pt x="63048" y="0"/>
                  </a:moveTo>
                  <a:lnTo>
                    <a:pt x="66288" y="3558"/>
                  </a:lnTo>
                  <a:lnTo>
                    <a:pt x="67808" y="4280"/>
                  </a:lnTo>
                  <a:lnTo>
                    <a:pt x="65799" y="7215"/>
                  </a:lnTo>
                  <a:lnTo>
                    <a:pt x="67598" y="9240"/>
                  </a:lnTo>
                  <a:lnTo>
                    <a:pt x="74080" y="9994"/>
                  </a:lnTo>
                  <a:lnTo>
                    <a:pt x="74224" y="7505"/>
                  </a:lnTo>
                  <a:lnTo>
                    <a:pt x="82490" y="10454"/>
                  </a:lnTo>
                  <a:lnTo>
                    <a:pt x="89986" y="13403"/>
                  </a:lnTo>
                  <a:lnTo>
                    <a:pt x="89253" y="15302"/>
                  </a:lnTo>
                  <a:lnTo>
                    <a:pt x="84832" y="20054"/>
                  </a:lnTo>
                  <a:lnTo>
                    <a:pt x="84001" y="22602"/>
                  </a:lnTo>
                  <a:lnTo>
                    <a:pt x="84886" y="23087"/>
                  </a:lnTo>
                  <a:lnTo>
                    <a:pt x="83848" y="24700"/>
                  </a:lnTo>
                  <a:lnTo>
                    <a:pt x="83827" y="26522"/>
                  </a:lnTo>
                  <a:lnTo>
                    <a:pt x="85455" y="31750"/>
                  </a:lnTo>
                  <a:lnTo>
                    <a:pt x="87498" y="36387"/>
                  </a:lnTo>
                  <a:lnTo>
                    <a:pt x="90018" y="37356"/>
                  </a:lnTo>
                  <a:lnTo>
                    <a:pt x="88181" y="40241"/>
                  </a:lnTo>
                  <a:lnTo>
                    <a:pt x="84850" y="41636"/>
                  </a:lnTo>
                  <a:lnTo>
                    <a:pt x="81824" y="39537"/>
                  </a:lnTo>
                  <a:lnTo>
                    <a:pt x="71275" y="40973"/>
                  </a:lnTo>
                  <a:lnTo>
                    <a:pt x="69789" y="45141"/>
                  </a:lnTo>
                  <a:lnTo>
                    <a:pt x="66300" y="50214"/>
                  </a:lnTo>
                  <a:lnTo>
                    <a:pt x="63903" y="48102"/>
                  </a:lnTo>
                  <a:lnTo>
                    <a:pt x="50575" y="52350"/>
                  </a:lnTo>
                  <a:lnTo>
                    <a:pt x="46177" y="48128"/>
                  </a:lnTo>
                  <a:lnTo>
                    <a:pt x="44475" y="50190"/>
                  </a:lnTo>
                  <a:lnTo>
                    <a:pt x="47106" y="55783"/>
                  </a:lnTo>
                  <a:lnTo>
                    <a:pt x="45880" y="56573"/>
                  </a:lnTo>
                  <a:lnTo>
                    <a:pt x="30140" y="53096"/>
                  </a:lnTo>
                  <a:lnTo>
                    <a:pt x="20212" y="53061"/>
                  </a:lnTo>
                  <a:lnTo>
                    <a:pt x="15144" y="52622"/>
                  </a:lnTo>
                  <a:lnTo>
                    <a:pt x="8368" y="53455"/>
                  </a:lnTo>
                  <a:lnTo>
                    <a:pt x="3778" y="51076"/>
                  </a:lnTo>
                  <a:lnTo>
                    <a:pt x="0" y="50542"/>
                  </a:lnTo>
                  <a:lnTo>
                    <a:pt x="2738" y="47665"/>
                  </a:lnTo>
                  <a:lnTo>
                    <a:pt x="5815" y="42503"/>
                  </a:lnTo>
                  <a:lnTo>
                    <a:pt x="4954" y="41332"/>
                  </a:lnTo>
                  <a:lnTo>
                    <a:pt x="3343" y="41402"/>
                  </a:lnTo>
                  <a:lnTo>
                    <a:pt x="2354" y="39275"/>
                  </a:lnTo>
                  <a:lnTo>
                    <a:pt x="10441" y="39120"/>
                  </a:lnTo>
                  <a:lnTo>
                    <a:pt x="14631" y="34855"/>
                  </a:lnTo>
                  <a:lnTo>
                    <a:pt x="16053" y="31592"/>
                  </a:lnTo>
                  <a:lnTo>
                    <a:pt x="19237" y="27299"/>
                  </a:lnTo>
                  <a:lnTo>
                    <a:pt x="20868" y="26310"/>
                  </a:lnTo>
                  <a:lnTo>
                    <a:pt x="23910" y="26986"/>
                  </a:lnTo>
                  <a:lnTo>
                    <a:pt x="26063" y="26453"/>
                  </a:lnTo>
                  <a:lnTo>
                    <a:pt x="23242" y="22166"/>
                  </a:lnTo>
                  <a:lnTo>
                    <a:pt x="27746" y="21817"/>
                  </a:lnTo>
                  <a:lnTo>
                    <a:pt x="30164" y="20587"/>
                  </a:lnTo>
                  <a:lnTo>
                    <a:pt x="31161" y="20038"/>
                  </a:lnTo>
                  <a:lnTo>
                    <a:pt x="31274" y="18081"/>
                  </a:lnTo>
                  <a:lnTo>
                    <a:pt x="34047" y="18220"/>
                  </a:lnTo>
                  <a:lnTo>
                    <a:pt x="36034" y="19161"/>
                  </a:lnTo>
                  <a:lnTo>
                    <a:pt x="36547" y="16184"/>
                  </a:lnTo>
                  <a:lnTo>
                    <a:pt x="41887" y="12996"/>
                  </a:lnTo>
                  <a:lnTo>
                    <a:pt x="45783" y="12120"/>
                  </a:lnTo>
                  <a:lnTo>
                    <a:pt x="54801" y="12518"/>
                  </a:lnTo>
                  <a:lnTo>
                    <a:pt x="58982" y="11666"/>
                  </a:lnTo>
                  <a:lnTo>
                    <a:pt x="60364" y="9020"/>
                  </a:lnTo>
                  <a:lnTo>
                    <a:pt x="57493" y="1612"/>
                  </a:lnTo>
                  <a:lnTo>
                    <a:pt x="60626" y="13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h233"/>
            <p:cNvSpPr/>
            <p:nvPr/>
          </p:nvSpPr>
          <p:spPr>
            <a:xfrm>
              <a:off x="3392416" y="3455606"/>
              <a:ext cx="93921" cy="61635"/>
            </a:xfrm>
            <a:custGeom>
              <a:avLst/>
              <a:pathLst>
                <a:path w="93921" h="61635">
                  <a:moveTo>
                    <a:pt x="70464" y="2481"/>
                  </a:moveTo>
                  <a:lnTo>
                    <a:pt x="84267" y="6484"/>
                  </a:lnTo>
                  <a:lnTo>
                    <a:pt x="86197" y="5688"/>
                  </a:lnTo>
                  <a:lnTo>
                    <a:pt x="87407" y="3264"/>
                  </a:lnTo>
                  <a:lnTo>
                    <a:pt x="93567" y="2579"/>
                  </a:lnTo>
                  <a:lnTo>
                    <a:pt x="93921" y="2885"/>
                  </a:lnTo>
                  <a:lnTo>
                    <a:pt x="92886" y="3617"/>
                  </a:lnTo>
                  <a:lnTo>
                    <a:pt x="93822" y="8100"/>
                  </a:lnTo>
                  <a:lnTo>
                    <a:pt x="91332" y="15120"/>
                  </a:lnTo>
                  <a:lnTo>
                    <a:pt x="86196" y="27459"/>
                  </a:lnTo>
                  <a:lnTo>
                    <a:pt x="83745" y="30527"/>
                  </a:lnTo>
                  <a:lnTo>
                    <a:pt x="78214" y="44690"/>
                  </a:lnTo>
                  <a:lnTo>
                    <a:pt x="70818" y="45480"/>
                  </a:lnTo>
                  <a:lnTo>
                    <a:pt x="69189" y="48045"/>
                  </a:lnTo>
                  <a:lnTo>
                    <a:pt x="68661" y="51452"/>
                  </a:lnTo>
                  <a:lnTo>
                    <a:pt x="70756" y="54637"/>
                  </a:lnTo>
                  <a:lnTo>
                    <a:pt x="66176" y="57635"/>
                  </a:lnTo>
                  <a:lnTo>
                    <a:pt x="64391" y="57012"/>
                  </a:lnTo>
                  <a:lnTo>
                    <a:pt x="62868" y="54696"/>
                  </a:lnTo>
                  <a:lnTo>
                    <a:pt x="57462" y="58138"/>
                  </a:lnTo>
                  <a:lnTo>
                    <a:pt x="54716" y="58830"/>
                  </a:lnTo>
                  <a:lnTo>
                    <a:pt x="51364" y="58454"/>
                  </a:lnTo>
                  <a:lnTo>
                    <a:pt x="49615" y="59636"/>
                  </a:lnTo>
                  <a:lnTo>
                    <a:pt x="48449" y="61635"/>
                  </a:lnTo>
                  <a:lnTo>
                    <a:pt x="42379" y="60851"/>
                  </a:lnTo>
                  <a:lnTo>
                    <a:pt x="38117" y="54014"/>
                  </a:lnTo>
                  <a:lnTo>
                    <a:pt x="36064" y="52666"/>
                  </a:lnTo>
                  <a:lnTo>
                    <a:pt x="31489" y="52224"/>
                  </a:lnTo>
                  <a:lnTo>
                    <a:pt x="27561" y="47001"/>
                  </a:lnTo>
                  <a:lnTo>
                    <a:pt x="23764" y="44649"/>
                  </a:lnTo>
                  <a:lnTo>
                    <a:pt x="18580" y="42822"/>
                  </a:lnTo>
                  <a:lnTo>
                    <a:pt x="9523" y="41506"/>
                  </a:lnTo>
                  <a:lnTo>
                    <a:pt x="7632" y="44152"/>
                  </a:lnTo>
                  <a:lnTo>
                    <a:pt x="6600" y="43908"/>
                  </a:lnTo>
                  <a:lnTo>
                    <a:pt x="4118" y="37119"/>
                  </a:lnTo>
                  <a:lnTo>
                    <a:pt x="6459" y="34866"/>
                  </a:lnTo>
                  <a:lnTo>
                    <a:pt x="2778" y="27488"/>
                  </a:lnTo>
                  <a:lnTo>
                    <a:pt x="0" y="15705"/>
                  </a:lnTo>
                  <a:lnTo>
                    <a:pt x="9928" y="15740"/>
                  </a:lnTo>
                  <a:lnTo>
                    <a:pt x="25668" y="19216"/>
                  </a:lnTo>
                  <a:lnTo>
                    <a:pt x="26894" y="18427"/>
                  </a:lnTo>
                  <a:lnTo>
                    <a:pt x="24263" y="12834"/>
                  </a:lnTo>
                  <a:lnTo>
                    <a:pt x="25965" y="10772"/>
                  </a:lnTo>
                  <a:lnTo>
                    <a:pt x="30363" y="14994"/>
                  </a:lnTo>
                  <a:lnTo>
                    <a:pt x="43691" y="10746"/>
                  </a:lnTo>
                  <a:lnTo>
                    <a:pt x="46088" y="12858"/>
                  </a:lnTo>
                  <a:lnTo>
                    <a:pt x="49577" y="7785"/>
                  </a:lnTo>
                  <a:lnTo>
                    <a:pt x="51063" y="3617"/>
                  </a:lnTo>
                  <a:lnTo>
                    <a:pt x="61612" y="2181"/>
                  </a:lnTo>
                  <a:lnTo>
                    <a:pt x="64638" y="4280"/>
                  </a:lnTo>
                  <a:lnTo>
                    <a:pt x="67969" y="2885"/>
                  </a:lnTo>
                  <a:lnTo>
                    <a:pt x="6980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h234"/>
            <p:cNvSpPr/>
            <p:nvPr/>
          </p:nvSpPr>
          <p:spPr>
            <a:xfrm>
              <a:off x="3485983" y="3424043"/>
              <a:ext cx="65769" cy="48689"/>
            </a:xfrm>
            <a:custGeom>
              <a:avLst/>
              <a:pathLst>
                <a:path w="65769" h="48689">
                  <a:moveTo>
                    <a:pt x="46747" y="793"/>
                  </a:moveTo>
                  <a:lnTo>
                    <a:pt x="48491" y="1346"/>
                  </a:lnTo>
                  <a:lnTo>
                    <a:pt x="47109" y="3426"/>
                  </a:lnTo>
                  <a:lnTo>
                    <a:pt x="49809" y="6050"/>
                  </a:lnTo>
                  <a:lnTo>
                    <a:pt x="56621" y="0"/>
                  </a:lnTo>
                  <a:lnTo>
                    <a:pt x="64688" y="951"/>
                  </a:lnTo>
                  <a:lnTo>
                    <a:pt x="65319" y="4788"/>
                  </a:lnTo>
                  <a:lnTo>
                    <a:pt x="65769" y="5936"/>
                  </a:lnTo>
                  <a:lnTo>
                    <a:pt x="63482" y="7082"/>
                  </a:lnTo>
                  <a:lnTo>
                    <a:pt x="60492" y="6082"/>
                  </a:lnTo>
                  <a:lnTo>
                    <a:pt x="59844" y="3251"/>
                  </a:lnTo>
                  <a:lnTo>
                    <a:pt x="58727" y="3641"/>
                  </a:lnTo>
                  <a:lnTo>
                    <a:pt x="53216" y="15062"/>
                  </a:lnTo>
                  <a:lnTo>
                    <a:pt x="55542" y="20581"/>
                  </a:lnTo>
                  <a:lnTo>
                    <a:pt x="58873" y="23160"/>
                  </a:lnTo>
                  <a:lnTo>
                    <a:pt x="60845" y="25905"/>
                  </a:lnTo>
                  <a:lnTo>
                    <a:pt x="60092" y="27222"/>
                  </a:lnTo>
                  <a:lnTo>
                    <a:pt x="63133" y="27810"/>
                  </a:lnTo>
                  <a:lnTo>
                    <a:pt x="61064" y="29812"/>
                  </a:lnTo>
                  <a:lnTo>
                    <a:pt x="58651" y="29593"/>
                  </a:lnTo>
                  <a:lnTo>
                    <a:pt x="54257" y="36812"/>
                  </a:lnTo>
                  <a:lnTo>
                    <a:pt x="50982" y="46073"/>
                  </a:lnTo>
                  <a:lnTo>
                    <a:pt x="44348" y="46335"/>
                  </a:lnTo>
                  <a:lnTo>
                    <a:pt x="38617" y="48689"/>
                  </a:lnTo>
                  <a:lnTo>
                    <a:pt x="34874" y="45988"/>
                  </a:lnTo>
                  <a:lnTo>
                    <a:pt x="28043" y="43416"/>
                  </a:lnTo>
                  <a:lnTo>
                    <a:pt x="21883" y="40089"/>
                  </a:lnTo>
                  <a:lnTo>
                    <a:pt x="14400" y="42545"/>
                  </a:lnTo>
                  <a:lnTo>
                    <a:pt x="10977" y="39776"/>
                  </a:lnTo>
                  <a:lnTo>
                    <a:pt x="11785" y="39466"/>
                  </a:lnTo>
                  <a:lnTo>
                    <a:pt x="11553" y="37240"/>
                  </a:lnTo>
                  <a:lnTo>
                    <a:pt x="9651" y="35595"/>
                  </a:lnTo>
                  <a:lnTo>
                    <a:pt x="5537" y="36122"/>
                  </a:lnTo>
                  <a:lnTo>
                    <a:pt x="730" y="35272"/>
                  </a:lnTo>
                  <a:lnTo>
                    <a:pt x="354" y="34448"/>
                  </a:lnTo>
                  <a:lnTo>
                    <a:pt x="0" y="34141"/>
                  </a:lnTo>
                  <a:lnTo>
                    <a:pt x="2744" y="33150"/>
                  </a:lnTo>
                  <a:lnTo>
                    <a:pt x="3278" y="29674"/>
                  </a:lnTo>
                  <a:lnTo>
                    <a:pt x="800" y="29619"/>
                  </a:lnTo>
                  <a:lnTo>
                    <a:pt x="595" y="26451"/>
                  </a:lnTo>
                  <a:lnTo>
                    <a:pt x="2582" y="23637"/>
                  </a:lnTo>
                  <a:lnTo>
                    <a:pt x="7613" y="19841"/>
                  </a:lnTo>
                  <a:lnTo>
                    <a:pt x="7820" y="17423"/>
                  </a:lnTo>
                  <a:lnTo>
                    <a:pt x="11125" y="14566"/>
                  </a:lnTo>
                  <a:lnTo>
                    <a:pt x="15003" y="11049"/>
                  </a:lnTo>
                  <a:lnTo>
                    <a:pt x="12329" y="7871"/>
                  </a:lnTo>
                  <a:lnTo>
                    <a:pt x="14001" y="6345"/>
                  </a:lnTo>
                  <a:lnTo>
                    <a:pt x="17096" y="7889"/>
                  </a:lnTo>
                  <a:lnTo>
                    <a:pt x="18175" y="6798"/>
                  </a:lnTo>
                  <a:lnTo>
                    <a:pt x="17344" y="3347"/>
                  </a:lnTo>
                  <a:lnTo>
                    <a:pt x="19211" y="2986"/>
                  </a:lnTo>
                  <a:lnTo>
                    <a:pt x="24124" y="6168"/>
                  </a:lnTo>
                  <a:lnTo>
                    <a:pt x="29198" y="2564"/>
                  </a:lnTo>
                  <a:lnTo>
                    <a:pt x="29912" y="3813"/>
                  </a:lnTo>
                  <a:lnTo>
                    <a:pt x="29942" y="4976"/>
                  </a:lnTo>
                  <a:lnTo>
                    <a:pt x="32209" y="8039"/>
                  </a:lnTo>
                  <a:lnTo>
                    <a:pt x="27399" y="11587"/>
                  </a:lnTo>
                  <a:lnTo>
                    <a:pt x="27164" y="13706"/>
                  </a:lnTo>
                  <a:lnTo>
                    <a:pt x="30929" y="12476"/>
                  </a:lnTo>
                  <a:lnTo>
                    <a:pt x="36932" y="7384"/>
                  </a:lnTo>
                  <a:lnTo>
                    <a:pt x="37393" y="5884"/>
                  </a:lnTo>
                  <a:lnTo>
                    <a:pt x="35766" y="6809"/>
                  </a:lnTo>
                  <a:lnTo>
                    <a:pt x="33634" y="3482"/>
                  </a:lnTo>
                  <a:lnTo>
                    <a:pt x="35913" y="1725"/>
                  </a:lnTo>
                  <a:lnTo>
                    <a:pt x="41271" y="552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h235"/>
            <p:cNvSpPr/>
            <p:nvPr/>
          </p:nvSpPr>
          <p:spPr>
            <a:xfrm>
              <a:off x="3555919" y="3451641"/>
              <a:ext cx="22980" cy="41681"/>
            </a:xfrm>
            <a:custGeom>
              <a:avLst/>
              <a:pathLst>
                <a:path w="22980" h="41681">
                  <a:moveTo>
                    <a:pt x="5612" y="0"/>
                  </a:moveTo>
                  <a:lnTo>
                    <a:pt x="12548" y="2721"/>
                  </a:lnTo>
                  <a:lnTo>
                    <a:pt x="19252" y="8682"/>
                  </a:lnTo>
                  <a:lnTo>
                    <a:pt x="21082" y="6574"/>
                  </a:lnTo>
                  <a:lnTo>
                    <a:pt x="22980" y="9923"/>
                  </a:lnTo>
                  <a:lnTo>
                    <a:pt x="22927" y="15593"/>
                  </a:lnTo>
                  <a:lnTo>
                    <a:pt x="21959" y="17282"/>
                  </a:lnTo>
                  <a:lnTo>
                    <a:pt x="18120" y="21925"/>
                  </a:lnTo>
                  <a:lnTo>
                    <a:pt x="11203" y="26685"/>
                  </a:lnTo>
                  <a:lnTo>
                    <a:pt x="12284" y="33226"/>
                  </a:lnTo>
                  <a:lnTo>
                    <a:pt x="17146" y="33054"/>
                  </a:lnTo>
                  <a:lnTo>
                    <a:pt x="21364" y="39803"/>
                  </a:lnTo>
                  <a:lnTo>
                    <a:pt x="21487" y="40844"/>
                  </a:lnTo>
                  <a:lnTo>
                    <a:pt x="20006" y="41681"/>
                  </a:lnTo>
                  <a:lnTo>
                    <a:pt x="9912" y="37548"/>
                  </a:lnTo>
                  <a:lnTo>
                    <a:pt x="2180" y="32180"/>
                  </a:lnTo>
                  <a:lnTo>
                    <a:pt x="737" y="27856"/>
                  </a:lnTo>
                  <a:lnTo>
                    <a:pt x="2197" y="22020"/>
                  </a:lnTo>
                  <a:lnTo>
                    <a:pt x="5569" y="21154"/>
                  </a:lnTo>
                  <a:lnTo>
                    <a:pt x="7553" y="19216"/>
                  </a:lnTo>
                  <a:lnTo>
                    <a:pt x="3699" y="16663"/>
                  </a:lnTo>
                  <a:lnTo>
                    <a:pt x="0" y="16476"/>
                  </a:lnTo>
                  <a:lnTo>
                    <a:pt x="738" y="13112"/>
                  </a:lnTo>
                  <a:lnTo>
                    <a:pt x="2909" y="11305"/>
                  </a:lnTo>
                  <a:lnTo>
                    <a:pt x="5611" y="11215"/>
                  </a:lnTo>
                  <a:lnTo>
                    <a:pt x="6548" y="9392"/>
                  </a:lnTo>
                  <a:lnTo>
                    <a:pt x="2487" y="6089"/>
                  </a:lnTo>
                  <a:lnTo>
                    <a:pt x="4752" y="4169"/>
                  </a:lnTo>
                  <a:lnTo>
                    <a:pt x="4506" y="16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h236"/>
            <p:cNvSpPr/>
            <p:nvPr/>
          </p:nvSpPr>
          <p:spPr>
            <a:xfrm>
              <a:off x="3545635" y="3589647"/>
              <a:ext cx="18515" cy="24553"/>
            </a:xfrm>
            <a:custGeom>
              <a:avLst/>
              <a:pathLst>
                <a:path w="18515" h="24553">
                  <a:moveTo>
                    <a:pt x="18483" y="3226"/>
                  </a:moveTo>
                  <a:lnTo>
                    <a:pt x="18515" y="5078"/>
                  </a:lnTo>
                  <a:lnTo>
                    <a:pt x="14473" y="12862"/>
                  </a:lnTo>
                  <a:lnTo>
                    <a:pt x="14913" y="15586"/>
                  </a:lnTo>
                  <a:lnTo>
                    <a:pt x="13939" y="16522"/>
                  </a:lnTo>
                  <a:lnTo>
                    <a:pt x="13826" y="18205"/>
                  </a:lnTo>
                  <a:lnTo>
                    <a:pt x="14495" y="17971"/>
                  </a:lnTo>
                  <a:lnTo>
                    <a:pt x="6448" y="24553"/>
                  </a:lnTo>
                  <a:lnTo>
                    <a:pt x="2088" y="22758"/>
                  </a:lnTo>
                  <a:lnTo>
                    <a:pt x="0" y="21979"/>
                  </a:lnTo>
                  <a:lnTo>
                    <a:pt x="450" y="19754"/>
                  </a:lnTo>
                  <a:lnTo>
                    <a:pt x="4624" y="9983"/>
                  </a:lnTo>
                  <a:lnTo>
                    <a:pt x="7920" y="7153"/>
                  </a:lnTo>
                  <a:lnTo>
                    <a:pt x="8239" y="5370"/>
                  </a:lnTo>
                  <a:lnTo>
                    <a:pt x="3548" y="4952"/>
                  </a:lnTo>
                  <a:lnTo>
                    <a:pt x="3161" y="785"/>
                  </a:lnTo>
                  <a:lnTo>
                    <a:pt x="6506" y="836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h237"/>
            <p:cNvSpPr/>
            <p:nvPr/>
          </p:nvSpPr>
          <p:spPr>
            <a:xfrm>
              <a:off x="3577126" y="3619138"/>
              <a:ext cx="15134" cy="28994"/>
            </a:xfrm>
            <a:custGeom>
              <a:avLst/>
              <a:pathLst>
                <a:path w="15134" h="28994">
                  <a:moveTo>
                    <a:pt x="8701" y="2437"/>
                  </a:moveTo>
                  <a:lnTo>
                    <a:pt x="12673" y="166"/>
                  </a:lnTo>
                  <a:lnTo>
                    <a:pt x="15134" y="12930"/>
                  </a:lnTo>
                  <a:lnTo>
                    <a:pt x="14000" y="15852"/>
                  </a:lnTo>
                  <a:lnTo>
                    <a:pt x="9719" y="19173"/>
                  </a:lnTo>
                  <a:lnTo>
                    <a:pt x="6679" y="18802"/>
                  </a:lnTo>
                  <a:lnTo>
                    <a:pt x="4735" y="24770"/>
                  </a:lnTo>
                  <a:lnTo>
                    <a:pt x="1700" y="28991"/>
                  </a:lnTo>
                  <a:lnTo>
                    <a:pt x="0" y="28994"/>
                  </a:lnTo>
                  <a:lnTo>
                    <a:pt x="433" y="18036"/>
                  </a:lnTo>
                  <a:lnTo>
                    <a:pt x="4520" y="4320"/>
                  </a:lnTo>
                  <a:lnTo>
                    <a:pt x="5025" y="316"/>
                  </a:lnTo>
                  <a:lnTo>
                    <a:pt x="756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h238"/>
            <p:cNvSpPr/>
            <p:nvPr/>
          </p:nvSpPr>
          <p:spPr>
            <a:xfrm>
              <a:off x="3435248" y="3382901"/>
              <a:ext cx="27028" cy="26654"/>
            </a:xfrm>
            <a:custGeom>
              <a:avLst/>
              <a:pathLst>
                <a:path w="27028" h="26654">
                  <a:moveTo>
                    <a:pt x="19722" y="293"/>
                  </a:moveTo>
                  <a:lnTo>
                    <a:pt x="21889" y="974"/>
                  </a:lnTo>
                  <a:lnTo>
                    <a:pt x="21479" y="6488"/>
                  </a:lnTo>
                  <a:lnTo>
                    <a:pt x="25963" y="11699"/>
                  </a:lnTo>
                  <a:lnTo>
                    <a:pt x="27028" y="21399"/>
                  </a:lnTo>
                  <a:lnTo>
                    <a:pt x="25663" y="23108"/>
                  </a:lnTo>
                  <a:lnTo>
                    <a:pt x="23057" y="22037"/>
                  </a:lnTo>
                  <a:lnTo>
                    <a:pt x="19832" y="19574"/>
                  </a:lnTo>
                  <a:lnTo>
                    <a:pt x="20526" y="21662"/>
                  </a:lnTo>
                  <a:lnTo>
                    <a:pt x="18152" y="24437"/>
                  </a:lnTo>
                  <a:lnTo>
                    <a:pt x="12467" y="24960"/>
                  </a:lnTo>
                  <a:lnTo>
                    <a:pt x="11427" y="26654"/>
                  </a:lnTo>
                  <a:lnTo>
                    <a:pt x="4087" y="25120"/>
                  </a:lnTo>
                  <a:lnTo>
                    <a:pt x="4556" y="23757"/>
                  </a:lnTo>
                  <a:lnTo>
                    <a:pt x="3286" y="22708"/>
                  </a:lnTo>
                  <a:lnTo>
                    <a:pt x="1748" y="23530"/>
                  </a:lnTo>
                  <a:lnTo>
                    <a:pt x="1920" y="21262"/>
                  </a:lnTo>
                  <a:lnTo>
                    <a:pt x="496" y="18913"/>
                  </a:lnTo>
                  <a:lnTo>
                    <a:pt x="484" y="17480"/>
                  </a:lnTo>
                  <a:lnTo>
                    <a:pt x="2247" y="14116"/>
                  </a:lnTo>
                  <a:lnTo>
                    <a:pt x="0" y="13911"/>
                  </a:lnTo>
                  <a:lnTo>
                    <a:pt x="699" y="11482"/>
                  </a:lnTo>
                  <a:lnTo>
                    <a:pt x="3356" y="9308"/>
                  </a:lnTo>
                  <a:lnTo>
                    <a:pt x="3857" y="6008"/>
                  </a:lnTo>
                  <a:lnTo>
                    <a:pt x="7601" y="7012"/>
                  </a:lnTo>
                  <a:lnTo>
                    <a:pt x="12507" y="5373"/>
                  </a:lnTo>
                  <a:lnTo>
                    <a:pt x="12575" y="29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h239"/>
            <p:cNvSpPr/>
            <p:nvPr/>
          </p:nvSpPr>
          <p:spPr>
            <a:xfrm>
              <a:off x="3514712" y="3538950"/>
              <a:ext cx="24289" cy="19910"/>
            </a:xfrm>
            <a:custGeom>
              <a:avLst/>
              <a:pathLst>
                <a:path w="24289" h="19910">
                  <a:moveTo>
                    <a:pt x="16446" y="930"/>
                  </a:moveTo>
                  <a:lnTo>
                    <a:pt x="19290" y="3046"/>
                  </a:lnTo>
                  <a:lnTo>
                    <a:pt x="18203" y="7204"/>
                  </a:lnTo>
                  <a:lnTo>
                    <a:pt x="18651" y="10877"/>
                  </a:lnTo>
                  <a:lnTo>
                    <a:pt x="21301" y="16292"/>
                  </a:lnTo>
                  <a:lnTo>
                    <a:pt x="24289" y="18487"/>
                  </a:lnTo>
                  <a:lnTo>
                    <a:pt x="18291" y="18180"/>
                  </a:lnTo>
                  <a:lnTo>
                    <a:pt x="4874" y="19030"/>
                  </a:lnTo>
                  <a:lnTo>
                    <a:pt x="1130" y="19910"/>
                  </a:lnTo>
                  <a:lnTo>
                    <a:pt x="0" y="17952"/>
                  </a:lnTo>
                  <a:lnTo>
                    <a:pt x="230" y="15335"/>
                  </a:lnTo>
                  <a:lnTo>
                    <a:pt x="2548" y="3436"/>
                  </a:lnTo>
                  <a:lnTo>
                    <a:pt x="3755" y="3020"/>
                  </a:lnTo>
                  <a:lnTo>
                    <a:pt x="5056" y="3240"/>
                  </a:lnTo>
                  <a:lnTo>
                    <a:pt x="6121" y="1284"/>
                  </a:lnTo>
                  <a:lnTo>
                    <a:pt x="840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h240"/>
            <p:cNvSpPr/>
            <p:nvPr/>
          </p:nvSpPr>
          <p:spPr>
            <a:xfrm>
              <a:off x="3409858" y="3234769"/>
              <a:ext cx="35251" cy="27583"/>
            </a:xfrm>
            <a:custGeom>
              <a:avLst/>
              <a:pathLst>
                <a:path w="35251" h="27583">
                  <a:moveTo>
                    <a:pt x="11571" y="0"/>
                  </a:moveTo>
                  <a:lnTo>
                    <a:pt x="15950" y="3971"/>
                  </a:lnTo>
                  <a:lnTo>
                    <a:pt x="17212" y="4070"/>
                  </a:lnTo>
                  <a:lnTo>
                    <a:pt x="18713" y="3020"/>
                  </a:lnTo>
                  <a:lnTo>
                    <a:pt x="20081" y="2329"/>
                  </a:lnTo>
                  <a:lnTo>
                    <a:pt x="22047" y="2801"/>
                  </a:lnTo>
                  <a:lnTo>
                    <a:pt x="35251" y="9787"/>
                  </a:lnTo>
                  <a:lnTo>
                    <a:pt x="35180" y="11153"/>
                  </a:lnTo>
                  <a:lnTo>
                    <a:pt x="31300" y="12992"/>
                  </a:lnTo>
                  <a:lnTo>
                    <a:pt x="30452" y="15960"/>
                  </a:lnTo>
                  <a:lnTo>
                    <a:pt x="32728" y="19786"/>
                  </a:lnTo>
                  <a:lnTo>
                    <a:pt x="34498" y="20858"/>
                  </a:lnTo>
                  <a:lnTo>
                    <a:pt x="34272" y="23704"/>
                  </a:lnTo>
                  <a:lnTo>
                    <a:pt x="29162" y="25896"/>
                  </a:lnTo>
                  <a:lnTo>
                    <a:pt x="23322" y="27065"/>
                  </a:lnTo>
                  <a:lnTo>
                    <a:pt x="16830" y="25464"/>
                  </a:lnTo>
                  <a:lnTo>
                    <a:pt x="15714" y="24367"/>
                  </a:lnTo>
                  <a:lnTo>
                    <a:pt x="13225" y="27583"/>
                  </a:lnTo>
                  <a:lnTo>
                    <a:pt x="9211" y="26553"/>
                  </a:lnTo>
                  <a:lnTo>
                    <a:pt x="7214" y="24803"/>
                  </a:lnTo>
                  <a:lnTo>
                    <a:pt x="7821" y="22537"/>
                  </a:lnTo>
                  <a:lnTo>
                    <a:pt x="5376" y="21969"/>
                  </a:lnTo>
                  <a:lnTo>
                    <a:pt x="4403" y="26092"/>
                  </a:lnTo>
                  <a:lnTo>
                    <a:pt x="634" y="27137"/>
                  </a:lnTo>
                  <a:lnTo>
                    <a:pt x="0" y="26716"/>
                  </a:lnTo>
                  <a:lnTo>
                    <a:pt x="149" y="25250"/>
                  </a:lnTo>
                  <a:lnTo>
                    <a:pt x="3402" y="22475"/>
                  </a:lnTo>
                  <a:lnTo>
                    <a:pt x="5002" y="17599"/>
                  </a:lnTo>
                  <a:lnTo>
                    <a:pt x="2935" y="15582"/>
                  </a:lnTo>
                  <a:lnTo>
                    <a:pt x="2786" y="13663"/>
                  </a:lnTo>
                  <a:lnTo>
                    <a:pt x="5295" y="7518"/>
                  </a:lnTo>
                  <a:lnTo>
                    <a:pt x="9161" y="5550"/>
                  </a:lnTo>
                  <a:lnTo>
                    <a:pt x="8772" y="4768"/>
                  </a:lnTo>
                  <a:lnTo>
                    <a:pt x="10623" y="15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h241"/>
            <p:cNvSpPr/>
            <p:nvPr/>
          </p:nvSpPr>
          <p:spPr>
            <a:xfrm>
              <a:off x="3539200" y="3426933"/>
              <a:ext cx="22620" cy="24920"/>
            </a:xfrm>
            <a:custGeom>
              <a:avLst/>
              <a:pathLst>
                <a:path w="22620" h="24920">
                  <a:moveTo>
                    <a:pt x="18660" y="3665"/>
                  </a:moveTo>
                  <a:lnTo>
                    <a:pt x="17158" y="6066"/>
                  </a:lnTo>
                  <a:lnTo>
                    <a:pt x="17216" y="13432"/>
                  </a:lnTo>
                  <a:lnTo>
                    <a:pt x="22620" y="19845"/>
                  </a:lnTo>
                  <a:lnTo>
                    <a:pt x="18115" y="20731"/>
                  </a:lnTo>
                  <a:lnTo>
                    <a:pt x="17204" y="23572"/>
                  </a:lnTo>
                  <a:lnTo>
                    <a:pt x="10816" y="23792"/>
                  </a:lnTo>
                  <a:lnTo>
                    <a:pt x="9916" y="24920"/>
                  </a:lnTo>
                  <a:lnTo>
                    <a:pt x="6875" y="24332"/>
                  </a:lnTo>
                  <a:lnTo>
                    <a:pt x="7629" y="23015"/>
                  </a:lnTo>
                  <a:lnTo>
                    <a:pt x="5656" y="20270"/>
                  </a:lnTo>
                  <a:lnTo>
                    <a:pt x="2326" y="17691"/>
                  </a:lnTo>
                  <a:lnTo>
                    <a:pt x="0" y="12172"/>
                  </a:lnTo>
                  <a:lnTo>
                    <a:pt x="5510" y="751"/>
                  </a:lnTo>
                  <a:lnTo>
                    <a:pt x="6627" y="361"/>
                  </a:lnTo>
                  <a:lnTo>
                    <a:pt x="7276" y="3192"/>
                  </a:lnTo>
                  <a:lnTo>
                    <a:pt x="10265" y="4192"/>
                  </a:lnTo>
                  <a:lnTo>
                    <a:pt x="12553" y="3045"/>
                  </a:lnTo>
                  <a:lnTo>
                    <a:pt x="12103" y="1898"/>
                  </a:lnTo>
                  <a:lnTo>
                    <a:pt x="1537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h242"/>
            <p:cNvSpPr/>
            <p:nvPr/>
          </p:nvSpPr>
          <p:spPr>
            <a:xfrm>
              <a:off x="3546094" y="3561098"/>
              <a:ext cx="36995" cy="36066"/>
            </a:xfrm>
            <a:custGeom>
              <a:avLst/>
              <a:pathLst>
                <a:path w="36995" h="36066">
                  <a:moveTo>
                    <a:pt x="15083" y="2214"/>
                  </a:moveTo>
                  <a:lnTo>
                    <a:pt x="18987" y="3946"/>
                  </a:lnTo>
                  <a:lnTo>
                    <a:pt x="22261" y="3909"/>
                  </a:lnTo>
                  <a:lnTo>
                    <a:pt x="28612" y="6181"/>
                  </a:lnTo>
                  <a:lnTo>
                    <a:pt x="31508" y="4271"/>
                  </a:lnTo>
                  <a:lnTo>
                    <a:pt x="30692" y="7182"/>
                  </a:lnTo>
                  <a:lnTo>
                    <a:pt x="32197" y="11223"/>
                  </a:lnTo>
                  <a:lnTo>
                    <a:pt x="35002" y="11934"/>
                  </a:lnTo>
                  <a:lnTo>
                    <a:pt x="35898" y="13671"/>
                  </a:lnTo>
                  <a:lnTo>
                    <a:pt x="31617" y="18720"/>
                  </a:lnTo>
                  <a:lnTo>
                    <a:pt x="31193" y="15965"/>
                  </a:lnTo>
                  <a:lnTo>
                    <a:pt x="29836" y="16065"/>
                  </a:lnTo>
                  <a:lnTo>
                    <a:pt x="30827" y="21187"/>
                  </a:lnTo>
                  <a:lnTo>
                    <a:pt x="33357" y="22868"/>
                  </a:lnTo>
                  <a:lnTo>
                    <a:pt x="36995" y="27060"/>
                  </a:lnTo>
                  <a:lnTo>
                    <a:pt x="34864" y="27989"/>
                  </a:lnTo>
                  <a:lnTo>
                    <a:pt x="29732" y="32663"/>
                  </a:lnTo>
                  <a:lnTo>
                    <a:pt x="24489" y="36066"/>
                  </a:lnTo>
                  <a:lnTo>
                    <a:pt x="23288" y="33762"/>
                  </a:lnTo>
                  <a:lnTo>
                    <a:pt x="23328" y="31966"/>
                  </a:lnTo>
                  <a:lnTo>
                    <a:pt x="26629" y="32115"/>
                  </a:lnTo>
                  <a:lnTo>
                    <a:pt x="25264" y="29013"/>
                  </a:lnTo>
                  <a:lnTo>
                    <a:pt x="21462" y="27316"/>
                  </a:lnTo>
                  <a:lnTo>
                    <a:pt x="18614" y="27268"/>
                  </a:lnTo>
                  <a:lnTo>
                    <a:pt x="18025" y="31774"/>
                  </a:lnTo>
                  <a:lnTo>
                    <a:pt x="7848" y="28548"/>
                  </a:lnTo>
                  <a:lnTo>
                    <a:pt x="6048" y="29385"/>
                  </a:lnTo>
                  <a:lnTo>
                    <a:pt x="2703" y="29334"/>
                  </a:lnTo>
                  <a:lnTo>
                    <a:pt x="580" y="29345"/>
                  </a:lnTo>
                  <a:lnTo>
                    <a:pt x="2594" y="25157"/>
                  </a:lnTo>
                  <a:lnTo>
                    <a:pt x="5669" y="22904"/>
                  </a:lnTo>
                  <a:lnTo>
                    <a:pt x="4900" y="21455"/>
                  </a:lnTo>
                  <a:lnTo>
                    <a:pt x="1655" y="21192"/>
                  </a:lnTo>
                  <a:lnTo>
                    <a:pt x="0" y="14261"/>
                  </a:lnTo>
                  <a:lnTo>
                    <a:pt x="2372" y="10489"/>
                  </a:lnTo>
                  <a:lnTo>
                    <a:pt x="3666" y="3428"/>
                  </a:lnTo>
                  <a:lnTo>
                    <a:pt x="4216" y="1223"/>
                  </a:lnTo>
                  <a:lnTo>
                    <a:pt x="902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h243"/>
            <p:cNvSpPr/>
            <p:nvPr/>
          </p:nvSpPr>
          <p:spPr>
            <a:xfrm>
              <a:off x="3533092" y="3411326"/>
              <a:ext cx="22999" cy="18767"/>
            </a:xfrm>
            <a:custGeom>
              <a:avLst/>
              <a:pathLst>
                <a:path w="22999" h="18767">
                  <a:moveTo>
                    <a:pt x="13913" y="1669"/>
                  </a:moveTo>
                  <a:lnTo>
                    <a:pt x="12475" y="4122"/>
                  </a:lnTo>
                  <a:lnTo>
                    <a:pt x="15695" y="4943"/>
                  </a:lnTo>
                  <a:lnTo>
                    <a:pt x="18045" y="347"/>
                  </a:lnTo>
                  <a:lnTo>
                    <a:pt x="19611" y="4679"/>
                  </a:lnTo>
                  <a:lnTo>
                    <a:pt x="19774" y="6771"/>
                  </a:lnTo>
                  <a:lnTo>
                    <a:pt x="21741" y="9816"/>
                  </a:lnTo>
                  <a:lnTo>
                    <a:pt x="22999" y="13943"/>
                  </a:lnTo>
                  <a:lnTo>
                    <a:pt x="21478" y="15607"/>
                  </a:lnTo>
                  <a:lnTo>
                    <a:pt x="18210" y="17506"/>
                  </a:lnTo>
                  <a:lnTo>
                    <a:pt x="17579" y="13669"/>
                  </a:lnTo>
                  <a:lnTo>
                    <a:pt x="9512" y="12717"/>
                  </a:lnTo>
                  <a:lnTo>
                    <a:pt x="2699" y="18767"/>
                  </a:lnTo>
                  <a:lnTo>
                    <a:pt x="0" y="16144"/>
                  </a:lnTo>
                  <a:lnTo>
                    <a:pt x="1382" y="14064"/>
                  </a:lnTo>
                  <a:lnTo>
                    <a:pt x="3836" y="14754"/>
                  </a:lnTo>
                  <a:lnTo>
                    <a:pt x="4781" y="10458"/>
                  </a:lnTo>
                  <a:lnTo>
                    <a:pt x="3942" y="5405"/>
                  </a:lnTo>
                  <a:lnTo>
                    <a:pt x="577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h244"/>
            <p:cNvSpPr/>
            <p:nvPr/>
          </p:nvSpPr>
          <p:spPr>
            <a:xfrm>
              <a:off x="3482340" y="3388770"/>
              <a:ext cx="23743" cy="17498"/>
            </a:xfrm>
            <a:custGeom>
              <a:avLst/>
              <a:pathLst>
                <a:path w="23743" h="17498">
                  <a:moveTo>
                    <a:pt x="22544" y="1561"/>
                  </a:moveTo>
                  <a:lnTo>
                    <a:pt x="23743" y="2643"/>
                  </a:lnTo>
                  <a:lnTo>
                    <a:pt x="23134" y="3933"/>
                  </a:lnTo>
                  <a:lnTo>
                    <a:pt x="19309" y="7080"/>
                  </a:lnTo>
                  <a:lnTo>
                    <a:pt x="20919" y="11476"/>
                  </a:lnTo>
                  <a:lnTo>
                    <a:pt x="20808" y="15212"/>
                  </a:lnTo>
                  <a:lnTo>
                    <a:pt x="19818" y="17498"/>
                  </a:lnTo>
                  <a:lnTo>
                    <a:pt x="16369" y="14621"/>
                  </a:lnTo>
                  <a:lnTo>
                    <a:pt x="12974" y="13402"/>
                  </a:lnTo>
                  <a:lnTo>
                    <a:pt x="8296" y="12966"/>
                  </a:lnTo>
                  <a:lnTo>
                    <a:pt x="6356" y="14516"/>
                  </a:lnTo>
                  <a:lnTo>
                    <a:pt x="4237" y="16442"/>
                  </a:lnTo>
                  <a:lnTo>
                    <a:pt x="1086" y="15678"/>
                  </a:lnTo>
                  <a:lnTo>
                    <a:pt x="1592" y="12965"/>
                  </a:lnTo>
                  <a:lnTo>
                    <a:pt x="2872" y="9611"/>
                  </a:lnTo>
                  <a:lnTo>
                    <a:pt x="0" y="5692"/>
                  </a:lnTo>
                  <a:lnTo>
                    <a:pt x="4478" y="1249"/>
                  </a:lnTo>
                  <a:lnTo>
                    <a:pt x="7303" y="980"/>
                  </a:lnTo>
                  <a:lnTo>
                    <a:pt x="1125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h245"/>
            <p:cNvSpPr/>
            <p:nvPr/>
          </p:nvSpPr>
          <p:spPr>
            <a:xfrm>
              <a:off x="3522258" y="3621399"/>
              <a:ext cx="37606" cy="31467"/>
            </a:xfrm>
            <a:custGeom>
              <a:avLst/>
              <a:pathLst>
                <a:path w="37606" h="31467">
                  <a:moveTo>
                    <a:pt x="15143" y="1026"/>
                  </a:moveTo>
                  <a:lnTo>
                    <a:pt x="14596" y="5863"/>
                  </a:lnTo>
                  <a:lnTo>
                    <a:pt x="17710" y="5893"/>
                  </a:lnTo>
                  <a:lnTo>
                    <a:pt x="23336" y="3967"/>
                  </a:lnTo>
                  <a:lnTo>
                    <a:pt x="27065" y="8186"/>
                  </a:lnTo>
                  <a:lnTo>
                    <a:pt x="30937" y="4325"/>
                  </a:lnTo>
                  <a:lnTo>
                    <a:pt x="31703" y="5084"/>
                  </a:lnTo>
                  <a:lnTo>
                    <a:pt x="33784" y="8948"/>
                  </a:lnTo>
                  <a:lnTo>
                    <a:pt x="37606" y="10784"/>
                  </a:lnTo>
                  <a:lnTo>
                    <a:pt x="37357" y="23608"/>
                  </a:lnTo>
                  <a:lnTo>
                    <a:pt x="32270" y="30579"/>
                  </a:lnTo>
                  <a:lnTo>
                    <a:pt x="30242" y="31467"/>
                  </a:lnTo>
                  <a:lnTo>
                    <a:pt x="28800" y="31247"/>
                  </a:lnTo>
                  <a:lnTo>
                    <a:pt x="0" y="4552"/>
                  </a:lnTo>
                  <a:lnTo>
                    <a:pt x="1374" y="4820"/>
                  </a:lnTo>
                  <a:lnTo>
                    <a:pt x="3267" y="6637"/>
                  </a:lnTo>
                  <a:lnTo>
                    <a:pt x="9496" y="6791"/>
                  </a:lnTo>
                  <a:lnTo>
                    <a:pt x="1466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h246"/>
            <p:cNvSpPr/>
            <p:nvPr/>
          </p:nvSpPr>
          <p:spPr>
            <a:xfrm>
              <a:off x="3494403" y="3298962"/>
              <a:ext cx="28914" cy="33467"/>
            </a:xfrm>
            <a:custGeom>
              <a:avLst/>
              <a:pathLst>
                <a:path w="28914" h="33467">
                  <a:moveTo>
                    <a:pt x="8789" y="1512"/>
                  </a:moveTo>
                  <a:lnTo>
                    <a:pt x="10198" y="2546"/>
                  </a:lnTo>
                  <a:lnTo>
                    <a:pt x="12458" y="1056"/>
                  </a:lnTo>
                  <a:lnTo>
                    <a:pt x="16551" y="5208"/>
                  </a:lnTo>
                  <a:lnTo>
                    <a:pt x="18632" y="11880"/>
                  </a:lnTo>
                  <a:lnTo>
                    <a:pt x="16905" y="12301"/>
                  </a:lnTo>
                  <a:lnTo>
                    <a:pt x="15747" y="13845"/>
                  </a:lnTo>
                  <a:lnTo>
                    <a:pt x="19632" y="18561"/>
                  </a:lnTo>
                  <a:lnTo>
                    <a:pt x="22961" y="20277"/>
                  </a:lnTo>
                  <a:lnTo>
                    <a:pt x="25206" y="20440"/>
                  </a:lnTo>
                  <a:lnTo>
                    <a:pt x="28726" y="22905"/>
                  </a:lnTo>
                  <a:lnTo>
                    <a:pt x="28914" y="29469"/>
                  </a:lnTo>
                  <a:lnTo>
                    <a:pt x="27187" y="33467"/>
                  </a:lnTo>
                  <a:lnTo>
                    <a:pt x="19618" y="32502"/>
                  </a:lnTo>
                  <a:lnTo>
                    <a:pt x="18777" y="27550"/>
                  </a:lnTo>
                  <a:lnTo>
                    <a:pt x="16911" y="25474"/>
                  </a:lnTo>
                  <a:lnTo>
                    <a:pt x="15454" y="25831"/>
                  </a:lnTo>
                  <a:lnTo>
                    <a:pt x="9849" y="19066"/>
                  </a:lnTo>
                  <a:lnTo>
                    <a:pt x="6152" y="16095"/>
                  </a:lnTo>
                  <a:lnTo>
                    <a:pt x="1507" y="14669"/>
                  </a:lnTo>
                  <a:lnTo>
                    <a:pt x="0" y="14940"/>
                  </a:lnTo>
                  <a:lnTo>
                    <a:pt x="6818" y="9482"/>
                  </a:lnTo>
                  <a:lnTo>
                    <a:pt x="7860" y="4034"/>
                  </a:lnTo>
                  <a:lnTo>
                    <a:pt x="756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h247"/>
            <p:cNvSpPr/>
            <p:nvPr/>
          </p:nvSpPr>
          <p:spPr>
            <a:xfrm>
              <a:off x="3488861" y="3330426"/>
              <a:ext cx="44382" cy="19155"/>
            </a:xfrm>
            <a:custGeom>
              <a:avLst/>
              <a:pathLst>
                <a:path w="44382" h="19155">
                  <a:moveTo>
                    <a:pt x="102" y="0"/>
                  </a:moveTo>
                  <a:lnTo>
                    <a:pt x="7633" y="4218"/>
                  </a:lnTo>
                  <a:lnTo>
                    <a:pt x="8331" y="7243"/>
                  </a:lnTo>
                  <a:lnTo>
                    <a:pt x="18261" y="10066"/>
                  </a:lnTo>
                  <a:lnTo>
                    <a:pt x="21509" y="8188"/>
                  </a:lnTo>
                  <a:lnTo>
                    <a:pt x="24145" y="5082"/>
                  </a:lnTo>
                  <a:lnTo>
                    <a:pt x="25160" y="1039"/>
                  </a:lnTo>
                  <a:lnTo>
                    <a:pt x="32729" y="2004"/>
                  </a:lnTo>
                  <a:lnTo>
                    <a:pt x="38641" y="3533"/>
                  </a:lnTo>
                  <a:lnTo>
                    <a:pt x="40102" y="4767"/>
                  </a:lnTo>
                  <a:lnTo>
                    <a:pt x="44382" y="4866"/>
                  </a:lnTo>
                  <a:lnTo>
                    <a:pt x="44022" y="9169"/>
                  </a:lnTo>
                  <a:lnTo>
                    <a:pt x="37490" y="10287"/>
                  </a:lnTo>
                  <a:lnTo>
                    <a:pt x="38299" y="11675"/>
                  </a:lnTo>
                  <a:lnTo>
                    <a:pt x="38096" y="12981"/>
                  </a:lnTo>
                  <a:lnTo>
                    <a:pt x="35768" y="18221"/>
                  </a:lnTo>
                  <a:lnTo>
                    <a:pt x="33900" y="17098"/>
                  </a:lnTo>
                  <a:lnTo>
                    <a:pt x="33346" y="15188"/>
                  </a:lnTo>
                  <a:lnTo>
                    <a:pt x="33695" y="14037"/>
                  </a:lnTo>
                  <a:lnTo>
                    <a:pt x="34857" y="13420"/>
                  </a:lnTo>
                  <a:lnTo>
                    <a:pt x="34410" y="10019"/>
                  </a:lnTo>
                  <a:lnTo>
                    <a:pt x="32813" y="9979"/>
                  </a:lnTo>
                  <a:lnTo>
                    <a:pt x="29583" y="14718"/>
                  </a:lnTo>
                  <a:lnTo>
                    <a:pt x="26322" y="14031"/>
                  </a:lnTo>
                  <a:lnTo>
                    <a:pt x="23283" y="17534"/>
                  </a:lnTo>
                  <a:lnTo>
                    <a:pt x="19183" y="19155"/>
                  </a:lnTo>
                  <a:lnTo>
                    <a:pt x="12266" y="17407"/>
                  </a:lnTo>
                  <a:lnTo>
                    <a:pt x="6278" y="17479"/>
                  </a:lnTo>
                  <a:lnTo>
                    <a:pt x="4483" y="16783"/>
                  </a:lnTo>
                  <a:lnTo>
                    <a:pt x="2330" y="13940"/>
                  </a:lnTo>
                  <a:lnTo>
                    <a:pt x="4623" y="12649"/>
                  </a:lnTo>
                  <a:lnTo>
                    <a:pt x="627" y="11709"/>
                  </a:lnTo>
                  <a:lnTo>
                    <a:pt x="0" y="6945"/>
                  </a:lnTo>
                  <a:lnTo>
                    <a:pt x="2816" y="6006"/>
                  </a:lnTo>
                  <a:lnTo>
                    <a:pt x="1211" y="561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h248"/>
            <p:cNvSpPr/>
            <p:nvPr/>
          </p:nvSpPr>
          <p:spPr>
            <a:xfrm>
              <a:off x="3447519" y="3368230"/>
              <a:ext cx="14886" cy="14964"/>
            </a:xfrm>
            <a:custGeom>
              <a:avLst/>
              <a:pathLst>
                <a:path w="14886" h="14964">
                  <a:moveTo>
                    <a:pt x="6284" y="53"/>
                  </a:moveTo>
                  <a:lnTo>
                    <a:pt x="7538" y="2172"/>
                  </a:lnTo>
                  <a:lnTo>
                    <a:pt x="8483" y="1595"/>
                  </a:lnTo>
                  <a:lnTo>
                    <a:pt x="14128" y="7800"/>
                  </a:lnTo>
                  <a:lnTo>
                    <a:pt x="12378" y="6009"/>
                  </a:lnTo>
                  <a:lnTo>
                    <a:pt x="9611" y="5746"/>
                  </a:lnTo>
                  <a:lnTo>
                    <a:pt x="9437" y="7577"/>
                  </a:lnTo>
                  <a:lnTo>
                    <a:pt x="10244" y="9197"/>
                  </a:lnTo>
                  <a:lnTo>
                    <a:pt x="14886" y="10558"/>
                  </a:lnTo>
                  <a:lnTo>
                    <a:pt x="12912" y="14173"/>
                  </a:lnTo>
                  <a:lnTo>
                    <a:pt x="7452" y="14964"/>
                  </a:lnTo>
                  <a:lnTo>
                    <a:pt x="3880" y="14670"/>
                  </a:lnTo>
                  <a:lnTo>
                    <a:pt x="1752" y="7967"/>
                  </a:lnTo>
                  <a:lnTo>
                    <a:pt x="0" y="5238"/>
                  </a:lnTo>
                  <a:lnTo>
                    <a:pt x="1305" y="3096"/>
                  </a:lnTo>
                  <a:lnTo>
                    <a:pt x="1293" y="5670"/>
                  </a:lnTo>
                  <a:lnTo>
                    <a:pt x="3766" y="2776"/>
                  </a:lnTo>
                  <a:lnTo>
                    <a:pt x="498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h249"/>
            <p:cNvSpPr/>
            <p:nvPr/>
          </p:nvSpPr>
          <p:spPr>
            <a:xfrm>
              <a:off x="3488697" y="3401736"/>
              <a:ext cx="27356" cy="12802"/>
            </a:xfrm>
            <a:custGeom>
              <a:avLst/>
              <a:pathLst>
                <a:path w="27356" h="12802">
                  <a:moveTo>
                    <a:pt x="1939" y="0"/>
                  </a:moveTo>
                  <a:lnTo>
                    <a:pt x="6617" y="435"/>
                  </a:lnTo>
                  <a:lnTo>
                    <a:pt x="10012" y="1654"/>
                  </a:lnTo>
                  <a:lnTo>
                    <a:pt x="13461" y="4532"/>
                  </a:lnTo>
                  <a:lnTo>
                    <a:pt x="14452" y="2245"/>
                  </a:lnTo>
                  <a:lnTo>
                    <a:pt x="14815" y="4333"/>
                  </a:lnTo>
                  <a:lnTo>
                    <a:pt x="21381" y="8556"/>
                  </a:lnTo>
                  <a:lnTo>
                    <a:pt x="23358" y="10809"/>
                  </a:lnTo>
                  <a:lnTo>
                    <a:pt x="27356" y="12212"/>
                  </a:lnTo>
                  <a:lnTo>
                    <a:pt x="19648" y="12802"/>
                  </a:lnTo>
                  <a:lnTo>
                    <a:pt x="12223" y="12197"/>
                  </a:lnTo>
                  <a:lnTo>
                    <a:pt x="11807" y="10675"/>
                  </a:lnTo>
                  <a:lnTo>
                    <a:pt x="9128" y="11707"/>
                  </a:lnTo>
                  <a:lnTo>
                    <a:pt x="5444" y="3539"/>
                  </a:lnTo>
                  <a:lnTo>
                    <a:pt x="0" y="154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h250"/>
            <p:cNvSpPr/>
            <p:nvPr/>
          </p:nvSpPr>
          <p:spPr>
            <a:xfrm>
              <a:off x="3461246" y="3535479"/>
              <a:ext cx="57221" cy="58523"/>
            </a:xfrm>
            <a:custGeom>
              <a:avLst/>
              <a:pathLst>
                <a:path w="57221" h="58523">
                  <a:moveTo>
                    <a:pt x="35445" y="256"/>
                  </a:moveTo>
                  <a:lnTo>
                    <a:pt x="44278" y="4378"/>
                  </a:lnTo>
                  <a:lnTo>
                    <a:pt x="44288" y="6548"/>
                  </a:lnTo>
                  <a:lnTo>
                    <a:pt x="47514" y="6151"/>
                  </a:lnTo>
                  <a:lnTo>
                    <a:pt x="52566" y="7741"/>
                  </a:lnTo>
                  <a:lnTo>
                    <a:pt x="56973" y="6052"/>
                  </a:lnTo>
                  <a:lnTo>
                    <a:pt x="57221" y="6491"/>
                  </a:lnTo>
                  <a:lnTo>
                    <a:pt x="56013" y="6907"/>
                  </a:lnTo>
                  <a:lnTo>
                    <a:pt x="53695" y="18806"/>
                  </a:lnTo>
                  <a:lnTo>
                    <a:pt x="53465" y="21423"/>
                  </a:lnTo>
                  <a:lnTo>
                    <a:pt x="54595" y="23382"/>
                  </a:lnTo>
                  <a:lnTo>
                    <a:pt x="46465" y="27203"/>
                  </a:lnTo>
                  <a:lnTo>
                    <a:pt x="44489" y="32471"/>
                  </a:lnTo>
                  <a:lnTo>
                    <a:pt x="44740" y="33431"/>
                  </a:lnTo>
                  <a:lnTo>
                    <a:pt x="44723" y="34919"/>
                  </a:lnTo>
                  <a:lnTo>
                    <a:pt x="43450" y="36476"/>
                  </a:lnTo>
                  <a:lnTo>
                    <a:pt x="40922" y="36783"/>
                  </a:lnTo>
                  <a:lnTo>
                    <a:pt x="40648" y="42341"/>
                  </a:lnTo>
                  <a:lnTo>
                    <a:pt x="37021" y="45770"/>
                  </a:lnTo>
                  <a:lnTo>
                    <a:pt x="35775" y="51164"/>
                  </a:lnTo>
                  <a:lnTo>
                    <a:pt x="29723" y="57836"/>
                  </a:lnTo>
                  <a:lnTo>
                    <a:pt x="27008" y="56397"/>
                  </a:lnTo>
                  <a:lnTo>
                    <a:pt x="26134" y="58523"/>
                  </a:lnTo>
                  <a:lnTo>
                    <a:pt x="0" y="36593"/>
                  </a:lnTo>
                  <a:lnTo>
                    <a:pt x="7672" y="30671"/>
                  </a:lnTo>
                  <a:lnTo>
                    <a:pt x="2839" y="29418"/>
                  </a:lnTo>
                  <a:lnTo>
                    <a:pt x="1201" y="26322"/>
                  </a:lnTo>
                  <a:lnTo>
                    <a:pt x="6613" y="22263"/>
                  </a:lnTo>
                  <a:lnTo>
                    <a:pt x="13988" y="25479"/>
                  </a:lnTo>
                  <a:lnTo>
                    <a:pt x="19019" y="21967"/>
                  </a:lnTo>
                  <a:lnTo>
                    <a:pt x="18797" y="11623"/>
                  </a:lnTo>
                  <a:lnTo>
                    <a:pt x="22960" y="10554"/>
                  </a:lnTo>
                  <a:lnTo>
                    <a:pt x="23477" y="8534"/>
                  </a:lnTo>
                  <a:lnTo>
                    <a:pt x="23062" y="4808"/>
                  </a:lnTo>
                  <a:lnTo>
                    <a:pt x="34234" y="4886"/>
                  </a:lnTo>
                  <a:lnTo>
                    <a:pt x="2923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h251"/>
            <p:cNvSpPr/>
            <p:nvPr/>
          </p:nvSpPr>
          <p:spPr>
            <a:xfrm>
              <a:off x="3561177" y="3557001"/>
              <a:ext cx="17326" cy="10279"/>
            </a:xfrm>
            <a:custGeom>
              <a:avLst/>
              <a:pathLst>
                <a:path w="17326" h="10279">
                  <a:moveTo>
                    <a:pt x="16930" y="732"/>
                  </a:moveTo>
                  <a:lnTo>
                    <a:pt x="17326" y="1326"/>
                  </a:lnTo>
                  <a:lnTo>
                    <a:pt x="16425" y="8368"/>
                  </a:lnTo>
                  <a:lnTo>
                    <a:pt x="13529" y="10279"/>
                  </a:lnTo>
                  <a:lnTo>
                    <a:pt x="7177" y="8007"/>
                  </a:lnTo>
                  <a:lnTo>
                    <a:pt x="3904" y="8044"/>
                  </a:lnTo>
                  <a:lnTo>
                    <a:pt x="0" y="6311"/>
                  </a:lnTo>
                  <a:lnTo>
                    <a:pt x="4130" y="1236"/>
                  </a:lnTo>
                  <a:lnTo>
                    <a:pt x="8094" y="402"/>
                  </a:lnTo>
                  <a:lnTo>
                    <a:pt x="9450" y="1454"/>
                  </a:lnTo>
                  <a:lnTo>
                    <a:pt x="1118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h252"/>
            <p:cNvSpPr/>
            <p:nvPr/>
          </p:nvSpPr>
          <p:spPr>
            <a:xfrm>
              <a:off x="3532750" y="3355468"/>
              <a:ext cx="18851" cy="20676"/>
            </a:xfrm>
            <a:custGeom>
              <a:avLst/>
              <a:pathLst>
                <a:path w="18851" h="20676">
                  <a:moveTo>
                    <a:pt x="11724" y="1033"/>
                  </a:moveTo>
                  <a:lnTo>
                    <a:pt x="13958" y="2272"/>
                  </a:lnTo>
                  <a:lnTo>
                    <a:pt x="14776" y="5281"/>
                  </a:lnTo>
                  <a:lnTo>
                    <a:pt x="13614" y="5655"/>
                  </a:lnTo>
                  <a:lnTo>
                    <a:pt x="13720" y="6775"/>
                  </a:lnTo>
                  <a:lnTo>
                    <a:pt x="17449" y="7206"/>
                  </a:lnTo>
                  <a:lnTo>
                    <a:pt x="18851" y="7176"/>
                  </a:lnTo>
                  <a:lnTo>
                    <a:pt x="18522" y="8592"/>
                  </a:lnTo>
                  <a:lnTo>
                    <a:pt x="15296" y="9638"/>
                  </a:lnTo>
                  <a:lnTo>
                    <a:pt x="13975" y="13903"/>
                  </a:lnTo>
                  <a:lnTo>
                    <a:pt x="15953" y="14261"/>
                  </a:lnTo>
                  <a:lnTo>
                    <a:pt x="15798" y="15726"/>
                  </a:lnTo>
                  <a:lnTo>
                    <a:pt x="13036" y="20051"/>
                  </a:lnTo>
                  <a:lnTo>
                    <a:pt x="9997" y="20676"/>
                  </a:lnTo>
                  <a:lnTo>
                    <a:pt x="5544" y="20125"/>
                  </a:lnTo>
                  <a:lnTo>
                    <a:pt x="2418" y="18842"/>
                  </a:lnTo>
                  <a:lnTo>
                    <a:pt x="3936" y="16620"/>
                  </a:lnTo>
                  <a:lnTo>
                    <a:pt x="2411" y="14952"/>
                  </a:lnTo>
                  <a:lnTo>
                    <a:pt x="2770" y="10959"/>
                  </a:lnTo>
                  <a:lnTo>
                    <a:pt x="712" y="8807"/>
                  </a:lnTo>
                  <a:lnTo>
                    <a:pt x="0" y="6653"/>
                  </a:lnTo>
                  <a:lnTo>
                    <a:pt x="2321" y="3520"/>
                  </a:lnTo>
                  <a:lnTo>
                    <a:pt x="593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h253"/>
            <p:cNvSpPr/>
            <p:nvPr/>
          </p:nvSpPr>
          <p:spPr>
            <a:xfrm>
              <a:off x="3601585" y="3255590"/>
              <a:ext cx="29652" cy="33167"/>
            </a:xfrm>
            <a:custGeom>
              <a:avLst/>
              <a:pathLst>
                <a:path w="29652" h="33167">
                  <a:moveTo>
                    <a:pt x="21015" y="4991"/>
                  </a:moveTo>
                  <a:lnTo>
                    <a:pt x="26000" y="5798"/>
                  </a:lnTo>
                  <a:lnTo>
                    <a:pt x="25358" y="8124"/>
                  </a:lnTo>
                  <a:lnTo>
                    <a:pt x="27614" y="16231"/>
                  </a:lnTo>
                  <a:lnTo>
                    <a:pt x="28901" y="18077"/>
                  </a:lnTo>
                  <a:lnTo>
                    <a:pt x="29652" y="23723"/>
                  </a:lnTo>
                  <a:lnTo>
                    <a:pt x="28049" y="29220"/>
                  </a:lnTo>
                  <a:lnTo>
                    <a:pt x="24510" y="33167"/>
                  </a:lnTo>
                  <a:lnTo>
                    <a:pt x="24443" y="31379"/>
                  </a:lnTo>
                  <a:lnTo>
                    <a:pt x="15342" y="25866"/>
                  </a:lnTo>
                  <a:lnTo>
                    <a:pt x="7136" y="26022"/>
                  </a:lnTo>
                  <a:lnTo>
                    <a:pt x="0" y="24258"/>
                  </a:lnTo>
                  <a:lnTo>
                    <a:pt x="2188" y="22847"/>
                  </a:lnTo>
                  <a:lnTo>
                    <a:pt x="2630" y="21185"/>
                  </a:lnTo>
                  <a:lnTo>
                    <a:pt x="663" y="14618"/>
                  </a:lnTo>
                  <a:lnTo>
                    <a:pt x="144" y="9779"/>
                  </a:lnTo>
                  <a:lnTo>
                    <a:pt x="896" y="5544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h254"/>
            <p:cNvSpPr/>
            <p:nvPr/>
          </p:nvSpPr>
          <p:spPr>
            <a:xfrm>
              <a:off x="3500589" y="3344458"/>
              <a:ext cx="21008" cy="20504"/>
            </a:xfrm>
            <a:custGeom>
              <a:avLst/>
              <a:pathLst>
                <a:path w="21008" h="20504">
                  <a:moveTo>
                    <a:pt x="17854" y="686"/>
                  </a:moveTo>
                  <a:lnTo>
                    <a:pt x="20396" y="3945"/>
                  </a:lnTo>
                  <a:lnTo>
                    <a:pt x="19348" y="11812"/>
                  </a:lnTo>
                  <a:lnTo>
                    <a:pt x="21008" y="17324"/>
                  </a:lnTo>
                  <a:lnTo>
                    <a:pt x="19089" y="19143"/>
                  </a:lnTo>
                  <a:lnTo>
                    <a:pt x="14247" y="20504"/>
                  </a:lnTo>
                  <a:lnTo>
                    <a:pt x="7065" y="19406"/>
                  </a:lnTo>
                  <a:lnTo>
                    <a:pt x="7226" y="17021"/>
                  </a:lnTo>
                  <a:lnTo>
                    <a:pt x="3795" y="16133"/>
                  </a:lnTo>
                  <a:lnTo>
                    <a:pt x="162" y="17173"/>
                  </a:lnTo>
                  <a:lnTo>
                    <a:pt x="0" y="17162"/>
                  </a:lnTo>
                  <a:lnTo>
                    <a:pt x="237" y="15193"/>
                  </a:lnTo>
                  <a:lnTo>
                    <a:pt x="7454" y="5123"/>
                  </a:lnTo>
                  <a:lnTo>
                    <a:pt x="11555" y="3502"/>
                  </a:lnTo>
                  <a:lnTo>
                    <a:pt x="1459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h255"/>
            <p:cNvSpPr/>
            <p:nvPr/>
          </p:nvSpPr>
          <p:spPr>
            <a:xfrm>
              <a:off x="3575930" y="3558327"/>
              <a:ext cx="12669" cy="25639"/>
            </a:xfrm>
            <a:custGeom>
              <a:avLst/>
              <a:pathLst>
                <a:path w="12669" h="25639">
                  <a:moveTo>
                    <a:pt x="8000" y="415"/>
                  </a:moveTo>
                  <a:lnTo>
                    <a:pt x="9564" y="3399"/>
                  </a:lnTo>
                  <a:lnTo>
                    <a:pt x="12669" y="6631"/>
                  </a:lnTo>
                  <a:lnTo>
                    <a:pt x="3521" y="25639"/>
                  </a:lnTo>
                  <a:lnTo>
                    <a:pt x="990" y="23958"/>
                  </a:lnTo>
                  <a:lnTo>
                    <a:pt x="0" y="18836"/>
                  </a:lnTo>
                  <a:lnTo>
                    <a:pt x="1356" y="18736"/>
                  </a:lnTo>
                  <a:lnTo>
                    <a:pt x="1780" y="21491"/>
                  </a:lnTo>
                  <a:lnTo>
                    <a:pt x="6061" y="16442"/>
                  </a:lnTo>
                  <a:lnTo>
                    <a:pt x="5165" y="14705"/>
                  </a:lnTo>
                  <a:lnTo>
                    <a:pt x="2360" y="13994"/>
                  </a:lnTo>
                  <a:lnTo>
                    <a:pt x="855" y="9953"/>
                  </a:lnTo>
                  <a:lnTo>
                    <a:pt x="1672" y="7042"/>
                  </a:lnTo>
                  <a:lnTo>
                    <a:pt x="257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h256"/>
            <p:cNvSpPr/>
            <p:nvPr/>
          </p:nvSpPr>
          <p:spPr>
            <a:xfrm>
              <a:off x="3540003" y="3528710"/>
              <a:ext cx="34184" cy="35816"/>
            </a:xfrm>
            <a:custGeom>
              <a:avLst/>
              <a:pathLst>
                <a:path w="34184" h="35816">
                  <a:moveTo>
                    <a:pt x="21580" y="3730"/>
                  </a:moveTo>
                  <a:lnTo>
                    <a:pt x="22746" y="6923"/>
                  </a:lnTo>
                  <a:lnTo>
                    <a:pt x="22189" y="13025"/>
                  </a:lnTo>
                  <a:lnTo>
                    <a:pt x="24630" y="16262"/>
                  </a:lnTo>
                  <a:lnTo>
                    <a:pt x="28461" y="17873"/>
                  </a:lnTo>
                  <a:lnTo>
                    <a:pt x="31569" y="16310"/>
                  </a:lnTo>
                  <a:lnTo>
                    <a:pt x="34184" y="23082"/>
                  </a:lnTo>
                  <a:lnTo>
                    <a:pt x="33942" y="25684"/>
                  </a:lnTo>
                  <a:lnTo>
                    <a:pt x="32356" y="28290"/>
                  </a:lnTo>
                  <a:lnTo>
                    <a:pt x="30623" y="29744"/>
                  </a:lnTo>
                  <a:lnTo>
                    <a:pt x="29268" y="28693"/>
                  </a:lnTo>
                  <a:lnTo>
                    <a:pt x="25303" y="29526"/>
                  </a:lnTo>
                  <a:lnTo>
                    <a:pt x="21173" y="34602"/>
                  </a:lnTo>
                  <a:lnTo>
                    <a:pt x="15115" y="32387"/>
                  </a:lnTo>
                  <a:lnTo>
                    <a:pt x="10306" y="33611"/>
                  </a:lnTo>
                  <a:lnTo>
                    <a:pt x="9756" y="35816"/>
                  </a:lnTo>
                  <a:lnTo>
                    <a:pt x="2732" y="34201"/>
                  </a:lnTo>
                  <a:lnTo>
                    <a:pt x="0" y="30099"/>
                  </a:lnTo>
                  <a:lnTo>
                    <a:pt x="3683" y="27394"/>
                  </a:lnTo>
                  <a:lnTo>
                    <a:pt x="5217" y="25244"/>
                  </a:lnTo>
                  <a:lnTo>
                    <a:pt x="12751" y="24050"/>
                  </a:lnTo>
                  <a:lnTo>
                    <a:pt x="15510" y="24941"/>
                  </a:lnTo>
                  <a:lnTo>
                    <a:pt x="17090" y="23179"/>
                  </a:lnTo>
                  <a:lnTo>
                    <a:pt x="17297" y="19636"/>
                  </a:lnTo>
                  <a:lnTo>
                    <a:pt x="14798" y="19198"/>
                  </a:lnTo>
                  <a:lnTo>
                    <a:pt x="9932" y="9483"/>
                  </a:lnTo>
                  <a:lnTo>
                    <a:pt x="9592" y="7462"/>
                  </a:lnTo>
                  <a:lnTo>
                    <a:pt x="10520" y="4672"/>
                  </a:lnTo>
                  <a:lnTo>
                    <a:pt x="12863" y="4115"/>
                  </a:lnTo>
                  <a:lnTo>
                    <a:pt x="13420" y="2604"/>
                  </a:lnTo>
                  <a:lnTo>
                    <a:pt x="11122" y="2337"/>
                  </a:lnTo>
                  <a:lnTo>
                    <a:pt x="7859" y="4756"/>
                  </a:lnTo>
                  <a:lnTo>
                    <a:pt x="9234" y="3071"/>
                  </a:lnTo>
                  <a:lnTo>
                    <a:pt x="9208" y="1404"/>
                  </a:lnTo>
                  <a:lnTo>
                    <a:pt x="1084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h257"/>
            <p:cNvSpPr/>
            <p:nvPr/>
          </p:nvSpPr>
          <p:spPr>
            <a:xfrm>
              <a:off x="3483294" y="3360438"/>
              <a:ext cx="20503" cy="17920"/>
            </a:xfrm>
            <a:custGeom>
              <a:avLst/>
              <a:pathLst>
                <a:path w="20503" h="17920">
                  <a:moveTo>
                    <a:pt x="3540" y="0"/>
                  </a:moveTo>
                  <a:lnTo>
                    <a:pt x="7299" y="3977"/>
                  </a:lnTo>
                  <a:lnTo>
                    <a:pt x="8061" y="4078"/>
                  </a:lnTo>
                  <a:lnTo>
                    <a:pt x="8712" y="2362"/>
                  </a:lnTo>
                  <a:lnTo>
                    <a:pt x="11357" y="5342"/>
                  </a:lnTo>
                  <a:lnTo>
                    <a:pt x="13529" y="4854"/>
                  </a:lnTo>
                  <a:lnTo>
                    <a:pt x="14249" y="1213"/>
                  </a:lnTo>
                  <a:lnTo>
                    <a:pt x="15634" y="458"/>
                  </a:lnTo>
                  <a:lnTo>
                    <a:pt x="17295" y="1182"/>
                  </a:lnTo>
                  <a:lnTo>
                    <a:pt x="17458" y="1193"/>
                  </a:lnTo>
                  <a:lnTo>
                    <a:pt x="17591" y="1416"/>
                  </a:lnTo>
                  <a:lnTo>
                    <a:pt x="17172" y="2404"/>
                  </a:lnTo>
                  <a:lnTo>
                    <a:pt x="16925" y="1412"/>
                  </a:lnTo>
                  <a:lnTo>
                    <a:pt x="14074" y="3090"/>
                  </a:lnTo>
                  <a:lnTo>
                    <a:pt x="15568" y="4319"/>
                  </a:lnTo>
                  <a:lnTo>
                    <a:pt x="13675" y="5997"/>
                  </a:lnTo>
                  <a:lnTo>
                    <a:pt x="16543" y="10000"/>
                  </a:lnTo>
                  <a:lnTo>
                    <a:pt x="17485" y="11359"/>
                  </a:lnTo>
                  <a:lnTo>
                    <a:pt x="19973" y="11194"/>
                  </a:lnTo>
                  <a:lnTo>
                    <a:pt x="20503" y="12137"/>
                  </a:lnTo>
                  <a:lnTo>
                    <a:pt x="20008" y="14887"/>
                  </a:lnTo>
                  <a:lnTo>
                    <a:pt x="18900" y="15863"/>
                  </a:lnTo>
                  <a:lnTo>
                    <a:pt x="12964" y="17920"/>
                  </a:lnTo>
                  <a:lnTo>
                    <a:pt x="10135" y="17159"/>
                  </a:lnTo>
                  <a:lnTo>
                    <a:pt x="4972" y="13565"/>
                  </a:lnTo>
                  <a:lnTo>
                    <a:pt x="0" y="9122"/>
                  </a:lnTo>
                  <a:lnTo>
                    <a:pt x="1457" y="4987"/>
                  </a:lnTo>
                  <a:lnTo>
                    <a:pt x="112" y="3327"/>
                  </a:lnTo>
                  <a:lnTo>
                    <a:pt x="1245" y="9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h258"/>
            <p:cNvSpPr/>
            <p:nvPr/>
          </p:nvSpPr>
          <p:spPr>
            <a:xfrm>
              <a:off x="3539902" y="3242214"/>
              <a:ext cx="142919" cy="95861"/>
            </a:xfrm>
            <a:custGeom>
              <a:avLst/>
              <a:pathLst>
                <a:path w="142919" h="95861">
                  <a:moveTo>
                    <a:pt x="55439" y="0"/>
                  </a:moveTo>
                  <a:lnTo>
                    <a:pt x="61931" y="1320"/>
                  </a:lnTo>
                  <a:lnTo>
                    <a:pt x="64473" y="2861"/>
                  </a:lnTo>
                  <a:lnTo>
                    <a:pt x="65784" y="4675"/>
                  </a:lnTo>
                  <a:lnTo>
                    <a:pt x="69669" y="3155"/>
                  </a:lnTo>
                  <a:lnTo>
                    <a:pt x="70638" y="5817"/>
                  </a:lnTo>
                  <a:lnTo>
                    <a:pt x="69996" y="11231"/>
                  </a:lnTo>
                  <a:lnTo>
                    <a:pt x="66966" y="10943"/>
                  </a:lnTo>
                  <a:lnTo>
                    <a:pt x="64982" y="12687"/>
                  </a:lnTo>
                  <a:lnTo>
                    <a:pt x="66226" y="13376"/>
                  </a:lnTo>
                  <a:lnTo>
                    <a:pt x="62579" y="18921"/>
                  </a:lnTo>
                  <a:lnTo>
                    <a:pt x="61827" y="23155"/>
                  </a:lnTo>
                  <a:lnTo>
                    <a:pt x="62346" y="27994"/>
                  </a:lnTo>
                  <a:lnTo>
                    <a:pt x="64314" y="34562"/>
                  </a:lnTo>
                  <a:lnTo>
                    <a:pt x="63871" y="36224"/>
                  </a:lnTo>
                  <a:lnTo>
                    <a:pt x="61683" y="37634"/>
                  </a:lnTo>
                  <a:lnTo>
                    <a:pt x="68819" y="39398"/>
                  </a:lnTo>
                  <a:lnTo>
                    <a:pt x="77025" y="39242"/>
                  </a:lnTo>
                  <a:lnTo>
                    <a:pt x="86126" y="44756"/>
                  </a:lnTo>
                  <a:lnTo>
                    <a:pt x="86193" y="46543"/>
                  </a:lnTo>
                  <a:lnTo>
                    <a:pt x="85162" y="45882"/>
                  </a:lnTo>
                  <a:lnTo>
                    <a:pt x="83924" y="46935"/>
                  </a:lnTo>
                  <a:lnTo>
                    <a:pt x="88169" y="49995"/>
                  </a:lnTo>
                  <a:lnTo>
                    <a:pt x="92211" y="51325"/>
                  </a:lnTo>
                  <a:lnTo>
                    <a:pt x="94358" y="50944"/>
                  </a:lnTo>
                  <a:lnTo>
                    <a:pt x="96170" y="52762"/>
                  </a:lnTo>
                  <a:lnTo>
                    <a:pt x="102389" y="54468"/>
                  </a:lnTo>
                  <a:lnTo>
                    <a:pt x="105089" y="53370"/>
                  </a:lnTo>
                  <a:lnTo>
                    <a:pt x="108626" y="55111"/>
                  </a:lnTo>
                  <a:lnTo>
                    <a:pt x="115520" y="56780"/>
                  </a:lnTo>
                  <a:lnTo>
                    <a:pt x="117604" y="55496"/>
                  </a:lnTo>
                  <a:lnTo>
                    <a:pt x="120157" y="56656"/>
                  </a:lnTo>
                  <a:lnTo>
                    <a:pt x="125327" y="64573"/>
                  </a:lnTo>
                  <a:lnTo>
                    <a:pt x="124603" y="66188"/>
                  </a:lnTo>
                  <a:lnTo>
                    <a:pt x="121715" y="65320"/>
                  </a:lnTo>
                  <a:lnTo>
                    <a:pt x="120178" y="66126"/>
                  </a:lnTo>
                  <a:lnTo>
                    <a:pt x="120136" y="69524"/>
                  </a:lnTo>
                  <a:lnTo>
                    <a:pt x="118845" y="73000"/>
                  </a:lnTo>
                  <a:lnTo>
                    <a:pt x="120538" y="77155"/>
                  </a:lnTo>
                  <a:lnTo>
                    <a:pt x="121883" y="78277"/>
                  </a:lnTo>
                  <a:lnTo>
                    <a:pt x="127279" y="78463"/>
                  </a:lnTo>
                  <a:lnTo>
                    <a:pt x="130188" y="80140"/>
                  </a:lnTo>
                  <a:lnTo>
                    <a:pt x="131269" y="81870"/>
                  </a:lnTo>
                  <a:lnTo>
                    <a:pt x="133252" y="81724"/>
                  </a:lnTo>
                  <a:lnTo>
                    <a:pt x="134051" y="80878"/>
                  </a:lnTo>
                  <a:lnTo>
                    <a:pt x="139807" y="80859"/>
                  </a:lnTo>
                  <a:lnTo>
                    <a:pt x="141495" y="81987"/>
                  </a:lnTo>
                  <a:lnTo>
                    <a:pt x="142006" y="83317"/>
                  </a:lnTo>
                  <a:lnTo>
                    <a:pt x="141014" y="85627"/>
                  </a:lnTo>
                  <a:lnTo>
                    <a:pt x="141196" y="87820"/>
                  </a:lnTo>
                  <a:lnTo>
                    <a:pt x="141831" y="89875"/>
                  </a:lnTo>
                  <a:lnTo>
                    <a:pt x="142919" y="90748"/>
                  </a:lnTo>
                  <a:lnTo>
                    <a:pt x="138051" y="95861"/>
                  </a:lnTo>
                  <a:lnTo>
                    <a:pt x="136953" y="93250"/>
                  </a:lnTo>
                  <a:lnTo>
                    <a:pt x="139352" y="90379"/>
                  </a:lnTo>
                  <a:lnTo>
                    <a:pt x="135007" y="88312"/>
                  </a:lnTo>
                  <a:lnTo>
                    <a:pt x="130853" y="87988"/>
                  </a:lnTo>
                  <a:lnTo>
                    <a:pt x="130294" y="92618"/>
                  </a:lnTo>
                  <a:lnTo>
                    <a:pt x="127341" y="95624"/>
                  </a:lnTo>
                  <a:lnTo>
                    <a:pt x="125039" y="94672"/>
                  </a:lnTo>
                  <a:lnTo>
                    <a:pt x="123280" y="90644"/>
                  </a:lnTo>
                  <a:lnTo>
                    <a:pt x="119762" y="86709"/>
                  </a:lnTo>
                  <a:lnTo>
                    <a:pt x="114900" y="84774"/>
                  </a:lnTo>
                  <a:lnTo>
                    <a:pt x="112453" y="89284"/>
                  </a:lnTo>
                  <a:lnTo>
                    <a:pt x="119726" y="92332"/>
                  </a:lnTo>
                  <a:lnTo>
                    <a:pt x="118481" y="95217"/>
                  </a:lnTo>
                  <a:lnTo>
                    <a:pt x="109424" y="90235"/>
                  </a:lnTo>
                  <a:lnTo>
                    <a:pt x="107687" y="91863"/>
                  </a:lnTo>
                  <a:lnTo>
                    <a:pt x="104808" y="90091"/>
                  </a:lnTo>
                  <a:lnTo>
                    <a:pt x="105548" y="85219"/>
                  </a:lnTo>
                  <a:lnTo>
                    <a:pt x="108717" y="81608"/>
                  </a:lnTo>
                  <a:lnTo>
                    <a:pt x="108330" y="79059"/>
                  </a:lnTo>
                  <a:lnTo>
                    <a:pt x="104338" y="77838"/>
                  </a:lnTo>
                  <a:lnTo>
                    <a:pt x="98733" y="77925"/>
                  </a:lnTo>
                  <a:lnTo>
                    <a:pt x="95564" y="78663"/>
                  </a:lnTo>
                  <a:lnTo>
                    <a:pt x="94958" y="80673"/>
                  </a:lnTo>
                  <a:lnTo>
                    <a:pt x="88819" y="76658"/>
                  </a:lnTo>
                  <a:lnTo>
                    <a:pt x="83749" y="80800"/>
                  </a:lnTo>
                  <a:lnTo>
                    <a:pt x="83664" y="79716"/>
                  </a:lnTo>
                  <a:lnTo>
                    <a:pt x="80589" y="76127"/>
                  </a:lnTo>
                  <a:lnTo>
                    <a:pt x="59442" y="77563"/>
                  </a:lnTo>
                  <a:lnTo>
                    <a:pt x="59737" y="76917"/>
                  </a:lnTo>
                  <a:lnTo>
                    <a:pt x="55099" y="76015"/>
                  </a:lnTo>
                  <a:lnTo>
                    <a:pt x="54948" y="77858"/>
                  </a:lnTo>
                  <a:lnTo>
                    <a:pt x="52914" y="79327"/>
                  </a:lnTo>
                  <a:lnTo>
                    <a:pt x="50693" y="80393"/>
                  </a:lnTo>
                  <a:lnTo>
                    <a:pt x="47728" y="79975"/>
                  </a:lnTo>
                  <a:lnTo>
                    <a:pt x="47829" y="78536"/>
                  </a:lnTo>
                  <a:lnTo>
                    <a:pt x="49034" y="77334"/>
                  </a:lnTo>
                  <a:lnTo>
                    <a:pt x="54563" y="76782"/>
                  </a:lnTo>
                  <a:lnTo>
                    <a:pt x="57069" y="68263"/>
                  </a:lnTo>
                  <a:lnTo>
                    <a:pt x="52123" y="67680"/>
                  </a:lnTo>
                  <a:lnTo>
                    <a:pt x="51674" y="65162"/>
                  </a:lnTo>
                  <a:lnTo>
                    <a:pt x="56162" y="60414"/>
                  </a:lnTo>
                  <a:lnTo>
                    <a:pt x="56371" y="59351"/>
                  </a:lnTo>
                  <a:lnTo>
                    <a:pt x="54659" y="56457"/>
                  </a:lnTo>
                  <a:lnTo>
                    <a:pt x="54751" y="53861"/>
                  </a:lnTo>
                  <a:lnTo>
                    <a:pt x="51837" y="50900"/>
                  </a:lnTo>
                  <a:lnTo>
                    <a:pt x="49983" y="50831"/>
                  </a:lnTo>
                  <a:lnTo>
                    <a:pt x="46490" y="53969"/>
                  </a:lnTo>
                  <a:lnTo>
                    <a:pt x="44007" y="54888"/>
                  </a:lnTo>
                  <a:lnTo>
                    <a:pt x="38810" y="55067"/>
                  </a:lnTo>
                  <a:lnTo>
                    <a:pt x="27240" y="46706"/>
                  </a:lnTo>
                  <a:lnTo>
                    <a:pt x="30443" y="42592"/>
                  </a:lnTo>
                  <a:lnTo>
                    <a:pt x="26200" y="40057"/>
                  </a:lnTo>
                  <a:lnTo>
                    <a:pt x="25184" y="41199"/>
                  </a:lnTo>
                  <a:lnTo>
                    <a:pt x="26378" y="41955"/>
                  </a:lnTo>
                  <a:lnTo>
                    <a:pt x="24751" y="42662"/>
                  </a:lnTo>
                  <a:lnTo>
                    <a:pt x="20337" y="38919"/>
                  </a:lnTo>
                  <a:lnTo>
                    <a:pt x="14467" y="35677"/>
                  </a:lnTo>
                  <a:lnTo>
                    <a:pt x="16123" y="33201"/>
                  </a:lnTo>
                  <a:lnTo>
                    <a:pt x="13581" y="29568"/>
                  </a:lnTo>
                  <a:lnTo>
                    <a:pt x="5746" y="26434"/>
                  </a:lnTo>
                  <a:lnTo>
                    <a:pt x="5020" y="28331"/>
                  </a:lnTo>
                  <a:lnTo>
                    <a:pt x="497" y="27868"/>
                  </a:lnTo>
                  <a:lnTo>
                    <a:pt x="0" y="21785"/>
                  </a:lnTo>
                  <a:lnTo>
                    <a:pt x="1496" y="20458"/>
                  </a:lnTo>
                  <a:lnTo>
                    <a:pt x="9562" y="22526"/>
                  </a:lnTo>
                  <a:lnTo>
                    <a:pt x="14781" y="15141"/>
                  </a:lnTo>
                  <a:lnTo>
                    <a:pt x="18883" y="10766"/>
                  </a:lnTo>
                  <a:lnTo>
                    <a:pt x="21628" y="9269"/>
                  </a:lnTo>
                  <a:lnTo>
                    <a:pt x="24147" y="10085"/>
                  </a:lnTo>
                  <a:lnTo>
                    <a:pt x="24372" y="11981"/>
                  </a:lnTo>
                  <a:lnTo>
                    <a:pt x="24613" y="13782"/>
                  </a:lnTo>
                  <a:lnTo>
                    <a:pt x="20027" y="12459"/>
                  </a:lnTo>
                  <a:lnTo>
                    <a:pt x="20687" y="16484"/>
                  </a:lnTo>
                  <a:lnTo>
                    <a:pt x="25433" y="17939"/>
                  </a:lnTo>
                  <a:lnTo>
                    <a:pt x="26104" y="17770"/>
                  </a:lnTo>
                  <a:lnTo>
                    <a:pt x="27074" y="14777"/>
                  </a:lnTo>
                  <a:lnTo>
                    <a:pt x="29373" y="14714"/>
                  </a:lnTo>
                  <a:lnTo>
                    <a:pt x="29740" y="18891"/>
                  </a:lnTo>
                  <a:lnTo>
                    <a:pt x="34520" y="21548"/>
                  </a:lnTo>
                  <a:lnTo>
                    <a:pt x="35790" y="24936"/>
                  </a:lnTo>
                  <a:lnTo>
                    <a:pt x="34550" y="27028"/>
                  </a:lnTo>
                  <a:lnTo>
                    <a:pt x="34553" y="31071"/>
                  </a:lnTo>
                  <a:lnTo>
                    <a:pt x="39963" y="33347"/>
                  </a:lnTo>
                  <a:lnTo>
                    <a:pt x="42670" y="30769"/>
                  </a:lnTo>
                  <a:lnTo>
                    <a:pt x="41096" y="25186"/>
                  </a:lnTo>
                  <a:lnTo>
                    <a:pt x="42822" y="23401"/>
                  </a:lnTo>
                  <a:lnTo>
                    <a:pt x="47513" y="27298"/>
                  </a:lnTo>
                  <a:lnTo>
                    <a:pt x="51757" y="22301"/>
                  </a:lnTo>
                  <a:lnTo>
                    <a:pt x="49995" y="18276"/>
                  </a:lnTo>
                  <a:lnTo>
                    <a:pt x="49706" y="14142"/>
                  </a:lnTo>
                  <a:lnTo>
                    <a:pt x="52361" y="9723"/>
                  </a:lnTo>
                  <a:lnTo>
                    <a:pt x="51626" y="5305"/>
                  </a:lnTo>
                  <a:lnTo>
                    <a:pt x="53093" y="64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h259"/>
            <p:cNvSpPr/>
            <p:nvPr/>
          </p:nvSpPr>
          <p:spPr>
            <a:xfrm>
              <a:off x="3436034" y="3402475"/>
              <a:ext cx="24256" cy="26228"/>
            </a:xfrm>
            <a:custGeom>
              <a:avLst/>
              <a:pathLst>
                <a:path w="24256" h="26228">
                  <a:moveTo>
                    <a:pt x="22272" y="2462"/>
                  </a:moveTo>
                  <a:lnTo>
                    <a:pt x="23421" y="3858"/>
                  </a:lnTo>
                  <a:lnTo>
                    <a:pt x="24256" y="11673"/>
                  </a:lnTo>
                  <a:lnTo>
                    <a:pt x="23815" y="19107"/>
                  </a:lnTo>
                  <a:lnTo>
                    <a:pt x="22388" y="24617"/>
                  </a:lnTo>
                  <a:lnTo>
                    <a:pt x="18660" y="26228"/>
                  </a:lnTo>
                  <a:lnTo>
                    <a:pt x="10394" y="23279"/>
                  </a:lnTo>
                  <a:lnTo>
                    <a:pt x="10250" y="25769"/>
                  </a:lnTo>
                  <a:lnTo>
                    <a:pt x="3769" y="25014"/>
                  </a:lnTo>
                  <a:lnTo>
                    <a:pt x="1969" y="22989"/>
                  </a:lnTo>
                  <a:lnTo>
                    <a:pt x="3979" y="20054"/>
                  </a:lnTo>
                  <a:lnTo>
                    <a:pt x="2458" y="19332"/>
                  </a:lnTo>
                  <a:lnTo>
                    <a:pt x="7433" y="13429"/>
                  </a:lnTo>
                  <a:lnTo>
                    <a:pt x="7432" y="12392"/>
                  </a:lnTo>
                  <a:lnTo>
                    <a:pt x="745" y="5255"/>
                  </a:lnTo>
                  <a:lnTo>
                    <a:pt x="0" y="3586"/>
                  </a:lnTo>
                  <a:lnTo>
                    <a:pt x="963" y="3956"/>
                  </a:lnTo>
                  <a:lnTo>
                    <a:pt x="2501" y="3133"/>
                  </a:lnTo>
                  <a:lnTo>
                    <a:pt x="3771" y="4182"/>
                  </a:lnTo>
                  <a:lnTo>
                    <a:pt x="3302" y="5546"/>
                  </a:lnTo>
                  <a:lnTo>
                    <a:pt x="10642" y="7080"/>
                  </a:lnTo>
                  <a:lnTo>
                    <a:pt x="11682" y="5385"/>
                  </a:lnTo>
                  <a:lnTo>
                    <a:pt x="17367" y="4862"/>
                  </a:lnTo>
                  <a:lnTo>
                    <a:pt x="19741" y="2088"/>
                  </a:lnTo>
                  <a:lnTo>
                    <a:pt x="1904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h260"/>
            <p:cNvSpPr/>
            <p:nvPr/>
          </p:nvSpPr>
          <p:spPr>
            <a:xfrm>
              <a:off x="3390812" y="3286295"/>
              <a:ext cx="38679" cy="39824"/>
            </a:xfrm>
            <a:custGeom>
              <a:avLst/>
              <a:pathLst>
                <a:path w="38679" h="39824">
                  <a:moveTo>
                    <a:pt x="16950" y="2798"/>
                  </a:moveTo>
                  <a:lnTo>
                    <a:pt x="20265" y="4682"/>
                  </a:lnTo>
                  <a:lnTo>
                    <a:pt x="23204" y="8692"/>
                  </a:lnTo>
                  <a:lnTo>
                    <a:pt x="23302" y="9535"/>
                  </a:lnTo>
                  <a:lnTo>
                    <a:pt x="21514" y="9900"/>
                  </a:lnTo>
                  <a:lnTo>
                    <a:pt x="21070" y="10750"/>
                  </a:lnTo>
                  <a:lnTo>
                    <a:pt x="22094" y="12382"/>
                  </a:lnTo>
                  <a:lnTo>
                    <a:pt x="28337" y="11952"/>
                  </a:lnTo>
                  <a:lnTo>
                    <a:pt x="29273" y="11209"/>
                  </a:lnTo>
                  <a:lnTo>
                    <a:pt x="32458" y="12500"/>
                  </a:lnTo>
                  <a:lnTo>
                    <a:pt x="33163" y="16608"/>
                  </a:lnTo>
                  <a:lnTo>
                    <a:pt x="36280" y="21475"/>
                  </a:lnTo>
                  <a:lnTo>
                    <a:pt x="37501" y="21663"/>
                  </a:lnTo>
                  <a:lnTo>
                    <a:pt x="38679" y="29184"/>
                  </a:lnTo>
                  <a:lnTo>
                    <a:pt x="36052" y="30900"/>
                  </a:lnTo>
                  <a:lnTo>
                    <a:pt x="29511" y="31769"/>
                  </a:lnTo>
                  <a:lnTo>
                    <a:pt x="26782" y="34477"/>
                  </a:lnTo>
                  <a:lnTo>
                    <a:pt x="21984" y="36443"/>
                  </a:lnTo>
                  <a:lnTo>
                    <a:pt x="22320" y="39229"/>
                  </a:lnTo>
                  <a:lnTo>
                    <a:pt x="19578" y="38654"/>
                  </a:lnTo>
                  <a:lnTo>
                    <a:pt x="19155" y="37404"/>
                  </a:lnTo>
                  <a:lnTo>
                    <a:pt x="16357" y="35711"/>
                  </a:lnTo>
                  <a:lnTo>
                    <a:pt x="15964" y="39824"/>
                  </a:lnTo>
                  <a:lnTo>
                    <a:pt x="15333" y="39798"/>
                  </a:lnTo>
                  <a:lnTo>
                    <a:pt x="13681" y="39593"/>
                  </a:lnTo>
                  <a:lnTo>
                    <a:pt x="7685" y="33200"/>
                  </a:lnTo>
                  <a:lnTo>
                    <a:pt x="6709" y="28462"/>
                  </a:lnTo>
                  <a:lnTo>
                    <a:pt x="3368" y="27290"/>
                  </a:lnTo>
                  <a:lnTo>
                    <a:pt x="2845" y="27574"/>
                  </a:lnTo>
                  <a:lnTo>
                    <a:pt x="3219" y="28872"/>
                  </a:lnTo>
                  <a:lnTo>
                    <a:pt x="0" y="28597"/>
                  </a:lnTo>
                  <a:lnTo>
                    <a:pt x="4971" y="20370"/>
                  </a:lnTo>
                  <a:lnTo>
                    <a:pt x="5115" y="14328"/>
                  </a:lnTo>
                  <a:lnTo>
                    <a:pt x="7399" y="7133"/>
                  </a:lnTo>
                  <a:lnTo>
                    <a:pt x="8814" y="6277"/>
                  </a:lnTo>
                  <a:lnTo>
                    <a:pt x="11596" y="7109"/>
                  </a:lnTo>
                  <a:lnTo>
                    <a:pt x="12048" y="1878"/>
                  </a:lnTo>
                  <a:lnTo>
                    <a:pt x="15068" y="1236"/>
                  </a:lnTo>
                  <a:lnTo>
                    <a:pt x="1573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h261"/>
            <p:cNvSpPr/>
            <p:nvPr/>
          </p:nvSpPr>
          <p:spPr>
            <a:xfrm>
              <a:off x="3523963" y="3268649"/>
              <a:ext cx="78467" cy="56136"/>
            </a:xfrm>
            <a:custGeom>
              <a:avLst/>
              <a:pathLst>
                <a:path w="78467" h="56136">
                  <a:moveTo>
                    <a:pt x="29519" y="3133"/>
                  </a:moveTo>
                  <a:lnTo>
                    <a:pt x="32062" y="6766"/>
                  </a:lnTo>
                  <a:lnTo>
                    <a:pt x="30405" y="9242"/>
                  </a:lnTo>
                  <a:lnTo>
                    <a:pt x="36275" y="12484"/>
                  </a:lnTo>
                  <a:lnTo>
                    <a:pt x="40689" y="16227"/>
                  </a:lnTo>
                  <a:lnTo>
                    <a:pt x="42316" y="15520"/>
                  </a:lnTo>
                  <a:lnTo>
                    <a:pt x="41123" y="14764"/>
                  </a:lnTo>
                  <a:lnTo>
                    <a:pt x="42139" y="13622"/>
                  </a:lnTo>
                  <a:lnTo>
                    <a:pt x="46381" y="16157"/>
                  </a:lnTo>
                  <a:lnTo>
                    <a:pt x="43178" y="20271"/>
                  </a:lnTo>
                  <a:lnTo>
                    <a:pt x="54748" y="28632"/>
                  </a:lnTo>
                  <a:lnTo>
                    <a:pt x="59945" y="28453"/>
                  </a:lnTo>
                  <a:lnTo>
                    <a:pt x="62428" y="27534"/>
                  </a:lnTo>
                  <a:lnTo>
                    <a:pt x="65921" y="24396"/>
                  </a:lnTo>
                  <a:lnTo>
                    <a:pt x="67776" y="24465"/>
                  </a:lnTo>
                  <a:lnTo>
                    <a:pt x="70689" y="27426"/>
                  </a:lnTo>
                  <a:lnTo>
                    <a:pt x="70597" y="30022"/>
                  </a:lnTo>
                  <a:lnTo>
                    <a:pt x="72309" y="32916"/>
                  </a:lnTo>
                  <a:lnTo>
                    <a:pt x="72100" y="33979"/>
                  </a:lnTo>
                  <a:lnTo>
                    <a:pt x="67612" y="38727"/>
                  </a:lnTo>
                  <a:lnTo>
                    <a:pt x="68062" y="41246"/>
                  </a:lnTo>
                  <a:lnTo>
                    <a:pt x="73007" y="41828"/>
                  </a:lnTo>
                  <a:lnTo>
                    <a:pt x="70501" y="50347"/>
                  </a:lnTo>
                  <a:lnTo>
                    <a:pt x="64972" y="50899"/>
                  </a:lnTo>
                  <a:lnTo>
                    <a:pt x="63767" y="52101"/>
                  </a:lnTo>
                  <a:lnTo>
                    <a:pt x="63666" y="53540"/>
                  </a:lnTo>
                  <a:lnTo>
                    <a:pt x="66631" y="53958"/>
                  </a:lnTo>
                  <a:lnTo>
                    <a:pt x="68852" y="52892"/>
                  </a:lnTo>
                  <a:lnTo>
                    <a:pt x="70886" y="51423"/>
                  </a:lnTo>
                  <a:lnTo>
                    <a:pt x="71037" y="49580"/>
                  </a:lnTo>
                  <a:lnTo>
                    <a:pt x="75675" y="50482"/>
                  </a:lnTo>
                  <a:lnTo>
                    <a:pt x="75380" y="51128"/>
                  </a:lnTo>
                  <a:lnTo>
                    <a:pt x="74688" y="52520"/>
                  </a:lnTo>
                  <a:lnTo>
                    <a:pt x="75272" y="54116"/>
                  </a:lnTo>
                  <a:lnTo>
                    <a:pt x="77604" y="53808"/>
                  </a:lnTo>
                  <a:lnTo>
                    <a:pt x="78467" y="55566"/>
                  </a:lnTo>
                  <a:lnTo>
                    <a:pt x="64980" y="56136"/>
                  </a:lnTo>
                  <a:lnTo>
                    <a:pt x="60212" y="55629"/>
                  </a:lnTo>
                  <a:lnTo>
                    <a:pt x="52695" y="48959"/>
                  </a:lnTo>
                  <a:lnTo>
                    <a:pt x="48920" y="45507"/>
                  </a:lnTo>
                  <a:lnTo>
                    <a:pt x="46181" y="48704"/>
                  </a:lnTo>
                  <a:lnTo>
                    <a:pt x="45612" y="48433"/>
                  </a:lnTo>
                  <a:lnTo>
                    <a:pt x="43087" y="46139"/>
                  </a:lnTo>
                  <a:lnTo>
                    <a:pt x="41684" y="42327"/>
                  </a:lnTo>
                  <a:lnTo>
                    <a:pt x="34950" y="39391"/>
                  </a:lnTo>
                  <a:lnTo>
                    <a:pt x="24911" y="39688"/>
                  </a:lnTo>
                  <a:lnTo>
                    <a:pt x="20063" y="35887"/>
                  </a:lnTo>
                  <a:lnTo>
                    <a:pt x="12846" y="35905"/>
                  </a:lnTo>
                  <a:lnTo>
                    <a:pt x="11753" y="32392"/>
                  </a:lnTo>
                  <a:lnTo>
                    <a:pt x="13302" y="28056"/>
                  </a:lnTo>
                  <a:lnTo>
                    <a:pt x="15396" y="27422"/>
                  </a:lnTo>
                  <a:lnTo>
                    <a:pt x="18200" y="29674"/>
                  </a:lnTo>
                  <a:lnTo>
                    <a:pt x="20436" y="27270"/>
                  </a:lnTo>
                  <a:lnTo>
                    <a:pt x="19988" y="25697"/>
                  </a:lnTo>
                  <a:lnTo>
                    <a:pt x="11301" y="19963"/>
                  </a:lnTo>
                  <a:lnTo>
                    <a:pt x="8591" y="21275"/>
                  </a:lnTo>
                  <a:lnTo>
                    <a:pt x="1271" y="20568"/>
                  </a:lnTo>
                  <a:lnTo>
                    <a:pt x="0" y="19869"/>
                  </a:lnTo>
                  <a:lnTo>
                    <a:pt x="756" y="13226"/>
                  </a:lnTo>
                  <a:lnTo>
                    <a:pt x="6172" y="13501"/>
                  </a:lnTo>
                  <a:lnTo>
                    <a:pt x="9675" y="11879"/>
                  </a:lnTo>
                  <a:lnTo>
                    <a:pt x="16590" y="6494"/>
                  </a:lnTo>
                  <a:lnTo>
                    <a:pt x="15744" y="4269"/>
                  </a:lnTo>
                  <a:lnTo>
                    <a:pt x="15734" y="1789"/>
                  </a:lnTo>
                  <a:lnTo>
                    <a:pt x="16435" y="1434"/>
                  </a:lnTo>
                  <a:lnTo>
                    <a:pt x="20958" y="1896"/>
                  </a:lnTo>
                  <a:lnTo>
                    <a:pt x="2168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h262"/>
            <p:cNvSpPr/>
            <p:nvPr/>
          </p:nvSpPr>
          <p:spPr>
            <a:xfrm>
              <a:off x="3537226" y="3344692"/>
              <a:ext cx="17240" cy="13048"/>
            </a:xfrm>
            <a:custGeom>
              <a:avLst/>
              <a:pathLst>
                <a:path w="17240" h="13048">
                  <a:moveTo>
                    <a:pt x="17156" y="3070"/>
                  </a:moveTo>
                  <a:lnTo>
                    <a:pt x="17240" y="8572"/>
                  </a:lnTo>
                  <a:lnTo>
                    <a:pt x="13507" y="11888"/>
                  </a:lnTo>
                  <a:lnTo>
                    <a:pt x="9482" y="13048"/>
                  </a:lnTo>
                  <a:lnTo>
                    <a:pt x="7248" y="11809"/>
                  </a:lnTo>
                  <a:lnTo>
                    <a:pt x="1463" y="10775"/>
                  </a:lnTo>
                  <a:lnTo>
                    <a:pt x="0" y="8652"/>
                  </a:lnTo>
                  <a:lnTo>
                    <a:pt x="800" y="4257"/>
                  </a:lnTo>
                  <a:lnTo>
                    <a:pt x="2990" y="2415"/>
                  </a:lnTo>
                  <a:lnTo>
                    <a:pt x="3359" y="2831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h263"/>
            <p:cNvSpPr/>
            <p:nvPr/>
          </p:nvSpPr>
          <p:spPr>
            <a:xfrm>
              <a:off x="3544729" y="3392656"/>
              <a:ext cx="45900" cy="28796"/>
            </a:xfrm>
            <a:custGeom>
              <a:avLst/>
              <a:pathLst>
                <a:path w="45900" h="28796">
                  <a:moveTo>
                    <a:pt x="45900" y="1833"/>
                  </a:moveTo>
                  <a:lnTo>
                    <a:pt x="44442" y="3729"/>
                  </a:lnTo>
                  <a:lnTo>
                    <a:pt x="43290" y="5271"/>
                  </a:lnTo>
                  <a:lnTo>
                    <a:pt x="40596" y="6035"/>
                  </a:lnTo>
                  <a:lnTo>
                    <a:pt x="36200" y="4937"/>
                  </a:lnTo>
                  <a:lnTo>
                    <a:pt x="34001" y="5386"/>
                  </a:lnTo>
                  <a:lnTo>
                    <a:pt x="30525" y="8667"/>
                  </a:lnTo>
                  <a:lnTo>
                    <a:pt x="29585" y="10310"/>
                  </a:lnTo>
                  <a:lnTo>
                    <a:pt x="30531" y="21336"/>
                  </a:lnTo>
                  <a:lnTo>
                    <a:pt x="28549" y="28151"/>
                  </a:lnTo>
                  <a:lnTo>
                    <a:pt x="27608" y="28757"/>
                  </a:lnTo>
                  <a:lnTo>
                    <a:pt x="22941" y="28796"/>
                  </a:lnTo>
                  <a:lnTo>
                    <a:pt x="15445" y="26366"/>
                  </a:lnTo>
                  <a:lnTo>
                    <a:pt x="13412" y="21201"/>
                  </a:lnTo>
                  <a:lnTo>
                    <a:pt x="9032" y="20008"/>
                  </a:lnTo>
                  <a:lnTo>
                    <a:pt x="8416" y="20321"/>
                  </a:lnTo>
                  <a:lnTo>
                    <a:pt x="7973" y="23349"/>
                  </a:lnTo>
                  <a:lnTo>
                    <a:pt x="6408" y="19017"/>
                  </a:lnTo>
                  <a:lnTo>
                    <a:pt x="3418" y="16255"/>
                  </a:lnTo>
                  <a:lnTo>
                    <a:pt x="0" y="14252"/>
                  </a:lnTo>
                  <a:lnTo>
                    <a:pt x="2285" y="11824"/>
                  </a:lnTo>
                  <a:lnTo>
                    <a:pt x="13690" y="11790"/>
                  </a:lnTo>
                  <a:lnTo>
                    <a:pt x="14427" y="3436"/>
                  </a:lnTo>
                  <a:lnTo>
                    <a:pt x="9964" y="2702"/>
                  </a:lnTo>
                  <a:lnTo>
                    <a:pt x="9311" y="599"/>
                  </a:lnTo>
                  <a:lnTo>
                    <a:pt x="16264" y="3773"/>
                  </a:lnTo>
                  <a:lnTo>
                    <a:pt x="18866" y="3759"/>
                  </a:lnTo>
                  <a:lnTo>
                    <a:pt x="20511" y="3362"/>
                  </a:lnTo>
                  <a:lnTo>
                    <a:pt x="20475" y="2338"/>
                  </a:lnTo>
                  <a:lnTo>
                    <a:pt x="31769" y="2002"/>
                  </a:lnTo>
                  <a:lnTo>
                    <a:pt x="38975" y="756"/>
                  </a:lnTo>
                  <a:lnTo>
                    <a:pt x="3963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h264"/>
            <p:cNvSpPr/>
            <p:nvPr/>
          </p:nvSpPr>
          <p:spPr>
            <a:xfrm>
              <a:off x="3465106" y="3323559"/>
              <a:ext cx="11073" cy="17605"/>
            </a:xfrm>
            <a:custGeom>
              <a:avLst/>
              <a:pathLst>
                <a:path w="11073" h="17605">
                  <a:moveTo>
                    <a:pt x="1003" y="0"/>
                  </a:moveTo>
                  <a:lnTo>
                    <a:pt x="3535" y="3348"/>
                  </a:lnTo>
                  <a:lnTo>
                    <a:pt x="6401" y="5230"/>
                  </a:lnTo>
                  <a:lnTo>
                    <a:pt x="7238" y="4197"/>
                  </a:lnTo>
                  <a:lnTo>
                    <a:pt x="8089" y="2672"/>
                  </a:lnTo>
                  <a:lnTo>
                    <a:pt x="11073" y="2974"/>
                  </a:lnTo>
                  <a:lnTo>
                    <a:pt x="10590" y="9334"/>
                  </a:lnTo>
                  <a:lnTo>
                    <a:pt x="8709" y="15293"/>
                  </a:lnTo>
                  <a:lnTo>
                    <a:pt x="5909" y="17605"/>
                  </a:lnTo>
                  <a:lnTo>
                    <a:pt x="4646" y="16305"/>
                  </a:lnTo>
                  <a:lnTo>
                    <a:pt x="1579" y="15735"/>
                  </a:lnTo>
                  <a:lnTo>
                    <a:pt x="1628" y="11885"/>
                  </a:lnTo>
                  <a:lnTo>
                    <a:pt x="2575" y="11848"/>
                  </a:lnTo>
                  <a:lnTo>
                    <a:pt x="2937" y="10317"/>
                  </a:lnTo>
                  <a:lnTo>
                    <a:pt x="195" y="7756"/>
                  </a:lnTo>
                  <a:lnTo>
                    <a:pt x="1503" y="6879"/>
                  </a:lnTo>
                  <a:lnTo>
                    <a:pt x="1322" y="3980"/>
                  </a:lnTo>
                  <a:lnTo>
                    <a:pt x="427" y="3545"/>
                  </a:lnTo>
                  <a:lnTo>
                    <a:pt x="0" y="799"/>
                  </a:lnTo>
                  <a:lnTo>
                    <a:pt x="14" y="3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h265"/>
            <p:cNvSpPr/>
            <p:nvPr/>
          </p:nvSpPr>
          <p:spPr>
            <a:xfrm>
              <a:off x="3453222" y="3313192"/>
              <a:ext cx="20423" cy="15597"/>
            </a:xfrm>
            <a:custGeom>
              <a:avLst/>
              <a:pathLst>
                <a:path w="20423" h="15597">
                  <a:moveTo>
                    <a:pt x="18455" y="6276"/>
                  </a:moveTo>
                  <a:lnTo>
                    <a:pt x="20423" y="11118"/>
                  </a:lnTo>
                  <a:lnTo>
                    <a:pt x="18210" y="11713"/>
                  </a:lnTo>
                  <a:lnTo>
                    <a:pt x="18085" y="13715"/>
                  </a:lnTo>
                  <a:lnTo>
                    <a:pt x="19122" y="14564"/>
                  </a:lnTo>
                  <a:lnTo>
                    <a:pt x="18285" y="15597"/>
                  </a:lnTo>
                  <a:lnTo>
                    <a:pt x="15419" y="13715"/>
                  </a:lnTo>
                  <a:lnTo>
                    <a:pt x="12887" y="10366"/>
                  </a:lnTo>
                  <a:lnTo>
                    <a:pt x="11899" y="10405"/>
                  </a:lnTo>
                  <a:lnTo>
                    <a:pt x="11884" y="11166"/>
                  </a:lnTo>
                  <a:lnTo>
                    <a:pt x="2529" y="13431"/>
                  </a:lnTo>
                  <a:lnTo>
                    <a:pt x="60" y="12003"/>
                  </a:lnTo>
                  <a:lnTo>
                    <a:pt x="0" y="10057"/>
                  </a:lnTo>
                  <a:lnTo>
                    <a:pt x="2461" y="7415"/>
                  </a:lnTo>
                  <a:lnTo>
                    <a:pt x="1886" y="5378"/>
                  </a:lnTo>
                  <a:lnTo>
                    <a:pt x="2436" y="4597"/>
                  </a:lnTo>
                  <a:lnTo>
                    <a:pt x="4853" y="5177"/>
                  </a:lnTo>
                  <a:lnTo>
                    <a:pt x="10847" y="8509"/>
                  </a:lnTo>
                  <a:lnTo>
                    <a:pt x="10474" y="5945"/>
                  </a:lnTo>
                  <a:lnTo>
                    <a:pt x="14214" y="6098"/>
                  </a:lnTo>
                  <a:lnTo>
                    <a:pt x="1640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h266"/>
            <p:cNvSpPr/>
            <p:nvPr/>
          </p:nvSpPr>
          <p:spPr>
            <a:xfrm>
              <a:off x="3433944" y="3309461"/>
              <a:ext cx="21740" cy="19006"/>
            </a:xfrm>
            <a:custGeom>
              <a:avLst/>
              <a:pathLst>
                <a:path w="21740" h="19006">
                  <a:moveTo>
                    <a:pt x="2493" y="68"/>
                  </a:moveTo>
                  <a:lnTo>
                    <a:pt x="2940" y="1440"/>
                  </a:lnTo>
                  <a:lnTo>
                    <a:pt x="5286" y="1303"/>
                  </a:lnTo>
                  <a:lnTo>
                    <a:pt x="7332" y="2822"/>
                  </a:lnTo>
                  <a:lnTo>
                    <a:pt x="7641" y="4074"/>
                  </a:lnTo>
                  <a:lnTo>
                    <a:pt x="10543" y="5698"/>
                  </a:lnTo>
                  <a:lnTo>
                    <a:pt x="14501" y="5896"/>
                  </a:lnTo>
                  <a:lnTo>
                    <a:pt x="19488" y="3353"/>
                  </a:lnTo>
                  <a:lnTo>
                    <a:pt x="20552" y="2655"/>
                  </a:lnTo>
                  <a:lnTo>
                    <a:pt x="21380" y="3861"/>
                  </a:lnTo>
                  <a:lnTo>
                    <a:pt x="20515" y="8627"/>
                  </a:lnTo>
                  <a:lnTo>
                    <a:pt x="21165" y="9109"/>
                  </a:lnTo>
                  <a:lnTo>
                    <a:pt x="21740" y="11146"/>
                  </a:lnTo>
                  <a:lnTo>
                    <a:pt x="19278" y="13788"/>
                  </a:lnTo>
                  <a:lnTo>
                    <a:pt x="19339" y="15734"/>
                  </a:lnTo>
                  <a:lnTo>
                    <a:pt x="19084" y="17561"/>
                  </a:lnTo>
                  <a:lnTo>
                    <a:pt x="17972" y="17679"/>
                  </a:lnTo>
                  <a:lnTo>
                    <a:pt x="15381" y="17747"/>
                  </a:lnTo>
                  <a:lnTo>
                    <a:pt x="13340" y="16357"/>
                  </a:lnTo>
                  <a:lnTo>
                    <a:pt x="7753" y="19006"/>
                  </a:lnTo>
                  <a:lnTo>
                    <a:pt x="5233" y="18560"/>
                  </a:lnTo>
                  <a:lnTo>
                    <a:pt x="0" y="10296"/>
                  </a:lnTo>
                  <a:lnTo>
                    <a:pt x="2446" y="8487"/>
                  </a:lnTo>
                  <a:lnTo>
                    <a:pt x="3622" y="8548"/>
                  </a:lnTo>
                  <a:lnTo>
                    <a:pt x="227" y="2362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h267"/>
            <p:cNvSpPr/>
            <p:nvPr/>
          </p:nvSpPr>
          <p:spPr>
            <a:xfrm>
              <a:off x="3436347" y="3337878"/>
              <a:ext cx="21945" cy="18655"/>
            </a:xfrm>
            <a:custGeom>
              <a:avLst/>
              <a:pathLst>
                <a:path w="21945" h="18655">
                  <a:moveTo>
                    <a:pt x="10040" y="712"/>
                  </a:moveTo>
                  <a:lnTo>
                    <a:pt x="12242" y="2250"/>
                  </a:lnTo>
                  <a:lnTo>
                    <a:pt x="11145" y="4682"/>
                  </a:lnTo>
                  <a:lnTo>
                    <a:pt x="10998" y="7058"/>
                  </a:lnTo>
                  <a:lnTo>
                    <a:pt x="12358" y="7772"/>
                  </a:lnTo>
                  <a:lnTo>
                    <a:pt x="15281" y="7442"/>
                  </a:lnTo>
                  <a:lnTo>
                    <a:pt x="16555" y="5709"/>
                  </a:lnTo>
                  <a:lnTo>
                    <a:pt x="19355" y="4558"/>
                  </a:lnTo>
                  <a:lnTo>
                    <a:pt x="20020" y="6237"/>
                  </a:lnTo>
                  <a:lnTo>
                    <a:pt x="21945" y="8896"/>
                  </a:lnTo>
                  <a:lnTo>
                    <a:pt x="20971" y="12150"/>
                  </a:lnTo>
                  <a:lnTo>
                    <a:pt x="18000" y="13659"/>
                  </a:lnTo>
                  <a:lnTo>
                    <a:pt x="15343" y="16901"/>
                  </a:lnTo>
                  <a:lnTo>
                    <a:pt x="16014" y="18069"/>
                  </a:lnTo>
                  <a:lnTo>
                    <a:pt x="13698" y="18655"/>
                  </a:lnTo>
                  <a:lnTo>
                    <a:pt x="12649" y="17466"/>
                  </a:lnTo>
                  <a:lnTo>
                    <a:pt x="9925" y="17923"/>
                  </a:lnTo>
                  <a:lnTo>
                    <a:pt x="6101" y="11983"/>
                  </a:lnTo>
                  <a:lnTo>
                    <a:pt x="3846" y="9670"/>
                  </a:lnTo>
                  <a:lnTo>
                    <a:pt x="0" y="7524"/>
                  </a:lnTo>
                  <a:lnTo>
                    <a:pt x="1811" y="1957"/>
                  </a:lnTo>
                  <a:lnTo>
                    <a:pt x="1621" y="99"/>
                  </a:lnTo>
                  <a:lnTo>
                    <a:pt x="610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h268"/>
            <p:cNvSpPr/>
            <p:nvPr/>
          </p:nvSpPr>
          <p:spPr>
            <a:xfrm>
              <a:off x="3572194" y="3396386"/>
              <a:ext cx="116158" cy="72928"/>
            </a:xfrm>
            <a:custGeom>
              <a:avLst/>
              <a:pathLst>
                <a:path w="116158" h="72928">
                  <a:moveTo>
                    <a:pt x="18793" y="1576"/>
                  </a:moveTo>
                  <a:lnTo>
                    <a:pt x="21844" y="10276"/>
                  </a:lnTo>
                  <a:lnTo>
                    <a:pt x="31475" y="8727"/>
                  </a:lnTo>
                  <a:lnTo>
                    <a:pt x="32460" y="15422"/>
                  </a:lnTo>
                  <a:lnTo>
                    <a:pt x="40090" y="12555"/>
                  </a:lnTo>
                  <a:lnTo>
                    <a:pt x="44676" y="13868"/>
                  </a:lnTo>
                  <a:lnTo>
                    <a:pt x="49127" y="13842"/>
                  </a:lnTo>
                  <a:lnTo>
                    <a:pt x="52148" y="16532"/>
                  </a:lnTo>
                  <a:lnTo>
                    <a:pt x="49956" y="18953"/>
                  </a:lnTo>
                  <a:lnTo>
                    <a:pt x="52778" y="20771"/>
                  </a:lnTo>
                  <a:lnTo>
                    <a:pt x="54958" y="20409"/>
                  </a:lnTo>
                  <a:lnTo>
                    <a:pt x="59396" y="17868"/>
                  </a:lnTo>
                  <a:lnTo>
                    <a:pt x="60918" y="16544"/>
                  </a:lnTo>
                  <a:lnTo>
                    <a:pt x="61893" y="12935"/>
                  </a:lnTo>
                  <a:lnTo>
                    <a:pt x="64515" y="12616"/>
                  </a:lnTo>
                  <a:lnTo>
                    <a:pt x="66423" y="14701"/>
                  </a:lnTo>
                  <a:lnTo>
                    <a:pt x="71091" y="15965"/>
                  </a:lnTo>
                  <a:lnTo>
                    <a:pt x="71804" y="13792"/>
                  </a:lnTo>
                  <a:lnTo>
                    <a:pt x="74124" y="13732"/>
                  </a:lnTo>
                  <a:lnTo>
                    <a:pt x="75040" y="14707"/>
                  </a:lnTo>
                  <a:lnTo>
                    <a:pt x="75905" y="17211"/>
                  </a:lnTo>
                  <a:lnTo>
                    <a:pt x="75465" y="19181"/>
                  </a:lnTo>
                  <a:lnTo>
                    <a:pt x="76408" y="20454"/>
                  </a:lnTo>
                  <a:lnTo>
                    <a:pt x="81756" y="16742"/>
                  </a:lnTo>
                  <a:lnTo>
                    <a:pt x="85314" y="18546"/>
                  </a:lnTo>
                  <a:lnTo>
                    <a:pt x="87450" y="16679"/>
                  </a:lnTo>
                  <a:lnTo>
                    <a:pt x="87625" y="14565"/>
                  </a:lnTo>
                  <a:lnTo>
                    <a:pt x="91731" y="15850"/>
                  </a:lnTo>
                  <a:lnTo>
                    <a:pt x="94785" y="18986"/>
                  </a:lnTo>
                  <a:lnTo>
                    <a:pt x="93464" y="22488"/>
                  </a:lnTo>
                  <a:lnTo>
                    <a:pt x="95058" y="27505"/>
                  </a:lnTo>
                  <a:lnTo>
                    <a:pt x="97123" y="29964"/>
                  </a:lnTo>
                  <a:lnTo>
                    <a:pt x="101349" y="31827"/>
                  </a:lnTo>
                  <a:lnTo>
                    <a:pt x="104570" y="29490"/>
                  </a:lnTo>
                  <a:lnTo>
                    <a:pt x="107153" y="29369"/>
                  </a:lnTo>
                  <a:lnTo>
                    <a:pt x="109384" y="33947"/>
                  </a:lnTo>
                  <a:lnTo>
                    <a:pt x="108688" y="38023"/>
                  </a:lnTo>
                  <a:lnTo>
                    <a:pt x="109296" y="39090"/>
                  </a:lnTo>
                  <a:lnTo>
                    <a:pt x="113073" y="40714"/>
                  </a:lnTo>
                  <a:lnTo>
                    <a:pt x="106332" y="44310"/>
                  </a:lnTo>
                  <a:lnTo>
                    <a:pt x="104780" y="50411"/>
                  </a:lnTo>
                  <a:lnTo>
                    <a:pt x="102471" y="48641"/>
                  </a:lnTo>
                  <a:lnTo>
                    <a:pt x="102686" y="52798"/>
                  </a:lnTo>
                  <a:lnTo>
                    <a:pt x="105803" y="56202"/>
                  </a:lnTo>
                  <a:lnTo>
                    <a:pt x="109211" y="56543"/>
                  </a:lnTo>
                  <a:lnTo>
                    <a:pt x="109675" y="60246"/>
                  </a:lnTo>
                  <a:lnTo>
                    <a:pt x="107946" y="63062"/>
                  </a:lnTo>
                  <a:lnTo>
                    <a:pt x="110154" y="65799"/>
                  </a:lnTo>
                  <a:lnTo>
                    <a:pt x="114795" y="67803"/>
                  </a:lnTo>
                  <a:lnTo>
                    <a:pt x="116158" y="72120"/>
                  </a:lnTo>
                  <a:lnTo>
                    <a:pt x="105328" y="72928"/>
                  </a:lnTo>
                  <a:lnTo>
                    <a:pt x="101694" y="68883"/>
                  </a:lnTo>
                  <a:lnTo>
                    <a:pt x="92979" y="69133"/>
                  </a:lnTo>
                  <a:lnTo>
                    <a:pt x="89530" y="65796"/>
                  </a:lnTo>
                  <a:lnTo>
                    <a:pt x="87705" y="65446"/>
                  </a:lnTo>
                  <a:lnTo>
                    <a:pt x="89286" y="64097"/>
                  </a:lnTo>
                  <a:lnTo>
                    <a:pt x="88452" y="62320"/>
                  </a:lnTo>
                  <a:lnTo>
                    <a:pt x="73632" y="56351"/>
                  </a:lnTo>
                  <a:lnTo>
                    <a:pt x="72048" y="53728"/>
                  </a:lnTo>
                  <a:lnTo>
                    <a:pt x="64848" y="50285"/>
                  </a:lnTo>
                  <a:lnTo>
                    <a:pt x="59159" y="50839"/>
                  </a:lnTo>
                  <a:lnTo>
                    <a:pt x="57837" y="52195"/>
                  </a:lnTo>
                  <a:lnTo>
                    <a:pt x="57643" y="56850"/>
                  </a:lnTo>
                  <a:lnTo>
                    <a:pt x="53061" y="58719"/>
                  </a:lnTo>
                  <a:lnTo>
                    <a:pt x="48471" y="55621"/>
                  </a:lnTo>
                  <a:lnTo>
                    <a:pt x="46851" y="57498"/>
                  </a:lnTo>
                  <a:lnTo>
                    <a:pt x="44596" y="56961"/>
                  </a:lnTo>
                  <a:lnTo>
                    <a:pt x="42924" y="54724"/>
                  </a:lnTo>
                  <a:lnTo>
                    <a:pt x="43199" y="53530"/>
                  </a:lnTo>
                  <a:lnTo>
                    <a:pt x="41285" y="52853"/>
                  </a:lnTo>
                  <a:lnTo>
                    <a:pt x="34565" y="52558"/>
                  </a:lnTo>
                  <a:lnTo>
                    <a:pt x="30240" y="53531"/>
                  </a:lnTo>
                  <a:lnTo>
                    <a:pt x="29273" y="49249"/>
                  </a:lnTo>
                  <a:lnTo>
                    <a:pt x="27287" y="49471"/>
                  </a:lnTo>
                  <a:lnTo>
                    <a:pt x="24189" y="51334"/>
                  </a:lnTo>
                  <a:lnTo>
                    <a:pt x="23147" y="53224"/>
                  </a:lnTo>
                  <a:lnTo>
                    <a:pt x="21696" y="51424"/>
                  </a:lnTo>
                  <a:lnTo>
                    <a:pt x="18502" y="50031"/>
                  </a:lnTo>
                  <a:lnTo>
                    <a:pt x="18574" y="45079"/>
                  </a:lnTo>
                  <a:lnTo>
                    <a:pt x="17552" y="42340"/>
                  </a:lnTo>
                  <a:lnTo>
                    <a:pt x="15802" y="40537"/>
                  </a:lnTo>
                  <a:lnTo>
                    <a:pt x="11948" y="37037"/>
                  </a:lnTo>
                  <a:lnTo>
                    <a:pt x="3273" y="34145"/>
                  </a:lnTo>
                  <a:lnTo>
                    <a:pt x="0" y="30473"/>
                  </a:lnTo>
                  <a:lnTo>
                    <a:pt x="144" y="25027"/>
                  </a:lnTo>
                  <a:lnTo>
                    <a:pt x="1085" y="24421"/>
                  </a:lnTo>
                  <a:lnTo>
                    <a:pt x="3066" y="17606"/>
                  </a:lnTo>
                  <a:lnTo>
                    <a:pt x="2121" y="6580"/>
                  </a:lnTo>
                  <a:lnTo>
                    <a:pt x="3061" y="4937"/>
                  </a:lnTo>
                  <a:lnTo>
                    <a:pt x="6536" y="1656"/>
                  </a:lnTo>
                  <a:lnTo>
                    <a:pt x="8736" y="1207"/>
                  </a:lnTo>
                  <a:lnTo>
                    <a:pt x="13131" y="2305"/>
                  </a:lnTo>
                  <a:lnTo>
                    <a:pt x="15826" y="1541"/>
                  </a:lnTo>
                  <a:lnTo>
                    <a:pt x="1697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h269"/>
            <p:cNvSpPr/>
            <p:nvPr/>
          </p:nvSpPr>
          <p:spPr>
            <a:xfrm>
              <a:off x="3500752" y="3348404"/>
              <a:ext cx="34768" cy="27001"/>
            </a:xfrm>
            <a:custGeom>
              <a:avLst/>
              <a:pathLst>
                <a:path w="34768" h="27001">
                  <a:moveTo>
                    <a:pt x="25794" y="2697"/>
                  </a:moveTo>
                  <a:lnTo>
                    <a:pt x="24198" y="7204"/>
                  </a:lnTo>
                  <a:lnTo>
                    <a:pt x="27596" y="12796"/>
                  </a:lnTo>
                  <a:lnTo>
                    <a:pt x="33237" y="11732"/>
                  </a:lnTo>
                  <a:lnTo>
                    <a:pt x="34318" y="10584"/>
                  </a:lnTo>
                  <a:lnTo>
                    <a:pt x="31997" y="13717"/>
                  </a:lnTo>
                  <a:lnTo>
                    <a:pt x="32709" y="15871"/>
                  </a:lnTo>
                  <a:lnTo>
                    <a:pt x="34768" y="18024"/>
                  </a:lnTo>
                  <a:lnTo>
                    <a:pt x="31396" y="17508"/>
                  </a:lnTo>
                  <a:lnTo>
                    <a:pt x="28862" y="18115"/>
                  </a:lnTo>
                  <a:lnTo>
                    <a:pt x="25196" y="22608"/>
                  </a:lnTo>
                  <a:lnTo>
                    <a:pt x="25215" y="23971"/>
                  </a:lnTo>
                  <a:lnTo>
                    <a:pt x="23884" y="22457"/>
                  </a:lnTo>
                  <a:lnTo>
                    <a:pt x="18510" y="22739"/>
                  </a:lnTo>
                  <a:lnTo>
                    <a:pt x="14559" y="27001"/>
                  </a:lnTo>
                  <a:lnTo>
                    <a:pt x="11678" y="25918"/>
                  </a:lnTo>
                  <a:lnTo>
                    <a:pt x="10284" y="26467"/>
                  </a:lnTo>
                  <a:lnTo>
                    <a:pt x="5647" y="25832"/>
                  </a:lnTo>
                  <a:lnTo>
                    <a:pt x="6144" y="23435"/>
                  </a:lnTo>
                  <a:lnTo>
                    <a:pt x="4723" y="20742"/>
                  </a:lnTo>
                  <a:lnTo>
                    <a:pt x="2198" y="19389"/>
                  </a:lnTo>
                  <a:lnTo>
                    <a:pt x="1462" y="16809"/>
                  </a:lnTo>
                  <a:lnTo>
                    <a:pt x="2096" y="14329"/>
                  </a:lnTo>
                  <a:lnTo>
                    <a:pt x="133" y="13451"/>
                  </a:lnTo>
                  <a:lnTo>
                    <a:pt x="0" y="13227"/>
                  </a:lnTo>
                  <a:lnTo>
                    <a:pt x="3632" y="12187"/>
                  </a:lnTo>
                  <a:lnTo>
                    <a:pt x="7063" y="13075"/>
                  </a:lnTo>
                  <a:lnTo>
                    <a:pt x="6902" y="15460"/>
                  </a:lnTo>
                  <a:lnTo>
                    <a:pt x="14084" y="16558"/>
                  </a:lnTo>
                  <a:lnTo>
                    <a:pt x="18927" y="15197"/>
                  </a:lnTo>
                  <a:lnTo>
                    <a:pt x="20845" y="13378"/>
                  </a:lnTo>
                  <a:lnTo>
                    <a:pt x="19185" y="7867"/>
                  </a:lnTo>
                  <a:lnTo>
                    <a:pt x="2023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h270"/>
            <p:cNvSpPr/>
            <p:nvPr/>
          </p:nvSpPr>
          <p:spPr>
            <a:xfrm>
              <a:off x="3527462" y="3450506"/>
              <a:ext cx="52606" cy="48876"/>
            </a:xfrm>
            <a:custGeom>
              <a:avLst/>
              <a:pathLst>
                <a:path w="52606" h="48876">
                  <a:moveTo>
                    <a:pt x="28942" y="0"/>
                  </a:moveTo>
                  <a:lnTo>
                    <a:pt x="30101" y="556"/>
                  </a:lnTo>
                  <a:lnTo>
                    <a:pt x="31443" y="2762"/>
                  </a:lnTo>
                  <a:lnTo>
                    <a:pt x="30301" y="4219"/>
                  </a:lnTo>
                  <a:lnTo>
                    <a:pt x="30945" y="7224"/>
                  </a:lnTo>
                  <a:lnTo>
                    <a:pt x="35006" y="10527"/>
                  </a:lnTo>
                  <a:lnTo>
                    <a:pt x="34068" y="12350"/>
                  </a:lnTo>
                  <a:lnTo>
                    <a:pt x="31366" y="12440"/>
                  </a:lnTo>
                  <a:lnTo>
                    <a:pt x="29196" y="14247"/>
                  </a:lnTo>
                  <a:lnTo>
                    <a:pt x="28457" y="17610"/>
                  </a:lnTo>
                  <a:lnTo>
                    <a:pt x="32157" y="17798"/>
                  </a:lnTo>
                  <a:lnTo>
                    <a:pt x="36011" y="20351"/>
                  </a:lnTo>
                  <a:lnTo>
                    <a:pt x="34027" y="22288"/>
                  </a:lnTo>
                  <a:lnTo>
                    <a:pt x="30655" y="23154"/>
                  </a:lnTo>
                  <a:lnTo>
                    <a:pt x="29194" y="28991"/>
                  </a:lnTo>
                  <a:lnTo>
                    <a:pt x="30638" y="33315"/>
                  </a:lnTo>
                  <a:lnTo>
                    <a:pt x="38370" y="38683"/>
                  </a:lnTo>
                  <a:lnTo>
                    <a:pt x="48463" y="42816"/>
                  </a:lnTo>
                  <a:lnTo>
                    <a:pt x="50949" y="44481"/>
                  </a:lnTo>
                  <a:lnTo>
                    <a:pt x="52606" y="46320"/>
                  </a:lnTo>
                  <a:lnTo>
                    <a:pt x="49608" y="48876"/>
                  </a:lnTo>
                  <a:lnTo>
                    <a:pt x="48119" y="46282"/>
                  </a:lnTo>
                  <a:lnTo>
                    <a:pt x="43373" y="45724"/>
                  </a:lnTo>
                  <a:lnTo>
                    <a:pt x="36445" y="47087"/>
                  </a:lnTo>
                  <a:lnTo>
                    <a:pt x="29084" y="44416"/>
                  </a:lnTo>
                  <a:lnTo>
                    <a:pt x="30715" y="42339"/>
                  </a:lnTo>
                  <a:lnTo>
                    <a:pt x="33395" y="41917"/>
                  </a:lnTo>
                  <a:lnTo>
                    <a:pt x="30232" y="38542"/>
                  </a:lnTo>
                  <a:lnTo>
                    <a:pt x="18057" y="35804"/>
                  </a:lnTo>
                  <a:lnTo>
                    <a:pt x="4844" y="30311"/>
                  </a:lnTo>
                  <a:lnTo>
                    <a:pt x="2926" y="28914"/>
                  </a:lnTo>
                  <a:lnTo>
                    <a:pt x="0" y="24509"/>
                  </a:lnTo>
                  <a:lnTo>
                    <a:pt x="9531" y="20753"/>
                  </a:lnTo>
                  <a:lnTo>
                    <a:pt x="9504" y="19610"/>
                  </a:lnTo>
                  <a:lnTo>
                    <a:pt x="12778" y="10349"/>
                  </a:lnTo>
                  <a:lnTo>
                    <a:pt x="17172" y="3131"/>
                  </a:lnTo>
                  <a:lnTo>
                    <a:pt x="19585" y="3349"/>
                  </a:lnTo>
                  <a:lnTo>
                    <a:pt x="21654" y="1347"/>
                  </a:lnTo>
                  <a:lnTo>
                    <a:pt x="22554" y="21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h271"/>
            <p:cNvSpPr/>
            <p:nvPr/>
          </p:nvSpPr>
          <p:spPr>
            <a:xfrm>
              <a:off x="3451399" y="3298343"/>
              <a:ext cx="18330" cy="23358"/>
            </a:xfrm>
            <a:custGeom>
              <a:avLst/>
              <a:pathLst>
                <a:path w="18330" h="23358">
                  <a:moveTo>
                    <a:pt x="15974" y="10128"/>
                  </a:moveTo>
                  <a:lnTo>
                    <a:pt x="15809" y="12056"/>
                  </a:lnTo>
                  <a:lnTo>
                    <a:pt x="14760" y="13497"/>
                  </a:lnTo>
                  <a:lnTo>
                    <a:pt x="16739" y="14497"/>
                  </a:lnTo>
                  <a:lnTo>
                    <a:pt x="18330" y="13922"/>
                  </a:lnTo>
                  <a:lnTo>
                    <a:pt x="18232" y="14849"/>
                  </a:lnTo>
                  <a:lnTo>
                    <a:pt x="16038" y="20947"/>
                  </a:lnTo>
                  <a:lnTo>
                    <a:pt x="12298" y="20794"/>
                  </a:lnTo>
                  <a:lnTo>
                    <a:pt x="12670" y="23358"/>
                  </a:lnTo>
                  <a:lnTo>
                    <a:pt x="6676" y="20026"/>
                  </a:lnTo>
                  <a:lnTo>
                    <a:pt x="4260" y="19446"/>
                  </a:lnTo>
                  <a:lnTo>
                    <a:pt x="3710" y="20227"/>
                  </a:lnTo>
                  <a:lnTo>
                    <a:pt x="3060" y="19744"/>
                  </a:lnTo>
                  <a:lnTo>
                    <a:pt x="3925" y="14979"/>
                  </a:lnTo>
                  <a:lnTo>
                    <a:pt x="3097" y="13773"/>
                  </a:lnTo>
                  <a:lnTo>
                    <a:pt x="2033" y="14470"/>
                  </a:lnTo>
                  <a:lnTo>
                    <a:pt x="0" y="10620"/>
                  </a:lnTo>
                  <a:lnTo>
                    <a:pt x="2059" y="8668"/>
                  </a:lnTo>
                  <a:lnTo>
                    <a:pt x="2723" y="5715"/>
                  </a:lnTo>
                  <a:lnTo>
                    <a:pt x="2675" y="3129"/>
                  </a:lnTo>
                  <a:lnTo>
                    <a:pt x="1030" y="2012"/>
                  </a:lnTo>
                  <a:lnTo>
                    <a:pt x="3516" y="667"/>
                  </a:lnTo>
                  <a:lnTo>
                    <a:pt x="453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h272"/>
            <p:cNvSpPr/>
            <p:nvPr/>
          </p:nvSpPr>
          <p:spPr>
            <a:xfrm>
              <a:off x="3551058" y="3588159"/>
              <a:ext cx="34975" cy="81605"/>
            </a:xfrm>
            <a:custGeom>
              <a:avLst/>
              <a:pathLst>
                <a:path w="34975" h="81605">
                  <a:moveTo>
                    <a:pt x="34975" y="3306"/>
                  </a:moveTo>
                  <a:lnTo>
                    <a:pt x="33121" y="9363"/>
                  </a:lnTo>
                  <a:lnTo>
                    <a:pt x="30370" y="13146"/>
                  </a:lnTo>
                  <a:lnTo>
                    <a:pt x="28246" y="24422"/>
                  </a:lnTo>
                  <a:lnTo>
                    <a:pt x="28668" y="26090"/>
                  </a:lnTo>
                  <a:lnTo>
                    <a:pt x="33576" y="26395"/>
                  </a:lnTo>
                  <a:lnTo>
                    <a:pt x="33630" y="30978"/>
                  </a:lnTo>
                  <a:lnTo>
                    <a:pt x="31092" y="31295"/>
                  </a:lnTo>
                  <a:lnTo>
                    <a:pt x="30588" y="35298"/>
                  </a:lnTo>
                  <a:lnTo>
                    <a:pt x="26501" y="49015"/>
                  </a:lnTo>
                  <a:lnTo>
                    <a:pt x="26067" y="59972"/>
                  </a:lnTo>
                  <a:lnTo>
                    <a:pt x="25802" y="67625"/>
                  </a:lnTo>
                  <a:lnTo>
                    <a:pt x="22967" y="76267"/>
                  </a:lnTo>
                  <a:lnTo>
                    <a:pt x="20098" y="81605"/>
                  </a:lnTo>
                  <a:lnTo>
                    <a:pt x="0" y="64487"/>
                  </a:lnTo>
                  <a:lnTo>
                    <a:pt x="1442" y="64707"/>
                  </a:lnTo>
                  <a:lnTo>
                    <a:pt x="3470" y="63819"/>
                  </a:lnTo>
                  <a:lnTo>
                    <a:pt x="8557" y="56848"/>
                  </a:lnTo>
                  <a:lnTo>
                    <a:pt x="8806" y="44024"/>
                  </a:lnTo>
                  <a:lnTo>
                    <a:pt x="4984" y="42188"/>
                  </a:lnTo>
                  <a:lnTo>
                    <a:pt x="2902" y="38324"/>
                  </a:lnTo>
                  <a:lnTo>
                    <a:pt x="4708" y="37114"/>
                  </a:lnTo>
                  <a:lnTo>
                    <a:pt x="6262" y="38282"/>
                  </a:lnTo>
                  <a:lnTo>
                    <a:pt x="6221" y="39314"/>
                  </a:lnTo>
                  <a:lnTo>
                    <a:pt x="8579" y="39139"/>
                  </a:lnTo>
                  <a:lnTo>
                    <a:pt x="17352" y="35536"/>
                  </a:lnTo>
                  <a:lnTo>
                    <a:pt x="19134" y="33306"/>
                  </a:lnTo>
                  <a:lnTo>
                    <a:pt x="18913" y="31834"/>
                  </a:lnTo>
                  <a:lnTo>
                    <a:pt x="16061" y="27412"/>
                  </a:lnTo>
                  <a:lnTo>
                    <a:pt x="12593" y="26265"/>
                  </a:lnTo>
                  <a:lnTo>
                    <a:pt x="16251" y="21273"/>
                  </a:lnTo>
                  <a:lnTo>
                    <a:pt x="14054" y="17528"/>
                  </a:lnTo>
                  <a:lnTo>
                    <a:pt x="9490" y="17074"/>
                  </a:lnTo>
                  <a:lnTo>
                    <a:pt x="9050" y="14350"/>
                  </a:lnTo>
                  <a:lnTo>
                    <a:pt x="13092" y="6565"/>
                  </a:lnTo>
                  <a:lnTo>
                    <a:pt x="13060" y="4714"/>
                  </a:lnTo>
                  <a:lnTo>
                    <a:pt x="13649" y="207"/>
                  </a:lnTo>
                  <a:lnTo>
                    <a:pt x="16497" y="256"/>
                  </a:lnTo>
                  <a:lnTo>
                    <a:pt x="20300" y="1953"/>
                  </a:lnTo>
                  <a:lnTo>
                    <a:pt x="21664" y="5054"/>
                  </a:lnTo>
                  <a:lnTo>
                    <a:pt x="18363" y="4906"/>
                  </a:lnTo>
                  <a:lnTo>
                    <a:pt x="18323" y="6702"/>
                  </a:lnTo>
                  <a:lnTo>
                    <a:pt x="19525" y="9006"/>
                  </a:lnTo>
                  <a:lnTo>
                    <a:pt x="24768" y="5602"/>
                  </a:lnTo>
                  <a:lnTo>
                    <a:pt x="29899" y="929"/>
                  </a:lnTo>
                  <a:lnTo>
                    <a:pt x="3203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h273"/>
            <p:cNvSpPr/>
            <p:nvPr/>
          </p:nvSpPr>
          <p:spPr>
            <a:xfrm>
              <a:off x="3406546" y="3271684"/>
              <a:ext cx="52391" cy="48073"/>
            </a:xfrm>
            <a:custGeom>
              <a:avLst/>
              <a:pathLst>
                <a:path w="52391" h="48073">
                  <a:moveTo>
                    <a:pt x="46958" y="504"/>
                  </a:moveTo>
                  <a:lnTo>
                    <a:pt x="46203" y="3734"/>
                  </a:lnTo>
                  <a:lnTo>
                    <a:pt x="46843" y="9224"/>
                  </a:lnTo>
                  <a:lnTo>
                    <a:pt x="48441" y="11468"/>
                  </a:lnTo>
                  <a:lnTo>
                    <a:pt x="50344" y="12172"/>
                  </a:lnTo>
                  <a:lnTo>
                    <a:pt x="51802" y="13723"/>
                  </a:lnTo>
                  <a:lnTo>
                    <a:pt x="52240" y="17052"/>
                  </a:lnTo>
                  <a:lnTo>
                    <a:pt x="52391" y="20189"/>
                  </a:lnTo>
                  <a:lnTo>
                    <a:pt x="49395" y="24148"/>
                  </a:lnTo>
                  <a:lnTo>
                    <a:pt x="46503" y="25591"/>
                  </a:lnTo>
                  <a:lnTo>
                    <a:pt x="41300" y="26802"/>
                  </a:lnTo>
                  <a:lnTo>
                    <a:pt x="34692" y="35192"/>
                  </a:lnTo>
                  <a:lnTo>
                    <a:pt x="32588" y="36710"/>
                  </a:lnTo>
                  <a:lnTo>
                    <a:pt x="32116" y="38396"/>
                  </a:lnTo>
                  <a:lnTo>
                    <a:pt x="32684" y="39080"/>
                  </a:lnTo>
                  <a:lnTo>
                    <a:pt x="30337" y="39216"/>
                  </a:lnTo>
                  <a:lnTo>
                    <a:pt x="29890" y="37845"/>
                  </a:lnTo>
                  <a:lnTo>
                    <a:pt x="28155" y="37776"/>
                  </a:lnTo>
                  <a:lnTo>
                    <a:pt x="27624" y="40138"/>
                  </a:lnTo>
                  <a:lnTo>
                    <a:pt x="31020" y="46325"/>
                  </a:lnTo>
                  <a:lnTo>
                    <a:pt x="29843" y="46264"/>
                  </a:lnTo>
                  <a:lnTo>
                    <a:pt x="27397" y="48073"/>
                  </a:lnTo>
                  <a:lnTo>
                    <a:pt x="25460" y="45997"/>
                  </a:lnTo>
                  <a:lnTo>
                    <a:pt x="25936" y="45362"/>
                  </a:lnTo>
                  <a:lnTo>
                    <a:pt x="23802" y="43527"/>
                  </a:lnTo>
                  <a:lnTo>
                    <a:pt x="22945" y="43795"/>
                  </a:lnTo>
                  <a:lnTo>
                    <a:pt x="21767" y="36274"/>
                  </a:lnTo>
                  <a:lnTo>
                    <a:pt x="23127" y="33719"/>
                  </a:lnTo>
                  <a:lnTo>
                    <a:pt x="28808" y="28682"/>
                  </a:lnTo>
                  <a:lnTo>
                    <a:pt x="27994" y="27021"/>
                  </a:lnTo>
                  <a:lnTo>
                    <a:pt x="25559" y="25178"/>
                  </a:lnTo>
                  <a:lnTo>
                    <a:pt x="24138" y="24995"/>
                  </a:lnTo>
                  <a:lnTo>
                    <a:pt x="23614" y="21244"/>
                  </a:lnTo>
                  <a:lnTo>
                    <a:pt x="21288" y="20407"/>
                  </a:lnTo>
                  <a:lnTo>
                    <a:pt x="18819" y="21413"/>
                  </a:lnTo>
                  <a:lnTo>
                    <a:pt x="17077" y="23971"/>
                  </a:lnTo>
                  <a:lnTo>
                    <a:pt x="13540" y="25820"/>
                  </a:lnTo>
                  <a:lnTo>
                    <a:pt x="12603" y="26563"/>
                  </a:lnTo>
                  <a:lnTo>
                    <a:pt x="6360" y="26993"/>
                  </a:lnTo>
                  <a:lnTo>
                    <a:pt x="5336" y="25361"/>
                  </a:lnTo>
                  <a:lnTo>
                    <a:pt x="5780" y="24510"/>
                  </a:lnTo>
                  <a:lnTo>
                    <a:pt x="7568" y="24146"/>
                  </a:lnTo>
                  <a:lnTo>
                    <a:pt x="7471" y="23303"/>
                  </a:lnTo>
                  <a:lnTo>
                    <a:pt x="4531" y="19293"/>
                  </a:lnTo>
                  <a:lnTo>
                    <a:pt x="1216" y="17409"/>
                  </a:lnTo>
                  <a:lnTo>
                    <a:pt x="0" y="14610"/>
                  </a:lnTo>
                  <a:lnTo>
                    <a:pt x="677" y="11769"/>
                  </a:lnTo>
                  <a:lnTo>
                    <a:pt x="3603" y="8287"/>
                  </a:lnTo>
                  <a:lnTo>
                    <a:pt x="7164" y="7591"/>
                  </a:lnTo>
                  <a:lnTo>
                    <a:pt x="6499" y="5380"/>
                  </a:lnTo>
                  <a:lnTo>
                    <a:pt x="7990" y="4805"/>
                  </a:lnTo>
                  <a:lnTo>
                    <a:pt x="10644" y="5831"/>
                  </a:lnTo>
                  <a:lnTo>
                    <a:pt x="17915" y="16746"/>
                  </a:lnTo>
                  <a:lnTo>
                    <a:pt x="20614" y="18970"/>
                  </a:lnTo>
                  <a:lnTo>
                    <a:pt x="22108" y="18250"/>
                  </a:lnTo>
                  <a:lnTo>
                    <a:pt x="23512" y="15891"/>
                  </a:lnTo>
                  <a:lnTo>
                    <a:pt x="26097" y="17374"/>
                  </a:lnTo>
                  <a:lnTo>
                    <a:pt x="30020" y="17724"/>
                  </a:lnTo>
                  <a:lnTo>
                    <a:pt x="32495" y="14240"/>
                  </a:lnTo>
                  <a:lnTo>
                    <a:pt x="37451" y="14057"/>
                  </a:lnTo>
                  <a:lnTo>
                    <a:pt x="42910" y="15292"/>
                  </a:lnTo>
                  <a:lnTo>
                    <a:pt x="42283" y="10441"/>
                  </a:lnTo>
                  <a:lnTo>
                    <a:pt x="40937" y="9892"/>
                  </a:lnTo>
                  <a:lnTo>
                    <a:pt x="43393" y="2255"/>
                  </a:lnTo>
                  <a:lnTo>
                    <a:pt x="4643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h274"/>
            <p:cNvSpPr/>
            <p:nvPr/>
          </p:nvSpPr>
          <p:spPr>
            <a:xfrm>
              <a:off x="3454694" y="3373362"/>
              <a:ext cx="39109" cy="80300"/>
            </a:xfrm>
            <a:custGeom>
              <a:avLst/>
              <a:pathLst>
                <a:path w="39109" h="80300">
                  <a:moveTo>
                    <a:pt x="18461" y="4140"/>
                  </a:moveTo>
                  <a:lnTo>
                    <a:pt x="17505" y="3671"/>
                  </a:lnTo>
                  <a:lnTo>
                    <a:pt x="13084" y="5975"/>
                  </a:lnTo>
                  <a:lnTo>
                    <a:pt x="14807" y="9073"/>
                  </a:lnTo>
                  <a:lnTo>
                    <a:pt x="13416" y="14024"/>
                  </a:lnTo>
                  <a:lnTo>
                    <a:pt x="10231" y="15417"/>
                  </a:lnTo>
                  <a:lnTo>
                    <a:pt x="8492" y="18483"/>
                  </a:lnTo>
                  <a:lnTo>
                    <a:pt x="9537" y="19484"/>
                  </a:lnTo>
                  <a:lnTo>
                    <a:pt x="12974" y="17971"/>
                  </a:lnTo>
                  <a:lnTo>
                    <a:pt x="24456" y="21820"/>
                  </a:lnTo>
                  <a:lnTo>
                    <a:pt x="26271" y="23139"/>
                  </a:lnTo>
                  <a:lnTo>
                    <a:pt x="26884" y="26339"/>
                  </a:lnTo>
                  <a:lnTo>
                    <a:pt x="26431" y="27194"/>
                  </a:lnTo>
                  <a:lnTo>
                    <a:pt x="29238" y="28372"/>
                  </a:lnTo>
                  <a:lnTo>
                    <a:pt x="28733" y="31086"/>
                  </a:lnTo>
                  <a:lnTo>
                    <a:pt x="31883" y="31850"/>
                  </a:lnTo>
                  <a:lnTo>
                    <a:pt x="31662" y="32860"/>
                  </a:lnTo>
                  <a:lnTo>
                    <a:pt x="23958" y="33770"/>
                  </a:lnTo>
                  <a:lnTo>
                    <a:pt x="22168" y="35140"/>
                  </a:lnTo>
                  <a:lnTo>
                    <a:pt x="18174" y="44096"/>
                  </a:lnTo>
                  <a:lnTo>
                    <a:pt x="18350" y="46262"/>
                  </a:lnTo>
                  <a:lnTo>
                    <a:pt x="20318" y="49338"/>
                  </a:lnTo>
                  <a:lnTo>
                    <a:pt x="20052" y="54313"/>
                  </a:lnTo>
                  <a:lnTo>
                    <a:pt x="20897" y="55763"/>
                  </a:lnTo>
                  <a:lnTo>
                    <a:pt x="22437" y="56394"/>
                  </a:lnTo>
                  <a:lnTo>
                    <a:pt x="28969" y="65955"/>
                  </a:lnTo>
                  <a:lnTo>
                    <a:pt x="31230" y="64894"/>
                  </a:lnTo>
                  <a:lnTo>
                    <a:pt x="35722" y="68261"/>
                  </a:lnTo>
                  <a:lnTo>
                    <a:pt x="39109" y="68104"/>
                  </a:lnTo>
                  <a:lnTo>
                    <a:pt x="38902" y="70522"/>
                  </a:lnTo>
                  <a:lnTo>
                    <a:pt x="33871" y="74318"/>
                  </a:lnTo>
                  <a:lnTo>
                    <a:pt x="31884" y="77132"/>
                  </a:lnTo>
                  <a:lnTo>
                    <a:pt x="32090" y="80300"/>
                  </a:lnTo>
                  <a:lnTo>
                    <a:pt x="29238" y="80185"/>
                  </a:lnTo>
                  <a:lnTo>
                    <a:pt x="28305" y="78941"/>
                  </a:lnTo>
                  <a:lnTo>
                    <a:pt x="27921" y="70378"/>
                  </a:lnTo>
                  <a:lnTo>
                    <a:pt x="21596" y="66352"/>
                  </a:lnTo>
                  <a:lnTo>
                    <a:pt x="19035" y="63604"/>
                  </a:lnTo>
                  <a:lnTo>
                    <a:pt x="8794" y="62043"/>
                  </a:lnTo>
                  <a:lnTo>
                    <a:pt x="2396" y="67975"/>
                  </a:lnTo>
                  <a:lnTo>
                    <a:pt x="1511" y="67489"/>
                  </a:lnTo>
                  <a:lnTo>
                    <a:pt x="2342" y="64941"/>
                  </a:lnTo>
                  <a:lnTo>
                    <a:pt x="6763" y="60190"/>
                  </a:lnTo>
                  <a:lnTo>
                    <a:pt x="7496" y="58291"/>
                  </a:lnTo>
                  <a:lnTo>
                    <a:pt x="0" y="55341"/>
                  </a:lnTo>
                  <a:lnTo>
                    <a:pt x="3728" y="53730"/>
                  </a:lnTo>
                  <a:lnTo>
                    <a:pt x="5155" y="48220"/>
                  </a:lnTo>
                  <a:lnTo>
                    <a:pt x="5596" y="40786"/>
                  </a:lnTo>
                  <a:lnTo>
                    <a:pt x="4761" y="32971"/>
                  </a:lnTo>
                  <a:lnTo>
                    <a:pt x="3611" y="31575"/>
                  </a:lnTo>
                  <a:lnTo>
                    <a:pt x="6217" y="32647"/>
                  </a:lnTo>
                  <a:lnTo>
                    <a:pt x="7582" y="30937"/>
                  </a:lnTo>
                  <a:lnTo>
                    <a:pt x="6518" y="21238"/>
                  </a:lnTo>
                  <a:lnTo>
                    <a:pt x="2033" y="16026"/>
                  </a:lnTo>
                  <a:lnTo>
                    <a:pt x="2443" y="10513"/>
                  </a:lnTo>
                  <a:lnTo>
                    <a:pt x="276" y="9831"/>
                  </a:lnTo>
                  <a:lnTo>
                    <a:pt x="5737" y="9041"/>
                  </a:lnTo>
                  <a:lnTo>
                    <a:pt x="7711" y="5426"/>
                  </a:lnTo>
                  <a:lnTo>
                    <a:pt x="3069" y="4064"/>
                  </a:lnTo>
                  <a:lnTo>
                    <a:pt x="2262" y="2445"/>
                  </a:lnTo>
                  <a:lnTo>
                    <a:pt x="2435" y="614"/>
                  </a:lnTo>
                  <a:lnTo>
                    <a:pt x="5203" y="877"/>
                  </a:lnTo>
                  <a:lnTo>
                    <a:pt x="6953" y="2668"/>
                  </a:lnTo>
                  <a:lnTo>
                    <a:pt x="1104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h275"/>
            <p:cNvSpPr/>
            <p:nvPr/>
          </p:nvSpPr>
          <p:spPr>
            <a:xfrm>
              <a:off x="3408407" y="3251347"/>
              <a:ext cx="47420" cy="39308"/>
            </a:xfrm>
            <a:custGeom>
              <a:avLst/>
              <a:pathLst>
                <a:path w="47420" h="39308">
                  <a:moveTo>
                    <a:pt x="43501" y="161"/>
                  </a:moveTo>
                  <a:lnTo>
                    <a:pt x="45494" y="2081"/>
                  </a:lnTo>
                  <a:lnTo>
                    <a:pt x="47420" y="5613"/>
                  </a:lnTo>
                  <a:lnTo>
                    <a:pt x="44940" y="9387"/>
                  </a:lnTo>
                  <a:lnTo>
                    <a:pt x="43800" y="9699"/>
                  </a:lnTo>
                  <a:lnTo>
                    <a:pt x="42441" y="16235"/>
                  </a:lnTo>
                  <a:lnTo>
                    <a:pt x="42858" y="17269"/>
                  </a:lnTo>
                  <a:lnTo>
                    <a:pt x="43969" y="16957"/>
                  </a:lnTo>
                  <a:lnTo>
                    <a:pt x="44736" y="17763"/>
                  </a:lnTo>
                  <a:lnTo>
                    <a:pt x="44570" y="20337"/>
                  </a:lnTo>
                  <a:lnTo>
                    <a:pt x="41532" y="22592"/>
                  </a:lnTo>
                  <a:lnTo>
                    <a:pt x="39077" y="30229"/>
                  </a:lnTo>
                  <a:lnTo>
                    <a:pt x="40422" y="30779"/>
                  </a:lnTo>
                  <a:lnTo>
                    <a:pt x="41050" y="35629"/>
                  </a:lnTo>
                  <a:lnTo>
                    <a:pt x="35590" y="34395"/>
                  </a:lnTo>
                  <a:lnTo>
                    <a:pt x="30634" y="34577"/>
                  </a:lnTo>
                  <a:lnTo>
                    <a:pt x="28159" y="38061"/>
                  </a:lnTo>
                  <a:lnTo>
                    <a:pt x="24236" y="37712"/>
                  </a:lnTo>
                  <a:lnTo>
                    <a:pt x="21652" y="36229"/>
                  </a:lnTo>
                  <a:lnTo>
                    <a:pt x="20247" y="38587"/>
                  </a:lnTo>
                  <a:lnTo>
                    <a:pt x="18753" y="39308"/>
                  </a:lnTo>
                  <a:lnTo>
                    <a:pt x="16054" y="37083"/>
                  </a:lnTo>
                  <a:lnTo>
                    <a:pt x="8783" y="26168"/>
                  </a:lnTo>
                  <a:lnTo>
                    <a:pt x="6129" y="25142"/>
                  </a:lnTo>
                  <a:lnTo>
                    <a:pt x="4638" y="25717"/>
                  </a:lnTo>
                  <a:lnTo>
                    <a:pt x="5222" y="24109"/>
                  </a:lnTo>
                  <a:lnTo>
                    <a:pt x="5038" y="19399"/>
                  </a:lnTo>
                  <a:lnTo>
                    <a:pt x="1326" y="14924"/>
                  </a:lnTo>
                  <a:lnTo>
                    <a:pt x="0" y="11728"/>
                  </a:lnTo>
                  <a:lnTo>
                    <a:pt x="495" y="11156"/>
                  </a:lnTo>
                  <a:lnTo>
                    <a:pt x="1955" y="12480"/>
                  </a:lnTo>
                  <a:lnTo>
                    <a:pt x="4924" y="12701"/>
                  </a:lnTo>
                  <a:lnTo>
                    <a:pt x="5854" y="9515"/>
                  </a:lnTo>
                  <a:lnTo>
                    <a:pt x="6827" y="5391"/>
                  </a:lnTo>
                  <a:lnTo>
                    <a:pt x="9272" y="5959"/>
                  </a:lnTo>
                  <a:lnTo>
                    <a:pt x="8666" y="8225"/>
                  </a:lnTo>
                  <a:lnTo>
                    <a:pt x="10662" y="9976"/>
                  </a:lnTo>
                  <a:lnTo>
                    <a:pt x="14676" y="11005"/>
                  </a:lnTo>
                  <a:lnTo>
                    <a:pt x="17165" y="7790"/>
                  </a:lnTo>
                  <a:lnTo>
                    <a:pt x="18282" y="8887"/>
                  </a:lnTo>
                  <a:lnTo>
                    <a:pt x="24773" y="10487"/>
                  </a:lnTo>
                  <a:lnTo>
                    <a:pt x="30614" y="9318"/>
                  </a:lnTo>
                  <a:lnTo>
                    <a:pt x="35723" y="7127"/>
                  </a:lnTo>
                  <a:lnTo>
                    <a:pt x="35950" y="4281"/>
                  </a:lnTo>
                  <a:lnTo>
                    <a:pt x="34180" y="3209"/>
                  </a:lnTo>
                  <a:lnTo>
                    <a:pt x="3574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h276"/>
            <p:cNvSpPr/>
            <p:nvPr/>
          </p:nvSpPr>
          <p:spPr>
            <a:xfrm>
              <a:off x="3348852" y="3385543"/>
              <a:ext cx="57112" cy="71981"/>
            </a:xfrm>
            <a:custGeom>
              <a:avLst/>
              <a:pathLst>
                <a:path w="57112" h="71981">
                  <a:moveTo>
                    <a:pt x="47297" y="0"/>
                  </a:moveTo>
                  <a:lnTo>
                    <a:pt x="48866" y="2009"/>
                  </a:lnTo>
                  <a:lnTo>
                    <a:pt x="49672" y="5080"/>
                  </a:lnTo>
                  <a:lnTo>
                    <a:pt x="48359" y="6321"/>
                  </a:lnTo>
                  <a:lnTo>
                    <a:pt x="48445" y="9167"/>
                  </a:lnTo>
                  <a:lnTo>
                    <a:pt x="50389" y="11712"/>
                  </a:lnTo>
                  <a:lnTo>
                    <a:pt x="50096" y="14242"/>
                  </a:lnTo>
                  <a:lnTo>
                    <a:pt x="47790" y="18864"/>
                  </a:lnTo>
                  <a:lnTo>
                    <a:pt x="48709" y="23086"/>
                  </a:lnTo>
                  <a:lnTo>
                    <a:pt x="57112" y="31753"/>
                  </a:lnTo>
                  <a:lnTo>
                    <a:pt x="56880" y="37830"/>
                  </a:lnTo>
                  <a:lnTo>
                    <a:pt x="55806" y="40481"/>
                  </a:lnTo>
                  <a:lnTo>
                    <a:pt x="53298" y="41793"/>
                  </a:lnTo>
                  <a:lnTo>
                    <a:pt x="52322" y="46444"/>
                  </a:lnTo>
                  <a:lnTo>
                    <a:pt x="52663" y="49923"/>
                  </a:lnTo>
                  <a:lnTo>
                    <a:pt x="54625" y="50787"/>
                  </a:lnTo>
                  <a:lnTo>
                    <a:pt x="54512" y="52744"/>
                  </a:lnTo>
                  <a:lnTo>
                    <a:pt x="53515" y="53293"/>
                  </a:lnTo>
                  <a:lnTo>
                    <a:pt x="51097" y="54523"/>
                  </a:lnTo>
                  <a:lnTo>
                    <a:pt x="46593" y="54872"/>
                  </a:lnTo>
                  <a:lnTo>
                    <a:pt x="49414" y="59159"/>
                  </a:lnTo>
                  <a:lnTo>
                    <a:pt x="47261" y="59692"/>
                  </a:lnTo>
                  <a:lnTo>
                    <a:pt x="44219" y="59016"/>
                  </a:lnTo>
                  <a:lnTo>
                    <a:pt x="42588" y="60005"/>
                  </a:lnTo>
                  <a:lnTo>
                    <a:pt x="39404" y="64298"/>
                  </a:lnTo>
                  <a:lnTo>
                    <a:pt x="37983" y="67561"/>
                  </a:lnTo>
                  <a:lnTo>
                    <a:pt x="33792" y="71826"/>
                  </a:lnTo>
                  <a:lnTo>
                    <a:pt x="25705" y="71981"/>
                  </a:lnTo>
                  <a:lnTo>
                    <a:pt x="25047" y="70355"/>
                  </a:lnTo>
                  <a:lnTo>
                    <a:pt x="19762" y="68353"/>
                  </a:lnTo>
                  <a:lnTo>
                    <a:pt x="16178" y="68396"/>
                  </a:lnTo>
                  <a:lnTo>
                    <a:pt x="13056" y="70478"/>
                  </a:lnTo>
                  <a:lnTo>
                    <a:pt x="0" y="66290"/>
                  </a:lnTo>
                  <a:lnTo>
                    <a:pt x="3183" y="64964"/>
                  </a:lnTo>
                  <a:lnTo>
                    <a:pt x="603" y="59672"/>
                  </a:lnTo>
                  <a:lnTo>
                    <a:pt x="1418" y="56483"/>
                  </a:lnTo>
                  <a:lnTo>
                    <a:pt x="6839" y="56038"/>
                  </a:lnTo>
                  <a:lnTo>
                    <a:pt x="11902" y="50140"/>
                  </a:lnTo>
                  <a:lnTo>
                    <a:pt x="22914" y="47120"/>
                  </a:lnTo>
                  <a:lnTo>
                    <a:pt x="25304" y="38080"/>
                  </a:lnTo>
                  <a:lnTo>
                    <a:pt x="30023" y="31302"/>
                  </a:lnTo>
                  <a:lnTo>
                    <a:pt x="30371" y="26060"/>
                  </a:lnTo>
                  <a:lnTo>
                    <a:pt x="32518" y="21895"/>
                  </a:lnTo>
                  <a:lnTo>
                    <a:pt x="35074" y="11437"/>
                  </a:lnTo>
                  <a:lnTo>
                    <a:pt x="35010" y="8256"/>
                  </a:lnTo>
                  <a:lnTo>
                    <a:pt x="41782" y="6756"/>
                  </a:lnTo>
                  <a:lnTo>
                    <a:pt x="46004" y="517"/>
                  </a:lnTo>
                  <a:lnTo>
                    <a:pt x="44971" y="2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h277"/>
            <p:cNvSpPr/>
            <p:nvPr/>
          </p:nvSpPr>
          <p:spPr>
            <a:xfrm>
              <a:off x="3589686" y="3600110"/>
              <a:ext cx="10823" cy="16020"/>
            </a:xfrm>
            <a:custGeom>
              <a:avLst/>
              <a:pathLst>
                <a:path w="10823" h="16020">
                  <a:moveTo>
                    <a:pt x="10823" y="7695"/>
                  </a:moveTo>
                  <a:lnTo>
                    <a:pt x="9114" y="8984"/>
                  </a:lnTo>
                  <a:lnTo>
                    <a:pt x="9332" y="11261"/>
                  </a:lnTo>
                  <a:lnTo>
                    <a:pt x="8506" y="13406"/>
                  </a:lnTo>
                  <a:lnTo>
                    <a:pt x="6350" y="16020"/>
                  </a:lnTo>
                  <a:lnTo>
                    <a:pt x="2157" y="15869"/>
                  </a:lnTo>
                  <a:lnTo>
                    <a:pt x="0" y="10868"/>
                  </a:lnTo>
                  <a:lnTo>
                    <a:pt x="3770" y="6170"/>
                  </a:lnTo>
                  <a:lnTo>
                    <a:pt x="401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h278"/>
            <p:cNvSpPr/>
            <p:nvPr/>
          </p:nvSpPr>
          <p:spPr>
            <a:xfrm>
              <a:off x="3536106" y="3304536"/>
              <a:ext cx="40552" cy="24233"/>
            </a:xfrm>
            <a:custGeom>
              <a:avLst/>
              <a:pathLst>
                <a:path w="40552" h="24233">
                  <a:moveTo>
                    <a:pt x="7920" y="0"/>
                  </a:moveTo>
                  <a:lnTo>
                    <a:pt x="12767" y="3800"/>
                  </a:lnTo>
                  <a:lnTo>
                    <a:pt x="22807" y="3504"/>
                  </a:lnTo>
                  <a:lnTo>
                    <a:pt x="29540" y="6439"/>
                  </a:lnTo>
                  <a:lnTo>
                    <a:pt x="30944" y="10252"/>
                  </a:lnTo>
                  <a:lnTo>
                    <a:pt x="33469" y="12545"/>
                  </a:lnTo>
                  <a:lnTo>
                    <a:pt x="34038" y="12816"/>
                  </a:lnTo>
                  <a:lnTo>
                    <a:pt x="36777" y="9620"/>
                  </a:lnTo>
                  <a:lnTo>
                    <a:pt x="40552" y="13072"/>
                  </a:lnTo>
                  <a:lnTo>
                    <a:pt x="32739" y="22457"/>
                  </a:lnTo>
                  <a:lnTo>
                    <a:pt x="28355" y="19210"/>
                  </a:lnTo>
                  <a:lnTo>
                    <a:pt x="26527" y="21273"/>
                  </a:lnTo>
                  <a:lnTo>
                    <a:pt x="22660" y="17203"/>
                  </a:lnTo>
                  <a:lnTo>
                    <a:pt x="19291" y="21015"/>
                  </a:lnTo>
                  <a:lnTo>
                    <a:pt x="15945" y="17811"/>
                  </a:lnTo>
                  <a:lnTo>
                    <a:pt x="11193" y="18031"/>
                  </a:lnTo>
                  <a:lnTo>
                    <a:pt x="10603" y="19641"/>
                  </a:lnTo>
                  <a:lnTo>
                    <a:pt x="11097" y="22036"/>
                  </a:lnTo>
                  <a:lnTo>
                    <a:pt x="8045" y="24233"/>
                  </a:lnTo>
                  <a:lnTo>
                    <a:pt x="6381" y="23084"/>
                  </a:lnTo>
                  <a:lnTo>
                    <a:pt x="4080" y="18654"/>
                  </a:lnTo>
                  <a:lnTo>
                    <a:pt x="4040" y="12822"/>
                  </a:lnTo>
                  <a:lnTo>
                    <a:pt x="785" y="12691"/>
                  </a:lnTo>
                  <a:lnTo>
                    <a:pt x="0" y="2149"/>
                  </a:lnTo>
                  <a:lnTo>
                    <a:pt x="703" y="1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h279"/>
            <p:cNvSpPr/>
            <p:nvPr/>
          </p:nvSpPr>
          <p:spPr>
            <a:xfrm>
              <a:off x="3453049" y="3288737"/>
              <a:ext cx="17011" cy="24103"/>
            </a:xfrm>
            <a:custGeom>
              <a:avLst/>
              <a:pathLst>
                <a:path w="17011" h="24103">
                  <a:moveTo>
                    <a:pt x="8983" y="2309"/>
                  </a:moveTo>
                  <a:lnTo>
                    <a:pt x="10613" y="4600"/>
                  </a:lnTo>
                  <a:lnTo>
                    <a:pt x="14356" y="6424"/>
                  </a:lnTo>
                  <a:lnTo>
                    <a:pt x="16716" y="6231"/>
                  </a:lnTo>
                  <a:lnTo>
                    <a:pt x="13469" y="14155"/>
                  </a:lnTo>
                  <a:lnTo>
                    <a:pt x="17011" y="16439"/>
                  </a:lnTo>
                  <a:lnTo>
                    <a:pt x="16679" y="23528"/>
                  </a:lnTo>
                  <a:lnTo>
                    <a:pt x="15088" y="24103"/>
                  </a:lnTo>
                  <a:lnTo>
                    <a:pt x="13109" y="23103"/>
                  </a:lnTo>
                  <a:lnTo>
                    <a:pt x="14159" y="21662"/>
                  </a:lnTo>
                  <a:lnTo>
                    <a:pt x="14323" y="19734"/>
                  </a:lnTo>
                  <a:lnTo>
                    <a:pt x="2881" y="9606"/>
                  </a:lnTo>
                  <a:lnTo>
                    <a:pt x="1866" y="10273"/>
                  </a:lnTo>
                  <a:lnTo>
                    <a:pt x="0" y="8538"/>
                  </a:lnTo>
                  <a:lnTo>
                    <a:pt x="2891" y="7095"/>
                  </a:lnTo>
                  <a:lnTo>
                    <a:pt x="5887" y="3136"/>
                  </a:lnTo>
                  <a:lnTo>
                    <a:pt x="573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h280"/>
            <p:cNvSpPr/>
            <p:nvPr/>
          </p:nvSpPr>
          <p:spPr>
            <a:xfrm>
              <a:off x="3752246" y="3393779"/>
              <a:ext cx="48634" cy="69829"/>
            </a:xfrm>
            <a:custGeom>
              <a:avLst/>
              <a:pathLst>
                <a:path w="48634" h="69829">
                  <a:moveTo>
                    <a:pt x="8301" y="0"/>
                  </a:moveTo>
                  <a:lnTo>
                    <a:pt x="12270" y="368"/>
                  </a:lnTo>
                  <a:lnTo>
                    <a:pt x="10768" y="1044"/>
                  </a:lnTo>
                  <a:lnTo>
                    <a:pt x="10935" y="1849"/>
                  </a:lnTo>
                  <a:lnTo>
                    <a:pt x="13777" y="1985"/>
                  </a:lnTo>
                  <a:lnTo>
                    <a:pt x="15607" y="10508"/>
                  </a:lnTo>
                  <a:lnTo>
                    <a:pt x="18676" y="13580"/>
                  </a:lnTo>
                  <a:lnTo>
                    <a:pt x="21321" y="15102"/>
                  </a:lnTo>
                  <a:lnTo>
                    <a:pt x="31453" y="15012"/>
                  </a:lnTo>
                  <a:lnTo>
                    <a:pt x="36137" y="15968"/>
                  </a:lnTo>
                  <a:lnTo>
                    <a:pt x="35710" y="20871"/>
                  </a:lnTo>
                  <a:lnTo>
                    <a:pt x="43787" y="19971"/>
                  </a:lnTo>
                  <a:lnTo>
                    <a:pt x="46327" y="22126"/>
                  </a:lnTo>
                  <a:lnTo>
                    <a:pt x="48634" y="25790"/>
                  </a:lnTo>
                  <a:lnTo>
                    <a:pt x="41511" y="48652"/>
                  </a:lnTo>
                  <a:lnTo>
                    <a:pt x="42367" y="51821"/>
                  </a:lnTo>
                  <a:lnTo>
                    <a:pt x="45813" y="57591"/>
                  </a:lnTo>
                  <a:lnTo>
                    <a:pt x="42909" y="59908"/>
                  </a:lnTo>
                  <a:lnTo>
                    <a:pt x="42524" y="61893"/>
                  </a:lnTo>
                  <a:lnTo>
                    <a:pt x="42873" y="63904"/>
                  </a:lnTo>
                  <a:lnTo>
                    <a:pt x="45449" y="63358"/>
                  </a:lnTo>
                  <a:lnTo>
                    <a:pt x="44959" y="66283"/>
                  </a:lnTo>
                  <a:lnTo>
                    <a:pt x="367" y="69829"/>
                  </a:lnTo>
                  <a:lnTo>
                    <a:pt x="0" y="60545"/>
                  </a:lnTo>
                  <a:lnTo>
                    <a:pt x="2018" y="58099"/>
                  </a:lnTo>
                  <a:lnTo>
                    <a:pt x="9100" y="55452"/>
                  </a:lnTo>
                  <a:lnTo>
                    <a:pt x="10726" y="56017"/>
                  </a:lnTo>
                  <a:lnTo>
                    <a:pt x="10073" y="62841"/>
                  </a:lnTo>
                  <a:lnTo>
                    <a:pt x="15947" y="62449"/>
                  </a:lnTo>
                  <a:lnTo>
                    <a:pt x="15816" y="59880"/>
                  </a:lnTo>
                  <a:lnTo>
                    <a:pt x="17389" y="58983"/>
                  </a:lnTo>
                  <a:lnTo>
                    <a:pt x="22368" y="59177"/>
                  </a:lnTo>
                  <a:lnTo>
                    <a:pt x="22655" y="61931"/>
                  </a:lnTo>
                  <a:lnTo>
                    <a:pt x="27106" y="61656"/>
                  </a:lnTo>
                  <a:lnTo>
                    <a:pt x="24671" y="53443"/>
                  </a:lnTo>
                  <a:lnTo>
                    <a:pt x="22182" y="53657"/>
                  </a:lnTo>
                  <a:lnTo>
                    <a:pt x="22142" y="55260"/>
                  </a:lnTo>
                  <a:lnTo>
                    <a:pt x="20520" y="55271"/>
                  </a:lnTo>
                  <a:lnTo>
                    <a:pt x="19977" y="45960"/>
                  </a:lnTo>
                  <a:lnTo>
                    <a:pt x="28332" y="43809"/>
                  </a:lnTo>
                  <a:lnTo>
                    <a:pt x="27541" y="37436"/>
                  </a:lnTo>
                  <a:lnTo>
                    <a:pt x="21095" y="37288"/>
                  </a:lnTo>
                  <a:lnTo>
                    <a:pt x="21226" y="32027"/>
                  </a:lnTo>
                  <a:lnTo>
                    <a:pt x="19890" y="29966"/>
                  </a:lnTo>
                  <a:lnTo>
                    <a:pt x="13633" y="29502"/>
                  </a:lnTo>
                  <a:lnTo>
                    <a:pt x="15750" y="26712"/>
                  </a:lnTo>
                  <a:lnTo>
                    <a:pt x="15726" y="19981"/>
                  </a:lnTo>
                  <a:lnTo>
                    <a:pt x="7355" y="21850"/>
                  </a:lnTo>
                  <a:lnTo>
                    <a:pt x="6571" y="20367"/>
                  </a:lnTo>
                  <a:lnTo>
                    <a:pt x="10440" y="18623"/>
                  </a:lnTo>
                  <a:lnTo>
                    <a:pt x="8241" y="17094"/>
                  </a:lnTo>
                  <a:lnTo>
                    <a:pt x="6818" y="14153"/>
                  </a:lnTo>
                  <a:lnTo>
                    <a:pt x="7628" y="13498"/>
                  </a:lnTo>
                  <a:lnTo>
                    <a:pt x="10122" y="14373"/>
                  </a:lnTo>
                  <a:lnTo>
                    <a:pt x="10619" y="13911"/>
                  </a:lnTo>
                  <a:lnTo>
                    <a:pt x="7224" y="4032"/>
                  </a:lnTo>
                  <a:lnTo>
                    <a:pt x="7588" y="110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h281"/>
            <p:cNvSpPr/>
            <p:nvPr/>
          </p:nvSpPr>
          <p:spPr>
            <a:xfrm>
              <a:off x="3495060" y="3413533"/>
              <a:ext cx="13285" cy="9656"/>
            </a:xfrm>
            <a:custGeom>
              <a:avLst/>
              <a:pathLst>
                <a:path w="13285" h="9656">
                  <a:moveTo>
                    <a:pt x="13285" y="1006"/>
                  </a:moveTo>
                  <a:lnTo>
                    <a:pt x="11140" y="3643"/>
                  </a:lnTo>
                  <a:lnTo>
                    <a:pt x="10882" y="5310"/>
                  </a:lnTo>
                  <a:lnTo>
                    <a:pt x="12337" y="9656"/>
                  </a:lnTo>
                  <a:lnTo>
                    <a:pt x="5132" y="7623"/>
                  </a:lnTo>
                  <a:lnTo>
                    <a:pt x="4824" y="6637"/>
                  </a:lnTo>
                  <a:lnTo>
                    <a:pt x="3796" y="6452"/>
                  </a:lnTo>
                  <a:lnTo>
                    <a:pt x="2687" y="8159"/>
                  </a:lnTo>
                  <a:lnTo>
                    <a:pt x="1528" y="8283"/>
                  </a:lnTo>
                  <a:lnTo>
                    <a:pt x="250" y="7851"/>
                  </a:lnTo>
                  <a:lnTo>
                    <a:pt x="0" y="6836"/>
                  </a:lnTo>
                  <a:lnTo>
                    <a:pt x="4722" y="0"/>
                  </a:lnTo>
                  <a:lnTo>
                    <a:pt x="5861" y="40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h282"/>
            <p:cNvSpPr/>
            <p:nvPr/>
          </p:nvSpPr>
          <p:spPr>
            <a:xfrm>
              <a:off x="3440511" y="3355344"/>
              <a:ext cx="16297" cy="15662"/>
            </a:xfrm>
            <a:custGeom>
              <a:avLst/>
              <a:pathLst>
                <a:path w="16297" h="15662">
                  <a:moveTo>
                    <a:pt x="9534" y="1189"/>
                  </a:moveTo>
                  <a:lnTo>
                    <a:pt x="11850" y="603"/>
                  </a:lnTo>
                  <a:lnTo>
                    <a:pt x="16297" y="9204"/>
                  </a:lnTo>
                  <a:lnTo>
                    <a:pt x="15491" y="14481"/>
                  </a:lnTo>
                  <a:lnTo>
                    <a:pt x="14545" y="15058"/>
                  </a:lnTo>
                  <a:lnTo>
                    <a:pt x="13292" y="12939"/>
                  </a:lnTo>
                  <a:lnTo>
                    <a:pt x="11996" y="12885"/>
                  </a:lnTo>
                  <a:lnTo>
                    <a:pt x="10773" y="15662"/>
                  </a:lnTo>
                  <a:lnTo>
                    <a:pt x="1256" y="10905"/>
                  </a:lnTo>
                  <a:lnTo>
                    <a:pt x="0" y="7391"/>
                  </a:lnTo>
                  <a:lnTo>
                    <a:pt x="4345" y="4570"/>
                  </a:lnTo>
                  <a:lnTo>
                    <a:pt x="5761" y="457"/>
                  </a:lnTo>
                  <a:lnTo>
                    <a:pt x="848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h283"/>
            <p:cNvSpPr/>
            <p:nvPr/>
          </p:nvSpPr>
          <p:spPr>
            <a:xfrm>
              <a:off x="3455752" y="3324359"/>
              <a:ext cx="10857" cy="6956"/>
            </a:xfrm>
            <a:custGeom>
              <a:avLst/>
              <a:pathLst>
                <a:path w="10857" h="6956">
                  <a:moveTo>
                    <a:pt x="9782" y="2746"/>
                  </a:moveTo>
                  <a:lnTo>
                    <a:pt x="10676" y="3180"/>
                  </a:lnTo>
                  <a:lnTo>
                    <a:pt x="10857" y="6079"/>
                  </a:lnTo>
                  <a:lnTo>
                    <a:pt x="9550" y="6956"/>
                  </a:lnTo>
                  <a:lnTo>
                    <a:pt x="2480" y="6634"/>
                  </a:lnTo>
                  <a:lnTo>
                    <a:pt x="0" y="2264"/>
                  </a:lnTo>
                  <a:lnTo>
                    <a:pt x="935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h284"/>
            <p:cNvSpPr/>
            <p:nvPr/>
          </p:nvSpPr>
          <p:spPr>
            <a:xfrm>
              <a:off x="3457567" y="3330993"/>
              <a:ext cx="10477" cy="13285"/>
            </a:xfrm>
            <a:custGeom>
              <a:avLst/>
              <a:pathLst>
                <a:path w="10477" h="13285">
                  <a:moveTo>
                    <a:pt x="7734" y="321"/>
                  </a:moveTo>
                  <a:lnTo>
                    <a:pt x="10477" y="2883"/>
                  </a:lnTo>
                  <a:lnTo>
                    <a:pt x="10114" y="4413"/>
                  </a:lnTo>
                  <a:lnTo>
                    <a:pt x="9167" y="4451"/>
                  </a:lnTo>
                  <a:lnTo>
                    <a:pt x="9118" y="8301"/>
                  </a:lnTo>
                  <a:lnTo>
                    <a:pt x="9159" y="13285"/>
                  </a:lnTo>
                  <a:lnTo>
                    <a:pt x="6445" y="13037"/>
                  </a:lnTo>
                  <a:lnTo>
                    <a:pt x="2027" y="10099"/>
                  </a:lnTo>
                  <a:lnTo>
                    <a:pt x="0" y="7598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h285"/>
            <p:cNvSpPr/>
            <p:nvPr/>
          </p:nvSpPr>
          <p:spPr>
            <a:xfrm>
              <a:off x="3522409" y="3494923"/>
              <a:ext cx="54660" cy="41757"/>
            </a:xfrm>
            <a:custGeom>
              <a:avLst/>
              <a:pathLst>
                <a:path w="54660" h="41757">
                  <a:moveTo>
                    <a:pt x="41497" y="2671"/>
                  </a:moveTo>
                  <a:lnTo>
                    <a:pt x="48425" y="1307"/>
                  </a:lnTo>
                  <a:lnTo>
                    <a:pt x="53172" y="1865"/>
                  </a:lnTo>
                  <a:lnTo>
                    <a:pt x="54660" y="4459"/>
                  </a:lnTo>
                  <a:lnTo>
                    <a:pt x="52882" y="10470"/>
                  </a:lnTo>
                  <a:lnTo>
                    <a:pt x="53775" y="13216"/>
                  </a:lnTo>
                  <a:lnTo>
                    <a:pt x="50358" y="19057"/>
                  </a:lnTo>
                  <a:lnTo>
                    <a:pt x="49286" y="24218"/>
                  </a:lnTo>
                  <a:lnTo>
                    <a:pt x="51524" y="29277"/>
                  </a:lnTo>
                  <a:lnTo>
                    <a:pt x="51118" y="31874"/>
                  </a:lnTo>
                  <a:lnTo>
                    <a:pt x="48803" y="32122"/>
                  </a:lnTo>
                  <a:lnTo>
                    <a:pt x="46910" y="34450"/>
                  </a:lnTo>
                  <a:lnTo>
                    <a:pt x="43775" y="33959"/>
                  </a:lnTo>
                  <a:lnTo>
                    <a:pt x="40159" y="35581"/>
                  </a:lnTo>
                  <a:lnTo>
                    <a:pt x="39174" y="37517"/>
                  </a:lnTo>
                  <a:lnTo>
                    <a:pt x="28439" y="33787"/>
                  </a:lnTo>
                  <a:lnTo>
                    <a:pt x="26802" y="35192"/>
                  </a:lnTo>
                  <a:lnTo>
                    <a:pt x="26828" y="36859"/>
                  </a:lnTo>
                  <a:lnTo>
                    <a:pt x="25453" y="38543"/>
                  </a:lnTo>
                  <a:lnTo>
                    <a:pt x="18996" y="41757"/>
                  </a:lnTo>
                  <a:lnTo>
                    <a:pt x="17241" y="40820"/>
                  </a:lnTo>
                  <a:lnTo>
                    <a:pt x="12508" y="37413"/>
                  </a:lnTo>
                  <a:lnTo>
                    <a:pt x="12315" y="36667"/>
                  </a:lnTo>
                  <a:lnTo>
                    <a:pt x="14716" y="34398"/>
                  </a:lnTo>
                  <a:lnTo>
                    <a:pt x="13632" y="28738"/>
                  </a:lnTo>
                  <a:lnTo>
                    <a:pt x="5973" y="25198"/>
                  </a:lnTo>
                  <a:lnTo>
                    <a:pt x="3593" y="26324"/>
                  </a:lnTo>
                  <a:lnTo>
                    <a:pt x="1289" y="24085"/>
                  </a:lnTo>
                  <a:lnTo>
                    <a:pt x="722" y="22309"/>
                  </a:lnTo>
                  <a:lnTo>
                    <a:pt x="1614" y="17515"/>
                  </a:lnTo>
                  <a:lnTo>
                    <a:pt x="0" y="13696"/>
                  </a:lnTo>
                  <a:lnTo>
                    <a:pt x="2004" y="11902"/>
                  </a:lnTo>
                  <a:lnTo>
                    <a:pt x="6903" y="9600"/>
                  </a:lnTo>
                  <a:lnTo>
                    <a:pt x="10851" y="3757"/>
                  </a:lnTo>
                  <a:lnTo>
                    <a:pt x="14402" y="6873"/>
                  </a:lnTo>
                  <a:lnTo>
                    <a:pt x="20350" y="9549"/>
                  </a:lnTo>
                  <a:lnTo>
                    <a:pt x="29172" y="14975"/>
                  </a:lnTo>
                  <a:lnTo>
                    <a:pt x="30888" y="10567"/>
                  </a:lnTo>
                  <a:lnTo>
                    <a:pt x="28451" y="9161"/>
                  </a:lnTo>
                  <a:lnTo>
                    <a:pt x="31372" y="2829"/>
                  </a:lnTo>
                  <a:lnTo>
                    <a:pt x="3413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h286"/>
            <p:cNvSpPr/>
            <p:nvPr/>
          </p:nvSpPr>
          <p:spPr>
            <a:xfrm>
              <a:off x="3463187" y="3369560"/>
              <a:ext cx="26456" cy="32174"/>
            </a:xfrm>
            <a:custGeom>
              <a:avLst/>
              <a:pathLst>
                <a:path w="26456" h="32174">
                  <a:moveTo>
                    <a:pt x="25079" y="4443"/>
                  </a:moveTo>
                  <a:lnTo>
                    <a:pt x="24425" y="6520"/>
                  </a:lnTo>
                  <a:lnTo>
                    <a:pt x="24691" y="10637"/>
                  </a:lnTo>
                  <a:lnTo>
                    <a:pt x="25866" y="12794"/>
                  </a:lnTo>
                  <a:lnTo>
                    <a:pt x="26010" y="15466"/>
                  </a:lnTo>
                  <a:lnTo>
                    <a:pt x="24343" y="17899"/>
                  </a:lnTo>
                  <a:lnTo>
                    <a:pt x="26456" y="20190"/>
                  </a:lnTo>
                  <a:lnTo>
                    <a:pt x="23632" y="20459"/>
                  </a:lnTo>
                  <a:lnTo>
                    <a:pt x="19153" y="24901"/>
                  </a:lnTo>
                  <a:lnTo>
                    <a:pt x="22025" y="28821"/>
                  </a:lnTo>
                  <a:lnTo>
                    <a:pt x="20745" y="32174"/>
                  </a:lnTo>
                  <a:lnTo>
                    <a:pt x="17938" y="30996"/>
                  </a:lnTo>
                  <a:lnTo>
                    <a:pt x="18391" y="30141"/>
                  </a:lnTo>
                  <a:lnTo>
                    <a:pt x="17778" y="26941"/>
                  </a:lnTo>
                  <a:lnTo>
                    <a:pt x="15964" y="25622"/>
                  </a:lnTo>
                  <a:lnTo>
                    <a:pt x="4481" y="21773"/>
                  </a:lnTo>
                  <a:lnTo>
                    <a:pt x="1044" y="23286"/>
                  </a:lnTo>
                  <a:lnTo>
                    <a:pt x="0" y="22285"/>
                  </a:lnTo>
                  <a:lnTo>
                    <a:pt x="1738" y="19219"/>
                  </a:lnTo>
                  <a:lnTo>
                    <a:pt x="4923" y="17826"/>
                  </a:lnTo>
                  <a:lnTo>
                    <a:pt x="6314" y="12875"/>
                  </a:lnTo>
                  <a:lnTo>
                    <a:pt x="4591" y="9777"/>
                  </a:lnTo>
                  <a:lnTo>
                    <a:pt x="9012" y="7473"/>
                  </a:lnTo>
                  <a:lnTo>
                    <a:pt x="9968" y="7942"/>
                  </a:lnTo>
                  <a:lnTo>
                    <a:pt x="11664" y="8608"/>
                  </a:lnTo>
                  <a:lnTo>
                    <a:pt x="14557" y="6648"/>
                  </a:lnTo>
                  <a:lnTo>
                    <a:pt x="14865" y="6280"/>
                  </a:lnTo>
                  <a:lnTo>
                    <a:pt x="13287" y="5325"/>
                  </a:lnTo>
                  <a:lnTo>
                    <a:pt x="14046" y="3646"/>
                  </a:lnTo>
                  <a:lnTo>
                    <a:pt x="2010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h287"/>
            <p:cNvSpPr/>
            <p:nvPr/>
          </p:nvSpPr>
          <p:spPr>
            <a:xfrm>
              <a:off x="3495936" y="3502804"/>
              <a:ext cx="43715" cy="39386"/>
            </a:xfrm>
            <a:custGeom>
              <a:avLst/>
              <a:pathLst>
                <a:path w="43715" h="39386">
                  <a:moveTo>
                    <a:pt x="25457" y="2096"/>
                  </a:moveTo>
                  <a:lnTo>
                    <a:pt x="26473" y="5814"/>
                  </a:lnTo>
                  <a:lnTo>
                    <a:pt x="28088" y="9633"/>
                  </a:lnTo>
                  <a:lnTo>
                    <a:pt x="27196" y="14427"/>
                  </a:lnTo>
                  <a:lnTo>
                    <a:pt x="27763" y="16204"/>
                  </a:lnTo>
                  <a:lnTo>
                    <a:pt x="30067" y="18442"/>
                  </a:lnTo>
                  <a:lnTo>
                    <a:pt x="32447" y="17316"/>
                  </a:lnTo>
                  <a:lnTo>
                    <a:pt x="40106" y="20857"/>
                  </a:lnTo>
                  <a:lnTo>
                    <a:pt x="41190" y="26517"/>
                  </a:lnTo>
                  <a:lnTo>
                    <a:pt x="38789" y="28785"/>
                  </a:lnTo>
                  <a:lnTo>
                    <a:pt x="38982" y="29531"/>
                  </a:lnTo>
                  <a:lnTo>
                    <a:pt x="43715" y="32938"/>
                  </a:lnTo>
                  <a:lnTo>
                    <a:pt x="38067" y="39191"/>
                  </a:lnTo>
                  <a:lnTo>
                    <a:pt x="35223" y="37076"/>
                  </a:lnTo>
                  <a:lnTo>
                    <a:pt x="27182" y="36145"/>
                  </a:lnTo>
                  <a:lnTo>
                    <a:pt x="24897" y="37430"/>
                  </a:lnTo>
                  <a:lnTo>
                    <a:pt x="23833" y="39386"/>
                  </a:lnTo>
                  <a:lnTo>
                    <a:pt x="22532" y="39165"/>
                  </a:lnTo>
                  <a:lnTo>
                    <a:pt x="22284" y="38727"/>
                  </a:lnTo>
                  <a:lnTo>
                    <a:pt x="31537" y="32188"/>
                  </a:lnTo>
                  <a:lnTo>
                    <a:pt x="32782" y="27817"/>
                  </a:lnTo>
                  <a:lnTo>
                    <a:pt x="32822" y="19359"/>
                  </a:lnTo>
                  <a:lnTo>
                    <a:pt x="21956" y="23132"/>
                  </a:lnTo>
                  <a:lnTo>
                    <a:pt x="19881" y="24277"/>
                  </a:lnTo>
                  <a:lnTo>
                    <a:pt x="15119" y="29855"/>
                  </a:lnTo>
                  <a:lnTo>
                    <a:pt x="9654" y="32039"/>
                  </a:lnTo>
                  <a:lnTo>
                    <a:pt x="9589" y="37052"/>
                  </a:lnTo>
                  <a:lnTo>
                    <a:pt x="755" y="32931"/>
                  </a:lnTo>
                  <a:lnTo>
                    <a:pt x="3777" y="24365"/>
                  </a:lnTo>
                  <a:lnTo>
                    <a:pt x="0" y="21261"/>
                  </a:lnTo>
                  <a:lnTo>
                    <a:pt x="384" y="18477"/>
                  </a:lnTo>
                  <a:lnTo>
                    <a:pt x="1185" y="16356"/>
                  </a:lnTo>
                  <a:lnTo>
                    <a:pt x="5219" y="11804"/>
                  </a:lnTo>
                  <a:lnTo>
                    <a:pt x="2005" y="11409"/>
                  </a:lnTo>
                  <a:lnTo>
                    <a:pt x="3132" y="9602"/>
                  </a:lnTo>
                  <a:lnTo>
                    <a:pt x="1877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h288"/>
            <p:cNvSpPr/>
            <p:nvPr/>
          </p:nvSpPr>
          <p:spPr>
            <a:xfrm>
              <a:off x="3328741" y="3445216"/>
              <a:ext cx="49277" cy="42967"/>
            </a:xfrm>
            <a:custGeom>
              <a:avLst/>
              <a:pathLst>
                <a:path w="49277" h="42967">
                  <a:moveTo>
                    <a:pt x="10453" y="2795"/>
                  </a:moveTo>
                  <a:lnTo>
                    <a:pt x="16170" y="6367"/>
                  </a:lnTo>
                  <a:lnTo>
                    <a:pt x="20110" y="6617"/>
                  </a:lnTo>
                  <a:lnTo>
                    <a:pt x="33167" y="10805"/>
                  </a:lnTo>
                  <a:lnTo>
                    <a:pt x="36289" y="8723"/>
                  </a:lnTo>
                  <a:lnTo>
                    <a:pt x="39873" y="8680"/>
                  </a:lnTo>
                  <a:lnTo>
                    <a:pt x="45158" y="10683"/>
                  </a:lnTo>
                  <a:lnTo>
                    <a:pt x="45816" y="12308"/>
                  </a:lnTo>
                  <a:lnTo>
                    <a:pt x="46805" y="14436"/>
                  </a:lnTo>
                  <a:lnTo>
                    <a:pt x="48417" y="14366"/>
                  </a:lnTo>
                  <a:lnTo>
                    <a:pt x="49277" y="15536"/>
                  </a:lnTo>
                  <a:lnTo>
                    <a:pt x="46200" y="20698"/>
                  </a:lnTo>
                  <a:lnTo>
                    <a:pt x="43462" y="23576"/>
                  </a:lnTo>
                  <a:lnTo>
                    <a:pt x="44015" y="26414"/>
                  </a:lnTo>
                  <a:lnTo>
                    <a:pt x="42333" y="28407"/>
                  </a:lnTo>
                  <a:lnTo>
                    <a:pt x="39819" y="28395"/>
                  </a:lnTo>
                  <a:lnTo>
                    <a:pt x="40065" y="26965"/>
                  </a:lnTo>
                  <a:lnTo>
                    <a:pt x="39354" y="26181"/>
                  </a:lnTo>
                  <a:lnTo>
                    <a:pt x="32650" y="28844"/>
                  </a:lnTo>
                  <a:lnTo>
                    <a:pt x="28294" y="32178"/>
                  </a:lnTo>
                  <a:lnTo>
                    <a:pt x="26405" y="37701"/>
                  </a:lnTo>
                  <a:lnTo>
                    <a:pt x="26088" y="42967"/>
                  </a:lnTo>
                  <a:lnTo>
                    <a:pt x="17099" y="42908"/>
                  </a:lnTo>
                  <a:lnTo>
                    <a:pt x="6666" y="40568"/>
                  </a:lnTo>
                  <a:lnTo>
                    <a:pt x="2164" y="37956"/>
                  </a:lnTo>
                  <a:lnTo>
                    <a:pt x="1887" y="37508"/>
                  </a:lnTo>
                  <a:lnTo>
                    <a:pt x="755" y="32737"/>
                  </a:lnTo>
                  <a:lnTo>
                    <a:pt x="8261" y="27425"/>
                  </a:lnTo>
                  <a:lnTo>
                    <a:pt x="9779" y="24252"/>
                  </a:lnTo>
                  <a:lnTo>
                    <a:pt x="9797" y="19443"/>
                  </a:lnTo>
                  <a:lnTo>
                    <a:pt x="7152" y="12488"/>
                  </a:lnTo>
                  <a:lnTo>
                    <a:pt x="0" y="2607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h289"/>
            <p:cNvSpPr/>
            <p:nvPr/>
          </p:nvSpPr>
          <p:spPr>
            <a:xfrm>
              <a:off x="3538324" y="3317609"/>
              <a:ext cx="94907" cy="45466"/>
            </a:xfrm>
            <a:custGeom>
              <a:avLst/>
              <a:pathLst>
                <a:path w="94907" h="45466">
                  <a:moveTo>
                    <a:pt x="45851" y="6669"/>
                  </a:moveTo>
                  <a:lnTo>
                    <a:pt x="50620" y="7176"/>
                  </a:lnTo>
                  <a:lnTo>
                    <a:pt x="64106" y="6606"/>
                  </a:lnTo>
                  <a:lnTo>
                    <a:pt x="63244" y="4848"/>
                  </a:lnTo>
                  <a:lnTo>
                    <a:pt x="60911" y="5156"/>
                  </a:lnTo>
                  <a:lnTo>
                    <a:pt x="60327" y="3560"/>
                  </a:lnTo>
                  <a:lnTo>
                    <a:pt x="61019" y="2168"/>
                  </a:lnTo>
                  <a:lnTo>
                    <a:pt x="82167" y="732"/>
                  </a:lnTo>
                  <a:lnTo>
                    <a:pt x="85242" y="4321"/>
                  </a:lnTo>
                  <a:lnTo>
                    <a:pt x="85327" y="5405"/>
                  </a:lnTo>
                  <a:lnTo>
                    <a:pt x="83650" y="6326"/>
                  </a:lnTo>
                  <a:lnTo>
                    <a:pt x="84971" y="11186"/>
                  </a:lnTo>
                  <a:lnTo>
                    <a:pt x="89318" y="10533"/>
                  </a:lnTo>
                  <a:lnTo>
                    <a:pt x="91354" y="7583"/>
                  </a:lnTo>
                  <a:lnTo>
                    <a:pt x="90767" y="6952"/>
                  </a:lnTo>
                  <a:lnTo>
                    <a:pt x="93869" y="5319"/>
                  </a:lnTo>
                  <a:lnTo>
                    <a:pt x="94412" y="5697"/>
                  </a:lnTo>
                  <a:lnTo>
                    <a:pt x="94907" y="9857"/>
                  </a:lnTo>
                  <a:lnTo>
                    <a:pt x="88547" y="15112"/>
                  </a:lnTo>
                  <a:lnTo>
                    <a:pt x="86510" y="15085"/>
                  </a:lnTo>
                  <a:lnTo>
                    <a:pt x="83641" y="13837"/>
                  </a:lnTo>
                  <a:lnTo>
                    <a:pt x="82156" y="15273"/>
                  </a:lnTo>
                  <a:lnTo>
                    <a:pt x="82062" y="17111"/>
                  </a:lnTo>
                  <a:lnTo>
                    <a:pt x="88909" y="19279"/>
                  </a:lnTo>
                  <a:lnTo>
                    <a:pt x="88514" y="20577"/>
                  </a:lnTo>
                  <a:lnTo>
                    <a:pt x="83757" y="19632"/>
                  </a:lnTo>
                  <a:lnTo>
                    <a:pt x="76494" y="28924"/>
                  </a:lnTo>
                  <a:lnTo>
                    <a:pt x="67551" y="34846"/>
                  </a:lnTo>
                  <a:lnTo>
                    <a:pt x="62202" y="35014"/>
                  </a:lnTo>
                  <a:lnTo>
                    <a:pt x="55672" y="37433"/>
                  </a:lnTo>
                  <a:lnTo>
                    <a:pt x="38835" y="40017"/>
                  </a:lnTo>
                  <a:lnTo>
                    <a:pt x="36258" y="41790"/>
                  </a:lnTo>
                  <a:lnTo>
                    <a:pt x="32744" y="40850"/>
                  </a:lnTo>
                  <a:lnTo>
                    <a:pt x="32519" y="39566"/>
                  </a:lnTo>
                  <a:lnTo>
                    <a:pt x="30112" y="38357"/>
                  </a:lnTo>
                  <a:lnTo>
                    <a:pt x="26107" y="37566"/>
                  </a:lnTo>
                  <a:lnTo>
                    <a:pt x="25482" y="38504"/>
                  </a:lnTo>
                  <a:lnTo>
                    <a:pt x="26106" y="39817"/>
                  </a:lnTo>
                  <a:lnTo>
                    <a:pt x="24128" y="44524"/>
                  </a:lnTo>
                  <a:lnTo>
                    <a:pt x="17955" y="45466"/>
                  </a:lnTo>
                  <a:lnTo>
                    <a:pt x="13477" y="44267"/>
                  </a:lnTo>
                  <a:lnTo>
                    <a:pt x="11874" y="45064"/>
                  </a:lnTo>
                  <a:lnTo>
                    <a:pt x="8146" y="44634"/>
                  </a:lnTo>
                  <a:lnTo>
                    <a:pt x="8039" y="43514"/>
                  </a:lnTo>
                  <a:lnTo>
                    <a:pt x="9202" y="43139"/>
                  </a:lnTo>
                  <a:lnTo>
                    <a:pt x="8384" y="40131"/>
                  </a:lnTo>
                  <a:lnTo>
                    <a:pt x="12408" y="38971"/>
                  </a:lnTo>
                  <a:lnTo>
                    <a:pt x="16142" y="35655"/>
                  </a:lnTo>
                  <a:lnTo>
                    <a:pt x="16058" y="30153"/>
                  </a:lnTo>
                  <a:lnTo>
                    <a:pt x="5743" y="27083"/>
                  </a:lnTo>
                  <a:lnTo>
                    <a:pt x="2261" y="29914"/>
                  </a:lnTo>
                  <a:lnTo>
                    <a:pt x="1892" y="29499"/>
                  </a:lnTo>
                  <a:lnTo>
                    <a:pt x="2702" y="25801"/>
                  </a:lnTo>
                  <a:lnTo>
                    <a:pt x="2407" y="23657"/>
                  </a:lnTo>
                  <a:lnTo>
                    <a:pt x="0" y="21732"/>
                  </a:lnTo>
                  <a:lnTo>
                    <a:pt x="4150" y="18788"/>
                  </a:lnTo>
                  <a:lnTo>
                    <a:pt x="5131" y="18526"/>
                  </a:lnTo>
                  <a:lnTo>
                    <a:pt x="7997" y="21125"/>
                  </a:lnTo>
                  <a:lnTo>
                    <a:pt x="8377" y="22620"/>
                  </a:lnTo>
                  <a:lnTo>
                    <a:pt x="17733" y="13715"/>
                  </a:lnTo>
                  <a:lnTo>
                    <a:pt x="19073" y="13275"/>
                  </a:lnTo>
                  <a:lnTo>
                    <a:pt x="23157" y="16126"/>
                  </a:lnTo>
                  <a:lnTo>
                    <a:pt x="24233" y="14969"/>
                  </a:lnTo>
                  <a:lnTo>
                    <a:pt x="21363" y="11921"/>
                  </a:lnTo>
                  <a:lnTo>
                    <a:pt x="24310" y="8201"/>
                  </a:lnTo>
                  <a:lnTo>
                    <a:pt x="26138" y="6138"/>
                  </a:lnTo>
                  <a:lnTo>
                    <a:pt x="30522" y="9385"/>
                  </a:lnTo>
                  <a:lnTo>
                    <a:pt x="383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h290"/>
            <p:cNvSpPr/>
            <p:nvPr/>
          </p:nvSpPr>
          <p:spPr>
            <a:xfrm>
              <a:off x="3438663" y="3297275"/>
              <a:ext cx="16252" cy="18082"/>
            </a:xfrm>
            <a:custGeom>
              <a:avLst/>
              <a:pathLst>
                <a:path w="16252" h="18082">
                  <a:moveTo>
                    <a:pt x="14386" y="0"/>
                  </a:moveTo>
                  <a:lnTo>
                    <a:pt x="16252" y="1735"/>
                  </a:lnTo>
                  <a:lnTo>
                    <a:pt x="13766" y="3080"/>
                  </a:lnTo>
                  <a:lnTo>
                    <a:pt x="15411" y="4196"/>
                  </a:lnTo>
                  <a:lnTo>
                    <a:pt x="15459" y="6783"/>
                  </a:lnTo>
                  <a:lnTo>
                    <a:pt x="14795" y="9736"/>
                  </a:lnTo>
                  <a:lnTo>
                    <a:pt x="12735" y="11688"/>
                  </a:lnTo>
                  <a:lnTo>
                    <a:pt x="14769" y="15538"/>
                  </a:lnTo>
                  <a:lnTo>
                    <a:pt x="9782" y="18082"/>
                  </a:lnTo>
                  <a:lnTo>
                    <a:pt x="5824" y="17884"/>
                  </a:lnTo>
                  <a:lnTo>
                    <a:pt x="2922" y="16259"/>
                  </a:lnTo>
                  <a:lnTo>
                    <a:pt x="2613" y="15008"/>
                  </a:lnTo>
                  <a:lnTo>
                    <a:pt x="567" y="13489"/>
                  </a:lnTo>
                  <a:lnTo>
                    <a:pt x="0" y="12805"/>
                  </a:lnTo>
                  <a:lnTo>
                    <a:pt x="471" y="11119"/>
                  </a:lnTo>
                  <a:lnTo>
                    <a:pt x="2575" y="9601"/>
                  </a:lnTo>
                  <a:lnTo>
                    <a:pt x="9184" y="121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h291"/>
            <p:cNvSpPr/>
            <p:nvPr/>
          </p:nvSpPr>
          <p:spPr>
            <a:xfrm>
              <a:off x="3323690" y="3350198"/>
              <a:ext cx="71166" cy="101636"/>
            </a:xfrm>
            <a:custGeom>
              <a:avLst/>
              <a:pathLst>
                <a:path w="71166" h="101636">
                  <a:moveTo>
                    <a:pt x="33075" y="1970"/>
                  </a:moveTo>
                  <a:lnTo>
                    <a:pt x="34033" y="2020"/>
                  </a:lnTo>
                  <a:lnTo>
                    <a:pt x="30391" y="3699"/>
                  </a:lnTo>
                  <a:lnTo>
                    <a:pt x="30198" y="9852"/>
                  </a:lnTo>
                  <a:lnTo>
                    <a:pt x="33916" y="10801"/>
                  </a:lnTo>
                  <a:lnTo>
                    <a:pt x="42195" y="16002"/>
                  </a:lnTo>
                  <a:lnTo>
                    <a:pt x="47784" y="24393"/>
                  </a:lnTo>
                  <a:lnTo>
                    <a:pt x="51048" y="24139"/>
                  </a:lnTo>
                  <a:lnTo>
                    <a:pt x="64230" y="29626"/>
                  </a:lnTo>
                  <a:lnTo>
                    <a:pt x="70133" y="35369"/>
                  </a:lnTo>
                  <a:lnTo>
                    <a:pt x="71166" y="35863"/>
                  </a:lnTo>
                  <a:lnTo>
                    <a:pt x="66944" y="42102"/>
                  </a:lnTo>
                  <a:lnTo>
                    <a:pt x="60172" y="43602"/>
                  </a:lnTo>
                  <a:lnTo>
                    <a:pt x="60236" y="46783"/>
                  </a:lnTo>
                  <a:lnTo>
                    <a:pt x="57680" y="57240"/>
                  </a:lnTo>
                  <a:lnTo>
                    <a:pt x="55533" y="61406"/>
                  </a:lnTo>
                  <a:lnTo>
                    <a:pt x="55185" y="66648"/>
                  </a:lnTo>
                  <a:lnTo>
                    <a:pt x="50466" y="73426"/>
                  </a:lnTo>
                  <a:lnTo>
                    <a:pt x="48076" y="82466"/>
                  </a:lnTo>
                  <a:lnTo>
                    <a:pt x="37064" y="85485"/>
                  </a:lnTo>
                  <a:lnTo>
                    <a:pt x="32001" y="91384"/>
                  </a:lnTo>
                  <a:lnTo>
                    <a:pt x="26580" y="91829"/>
                  </a:lnTo>
                  <a:lnTo>
                    <a:pt x="25764" y="95017"/>
                  </a:lnTo>
                  <a:lnTo>
                    <a:pt x="28345" y="100310"/>
                  </a:lnTo>
                  <a:lnTo>
                    <a:pt x="25161" y="101636"/>
                  </a:lnTo>
                  <a:lnTo>
                    <a:pt x="21221" y="101385"/>
                  </a:lnTo>
                  <a:lnTo>
                    <a:pt x="15504" y="97813"/>
                  </a:lnTo>
                  <a:lnTo>
                    <a:pt x="9015" y="95018"/>
                  </a:lnTo>
                  <a:lnTo>
                    <a:pt x="5051" y="97626"/>
                  </a:lnTo>
                  <a:lnTo>
                    <a:pt x="0" y="90735"/>
                  </a:lnTo>
                  <a:lnTo>
                    <a:pt x="617" y="88833"/>
                  </a:lnTo>
                  <a:lnTo>
                    <a:pt x="10180" y="59393"/>
                  </a:lnTo>
                  <a:lnTo>
                    <a:pt x="2947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h292"/>
            <p:cNvSpPr/>
            <p:nvPr/>
          </p:nvSpPr>
          <p:spPr>
            <a:xfrm>
              <a:off x="3496969" y="3361850"/>
              <a:ext cx="4834" cy="8587"/>
            </a:xfrm>
            <a:custGeom>
              <a:avLst/>
              <a:pathLst>
                <a:path w="4834" h="8587">
                  <a:moveTo>
                    <a:pt x="3497" y="992"/>
                  </a:moveTo>
                  <a:lnTo>
                    <a:pt x="4834" y="5815"/>
                  </a:lnTo>
                  <a:lnTo>
                    <a:pt x="2868" y="8587"/>
                  </a:lnTo>
                  <a:lnTo>
                    <a:pt x="0" y="4584"/>
                  </a:lnTo>
                  <a:lnTo>
                    <a:pt x="1893" y="2906"/>
                  </a:lnTo>
                  <a:lnTo>
                    <a:pt x="399" y="1677"/>
                  </a:lnTo>
                  <a:lnTo>
                    <a:pt x="324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h293"/>
            <p:cNvSpPr/>
            <p:nvPr/>
          </p:nvSpPr>
          <p:spPr>
            <a:xfrm>
              <a:off x="3731030" y="3410424"/>
              <a:ext cx="49548" cy="54882"/>
            </a:xfrm>
            <a:custGeom>
              <a:avLst/>
              <a:pathLst>
                <a:path w="49548" h="54882">
                  <a:moveTo>
                    <a:pt x="26979" y="0"/>
                  </a:moveTo>
                  <a:lnTo>
                    <a:pt x="27621" y="692"/>
                  </a:lnTo>
                  <a:lnTo>
                    <a:pt x="25534" y="4869"/>
                  </a:lnTo>
                  <a:lnTo>
                    <a:pt x="26826" y="7827"/>
                  </a:lnTo>
                  <a:lnTo>
                    <a:pt x="27833" y="7029"/>
                  </a:lnTo>
                  <a:lnTo>
                    <a:pt x="27787" y="3722"/>
                  </a:lnTo>
                  <a:lnTo>
                    <a:pt x="28571" y="5205"/>
                  </a:lnTo>
                  <a:lnTo>
                    <a:pt x="36942" y="3336"/>
                  </a:lnTo>
                  <a:lnTo>
                    <a:pt x="36965" y="10067"/>
                  </a:lnTo>
                  <a:lnTo>
                    <a:pt x="34849" y="12857"/>
                  </a:lnTo>
                  <a:lnTo>
                    <a:pt x="41106" y="13322"/>
                  </a:lnTo>
                  <a:lnTo>
                    <a:pt x="42442" y="15382"/>
                  </a:lnTo>
                  <a:lnTo>
                    <a:pt x="42311" y="20643"/>
                  </a:lnTo>
                  <a:lnTo>
                    <a:pt x="48757" y="20791"/>
                  </a:lnTo>
                  <a:lnTo>
                    <a:pt x="49548" y="27164"/>
                  </a:lnTo>
                  <a:lnTo>
                    <a:pt x="41192" y="29316"/>
                  </a:lnTo>
                  <a:lnTo>
                    <a:pt x="41736" y="38626"/>
                  </a:lnTo>
                  <a:lnTo>
                    <a:pt x="43358" y="38615"/>
                  </a:lnTo>
                  <a:lnTo>
                    <a:pt x="43398" y="37012"/>
                  </a:lnTo>
                  <a:lnTo>
                    <a:pt x="45887" y="36798"/>
                  </a:lnTo>
                  <a:lnTo>
                    <a:pt x="48322" y="45011"/>
                  </a:lnTo>
                  <a:lnTo>
                    <a:pt x="43871" y="45287"/>
                  </a:lnTo>
                  <a:lnTo>
                    <a:pt x="43584" y="42533"/>
                  </a:lnTo>
                  <a:lnTo>
                    <a:pt x="38605" y="42339"/>
                  </a:lnTo>
                  <a:lnTo>
                    <a:pt x="37032" y="43236"/>
                  </a:lnTo>
                  <a:lnTo>
                    <a:pt x="37163" y="45805"/>
                  </a:lnTo>
                  <a:lnTo>
                    <a:pt x="31289" y="46196"/>
                  </a:lnTo>
                  <a:lnTo>
                    <a:pt x="31942" y="39372"/>
                  </a:lnTo>
                  <a:lnTo>
                    <a:pt x="30316" y="38807"/>
                  </a:lnTo>
                  <a:lnTo>
                    <a:pt x="23234" y="41455"/>
                  </a:lnTo>
                  <a:lnTo>
                    <a:pt x="21215" y="43900"/>
                  </a:lnTo>
                  <a:lnTo>
                    <a:pt x="21583" y="53184"/>
                  </a:lnTo>
                  <a:lnTo>
                    <a:pt x="0" y="54882"/>
                  </a:lnTo>
                  <a:lnTo>
                    <a:pt x="1267" y="53867"/>
                  </a:lnTo>
                  <a:lnTo>
                    <a:pt x="6444" y="45277"/>
                  </a:lnTo>
                  <a:lnTo>
                    <a:pt x="8828" y="40622"/>
                  </a:lnTo>
                  <a:lnTo>
                    <a:pt x="11302" y="32922"/>
                  </a:lnTo>
                  <a:lnTo>
                    <a:pt x="8703" y="24512"/>
                  </a:lnTo>
                  <a:lnTo>
                    <a:pt x="10588" y="19322"/>
                  </a:lnTo>
                  <a:lnTo>
                    <a:pt x="14045" y="19626"/>
                  </a:lnTo>
                  <a:lnTo>
                    <a:pt x="19908" y="17485"/>
                  </a:lnTo>
                  <a:lnTo>
                    <a:pt x="23492" y="18040"/>
                  </a:lnTo>
                  <a:lnTo>
                    <a:pt x="23773" y="17209"/>
                  </a:lnTo>
                  <a:lnTo>
                    <a:pt x="21719" y="13417"/>
                  </a:lnTo>
                  <a:lnTo>
                    <a:pt x="20271" y="7714"/>
                  </a:lnTo>
                  <a:lnTo>
                    <a:pt x="25962" y="23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h294"/>
            <p:cNvSpPr/>
            <p:nvPr/>
          </p:nvSpPr>
          <p:spPr>
            <a:xfrm>
              <a:off x="3434026" y="3328022"/>
              <a:ext cx="12590" cy="9955"/>
            </a:xfrm>
            <a:custGeom>
              <a:avLst/>
              <a:pathLst>
                <a:path w="12590" h="9955">
                  <a:moveTo>
                    <a:pt x="7670" y="445"/>
                  </a:moveTo>
                  <a:lnTo>
                    <a:pt x="10432" y="2975"/>
                  </a:lnTo>
                  <a:lnTo>
                    <a:pt x="12590" y="6918"/>
                  </a:lnTo>
                  <a:lnTo>
                    <a:pt x="12220" y="8887"/>
                  </a:lnTo>
                  <a:lnTo>
                    <a:pt x="10059" y="8866"/>
                  </a:lnTo>
                  <a:lnTo>
                    <a:pt x="8427" y="9856"/>
                  </a:lnTo>
                  <a:lnTo>
                    <a:pt x="3941" y="9955"/>
                  </a:lnTo>
                  <a:lnTo>
                    <a:pt x="0" y="7129"/>
                  </a:lnTo>
                  <a:lnTo>
                    <a:pt x="515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h295"/>
            <p:cNvSpPr/>
            <p:nvPr/>
          </p:nvSpPr>
          <p:spPr>
            <a:xfrm>
              <a:off x="3513147" y="3427526"/>
              <a:ext cx="10229" cy="10223"/>
            </a:xfrm>
            <a:custGeom>
              <a:avLst/>
              <a:pathLst>
                <a:path w="10229" h="10223">
                  <a:moveTo>
                    <a:pt x="8602" y="3327"/>
                  </a:moveTo>
                  <a:lnTo>
                    <a:pt x="10229" y="2401"/>
                  </a:lnTo>
                  <a:lnTo>
                    <a:pt x="9768" y="3902"/>
                  </a:lnTo>
                  <a:lnTo>
                    <a:pt x="3765" y="8993"/>
                  </a:lnTo>
                  <a:lnTo>
                    <a:pt x="0" y="10223"/>
                  </a:lnTo>
                  <a:lnTo>
                    <a:pt x="235" y="8104"/>
                  </a:lnTo>
                  <a:lnTo>
                    <a:pt x="5044" y="4556"/>
                  </a:lnTo>
                  <a:lnTo>
                    <a:pt x="2778" y="1493"/>
                  </a:lnTo>
                  <a:lnTo>
                    <a:pt x="2748" y="330"/>
                  </a:lnTo>
                  <a:lnTo>
                    <a:pt x="647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h296"/>
            <p:cNvSpPr/>
            <p:nvPr/>
          </p:nvSpPr>
          <p:spPr>
            <a:xfrm>
              <a:off x="3590738" y="3445635"/>
              <a:ext cx="70742" cy="18554"/>
            </a:xfrm>
            <a:custGeom>
              <a:avLst/>
              <a:pathLst>
                <a:path w="70742" h="18554">
                  <a:moveTo>
                    <a:pt x="10729" y="0"/>
                  </a:moveTo>
                  <a:lnTo>
                    <a:pt x="11697" y="4282"/>
                  </a:lnTo>
                  <a:lnTo>
                    <a:pt x="16022" y="3308"/>
                  </a:lnTo>
                  <a:lnTo>
                    <a:pt x="22741" y="3604"/>
                  </a:lnTo>
                  <a:lnTo>
                    <a:pt x="24655" y="4280"/>
                  </a:lnTo>
                  <a:lnTo>
                    <a:pt x="24381" y="5475"/>
                  </a:lnTo>
                  <a:lnTo>
                    <a:pt x="26052" y="7711"/>
                  </a:lnTo>
                  <a:lnTo>
                    <a:pt x="28307" y="8248"/>
                  </a:lnTo>
                  <a:lnTo>
                    <a:pt x="29927" y="6372"/>
                  </a:lnTo>
                  <a:lnTo>
                    <a:pt x="34517" y="9469"/>
                  </a:lnTo>
                  <a:lnTo>
                    <a:pt x="39100" y="7601"/>
                  </a:lnTo>
                  <a:lnTo>
                    <a:pt x="39293" y="2946"/>
                  </a:lnTo>
                  <a:lnTo>
                    <a:pt x="40615" y="1590"/>
                  </a:lnTo>
                  <a:lnTo>
                    <a:pt x="46305" y="1036"/>
                  </a:lnTo>
                  <a:lnTo>
                    <a:pt x="53504" y="4479"/>
                  </a:lnTo>
                  <a:lnTo>
                    <a:pt x="55088" y="7101"/>
                  </a:lnTo>
                  <a:lnTo>
                    <a:pt x="69908" y="13071"/>
                  </a:lnTo>
                  <a:lnTo>
                    <a:pt x="70742" y="14848"/>
                  </a:lnTo>
                  <a:lnTo>
                    <a:pt x="69161" y="16197"/>
                  </a:lnTo>
                  <a:lnTo>
                    <a:pt x="63601" y="13134"/>
                  </a:lnTo>
                  <a:lnTo>
                    <a:pt x="60586" y="14357"/>
                  </a:lnTo>
                  <a:lnTo>
                    <a:pt x="58029" y="17807"/>
                  </a:lnTo>
                  <a:lnTo>
                    <a:pt x="50579" y="18171"/>
                  </a:lnTo>
                  <a:lnTo>
                    <a:pt x="47543" y="15359"/>
                  </a:lnTo>
                  <a:lnTo>
                    <a:pt x="42216" y="18554"/>
                  </a:lnTo>
                  <a:lnTo>
                    <a:pt x="32531" y="14373"/>
                  </a:lnTo>
                  <a:lnTo>
                    <a:pt x="32119" y="11981"/>
                  </a:lnTo>
                  <a:lnTo>
                    <a:pt x="28227" y="10387"/>
                  </a:lnTo>
                  <a:lnTo>
                    <a:pt x="26467" y="14345"/>
                  </a:lnTo>
                  <a:lnTo>
                    <a:pt x="22482" y="16616"/>
                  </a:lnTo>
                  <a:lnTo>
                    <a:pt x="15692" y="17513"/>
                  </a:lnTo>
                  <a:lnTo>
                    <a:pt x="7700" y="17257"/>
                  </a:lnTo>
                  <a:lnTo>
                    <a:pt x="4749" y="12040"/>
                  </a:lnTo>
                  <a:lnTo>
                    <a:pt x="0" y="6664"/>
                  </a:lnTo>
                  <a:lnTo>
                    <a:pt x="3152" y="2174"/>
                  </a:lnTo>
                  <a:lnTo>
                    <a:pt x="4603" y="3975"/>
                  </a:lnTo>
                  <a:lnTo>
                    <a:pt x="5645" y="2085"/>
                  </a:lnTo>
                  <a:lnTo>
                    <a:pt x="8743" y="22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h297"/>
            <p:cNvSpPr/>
            <p:nvPr/>
          </p:nvSpPr>
          <p:spPr>
            <a:xfrm>
              <a:off x="3514505" y="3582291"/>
              <a:ext cx="39370" cy="45899"/>
            </a:xfrm>
            <a:custGeom>
              <a:avLst/>
              <a:pathLst>
                <a:path w="39370" h="45899">
                  <a:moveTo>
                    <a:pt x="36489" y="263"/>
                  </a:moveTo>
                  <a:lnTo>
                    <a:pt x="37258" y="1711"/>
                  </a:lnTo>
                  <a:lnTo>
                    <a:pt x="34184" y="3965"/>
                  </a:lnTo>
                  <a:lnTo>
                    <a:pt x="32169" y="8152"/>
                  </a:lnTo>
                  <a:lnTo>
                    <a:pt x="34292" y="8142"/>
                  </a:lnTo>
                  <a:lnTo>
                    <a:pt x="34678" y="12308"/>
                  </a:lnTo>
                  <a:lnTo>
                    <a:pt x="39370" y="12726"/>
                  </a:lnTo>
                  <a:lnTo>
                    <a:pt x="39051" y="14510"/>
                  </a:lnTo>
                  <a:lnTo>
                    <a:pt x="35754" y="17339"/>
                  </a:lnTo>
                  <a:lnTo>
                    <a:pt x="31581" y="27110"/>
                  </a:lnTo>
                  <a:lnTo>
                    <a:pt x="31130" y="29335"/>
                  </a:lnTo>
                  <a:lnTo>
                    <a:pt x="33219" y="30115"/>
                  </a:lnTo>
                  <a:lnTo>
                    <a:pt x="32565" y="31914"/>
                  </a:lnTo>
                  <a:lnTo>
                    <a:pt x="30126" y="31398"/>
                  </a:lnTo>
                  <a:lnTo>
                    <a:pt x="22416" y="39108"/>
                  </a:lnTo>
                  <a:lnTo>
                    <a:pt x="17250" y="45899"/>
                  </a:lnTo>
                  <a:lnTo>
                    <a:pt x="11020" y="45745"/>
                  </a:lnTo>
                  <a:lnTo>
                    <a:pt x="9127" y="43929"/>
                  </a:lnTo>
                  <a:lnTo>
                    <a:pt x="7753" y="43661"/>
                  </a:lnTo>
                  <a:lnTo>
                    <a:pt x="0" y="36518"/>
                  </a:lnTo>
                  <a:lnTo>
                    <a:pt x="2661" y="37293"/>
                  </a:lnTo>
                  <a:lnTo>
                    <a:pt x="7102" y="39908"/>
                  </a:lnTo>
                  <a:lnTo>
                    <a:pt x="11036" y="33708"/>
                  </a:lnTo>
                  <a:lnTo>
                    <a:pt x="14824" y="32661"/>
                  </a:lnTo>
                  <a:lnTo>
                    <a:pt x="15324" y="30389"/>
                  </a:lnTo>
                  <a:lnTo>
                    <a:pt x="14694" y="27639"/>
                  </a:lnTo>
                  <a:lnTo>
                    <a:pt x="15485" y="23709"/>
                  </a:lnTo>
                  <a:lnTo>
                    <a:pt x="18297" y="23062"/>
                  </a:lnTo>
                  <a:lnTo>
                    <a:pt x="22882" y="23831"/>
                  </a:lnTo>
                  <a:lnTo>
                    <a:pt x="25334" y="19553"/>
                  </a:lnTo>
                  <a:lnTo>
                    <a:pt x="24595" y="18051"/>
                  </a:lnTo>
                  <a:lnTo>
                    <a:pt x="27296" y="5723"/>
                  </a:lnTo>
                  <a:lnTo>
                    <a:pt x="30725" y="3865"/>
                  </a:lnTo>
                  <a:lnTo>
                    <a:pt x="32139" y="3264"/>
                  </a:lnTo>
                  <a:lnTo>
                    <a:pt x="30953" y="1015"/>
                  </a:lnTo>
                  <a:lnTo>
                    <a:pt x="3324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h298"/>
            <p:cNvSpPr/>
            <p:nvPr/>
          </p:nvSpPr>
          <p:spPr>
            <a:xfrm>
              <a:off x="3510745" y="3370861"/>
              <a:ext cx="15222" cy="6558"/>
            </a:xfrm>
            <a:custGeom>
              <a:avLst/>
              <a:pathLst>
                <a:path w="15222" h="6558">
                  <a:moveTo>
                    <a:pt x="15222" y="1513"/>
                  </a:moveTo>
                  <a:lnTo>
                    <a:pt x="12988" y="6486"/>
                  </a:lnTo>
                  <a:lnTo>
                    <a:pt x="9023" y="6426"/>
                  </a:lnTo>
                  <a:lnTo>
                    <a:pt x="2914" y="4784"/>
                  </a:lnTo>
                  <a:lnTo>
                    <a:pt x="1473" y="6558"/>
                  </a:lnTo>
                  <a:lnTo>
                    <a:pt x="0" y="5983"/>
                  </a:lnTo>
                  <a:lnTo>
                    <a:pt x="292" y="4009"/>
                  </a:lnTo>
                  <a:lnTo>
                    <a:pt x="1685" y="3461"/>
                  </a:lnTo>
                  <a:lnTo>
                    <a:pt x="4566" y="4544"/>
                  </a:lnTo>
                  <a:lnTo>
                    <a:pt x="8517" y="281"/>
                  </a:lnTo>
                  <a:lnTo>
                    <a:pt x="1389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h299"/>
            <p:cNvSpPr/>
            <p:nvPr/>
          </p:nvSpPr>
          <p:spPr>
            <a:xfrm>
              <a:off x="3485092" y="3313632"/>
              <a:ext cx="28929" cy="26861"/>
            </a:xfrm>
            <a:custGeom>
              <a:avLst/>
              <a:pathLst>
                <a:path w="28929" h="26861">
                  <a:moveTo>
                    <a:pt x="10818" y="0"/>
                  </a:moveTo>
                  <a:lnTo>
                    <a:pt x="15463" y="1425"/>
                  </a:lnTo>
                  <a:lnTo>
                    <a:pt x="19160" y="4397"/>
                  </a:lnTo>
                  <a:lnTo>
                    <a:pt x="24765" y="11161"/>
                  </a:lnTo>
                  <a:lnTo>
                    <a:pt x="26223" y="10805"/>
                  </a:lnTo>
                  <a:lnTo>
                    <a:pt x="28089" y="12880"/>
                  </a:lnTo>
                  <a:lnTo>
                    <a:pt x="28929" y="17833"/>
                  </a:lnTo>
                  <a:lnTo>
                    <a:pt x="27914" y="21876"/>
                  </a:lnTo>
                  <a:lnTo>
                    <a:pt x="25278" y="24983"/>
                  </a:lnTo>
                  <a:lnTo>
                    <a:pt x="22029" y="26861"/>
                  </a:lnTo>
                  <a:lnTo>
                    <a:pt x="12100" y="24037"/>
                  </a:lnTo>
                  <a:lnTo>
                    <a:pt x="11402" y="21012"/>
                  </a:lnTo>
                  <a:lnTo>
                    <a:pt x="3871" y="16794"/>
                  </a:lnTo>
                  <a:lnTo>
                    <a:pt x="621" y="13464"/>
                  </a:lnTo>
                  <a:lnTo>
                    <a:pt x="0" y="9656"/>
                  </a:lnTo>
                  <a:lnTo>
                    <a:pt x="3114" y="9135"/>
                  </a:lnTo>
                  <a:lnTo>
                    <a:pt x="6686" y="4307"/>
                  </a:lnTo>
                  <a:lnTo>
                    <a:pt x="7072" y="907"/>
                  </a:lnTo>
                  <a:lnTo>
                    <a:pt x="9311" y="27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h300"/>
            <p:cNvSpPr/>
            <p:nvPr/>
          </p:nvSpPr>
          <p:spPr>
            <a:xfrm>
              <a:off x="3573066" y="3456023"/>
              <a:ext cx="104456" cy="60762"/>
            </a:xfrm>
            <a:custGeom>
              <a:avLst/>
              <a:pathLst>
                <a:path w="104456" h="60762">
                  <a:moveTo>
                    <a:pt x="49790" y="1594"/>
                  </a:moveTo>
                  <a:lnTo>
                    <a:pt x="50202" y="3985"/>
                  </a:lnTo>
                  <a:lnTo>
                    <a:pt x="59887" y="8166"/>
                  </a:lnTo>
                  <a:lnTo>
                    <a:pt x="65215" y="4971"/>
                  </a:lnTo>
                  <a:lnTo>
                    <a:pt x="68251" y="7783"/>
                  </a:lnTo>
                  <a:lnTo>
                    <a:pt x="75700" y="7419"/>
                  </a:lnTo>
                  <a:lnTo>
                    <a:pt x="78257" y="3969"/>
                  </a:lnTo>
                  <a:lnTo>
                    <a:pt x="81272" y="2746"/>
                  </a:lnTo>
                  <a:lnTo>
                    <a:pt x="86833" y="5809"/>
                  </a:lnTo>
                  <a:lnTo>
                    <a:pt x="88658" y="6159"/>
                  </a:lnTo>
                  <a:lnTo>
                    <a:pt x="92106" y="9496"/>
                  </a:lnTo>
                  <a:lnTo>
                    <a:pt x="100822" y="9246"/>
                  </a:lnTo>
                  <a:lnTo>
                    <a:pt x="104456" y="13291"/>
                  </a:lnTo>
                  <a:lnTo>
                    <a:pt x="59977" y="16579"/>
                  </a:lnTo>
                  <a:lnTo>
                    <a:pt x="38725" y="60762"/>
                  </a:lnTo>
                  <a:lnTo>
                    <a:pt x="37429" y="60367"/>
                  </a:lnTo>
                  <a:lnTo>
                    <a:pt x="36835" y="59250"/>
                  </a:lnTo>
                  <a:lnTo>
                    <a:pt x="37423" y="57324"/>
                  </a:lnTo>
                  <a:lnTo>
                    <a:pt x="39239" y="56567"/>
                  </a:lnTo>
                  <a:lnTo>
                    <a:pt x="38896" y="53659"/>
                  </a:lnTo>
                  <a:lnTo>
                    <a:pt x="32088" y="48235"/>
                  </a:lnTo>
                  <a:lnTo>
                    <a:pt x="26593" y="49378"/>
                  </a:lnTo>
                  <a:lnTo>
                    <a:pt x="21297" y="48684"/>
                  </a:lnTo>
                  <a:lnTo>
                    <a:pt x="11218" y="40173"/>
                  </a:lnTo>
                  <a:lnTo>
                    <a:pt x="7330" y="38866"/>
                  </a:lnTo>
                  <a:lnTo>
                    <a:pt x="5345" y="38964"/>
                  </a:lnTo>
                  <a:lnTo>
                    <a:pt x="2859" y="37299"/>
                  </a:lnTo>
                  <a:lnTo>
                    <a:pt x="4340" y="36462"/>
                  </a:lnTo>
                  <a:lnTo>
                    <a:pt x="4218" y="35421"/>
                  </a:lnTo>
                  <a:lnTo>
                    <a:pt x="0" y="28672"/>
                  </a:lnTo>
                  <a:lnTo>
                    <a:pt x="3707" y="28465"/>
                  </a:lnTo>
                  <a:lnTo>
                    <a:pt x="4772" y="26361"/>
                  </a:lnTo>
                  <a:lnTo>
                    <a:pt x="3550" y="25763"/>
                  </a:lnTo>
                  <a:lnTo>
                    <a:pt x="3661" y="24359"/>
                  </a:lnTo>
                  <a:lnTo>
                    <a:pt x="7627" y="19667"/>
                  </a:lnTo>
                  <a:lnTo>
                    <a:pt x="12087" y="22184"/>
                  </a:lnTo>
                  <a:lnTo>
                    <a:pt x="14260" y="20892"/>
                  </a:lnTo>
                  <a:lnTo>
                    <a:pt x="14865" y="19712"/>
                  </a:lnTo>
                  <a:lnTo>
                    <a:pt x="13385" y="16410"/>
                  </a:lnTo>
                  <a:lnTo>
                    <a:pt x="14924" y="9633"/>
                  </a:lnTo>
                  <a:lnTo>
                    <a:pt x="21977" y="5556"/>
                  </a:lnTo>
                  <a:lnTo>
                    <a:pt x="25371" y="6870"/>
                  </a:lnTo>
                  <a:lnTo>
                    <a:pt x="33363" y="7126"/>
                  </a:lnTo>
                  <a:lnTo>
                    <a:pt x="40154" y="6228"/>
                  </a:lnTo>
                  <a:lnTo>
                    <a:pt x="44139" y="3958"/>
                  </a:lnTo>
                  <a:lnTo>
                    <a:pt x="45899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h301"/>
            <p:cNvSpPr/>
            <p:nvPr/>
          </p:nvSpPr>
          <p:spPr>
            <a:xfrm>
              <a:off x="3330906" y="3468792"/>
              <a:ext cx="103889" cy="63431"/>
            </a:xfrm>
            <a:custGeom>
              <a:avLst/>
              <a:pathLst>
                <a:path w="103889" h="63431">
                  <a:moveTo>
                    <a:pt x="45075" y="533"/>
                  </a:moveTo>
                  <a:lnTo>
                    <a:pt x="49666" y="2912"/>
                  </a:lnTo>
                  <a:lnTo>
                    <a:pt x="56442" y="2080"/>
                  </a:lnTo>
                  <a:lnTo>
                    <a:pt x="61509" y="2518"/>
                  </a:lnTo>
                  <a:lnTo>
                    <a:pt x="64288" y="14301"/>
                  </a:lnTo>
                  <a:lnTo>
                    <a:pt x="67969" y="21679"/>
                  </a:lnTo>
                  <a:lnTo>
                    <a:pt x="65628" y="23932"/>
                  </a:lnTo>
                  <a:lnTo>
                    <a:pt x="68110" y="30722"/>
                  </a:lnTo>
                  <a:lnTo>
                    <a:pt x="69142" y="30966"/>
                  </a:lnTo>
                  <a:lnTo>
                    <a:pt x="71033" y="28320"/>
                  </a:lnTo>
                  <a:lnTo>
                    <a:pt x="80090" y="29635"/>
                  </a:lnTo>
                  <a:lnTo>
                    <a:pt x="85273" y="31462"/>
                  </a:lnTo>
                  <a:lnTo>
                    <a:pt x="89070" y="33814"/>
                  </a:lnTo>
                  <a:lnTo>
                    <a:pt x="92999" y="39037"/>
                  </a:lnTo>
                  <a:lnTo>
                    <a:pt x="97574" y="39479"/>
                  </a:lnTo>
                  <a:lnTo>
                    <a:pt x="99627" y="40828"/>
                  </a:lnTo>
                  <a:lnTo>
                    <a:pt x="103889" y="47665"/>
                  </a:lnTo>
                  <a:lnTo>
                    <a:pt x="97042" y="44899"/>
                  </a:lnTo>
                  <a:lnTo>
                    <a:pt x="95508" y="43004"/>
                  </a:lnTo>
                  <a:lnTo>
                    <a:pt x="89716" y="48787"/>
                  </a:lnTo>
                  <a:lnTo>
                    <a:pt x="84545" y="60518"/>
                  </a:lnTo>
                  <a:lnTo>
                    <a:pt x="77809" y="63431"/>
                  </a:lnTo>
                  <a:lnTo>
                    <a:pt x="53421" y="47705"/>
                  </a:lnTo>
                  <a:lnTo>
                    <a:pt x="38843" y="39710"/>
                  </a:lnTo>
                  <a:lnTo>
                    <a:pt x="25888" y="34027"/>
                  </a:lnTo>
                  <a:lnTo>
                    <a:pt x="19429" y="33705"/>
                  </a:lnTo>
                  <a:lnTo>
                    <a:pt x="13804" y="31576"/>
                  </a:lnTo>
                  <a:lnTo>
                    <a:pt x="9103" y="29326"/>
                  </a:lnTo>
                  <a:lnTo>
                    <a:pt x="0" y="14380"/>
                  </a:lnTo>
                  <a:lnTo>
                    <a:pt x="4501" y="16992"/>
                  </a:lnTo>
                  <a:lnTo>
                    <a:pt x="14935" y="19332"/>
                  </a:lnTo>
                  <a:lnTo>
                    <a:pt x="23923" y="19391"/>
                  </a:lnTo>
                  <a:lnTo>
                    <a:pt x="24241" y="14125"/>
                  </a:lnTo>
                  <a:lnTo>
                    <a:pt x="26130" y="8602"/>
                  </a:lnTo>
                  <a:lnTo>
                    <a:pt x="30486" y="5268"/>
                  </a:lnTo>
                  <a:lnTo>
                    <a:pt x="37190" y="2605"/>
                  </a:lnTo>
                  <a:lnTo>
                    <a:pt x="37901" y="3389"/>
                  </a:lnTo>
                  <a:lnTo>
                    <a:pt x="37655" y="4819"/>
                  </a:lnTo>
                  <a:lnTo>
                    <a:pt x="40168" y="4831"/>
                  </a:lnTo>
                  <a:lnTo>
                    <a:pt x="41850" y="2838"/>
                  </a:lnTo>
                  <a:lnTo>
                    <a:pt x="4129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h302"/>
            <p:cNvSpPr/>
            <p:nvPr/>
          </p:nvSpPr>
          <p:spPr>
            <a:xfrm>
              <a:off x="3503192" y="3281875"/>
              <a:ext cx="41207" cy="53416"/>
            </a:xfrm>
            <a:custGeom>
              <a:avLst/>
              <a:pathLst>
                <a:path w="41207" h="53416">
                  <a:moveTo>
                    <a:pt x="20771" y="6643"/>
                  </a:moveTo>
                  <a:lnTo>
                    <a:pt x="22042" y="7342"/>
                  </a:lnTo>
                  <a:lnTo>
                    <a:pt x="29362" y="8048"/>
                  </a:lnTo>
                  <a:lnTo>
                    <a:pt x="32072" y="6737"/>
                  </a:lnTo>
                  <a:lnTo>
                    <a:pt x="40759" y="12471"/>
                  </a:lnTo>
                  <a:lnTo>
                    <a:pt x="41207" y="14043"/>
                  </a:lnTo>
                  <a:lnTo>
                    <a:pt x="38971" y="16447"/>
                  </a:lnTo>
                  <a:lnTo>
                    <a:pt x="36167" y="14195"/>
                  </a:lnTo>
                  <a:lnTo>
                    <a:pt x="34073" y="14829"/>
                  </a:lnTo>
                  <a:lnTo>
                    <a:pt x="32524" y="19165"/>
                  </a:lnTo>
                  <a:lnTo>
                    <a:pt x="33617" y="22678"/>
                  </a:lnTo>
                  <a:lnTo>
                    <a:pt x="32914" y="24810"/>
                  </a:lnTo>
                  <a:lnTo>
                    <a:pt x="33699" y="35353"/>
                  </a:lnTo>
                  <a:lnTo>
                    <a:pt x="36954" y="35483"/>
                  </a:lnTo>
                  <a:lnTo>
                    <a:pt x="36995" y="41315"/>
                  </a:lnTo>
                  <a:lnTo>
                    <a:pt x="39295" y="45745"/>
                  </a:lnTo>
                  <a:lnTo>
                    <a:pt x="35621" y="48598"/>
                  </a:lnTo>
                  <a:lnTo>
                    <a:pt x="32615" y="49132"/>
                  </a:lnTo>
                  <a:lnTo>
                    <a:pt x="30065" y="51182"/>
                  </a:lnTo>
                  <a:lnTo>
                    <a:pt x="29567" y="51789"/>
                  </a:lnTo>
                  <a:lnTo>
                    <a:pt x="30051" y="53416"/>
                  </a:lnTo>
                  <a:lnTo>
                    <a:pt x="25770" y="53317"/>
                  </a:lnTo>
                  <a:lnTo>
                    <a:pt x="24309" y="52083"/>
                  </a:lnTo>
                  <a:lnTo>
                    <a:pt x="18398" y="50554"/>
                  </a:lnTo>
                  <a:lnTo>
                    <a:pt x="20125" y="46556"/>
                  </a:lnTo>
                  <a:lnTo>
                    <a:pt x="19937" y="39992"/>
                  </a:lnTo>
                  <a:lnTo>
                    <a:pt x="16417" y="37527"/>
                  </a:lnTo>
                  <a:lnTo>
                    <a:pt x="14172" y="37364"/>
                  </a:lnTo>
                  <a:lnTo>
                    <a:pt x="10843" y="35648"/>
                  </a:lnTo>
                  <a:lnTo>
                    <a:pt x="6958" y="30932"/>
                  </a:lnTo>
                  <a:lnTo>
                    <a:pt x="8116" y="29388"/>
                  </a:lnTo>
                  <a:lnTo>
                    <a:pt x="9843" y="28967"/>
                  </a:lnTo>
                  <a:lnTo>
                    <a:pt x="7762" y="22295"/>
                  </a:lnTo>
                  <a:lnTo>
                    <a:pt x="3668" y="18143"/>
                  </a:lnTo>
                  <a:lnTo>
                    <a:pt x="1409" y="19633"/>
                  </a:lnTo>
                  <a:lnTo>
                    <a:pt x="0" y="18599"/>
                  </a:lnTo>
                  <a:lnTo>
                    <a:pt x="1173" y="16402"/>
                  </a:lnTo>
                  <a:lnTo>
                    <a:pt x="4220" y="15522"/>
                  </a:lnTo>
                  <a:lnTo>
                    <a:pt x="6454" y="13857"/>
                  </a:lnTo>
                  <a:lnTo>
                    <a:pt x="7802" y="11714"/>
                  </a:lnTo>
                  <a:lnTo>
                    <a:pt x="7197" y="8140"/>
                  </a:lnTo>
                  <a:lnTo>
                    <a:pt x="10166" y="4088"/>
                  </a:lnTo>
                  <a:lnTo>
                    <a:pt x="11250" y="4527"/>
                  </a:lnTo>
                  <a:lnTo>
                    <a:pt x="12429" y="4852"/>
                  </a:lnTo>
                  <a:lnTo>
                    <a:pt x="15369" y="3693"/>
                  </a:lnTo>
                  <a:lnTo>
                    <a:pt x="16435" y="738"/>
                  </a:lnTo>
                  <a:lnTo>
                    <a:pt x="2152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h303"/>
            <p:cNvSpPr/>
            <p:nvPr/>
          </p:nvSpPr>
          <p:spPr>
            <a:xfrm>
              <a:off x="3482937" y="3334631"/>
              <a:ext cx="10547" cy="9735"/>
            </a:xfrm>
            <a:custGeom>
              <a:avLst/>
              <a:pathLst>
                <a:path w="10547" h="9735">
                  <a:moveTo>
                    <a:pt x="7136" y="1411"/>
                  </a:moveTo>
                  <a:lnTo>
                    <a:pt x="8740" y="1800"/>
                  </a:lnTo>
                  <a:lnTo>
                    <a:pt x="5924" y="2739"/>
                  </a:lnTo>
                  <a:lnTo>
                    <a:pt x="6551" y="7503"/>
                  </a:lnTo>
                  <a:lnTo>
                    <a:pt x="10547" y="8444"/>
                  </a:lnTo>
                  <a:lnTo>
                    <a:pt x="8254" y="9735"/>
                  </a:lnTo>
                  <a:lnTo>
                    <a:pt x="1644" y="9523"/>
                  </a:lnTo>
                  <a:lnTo>
                    <a:pt x="0" y="6518"/>
                  </a:lnTo>
                  <a:lnTo>
                    <a:pt x="418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h304"/>
            <p:cNvSpPr/>
            <p:nvPr/>
          </p:nvSpPr>
          <p:spPr>
            <a:xfrm>
              <a:off x="3456031" y="3435406"/>
              <a:ext cx="33230" cy="26683"/>
            </a:xfrm>
            <a:custGeom>
              <a:avLst/>
              <a:pathLst>
                <a:path w="33230" h="26683">
                  <a:moveTo>
                    <a:pt x="17698" y="1560"/>
                  </a:moveTo>
                  <a:lnTo>
                    <a:pt x="20259" y="4308"/>
                  </a:lnTo>
                  <a:lnTo>
                    <a:pt x="26584" y="8334"/>
                  </a:lnTo>
                  <a:lnTo>
                    <a:pt x="26968" y="16897"/>
                  </a:lnTo>
                  <a:lnTo>
                    <a:pt x="27901" y="18141"/>
                  </a:lnTo>
                  <a:lnTo>
                    <a:pt x="30752" y="18256"/>
                  </a:lnTo>
                  <a:lnTo>
                    <a:pt x="33230" y="18311"/>
                  </a:lnTo>
                  <a:lnTo>
                    <a:pt x="32696" y="21787"/>
                  </a:lnTo>
                  <a:lnTo>
                    <a:pt x="29952" y="22778"/>
                  </a:lnTo>
                  <a:lnTo>
                    <a:pt x="23792" y="23464"/>
                  </a:lnTo>
                  <a:lnTo>
                    <a:pt x="22581" y="25888"/>
                  </a:lnTo>
                  <a:lnTo>
                    <a:pt x="20652" y="26683"/>
                  </a:lnTo>
                  <a:lnTo>
                    <a:pt x="6849" y="22681"/>
                  </a:lnTo>
                  <a:lnTo>
                    <a:pt x="6190" y="20199"/>
                  </a:lnTo>
                  <a:lnTo>
                    <a:pt x="3671" y="19231"/>
                  </a:lnTo>
                  <a:lnTo>
                    <a:pt x="1627" y="14594"/>
                  </a:lnTo>
                  <a:lnTo>
                    <a:pt x="0" y="9365"/>
                  </a:lnTo>
                  <a:lnTo>
                    <a:pt x="21" y="7544"/>
                  </a:lnTo>
                  <a:lnTo>
                    <a:pt x="1058" y="5931"/>
                  </a:lnTo>
                  <a:lnTo>
                    <a:pt x="745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h305"/>
            <p:cNvSpPr/>
            <p:nvPr/>
          </p:nvSpPr>
          <p:spPr>
            <a:xfrm>
              <a:off x="3527105" y="3386312"/>
              <a:ext cx="32052" cy="24488"/>
            </a:xfrm>
            <a:custGeom>
              <a:avLst/>
              <a:pathLst>
                <a:path w="32052" h="24488">
                  <a:moveTo>
                    <a:pt x="6910" y="225"/>
                  </a:moveTo>
                  <a:lnTo>
                    <a:pt x="8506" y="2216"/>
                  </a:lnTo>
                  <a:lnTo>
                    <a:pt x="13680" y="713"/>
                  </a:lnTo>
                  <a:lnTo>
                    <a:pt x="14703" y="1675"/>
                  </a:lnTo>
                  <a:lnTo>
                    <a:pt x="18505" y="2747"/>
                  </a:lnTo>
                  <a:lnTo>
                    <a:pt x="23024" y="3286"/>
                  </a:lnTo>
                  <a:lnTo>
                    <a:pt x="26935" y="6943"/>
                  </a:lnTo>
                  <a:lnTo>
                    <a:pt x="27589" y="9046"/>
                  </a:lnTo>
                  <a:lnTo>
                    <a:pt x="32052" y="9780"/>
                  </a:lnTo>
                  <a:lnTo>
                    <a:pt x="31315" y="18134"/>
                  </a:lnTo>
                  <a:lnTo>
                    <a:pt x="19910" y="18168"/>
                  </a:lnTo>
                  <a:lnTo>
                    <a:pt x="17624" y="20596"/>
                  </a:lnTo>
                  <a:lnTo>
                    <a:pt x="21043" y="22599"/>
                  </a:lnTo>
                  <a:lnTo>
                    <a:pt x="19454" y="24488"/>
                  </a:lnTo>
                  <a:lnTo>
                    <a:pt x="12580" y="18417"/>
                  </a:lnTo>
                  <a:lnTo>
                    <a:pt x="12886" y="19476"/>
                  </a:lnTo>
                  <a:lnTo>
                    <a:pt x="11163" y="20746"/>
                  </a:lnTo>
                  <a:lnTo>
                    <a:pt x="6577" y="20167"/>
                  </a:lnTo>
                  <a:lnTo>
                    <a:pt x="6732" y="18511"/>
                  </a:lnTo>
                  <a:lnTo>
                    <a:pt x="14168" y="16796"/>
                  </a:lnTo>
                  <a:lnTo>
                    <a:pt x="13335" y="15132"/>
                  </a:lnTo>
                  <a:lnTo>
                    <a:pt x="9575" y="13079"/>
                  </a:lnTo>
                  <a:lnTo>
                    <a:pt x="899" y="13671"/>
                  </a:lnTo>
                  <a:lnTo>
                    <a:pt x="0" y="3187"/>
                  </a:lnTo>
                  <a:lnTo>
                    <a:pt x="614" y="1754"/>
                  </a:lnTo>
                  <a:lnTo>
                    <a:pt x="548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h306"/>
            <p:cNvSpPr/>
            <p:nvPr/>
          </p:nvSpPr>
          <p:spPr>
            <a:xfrm>
              <a:off x="3505736" y="3557131"/>
              <a:ext cx="28035" cy="23395"/>
            </a:xfrm>
            <a:custGeom>
              <a:avLst/>
              <a:pathLst>
                <a:path w="28035" h="23395">
                  <a:moveTo>
                    <a:pt x="28035" y="1555"/>
                  </a:moveTo>
                  <a:lnTo>
                    <a:pt x="26483" y="4419"/>
                  </a:lnTo>
                  <a:lnTo>
                    <a:pt x="21259" y="4706"/>
                  </a:lnTo>
                  <a:lnTo>
                    <a:pt x="18838" y="8696"/>
                  </a:lnTo>
                  <a:lnTo>
                    <a:pt x="18201" y="10687"/>
                  </a:lnTo>
                  <a:lnTo>
                    <a:pt x="18667" y="11558"/>
                  </a:lnTo>
                  <a:lnTo>
                    <a:pt x="20738" y="11406"/>
                  </a:lnTo>
                  <a:lnTo>
                    <a:pt x="18006" y="17447"/>
                  </a:lnTo>
                  <a:lnTo>
                    <a:pt x="17082" y="17481"/>
                  </a:lnTo>
                  <a:lnTo>
                    <a:pt x="16417" y="21225"/>
                  </a:lnTo>
                  <a:lnTo>
                    <a:pt x="11910" y="23318"/>
                  </a:lnTo>
                  <a:lnTo>
                    <a:pt x="10518" y="22403"/>
                  </a:lnTo>
                  <a:lnTo>
                    <a:pt x="8726" y="22366"/>
                  </a:lnTo>
                  <a:lnTo>
                    <a:pt x="8217" y="23333"/>
                  </a:lnTo>
                  <a:lnTo>
                    <a:pt x="6740" y="23395"/>
                  </a:lnTo>
                  <a:lnTo>
                    <a:pt x="4621" y="21285"/>
                  </a:lnTo>
                  <a:lnTo>
                    <a:pt x="1499" y="13539"/>
                  </a:lnTo>
                  <a:lnTo>
                    <a:pt x="2525" y="10491"/>
                  </a:lnTo>
                  <a:lnTo>
                    <a:pt x="846" y="10374"/>
                  </a:lnTo>
                  <a:lnTo>
                    <a:pt x="250" y="11780"/>
                  </a:lnTo>
                  <a:lnTo>
                    <a:pt x="0" y="10819"/>
                  </a:lnTo>
                  <a:lnTo>
                    <a:pt x="1976" y="5552"/>
                  </a:lnTo>
                  <a:lnTo>
                    <a:pt x="10106" y="1730"/>
                  </a:lnTo>
                  <a:lnTo>
                    <a:pt x="13850" y="850"/>
                  </a:lnTo>
                  <a:lnTo>
                    <a:pt x="2726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h307"/>
            <p:cNvSpPr/>
            <p:nvPr/>
          </p:nvSpPr>
          <p:spPr>
            <a:xfrm>
              <a:off x="3571573" y="3545020"/>
              <a:ext cx="8368" cy="12712"/>
            </a:xfrm>
            <a:custGeom>
              <a:avLst/>
              <a:pathLst>
                <a:path w="8368" h="12712">
                  <a:moveTo>
                    <a:pt x="8368" y="609"/>
                  </a:moveTo>
                  <a:lnTo>
                    <a:pt x="6534" y="12712"/>
                  </a:lnTo>
                  <a:lnTo>
                    <a:pt x="786" y="11980"/>
                  </a:lnTo>
                  <a:lnTo>
                    <a:pt x="2372" y="9374"/>
                  </a:lnTo>
                  <a:lnTo>
                    <a:pt x="2614" y="6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h308"/>
            <p:cNvSpPr/>
            <p:nvPr/>
          </p:nvSpPr>
          <p:spPr>
            <a:xfrm>
              <a:off x="3476863" y="3403286"/>
              <a:ext cx="24124" cy="35323"/>
            </a:xfrm>
            <a:custGeom>
              <a:avLst/>
              <a:pathLst>
                <a:path w="24124" h="35323">
                  <a:moveTo>
                    <a:pt x="17278" y="1989"/>
                  </a:moveTo>
                  <a:lnTo>
                    <a:pt x="20962" y="10157"/>
                  </a:lnTo>
                  <a:lnTo>
                    <a:pt x="23641" y="9125"/>
                  </a:lnTo>
                  <a:lnTo>
                    <a:pt x="24058" y="10647"/>
                  </a:lnTo>
                  <a:lnTo>
                    <a:pt x="22919" y="10246"/>
                  </a:lnTo>
                  <a:lnTo>
                    <a:pt x="18196" y="17083"/>
                  </a:lnTo>
                  <a:lnTo>
                    <a:pt x="18447" y="18098"/>
                  </a:lnTo>
                  <a:lnTo>
                    <a:pt x="19725" y="18530"/>
                  </a:lnTo>
                  <a:lnTo>
                    <a:pt x="20884" y="18406"/>
                  </a:lnTo>
                  <a:lnTo>
                    <a:pt x="21993" y="16699"/>
                  </a:lnTo>
                  <a:lnTo>
                    <a:pt x="23021" y="16884"/>
                  </a:lnTo>
                  <a:lnTo>
                    <a:pt x="23329" y="17870"/>
                  </a:lnTo>
                  <a:lnTo>
                    <a:pt x="21920" y="20546"/>
                  </a:lnTo>
                  <a:lnTo>
                    <a:pt x="22174" y="22285"/>
                  </a:lnTo>
                  <a:lnTo>
                    <a:pt x="23901" y="24792"/>
                  </a:lnTo>
                  <a:lnTo>
                    <a:pt x="23121" y="27102"/>
                  </a:lnTo>
                  <a:lnTo>
                    <a:pt x="21450" y="28628"/>
                  </a:lnTo>
                  <a:lnTo>
                    <a:pt x="24124" y="31806"/>
                  </a:lnTo>
                  <a:lnTo>
                    <a:pt x="20246" y="35323"/>
                  </a:lnTo>
                  <a:lnTo>
                    <a:pt x="14844" y="29993"/>
                  </a:lnTo>
                  <a:lnTo>
                    <a:pt x="10630" y="27666"/>
                  </a:lnTo>
                  <a:lnTo>
                    <a:pt x="6848" y="21838"/>
                  </a:lnTo>
                  <a:lnTo>
                    <a:pt x="9147" y="15618"/>
                  </a:lnTo>
                  <a:lnTo>
                    <a:pt x="8266" y="12425"/>
                  </a:lnTo>
                  <a:lnTo>
                    <a:pt x="5117" y="11675"/>
                  </a:lnTo>
                  <a:lnTo>
                    <a:pt x="0" y="5216"/>
                  </a:lnTo>
                  <a:lnTo>
                    <a:pt x="1789" y="3846"/>
                  </a:lnTo>
                  <a:lnTo>
                    <a:pt x="9493" y="2936"/>
                  </a:lnTo>
                  <a:lnTo>
                    <a:pt x="9714" y="1926"/>
                  </a:lnTo>
                  <a:lnTo>
                    <a:pt x="1183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h309"/>
            <p:cNvSpPr/>
            <p:nvPr/>
          </p:nvSpPr>
          <p:spPr>
            <a:xfrm>
              <a:off x="3487380" y="3567505"/>
              <a:ext cx="38700" cy="52079"/>
            </a:xfrm>
            <a:custGeom>
              <a:avLst/>
              <a:pathLst>
                <a:path w="38700" h="52079">
                  <a:moveTo>
                    <a:pt x="20881" y="117"/>
                  </a:moveTo>
                  <a:lnTo>
                    <a:pt x="19855" y="3165"/>
                  </a:lnTo>
                  <a:lnTo>
                    <a:pt x="22976" y="10911"/>
                  </a:lnTo>
                  <a:lnTo>
                    <a:pt x="25096" y="13021"/>
                  </a:lnTo>
                  <a:lnTo>
                    <a:pt x="26573" y="12959"/>
                  </a:lnTo>
                  <a:lnTo>
                    <a:pt x="25886" y="14293"/>
                  </a:lnTo>
                  <a:lnTo>
                    <a:pt x="27086" y="15235"/>
                  </a:lnTo>
                  <a:lnTo>
                    <a:pt x="32661" y="16192"/>
                  </a:lnTo>
                  <a:lnTo>
                    <a:pt x="38700" y="20174"/>
                  </a:lnTo>
                  <a:lnTo>
                    <a:pt x="36004" y="25028"/>
                  </a:lnTo>
                  <a:lnTo>
                    <a:pt x="37224" y="26225"/>
                  </a:lnTo>
                  <a:lnTo>
                    <a:pt x="37569" y="26769"/>
                  </a:lnTo>
                  <a:lnTo>
                    <a:pt x="29016" y="36612"/>
                  </a:lnTo>
                  <a:lnTo>
                    <a:pt x="24972" y="35464"/>
                  </a:lnTo>
                  <a:lnTo>
                    <a:pt x="22948" y="38024"/>
                  </a:lnTo>
                  <a:lnTo>
                    <a:pt x="22244" y="40609"/>
                  </a:lnTo>
                  <a:lnTo>
                    <a:pt x="29785" y="52079"/>
                  </a:lnTo>
                  <a:lnTo>
                    <a:pt x="27124" y="51304"/>
                  </a:lnTo>
                  <a:lnTo>
                    <a:pt x="0" y="26497"/>
                  </a:lnTo>
                  <a:lnTo>
                    <a:pt x="874" y="24372"/>
                  </a:lnTo>
                  <a:lnTo>
                    <a:pt x="3589" y="25810"/>
                  </a:lnTo>
                  <a:lnTo>
                    <a:pt x="9641" y="19138"/>
                  </a:lnTo>
                  <a:lnTo>
                    <a:pt x="10887" y="13744"/>
                  </a:lnTo>
                  <a:lnTo>
                    <a:pt x="14514" y="10315"/>
                  </a:lnTo>
                  <a:lnTo>
                    <a:pt x="14788" y="4757"/>
                  </a:lnTo>
                  <a:lnTo>
                    <a:pt x="17316" y="4451"/>
                  </a:lnTo>
                  <a:lnTo>
                    <a:pt x="18589" y="2893"/>
                  </a:lnTo>
                  <a:lnTo>
                    <a:pt x="18606" y="1405"/>
                  </a:lnTo>
                  <a:lnTo>
                    <a:pt x="1920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h310"/>
            <p:cNvSpPr/>
            <p:nvPr/>
          </p:nvSpPr>
          <p:spPr>
            <a:xfrm>
              <a:off x="3561584" y="3526797"/>
              <a:ext cx="22419" cy="19786"/>
            </a:xfrm>
            <a:custGeom>
              <a:avLst/>
              <a:pathLst>
                <a:path w="22419" h="19786">
                  <a:moveTo>
                    <a:pt x="11944" y="0"/>
                  </a:moveTo>
                  <a:lnTo>
                    <a:pt x="22419" y="8452"/>
                  </a:lnTo>
                  <a:lnTo>
                    <a:pt x="21326" y="14244"/>
                  </a:lnTo>
                  <a:lnTo>
                    <a:pt x="16582" y="14009"/>
                  </a:lnTo>
                  <a:lnTo>
                    <a:pt x="16379" y="16613"/>
                  </a:lnTo>
                  <a:lnTo>
                    <a:pt x="18357" y="18832"/>
                  </a:lnTo>
                  <a:lnTo>
                    <a:pt x="9989" y="18223"/>
                  </a:lnTo>
                  <a:lnTo>
                    <a:pt x="6881" y="19786"/>
                  </a:lnTo>
                  <a:lnTo>
                    <a:pt x="3050" y="18175"/>
                  </a:lnTo>
                  <a:lnTo>
                    <a:pt x="609" y="14938"/>
                  </a:lnTo>
                  <a:lnTo>
                    <a:pt x="1166" y="8836"/>
                  </a:lnTo>
                  <a:lnTo>
                    <a:pt x="0" y="5643"/>
                  </a:lnTo>
                  <a:lnTo>
                    <a:pt x="984" y="3707"/>
                  </a:lnTo>
                  <a:lnTo>
                    <a:pt x="4601" y="2084"/>
                  </a:lnTo>
                  <a:lnTo>
                    <a:pt x="7736" y="2576"/>
                  </a:lnTo>
                  <a:lnTo>
                    <a:pt x="9629" y="24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h311"/>
            <p:cNvSpPr/>
            <p:nvPr/>
          </p:nvSpPr>
          <p:spPr>
            <a:xfrm>
              <a:off x="3412295" y="3361514"/>
              <a:ext cx="26810" cy="39487"/>
            </a:xfrm>
            <a:custGeom>
              <a:avLst/>
              <a:pathLst>
                <a:path w="26810" h="39487">
                  <a:moveTo>
                    <a:pt x="12792" y="1030"/>
                  </a:moveTo>
                  <a:lnTo>
                    <a:pt x="12692" y="4317"/>
                  </a:lnTo>
                  <a:lnTo>
                    <a:pt x="13846" y="4363"/>
                  </a:lnTo>
                  <a:lnTo>
                    <a:pt x="15353" y="5986"/>
                  </a:lnTo>
                  <a:lnTo>
                    <a:pt x="15603" y="10707"/>
                  </a:lnTo>
                  <a:lnTo>
                    <a:pt x="13981" y="13375"/>
                  </a:lnTo>
                  <a:lnTo>
                    <a:pt x="15312" y="16145"/>
                  </a:lnTo>
                  <a:lnTo>
                    <a:pt x="19334" y="22124"/>
                  </a:lnTo>
                  <a:lnTo>
                    <a:pt x="26810" y="27394"/>
                  </a:lnTo>
                  <a:lnTo>
                    <a:pt x="26309" y="30695"/>
                  </a:lnTo>
                  <a:lnTo>
                    <a:pt x="23652" y="32869"/>
                  </a:lnTo>
                  <a:lnTo>
                    <a:pt x="22953" y="35297"/>
                  </a:lnTo>
                  <a:lnTo>
                    <a:pt x="19083" y="39487"/>
                  </a:lnTo>
                  <a:lnTo>
                    <a:pt x="13525" y="38343"/>
                  </a:lnTo>
                  <a:lnTo>
                    <a:pt x="13138" y="33705"/>
                  </a:lnTo>
                  <a:lnTo>
                    <a:pt x="14156" y="31135"/>
                  </a:lnTo>
                  <a:lnTo>
                    <a:pt x="11959" y="29441"/>
                  </a:lnTo>
                  <a:lnTo>
                    <a:pt x="6682" y="30877"/>
                  </a:lnTo>
                  <a:lnTo>
                    <a:pt x="5835" y="30176"/>
                  </a:lnTo>
                  <a:lnTo>
                    <a:pt x="6414" y="27510"/>
                  </a:lnTo>
                  <a:lnTo>
                    <a:pt x="1418" y="21327"/>
                  </a:lnTo>
                  <a:lnTo>
                    <a:pt x="0" y="16942"/>
                  </a:lnTo>
                  <a:lnTo>
                    <a:pt x="4756" y="14381"/>
                  </a:lnTo>
                  <a:lnTo>
                    <a:pt x="4951" y="9290"/>
                  </a:lnTo>
                  <a:lnTo>
                    <a:pt x="2630" y="5547"/>
                  </a:lnTo>
                  <a:lnTo>
                    <a:pt x="2870" y="4484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h312"/>
            <p:cNvSpPr/>
            <p:nvPr/>
          </p:nvSpPr>
          <p:spPr>
            <a:xfrm>
              <a:off x="3469753" y="3319139"/>
              <a:ext cx="20319" cy="24099"/>
            </a:xfrm>
            <a:custGeom>
              <a:avLst/>
              <a:pathLst>
                <a:path w="20319" h="24099">
                  <a:moveTo>
                    <a:pt x="9439" y="5058"/>
                  </a:moveTo>
                  <a:lnTo>
                    <a:pt x="10316" y="5431"/>
                  </a:lnTo>
                  <a:lnTo>
                    <a:pt x="13127" y="5984"/>
                  </a:lnTo>
                  <a:lnTo>
                    <a:pt x="13791" y="3785"/>
                  </a:lnTo>
                  <a:lnTo>
                    <a:pt x="15338" y="4148"/>
                  </a:lnTo>
                  <a:lnTo>
                    <a:pt x="15960" y="7956"/>
                  </a:lnTo>
                  <a:lnTo>
                    <a:pt x="19209" y="11286"/>
                  </a:lnTo>
                  <a:lnTo>
                    <a:pt x="20319" y="16904"/>
                  </a:lnTo>
                  <a:lnTo>
                    <a:pt x="17368" y="15492"/>
                  </a:lnTo>
                  <a:lnTo>
                    <a:pt x="13183" y="22010"/>
                  </a:lnTo>
                  <a:lnTo>
                    <a:pt x="4293" y="24099"/>
                  </a:lnTo>
                  <a:lnTo>
                    <a:pt x="574" y="22942"/>
                  </a:lnTo>
                  <a:lnTo>
                    <a:pt x="0" y="20724"/>
                  </a:lnTo>
                  <a:lnTo>
                    <a:pt x="1263" y="22025"/>
                  </a:lnTo>
                  <a:lnTo>
                    <a:pt x="4062" y="19713"/>
                  </a:lnTo>
                  <a:lnTo>
                    <a:pt x="5943" y="13754"/>
                  </a:lnTo>
                  <a:lnTo>
                    <a:pt x="6426" y="7394"/>
                  </a:lnTo>
                  <a:lnTo>
                    <a:pt x="3442" y="7092"/>
                  </a:lnTo>
                  <a:lnTo>
                    <a:pt x="2591" y="8617"/>
                  </a:lnTo>
                  <a:lnTo>
                    <a:pt x="1554" y="7767"/>
                  </a:lnTo>
                  <a:lnTo>
                    <a:pt x="1680" y="5766"/>
                  </a:lnTo>
                  <a:lnTo>
                    <a:pt x="3892" y="5171"/>
                  </a:lnTo>
                  <a:lnTo>
                    <a:pt x="1924" y="329"/>
                  </a:lnTo>
                  <a:lnTo>
                    <a:pt x="716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h313"/>
            <p:cNvSpPr/>
            <p:nvPr/>
          </p:nvSpPr>
          <p:spPr>
            <a:xfrm>
              <a:off x="3536854" y="3605234"/>
              <a:ext cx="33338" cy="24351"/>
            </a:xfrm>
            <a:custGeom>
              <a:avLst/>
              <a:pathLst>
                <a:path w="33338" h="24351">
                  <a:moveTo>
                    <a:pt x="28258" y="453"/>
                  </a:moveTo>
                  <a:lnTo>
                    <a:pt x="30455" y="4199"/>
                  </a:lnTo>
                  <a:lnTo>
                    <a:pt x="26797" y="9190"/>
                  </a:lnTo>
                  <a:lnTo>
                    <a:pt x="30265" y="10337"/>
                  </a:lnTo>
                  <a:lnTo>
                    <a:pt x="33117" y="14760"/>
                  </a:lnTo>
                  <a:lnTo>
                    <a:pt x="33338" y="16231"/>
                  </a:lnTo>
                  <a:lnTo>
                    <a:pt x="31556" y="18461"/>
                  </a:lnTo>
                  <a:lnTo>
                    <a:pt x="22783" y="22065"/>
                  </a:lnTo>
                  <a:lnTo>
                    <a:pt x="20424" y="22240"/>
                  </a:lnTo>
                  <a:lnTo>
                    <a:pt x="20466" y="21207"/>
                  </a:lnTo>
                  <a:lnTo>
                    <a:pt x="18912" y="20040"/>
                  </a:lnTo>
                  <a:lnTo>
                    <a:pt x="17106" y="21249"/>
                  </a:lnTo>
                  <a:lnTo>
                    <a:pt x="16340" y="20491"/>
                  </a:lnTo>
                  <a:lnTo>
                    <a:pt x="12469" y="24351"/>
                  </a:lnTo>
                  <a:lnTo>
                    <a:pt x="8739" y="20132"/>
                  </a:lnTo>
                  <a:lnTo>
                    <a:pt x="3113" y="22058"/>
                  </a:lnTo>
                  <a:lnTo>
                    <a:pt x="0" y="22028"/>
                  </a:lnTo>
                  <a:lnTo>
                    <a:pt x="547" y="17191"/>
                  </a:lnTo>
                  <a:lnTo>
                    <a:pt x="67" y="16165"/>
                  </a:lnTo>
                  <a:lnTo>
                    <a:pt x="7777" y="8455"/>
                  </a:lnTo>
                  <a:lnTo>
                    <a:pt x="10216" y="8971"/>
                  </a:lnTo>
                  <a:lnTo>
                    <a:pt x="10869" y="7172"/>
                  </a:lnTo>
                  <a:lnTo>
                    <a:pt x="15229" y="8966"/>
                  </a:lnTo>
                  <a:lnTo>
                    <a:pt x="23276" y="2384"/>
                  </a:lnTo>
                  <a:lnTo>
                    <a:pt x="22607" y="2618"/>
                  </a:lnTo>
                  <a:lnTo>
                    <a:pt x="22720" y="936"/>
                  </a:lnTo>
                  <a:lnTo>
                    <a:pt x="2369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h314"/>
            <p:cNvSpPr/>
            <p:nvPr/>
          </p:nvSpPr>
          <p:spPr>
            <a:xfrm>
              <a:off x="3487530" y="3372575"/>
              <a:ext cx="38406" cy="20055"/>
            </a:xfrm>
            <a:custGeom>
              <a:avLst/>
              <a:pathLst>
                <a:path w="38406" h="20055">
                  <a:moveTo>
                    <a:pt x="18870" y="1660"/>
                  </a:moveTo>
                  <a:lnTo>
                    <a:pt x="23506" y="2295"/>
                  </a:lnTo>
                  <a:lnTo>
                    <a:pt x="23214" y="4269"/>
                  </a:lnTo>
                  <a:lnTo>
                    <a:pt x="24688" y="4843"/>
                  </a:lnTo>
                  <a:lnTo>
                    <a:pt x="26129" y="3069"/>
                  </a:lnTo>
                  <a:lnTo>
                    <a:pt x="32238" y="4712"/>
                  </a:lnTo>
                  <a:lnTo>
                    <a:pt x="36203" y="4771"/>
                  </a:lnTo>
                  <a:lnTo>
                    <a:pt x="35523" y="6724"/>
                  </a:lnTo>
                  <a:lnTo>
                    <a:pt x="35492" y="12480"/>
                  </a:lnTo>
                  <a:lnTo>
                    <a:pt x="36908" y="14663"/>
                  </a:lnTo>
                  <a:lnTo>
                    <a:pt x="37310" y="17691"/>
                  </a:lnTo>
                  <a:lnTo>
                    <a:pt x="38406" y="18285"/>
                  </a:lnTo>
                  <a:lnTo>
                    <a:pt x="37631" y="19598"/>
                  </a:lnTo>
                  <a:lnTo>
                    <a:pt x="35955" y="20055"/>
                  </a:lnTo>
                  <a:lnTo>
                    <a:pt x="31636" y="18576"/>
                  </a:lnTo>
                  <a:lnTo>
                    <a:pt x="29030" y="13435"/>
                  </a:lnTo>
                  <a:lnTo>
                    <a:pt x="26782" y="16162"/>
                  </a:lnTo>
                  <a:lnTo>
                    <a:pt x="23780" y="17225"/>
                  </a:lnTo>
                  <a:lnTo>
                    <a:pt x="17354" y="17756"/>
                  </a:lnTo>
                  <a:lnTo>
                    <a:pt x="6065" y="16194"/>
                  </a:lnTo>
                  <a:lnTo>
                    <a:pt x="2113" y="17175"/>
                  </a:lnTo>
                  <a:lnTo>
                    <a:pt x="0" y="14884"/>
                  </a:lnTo>
                  <a:lnTo>
                    <a:pt x="1667" y="12451"/>
                  </a:lnTo>
                  <a:lnTo>
                    <a:pt x="1523" y="9779"/>
                  </a:lnTo>
                  <a:lnTo>
                    <a:pt x="348" y="7623"/>
                  </a:lnTo>
                  <a:lnTo>
                    <a:pt x="82" y="3506"/>
                  </a:lnTo>
                  <a:lnTo>
                    <a:pt x="736" y="1428"/>
                  </a:lnTo>
                  <a:lnTo>
                    <a:pt x="5899" y="5021"/>
                  </a:lnTo>
                  <a:lnTo>
                    <a:pt x="8728" y="5783"/>
                  </a:lnTo>
                  <a:lnTo>
                    <a:pt x="14664" y="3725"/>
                  </a:lnTo>
                  <a:lnTo>
                    <a:pt x="15772" y="2750"/>
                  </a:lnTo>
                  <a:lnTo>
                    <a:pt x="1626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h315"/>
            <p:cNvSpPr/>
            <p:nvPr/>
          </p:nvSpPr>
          <p:spPr>
            <a:xfrm>
              <a:off x="3578107" y="3545630"/>
              <a:ext cx="11408" cy="16096"/>
            </a:xfrm>
            <a:custGeom>
              <a:avLst/>
              <a:pathLst>
                <a:path w="11408" h="16096">
                  <a:moveTo>
                    <a:pt x="7158" y="3516"/>
                  </a:moveTo>
                  <a:lnTo>
                    <a:pt x="9018" y="2895"/>
                  </a:lnTo>
                  <a:lnTo>
                    <a:pt x="10217" y="1452"/>
                  </a:lnTo>
                  <a:lnTo>
                    <a:pt x="11036" y="2509"/>
                  </a:lnTo>
                  <a:lnTo>
                    <a:pt x="11408" y="9666"/>
                  </a:lnTo>
                  <a:lnTo>
                    <a:pt x="9105" y="11155"/>
                  </a:lnTo>
                  <a:lnTo>
                    <a:pt x="7719" y="13299"/>
                  </a:lnTo>
                  <a:lnTo>
                    <a:pt x="7387" y="16096"/>
                  </a:lnTo>
                  <a:lnTo>
                    <a:pt x="5823" y="13112"/>
                  </a:lnTo>
                  <a:lnTo>
                    <a:pt x="396" y="12697"/>
                  </a:lnTo>
                  <a:lnTo>
                    <a:pt x="0" y="12103"/>
                  </a:lnTo>
                  <a:lnTo>
                    <a:pt x="183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h316"/>
            <p:cNvSpPr/>
            <p:nvPr/>
          </p:nvSpPr>
          <p:spPr>
            <a:xfrm>
              <a:off x="3575924" y="3373010"/>
              <a:ext cx="75173" cy="44147"/>
            </a:xfrm>
            <a:custGeom>
              <a:avLst/>
              <a:pathLst>
                <a:path w="75173" h="44147">
                  <a:moveTo>
                    <a:pt x="15983" y="1364"/>
                  </a:moveTo>
                  <a:lnTo>
                    <a:pt x="15273" y="2933"/>
                  </a:lnTo>
                  <a:lnTo>
                    <a:pt x="19076" y="4401"/>
                  </a:lnTo>
                  <a:lnTo>
                    <a:pt x="21276" y="4072"/>
                  </a:lnTo>
                  <a:lnTo>
                    <a:pt x="27370" y="5187"/>
                  </a:lnTo>
                  <a:lnTo>
                    <a:pt x="28917" y="8177"/>
                  </a:lnTo>
                  <a:lnTo>
                    <a:pt x="28634" y="10759"/>
                  </a:lnTo>
                  <a:lnTo>
                    <a:pt x="29988" y="12058"/>
                  </a:lnTo>
                  <a:lnTo>
                    <a:pt x="42203" y="12166"/>
                  </a:lnTo>
                  <a:lnTo>
                    <a:pt x="46088" y="10883"/>
                  </a:lnTo>
                  <a:lnTo>
                    <a:pt x="45149" y="17380"/>
                  </a:lnTo>
                  <a:lnTo>
                    <a:pt x="62146" y="27673"/>
                  </a:lnTo>
                  <a:lnTo>
                    <a:pt x="65773" y="27592"/>
                  </a:lnTo>
                  <a:lnTo>
                    <a:pt x="68670" y="29627"/>
                  </a:lnTo>
                  <a:lnTo>
                    <a:pt x="72441" y="28201"/>
                  </a:lnTo>
                  <a:lnTo>
                    <a:pt x="75173" y="32328"/>
                  </a:lnTo>
                  <a:lnTo>
                    <a:pt x="68645" y="35377"/>
                  </a:lnTo>
                  <a:lnTo>
                    <a:pt x="68074" y="37169"/>
                  </a:lnTo>
                  <a:lnTo>
                    <a:pt x="67360" y="39341"/>
                  </a:lnTo>
                  <a:lnTo>
                    <a:pt x="62693" y="38077"/>
                  </a:lnTo>
                  <a:lnTo>
                    <a:pt x="60785" y="35993"/>
                  </a:lnTo>
                  <a:lnTo>
                    <a:pt x="58163" y="36311"/>
                  </a:lnTo>
                  <a:lnTo>
                    <a:pt x="57187" y="39920"/>
                  </a:lnTo>
                  <a:lnTo>
                    <a:pt x="55666" y="41244"/>
                  </a:lnTo>
                  <a:lnTo>
                    <a:pt x="51228" y="43785"/>
                  </a:lnTo>
                  <a:lnTo>
                    <a:pt x="49048" y="44147"/>
                  </a:lnTo>
                  <a:lnTo>
                    <a:pt x="46226" y="42329"/>
                  </a:lnTo>
                  <a:lnTo>
                    <a:pt x="48418" y="39908"/>
                  </a:lnTo>
                  <a:lnTo>
                    <a:pt x="45397" y="37218"/>
                  </a:lnTo>
                  <a:lnTo>
                    <a:pt x="40946" y="37244"/>
                  </a:lnTo>
                  <a:lnTo>
                    <a:pt x="36360" y="35931"/>
                  </a:lnTo>
                  <a:lnTo>
                    <a:pt x="28730" y="38798"/>
                  </a:lnTo>
                  <a:lnTo>
                    <a:pt x="27744" y="32103"/>
                  </a:lnTo>
                  <a:lnTo>
                    <a:pt x="18113" y="33652"/>
                  </a:lnTo>
                  <a:lnTo>
                    <a:pt x="15062" y="24952"/>
                  </a:lnTo>
                  <a:lnTo>
                    <a:pt x="13248" y="23376"/>
                  </a:lnTo>
                  <a:lnTo>
                    <a:pt x="14705" y="21480"/>
                  </a:lnTo>
                  <a:lnTo>
                    <a:pt x="8443" y="19646"/>
                  </a:lnTo>
                  <a:lnTo>
                    <a:pt x="3592" y="17544"/>
                  </a:lnTo>
                  <a:lnTo>
                    <a:pt x="0" y="14528"/>
                  </a:lnTo>
                  <a:lnTo>
                    <a:pt x="8798" y="9823"/>
                  </a:lnTo>
                  <a:lnTo>
                    <a:pt x="9882" y="6910"/>
                  </a:lnTo>
                  <a:lnTo>
                    <a:pt x="9272" y="4236"/>
                  </a:lnTo>
                  <a:lnTo>
                    <a:pt x="10861" y="140"/>
                  </a:lnTo>
                  <a:lnTo>
                    <a:pt x="1197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h317"/>
            <p:cNvSpPr/>
            <p:nvPr/>
          </p:nvSpPr>
          <p:spPr>
            <a:xfrm>
              <a:off x="3466519" y="3293680"/>
              <a:ext cx="25645" cy="31443"/>
            </a:xfrm>
            <a:custGeom>
              <a:avLst/>
              <a:pathLst>
                <a:path w="25645" h="31443">
                  <a:moveTo>
                    <a:pt x="10090" y="635"/>
                  </a:moveTo>
                  <a:lnTo>
                    <a:pt x="10976" y="1204"/>
                  </a:lnTo>
                  <a:lnTo>
                    <a:pt x="12442" y="5146"/>
                  </a:lnTo>
                  <a:lnTo>
                    <a:pt x="14179" y="4221"/>
                  </a:lnTo>
                  <a:lnTo>
                    <a:pt x="14392" y="3299"/>
                  </a:lnTo>
                  <a:lnTo>
                    <a:pt x="16559" y="9661"/>
                  </a:lnTo>
                  <a:lnTo>
                    <a:pt x="15531" y="12911"/>
                  </a:lnTo>
                  <a:lnTo>
                    <a:pt x="18430" y="12466"/>
                  </a:lnTo>
                  <a:lnTo>
                    <a:pt x="20429" y="13073"/>
                  </a:lnTo>
                  <a:lnTo>
                    <a:pt x="23429" y="15449"/>
                  </a:lnTo>
                  <a:lnTo>
                    <a:pt x="23345" y="18766"/>
                  </a:lnTo>
                  <a:lnTo>
                    <a:pt x="25645" y="20859"/>
                  </a:lnTo>
                  <a:lnTo>
                    <a:pt x="25259" y="24259"/>
                  </a:lnTo>
                  <a:lnTo>
                    <a:pt x="21687" y="29086"/>
                  </a:lnTo>
                  <a:lnTo>
                    <a:pt x="18572" y="29608"/>
                  </a:lnTo>
                  <a:lnTo>
                    <a:pt x="17025" y="29244"/>
                  </a:lnTo>
                  <a:lnTo>
                    <a:pt x="16362" y="31443"/>
                  </a:lnTo>
                  <a:lnTo>
                    <a:pt x="13550" y="30890"/>
                  </a:lnTo>
                  <a:lnTo>
                    <a:pt x="12673" y="30517"/>
                  </a:lnTo>
                  <a:lnTo>
                    <a:pt x="10400" y="25459"/>
                  </a:lnTo>
                  <a:lnTo>
                    <a:pt x="5158" y="25788"/>
                  </a:lnTo>
                  <a:lnTo>
                    <a:pt x="3112" y="19512"/>
                  </a:lnTo>
                  <a:lnTo>
                    <a:pt x="3209" y="18585"/>
                  </a:lnTo>
                  <a:lnTo>
                    <a:pt x="3541" y="11495"/>
                  </a:lnTo>
                  <a:lnTo>
                    <a:pt x="0" y="9212"/>
                  </a:lnTo>
                  <a:lnTo>
                    <a:pt x="3246" y="1288"/>
                  </a:lnTo>
                  <a:lnTo>
                    <a:pt x="4250" y="1813"/>
                  </a:lnTo>
                  <a:lnTo>
                    <a:pt x="737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h318"/>
            <p:cNvSpPr/>
            <p:nvPr/>
          </p:nvSpPr>
          <p:spPr>
            <a:xfrm>
              <a:off x="3576861" y="3643871"/>
              <a:ext cx="14378" cy="14712"/>
            </a:xfrm>
            <a:custGeom>
              <a:avLst/>
              <a:pathLst>
                <a:path w="14378" h="14712">
                  <a:moveTo>
                    <a:pt x="10821" y="0"/>
                  </a:moveTo>
                  <a:lnTo>
                    <a:pt x="13325" y="4010"/>
                  </a:lnTo>
                  <a:lnTo>
                    <a:pt x="14378" y="9585"/>
                  </a:lnTo>
                  <a:lnTo>
                    <a:pt x="12576" y="9528"/>
                  </a:lnTo>
                  <a:lnTo>
                    <a:pt x="6034" y="14712"/>
                  </a:lnTo>
                  <a:lnTo>
                    <a:pt x="2717" y="14595"/>
                  </a:lnTo>
                  <a:lnTo>
                    <a:pt x="0" y="11912"/>
                  </a:lnTo>
                  <a:lnTo>
                    <a:pt x="265" y="4260"/>
                  </a:lnTo>
                  <a:lnTo>
                    <a:pt x="1966" y="4258"/>
                  </a:lnTo>
                  <a:lnTo>
                    <a:pt x="5000" y="3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h319"/>
            <p:cNvSpPr/>
            <p:nvPr/>
          </p:nvSpPr>
          <p:spPr>
            <a:xfrm>
              <a:off x="3513267" y="3557131"/>
              <a:ext cx="36492" cy="36599"/>
            </a:xfrm>
            <a:custGeom>
              <a:avLst/>
              <a:pathLst>
                <a:path w="36492" h="36599">
                  <a:moveTo>
                    <a:pt x="25734" y="307"/>
                  </a:moveTo>
                  <a:lnTo>
                    <a:pt x="26736" y="1679"/>
                  </a:lnTo>
                  <a:lnTo>
                    <a:pt x="29468" y="5781"/>
                  </a:lnTo>
                  <a:lnTo>
                    <a:pt x="36492" y="7396"/>
                  </a:lnTo>
                  <a:lnTo>
                    <a:pt x="35199" y="14457"/>
                  </a:lnTo>
                  <a:lnTo>
                    <a:pt x="32826" y="18229"/>
                  </a:lnTo>
                  <a:lnTo>
                    <a:pt x="34481" y="25160"/>
                  </a:lnTo>
                  <a:lnTo>
                    <a:pt x="32191" y="26175"/>
                  </a:lnTo>
                  <a:lnTo>
                    <a:pt x="33376" y="28424"/>
                  </a:lnTo>
                  <a:lnTo>
                    <a:pt x="31963" y="29025"/>
                  </a:lnTo>
                  <a:lnTo>
                    <a:pt x="29841" y="27416"/>
                  </a:lnTo>
                  <a:lnTo>
                    <a:pt x="25175" y="26172"/>
                  </a:lnTo>
                  <a:lnTo>
                    <a:pt x="25544" y="23696"/>
                  </a:lnTo>
                  <a:lnTo>
                    <a:pt x="27299" y="23416"/>
                  </a:lnTo>
                  <a:lnTo>
                    <a:pt x="27414" y="21482"/>
                  </a:lnTo>
                  <a:lnTo>
                    <a:pt x="21182" y="21314"/>
                  </a:lnTo>
                  <a:lnTo>
                    <a:pt x="19748" y="19412"/>
                  </a:lnTo>
                  <a:lnTo>
                    <a:pt x="17392" y="20650"/>
                  </a:lnTo>
                  <a:lnTo>
                    <a:pt x="15883" y="23846"/>
                  </a:lnTo>
                  <a:lnTo>
                    <a:pt x="17553" y="24848"/>
                  </a:lnTo>
                  <a:lnTo>
                    <a:pt x="18083" y="30291"/>
                  </a:lnTo>
                  <a:lnTo>
                    <a:pt x="14412" y="36446"/>
                  </a:lnTo>
                  <a:lnTo>
                    <a:pt x="12115" y="35460"/>
                  </a:lnTo>
                  <a:lnTo>
                    <a:pt x="11338" y="36599"/>
                  </a:lnTo>
                  <a:lnTo>
                    <a:pt x="10118" y="35402"/>
                  </a:lnTo>
                  <a:lnTo>
                    <a:pt x="12814" y="30548"/>
                  </a:lnTo>
                  <a:lnTo>
                    <a:pt x="6775" y="26566"/>
                  </a:lnTo>
                  <a:lnTo>
                    <a:pt x="1199" y="25609"/>
                  </a:lnTo>
                  <a:lnTo>
                    <a:pt x="0" y="24668"/>
                  </a:lnTo>
                  <a:lnTo>
                    <a:pt x="687" y="23333"/>
                  </a:lnTo>
                  <a:lnTo>
                    <a:pt x="1195" y="22366"/>
                  </a:lnTo>
                  <a:lnTo>
                    <a:pt x="2988" y="22403"/>
                  </a:lnTo>
                  <a:lnTo>
                    <a:pt x="4380" y="23318"/>
                  </a:lnTo>
                  <a:lnTo>
                    <a:pt x="8887" y="21225"/>
                  </a:lnTo>
                  <a:lnTo>
                    <a:pt x="9551" y="17481"/>
                  </a:lnTo>
                  <a:lnTo>
                    <a:pt x="10476" y="17447"/>
                  </a:lnTo>
                  <a:lnTo>
                    <a:pt x="13208" y="11406"/>
                  </a:lnTo>
                  <a:lnTo>
                    <a:pt x="11136" y="11558"/>
                  </a:lnTo>
                  <a:lnTo>
                    <a:pt x="10670" y="10687"/>
                  </a:lnTo>
                  <a:lnTo>
                    <a:pt x="11308" y="8696"/>
                  </a:lnTo>
                  <a:lnTo>
                    <a:pt x="13728" y="4706"/>
                  </a:lnTo>
                  <a:lnTo>
                    <a:pt x="18952" y="4419"/>
                  </a:lnTo>
                  <a:lnTo>
                    <a:pt x="20505" y="1555"/>
                  </a:lnTo>
                  <a:lnTo>
                    <a:pt x="1973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h320"/>
            <p:cNvSpPr/>
            <p:nvPr/>
          </p:nvSpPr>
          <p:spPr>
            <a:xfrm>
              <a:off x="3451690" y="3343463"/>
              <a:ext cx="35144" cy="29846"/>
            </a:xfrm>
            <a:custGeom>
              <a:avLst/>
              <a:pathLst>
                <a:path w="35144" h="29846">
                  <a:moveTo>
                    <a:pt x="11370" y="1257"/>
                  </a:moveTo>
                  <a:lnTo>
                    <a:pt x="14302" y="3830"/>
                  </a:lnTo>
                  <a:lnTo>
                    <a:pt x="15624" y="2009"/>
                  </a:lnTo>
                  <a:lnTo>
                    <a:pt x="16236" y="1314"/>
                  </a:lnTo>
                  <a:lnTo>
                    <a:pt x="18696" y="2487"/>
                  </a:lnTo>
                  <a:lnTo>
                    <a:pt x="13048" y="7706"/>
                  </a:lnTo>
                  <a:lnTo>
                    <a:pt x="12525" y="10346"/>
                  </a:lnTo>
                  <a:lnTo>
                    <a:pt x="19299" y="12112"/>
                  </a:lnTo>
                  <a:lnTo>
                    <a:pt x="17564" y="10119"/>
                  </a:lnTo>
                  <a:lnTo>
                    <a:pt x="19369" y="5090"/>
                  </a:lnTo>
                  <a:lnTo>
                    <a:pt x="20298" y="4471"/>
                  </a:lnTo>
                  <a:lnTo>
                    <a:pt x="20327" y="10396"/>
                  </a:lnTo>
                  <a:lnTo>
                    <a:pt x="21265" y="11745"/>
                  </a:lnTo>
                  <a:lnTo>
                    <a:pt x="24311" y="13019"/>
                  </a:lnTo>
                  <a:lnTo>
                    <a:pt x="27027" y="11965"/>
                  </a:lnTo>
                  <a:lnTo>
                    <a:pt x="29383" y="13212"/>
                  </a:lnTo>
                  <a:lnTo>
                    <a:pt x="30721" y="15147"/>
                  </a:lnTo>
                  <a:lnTo>
                    <a:pt x="33713" y="15930"/>
                  </a:lnTo>
                  <a:lnTo>
                    <a:pt x="34959" y="14811"/>
                  </a:lnTo>
                  <a:lnTo>
                    <a:pt x="35144" y="16974"/>
                  </a:lnTo>
                  <a:lnTo>
                    <a:pt x="32849" y="17887"/>
                  </a:lnTo>
                  <a:lnTo>
                    <a:pt x="31716" y="20301"/>
                  </a:lnTo>
                  <a:lnTo>
                    <a:pt x="33061" y="21961"/>
                  </a:lnTo>
                  <a:lnTo>
                    <a:pt x="31603" y="26096"/>
                  </a:lnTo>
                  <a:lnTo>
                    <a:pt x="25543" y="29743"/>
                  </a:lnTo>
                  <a:lnTo>
                    <a:pt x="20606" y="29846"/>
                  </a:lnTo>
                  <a:lnTo>
                    <a:pt x="19449" y="27110"/>
                  </a:lnTo>
                  <a:lnTo>
                    <a:pt x="19763" y="25258"/>
                  </a:lnTo>
                  <a:lnTo>
                    <a:pt x="17788" y="24060"/>
                  </a:lnTo>
                  <a:lnTo>
                    <a:pt x="11359" y="22181"/>
                  </a:lnTo>
                  <a:lnTo>
                    <a:pt x="8567" y="22456"/>
                  </a:lnTo>
                  <a:lnTo>
                    <a:pt x="5118" y="21084"/>
                  </a:lnTo>
                  <a:lnTo>
                    <a:pt x="671" y="12484"/>
                  </a:lnTo>
                  <a:lnTo>
                    <a:pt x="0" y="11315"/>
                  </a:lnTo>
                  <a:lnTo>
                    <a:pt x="2657" y="8074"/>
                  </a:lnTo>
                  <a:lnTo>
                    <a:pt x="5628" y="6564"/>
                  </a:lnTo>
                  <a:lnTo>
                    <a:pt x="6601" y="3311"/>
                  </a:lnTo>
                  <a:lnTo>
                    <a:pt x="4677" y="651"/>
                  </a:lnTo>
                  <a:lnTo>
                    <a:pt x="544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h321"/>
            <p:cNvSpPr/>
            <p:nvPr/>
          </p:nvSpPr>
          <p:spPr>
            <a:xfrm>
              <a:off x="3486649" y="3347209"/>
              <a:ext cx="21395" cy="18570"/>
            </a:xfrm>
            <a:custGeom>
              <a:avLst/>
              <a:pathLst>
                <a:path w="21395" h="18570">
                  <a:moveTo>
                    <a:pt x="21395" y="2372"/>
                  </a:moveTo>
                  <a:lnTo>
                    <a:pt x="14177" y="12441"/>
                  </a:lnTo>
                  <a:lnTo>
                    <a:pt x="13940" y="14410"/>
                  </a:lnTo>
                  <a:lnTo>
                    <a:pt x="12279" y="13686"/>
                  </a:lnTo>
                  <a:lnTo>
                    <a:pt x="10894" y="14442"/>
                  </a:lnTo>
                  <a:lnTo>
                    <a:pt x="10174" y="18082"/>
                  </a:lnTo>
                  <a:lnTo>
                    <a:pt x="8002" y="18570"/>
                  </a:lnTo>
                  <a:lnTo>
                    <a:pt x="5357" y="15591"/>
                  </a:lnTo>
                  <a:lnTo>
                    <a:pt x="4706" y="17307"/>
                  </a:lnTo>
                  <a:lnTo>
                    <a:pt x="3944" y="17206"/>
                  </a:lnTo>
                  <a:lnTo>
                    <a:pt x="185" y="13228"/>
                  </a:lnTo>
                  <a:lnTo>
                    <a:pt x="0" y="11065"/>
                  </a:lnTo>
                  <a:lnTo>
                    <a:pt x="1142" y="10004"/>
                  </a:lnTo>
                  <a:lnTo>
                    <a:pt x="48" y="7114"/>
                  </a:lnTo>
                  <a:lnTo>
                    <a:pt x="4092" y="6567"/>
                  </a:lnTo>
                  <a:lnTo>
                    <a:pt x="6641" y="1885"/>
                  </a:lnTo>
                  <a:lnTo>
                    <a:pt x="6695" y="0"/>
                  </a:lnTo>
                  <a:lnTo>
                    <a:pt x="8490" y="695"/>
                  </a:lnTo>
                  <a:lnTo>
                    <a:pt x="14478" y="62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h322"/>
            <p:cNvSpPr/>
            <p:nvPr/>
          </p:nvSpPr>
          <p:spPr>
            <a:xfrm>
              <a:off x="3408715" y="3510302"/>
              <a:ext cx="86765" cy="61769"/>
            </a:xfrm>
            <a:custGeom>
              <a:avLst/>
              <a:pathLst>
                <a:path w="86765" h="61769">
                  <a:moveTo>
                    <a:pt x="19232" y="3390"/>
                  </a:moveTo>
                  <a:lnTo>
                    <a:pt x="26080" y="6155"/>
                  </a:lnTo>
                  <a:lnTo>
                    <a:pt x="32150" y="6939"/>
                  </a:lnTo>
                  <a:lnTo>
                    <a:pt x="33316" y="4940"/>
                  </a:lnTo>
                  <a:lnTo>
                    <a:pt x="35064" y="3758"/>
                  </a:lnTo>
                  <a:lnTo>
                    <a:pt x="38417" y="4134"/>
                  </a:lnTo>
                  <a:lnTo>
                    <a:pt x="41163" y="3441"/>
                  </a:lnTo>
                  <a:lnTo>
                    <a:pt x="46568" y="0"/>
                  </a:lnTo>
                  <a:lnTo>
                    <a:pt x="48092" y="2315"/>
                  </a:lnTo>
                  <a:lnTo>
                    <a:pt x="52709" y="7936"/>
                  </a:lnTo>
                  <a:lnTo>
                    <a:pt x="54453" y="11527"/>
                  </a:lnTo>
                  <a:lnTo>
                    <a:pt x="52002" y="15800"/>
                  </a:lnTo>
                  <a:lnTo>
                    <a:pt x="57570" y="15023"/>
                  </a:lnTo>
                  <a:lnTo>
                    <a:pt x="58178" y="18467"/>
                  </a:lnTo>
                  <a:lnTo>
                    <a:pt x="60051" y="19599"/>
                  </a:lnTo>
                  <a:lnTo>
                    <a:pt x="62836" y="18710"/>
                  </a:lnTo>
                  <a:lnTo>
                    <a:pt x="66373" y="19343"/>
                  </a:lnTo>
                  <a:lnTo>
                    <a:pt x="67888" y="23210"/>
                  </a:lnTo>
                  <a:lnTo>
                    <a:pt x="70827" y="25504"/>
                  </a:lnTo>
                  <a:lnTo>
                    <a:pt x="78883" y="21860"/>
                  </a:lnTo>
                  <a:lnTo>
                    <a:pt x="79442" y="24281"/>
                  </a:lnTo>
                  <a:lnTo>
                    <a:pt x="81763" y="25176"/>
                  </a:lnTo>
                  <a:lnTo>
                    <a:pt x="86765" y="30063"/>
                  </a:lnTo>
                  <a:lnTo>
                    <a:pt x="75593" y="29984"/>
                  </a:lnTo>
                  <a:lnTo>
                    <a:pt x="76008" y="33711"/>
                  </a:lnTo>
                  <a:lnTo>
                    <a:pt x="75491" y="35731"/>
                  </a:lnTo>
                  <a:lnTo>
                    <a:pt x="71328" y="36800"/>
                  </a:lnTo>
                  <a:lnTo>
                    <a:pt x="71550" y="47144"/>
                  </a:lnTo>
                  <a:lnTo>
                    <a:pt x="66520" y="50656"/>
                  </a:lnTo>
                  <a:lnTo>
                    <a:pt x="59145" y="47440"/>
                  </a:lnTo>
                  <a:lnTo>
                    <a:pt x="53732" y="51499"/>
                  </a:lnTo>
                  <a:lnTo>
                    <a:pt x="55370" y="54595"/>
                  </a:lnTo>
                  <a:lnTo>
                    <a:pt x="60203" y="55847"/>
                  </a:lnTo>
                  <a:lnTo>
                    <a:pt x="52531" y="61769"/>
                  </a:lnTo>
                  <a:lnTo>
                    <a:pt x="24383" y="39405"/>
                  </a:lnTo>
                  <a:lnTo>
                    <a:pt x="0" y="21922"/>
                  </a:lnTo>
                  <a:lnTo>
                    <a:pt x="6736" y="19008"/>
                  </a:lnTo>
                  <a:lnTo>
                    <a:pt x="11907" y="7277"/>
                  </a:lnTo>
                  <a:lnTo>
                    <a:pt x="17699" y="149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h323"/>
            <p:cNvSpPr/>
            <p:nvPr/>
          </p:nvSpPr>
          <p:spPr>
            <a:xfrm>
              <a:off x="3516711" y="3404730"/>
              <a:ext cx="30295" cy="24834"/>
            </a:xfrm>
            <a:custGeom>
              <a:avLst/>
              <a:pathLst>
                <a:path w="30295" h="24834">
                  <a:moveTo>
                    <a:pt x="11401" y="663"/>
                  </a:moveTo>
                  <a:lnTo>
                    <a:pt x="13761" y="1088"/>
                  </a:lnTo>
                  <a:lnTo>
                    <a:pt x="17126" y="93"/>
                  </a:lnTo>
                  <a:lnTo>
                    <a:pt x="16972" y="1749"/>
                  </a:lnTo>
                  <a:lnTo>
                    <a:pt x="21557" y="2328"/>
                  </a:lnTo>
                  <a:lnTo>
                    <a:pt x="23280" y="1058"/>
                  </a:lnTo>
                  <a:lnTo>
                    <a:pt x="22974" y="0"/>
                  </a:lnTo>
                  <a:lnTo>
                    <a:pt x="29848" y="6070"/>
                  </a:lnTo>
                  <a:lnTo>
                    <a:pt x="30295" y="8265"/>
                  </a:lnTo>
                  <a:lnTo>
                    <a:pt x="22152" y="6595"/>
                  </a:lnTo>
                  <a:lnTo>
                    <a:pt x="20324" y="12001"/>
                  </a:lnTo>
                  <a:lnTo>
                    <a:pt x="21163" y="17054"/>
                  </a:lnTo>
                  <a:lnTo>
                    <a:pt x="20217" y="21350"/>
                  </a:lnTo>
                  <a:lnTo>
                    <a:pt x="17763" y="20659"/>
                  </a:lnTo>
                  <a:lnTo>
                    <a:pt x="16020" y="20106"/>
                  </a:lnTo>
                  <a:lnTo>
                    <a:pt x="10544" y="24834"/>
                  </a:lnTo>
                  <a:lnTo>
                    <a:pt x="5186" y="21038"/>
                  </a:lnTo>
                  <a:lnTo>
                    <a:pt x="4725" y="15056"/>
                  </a:lnTo>
                  <a:lnTo>
                    <a:pt x="0" y="8801"/>
                  </a:lnTo>
                  <a:lnTo>
                    <a:pt x="2192" y="7409"/>
                  </a:lnTo>
                  <a:lnTo>
                    <a:pt x="1283" y="493"/>
                  </a:lnTo>
                  <a:lnTo>
                    <a:pt x="8699" y="354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h324"/>
            <p:cNvSpPr/>
            <p:nvPr/>
          </p:nvSpPr>
          <p:spPr>
            <a:xfrm>
              <a:off x="3397732" y="3322006"/>
              <a:ext cx="33200" cy="43993"/>
            </a:xfrm>
            <a:custGeom>
              <a:avLst/>
              <a:pathLst>
                <a:path w="33200" h="43993">
                  <a:moveTo>
                    <a:pt x="12235" y="1692"/>
                  </a:moveTo>
                  <a:lnTo>
                    <a:pt x="12658" y="2943"/>
                  </a:lnTo>
                  <a:lnTo>
                    <a:pt x="15400" y="3518"/>
                  </a:lnTo>
                  <a:lnTo>
                    <a:pt x="16478" y="7395"/>
                  </a:lnTo>
                  <a:lnTo>
                    <a:pt x="27559" y="6360"/>
                  </a:lnTo>
                  <a:lnTo>
                    <a:pt x="28396" y="7285"/>
                  </a:lnTo>
                  <a:lnTo>
                    <a:pt x="28411" y="9691"/>
                  </a:lnTo>
                  <a:lnTo>
                    <a:pt x="31084" y="10066"/>
                  </a:lnTo>
                  <a:lnTo>
                    <a:pt x="32934" y="9414"/>
                  </a:lnTo>
                  <a:lnTo>
                    <a:pt x="33200" y="11531"/>
                  </a:lnTo>
                  <a:lnTo>
                    <a:pt x="31184" y="12733"/>
                  </a:lnTo>
                  <a:lnTo>
                    <a:pt x="28219" y="12777"/>
                  </a:lnTo>
                  <a:lnTo>
                    <a:pt x="26490" y="13692"/>
                  </a:lnTo>
                  <a:lnTo>
                    <a:pt x="27904" y="18504"/>
                  </a:lnTo>
                  <a:lnTo>
                    <a:pt x="27307" y="23783"/>
                  </a:lnTo>
                  <a:lnTo>
                    <a:pt x="24769" y="29609"/>
                  </a:lnTo>
                  <a:lnTo>
                    <a:pt x="17660" y="32453"/>
                  </a:lnTo>
                  <a:lnTo>
                    <a:pt x="18943" y="39508"/>
                  </a:lnTo>
                  <a:lnTo>
                    <a:pt x="17434" y="43993"/>
                  </a:lnTo>
                  <a:lnTo>
                    <a:pt x="14695" y="43461"/>
                  </a:lnTo>
                  <a:lnTo>
                    <a:pt x="12134" y="37865"/>
                  </a:lnTo>
                  <a:lnTo>
                    <a:pt x="645" y="27315"/>
                  </a:lnTo>
                  <a:lnTo>
                    <a:pt x="2156" y="23883"/>
                  </a:lnTo>
                  <a:lnTo>
                    <a:pt x="4294" y="21680"/>
                  </a:lnTo>
                  <a:lnTo>
                    <a:pt x="3907" y="13805"/>
                  </a:lnTo>
                  <a:lnTo>
                    <a:pt x="0" y="7302"/>
                  </a:lnTo>
                  <a:lnTo>
                    <a:pt x="695" y="5043"/>
                  </a:lnTo>
                  <a:lnTo>
                    <a:pt x="5484" y="5357"/>
                  </a:lnTo>
                  <a:lnTo>
                    <a:pt x="8224" y="4981"/>
                  </a:lnTo>
                  <a:lnTo>
                    <a:pt x="8413" y="4087"/>
                  </a:lnTo>
                  <a:lnTo>
                    <a:pt x="9044" y="4113"/>
                  </a:lnTo>
                  <a:lnTo>
                    <a:pt x="943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h325"/>
            <p:cNvSpPr/>
            <p:nvPr/>
          </p:nvSpPr>
          <p:spPr>
            <a:xfrm>
              <a:off x="3579305" y="3591466"/>
              <a:ext cx="14400" cy="30109"/>
            </a:xfrm>
            <a:custGeom>
              <a:avLst/>
              <a:pathLst>
                <a:path w="14400" h="30109">
                  <a:moveTo>
                    <a:pt x="14400" y="8643"/>
                  </a:moveTo>
                  <a:lnTo>
                    <a:pt x="14151" y="14813"/>
                  </a:lnTo>
                  <a:lnTo>
                    <a:pt x="10380" y="19512"/>
                  </a:lnTo>
                  <a:lnTo>
                    <a:pt x="12538" y="24513"/>
                  </a:lnTo>
                  <a:lnTo>
                    <a:pt x="10493" y="27838"/>
                  </a:lnTo>
                  <a:lnTo>
                    <a:pt x="6522" y="30109"/>
                  </a:lnTo>
                  <a:lnTo>
                    <a:pt x="5383" y="27671"/>
                  </a:lnTo>
                  <a:lnTo>
                    <a:pt x="5330" y="23088"/>
                  </a:lnTo>
                  <a:lnTo>
                    <a:pt x="421" y="22783"/>
                  </a:lnTo>
                  <a:lnTo>
                    <a:pt x="0" y="21115"/>
                  </a:lnTo>
                  <a:lnTo>
                    <a:pt x="2123" y="9839"/>
                  </a:lnTo>
                  <a:lnTo>
                    <a:pt x="4874" y="6057"/>
                  </a:lnTo>
                  <a:lnTo>
                    <a:pt x="672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h326"/>
            <p:cNvSpPr/>
            <p:nvPr/>
          </p:nvSpPr>
          <p:spPr>
            <a:xfrm>
              <a:off x="3559929" y="3232456"/>
              <a:ext cx="49641" cy="43105"/>
            </a:xfrm>
            <a:custGeom>
              <a:avLst/>
              <a:pathLst>
                <a:path w="49641" h="43105">
                  <a:moveTo>
                    <a:pt x="29604" y="1151"/>
                  </a:moveTo>
                  <a:lnTo>
                    <a:pt x="29772" y="1970"/>
                  </a:lnTo>
                  <a:lnTo>
                    <a:pt x="27782" y="4902"/>
                  </a:lnTo>
                  <a:lnTo>
                    <a:pt x="27836" y="6123"/>
                  </a:lnTo>
                  <a:lnTo>
                    <a:pt x="28993" y="7008"/>
                  </a:lnTo>
                  <a:lnTo>
                    <a:pt x="31480" y="5843"/>
                  </a:lnTo>
                  <a:lnTo>
                    <a:pt x="31895" y="4289"/>
                  </a:lnTo>
                  <a:lnTo>
                    <a:pt x="34399" y="2314"/>
                  </a:lnTo>
                  <a:lnTo>
                    <a:pt x="41212" y="3568"/>
                  </a:lnTo>
                  <a:lnTo>
                    <a:pt x="45467" y="942"/>
                  </a:lnTo>
                  <a:lnTo>
                    <a:pt x="49641" y="12913"/>
                  </a:lnTo>
                  <a:lnTo>
                    <a:pt x="45756" y="14433"/>
                  </a:lnTo>
                  <a:lnTo>
                    <a:pt x="44445" y="12618"/>
                  </a:lnTo>
                  <a:lnTo>
                    <a:pt x="41903" y="11078"/>
                  </a:lnTo>
                  <a:lnTo>
                    <a:pt x="35411" y="9757"/>
                  </a:lnTo>
                  <a:lnTo>
                    <a:pt x="33065" y="10399"/>
                  </a:lnTo>
                  <a:lnTo>
                    <a:pt x="31598" y="15063"/>
                  </a:lnTo>
                  <a:lnTo>
                    <a:pt x="32333" y="19480"/>
                  </a:lnTo>
                  <a:lnTo>
                    <a:pt x="29678" y="23900"/>
                  </a:lnTo>
                  <a:lnTo>
                    <a:pt x="29967" y="28034"/>
                  </a:lnTo>
                  <a:lnTo>
                    <a:pt x="31730" y="32058"/>
                  </a:lnTo>
                  <a:lnTo>
                    <a:pt x="27485" y="37055"/>
                  </a:lnTo>
                  <a:lnTo>
                    <a:pt x="22795" y="33159"/>
                  </a:lnTo>
                  <a:lnTo>
                    <a:pt x="21068" y="34944"/>
                  </a:lnTo>
                  <a:lnTo>
                    <a:pt x="22642" y="40527"/>
                  </a:lnTo>
                  <a:lnTo>
                    <a:pt x="19936" y="43105"/>
                  </a:lnTo>
                  <a:lnTo>
                    <a:pt x="14526" y="40828"/>
                  </a:lnTo>
                  <a:lnTo>
                    <a:pt x="14522" y="36786"/>
                  </a:lnTo>
                  <a:lnTo>
                    <a:pt x="15762" y="34693"/>
                  </a:lnTo>
                  <a:lnTo>
                    <a:pt x="14493" y="31306"/>
                  </a:lnTo>
                  <a:lnTo>
                    <a:pt x="9712" y="28648"/>
                  </a:lnTo>
                  <a:lnTo>
                    <a:pt x="9345" y="24472"/>
                  </a:lnTo>
                  <a:lnTo>
                    <a:pt x="7046" y="24534"/>
                  </a:lnTo>
                  <a:lnTo>
                    <a:pt x="6076" y="27528"/>
                  </a:lnTo>
                  <a:lnTo>
                    <a:pt x="5405" y="27697"/>
                  </a:lnTo>
                  <a:lnTo>
                    <a:pt x="659" y="26242"/>
                  </a:lnTo>
                  <a:lnTo>
                    <a:pt x="0" y="22217"/>
                  </a:lnTo>
                  <a:lnTo>
                    <a:pt x="4585" y="23539"/>
                  </a:lnTo>
                  <a:lnTo>
                    <a:pt x="4344" y="21738"/>
                  </a:lnTo>
                  <a:lnTo>
                    <a:pt x="7062" y="21234"/>
                  </a:lnTo>
                  <a:lnTo>
                    <a:pt x="7240" y="18727"/>
                  </a:lnTo>
                  <a:lnTo>
                    <a:pt x="4536" y="15119"/>
                  </a:lnTo>
                  <a:lnTo>
                    <a:pt x="5423" y="15702"/>
                  </a:lnTo>
                  <a:lnTo>
                    <a:pt x="7985" y="17347"/>
                  </a:lnTo>
                  <a:lnTo>
                    <a:pt x="9710" y="14991"/>
                  </a:lnTo>
                  <a:lnTo>
                    <a:pt x="9806" y="9983"/>
                  </a:lnTo>
                  <a:lnTo>
                    <a:pt x="15998" y="7549"/>
                  </a:lnTo>
                  <a:lnTo>
                    <a:pt x="2309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h327"/>
            <p:cNvSpPr/>
            <p:nvPr/>
          </p:nvSpPr>
          <p:spPr>
            <a:xfrm>
              <a:off x="3464216" y="3339295"/>
              <a:ext cx="29128" cy="20098"/>
            </a:xfrm>
            <a:custGeom>
              <a:avLst/>
              <a:pathLst>
                <a:path w="29128" h="20098">
                  <a:moveTo>
                    <a:pt x="5537" y="569"/>
                  </a:moveTo>
                  <a:lnTo>
                    <a:pt x="6111" y="2786"/>
                  </a:lnTo>
                  <a:lnTo>
                    <a:pt x="9831" y="3943"/>
                  </a:lnTo>
                  <a:lnTo>
                    <a:pt x="18721" y="1854"/>
                  </a:lnTo>
                  <a:lnTo>
                    <a:pt x="20365" y="4860"/>
                  </a:lnTo>
                  <a:lnTo>
                    <a:pt x="26975" y="5071"/>
                  </a:lnTo>
                  <a:lnTo>
                    <a:pt x="29128" y="7914"/>
                  </a:lnTo>
                  <a:lnTo>
                    <a:pt x="29075" y="9800"/>
                  </a:lnTo>
                  <a:lnTo>
                    <a:pt x="26526" y="14482"/>
                  </a:lnTo>
                  <a:lnTo>
                    <a:pt x="22482" y="15028"/>
                  </a:lnTo>
                  <a:lnTo>
                    <a:pt x="23576" y="17919"/>
                  </a:lnTo>
                  <a:lnTo>
                    <a:pt x="22433" y="18980"/>
                  </a:lnTo>
                  <a:lnTo>
                    <a:pt x="21188" y="20098"/>
                  </a:lnTo>
                  <a:lnTo>
                    <a:pt x="18196" y="19316"/>
                  </a:lnTo>
                  <a:lnTo>
                    <a:pt x="16858" y="17380"/>
                  </a:lnTo>
                  <a:lnTo>
                    <a:pt x="14502" y="16134"/>
                  </a:lnTo>
                  <a:lnTo>
                    <a:pt x="11785" y="17188"/>
                  </a:lnTo>
                  <a:lnTo>
                    <a:pt x="8739" y="15914"/>
                  </a:lnTo>
                  <a:lnTo>
                    <a:pt x="7801" y="14565"/>
                  </a:lnTo>
                  <a:lnTo>
                    <a:pt x="7772" y="8640"/>
                  </a:lnTo>
                  <a:lnTo>
                    <a:pt x="6843" y="9259"/>
                  </a:lnTo>
                  <a:lnTo>
                    <a:pt x="5039" y="14287"/>
                  </a:lnTo>
                  <a:lnTo>
                    <a:pt x="6774" y="16281"/>
                  </a:lnTo>
                  <a:lnTo>
                    <a:pt x="0" y="14515"/>
                  </a:lnTo>
                  <a:lnTo>
                    <a:pt x="522" y="11875"/>
                  </a:lnTo>
                  <a:lnTo>
                    <a:pt x="6170" y="6656"/>
                  </a:lnTo>
                  <a:lnTo>
                    <a:pt x="3711" y="5483"/>
                  </a:lnTo>
                  <a:lnTo>
                    <a:pt x="3098" y="6178"/>
                  </a:lnTo>
                  <a:lnTo>
                    <a:pt x="2511" y="4983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h328"/>
            <p:cNvSpPr/>
            <p:nvPr/>
          </p:nvSpPr>
          <p:spPr>
            <a:xfrm>
              <a:off x="3577964" y="3531645"/>
              <a:ext cx="26195" cy="33313"/>
            </a:xfrm>
            <a:custGeom>
              <a:avLst/>
              <a:pathLst>
                <a:path w="26195" h="33313">
                  <a:moveTo>
                    <a:pt x="26195" y="999"/>
                  </a:moveTo>
                  <a:lnTo>
                    <a:pt x="10636" y="33313"/>
                  </a:lnTo>
                  <a:lnTo>
                    <a:pt x="7531" y="30081"/>
                  </a:lnTo>
                  <a:lnTo>
                    <a:pt x="7863" y="27284"/>
                  </a:lnTo>
                  <a:lnTo>
                    <a:pt x="9248" y="25140"/>
                  </a:lnTo>
                  <a:lnTo>
                    <a:pt x="11552" y="23651"/>
                  </a:lnTo>
                  <a:lnTo>
                    <a:pt x="11180" y="16494"/>
                  </a:lnTo>
                  <a:lnTo>
                    <a:pt x="10360" y="15437"/>
                  </a:lnTo>
                  <a:lnTo>
                    <a:pt x="9161" y="16880"/>
                  </a:lnTo>
                  <a:lnTo>
                    <a:pt x="7301" y="17501"/>
                  </a:lnTo>
                  <a:lnTo>
                    <a:pt x="1977" y="13984"/>
                  </a:lnTo>
                  <a:lnTo>
                    <a:pt x="0" y="11765"/>
                  </a:lnTo>
                  <a:lnTo>
                    <a:pt x="202" y="9161"/>
                  </a:lnTo>
                  <a:lnTo>
                    <a:pt x="4946" y="9396"/>
                  </a:lnTo>
                  <a:lnTo>
                    <a:pt x="6039" y="3604"/>
                  </a:lnTo>
                  <a:lnTo>
                    <a:pt x="11728" y="2955"/>
                  </a:lnTo>
                  <a:lnTo>
                    <a:pt x="13618" y="1010"/>
                  </a:lnTo>
                  <a:lnTo>
                    <a:pt x="2367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h329"/>
            <p:cNvSpPr/>
            <p:nvPr/>
          </p:nvSpPr>
          <p:spPr>
            <a:xfrm>
              <a:off x="3545568" y="3408912"/>
              <a:ext cx="5569" cy="7357"/>
            </a:xfrm>
            <a:custGeom>
              <a:avLst/>
              <a:pathLst>
                <a:path w="5569" h="7357">
                  <a:moveTo>
                    <a:pt x="0" y="6536"/>
                  </a:moveTo>
                  <a:lnTo>
                    <a:pt x="1437" y="4083"/>
                  </a:lnTo>
                  <a:lnTo>
                    <a:pt x="991" y="1889"/>
                  </a:lnTo>
                  <a:lnTo>
                    <a:pt x="2579" y="0"/>
                  </a:lnTo>
                  <a:lnTo>
                    <a:pt x="5569" y="2761"/>
                  </a:lnTo>
                  <a:lnTo>
                    <a:pt x="3219" y="735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h330"/>
            <p:cNvSpPr/>
            <p:nvPr/>
          </p:nvSpPr>
          <p:spPr>
            <a:xfrm>
              <a:off x="3501649" y="3386011"/>
              <a:ext cx="39623" cy="27937"/>
            </a:xfrm>
            <a:custGeom>
              <a:avLst/>
              <a:pathLst>
                <a:path w="39623" h="27937">
                  <a:moveTo>
                    <a:pt x="21836" y="6619"/>
                  </a:moveTo>
                  <a:lnTo>
                    <a:pt x="23512" y="6162"/>
                  </a:lnTo>
                  <a:lnTo>
                    <a:pt x="24286" y="4849"/>
                  </a:lnTo>
                  <a:lnTo>
                    <a:pt x="23191" y="4255"/>
                  </a:lnTo>
                  <a:lnTo>
                    <a:pt x="22789" y="1227"/>
                  </a:lnTo>
                  <a:lnTo>
                    <a:pt x="26069" y="2055"/>
                  </a:lnTo>
                  <a:lnTo>
                    <a:pt x="25455" y="3488"/>
                  </a:lnTo>
                  <a:lnTo>
                    <a:pt x="26354" y="13972"/>
                  </a:lnTo>
                  <a:lnTo>
                    <a:pt x="35030" y="13380"/>
                  </a:lnTo>
                  <a:lnTo>
                    <a:pt x="38790" y="15433"/>
                  </a:lnTo>
                  <a:lnTo>
                    <a:pt x="39623" y="17097"/>
                  </a:lnTo>
                  <a:lnTo>
                    <a:pt x="32187" y="18812"/>
                  </a:lnTo>
                  <a:lnTo>
                    <a:pt x="28822" y="19807"/>
                  </a:lnTo>
                  <a:lnTo>
                    <a:pt x="26462" y="19382"/>
                  </a:lnTo>
                  <a:lnTo>
                    <a:pt x="23760" y="22261"/>
                  </a:lnTo>
                  <a:lnTo>
                    <a:pt x="16344" y="19212"/>
                  </a:lnTo>
                  <a:lnTo>
                    <a:pt x="17253" y="26128"/>
                  </a:lnTo>
                  <a:lnTo>
                    <a:pt x="15061" y="27520"/>
                  </a:lnTo>
                  <a:lnTo>
                    <a:pt x="14404" y="27937"/>
                  </a:lnTo>
                  <a:lnTo>
                    <a:pt x="10406" y="26534"/>
                  </a:lnTo>
                  <a:lnTo>
                    <a:pt x="8429" y="24281"/>
                  </a:lnTo>
                  <a:lnTo>
                    <a:pt x="1862" y="20058"/>
                  </a:lnTo>
                  <a:lnTo>
                    <a:pt x="1499" y="17971"/>
                  </a:lnTo>
                  <a:lnTo>
                    <a:pt x="1610" y="14235"/>
                  </a:lnTo>
                  <a:lnTo>
                    <a:pt x="0" y="9839"/>
                  </a:lnTo>
                  <a:lnTo>
                    <a:pt x="3825" y="6692"/>
                  </a:lnTo>
                  <a:lnTo>
                    <a:pt x="4434" y="5402"/>
                  </a:lnTo>
                  <a:lnTo>
                    <a:pt x="3235" y="4320"/>
                  </a:lnTo>
                  <a:lnTo>
                    <a:pt x="9660" y="3790"/>
                  </a:lnTo>
                  <a:lnTo>
                    <a:pt x="12663" y="2726"/>
                  </a:lnTo>
                  <a:lnTo>
                    <a:pt x="14910" y="0"/>
                  </a:lnTo>
                  <a:lnTo>
                    <a:pt x="17517" y="514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h331"/>
            <p:cNvSpPr/>
            <p:nvPr/>
          </p:nvSpPr>
          <p:spPr>
            <a:xfrm>
              <a:off x="3412797" y="3315212"/>
              <a:ext cx="26380" cy="19939"/>
            </a:xfrm>
            <a:custGeom>
              <a:avLst/>
              <a:pathLst>
                <a:path w="26380" h="19939">
                  <a:moveTo>
                    <a:pt x="19685" y="1834"/>
                  </a:moveTo>
                  <a:lnTo>
                    <a:pt x="19209" y="2469"/>
                  </a:lnTo>
                  <a:lnTo>
                    <a:pt x="21146" y="4545"/>
                  </a:lnTo>
                  <a:lnTo>
                    <a:pt x="26380" y="12810"/>
                  </a:lnTo>
                  <a:lnTo>
                    <a:pt x="21229" y="19939"/>
                  </a:lnTo>
                  <a:lnTo>
                    <a:pt x="18135" y="18325"/>
                  </a:lnTo>
                  <a:lnTo>
                    <a:pt x="17869" y="16208"/>
                  </a:lnTo>
                  <a:lnTo>
                    <a:pt x="16019" y="16860"/>
                  </a:lnTo>
                  <a:lnTo>
                    <a:pt x="13346" y="16485"/>
                  </a:lnTo>
                  <a:lnTo>
                    <a:pt x="13331" y="14079"/>
                  </a:lnTo>
                  <a:lnTo>
                    <a:pt x="12494" y="13154"/>
                  </a:lnTo>
                  <a:lnTo>
                    <a:pt x="1413" y="14189"/>
                  </a:lnTo>
                  <a:lnTo>
                    <a:pt x="335" y="10312"/>
                  </a:lnTo>
                  <a:lnTo>
                    <a:pt x="0" y="7526"/>
                  </a:lnTo>
                  <a:lnTo>
                    <a:pt x="4798" y="5560"/>
                  </a:lnTo>
                  <a:lnTo>
                    <a:pt x="7527" y="2852"/>
                  </a:lnTo>
                  <a:lnTo>
                    <a:pt x="14068" y="1983"/>
                  </a:lnTo>
                  <a:lnTo>
                    <a:pt x="16694" y="267"/>
                  </a:lnTo>
                  <a:lnTo>
                    <a:pt x="1755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h332"/>
            <p:cNvSpPr/>
            <p:nvPr/>
          </p:nvSpPr>
          <p:spPr>
            <a:xfrm>
              <a:off x="3505525" y="3522164"/>
              <a:ext cx="23233" cy="21056"/>
            </a:xfrm>
            <a:custGeom>
              <a:avLst/>
              <a:pathLst>
                <a:path w="23233" h="21056">
                  <a:moveTo>
                    <a:pt x="23233" y="0"/>
                  </a:moveTo>
                  <a:lnTo>
                    <a:pt x="23193" y="8458"/>
                  </a:lnTo>
                  <a:lnTo>
                    <a:pt x="21948" y="12829"/>
                  </a:lnTo>
                  <a:lnTo>
                    <a:pt x="12695" y="19367"/>
                  </a:lnTo>
                  <a:lnTo>
                    <a:pt x="8288" y="21056"/>
                  </a:lnTo>
                  <a:lnTo>
                    <a:pt x="3236" y="19466"/>
                  </a:lnTo>
                  <a:lnTo>
                    <a:pt x="10" y="19863"/>
                  </a:lnTo>
                  <a:lnTo>
                    <a:pt x="0" y="17693"/>
                  </a:lnTo>
                  <a:lnTo>
                    <a:pt x="65" y="12680"/>
                  </a:lnTo>
                  <a:lnTo>
                    <a:pt x="5530" y="10496"/>
                  </a:lnTo>
                  <a:lnTo>
                    <a:pt x="10292" y="4918"/>
                  </a:lnTo>
                  <a:lnTo>
                    <a:pt x="12367" y="377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h333"/>
            <p:cNvSpPr/>
            <p:nvPr/>
          </p:nvSpPr>
          <p:spPr>
            <a:xfrm>
              <a:off x="3674666" y="3430600"/>
              <a:ext cx="35682" cy="37906"/>
            </a:xfrm>
            <a:custGeom>
              <a:avLst/>
              <a:pathLst>
                <a:path w="35682" h="37906">
                  <a:moveTo>
                    <a:pt x="32146" y="1492"/>
                  </a:moveTo>
                  <a:lnTo>
                    <a:pt x="29791" y="6445"/>
                  </a:lnTo>
                  <a:lnTo>
                    <a:pt x="27113" y="4517"/>
                  </a:lnTo>
                  <a:lnTo>
                    <a:pt x="26562" y="10644"/>
                  </a:lnTo>
                  <a:lnTo>
                    <a:pt x="26521" y="11494"/>
                  </a:lnTo>
                  <a:lnTo>
                    <a:pt x="30505" y="11748"/>
                  </a:lnTo>
                  <a:lnTo>
                    <a:pt x="29037" y="17427"/>
                  </a:lnTo>
                  <a:lnTo>
                    <a:pt x="35682" y="23257"/>
                  </a:lnTo>
                  <a:lnTo>
                    <a:pt x="30218" y="29697"/>
                  </a:lnTo>
                  <a:lnTo>
                    <a:pt x="30328" y="36662"/>
                  </a:lnTo>
                  <a:lnTo>
                    <a:pt x="13686" y="37906"/>
                  </a:lnTo>
                  <a:lnTo>
                    <a:pt x="12323" y="33589"/>
                  </a:lnTo>
                  <a:lnTo>
                    <a:pt x="7682" y="31585"/>
                  </a:lnTo>
                  <a:lnTo>
                    <a:pt x="5475" y="28848"/>
                  </a:lnTo>
                  <a:lnTo>
                    <a:pt x="7204" y="26032"/>
                  </a:lnTo>
                  <a:lnTo>
                    <a:pt x="6739" y="22329"/>
                  </a:lnTo>
                  <a:lnTo>
                    <a:pt x="3332" y="21988"/>
                  </a:lnTo>
                  <a:lnTo>
                    <a:pt x="215" y="18584"/>
                  </a:lnTo>
                  <a:lnTo>
                    <a:pt x="0" y="14427"/>
                  </a:lnTo>
                  <a:lnTo>
                    <a:pt x="2308" y="16197"/>
                  </a:lnTo>
                  <a:lnTo>
                    <a:pt x="3860" y="10096"/>
                  </a:lnTo>
                  <a:lnTo>
                    <a:pt x="10601" y="6500"/>
                  </a:lnTo>
                  <a:lnTo>
                    <a:pt x="10206" y="7813"/>
                  </a:lnTo>
                  <a:lnTo>
                    <a:pt x="10892" y="9770"/>
                  </a:lnTo>
                  <a:lnTo>
                    <a:pt x="19055" y="13077"/>
                  </a:lnTo>
                  <a:lnTo>
                    <a:pt x="19349" y="4616"/>
                  </a:lnTo>
                  <a:lnTo>
                    <a:pt x="23792" y="4595"/>
                  </a:lnTo>
                  <a:lnTo>
                    <a:pt x="25977" y="3529"/>
                  </a:lnTo>
                  <a:lnTo>
                    <a:pt x="277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h334"/>
            <p:cNvSpPr/>
            <p:nvPr/>
          </p:nvSpPr>
          <p:spPr>
            <a:xfrm>
              <a:off x="3509625" y="3576543"/>
              <a:ext cx="35605" cy="45656"/>
            </a:xfrm>
            <a:custGeom>
              <a:avLst/>
              <a:pathLst>
                <a:path w="35605" h="45656">
                  <a:moveTo>
                    <a:pt x="24824" y="1901"/>
                  </a:moveTo>
                  <a:lnTo>
                    <a:pt x="31056" y="2069"/>
                  </a:lnTo>
                  <a:lnTo>
                    <a:pt x="30941" y="4003"/>
                  </a:lnTo>
                  <a:lnTo>
                    <a:pt x="29187" y="4283"/>
                  </a:lnTo>
                  <a:lnTo>
                    <a:pt x="28817" y="6759"/>
                  </a:lnTo>
                  <a:lnTo>
                    <a:pt x="33483" y="8003"/>
                  </a:lnTo>
                  <a:lnTo>
                    <a:pt x="35605" y="9613"/>
                  </a:lnTo>
                  <a:lnTo>
                    <a:pt x="32176" y="11470"/>
                  </a:lnTo>
                  <a:lnTo>
                    <a:pt x="29475" y="23798"/>
                  </a:lnTo>
                  <a:lnTo>
                    <a:pt x="30214" y="25300"/>
                  </a:lnTo>
                  <a:lnTo>
                    <a:pt x="27761" y="29578"/>
                  </a:lnTo>
                  <a:lnTo>
                    <a:pt x="23177" y="28809"/>
                  </a:lnTo>
                  <a:lnTo>
                    <a:pt x="20364" y="29457"/>
                  </a:lnTo>
                  <a:lnTo>
                    <a:pt x="19574" y="33386"/>
                  </a:lnTo>
                  <a:lnTo>
                    <a:pt x="20203" y="36137"/>
                  </a:lnTo>
                  <a:lnTo>
                    <a:pt x="19703" y="38408"/>
                  </a:lnTo>
                  <a:lnTo>
                    <a:pt x="15916" y="39456"/>
                  </a:lnTo>
                  <a:lnTo>
                    <a:pt x="11981" y="45656"/>
                  </a:lnTo>
                  <a:lnTo>
                    <a:pt x="7541" y="43040"/>
                  </a:lnTo>
                  <a:lnTo>
                    <a:pt x="0" y="31570"/>
                  </a:lnTo>
                  <a:lnTo>
                    <a:pt x="703" y="28986"/>
                  </a:lnTo>
                  <a:lnTo>
                    <a:pt x="2728" y="26425"/>
                  </a:lnTo>
                  <a:lnTo>
                    <a:pt x="6772" y="27573"/>
                  </a:lnTo>
                  <a:lnTo>
                    <a:pt x="15325" y="17731"/>
                  </a:lnTo>
                  <a:lnTo>
                    <a:pt x="14980" y="17186"/>
                  </a:lnTo>
                  <a:lnTo>
                    <a:pt x="15757" y="16047"/>
                  </a:lnTo>
                  <a:lnTo>
                    <a:pt x="18054" y="17034"/>
                  </a:lnTo>
                  <a:lnTo>
                    <a:pt x="21725" y="10878"/>
                  </a:lnTo>
                  <a:lnTo>
                    <a:pt x="21195" y="5435"/>
                  </a:lnTo>
                  <a:lnTo>
                    <a:pt x="19525" y="4433"/>
                  </a:lnTo>
                  <a:lnTo>
                    <a:pt x="21034" y="1238"/>
                  </a:lnTo>
                  <a:lnTo>
                    <a:pt x="2339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h335"/>
            <p:cNvSpPr/>
            <p:nvPr/>
          </p:nvSpPr>
          <p:spPr>
            <a:xfrm>
              <a:off x="3518444" y="3339596"/>
              <a:ext cx="22581" cy="21604"/>
            </a:xfrm>
            <a:custGeom>
              <a:avLst/>
              <a:pathLst>
                <a:path w="22581" h="21604">
                  <a:moveTo>
                    <a:pt x="22581" y="3814"/>
                  </a:moveTo>
                  <a:lnTo>
                    <a:pt x="21772" y="7512"/>
                  </a:lnTo>
                  <a:lnTo>
                    <a:pt x="19582" y="9353"/>
                  </a:lnTo>
                  <a:lnTo>
                    <a:pt x="18781" y="13749"/>
                  </a:lnTo>
                  <a:lnTo>
                    <a:pt x="20244" y="15872"/>
                  </a:lnTo>
                  <a:lnTo>
                    <a:pt x="16626" y="19392"/>
                  </a:lnTo>
                  <a:lnTo>
                    <a:pt x="15545" y="20540"/>
                  </a:lnTo>
                  <a:lnTo>
                    <a:pt x="9904" y="21604"/>
                  </a:lnTo>
                  <a:lnTo>
                    <a:pt x="6505" y="16012"/>
                  </a:lnTo>
                  <a:lnTo>
                    <a:pt x="8102" y="11505"/>
                  </a:lnTo>
                  <a:lnTo>
                    <a:pt x="2541" y="8807"/>
                  </a:lnTo>
                  <a:lnTo>
                    <a:pt x="0" y="5548"/>
                  </a:lnTo>
                  <a:lnTo>
                    <a:pt x="3229" y="809"/>
                  </a:lnTo>
                  <a:lnTo>
                    <a:pt x="4826" y="849"/>
                  </a:lnTo>
                  <a:lnTo>
                    <a:pt x="5274" y="4250"/>
                  </a:lnTo>
                  <a:lnTo>
                    <a:pt x="4111" y="4867"/>
                  </a:lnTo>
                  <a:lnTo>
                    <a:pt x="3763" y="6018"/>
                  </a:lnTo>
                  <a:lnTo>
                    <a:pt x="4317" y="7929"/>
                  </a:lnTo>
                  <a:lnTo>
                    <a:pt x="6185" y="9051"/>
                  </a:lnTo>
                  <a:lnTo>
                    <a:pt x="8513" y="3811"/>
                  </a:lnTo>
                  <a:lnTo>
                    <a:pt x="8715" y="2505"/>
                  </a:lnTo>
                  <a:lnTo>
                    <a:pt x="7907" y="1117"/>
                  </a:lnTo>
                  <a:lnTo>
                    <a:pt x="1443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h336"/>
            <p:cNvSpPr/>
            <p:nvPr/>
          </p:nvSpPr>
          <p:spPr>
            <a:xfrm>
              <a:off x="3499837" y="3361855"/>
              <a:ext cx="7059" cy="12381"/>
            </a:xfrm>
            <a:custGeom>
              <a:avLst/>
              <a:pathLst>
                <a:path w="7059" h="12381">
                  <a:moveTo>
                    <a:pt x="3011" y="878"/>
                  </a:moveTo>
                  <a:lnTo>
                    <a:pt x="2377" y="3358"/>
                  </a:lnTo>
                  <a:lnTo>
                    <a:pt x="3113" y="5938"/>
                  </a:lnTo>
                  <a:lnTo>
                    <a:pt x="5638" y="7291"/>
                  </a:lnTo>
                  <a:lnTo>
                    <a:pt x="7059" y="9984"/>
                  </a:lnTo>
                  <a:lnTo>
                    <a:pt x="6562" y="12381"/>
                  </a:lnTo>
                  <a:lnTo>
                    <a:pt x="3960" y="10720"/>
                  </a:lnTo>
                  <a:lnTo>
                    <a:pt x="3430" y="9777"/>
                  </a:lnTo>
                  <a:lnTo>
                    <a:pt x="942" y="9942"/>
                  </a:lnTo>
                  <a:lnTo>
                    <a:pt x="0" y="8583"/>
                  </a:lnTo>
                  <a:lnTo>
                    <a:pt x="1966" y="5811"/>
                  </a:lnTo>
                  <a:lnTo>
                    <a:pt x="629" y="988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h337"/>
            <p:cNvSpPr/>
            <p:nvPr/>
          </p:nvSpPr>
          <p:spPr>
            <a:xfrm>
              <a:off x="3498783" y="3413531"/>
              <a:ext cx="23113" cy="18401"/>
            </a:xfrm>
            <a:custGeom>
              <a:avLst/>
              <a:pathLst>
                <a:path w="23113" h="18401">
                  <a:moveTo>
                    <a:pt x="22652" y="6254"/>
                  </a:moveTo>
                  <a:lnTo>
                    <a:pt x="23113" y="12236"/>
                  </a:lnTo>
                  <a:lnTo>
                    <a:pt x="20834" y="13994"/>
                  </a:lnTo>
                  <a:lnTo>
                    <a:pt x="17112" y="14325"/>
                  </a:lnTo>
                  <a:lnTo>
                    <a:pt x="16398" y="13076"/>
                  </a:lnTo>
                  <a:lnTo>
                    <a:pt x="11324" y="16680"/>
                  </a:lnTo>
                  <a:lnTo>
                    <a:pt x="6411" y="13498"/>
                  </a:lnTo>
                  <a:lnTo>
                    <a:pt x="4544" y="13859"/>
                  </a:lnTo>
                  <a:lnTo>
                    <a:pt x="5375" y="17310"/>
                  </a:lnTo>
                  <a:lnTo>
                    <a:pt x="4296" y="18401"/>
                  </a:lnTo>
                  <a:lnTo>
                    <a:pt x="1201" y="16857"/>
                  </a:lnTo>
                  <a:lnTo>
                    <a:pt x="1980" y="14547"/>
                  </a:lnTo>
                  <a:lnTo>
                    <a:pt x="253" y="12039"/>
                  </a:lnTo>
                  <a:lnTo>
                    <a:pt x="0" y="10301"/>
                  </a:lnTo>
                  <a:lnTo>
                    <a:pt x="1408" y="7625"/>
                  </a:lnTo>
                  <a:lnTo>
                    <a:pt x="8613" y="9657"/>
                  </a:lnTo>
                  <a:lnTo>
                    <a:pt x="7158" y="5311"/>
                  </a:lnTo>
                  <a:lnTo>
                    <a:pt x="7417" y="3645"/>
                  </a:lnTo>
                  <a:lnTo>
                    <a:pt x="9562" y="1007"/>
                  </a:lnTo>
                  <a:lnTo>
                    <a:pt x="17270" y="416"/>
                  </a:lnTo>
                  <a:lnTo>
                    <a:pt x="1792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h338"/>
            <p:cNvSpPr/>
            <p:nvPr/>
          </p:nvSpPr>
          <p:spPr>
            <a:xfrm>
              <a:off x="3523023" y="3365912"/>
              <a:ext cx="22539" cy="22617"/>
            </a:xfrm>
            <a:custGeom>
              <a:avLst/>
              <a:pathLst>
                <a:path w="22539" h="22617">
                  <a:moveTo>
                    <a:pt x="12497" y="515"/>
                  </a:moveTo>
                  <a:lnTo>
                    <a:pt x="12137" y="4508"/>
                  </a:lnTo>
                  <a:lnTo>
                    <a:pt x="13663" y="6176"/>
                  </a:lnTo>
                  <a:lnTo>
                    <a:pt x="12145" y="8398"/>
                  </a:lnTo>
                  <a:lnTo>
                    <a:pt x="10868" y="10280"/>
                  </a:lnTo>
                  <a:lnTo>
                    <a:pt x="13467" y="14786"/>
                  </a:lnTo>
                  <a:lnTo>
                    <a:pt x="22539" y="15460"/>
                  </a:lnTo>
                  <a:lnTo>
                    <a:pt x="21497" y="19601"/>
                  </a:lnTo>
                  <a:lnTo>
                    <a:pt x="17762" y="21113"/>
                  </a:lnTo>
                  <a:lnTo>
                    <a:pt x="12588" y="22617"/>
                  </a:lnTo>
                  <a:lnTo>
                    <a:pt x="10992" y="20626"/>
                  </a:lnTo>
                  <a:lnTo>
                    <a:pt x="9563" y="20400"/>
                  </a:lnTo>
                  <a:lnTo>
                    <a:pt x="4696" y="22154"/>
                  </a:lnTo>
                  <a:lnTo>
                    <a:pt x="1415" y="21327"/>
                  </a:lnTo>
                  <a:lnTo>
                    <a:pt x="0" y="19144"/>
                  </a:lnTo>
                  <a:lnTo>
                    <a:pt x="30" y="13388"/>
                  </a:lnTo>
                  <a:lnTo>
                    <a:pt x="710" y="11435"/>
                  </a:lnTo>
                  <a:lnTo>
                    <a:pt x="2944" y="6462"/>
                  </a:lnTo>
                  <a:lnTo>
                    <a:pt x="2926" y="5100"/>
                  </a:lnTo>
                  <a:lnTo>
                    <a:pt x="6591" y="607"/>
                  </a:lnTo>
                  <a:lnTo>
                    <a:pt x="912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h339"/>
            <p:cNvSpPr/>
            <p:nvPr/>
          </p:nvSpPr>
          <p:spPr>
            <a:xfrm>
              <a:off x="3533891" y="3368386"/>
              <a:ext cx="50476" cy="28042"/>
            </a:xfrm>
            <a:custGeom>
              <a:avLst/>
              <a:pathLst>
                <a:path w="50476" h="28042">
                  <a:moveTo>
                    <a:pt x="19828" y="492"/>
                  </a:moveTo>
                  <a:lnTo>
                    <a:pt x="22723" y="4805"/>
                  </a:lnTo>
                  <a:lnTo>
                    <a:pt x="28047" y="10149"/>
                  </a:lnTo>
                  <a:lnTo>
                    <a:pt x="28521" y="12493"/>
                  </a:lnTo>
                  <a:lnTo>
                    <a:pt x="27614" y="13951"/>
                  </a:lnTo>
                  <a:lnTo>
                    <a:pt x="38724" y="14496"/>
                  </a:lnTo>
                  <a:lnTo>
                    <a:pt x="41704" y="16532"/>
                  </a:lnTo>
                  <a:lnTo>
                    <a:pt x="42032" y="19152"/>
                  </a:lnTo>
                  <a:lnTo>
                    <a:pt x="45625" y="22167"/>
                  </a:lnTo>
                  <a:lnTo>
                    <a:pt x="50476" y="24269"/>
                  </a:lnTo>
                  <a:lnTo>
                    <a:pt x="49814" y="25026"/>
                  </a:lnTo>
                  <a:lnTo>
                    <a:pt x="42607" y="26272"/>
                  </a:lnTo>
                  <a:lnTo>
                    <a:pt x="31314" y="26608"/>
                  </a:lnTo>
                  <a:lnTo>
                    <a:pt x="31349" y="27632"/>
                  </a:lnTo>
                  <a:lnTo>
                    <a:pt x="29704" y="28029"/>
                  </a:lnTo>
                  <a:lnTo>
                    <a:pt x="27102" y="28042"/>
                  </a:lnTo>
                  <a:lnTo>
                    <a:pt x="20149" y="24869"/>
                  </a:lnTo>
                  <a:lnTo>
                    <a:pt x="16238" y="21212"/>
                  </a:lnTo>
                  <a:lnTo>
                    <a:pt x="11719" y="20673"/>
                  </a:lnTo>
                  <a:lnTo>
                    <a:pt x="7916" y="19601"/>
                  </a:lnTo>
                  <a:lnTo>
                    <a:pt x="6894" y="18639"/>
                  </a:lnTo>
                  <a:lnTo>
                    <a:pt x="10628" y="17126"/>
                  </a:lnTo>
                  <a:lnTo>
                    <a:pt x="11671" y="12986"/>
                  </a:lnTo>
                  <a:lnTo>
                    <a:pt x="2599" y="12311"/>
                  </a:lnTo>
                  <a:lnTo>
                    <a:pt x="0" y="7806"/>
                  </a:lnTo>
                  <a:lnTo>
                    <a:pt x="1277" y="5923"/>
                  </a:lnTo>
                  <a:lnTo>
                    <a:pt x="4403" y="7206"/>
                  </a:lnTo>
                  <a:lnTo>
                    <a:pt x="8856" y="7757"/>
                  </a:lnTo>
                  <a:lnTo>
                    <a:pt x="11895" y="7132"/>
                  </a:lnTo>
                  <a:lnTo>
                    <a:pt x="14657" y="2808"/>
                  </a:lnTo>
                  <a:lnTo>
                    <a:pt x="14811" y="1342"/>
                  </a:lnTo>
                  <a:lnTo>
                    <a:pt x="12833" y="984"/>
                  </a:lnTo>
                  <a:lnTo>
                    <a:pt x="1748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h340"/>
            <p:cNvSpPr/>
            <p:nvPr/>
          </p:nvSpPr>
          <p:spPr>
            <a:xfrm>
              <a:off x="3546725" y="3318872"/>
              <a:ext cx="217791" cy="148390"/>
            </a:xfrm>
            <a:custGeom>
              <a:avLst/>
              <a:pathLst>
                <a:path w="217791" h="148390">
                  <a:moveTo>
                    <a:pt x="88134" y="4014"/>
                  </a:moveTo>
                  <a:lnTo>
                    <a:pt x="88741" y="2004"/>
                  </a:lnTo>
                  <a:lnTo>
                    <a:pt x="91909" y="1266"/>
                  </a:lnTo>
                  <a:lnTo>
                    <a:pt x="97515" y="1179"/>
                  </a:lnTo>
                  <a:lnTo>
                    <a:pt x="101507" y="2400"/>
                  </a:lnTo>
                  <a:lnTo>
                    <a:pt x="101894" y="4950"/>
                  </a:lnTo>
                  <a:lnTo>
                    <a:pt x="98725" y="8560"/>
                  </a:lnTo>
                  <a:lnTo>
                    <a:pt x="97985" y="13432"/>
                  </a:lnTo>
                  <a:lnTo>
                    <a:pt x="100864" y="15205"/>
                  </a:lnTo>
                  <a:lnTo>
                    <a:pt x="102601" y="13576"/>
                  </a:lnTo>
                  <a:lnTo>
                    <a:pt x="111658" y="18558"/>
                  </a:lnTo>
                  <a:lnTo>
                    <a:pt x="112903" y="15674"/>
                  </a:lnTo>
                  <a:lnTo>
                    <a:pt x="105629" y="12625"/>
                  </a:lnTo>
                  <a:lnTo>
                    <a:pt x="108076" y="8115"/>
                  </a:lnTo>
                  <a:lnTo>
                    <a:pt x="112938" y="10051"/>
                  </a:lnTo>
                  <a:lnTo>
                    <a:pt x="116456" y="13985"/>
                  </a:lnTo>
                  <a:lnTo>
                    <a:pt x="118216" y="18013"/>
                  </a:lnTo>
                  <a:lnTo>
                    <a:pt x="120517" y="18965"/>
                  </a:lnTo>
                  <a:lnTo>
                    <a:pt x="123470" y="15960"/>
                  </a:lnTo>
                  <a:lnTo>
                    <a:pt x="124029" y="11330"/>
                  </a:lnTo>
                  <a:lnTo>
                    <a:pt x="128184" y="11654"/>
                  </a:lnTo>
                  <a:lnTo>
                    <a:pt x="132529" y="13720"/>
                  </a:lnTo>
                  <a:lnTo>
                    <a:pt x="130129" y="16591"/>
                  </a:lnTo>
                  <a:lnTo>
                    <a:pt x="131227" y="19203"/>
                  </a:lnTo>
                  <a:lnTo>
                    <a:pt x="136095" y="14089"/>
                  </a:lnTo>
                  <a:lnTo>
                    <a:pt x="139396" y="14156"/>
                  </a:lnTo>
                  <a:lnTo>
                    <a:pt x="140398" y="14811"/>
                  </a:lnTo>
                  <a:lnTo>
                    <a:pt x="142916" y="20165"/>
                  </a:lnTo>
                  <a:lnTo>
                    <a:pt x="147715" y="24739"/>
                  </a:lnTo>
                  <a:lnTo>
                    <a:pt x="150457" y="25962"/>
                  </a:lnTo>
                  <a:lnTo>
                    <a:pt x="154549" y="25926"/>
                  </a:lnTo>
                  <a:lnTo>
                    <a:pt x="157834" y="30654"/>
                  </a:lnTo>
                  <a:lnTo>
                    <a:pt x="162619" y="35570"/>
                  </a:lnTo>
                  <a:lnTo>
                    <a:pt x="161525" y="37172"/>
                  </a:lnTo>
                  <a:lnTo>
                    <a:pt x="162697" y="38506"/>
                  </a:lnTo>
                  <a:lnTo>
                    <a:pt x="172031" y="41200"/>
                  </a:lnTo>
                  <a:lnTo>
                    <a:pt x="172835" y="39200"/>
                  </a:lnTo>
                  <a:lnTo>
                    <a:pt x="176590" y="40642"/>
                  </a:lnTo>
                  <a:lnTo>
                    <a:pt x="181710" y="47736"/>
                  </a:lnTo>
                  <a:lnTo>
                    <a:pt x="189464" y="48494"/>
                  </a:lnTo>
                  <a:lnTo>
                    <a:pt x="203001" y="54338"/>
                  </a:lnTo>
                  <a:lnTo>
                    <a:pt x="207870" y="57878"/>
                  </a:lnTo>
                  <a:lnTo>
                    <a:pt x="213465" y="62878"/>
                  </a:lnTo>
                  <a:lnTo>
                    <a:pt x="217027" y="69088"/>
                  </a:lnTo>
                  <a:lnTo>
                    <a:pt x="217791" y="75275"/>
                  </a:lnTo>
                  <a:lnTo>
                    <a:pt x="213822" y="74906"/>
                  </a:lnTo>
                  <a:lnTo>
                    <a:pt x="213109" y="76006"/>
                  </a:lnTo>
                  <a:lnTo>
                    <a:pt x="212744" y="78939"/>
                  </a:lnTo>
                  <a:lnTo>
                    <a:pt x="216140" y="88818"/>
                  </a:lnTo>
                  <a:lnTo>
                    <a:pt x="215642" y="89280"/>
                  </a:lnTo>
                  <a:lnTo>
                    <a:pt x="213148" y="88405"/>
                  </a:lnTo>
                  <a:lnTo>
                    <a:pt x="212339" y="89060"/>
                  </a:lnTo>
                  <a:lnTo>
                    <a:pt x="213762" y="92001"/>
                  </a:lnTo>
                  <a:lnTo>
                    <a:pt x="215960" y="93529"/>
                  </a:lnTo>
                  <a:lnTo>
                    <a:pt x="212092" y="95274"/>
                  </a:lnTo>
                  <a:lnTo>
                    <a:pt x="212138" y="98581"/>
                  </a:lnTo>
                  <a:lnTo>
                    <a:pt x="211131" y="99379"/>
                  </a:lnTo>
                  <a:lnTo>
                    <a:pt x="209839" y="96420"/>
                  </a:lnTo>
                  <a:lnTo>
                    <a:pt x="211926" y="92243"/>
                  </a:lnTo>
                  <a:lnTo>
                    <a:pt x="211284" y="91551"/>
                  </a:lnTo>
                  <a:lnTo>
                    <a:pt x="210267" y="91789"/>
                  </a:lnTo>
                  <a:lnTo>
                    <a:pt x="204576" y="99265"/>
                  </a:lnTo>
                  <a:lnTo>
                    <a:pt x="206024" y="104969"/>
                  </a:lnTo>
                  <a:lnTo>
                    <a:pt x="208078" y="108760"/>
                  </a:lnTo>
                  <a:lnTo>
                    <a:pt x="207797" y="109592"/>
                  </a:lnTo>
                  <a:lnTo>
                    <a:pt x="204213" y="109036"/>
                  </a:lnTo>
                  <a:lnTo>
                    <a:pt x="198350" y="111178"/>
                  </a:lnTo>
                  <a:lnTo>
                    <a:pt x="194893" y="110874"/>
                  </a:lnTo>
                  <a:lnTo>
                    <a:pt x="193008" y="116063"/>
                  </a:lnTo>
                  <a:lnTo>
                    <a:pt x="195607" y="124474"/>
                  </a:lnTo>
                  <a:lnTo>
                    <a:pt x="193132" y="132174"/>
                  </a:lnTo>
                  <a:lnTo>
                    <a:pt x="190749" y="136829"/>
                  </a:lnTo>
                  <a:lnTo>
                    <a:pt x="185572" y="145418"/>
                  </a:lnTo>
                  <a:lnTo>
                    <a:pt x="184304" y="146433"/>
                  </a:lnTo>
                  <a:lnTo>
                    <a:pt x="158268" y="148390"/>
                  </a:lnTo>
                  <a:lnTo>
                    <a:pt x="158158" y="141424"/>
                  </a:lnTo>
                  <a:lnTo>
                    <a:pt x="163622" y="134985"/>
                  </a:lnTo>
                  <a:lnTo>
                    <a:pt x="156977" y="129154"/>
                  </a:lnTo>
                  <a:lnTo>
                    <a:pt x="158445" y="123476"/>
                  </a:lnTo>
                  <a:lnTo>
                    <a:pt x="154461" y="123222"/>
                  </a:lnTo>
                  <a:lnTo>
                    <a:pt x="154503" y="122371"/>
                  </a:lnTo>
                  <a:lnTo>
                    <a:pt x="155054" y="116244"/>
                  </a:lnTo>
                  <a:lnTo>
                    <a:pt x="157731" y="118173"/>
                  </a:lnTo>
                  <a:lnTo>
                    <a:pt x="160086" y="113220"/>
                  </a:lnTo>
                  <a:lnTo>
                    <a:pt x="155671" y="111727"/>
                  </a:lnTo>
                  <a:lnTo>
                    <a:pt x="153918" y="115256"/>
                  </a:lnTo>
                  <a:lnTo>
                    <a:pt x="151733" y="116322"/>
                  </a:lnTo>
                  <a:lnTo>
                    <a:pt x="147289" y="116344"/>
                  </a:lnTo>
                  <a:lnTo>
                    <a:pt x="146995" y="124804"/>
                  </a:lnTo>
                  <a:lnTo>
                    <a:pt x="138832" y="121497"/>
                  </a:lnTo>
                  <a:lnTo>
                    <a:pt x="138147" y="119541"/>
                  </a:lnTo>
                  <a:lnTo>
                    <a:pt x="138542" y="118227"/>
                  </a:lnTo>
                  <a:lnTo>
                    <a:pt x="134765" y="116604"/>
                  </a:lnTo>
                  <a:lnTo>
                    <a:pt x="134157" y="115537"/>
                  </a:lnTo>
                  <a:lnTo>
                    <a:pt x="134852" y="111461"/>
                  </a:lnTo>
                  <a:lnTo>
                    <a:pt x="132621" y="106882"/>
                  </a:lnTo>
                  <a:lnTo>
                    <a:pt x="130039" y="107003"/>
                  </a:lnTo>
                  <a:lnTo>
                    <a:pt x="126817" y="109341"/>
                  </a:lnTo>
                  <a:lnTo>
                    <a:pt x="122591" y="107478"/>
                  </a:lnTo>
                  <a:lnTo>
                    <a:pt x="120526" y="105018"/>
                  </a:lnTo>
                  <a:lnTo>
                    <a:pt x="118933" y="100001"/>
                  </a:lnTo>
                  <a:lnTo>
                    <a:pt x="120253" y="96499"/>
                  </a:lnTo>
                  <a:lnTo>
                    <a:pt x="117199" y="93363"/>
                  </a:lnTo>
                  <a:lnTo>
                    <a:pt x="113094" y="92078"/>
                  </a:lnTo>
                  <a:lnTo>
                    <a:pt x="112918" y="94192"/>
                  </a:lnTo>
                  <a:lnTo>
                    <a:pt x="110783" y="96060"/>
                  </a:lnTo>
                  <a:lnTo>
                    <a:pt x="107224" y="94256"/>
                  </a:lnTo>
                  <a:lnTo>
                    <a:pt x="101876" y="97967"/>
                  </a:lnTo>
                  <a:lnTo>
                    <a:pt x="100934" y="96695"/>
                  </a:lnTo>
                  <a:lnTo>
                    <a:pt x="101374" y="94724"/>
                  </a:lnTo>
                  <a:lnTo>
                    <a:pt x="100509" y="92221"/>
                  </a:lnTo>
                  <a:lnTo>
                    <a:pt x="99593" y="91245"/>
                  </a:lnTo>
                  <a:lnTo>
                    <a:pt x="97273" y="91306"/>
                  </a:lnTo>
                  <a:lnTo>
                    <a:pt x="97844" y="89514"/>
                  </a:lnTo>
                  <a:lnTo>
                    <a:pt x="104372" y="86466"/>
                  </a:lnTo>
                  <a:lnTo>
                    <a:pt x="101640" y="82338"/>
                  </a:lnTo>
                  <a:lnTo>
                    <a:pt x="97869" y="83764"/>
                  </a:lnTo>
                  <a:lnTo>
                    <a:pt x="94972" y="81729"/>
                  </a:lnTo>
                  <a:lnTo>
                    <a:pt x="91345" y="81810"/>
                  </a:lnTo>
                  <a:lnTo>
                    <a:pt x="74348" y="71517"/>
                  </a:lnTo>
                  <a:lnTo>
                    <a:pt x="75287" y="65020"/>
                  </a:lnTo>
                  <a:lnTo>
                    <a:pt x="71402" y="66304"/>
                  </a:lnTo>
                  <a:lnTo>
                    <a:pt x="59187" y="66195"/>
                  </a:lnTo>
                  <a:lnTo>
                    <a:pt x="57833" y="64896"/>
                  </a:lnTo>
                  <a:lnTo>
                    <a:pt x="58116" y="62314"/>
                  </a:lnTo>
                  <a:lnTo>
                    <a:pt x="56569" y="59324"/>
                  </a:lnTo>
                  <a:lnTo>
                    <a:pt x="50475" y="58209"/>
                  </a:lnTo>
                  <a:lnTo>
                    <a:pt x="48275" y="58538"/>
                  </a:lnTo>
                  <a:lnTo>
                    <a:pt x="44472" y="57070"/>
                  </a:lnTo>
                  <a:lnTo>
                    <a:pt x="45182" y="55501"/>
                  </a:lnTo>
                  <a:lnTo>
                    <a:pt x="41172" y="54137"/>
                  </a:lnTo>
                  <a:lnTo>
                    <a:pt x="40060" y="54277"/>
                  </a:lnTo>
                  <a:lnTo>
                    <a:pt x="38471" y="58373"/>
                  </a:lnTo>
                  <a:lnTo>
                    <a:pt x="39081" y="61047"/>
                  </a:lnTo>
                  <a:lnTo>
                    <a:pt x="37997" y="63961"/>
                  </a:lnTo>
                  <a:lnTo>
                    <a:pt x="29198" y="68666"/>
                  </a:lnTo>
                  <a:lnTo>
                    <a:pt x="28870" y="66045"/>
                  </a:lnTo>
                  <a:lnTo>
                    <a:pt x="25890" y="64010"/>
                  </a:lnTo>
                  <a:lnTo>
                    <a:pt x="14780" y="63465"/>
                  </a:lnTo>
                  <a:lnTo>
                    <a:pt x="15687" y="62007"/>
                  </a:lnTo>
                  <a:lnTo>
                    <a:pt x="15214" y="59663"/>
                  </a:lnTo>
                  <a:lnTo>
                    <a:pt x="9889" y="54319"/>
                  </a:lnTo>
                  <a:lnTo>
                    <a:pt x="6994" y="50006"/>
                  </a:lnTo>
                  <a:lnTo>
                    <a:pt x="4653" y="49513"/>
                  </a:lnTo>
                  <a:lnTo>
                    <a:pt x="0" y="50498"/>
                  </a:lnTo>
                  <a:lnTo>
                    <a:pt x="1321" y="46233"/>
                  </a:lnTo>
                  <a:lnTo>
                    <a:pt x="4547" y="45187"/>
                  </a:lnTo>
                  <a:lnTo>
                    <a:pt x="4876" y="43771"/>
                  </a:lnTo>
                  <a:lnTo>
                    <a:pt x="3473" y="43801"/>
                  </a:lnTo>
                  <a:lnTo>
                    <a:pt x="5076" y="43003"/>
                  </a:lnTo>
                  <a:lnTo>
                    <a:pt x="9554" y="44202"/>
                  </a:lnTo>
                  <a:lnTo>
                    <a:pt x="15727" y="43260"/>
                  </a:lnTo>
                  <a:lnTo>
                    <a:pt x="17705" y="38554"/>
                  </a:lnTo>
                  <a:lnTo>
                    <a:pt x="17081" y="37241"/>
                  </a:lnTo>
                  <a:lnTo>
                    <a:pt x="17706" y="36303"/>
                  </a:lnTo>
                  <a:lnTo>
                    <a:pt x="21711" y="37093"/>
                  </a:lnTo>
                  <a:lnTo>
                    <a:pt x="24118" y="38303"/>
                  </a:lnTo>
                  <a:lnTo>
                    <a:pt x="24343" y="39587"/>
                  </a:lnTo>
                  <a:lnTo>
                    <a:pt x="27857" y="40526"/>
                  </a:lnTo>
                  <a:lnTo>
                    <a:pt x="30434" y="38753"/>
                  </a:lnTo>
                  <a:lnTo>
                    <a:pt x="47271" y="36169"/>
                  </a:lnTo>
                  <a:lnTo>
                    <a:pt x="53801" y="33750"/>
                  </a:lnTo>
                  <a:lnTo>
                    <a:pt x="59150" y="33582"/>
                  </a:lnTo>
                  <a:lnTo>
                    <a:pt x="68093" y="27660"/>
                  </a:lnTo>
                  <a:lnTo>
                    <a:pt x="75356" y="18369"/>
                  </a:lnTo>
                  <a:lnTo>
                    <a:pt x="80113" y="19313"/>
                  </a:lnTo>
                  <a:lnTo>
                    <a:pt x="80508" y="18015"/>
                  </a:lnTo>
                  <a:lnTo>
                    <a:pt x="73661" y="15847"/>
                  </a:lnTo>
                  <a:lnTo>
                    <a:pt x="73755" y="14009"/>
                  </a:lnTo>
                  <a:lnTo>
                    <a:pt x="75240" y="12574"/>
                  </a:lnTo>
                  <a:lnTo>
                    <a:pt x="78109" y="13822"/>
                  </a:lnTo>
                  <a:lnTo>
                    <a:pt x="80146" y="13848"/>
                  </a:lnTo>
                  <a:lnTo>
                    <a:pt x="86506" y="8593"/>
                  </a:lnTo>
                  <a:lnTo>
                    <a:pt x="86011" y="4433"/>
                  </a:lnTo>
                  <a:lnTo>
                    <a:pt x="85468" y="4056"/>
                  </a:lnTo>
                  <a:lnTo>
                    <a:pt x="82366" y="5688"/>
                  </a:lnTo>
                  <a:lnTo>
                    <a:pt x="82953" y="6320"/>
                  </a:lnTo>
                  <a:lnTo>
                    <a:pt x="80917" y="9269"/>
                  </a:lnTo>
                  <a:lnTo>
                    <a:pt x="76570" y="9923"/>
                  </a:lnTo>
                  <a:lnTo>
                    <a:pt x="75249" y="5062"/>
                  </a:lnTo>
                  <a:lnTo>
                    <a:pt x="76926" y="4141"/>
                  </a:lnTo>
                  <a:lnTo>
                    <a:pt x="8199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h341"/>
            <p:cNvSpPr/>
            <p:nvPr/>
          </p:nvSpPr>
          <p:spPr>
            <a:xfrm>
              <a:off x="3353888" y="3347923"/>
              <a:ext cx="89578" cy="89487"/>
            </a:xfrm>
            <a:custGeom>
              <a:avLst/>
              <a:pathLst>
                <a:path w="89578" h="89487">
                  <a:moveTo>
                    <a:pt x="31090" y="212"/>
                  </a:moveTo>
                  <a:lnTo>
                    <a:pt x="39641" y="3611"/>
                  </a:lnTo>
                  <a:lnTo>
                    <a:pt x="44489" y="1398"/>
                  </a:lnTo>
                  <a:lnTo>
                    <a:pt x="55978" y="11948"/>
                  </a:lnTo>
                  <a:lnTo>
                    <a:pt x="58539" y="17544"/>
                  </a:lnTo>
                  <a:lnTo>
                    <a:pt x="61277" y="18075"/>
                  </a:lnTo>
                  <a:lnTo>
                    <a:pt x="61037" y="19139"/>
                  </a:lnTo>
                  <a:lnTo>
                    <a:pt x="63358" y="22881"/>
                  </a:lnTo>
                  <a:lnTo>
                    <a:pt x="63163" y="27972"/>
                  </a:lnTo>
                  <a:lnTo>
                    <a:pt x="58407" y="30534"/>
                  </a:lnTo>
                  <a:lnTo>
                    <a:pt x="59825" y="34918"/>
                  </a:lnTo>
                  <a:lnTo>
                    <a:pt x="64821" y="41101"/>
                  </a:lnTo>
                  <a:lnTo>
                    <a:pt x="64242" y="43767"/>
                  </a:lnTo>
                  <a:lnTo>
                    <a:pt x="65089" y="44469"/>
                  </a:lnTo>
                  <a:lnTo>
                    <a:pt x="70367" y="43032"/>
                  </a:lnTo>
                  <a:lnTo>
                    <a:pt x="72563" y="44726"/>
                  </a:lnTo>
                  <a:lnTo>
                    <a:pt x="71545" y="47297"/>
                  </a:lnTo>
                  <a:lnTo>
                    <a:pt x="71932" y="51934"/>
                  </a:lnTo>
                  <a:lnTo>
                    <a:pt x="77490" y="53079"/>
                  </a:lnTo>
                  <a:lnTo>
                    <a:pt x="81360" y="48889"/>
                  </a:lnTo>
                  <a:lnTo>
                    <a:pt x="83607" y="49094"/>
                  </a:lnTo>
                  <a:lnTo>
                    <a:pt x="81844" y="52458"/>
                  </a:lnTo>
                  <a:lnTo>
                    <a:pt x="81856" y="53891"/>
                  </a:lnTo>
                  <a:lnTo>
                    <a:pt x="83281" y="56240"/>
                  </a:lnTo>
                  <a:lnTo>
                    <a:pt x="83108" y="58508"/>
                  </a:lnTo>
                  <a:lnTo>
                    <a:pt x="82145" y="58139"/>
                  </a:lnTo>
                  <a:lnTo>
                    <a:pt x="82890" y="59807"/>
                  </a:lnTo>
                  <a:lnTo>
                    <a:pt x="89578" y="66944"/>
                  </a:lnTo>
                  <a:lnTo>
                    <a:pt x="89578" y="67982"/>
                  </a:lnTo>
                  <a:lnTo>
                    <a:pt x="84603" y="73885"/>
                  </a:lnTo>
                  <a:lnTo>
                    <a:pt x="81363" y="70326"/>
                  </a:lnTo>
                  <a:lnTo>
                    <a:pt x="78941" y="70460"/>
                  </a:lnTo>
                  <a:lnTo>
                    <a:pt x="75808" y="71938"/>
                  </a:lnTo>
                  <a:lnTo>
                    <a:pt x="78679" y="79347"/>
                  </a:lnTo>
                  <a:lnTo>
                    <a:pt x="77297" y="81993"/>
                  </a:lnTo>
                  <a:lnTo>
                    <a:pt x="73116" y="82845"/>
                  </a:lnTo>
                  <a:lnTo>
                    <a:pt x="64098" y="82447"/>
                  </a:lnTo>
                  <a:lnTo>
                    <a:pt x="60203" y="83323"/>
                  </a:lnTo>
                  <a:lnTo>
                    <a:pt x="54863" y="86511"/>
                  </a:lnTo>
                  <a:lnTo>
                    <a:pt x="54349" y="89487"/>
                  </a:lnTo>
                  <a:lnTo>
                    <a:pt x="52363" y="88547"/>
                  </a:lnTo>
                  <a:lnTo>
                    <a:pt x="49589" y="88407"/>
                  </a:lnTo>
                  <a:lnTo>
                    <a:pt x="47627" y="87543"/>
                  </a:lnTo>
                  <a:lnTo>
                    <a:pt x="47286" y="84064"/>
                  </a:lnTo>
                  <a:lnTo>
                    <a:pt x="48262" y="79413"/>
                  </a:lnTo>
                  <a:lnTo>
                    <a:pt x="50770" y="78102"/>
                  </a:lnTo>
                  <a:lnTo>
                    <a:pt x="51844" y="75451"/>
                  </a:lnTo>
                  <a:lnTo>
                    <a:pt x="52075" y="69374"/>
                  </a:lnTo>
                  <a:lnTo>
                    <a:pt x="43673" y="60706"/>
                  </a:lnTo>
                  <a:lnTo>
                    <a:pt x="42754" y="56485"/>
                  </a:lnTo>
                  <a:lnTo>
                    <a:pt x="45060" y="51863"/>
                  </a:lnTo>
                  <a:lnTo>
                    <a:pt x="45353" y="49333"/>
                  </a:lnTo>
                  <a:lnTo>
                    <a:pt x="43409" y="46788"/>
                  </a:lnTo>
                  <a:lnTo>
                    <a:pt x="43323" y="43942"/>
                  </a:lnTo>
                  <a:lnTo>
                    <a:pt x="44636" y="42700"/>
                  </a:lnTo>
                  <a:lnTo>
                    <a:pt x="43830" y="39630"/>
                  </a:lnTo>
                  <a:lnTo>
                    <a:pt x="42260" y="37620"/>
                  </a:lnTo>
                  <a:lnTo>
                    <a:pt x="39935" y="37644"/>
                  </a:lnTo>
                  <a:lnTo>
                    <a:pt x="34032" y="31901"/>
                  </a:lnTo>
                  <a:lnTo>
                    <a:pt x="20850" y="26414"/>
                  </a:lnTo>
                  <a:lnTo>
                    <a:pt x="17586" y="26668"/>
                  </a:lnTo>
                  <a:lnTo>
                    <a:pt x="11997" y="18277"/>
                  </a:lnTo>
                  <a:lnTo>
                    <a:pt x="3718" y="13076"/>
                  </a:lnTo>
                  <a:lnTo>
                    <a:pt x="0" y="12127"/>
                  </a:lnTo>
                  <a:lnTo>
                    <a:pt x="193" y="5974"/>
                  </a:lnTo>
                  <a:lnTo>
                    <a:pt x="3835" y="4295"/>
                  </a:lnTo>
                  <a:lnTo>
                    <a:pt x="2877" y="4245"/>
                  </a:lnTo>
                  <a:lnTo>
                    <a:pt x="3472" y="4065"/>
                  </a:lnTo>
                  <a:lnTo>
                    <a:pt x="6336" y="4821"/>
                  </a:lnTo>
                  <a:lnTo>
                    <a:pt x="11422" y="7738"/>
                  </a:lnTo>
                  <a:lnTo>
                    <a:pt x="16641" y="8837"/>
                  </a:lnTo>
                  <a:lnTo>
                    <a:pt x="21150" y="6772"/>
                  </a:lnTo>
                  <a:lnTo>
                    <a:pt x="22579" y="2375"/>
                  </a:lnTo>
                  <a:lnTo>
                    <a:pt x="2227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h342"/>
            <p:cNvSpPr/>
            <p:nvPr/>
          </p:nvSpPr>
          <p:spPr>
            <a:xfrm>
              <a:off x="3420086" y="3292091"/>
              <a:ext cx="15268" cy="15867"/>
            </a:xfrm>
            <a:custGeom>
              <a:avLst/>
              <a:pathLst>
                <a:path w="15268" h="15867">
                  <a:moveTo>
                    <a:pt x="7748" y="0"/>
                  </a:moveTo>
                  <a:lnTo>
                    <a:pt x="10074" y="837"/>
                  </a:lnTo>
                  <a:lnTo>
                    <a:pt x="10598" y="4588"/>
                  </a:lnTo>
                  <a:lnTo>
                    <a:pt x="12019" y="4771"/>
                  </a:lnTo>
                  <a:lnTo>
                    <a:pt x="14454" y="6614"/>
                  </a:lnTo>
                  <a:lnTo>
                    <a:pt x="15268" y="8275"/>
                  </a:lnTo>
                  <a:lnTo>
                    <a:pt x="9587" y="13312"/>
                  </a:lnTo>
                  <a:lnTo>
                    <a:pt x="8227" y="15867"/>
                  </a:lnTo>
                  <a:lnTo>
                    <a:pt x="7006" y="15679"/>
                  </a:lnTo>
                  <a:lnTo>
                    <a:pt x="3889" y="10812"/>
                  </a:lnTo>
                  <a:lnTo>
                    <a:pt x="3184" y="6704"/>
                  </a:lnTo>
                  <a:lnTo>
                    <a:pt x="0" y="5413"/>
                  </a:lnTo>
                  <a:lnTo>
                    <a:pt x="3537" y="3564"/>
                  </a:lnTo>
                  <a:lnTo>
                    <a:pt x="5279" y="100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h343"/>
            <p:cNvSpPr/>
            <p:nvPr/>
          </p:nvSpPr>
          <p:spPr>
            <a:xfrm>
              <a:off x="3571157" y="3653400"/>
              <a:ext cx="21942" cy="26945"/>
            </a:xfrm>
            <a:custGeom>
              <a:avLst/>
              <a:pathLst>
                <a:path w="21942" h="26945">
                  <a:moveTo>
                    <a:pt x="20082" y="57"/>
                  </a:moveTo>
                  <a:lnTo>
                    <a:pt x="21167" y="1407"/>
                  </a:lnTo>
                  <a:lnTo>
                    <a:pt x="21942" y="8961"/>
                  </a:lnTo>
                  <a:lnTo>
                    <a:pt x="18265" y="14073"/>
                  </a:lnTo>
                  <a:lnTo>
                    <a:pt x="17836" y="15664"/>
                  </a:lnTo>
                  <a:lnTo>
                    <a:pt x="18733" y="15980"/>
                  </a:lnTo>
                  <a:lnTo>
                    <a:pt x="18001" y="20448"/>
                  </a:lnTo>
                  <a:lnTo>
                    <a:pt x="13423" y="26514"/>
                  </a:lnTo>
                  <a:lnTo>
                    <a:pt x="12722" y="26945"/>
                  </a:lnTo>
                  <a:lnTo>
                    <a:pt x="0" y="16364"/>
                  </a:lnTo>
                  <a:lnTo>
                    <a:pt x="2868" y="11026"/>
                  </a:lnTo>
                  <a:lnTo>
                    <a:pt x="5703" y="2384"/>
                  </a:lnTo>
                  <a:lnTo>
                    <a:pt x="8421" y="5067"/>
                  </a:lnTo>
                  <a:lnTo>
                    <a:pt x="11738" y="5184"/>
                  </a:lnTo>
                  <a:lnTo>
                    <a:pt x="1828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h344"/>
            <p:cNvSpPr/>
            <p:nvPr/>
          </p:nvSpPr>
          <p:spPr>
            <a:xfrm>
              <a:off x="3456003" y="3364548"/>
              <a:ext cx="22050" cy="13620"/>
            </a:xfrm>
            <a:custGeom>
              <a:avLst/>
              <a:pathLst>
                <a:path w="22050" h="13620">
                  <a:moveTo>
                    <a:pt x="4254" y="1372"/>
                  </a:moveTo>
                  <a:lnTo>
                    <a:pt x="7046" y="1097"/>
                  </a:lnTo>
                  <a:lnTo>
                    <a:pt x="13475" y="2975"/>
                  </a:lnTo>
                  <a:lnTo>
                    <a:pt x="15450" y="4173"/>
                  </a:lnTo>
                  <a:lnTo>
                    <a:pt x="15137" y="6025"/>
                  </a:lnTo>
                  <a:lnTo>
                    <a:pt x="16293" y="8761"/>
                  </a:lnTo>
                  <a:lnTo>
                    <a:pt x="21231" y="8658"/>
                  </a:lnTo>
                  <a:lnTo>
                    <a:pt x="20472" y="10338"/>
                  </a:lnTo>
                  <a:lnTo>
                    <a:pt x="22050" y="11292"/>
                  </a:lnTo>
                  <a:lnTo>
                    <a:pt x="21742" y="11660"/>
                  </a:lnTo>
                  <a:lnTo>
                    <a:pt x="18848" y="13620"/>
                  </a:lnTo>
                  <a:lnTo>
                    <a:pt x="17153" y="12954"/>
                  </a:lnTo>
                  <a:lnTo>
                    <a:pt x="9740" y="8814"/>
                  </a:lnTo>
                  <a:lnTo>
                    <a:pt x="5644" y="11482"/>
                  </a:lnTo>
                  <a:lnTo>
                    <a:pt x="0" y="5277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h345"/>
            <p:cNvSpPr/>
            <p:nvPr/>
          </p:nvSpPr>
          <p:spPr>
            <a:xfrm>
              <a:off x="3352749" y="3313585"/>
              <a:ext cx="53396" cy="43175"/>
            </a:xfrm>
            <a:custGeom>
              <a:avLst/>
              <a:pathLst>
                <a:path w="53396" h="43175">
                  <a:moveTo>
                    <a:pt x="44772" y="1172"/>
                  </a:moveTo>
                  <a:lnTo>
                    <a:pt x="45748" y="5909"/>
                  </a:lnTo>
                  <a:lnTo>
                    <a:pt x="51744" y="12303"/>
                  </a:lnTo>
                  <a:lnTo>
                    <a:pt x="53396" y="12508"/>
                  </a:lnTo>
                  <a:lnTo>
                    <a:pt x="53206" y="13402"/>
                  </a:lnTo>
                  <a:lnTo>
                    <a:pt x="50467" y="13778"/>
                  </a:lnTo>
                  <a:lnTo>
                    <a:pt x="45677" y="13464"/>
                  </a:lnTo>
                  <a:lnTo>
                    <a:pt x="44982" y="15723"/>
                  </a:lnTo>
                  <a:lnTo>
                    <a:pt x="48890" y="22226"/>
                  </a:lnTo>
                  <a:lnTo>
                    <a:pt x="49276" y="30101"/>
                  </a:lnTo>
                  <a:lnTo>
                    <a:pt x="47138" y="32304"/>
                  </a:lnTo>
                  <a:lnTo>
                    <a:pt x="45628" y="35736"/>
                  </a:lnTo>
                  <a:lnTo>
                    <a:pt x="40780" y="37949"/>
                  </a:lnTo>
                  <a:lnTo>
                    <a:pt x="32229" y="34550"/>
                  </a:lnTo>
                  <a:lnTo>
                    <a:pt x="23411" y="34338"/>
                  </a:lnTo>
                  <a:lnTo>
                    <a:pt x="23718" y="36713"/>
                  </a:lnTo>
                  <a:lnTo>
                    <a:pt x="22289" y="41111"/>
                  </a:lnTo>
                  <a:lnTo>
                    <a:pt x="17780" y="43175"/>
                  </a:lnTo>
                  <a:lnTo>
                    <a:pt x="12560" y="42076"/>
                  </a:lnTo>
                  <a:lnTo>
                    <a:pt x="7475" y="39159"/>
                  </a:lnTo>
                  <a:lnTo>
                    <a:pt x="4611" y="38403"/>
                  </a:lnTo>
                  <a:lnTo>
                    <a:pt x="4016" y="38583"/>
                  </a:lnTo>
                  <a:lnTo>
                    <a:pt x="413" y="36612"/>
                  </a:lnTo>
                  <a:lnTo>
                    <a:pt x="0" y="35359"/>
                  </a:lnTo>
                  <a:lnTo>
                    <a:pt x="1036" y="33046"/>
                  </a:lnTo>
                  <a:lnTo>
                    <a:pt x="5238" y="31651"/>
                  </a:lnTo>
                  <a:lnTo>
                    <a:pt x="6115" y="27517"/>
                  </a:lnTo>
                  <a:lnTo>
                    <a:pt x="7580" y="24413"/>
                  </a:lnTo>
                  <a:lnTo>
                    <a:pt x="9279" y="22856"/>
                  </a:lnTo>
                  <a:lnTo>
                    <a:pt x="25376" y="19444"/>
                  </a:lnTo>
                  <a:lnTo>
                    <a:pt x="28211" y="14707"/>
                  </a:lnTo>
                  <a:lnTo>
                    <a:pt x="31838" y="11332"/>
                  </a:lnTo>
                  <a:lnTo>
                    <a:pt x="38062" y="1306"/>
                  </a:lnTo>
                  <a:lnTo>
                    <a:pt x="41282" y="1582"/>
                  </a:lnTo>
                  <a:lnTo>
                    <a:pt x="40908" y="284"/>
                  </a:lnTo>
                  <a:lnTo>
                    <a:pt x="4143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h346"/>
            <p:cNvSpPr/>
            <p:nvPr/>
          </p:nvSpPr>
          <p:spPr>
            <a:xfrm>
              <a:off x="3447285" y="3325195"/>
              <a:ext cx="20029" cy="22098"/>
            </a:xfrm>
            <a:custGeom>
              <a:avLst/>
              <a:pathLst>
                <a:path w="20029" h="22098">
                  <a:moveTo>
                    <a:pt x="8467" y="1427"/>
                  </a:moveTo>
                  <a:lnTo>
                    <a:pt x="10948" y="5797"/>
                  </a:lnTo>
                  <a:lnTo>
                    <a:pt x="10282" y="13396"/>
                  </a:lnTo>
                  <a:lnTo>
                    <a:pt x="12310" y="15897"/>
                  </a:lnTo>
                  <a:lnTo>
                    <a:pt x="16728" y="18835"/>
                  </a:lnTo>
                  <a:lnTo>
                    <a:pt x="19442" y="19083"/>
                  </a:lnTo>
                  <a:lnTo>
                    <a:pt x="20029" y="20277"/>
                  </a:lnTo>
                  <a:lnTo>
                    <a:pt x="18708" y="22098"/>
                  </a:lnTo>
                  <a:lnTo>
                    <a:pt x="15776" y="19525"/>
                  </a:lnTo>
                  <a:lnTo>
                    <a:pt x="9847" y="18267"/>
                  </a:lnTo>
                  <a:lnTo>
                    <a:pt x="9082" y="18919"/>
                  </a:lnTo>
                  <a:lnTo>
                    <a:pt x="8417" y="17241"/>
                  </a:lnTo>
                  <a:lnTo>
                    <a:pt x="5618" y="18391"/>
                  </a:lnTo>
                  <a:lnTo>
                    <a:pt x="4344" y="20124"/>
                  </a:lnTo>
                  <a:lnTo>
                    <a:pt x="1420" y="20455"/>
                  </a:lnTo>
                  <a:lnTo>
                    <a:pt x="60" y="19741"/>
                  </a:lnTo>
                  <a:lnTo>
                    <a:pt x="208" y="17365"/>
                  </a:lnTo>
                  <a:lnTo>
                    <a:pt x="4943" y="13124"/>
                  </a:lnTo>
                  <a:lnTo>
                    <a:pt x="5917" y="10092"/>
                  </a:lnTo>
                  <a:lnTo>
                    <a:pt x="2727" y="3746"/>
                  </a:lnTo>
                  <a:lnTo>
                    <a:pt x="0" y="622"/>
                  </a:lnTo>
                  <a:lnTo>
                    <a:pt x="2040" y="2013"/>
                  </a:lnTo>
                  <a:lnTo>
                    <a:pt x="4631" y="1944"/>
                  </a:lnTo>
                  <a:lnTo>
                    <a:pt x="5744" y="1826"/>
                  </a:lnTo>
                  <a:lnTo>
                    <a:pt x="599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h347"/>
            <p:cNvSpPr/>
            <p:nvPr/>
          </p:nvSpPr>
          <p:spPr>
            <a:xfrm>
              <a:off x="3532916" y="3531048"/>
              <a:ext cx="24385" cy="27761"/>
            </a:xfrm>
            <a:custGeom>
              <a:avLst/>
              <a:pathLst>
                <a:path w="24385" h="27761">
                  <a:moveTo>
                    <a:pt x="20507" y="267"/>
                  </a:moveTo>
                  <a:lnTo>
                    <a:pt x="19950" y="1777"/>
                  </a:lnTo>
                  <a:lnTo>
                    <a:pt x="17607" y="2334"/>
                  </a:lnTo>
                  <a:lnTo>
                    <a:pt x="16679" y="5124"/>
                  </a:lnTo>
                  <a:lnTo>
                    <a:pt x="17019" y="7146"/>
                  </a:lnTo>
                  <a:lnTo>
                    <a:pt x="21886" y="16860"/>
                  </a:lnTo>
                  <a:lnTo>
                    <a:pt x="24385" y="17298"/>
                  </a:lnTo>
                  <a:lnTo>
                    <a:pt x="24177" y="20842"/>
                  </a:lnTo>
                  <a:lnTo>
                    <a:pt x="22598" y="22603"/>
                  </a:lnTo>
                  <a:lnTo>
                    <a:pt x="19839" y="21712"/>
                  </a:lnTo>
                  <a:lnTo>
                    <a:pt x="12304" y="22906"/>
                  </a:lnTo>
                  <a:lnTo>
                    <a:pt x="10770" y="25056"/>
                  </a:lnTo>
                  <a:lnTo>
                    <a:pt x="7087" y="27761"/>
                  </a:lnTo>
                  <a:lnTo>
                    <a:pt x="6085" y="26389"/>
                  </a:lnTo>
                  <a:lnTo>
                    <a:pt x="3097" y="24194"/>
                  </a:lnTo>
                  <a:lnTo>
                    <a:pt x="447" y="18779"/>
                  </a:lnTo>
                  <a:lnTo>
                    <a:pt x="0" y="15106"/>
                  </a:lnTo>
                  <a:lnTo>
                    <a:pt x="1087" y="10947"/>
                  </a:lnTo>
                  <a:lnTo>
                    <a:pt x="6734" y="4694"/>
                  </a:lnTo>
                  <a:lnTo>
                    <a:pt x="8490" y="5631"/>
                  </a:lnTo>
                  <a:lnTo>
                    <a:pt x="14946" y="2418"/>
                  </a:lnTo>
                  <a:lnTo>
                    <a:pt x="1821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h348"/>
            <p:cNvSpPr/>
            <p:nvPr/>
          </p:nvSpPr>
          <p:spPr>
            <a:xfrm>
              <a:off x="3581861" y="3637940"/>
              <a:ext cx="5820" cy="5968"/>
            </a:xfrm>
            <a:custGeom>
              <a:avLst/>
              <a:pathLst>
                <a:path w="5820" h="5968">
                  <a:moveTo>
                    <a:pt x="4984" y="371"/>
                  </a:moveTo>
                  <a:lnTo>
                    <a:pt x="5820" y="5931"/>
                  </a:lnTo>
                  <a:lnTo>
                    <a:pt x="0" y="5968"/>
                  </a:lnTo>
                  <a:lnTo>
                    <a:pt x="194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h349"/>
            <p:cNvSpPr/>
            <p:nvPr/>
          </p:nvSpPr>
          <p:spPr>
            <a:xfrm>
              <a:off x="3472869" y="3408503"/>
              <a:ext cx="24240" cy="33121"/>
            </a:xfrm>
            <a:custGeom>
              <a:avLst/>
              <a:pathLst>
                <a:path w="24240" h="33121">
                  <a:moveTo>
                    <a:pt x="9111" y="6458"/>
                  </a:moveTo>
                  <a:lnTo>
                    <a:pt x="12260" y="7209"/>
                  </a:lnTo>
                  <a:lnTo>
                    <a:pt x="13141" y="10401"/>
                  </a:lnTo>
                  <a:lnTo>
                    <a:pt x="10842" y="16621"/>
                  </a:lnTo>
                  <a:lnTo>
                    <a:pt x="14624" y="22449"/>
                  </a:lnTo>
                  <a:lnTo>
                    <a:pt x="18838" y="24777"/>
                  </a:lnTo>
                  <a:lnTo>
                    <a:pt x="24240" y="30106"/>
                  </a:lnTo>
                  <a:lnTo>
                    <a:pt x="20935" y="32964"/>
                  </a:lnTo>
                  <a:lnTo>
                    <a:pt x="17547" y="33121"/>
                  </a:lnTo>
                  <a:lnTo>
                    <a:pt x="13055" y="29753"/>
                  </a:lnTo>
                  <a:lnTo>
                    <a:pt x="10795" y="30814"/>
                  </a:lnTo>
                  <a:lnTo>
                    <a:pt x="4262" y="21254"/>
                  </a:lnTo>
                  <a:lnTo>
                    <a:pt x="2723" y="20622"/>
                  </a:lnTo>
                  <a:lnTo>
                    <a:pt x="1877" y="19173"/>
                  </a:lnTo>
                  <a:lnTo>
                    <a:pt x="2143" y="14198"/>
                  </a:lnTo>
                  <a:lnTo>
                    <a:pt x="176" y="11122"/>
                  </a:lnTo>
                  <a:lnTo>
                    <a:pt x="0" y="8955"/>
                  </a:lnTo>
                  <a:lnTo>
                    <a:pt x="399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h350"/>
            <p:cNvSpPr/>
            <p:nvPr/>
          </p:nvSpPr>
          <p:spPr>
            <a:xfrm>
              <a:off x="3571696" y="3494889"/>
              <a:ext cx="40610" cy="40360"/>
            </a:xfrm>
            <a:custGeom>
              <a:avLst/>
              <a:pathLst>
                <a:path w="40610" h="40360">
                  <a:moveTo>
                    <a:pt x="8701" y="0"/>
                  </a:moveTo>
                  <a:lnTo>
                    <a:pt x="12588" y="1307"/>
                  </a:lnTo>
                  <a:lnTo>
                    <a:pt x="22668" y="9818"/>
                  </a:lnTo>
                  <a:lnTo>
                    <a:pt x="27963" y="10512"/>
                  </a:lnTo>
                  <a:lnTo>
                    <a:pt x="33458" y="9369"/>
                  </a:lnTo>
                  <a:lnTo>
                    <a:pt x="40267" y="14793"/>
                  </a:lnTo>
                  <a:lnTo>
                    <a:pt x="40610" y="17700"/>
                  </a:lnTo>
                  <a:lnTo>
                    <a:pt x="38793" y="18458"/>
                  </a:lnTo>
                  <a:lnTo>
                    <a:pt x="38205" y="20383"/>
                  </a:lnTo>
                  <a:lnTo>
                    <a:pt x="38800" y="21501"/>
                  </a:lnTo>
                  <a:lnTo>
                    <a:pt x="40095" y="21896"/>
                  </a:lnTo>
                  <a:lnTo>
                    <a:pt x="32462" y="37755"/>
                  </a:lnTo>
                  <a:lnTo>
                    <a:pt x="29944" y="36755"/>
                  </a:lnTo>
                  <a:lnTo>
                    <a:pt x="19886" y="37766"/>
                  </a:lnTo>
                  <a:lnTo>
                    <a:pt x="17996" y="39711"/>
                  </a:lnTo>
                  <a:lnTo>
                    <a:pt x="12307" y="40360"/>
                  </a:lnTo>
                  <a:lnTo>
                    <a:pt x="1832" y="31908"/>
                  </a:lnTo>
                  <a:lnTo>
                    <a:pt x="2238" y="29311"/>
                  </a:lnTo>
                  <a:lnTo>
                    <a:pt x="0" y="24251"/>
                  </a:lnTo>
                  <a:lnTo>
                    <a:pt x="1071" y="19091"/>
                  </a:lnTo>
                  <a:lnTo>
                    <a:pt x="4489" y="13250"/>
                  </a:lnTo>
                  <a:lnTo>
                    <a:pt x="3595" y="10503"/>
                  </a:lnTo>
                  <a:lnTo>
                    <a:pt x="5374" y="4493"/>
                  </a:lnTo>
                  <a:lnTo>
                    <a:pt x="8372" y="1937"/>
                  </a:lnTo>
                  <a:lnTo>
                    <a:pt x="6716" y="9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h351"/>
            <p:cNvSpPr/>
            <p:nvPr/>
          </p:nvSpPr>
          <p:spPr>
            <a:xfrm>
              <a:off x="1829621" y="1984545"/>
              <a:ext cx="96016" cy="66035"/>
            </a:xfrm>
            <a:custGeom>
              <a:avLst/>
              <a:pathLst>
                <a:path w="96016" h="66035">
                  <a:moveTo>
                    <a:pt x="63406" y="2226"/>
                  </a:moveTo>
                  <a:lnTo>
                    <a:pt x="74219" y="6689"/>
                  </a:lnTo>
                  <a:lnTo>
                    <a:pt x="86993" y="13769"/>
                  </a:lnTo>
                  <a:lnTo>
                    <a:pt x="89405" y="18818"/>
                  </a:lnTo>
                  <a:lnTo>
                    <a:pt x="90223" y="23118"/>
                  </a:lnTo>
                  <a:lnTo>
                    <a:pt x="87097" y="22906"/>
                  </a:lnTo>
                  <a:lnTo>
                    <a:pt x="88444" y="24929"/>
                  </a:lnTo>
                  <a:lnTo>
                    <a:pt x="92278" y="26777"/>
                  </a:lnTo>
                  <a:lnTo>
                    <a:pt x="93563" y="32805"/>
                  </a:lnTo>
                  <a:lnTo>
                    <a:pt x="96004" y="35360"/>
                  </a:lnTo>
                  <a:lnTo>
                    <a:pt x="96016" y="37847"/>
                  </a:lnTo>
                  <a:lnTo>
                    <a:pt x="94485" y="41116"/>
                  </a:lnTo>
                  <a:lnTo>
                    <a:pt x="93454" y="46004"/>
                  </a:lnTo>
                  <a:lnTo>
                    <a:pt x="92698" y="51044"/>
                  </a:lnTo>
                  <a:lnTo>
                    <a:pt x="92279" y="51491"/>
                  </a:lnTo>
                  <a:lnTo>
                    <a:pt x="81980" y="49469"/>
                  </a:lnTo>
                  <a:lnTo>
                    <a:pt x="84937" y="55832"/>
                  </a:lnTo>
                  <a:lnTo>
                    <a:pt x="83011" y="55697"/>
                  </a:lnTo>
                  <a:lnTo>
                    <a:pt x="77620" y="58258"/>
                  </a:lnTo>
                  <a:lnTo>
                    <a:pt x="69725" y="55203"/>
                  </a:lnTo>
                  <a:lnTo>
                    <a:pt x="71230" y="51184"/>
                  </a:lnTo>
                  <a:lnTo>
                    <a:pt x="68980" y="47672"/>
                  </a:lnTo>
                  <a:lnTo>
                    <a:pt x="58284" y="53434"/>
                  </a:lnTo>
                  <a:lnTo>
                    <a:pt x="59683" y="59159"/>
                  </a:lnTo>
                  <a:lnTo>
                    <a:pt x="55972" y="65122"/>
                  </a:lnTo>
                  <a:lnTo>
                    <a:pt x="54181" y="66035"/>
                  </a:lnTo>
                  <a:lnTo>
                    <a:pt x="52098" y="64558"/>
                  </a:lnTo>
                  <a:lnTo>
                    <a:pt x="50282" y="61613"/>
                  </a:lnTo>
                  <a:lnTo>
                    <a:pt x="51337" y="59599"/>
                  </a:lnTo>
                  <a:lnTo>
                    <a:pt x="48251" y="57192"/>
                  </a:lnTo>
                  <a:lnTo>
                    <a:pt x="42540" y="58198"/>
                  </a:lnTo>
                  <a:lnTo>
                    <a:pt x="34408" y="51375"/>
                  </a:lnTo>
                  <a:lnTo>
                    <a:pt x="30914" y="50780"/>
                  </a:lnTo>
                  <a:lnTo>
                    <a:pt x="30437" y="58270"/>
                  </a:lnTo>
                  <a:lnTo>
                    <a:pt x="31578" y="62446"/>
                  </a:lnTo>
                  <a:lnTo>
                    <a:pt x="30188" y="64368"/>
                  </a:lnTo>
                  <a:lnTo>
                    <a:pt x="27554" y="63295"/>
                  </a:lnTo>
                  <a:lnTo>
                    <a:pt x="22893" y="64346"/>
                  </a:lnTo>
                  <a:lnTo>
                    <a:pt x="17081" y="59224"/>
                  </a:lnTo>
                  <a:lnTo>
                    <a:pt x="11386" y="57334"/>
                  </a:lnTo>
                  <a:lnTo>
                    <a:pt x="10607" y="51511"/>
                  </a:lnTo>
                  <a:lnTo>
                    <a:pt x="15288" y="49774"/>
                  </a:lnTo>
                  <a:lnTo>
                    <a:pt x="18435" y="49657"/>
                  </a:lnTo>
                  <a:lnTo>
                    <a:pt x="20063" y="47713"/>
                  </a:lnTo>
                  <a:lnTo>
                    <a:pt x="19792" y="45724"/>
                  </a:lnTo>
                  <a:lnTo>
                    <a:pt x="18251" y="42568"/>
                  </a:lnTo>
                  <a:lnTo>
                    <a:pt x="16616" y="41619"/>
                  </a:lnTo>
                  <a:lnTo>
                    <a:pt x="8960" y="41088"/>
                  </a:lnTo>
                  <a:lnTo>
                    <a:pt x="10447" y="37544"/>
                  </a:lnTo>
                  <a:lnTo>
                    <a:pt x="0" y="30413"/>
                  </a:lnTo>
                  <a:lnTo>
                    <a:pt x="1288" y="26358"/>
                  </a:lnTo>
                  <a:lnTo>
                    <a:pt x="3229" y="24580"/>
                  </a:lnTo>
                  <a:lnTo>
                    <a:pt x="11433" y="23984"/>
                  </a:lnTo>
                  <a:lnTo>
                    <a:pt x="12788" y="22905"/>
                  </a:lnTo>
                  <a:lnTo>
                    <a:pt x="13011" y="20392"/>
                  </a:lnTo>
                  <a:lnTo>
                    <a:pt x="10663" y="17118"/>
                  </a:lnTo>
                  <a:lnTo>
                    <a:pt x="8702" y="18316"/>
                  </a:lnTo>
                  <a:lnTo>
                    <a:pt x="5927" y="18577"/>
                  </a:lnTo>
                  <a:lnTo>
                    <a:pt x="2782" y="14358"/>
                  </a:lnTo>
                  <a:lnTo>
                    <a:pt x="4116" y="12022"/>
                  </a:lnTo>
                  <a:lnTo>
                    <a:pt x="12877" y="10229"/>
                  </a:lnTo>
                  <a:lnTo>
                    <a:pt x="11229" y="4404"/>
                  </a:lnTo>
                  <a:lnTo>
                    <a:pt x="22214" y="0"/>
                  </a:lnTo>
                  <a:lnTo>
                    <a:pt x="24784" y="6975"/>
                  </a:lnTo>
                  <a:lnTo>
                    <a:pt x="31379" y="8149"/>
                  </a:lnTo>
                  <a:lnTo>
                    <a:pt x="35475" y="10850"/>
                  </a:lnTo>
                  <a:lnTo>
                    <a:pt x="36796" y="8513"/>
                  </a:lnTo>
                  <a:lnTo>
                    <a:pt x="34214" y="6259"/>
                  </a:lnTo>
                  <a:lnTo>
                    <a:pt x="34412" y="4034"/>
                  </a:lnTo>
                  <a:lnTo>
                    <a:pt x="36560" y="2766"/>
                  </a:lnTo>
                  <a:lnTo>
                    <a:pt x="37405" y="5877"/>
                  </a:lnTo>
                  <a:lnTo>
                    <a:pt x="38451" y="6731"/>
                  </a:lnTo>
                  <a:lnTo>
                    <a:pt x="46422" y="7629"/>
                  </a:lnTo>
                  <a:lnTo>
                    <a:pt x="47995" y="9332"/>
                  </a:lnTo>
                  <a:lnTo>
                    <a:pt x="51564" y="7905"/>
                  </a:lnTo>
                  <a:lnTo>
                    <a:pt x="53828" y="2861"/>
                  </a:lnTo>
                  <a:lnTo>
                    <a:pt x="57347" y="3514"/>
                  </a:lnTo>
                  <a:lnTo>
                    <a:pt x="59530" y="380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h352"/>
            <p:cNvSpPr/>
            <p:nvPr/>
          </p:nvSpPr>
          <p:spPr>
            <a:xfrm>
              <a:off x="1643508" y="1812462"/>
              <a:ext cx="38524" cy="43837"/>
            </a:xfrm>
            <a:custGeom>
              <a:avLst/>
              <a:pathLst>
                <a:path w="38524" h="43837">
                  <a:moveTo>
                    <a:pt x="18810" y="0"/>
                  </a:moveTo>
                  <a:lnTo>
                    <a:pt x="24061" y="912"/>
                  </a:lnTo>
                  <a:lnTo>
                    <a:pt x="25841" y="2686"/>
                  </a:lnTo>
                  <a:lnTo>
                    <a:pt x="33072" y="4355"/>
                  </a:lnTo>
                  <a:lnTo>
                    <a:pt x="35359" y="5619"/>
                  </a:lnTo>
                  <a:lnTo>
                    <a:pt x="35043" y="6500"/>
                  </a:lnTo>
                  <a:lnTo>
                    <a:pt x="32914" y="7524"/>
                  </a:lnTo>
                  <a:lnTo>
                    <a:pt x="33740" y="8838"/>
                  </a:lnTo>
                  <a:lnTo>
                    <a:pt x="35535" y="11266"/>
                  </a:lnTo>
                  <a:lnTo>
                    <a:pt x="38524" y="12622"/>
                  </a:lnTo>
                  <a:lnTo>
                    <a:pt x="34289" y="15892"/>
                  </a:lnTo>
                  <a:lnTo>
                    <a:pt x="33170" y="23979"/>
                  </a:lnTo>
                  <a:lnTo>
                    <a:pt x="27256" y="33294"/>
                  </a:lnTo>
                  <a:lnTo>
                    <a:pt x="14297" y="40587"/>
                  </a:lnTo>
                  <a:lnTo>
                    <a:pt x="12842" y="43837"/>
                  </a:lnTo>
                  <a:lnTo>
                    <a:pt x="10069" y="43506"/>
                  </a:lnTo>
                  <a:lnTo>
                    <a:pt x="10572" y="37210"/>
                  </a:lnTo>
                  <a:lnTo>
                    <a:pt x="6621" y="40833"/>
                  </a:lnTo>
                  <a:lnTo>
                    <a:pt x="3212" y="42195"/>
                  </a:lnTo>
                  <a:lnTo>
                    <a:pt x="4166" y="36675"/>
                  </a:lnTo>
                  <a:lnTo>
                    <a:pt x="954" y="24864"/>
                  </a:lnTo>
                  <a:lnTo>
                    <a:pt x="1851" y="22129"/>
                  </a:lnTo>
                  <a:lnTo>
                    <a:pt x="2019" y="17499"/>
                  </a:lnTo>
                  <a:lnTo>
                    <a:pt x="0" y="16013"/>
                  </a:lnTo>
                  <a:lnTo>
                    <a:pt x="5651" y="8078"/>
                  </a:lnTo>
                  <a:lnTo>
                    <a:pt x="6752" y="8477"/>
                  </a:lnTo>
                  <a:lnTo>
                    <a:pt x="5524" y="12235"/>
                  </a:lnTo>
                  <a:lnTo>
                    <a:pt x="11254" y="12146"/>
                  </a:lnTo>
                  <a:lnTo>
                    <a:pt x="9219" y="640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h353"/>
            <p:cNvSpPr/>
            <p:nvPr/>
          </p:nvSpPr>
          <p:spPr>
            <a:xfrm>
              <a:off x="1903841" y="1976112"/>
              <a:ext cx="46280" cy="58085"/>
            </a:xfrm>
            <a:custGeom>
              <a:avLst/>
              <a:pathLst>
                <a:path w="46280" h="58085">
                  <a:moveTo>
                    <a:pt x="35560" y="3603"/>
                  </a:moveTo>
                  <a:lnTo>
                    <a:pt x="36296" y="1246"/>
                  </a:lnTo>
                  <a:lnTo>
                    <a:pt x="39395" y="5217"/>
                  </a:lnTo>
                  <a:lnTo>
                    <a:pt x="35604" y="10885"/>
                  </a:lnTo>
                  <a:lnTo>
                    <a:pt x="40396" y="13341"/>
                  </a:lnTo>
                  <a:lnTo>
                    <a:pt x="36007" y="14764"/>
                  </a:lnTo>
                  <a:lnTo>
                    <a:pt x="36277" y="24577"/>
                  </a:lnTo>
                  <a:lnTo>
                    <a:pt x="41378" y="31592"/>
                  </a:lnTo>
                  <a:lnTo>
                    <a:pt x="46280" y="33203"/>
                  </a:lnTo>
                  <a:lnTo>
                    <a:pt x="46191" y="38990"/>
                  </a:lnTo>
                  <a:lnTo>
                    <a:pt x="45540" y="41192"/>
                  </a:lnTo>
                  <a:lnTo>
                    <a:pt x="41288" y="42693"/>
                  </a:lnTo>
                  <a:lnTo>
                    <a:pt x="37423" y="48014"/>
                  </a:lnTo>
                  <a:lnTo>
                    <a:pt x="37699" y="48835"/>
                  </a:lnTo>
                  <a:lnTo>
                    <a:pt x="36231" y="49269"/>
                  </a:lnTo>
                  <a:lnTo>
                    <a:pt x="36865" y="52919"/>
                  </a:lnTo>
                  <a:lnTo>
                    <a:pt x="35856" y="55229"/>
                  </a:lnTo>
                  <a:lnTo>
                    <a:pt x="32869" y="57919"/>
                  </a:lnTo>
                  <a:lnTo>
                    <a:pt x="30975" y="58085"/>
                  </a:lnTo>
                  <a:lnTo>
                    <a:pt x="20997" y="54171"/>
                  </a:lnTo>
                  <a:lnTo>
                    <a:pt x="19234" y="54437"/>
                  </a:lnTo>
                  <a:lnTo>
                    <a:pt x="20266" y="49549"/>
                  </a:lnTo>
                  <a:lnTo>
                    <a:pt x="21796" y="46280"/>
                  </a:lnTo>
                  <a:lnTo>
                    <a:pt x="21784" y="43793"/>
                  </a:lnTo>
                  <a:lnTo>
                    <a:pt x="19343" y="41238"/>
                  </a:lnTo>
                  <a:lnTo>
                    <a:pt x="18058" y="35210"/>
                  </a:lnTo>
                  <a:lnTo>
                    <a:pt x="14224" y="33362"/>
                  </a:lnTo>
                  <a:lnTo>
                    <a:pt x="12877" y="31339"/>
                  </a:lnTo>
                  <a:lnTo>
                    <a:pt x="16004" y="31551"/>
                  </a:lnTo>
                  <a:lnTo>
                    <a:pt x="15185" y="27251"/>
                  </a:lnTo>
                  <a:lnTo>
                    <a:pt x="12773" y="22202"/>
                  </a:lnTo>
                  <a:lnTo>
                    <a:pt x="0" y="15122"/>
                  </a:lnTo>
                  <a:lnTo>
                    <a:pt x="4944" y="10346"/>
                  </a:lnTo>
                  <a:lnTo>
                    <a:pt x="26467" y="9251"/>
                  </a:lnTo>
                  <a:lnTo>
                    <a:pt x="29601" y="6915"/>
                  </a:lnTo>
                  <a:lnTo>
                    <a:pt x="29487" y="3752"/>
                  </a:lnTo>
                  <a:lnTo>
                    <a:pt x="30836" y="1458"/>
                  </a:lnTo>
                  <a:lnTo>
                    <a:pt x="3313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h354"/>
            <p:cNvSpPr/>
            <p:nvPr/>
          </p:nvSpPr>
          <p:spPr>
            <a:xfrm>
              <a:off x="1781877" y="2021312"/>
              <a:ext cx="67808" cy="40994"/>
            </a:xfrm>
            <a:custGeom>
              <a:avLst/>
              <a:pathLst>
                <a:path w="67808" h="40994">
                  <a:moveTo>
                    <a:pt x="31750" y="783"/>
                  </a:moveTo>
                  <a:lnTo>
                    <a:pt x="35939" y="5135"/>
                  </a:lnTo>
                  <a:lnTo>
                    <a:pt x="37909" y="6018"/>
                  </a:lnTo>
                  <a:lnTo>
                    <a:pt x="49087" y="6986"/>
                  </a:lnTo>
                  <a:lnTo>
                    <a:pt x="48901" y="2911"/>
                  </a:lnTo>
                  <a:lnTo>
                    <a:pt x="50180" y="765"/>
                  </a:lnTo>
                  <a:lnTo>
                    <a:pt x="53618" y="2140"/>
                  </a:lnTo>
                  <a:lnTo>
                    <a:pt x="56489" y="4834"/>
                  </a:lnTo>
                  <a:lnTo>
                    <a:pt x="56704" y="4321"/>
                  </a:lnTo>
                  <a:lnTo>
                    <a:pt x="64360" y="4851"/>
                  </a:lnTo>
                  <a:lnTo>
                    <a:pt x="65996" y="5800"/>
                  </a:lnTo>
                  <a:lnTo>
                    <a:pt x="67537" y="8956"/>
                  </a:lnTo>
                  <a:lnTo>
                    <a:pt x="67808" y="10946"/>
                  </a:lnTo>
                  <a:lnTo>
                    <a:pt x="66180" y="12889"/>
                  </a:lnTo>
                  <a:lnTo>
                    <a:pt x="63033" y="13006"/>
                  </a:lnTo>
                  <a:lnTo>
                    <a:pt x="58351" y="14743"/>
                  </a:lnTo>
                  <a:lnTo>
                    <a:pt x="59131" y="20567"/>
                  </a:lnTo>
                  <a:lnTo>
                    <a:pt x="59466" y="27114"/>
                  </a:lnTo>
                  <a:lnTo>
                    <a:pt x="61300" y="33788"/>
                  </a:lnTo>
                  <a:lnTo>
                    <a:pt x="56050" y="37434"/>
                  </a:lnTo>
                  <a:lnTo>
                    <a:pt x="52463" y="38378"/>
                  </a:lnTo>
                  <a:lnTo>
                    <a:pt x="50555" y="38108"/>
                  </a:lnTo>
                  <a:lnTo>
                    <a:pt x="46766" y="36256"/>
                  </a:lnTo>
                  <a:lnTo>
                    <a:pt x="42406" y="35633"/>
                  </a:lnTo>
                  <a:lnTo>
                    <a:pt x="39633" y="36286"/>
                  </a:lnTo>
                  <a:lnTo>
                    <a:pt x="41232" y="39371"/>
                  </a:lnTo>
                  <a:lnTo>
                    <a:pt x="38720" y="40994"/>
                  </a:lnTo>
                  <a:lnTo>
                    <a:pt x="32993" y="37710"/>
                  </a:lnTo>
                  <a:lnTo>
                    <a:pt x="27075" y="35982"/>
                  </a:lnTo>
                  <a:lnTo>
                    <a:pt x="18284" y="38715"/>
                  </a:lnTo>
                  <a:lnTo>
                    <a:pt x="14656" y="38901"/>
                  </a:lnTo>
                  <a:lnTo>
                    <a:pt x="11414" y="37789"/>
                  </a:lnTo>
                  <a:lnTo>
                    <a:pt x="9159" y="38471"/>
                  </a:lnTo>
                  <a:lnTo>
                    <a:pt x="10911" y="33678"/>
                  </a:lnTo>
                  <a:lnTo>
                    <a:pt x="5776" y="32341"/>
                  </a:lnTo>
                  <a:lnTo>
                    <a:pt x="1788" y="34138"/>
                  </a:lnTo>
                  <a:lnTo>
                    <a:pt x="0" y="32966"/>
                  </a:lnTo>
                  <a:lnTo>
                    <a:pt x="183" y="31895"/>
                  </a:lnTo>
                  <a:lnTo>
                    <a:pt x="3059" y="31045"/>
                  </a:lnTo>
                  <a:lnTo>
                    <a:pt x="3917" y="31375"/>
                  </a:lnTo>
                  <a:lnTo>
                    <a:pt x="4821" y="24301"/>
                  </a:lnTo>
                  <a:lnTo>
                    <a:pt x="7942" y="28555"/>
                  </a:lnTo>
                  <a:lnTo>
                    <a:pt x="8516" y="28840"/>
                  </a:lnTo>
                  <a:lnTo>
                    <a:pt x="9501" y="27191"/>
                  </a:lnTo>
                  <a:lnTo>
                    <a:pt x="7994" y="19137"/>
                  </a:lnTo>
                  <a:lnTo>
                    <a:pt x="12431" y="15981"/>
                  </a:lnTo>
                  <a:lnTo>
                    <a:pt x="15134" y="8901"/>
                  </a:lnTo>
                  <a:lnTo>
                    <a:pt x="17355" y="9899"/>
                  </a:lnTo>
                  <a:lnTo>
                    <a:pt x="20293" y="15287"/>
                  </a:lnTo>
                  <a:lnTo>
                    <a:pt x="23025" y="15783"/>
                  </a:lnTo>
                  <a:lnTo>
                    <a:pt x="19242" y="9809"/>
                  </a:lnTo>
                  <a:lnTo>
                    <a:pt x="29642" y="5945"/>
                  </a:lnTo>
                  <a:lnTo>
                    <a:pt x="2835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h355"/>
            <p:cNvSpPr/>
            <p:nvPr/>
          </p:nvSpPr>
          <p:spPr>
            <a:xfrm>
              <a:off x="1757400" y="1777761"/>
              <a:ext cx="68020" cy="113594"/>
            </a:xfrm>
            <a:custGeom>
              <a:avLst/>
              <a:pathLst>
                <a:path w="68020" h="113594">
                  <a:moveTo>
                    <a:pt x="27570" y="2708"/>
                  </a:moveTo>
                  <a:lnTo>
                    <a:pt x="29155" y="6325"/>
                  </a:lnTo>
                  <a:lnTo>
                    <a:pt x="32032" y="9052"/>
                  </a:lnTo>
                  <a:lnTo>
                    <a:pt x="37605" y="11416"/>
                  </a:lnTo>
                  <a:lnTo>
                    <a:pt x="39673" y="10898"/>
                  </a:lnTo>
                  <a:lnTo>
                    <a:pt x="41179" y="9021"/>
                  </a:lnTo>
                  <a:lnTo>
                    <a:pt x="40080" y="15625"/>
                  </a:lnTo>
                  <a:lnTo>
                    <a:pt x="36779" y="19652"/>
                  </a:lnTo>
                  <a:lnTo>
                    <a:pt x="35072" y="20500"/>
                  </a:lnTo>
                  <a:lnTo>
                    <a:pt x="32231" y="25619"/>
                  </a:lnTo>
                  <a:lnTo>
                    <a:pt x="34015" y="31195"/>
                  </a:lnTo>
                  <a:lnTo>
                    <a:pt x="34402" y="54825"/>
                  </a:lnTo>
                  <a:lnTo>
                    <a:pt x="33687" y="65250"/>
                  </a:lnTo>
                  <a:lnTo>
                    <a:pt x="35798" y="68692"/>
                  </a:lnTo>
                  <a:lnTo>
                    <a:pt x="48127" y="66481"/>
                  </a:lnTo>
                  <a:lnTo>
                    <a:pt x="55122" y="73794"/>
                  </a:lnTo>
                  <a:lnTo>
                    <a:pt x="54992" y="75064"/>
                  </a:lnTo>
                  <a:lnTo>
                    <a:pt x="53511" y="74648"/>
                  </a:lnTo>
                  <a:lnTo>
                    <a:pt x="52481" y="75576"/>
                  </a:lnTo>
                  <a:lnTo>
                    <a:pt x="55301" y="81541"/>
                  </a:lnTo>
                  <a:lnTo>
                    <a:pt x="60329" y="87796"/>
                  </a:lnTo>
                  <a:lnTo>
                    <a:pt x="65801" y="91923"/>
                  </a:lnTo>
                  <a:lnTo>
                    <a:pt x="68020" y="95674"/>
                  </a:lnTo>
                  <a:lnTo>
                    <a:pt x="64449" y="96914"/>
                  </a:lnTo>
                  <a:lnTo>
                    <a:pt x="63407" y="99588"/>
                  </a:lnTo>
                  <a:lnTo>
                    <a:pt x="65478" y="104734"/>
                  </a:lnTo>
                  <a:lnTo>
                    <a:pt x="66908" y="112664"/>
                  </a:lnTo>
                  <a:lnTo>
                    <a:pt x="65587" y="113497"/>
                  </a:lnTo>
                  <a:lnTo>
                    <a:pt x="63227" y="113145"/>
                  </a:lnTo>
                  <a:lnTo>
                    <a:pt x="58815" y="109797"/>
                  </a:lnTo>
                  <a:lnTo>
                    <a:pt x="51225" y="109984"/>
                  </a:lnTo>
                  <a:lnTo>
                    <a:pt x="46645" y="111221"/>
                  </a:lnTo>
                  <a:lnTo>
                    <a:pt x="46978" y="112985"/>
                  </a:lnTo>
                  <a:lnTo>
                    <a:pt x="43191" y="113594"/>
                  </a:lnTo>
                  <a:lnTo>
                    <a:pt x="41671" y="110206"/>
                  </a:lnTo>
                  <a:lnTo>
                    <a:pt x="38330" y="113435"/>
                  </a:lnTo>
                  <a:lnTo>
                    <a:pt x="33605" y="105835"/>
                  </a:lnTo>
                  <a:lnTo>
                    <a:pt x="33328" y="103636"/>
                  </a:lnTo>
                  <a:lnTo>
                    <a:pt x="34251" y="101230"/>
                  </a:lnTo>
                  <a:lnTo>
                    <a:pt x="33719" y="98216"/>
                  </a:lnTo>
                  <a:lnTo>
                    <a:pt x="29479" y="91994"/>
                  </a:lnTo>
                  <a:lnTo>
                    <a:pt x="22232" y="86205"/>
                  </a:lnTo>
                  <a:lnTo>
                    <a:pt x="18846" y="86545"/>
                  </a:lnTo>
                  <a:lnTo>
                    <a:pt x="17191" y="85697"/>
                  </a:lnTo>
                  <a:lnTo>
                    <a:pt x="14194" y="80904"/>
                  </a:lnTo>
                  <a:lnTo>
                    <a:pt x="11994" y="70615"/>
                  </a:lnTo>
                  <a:lnTo>
                    <a:pt x="8999" y="67601"/>
                  </a:lnTo>
                  <a:lnTo>
                    <a:pt x="7027" y="67020"/>
                  </a:lnTo>
                  <a:lnTo>
                    <a:pt x="5372" y="68409"/>
                  </a:lnTo>
                  <a:lnTo>
                    <a:pt x="0" y="66731"/>
                  </a:lnTo>
                  <a:lnTo>
                    <a:pt x="3990" y="60969"/>
                  </a:lnTo>
                  <a:lnTo>
                    <a:pt x="7919" y="59044"/>
                  </a:lnTo>
                  <a:lnTo>
                    <a:pt x="9315" y="55670"/>
                  </a:lnTo>
                  <a:lnTo>
                    <a:pt x="5098" y="50538"/>
                  </a:lnTo>
                  <a:lnTo>
                    <a:pt x="5840" y="46461"/>
                  </a:lnTo>
                  <a:lnTo>
                    <a:pt x="7283" y="45861"/>
                  </a:lnTo>
                  <a:lnTo>
                    <a:pt x="14865" y="47462"/>
                  </a:lnTo>
                  <a:lnTo>
                    <a:pt x="15711" y="43384"/>
                  </a:lnTo>
                  <a:lnTo>
                    <a:pt x="14025" y="42193"/>
                  </a:lnTo>
                  <a:lnTo>
                    <a:pt x="14087" y="31752"/>
                  </a:lnTo>
                  <a:lnTo>
                    <a:pt x="8200" y="30030"/>
                  </a:lnTo>
                  <a:lnTo>
                    <a:pt x="13108" y="19036"/>
                  </a:lnTo>
                  <a:lnTo>
                    <a:pt x="10920" y="17235"/>
                  </a:lnTo>
                  <a:lnTo>
                    <a:pt x="9714" y="16253"/>
                  </a:lnTo>
                  <a:lnTo>
                    <a:pt x="9610" y="7815"/>
                  </a:lnTo>
                  <a:lnTo>
                    <a:pt x="16267" y="7808"/>
                  </a:lnTo>
                  <a:lnTo>
                    <a:pt x="14766" y="1310"/>
                  </a:lnTo>
                  <a:lnTo>
                    <a:pt x="9345" y="1601"/>
                  </a:lnTo>
                  <a:lnTo>
                    <a:pt x="9393" y="248"/>
                  </a:lnTo>
                  <a:lnTo>
                    <a:pt x="2302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h356"/>
            <p:cNvSpPr/>
            <p:nvPr/>
          </p:nvSpPr>
          <p:spPr>
            <a:xfrm>
              <a:off x="1713879" y="1896264"/>
              <a:ext cx="81037" cy="44667"/>
            </a:xfrm>
            <a:custGeom>
              <a:avLst/>
              <a:pathLst>
                <a:path w="81037" h="44667">
                  <a:moveTo>
                    <a:pt x="68314" y="0"/>
                  </a:moveTo>
                  <a:lnTo>
                    <a:pt x="69193" y="3202"/>
                  </a:lnTo>
                  <a:lnTo>
                    <a:pt x="67737" y="7488"/>
                  </a:lnTo>
                  <a:lnTo>
                    <a:pt x="64751" y="6322"/>
                  </a:lnTo>
                  <a:lnTo>
                    <a:pt x="65652" y="4619"/>
                  </a:lnTo>
                  <a:lnTo>
                    <a:pt x="65021" y="2469"/>
                  </a:lnTo>
                  <a:lnTo>
                    <a:pt x="61601" y="4131"/>
                  </a:lnTo>
                  <a:lnTo>
                    <a:pt x="63691" y="7581"/>
                  </a:lnTo>
                  <a:lnTo>
                    <a:pt x="58520" y="7554"/>
                  </a:lnTo>
                  <a:lnTo>
                    <a:pt x="57789" y="10119"/>
                  </a:lnTo>
                  <a:lnTo>
                    <a:pt x="61222" y="13466"/>
                  </a:lnTo>
                  <a:lnTo>
                    <a:pt x="63659" y="11304"/>
                  </a:lnTo>
                  <a:lnTo>
                    <a:pt x="73969" y="13692"/>
                  </a:lnTo>
                  <a:lnTo>
                    <a:pt x="73722" y="14713"/>
                  </a:lnTo>
                  <a:lnTo>
                    <a:pt x="72598" y="14298"/>
                  </a:lnTo>
                  <a:lnTo>
                    <a:pt x="68782" y="18833"/>
                  </a:lnTo>
                  <a:lnTo>
                    <a:pt x="68571" y="23274"/>
                  </a:lnTo>
                  <a:lnTo>
                    <a:pt x="77778" y="26390"/>
                  </a:lnTo>
                  <a:lnTo>
                    <a:pt x="78900" y="26737"/>
                  </a:lnTo>
                  <a:lnTo>
                    <a:pt x="81037" y="33354"/>
                  </a:lnTo>
                  <a:lnTo>
                    <a:pt x="75411" y="39710"/>
                  </a:lnTo>
                  <a:lnTo>
                    <a:pt x="69574" y="33779"/>
                  </a:lnTo>
                  <a:lnTo>
                    <a:pt x="69204" y="44667"/>
                  </a:lnTo>
                  <a:lnTo>
                    <a:pt x="62520" y="35483"/>
                  </a:lnTo>
                  <a:lnTo>
                    <a:pt x="56221" y="38350"/>
                  </a:lnTo>
                  <a:lnTo>
                    <a:pt x="46091" y="36662"/>
                  </a:lnTo>
                  <a:lnTo>
                    <a:pt x="44383" y="37556"/>
                  </a:lnTo>
                  <a:lnTo>
                    <a:pt x="45695" y="40120"/>
                  </a:lnTo>
                  <a:lnTo>
                    <a:pt x="44532" y="40814"/>
                  </a:lnTo>
                  <a:lnTo>
                    <a:pt x="42298" y="41016"/>
                  </a:lnTo>
                  <a:lnTo>
                    <a:pt x="39774" y="38440"/>
                  </a:lnTo>
                  <a:lnTo>
                    <a:pt x="37592" y="40558"/>
                  </a:lnTo>
                  <a:lnTo>
                    <a:pt x="34398" y="36628"/>
                  </a:lnTo>
                  <a:lnTo>
                    <a:pt x="25977" y="34957"/>
                  </a:lnTo>
                  <a:lnTo>
                    <a:pt x="21626" y="36296"/>
                  </a:lnTo>
                  <a:lnTo>
                    <a:pt x="17304" y="38874"/>
                  </a:lnTo>
                  <a:lnTo>
                    <a:pt x="15716" y="36360"/>
                  </a:lnTo>
                  <a:lnTo>
                    <a:pt x="18431" y="32576"/>
                  </a:lnTo>
                  <a:lnTo>
                    <a:pt x="13235" y="33837"/>
                  </a:lnTo>
                  <a:lnTo>
                    <a:pt x="12167" y="32574"/>
                  </a:lnTo>
                  <a:lnTo>
                    <a:pt x="12779" y="28317"/>
                  </a:lnTo>
                  <a:lnTo>
                    <a:pt x="14970" y="27748"/>
                  </a:lnTo>
                  <a:lnTo>
                    <a:pt x="15303" y="25706"/>
                  </a:lnTo>
                  <a:lnTo>
                    <a:pt x="12965" y="23076"/>
                  </a:lnTo>
                  <a:lnTo>
                    <a:pt x="9205" y="22791"/>
                  </a:lnTo>
                  <a:lnTo>
                    <a:pt x="11331" y="27001"/>
                  </a:lnTo>
                  <a:lnTo>
                    <a:pt x="10752" y="29410"/>
                  </a:lnTo>
                  <a:lnTo>
                    <a:pt x="7862" y="28695"/>
                  </a:lnTo>
                  <a:lnTo>
                    <a:pt x="6418" y="32081"/>
                  </a:lnTo>
                  <a:lnTo>
                    <a:pt x="1327" y="33048"/>
                  </a:lnTo>
                  <a:lnTo>
                    <a:pt x="1206" y="26232"/>
                  </a:lnTo>
                  <a:lnTo>
                    <a:pt x="6164" y="25894"/>
                  </a:lnTo>
                  <a:lnTo>
                    <a:pt x="6755" y="23487"/>
                  </a:lnTo>
                  <a:lnTo>
                    <a:pt x="3342" y="20361"/>
                  </a:lnTo>
                  <a:lnTo>
                    <a:pt x="2300" y="16996"/>
                  </a:lnTo>
                  <a:lnTo>
                    <a:pt x="4201" y="15199"/>
                  </a:lnTo>
                  <a:lnTo>
                    <a:pt x="0" y="11853"/>
                  </a:lnTo>
                  <a:lnTo>
                    <a:pt x="363" y="8974"/>
                  </a:lnTo>
                  <a:lnTo>
                    <a:pt x="9539" y="5490"/>
                  </a:lnTo>
                  <a:lnTo>
                    <a:pt x="18734" y="4766"/>
                  </a:lnTo>
                  <a:lnTo>
                    <a:pt x="21166" y="1795"/>
                  </a:lnTo>
                  <a:lnTo>
                    <a:pt x="22967" y="3124"/>
                  </a:lnTo>
                  <a:lnTo>
                    <a:pt x="42558" y="4071"/>
                  </a:lnTo>
                  <a:lnTo>
                    <a:pt x="43036" y="1017"/>
                  </a:lnTo>
                  <a:lnTo>
                    <a:pt x="45980" y="742"/>
                  </a:lnTo>
                  <a:lnTo>
                    <a:pt x="53083" y="2392"/>
                  </a:lnTo>
                  <a:lnTo>
                    <a:pt x="55539" y="3989"/>
                  </a:lnTo>
                  <a:lnTo>
                    <a:pt x="60268" y="2177"/>
                  </a:lnTo>
                  <a:lnTo>
                    <a:pt x="62222" y="49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h357"/>
            <p:cNvSpPr/>
            <p:nvPr/>
          </p:nvSpPr>
          <p:spPr>
            <a:xfrm>
              <a:off x="1745540" y="2048782"/>
              <a:ext cx="98422" cy="132111"/>
            </a:xfrm>
            <a:custGeom>
              <a:avLst/>
              <a:pathLst>
                <a:path w="98422" h="132111">
                  <a:moveTo>
                    <a:pt x="30739" y="4589"/>
                  </a:moveTo>
                  <a:lnTo>
                    <a:pt x="35407" y="2038"/>
                  </a:lnTo>
                  <a:lnTo>
                    <a:pt x="39396" y="3575"/>
                  </a:lnTo>
                  <a:lnTo>
                    <a:pt x="36520" y="4425"/>
                  </a:lnTo>
                  <a:lnTo>
                    <a:pt x="36336" y="5496"/>
                  </a:lnTo>
                  <a:lnTo>
                    <a:pt x="38124" y="6668"/>
                  </a:lnTo>
                  <a:lnTo>
                    <a:pt x="42113" y="4871"/>
                  </a:lnTo>
                  <a:lnTo>
                    <a:pt x="47248" y="6208"/>
                  </a:lnTo>
                  <a:lnTo>
                    <a:pt x="45496" y="11001"/>
                  </a:lnTo>
                  <a:lnTo>
                    <a:pt x="47751" y="10319"/>
                  </a:lnTo>
                  <a:lnTo>
                    <a:pt x="45866" y="14682"/>
                  </a:lnTo>
                  <a:lnTo>
                    <a:pt x="46684" y="16485"/>
                  </a:lnTo>
                  <a:lnTo>
                    <a:pt x="53063" y="17765"/>
                  </a:lnTo>
                  <a:lnTo>
                    <a:pt x="58495" y="17125"/>
                  </a:lnTo>
                  <a:lnTo>
                    <a:pt x="62958" y="19310"/>
                  </a:lnTo>
                  <a:lnTo>
                    <a:pt x="63866" y="21971"/>
                  </a:lnTo>
                  <a:lnTo>
                    <a:pt x="69042" y="21298"/>
                  </a:lnTo>
                  <a:lnTo>
                    <a:pt x="70026" y="21759"/>
                  </a:lnTo>
                  <a:lnTo>
                    <a:pt x="69747" y="24412"/>
                  </a:lnTo>
                  <a:lnTo>
                    <a:pt x="68324" y="24536"/>
                  </a:lnTo>
                  <a:lnTo>
                    <a:pt x="67639" y="26381"/>
                  </a:lnTo>
                  <a:lnTo>
                    <a:pt x="69277" y="30283"/>
                  </a:lnTo>
                  <a:lnTo>
                    <a:pt x="72901" y="31353"/>
                  </a:lnTo>
                  <a:lnTo>
                    <a:pt x="74900" y="32994"/>
                  </a:lnTo>
                  <a:lnTo>
                    <a:pt x="78727" y="43228"/>
                  </a:lnTo>
                  <a:lnTo>
                    <a:pt x="84457" y="44409"/>
                  </a:lnTo>
                  <a:lnTo>
                    <a:pt x="85789" y="46607"/>
                  </a:lnTo>
                  <a:lnTo>
                    <a:pt x="89480" y="47416"/>
                  </a:lnTo>
                  <a:lnTo>
                    <a:pt x="88836" y="48932"/>
                  </a:lnTo>
                  <a:lnTo>
                    <a:pt x="90488" y="52174"/>
                  </a:lnTo>
                  <a:lnTo>
                    <a:pt x="92812" y="52098"/>
                  </a:lnTo>
                  <a:lnTo>
                    <a:pt x="96591" y="54239"/>
                  </a:lnTo>
                  <a:lnTo>
                    <a:pt x="98422" y="56802"/>
                  </a:lnTo>
                  <a:lnTo>
                    <a:pt x="95623" y="61839"/>
                  </a:lnTo>
                  <a:lnTo>
                    <a:pt x="92799" y="59122"/>
                  </a:lnTo>
                  <a:lnTo>
                    <a:pt x="86897" y="59800"/>
                  </a:lnTo>
                  <a:lnTo>
                    <a:pt x="86327" y="61081"/>
                  </a:lnTo>
                  <a:lnTo>
                    <a:pt x="86560" y="65727"/>
                  </a:lnTo>
                  <a:lnTo>
                    <a:pt x="90672" y="66757"/>
                  </a:lnTo>
                  <a:lnTo>
                    <a:pt x="91784" y="67706"/>
                  </a:lnTo>
                  <a:lnTo>
                    <a:pt x="91704" y="69811"/>
                  </a:lnTo>
                  <a:lnTo>
                    <a:pt x="89919" y="68251"/>
                  </a:lnTo>
                  <a:lnTo>
                    <a:pt x="86935" y="68699"/>
                  </a:lnTo>
                  <a:lnTo>
                    <a:pt x="82665" y="72394"/>
                  </a:lnTo>
                  <a:lnTo>
                    <a:pt x="79097" y="81095"/>
                  </a:lnTo>
                  <a:lnTo>
                    <a:pt x="79398" y="85210"/>
                  </a:lnTo>
                  <a:lnTo>
                    <a:pt x="78238" y="89468"/>
                  </a:lnTo>
                  <a:lnTo>
                    <a:pt x="73598" y="91027"/>
                  </a:lnTo>
                  <a:lnTo>
                    <a:pt x="74825" y="91706"/>
                  </a:lnTo>
                  <a:lnTo>
                    <a:pt x="73456" y="93688"/>
                  </a:lnTo>
                  <a:lnTo>
                    <a:pt x="76147" y="94406"/>
                  </a:lnTo>
                  <a:lnTo>
                    <a:pt x="77839" y="99715"/>
                  </a:lnTo>
                  <a:lnTo>
                    <a:pt x="74936" y="105231"/>
                  </a:lnTo>
                  <a:lnTo>
                    <a:pt x="71005" y="108747"/>
                  </a:lnTo>
                  <a:lnTo>
                    <a:pt x="70336" y="113002"/>
                  </a:lnTo>
                  <a:lnTo>
                    <a:pt x="73506" y="112632"/>
                  </a:lnTo>
                  <a:lnTo>
                    <a:pt x="72011" y="116831"/>
                  </a:lnTo>
                  <a:lnTo>
                    <a:pt x="70545" y="116524"/>
                  </a:lnTo>
                  <a:lnTo>
                    <a:pt x="65108" y="119930"/>
                  </a:lnTo>
                  <a:lnTo>
                    <a:pt x="55366" y="132111"/>
                  </a:lnTo>
                  <a:lnTo>
                    <a:pt x="49626" y="125885"/>
                  </a:lnTo>
                  <a:lnTo>
                    <a:pt x="47061" y="118792"/>
                  </a:lnTo>
                  <a:lnTo>
                    <a:pt x="42788" y="115956"/>
                  </a:lnTo>
                  <a:lnTo>
                    <a:pt x="42009" y="112420"/>
                  </a:lnTo>
                  <a:lnTo>
                    <a:pt x="37528" y="109243"/>
                  </a:lnTo>
                  <a:lnTo>
                    <a:pt x="27216" y="106635"/>
                  </a:lnTo>
                  <a:lnTo>
                    <a:pt x="21510" y="102494"/>
                  </a:lnTo>
                  <a:lnTo>
                    <a:pt x="16143" y="95662"/>
                  </a:lnTo>
                  <a:lnTo>
                    <a:pt x="13334" y="95529"/>
                  </a:lnTo>
                  <a:lnTo>
                    <a:pt x="8557" y="86744"/>
                  </a:lnTo>
                  <a:lnTo>
                    <a:pt x="0" y="81187"/>
                  </a:lnTo>
                  <a:lnTo>
                    <a:pt x="85" y="78813"/>
                  </a:lnTo>
                  <a:lnTo>
                    <a:pt x="1081" y="77714"/>
                  </a:lnTo>
                  <a:lnTo>
                    <a:pt x="439" y="74083"/>
                  </a:lnTo>
                  <a:lnTo>
                    <a:pt x="5740" y="71202"/>
                  </a:lnTo>
                  <a:lnTo>
                    <a:pt x="6569" y="71795"/>
                  </a:lnTo>
                  <a:lnTo>
                    <a:pt x="8218" y="71076"/>
                  </a:lnTo>
                  <a:lnTo>
                    <a:pt x="10541" y="67734"/>
                  </a:lnTo>
                  <a:lnTo>
                    <a:pt x="9354" y="63309"/>
                  </a:lnTo>
                  <a:lnTo>
                    <a:pt x="7771" y="61777"/>
                  </a:lnTo>
                  <a:lnTo>
                    <a:pt x="6929" y="59596"/>
                  </a:lnTo>
                  <a:lnTo>
                    <a:pt x="10106" y="47819"/>
                  </a:lnTo>
                  <a:lnTo>
                    <a:pt x="2407" y="37646"/>
                  </a:lnTo>
                  <a:lnTo>
                    <a:pt x="1638" y="31339"/>
                  </a:lnTo>
                  <a:lnTo>
                    <a:pt x="6722" y="20528"/>
                  </a:lnTo>
                  <a:lnTo>
                    <a:pt x="6493" y="19225"/>
                  </a:lnTo>
                  <a:lnTo>
                    <a:pt x="3886" y="15973"/>
                  </a:lnTo>
                  <a:lnTo>
                    <a:pt x="1271" y="14665"/>
                  </a:lnTo>
                  <a:lnTo>
                    <a:pt x="1063" y="13271"/>
                  </a:lnTo>
                  <a:lnTo>
                    <a:pt x="5901" y="10681"/>
                  </a:lnTo>
                  <a:lnTo>
                    <a:pt x="7582" y="5885"/>
                  </a:lnTo>
                  <a:lnTo>
                    <a:pt x="5787" y="550"/>
                  </a:lnTo>
                  <a:lnTo>
                    <a:pt x="802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h358"/>
            <p:cNvSpPr/>
            <p:nvPr/>
          </p:nvSpPr>
          <p:spPr>
            <a:xfrm>
              <a:off x="1729273" y="1526355"/>
              <a:ext cx="186777" cy="202787"/>
            </a:xfrm>
            <a:custGeom>
              <a:avLst/>
              <a:pathLst>
                <a:path w="186777" h="202787">
                  <a:moveTo>
                    <a:pt x="95578" y="375"/>
                  </a:moveTo>
                  <a:lnTo>
                    <a:pt x="94773" y="4130"/>
                  </a:lnTo>
                  <a:lnTo>
                    <a:pt x="97353" y="4783"/>
                  </a:lnTo>
                  <a:lnTo>
                    <a:pt x="98286" y="518"/>
                  </a:lnTo>
                  <a:lnTo>
                    <a:pt x="104591" y="5134"/>
                  </a:lnTo>
                  <a:lnTo>
                    <a:pt x="105194" y="5478"/>
                  </a:lnTo>
                  <a:lnTo>
                    <a:pt x="108402" y="20623"/>
                  </a:lnTo>
                  <a:lnTo>
                    <a:pt x="117359" y="23358"/>
                  </a:lnTo>
                  <a:lnTo>
                    <a:pt x="117076" y="32068"/>
                  </a:lnTo>
                  <a:lnTo>
                    <a:pt x="123972" y="31811"/>
                  </a:lnTo>
                  <a:lnTo>
                    <a:pt x="124174" y="28008"/>
                  </a:lnTo>
                  <a:lnTo>
                    <a:pt x="128871" y="28152"/>
                  </a:lnTo>
                  <a:lnTo>
                    <a:pt x="128637" y="35396"/>
                  </a:lnTo>
                  <a:lnTo>
                    <a:pt x="130711" y="40003"/>
                  </a:lnTo>
                  <a:lnTo>
                    <a:pt x="132734" y="40005"/>
                  </a:lnTo>
                  <a:lnTo>
                    <a:pt x="132533" y="50126"/>
                  </a:lnTo>
                  <a:lnTo>
                    <a:pt x="152218" y="50689"/>
                  </a:lnTo>
                  <a:lnTo>
                    <a:pt x="152186" y="47679"/>
                  </a:lnTo>
                  <a:lnTo>
                    <a:pt x="152791" y="47127"/>
                  </a:lnTo>
                  <a:lnTo>
                    <a:pt x="159303" y="47318"/>
                  </a:lnTo>
                  <a:lnTo>
                    <a:pt x="161876" y="48816"/>
                  </a:lnTo>
                  <a:lnTo>
                    <a:pt x="168040" y="55447"/>
                  </a:lnTo>
                  <a:lnTo>
                    <a:pt x="171534" y="57725"/>
                  </a:lnTo>
                  <a:lnTo>
                    <a:pt x="169065" y="72674"/>
                  </a:lnTo>
                  <a:lnTo>
                    <a:pt x="173981" y="74747"/>
                  </a:lnTo>
                  <a:lnTo>
                    <a:pt x="173393" y="92810"/>
                  </a:lnTo>
                  <a:lnTo>
                    <a:pt x="181293" y="93024"/>
                  </a:lnTo>
                  <a:lnTo>
                    <a:pt x="183587" y="94113"/>
                  </a:lnTo>
                  <a:lnTo>
                    <a:pt x="183856" y="97618"/>
                  </a:lnTo>
                  <a:lnTo>
                    <a:pt x="182470" y="102320"/>
                  </a:lnTo>
                  <a:lnTo>
                    <a:pt x="182023" y="107822"/>
                  </a:lnTo>
                  <a:lnTo>
                    <a:pt x="185605" y="111121"/>
                  </a:lnTo>
                  <a:lnTo>
                    <a:pt x="186157" y="114305"/>
                  </a:lnTo>
                  <a:lnTo>
                    <a:pt x="186777" y="116988"/>
                  </a:lnTo>
                  <a:lnTo>
                    <a:pt x="179797" y="115965"/>
                  </a:lnTo>
                  <a:lnTo>
                    <a:pt x="176392" y="119557"/>
                  </a:lnTo>
                  <a:lnTo>
                    <a:pt x="171916" y="122285"/>
                  </a:lnTo>
                  <a:lnTo>
                    <a:pt x="173068" y="127939"/>
                  </a:lnTo>
                  <a:lnTo>
                    <a:pt x="179431" y="128141"/>
                  </a:lnTo>
                  <a:lnTo>
                    <a:pt x="179245" y="134828"/>
                  </a:lnTo>
                  <a:lnTo>
                    <a:pt x="172284" y="130572"/>
                  </a:lnTo>
                  <a:lnTo>
                    <a:pt x="169810" y="133595"/>
                  </a:lnTo>
                  <a:lnTo>
                    <a:pt x="170074" y="134300"/>
                  </a:lnTo>
                  <a:lnTo>
                    <a:pt x="167721" y="136143"/>
                  </a:lnTo>
                  <a:lnTo>
                    <a:pt x="155805" y="142454"/>
                  </a:lnTo>
                  <a:lnTo>
                    <a:pt x="147670" y="150382"/>
                  </a:lnTo>
                  <a:lnTo>
                    <a:pt x="146671" y="152223"/>
                  </a:lnTo>
                  <a:lnTo>
                    <a:pt x="147102" y="154922"/>
                  </a:lnTo>
                  <a:lnTo>
                    <a:pt x="161830" y="155471"/>
                  </a:lnTo>
                  <a:lnTo>
                    <a:pt x="161854" y="174785"/>
                  </a:lnTo>
                  <a:lnTo>
                    <a:pt x="157051" y="174687"/>
                  </a:lnTo>
                  <a:lnTo>
                    <a:pt x="157170" y="187696"/>
                  </a:lnTo>
                  <a:lnTo>
                    <a:pt x="148659" y="188216"/>
                  </a:lnTo>
                  <a:lnTo>
                    <a:pt x="155636" y="192381"/>
                  </a:lnTo>
                  <a:lnTo>
                    <a:pt x="154427" y="198453"/>
                  </a:lnTo>
                  <a:lnTo>
                    <a:pt x="149124" y="199273"/>
                  </a:lnTo>
                  <a:lnTo>
                    <a:pt x="148111" y="198949"/>
                  </a:lnTo>
                  <a:lnTo>
                    <a:pt x="147298" y="197230"/>
                  </a:lnTo>
                  <a:lnTo>
                    <a:pt x="146360" y="197428"/>
                  </a:lnTo>
                  <a:lnTo>
                    <a:pt x="144992" y="198214"/>
                  </a:lnTo>
                  <a:lnTo>
                    <a:pt x="144769" y="202787"/>
                  </a:lnTo>
                  <a:lnTo>
                    <a:pt x="142572" y="202050"/>
                  </a:lnTo>
                  <a:lnTo>
                    <a:pt x="140667" y="200300"/>
                  </a:lnTo>
                  <a:lnTo>
                    <a:pt x="140602" y="198472"/>
                  </a:lnTo>
                  <a:lnTo>
                    <a:pt x="142906" y="190675"/>
                  </a:lnTo>
                  <a:lnTo>
                    <a:pt x="122791" y="191944"/>
                  </a:lnTo>
                  <a:lnTo>
                    <a:pt x="106685" y="186056"/>
                  </a:lnTo>
                  <a:lnTo>
                    <a:pt x="101167" y="187942"/>
                  </a:lnTo>
                  <a:lnTo>
                    <a:pt x="99533" y="190397"/>
                  </a:lnTo>
                  <a:lnTo>
                    <a:pt x="101612" y="191563"/>
                  </a:lnTo>
                  <a:lnTo>
                    <a:pt x="103833" y="195509"/>
                  </a:lnTo>
                  <a:lnTo>
                    <a:pt x="92431" y="195149"/>
                  </a:lnTo>
                  <a:lnTo>
                    <a:pt x="91430" y="191569"/>
                  </a:lnTo>
                  <a:lnTo>
                    <a:pt x="80875" y="191240"/>
                  </a:lnTo>
                  <a:lnTo>
                    <a:pt x="76385" y="195798"/>
                  </a:lnTo>
                  <a:lnTo>
                    <a:pt x="78435" y="198417"/>
                  </a:lnTo>
                  <a:lnTo>
                    <a:pt x="78519" y="199668"/>
                  </a:lnTo>
                  <a:lnTo>
                    <a:pt x="77687" y="199671"/>
                  </a:lnTo>
                  <a:lnTo>
                    <a:pt x="74607" y="196496"/>
                  </a:lnTo>
                  <a:lnTo>
                    <a:pt x="75727" y="191080"/>
                  </a:lnTo>
                  <a:lnTo>
                    <a:pt x="66336" y="190363"/>
                  </a:lnTo>
                  <a:lnTo>
                    <a:pt x="66169" y="196777"/>
                  </a:lnTo>
                  <a:lnTo>
                    <a:pt x="59767" y="195530"/>
                  </a:lnTo>
                  <a:lnTo>
                    <a:pt x="60007" y="186530"/>
                  </a:lnTo>
                  <a:lnTo>
                    <a:pt x="62138" y="187164"/>
                  </a:lnTo>
                  <a:lnTo>
                    <a:pt x="63812" y="185577"/>
                  </a:lnTo>
                  <a:lnTo>
                    <a:pt x="60964" y="181213"/>
                  </a:lnTo>
                  <a:lnTo>
                    <a:pt x="59744" y="176440"/>
                  </a:lnTo>
                  <a:lnTo>
                    <a:pt x="61005" y="172540"/>
                  </a:lnTo>
                  <a:lnTo>
                    <a:pt x="56570" y="171951"/>
                  </a:lnTo>
                  <a:lnTo>
                    <a:pt x="50669" y="169427"/>
                  </a:lnTo>
                  <a:lnTo>
                    <a:pt x="48259" y="165291"/>
                  </a:lnTo>
                  <a:lnTo>
                    <a:pt x="49149" y="163050"/>
                  </a:lnTo>
                  <a:lnTo>
                    <a:pt x="48708" y="160143"/>
                  </a:lnTo>
                  <a:lnTo>
                    <a:pt x="47156" y="156397"/>
                  </a:lnTo>
                  <a:lnTo>
                    <a:pt x="45419" y="154643"/>
                  </a:lnTo>
                  <a:lnTo>
                    <a:pt x="45126" y="152120"/>
                  </a:lnTo>
                  <a:lnTo>
                    <a:pt x="51161" y="128098"/>
                  </a:lnTo>
                  <a:lnTo>
                    <a:pt x="30927" y="120685"/>
                  </a:lnTo>
                  <a:lnTo>
                    <a:pt x="31212" y="118191"/>
                  </a:lnTo>
                  <a:lnTo>
                    <a:pt x="26261" y="113445"/>
                  </a:lnTo>
                  <a:lnTo>
                    <a:pt x="20407" y="112163"/>
                  </a:lnTo>
                  <a:lnTo>
                    <a:pt x="17382" y="110563"/>
                  </a:lnTo>
                  <a:lnTo>
                    <a:pt x="13554" y="115401"/>
                  </a:lnTo>
                  <a:lnTo>
                    <a:pt x="11493" y="113679"/>
                  </a:lnTo>
                  <a:lnTo>
                    <a:pt x="8204" y="117988"/>
                  </a:lnTo>
                  <a:lnTo>
                    <a:pt x="3240" y="117399"/>
                  </a:lnTo>
                  <a:lnTo>
                    <a:pt x="9483" y="109632"/>
                  </a:lnTo>
                  <a:lnTo>
                    <a:pt x="0" y="101205"/>
                  </a:lnTo>
                  <a:lnTo>
                    <a:pt x="16616" y="81017"/>
                  </a:lnTo>
                  <a:lnTo>
                    <a:pt x="8313" y="81032"/>
                  </a:lnTo>
                  <a:lnTo>
                    <a:pt x="10885" y="75990"/>
                  </a:lnTo>
                  <a:lnTo>
                    <a:pt x="15819" y="71097"/>
                  </a:lnTo>
                  <a:lnTo>
                    <a:pt x="7456" y="60327"/>
                  </a:lnTo>
                  <a:lnTo>
                    <a:pt x="14320" y="60439"/>
                  </a:lnTo>
                  <a:lnTo>
                    <a:pt x="16752" y="59105"/>
                  </a:lnTo>
                  <a:lnTo>
                    <a:pt x="18503" y="54172"/>
                  </a:lnTo>
                  <a:lnTo>
                    <a:pt x="18560" y="49681"/>
                  </a:lnTo>
                  <a:lnTo>
                    <a:pt x="21215" y="48473"/>
                  </a:lnTo>
                  <a:lnTo>
                    <a:pt x="20639" y="40959"/>
                  </a:lnTo>
                  <a:lnTo>
                    <a:pt x="13515" y="40506"/>
                  </a:lnTo>
                  <a:lnTo>
                    <a:pt x="16930" y="31415"/>
                  </a:lnTo>
                  <a:lnTo>
                    <a:pt x="19938" y="28784"/>
                  </a:lnTo>
                  <a:lnTo>
                    <a:pt x="20748" y="11344"/>
                  </a:lnTo>
                  <a:lnTo>
                    <a:pt x="37815" y="12035"/>
                  </a:lnTo>
                  <a:lnTo>
                    <a:pt x="38121" y="3216"/>
                  </a:lnTo>
                  <a:lnTo>
                    <a:pt x="41977" y="4162"/>
                  </a:lnTo>
                  <a:lnTo>
                    <a:pt x="45739" y="7284"/>
                  </a:lnTo>
                  <a:lnTo>
                    <a:pt x="51402" y="7235"/>
                  </a:lnTo>
                  <a:lnTo>
                    <a:pt x="55005" y="5656"/>
                  </a:lnTo>
                  <a:lnTo>
                    <a:pt x="55123" y="2703"/>
                  </a:lnTo>
                  <a:lnTo>
                    <a:pt x="64861" y="1364"/>
                  </a:lnTo>
                  <a:lnTo>
                    <a:pt x="67115" y="1911"/>
                  </a:lnTo>
                  <a:lnTo>
                    <a:pt x="69972" y="4284"/>
                  </a:lnTo>
                  <a:lnTo>
                    <a:pt x="82846" y="4620"/>
                  </a:lnTo>
                  <a:lnTo>
                    <a:pt x="8231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h359"/>
            <p:cNvSpPr/>
            <p:nvPr/>
          </p:nvSpPr>
          <p:spPr>
            <a:xfrm>
              <a:off x="1609639" y="1934134"/>
              <a:ext cx="33336" cy="59140"/>
            </a:xfrm>
            <a:custGeom>
              <a:avLst/>
              <a:pathLst>
                <a:path w="33336" h="59140">
                  <a:moveTo>
                    <a:pt x="20674" y="31"/>
                  </a:moveTo>
                  <a:lnTo>
                    <a:pt x="29290" y="6628"/>
                  </a:lnTo>
                  <a:lnTo>
                    <a:pt x="30917" y="10067"/>
                  </a:lnTo>
                  <a:lnTo>
                    <a:pt x="30877" y="13114"/>
                  </a:lnTo>
                  <a:lnTo>
                    <a:pt x="32676" y="14521"/>
                  </a:lnTo>
                  <a:lnTo>
                    <a:pt x="33336" y="19307"/>
                  </a:lnTo>
                  <a:lnTo>
                    <a:pt x="32624" y="23111"/>
                  </a:lnTo>
                  <a:lnTo>
                    <a:pt x="31216" y="25919"/>
                  </a:lnTo>
                  <a:lnTo>
                    <a:pt x="33036" y="36874"/>
                  </a:lnTo>
                  <a:lnTo>
                    <a:pt x="25064" y="49126"/>
                  </a:lnTo>
                  <a:lnTo>
                    <a:pt x="23323" y="53295"/>
                  </a:lnTo>
                  <a:lnTo>
                    <a:pt x="20894" y="52324"/>
                  </a:lnTo>
                  <a:lnTo>
                    <a:pt x="15966" y="52097"/>
                  </a:lnTo>
                  <a:lnTo>
                    <a:pt x="16029" y="53877"/>
                  </a:lnTo>
                  <a:lnTo>
                    <a:pt x="17497" y="55447"/>
                  </a:lnTo>
                  <a:lnTo>
                    <a:pt x="17215" y="57337"/>
                  </a:lnTo>
                  <a:lnTo>
                    <a:pt x="15877" y="59140"/>
                  </a:lnTo>
                  <a:lnTo>
                    <a:pt x="14453" y="58823"/>
                  </a:lnTo>
                  <a:lnTo>
                    <a:pt x="13442" y="57174"/>
                  </a:lnTo>
                  <a:lnTo>
                    <a:pt x="11258" y="56125"/>
                  </a:lnTo>
                  <a:lnTo>
                    <a:pt x="9321" y="57357"/>
                  </a:lnTo>
                  <a:lnTo>
                    <a:pt x="8503" y="54650"/>
                  </a:lnTo>
                  <a:lnTo>
                    <a:pt x="3578" y="50183"/>
                  </a:lnTo>
                  <a:lnTo>
                    <a:pt x="2721" y="42368"/>
                  </a:lnTo>
                  <a:lnTo>
                    <a:pt x="2002" y="41775"/>
                  </a:lnTo>
                  <a:lnTo>
                    <a:pt x="7259" y="39460"/>
                  </a:lnTo>
                  <a:lnTo>
                    <a:pt x="7921" y="36151"/>
                  </a:lnTo>
                  <a:lnTo>
                    <a:pt x="0" y="19655"/>
                  </a:lnTo>
                  <a:lnTo>
                    <a:pt x="2277" y="13215"/>
                  </a:lnTo>
                  <a:lnTo>
                    <a:pt x="1073" y="10739"/>
                  </a:lnTo>
                  <a:lnTo>
                    <a:pt x="3824" y="10119"/>
                  </a:lnTo>
                  <a:lnTo>
                    <a:pt x="4616" y="5314"/>
                  </a:lnTo>
                  <a:lnTo>
                    <a:pt x="9416" y="1232"/>
                  </a:lnTo>
                  <a:lnTo>
                    <a:pt x="1182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h360"/>
            <p:cNvSpPr/>
            <p:nvPr/>
          </p:nvSpPr>
          <p:spPr>
            <a:xfrm>
              <a:off x="1743711" y="1931748"/>
              <a:ext cx="53289" cy="56285"/>
            </a:xfrm>
            <a:custGeom>
              <a:avLst/>
              <a:pathLst>
                <a:path w="53289" h="56285">
                  <a:moveTo>
                    <a:pt x="39372" y="9184"/>
                  </a:moveTo>
                  <a:lnTo>
                    <a:pt x="41096" y="9907"/>
                  </a:lnTo>
                  <a:lnTo>
                    <a:pt x="42637" y="11825"/>
                  </a:lnTo>
                  <a:lnTo>
                    <a:pt x="41918" y="13239"/>
                  </a:lnTo>
                  <a:lnTo>
                    <a:pt x="39474" y="13199"/>
                  </a:lnTo>
                  <a:lnTo>
                    <a:pt x="37401" y="17708"/>
                  </a:lnTo>
                  <a:lnTo>
                    <a:pt x="44051" y="17602"/>
                  </a:lnTo>
                  <a:lnTo>
                    <a:pt x="43406" y="20389"/>
                  </a:lnTo>
                  <a:lnTo>
                    <a:pt x="37785" y="20963"/>
                  </a:lnTo>
                  <a:lnTo>
                    <a:pt x="43102" y="22029"/>
                  </a:lnTo>
                  <a:lnTo>
                    <a:pt x="46313" y="21748"/>
                  </a:lnTo>
                  <a:lnTo>
                    <a:pt x="53082" y="27399"/>
                  </a:lnTo>
                  <a:lnTo>
                    <a:pt x="52725" y="36353"/>
                  </a:lnTo>
                  <a:lnTo>
                    <a:pt x="48545" y="35937"/>
                  </a:lnTo>
                  <a:lnTo>
                    <a:pt x="53289" y="45134"/>
                  </a:lnTo>
                  <a:lnTo>
                    <a:pt x="50192" y="41875"/>
                  </a:lnTo>
                  <a:lnTo>
                    <a:pt x="48461" y="42616"/>
                  </a:lnTo>
                  <a:lnTo>
                    <a:pt x="46313" y="52841"/>
                  </a:lnTo>
                  <a:lnTo>
                    <a:pt x="43227" y="52191"/>
                  </a:lnTo>
                  <a:lnTo>
                    <a:pt x="41701" y="52629"/>
                  </a:lnTo>
                  <a:lnTo>
                    <a:pt x="41138" y="53582"/>
                  </a:lnTo>
                  <a:lnTo>
                    <a:pt x="39090" y="53047"/>
                  </a:lnTo>
                  <a:lnTo>
                    <a:pt x="37846" y="52929"/>
                  </a:lnTo>
                  <a:lnTo>
                    <a:pt x="34326" y="56097"/>
                  </a:lnTo>
                  <a:lnTo>
                    <a:pt x="31748" y="56285"/>
                  </a:lnTo>
                  <a:lnTo>
                    <a:pt x="29651" y="54936"/>
                  </a:lnTo>
                  <a:lnTo>
                    <a:pt x="25655" y="48700"/>
                  </a:lnTo>
                  <a:lnTo>
                    <a:pt x="22662" y="46046"/>
                  </a:lnTo>
                  <a:lnTo>
                    <a:pt x="11161" y="46514"/>
                  </a:lnTo>
                  <a:lnTo>
                    <a:pt x="11027" y="44226"/>
                  </a:lnTo>
                  <a:lnTo>
                    <a:pt x="9268" y="41686"/>
                  </a:lnTo>
                  <a:lnTo>
                    <a:pt x="6650" y="40836"/>
                  </a:lnTo>
                  <a:lnTo>
                    <a:pt x="4654" y="34274"/>
                  </a:lnTo>
                  <a:lnTo>
                    <a:pt x="8102" y="34462"/>
                  </a:lnTo>
                  <a:lnTo>
                    <a:pt x="11082" y="32788"/>
                  </a:lnTo>
                  <a:lnTo>
                    <a:pt x="11366" y="31503"/>
                  </a:lnTo>
                  <a:lnTo>
                    <a:pt x="6830" y="26340"/>
                  </a:lnTo>
                  <a:lnTo>
                    <a:pt x="5136" y="23012"/>
                  </a:lnTo>
                  <a:lnTo>
                    <a:pt x="5991" y="19388"/>
                  </a:lnTo>
                  <a:lnTo>
                    <a:pt x="0" y="17812"/>
                  </a:lnTo>
                  <a:lnTo>
                    <a:pt x="6945" y="13575"/>
                  </a:lnTo>
                  <a:lnTo>
                    <a:pt x="9041" y="8746"/>
                  </a:lnTo>
                  <a:lnTo>
                    <a:pt x="7212" y="5377"/>
                  </a:lnTo>
                  <a:lnTo>
                    <a:pt x="7760" y="5075"/>
                  </a:lnTo>
                  <a:lnTo>
                    <a:pt x="9942" y="2957"/>
                  </a:lnTo>
                  <a:lnTo>
                    <a:pt x="12466" y="5533"/>
                  </a:lnTo>
                  <a:lnTo>
                    <a:pt x="14700" y="5331"/>
                  </a:lnTo>
                  <a:lnTo>
                    <a:pt x="15862" y="4636"/>
                  </a:lnTo>
                  <a:lnTo>
                    <a:pt x="14550" y="2073"/>
                  </a:lnTo>
                  <a:lnTo>
                    <a:pt x="16259" y="1178"/>
                  </a:lnTo>
                  <a:lnTo>
                    <a:pt x="26389" y="2867"/>
                  </a:lnTo>
                  <a:lnTo>
                    <a:pt x="3268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h361"/>
            <p:cNvSpPr/>
            <p:nvPr/>
          </p:nvSpPr>
          <p:spPr>
            <a:xfrm>
              <a:off x="1865356" y="1500692"/>
              <a:ext cx="25802" cy="38930"/>
            </a:xfrm>
            <a:custGeom>
              <a:avLst/>
              <a:pathLst>
                <a:path w="25802" h="38930">
                  <a:moveTo>
                    <a:pt x="4287" y="269"/>
                  </a:moveTo>
                  <a:lnTo>
                    <a:pt x="7821" y="3750"/>
                  </a:lnTo>
                  <a:lnTo>
                    <a:pt x="9849" y="4139"/>
                  </a:lnTo>
                  <a:lnTo>
                    <a:pt x="11954" y="10865"/>
                  </a:lnTo>
                  <a:lnTo>
                    <a:pt x="18374" y="13949"/>
                  </a:lnTo>
                  <a:lnTo>
                    <a:pt x="25802" y="23799"/>
                  </a:lnTo>
                  <a:lnTo>
                    <a:pt x="23793" y="25871"/>
                  </a:lnTo>
                  <a:lnTo>
                    <a:pt x="25594" y="38519"/>
                  </a:lnTo>
                  <a:lnTo>
                    <a:pt x="21942" y="38930"/>
                  </a:lnTo>
                  <a:lnTo>
                    <a:pt x="4927" y="27724"/>
                  </a:lnTo>
                  <a:lnTo>
                    <a:pt x="3047" y="28252"/>
                  </a:lnTo>
                  <a:lnTo>
                    <a:pt x="0" y="21366"/>
                  </a:lnTo>
                  <a:lnTo>
                    <a:pt x="4549" y="18643"/>
                  </a:lnTo>
                  <a:lnTo>
                    <a:pt x="5318" y="15393"/>
                  </a:lnTo>
                  <a:lnTo>
                    <a:pt x="825" y="12486"/>
                  </a:lnTo>
                  <a:lnTo>
                    <a:pt x="237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h362"/>
            <p:cNvSpPr/>
            <p:nvPr/>
          </p:nvSpPr>
          <p:spPr>
            <a:xfrm>
              <a:off x="1562566" y="1891990"/>
              <a:ext cx="84993" cy="56961"/>
            </a:xfrm>
            <a:custGeom>
              <a:avLst/>
              <a:pathLst>
                <a:path w="84993" h="56961">
                  <a:moveTo>
                    <a:pt x="27643" y="0"/>
                  </a:moveTo>
                  <a:lnTo>
                    <a:pt x="37163" y="1488"/>
                  </a:lnTo>
                  <a:lnTo>
                    <a:pt x="48467" y="6704"/>
                  </a:lnTo>
                  <a:lnTo>
                    <a:pt x="52285" y="6195"/>
                  </a:lnTo>
                  <a:lnTo>
                    <a:pt x="52943" y="7310"/>
                  </a:lnTo>
                  <a:lnTo>
                    <a:pt x="51019" y="10407"/>
                  </a:lnTo>
                  <a:lnTo>
                    <a:pt x="66519" y="24847"/>
                  </a:lnTo>
                  <a:lnTo>
                    <a:pt x="70437" y="29939"/>
                  </a:lnTo>
                  <a:lnTo>
                    <a:pt x="71707" y="33452"/>
                  </a:lnTo>
                  <a:lnTo>
                    <a:pt x="76453" y="36767"/>
                  </a:lnTo>
                  <a:lnTo>
                    <a:pt x="77550" y="35435"/>
                  </a:lnTo>
                  <a:lnTo>
                    <a:pt x="79378" y="35753"/>
                  </a:lnTo>
                  <a:lnTo>
                    <a:pt x="84154" y="39293"/>
                  </a:lnTo>
                  <a:lnTo>
                    <a:pt x="83228" y="43132"/>
                  </a:lnTo>
                  <a:lnTo>
                    <a:pt x="81680" y="44854"/>
                  </a:lnTo>
                  <a:lnTo>
                    <a:pt x="84993" y="53682"/>
                  </a:lnTo>
                  <a:lnTo>
                    <a:pt x="80436" y="56961"/>
                  </a:lnTo>
                  <a:lnTo>
                    <a:pt x="79748" y="56665"/>
                  </a:lnTo>
                  <a:lnTo>
                    <a:pt x="77949" y="55258"/>
                  </a:lnTo>
                  <a:lnTo>
                    <a:pt x="77989" y="52211"/>
                  </a:lnTo>
                  <a:lnTo>
                    <a:pt x="76362" y="48772"/>
                  </a:lnTo>
                  <a:lnTo>
                    <a:pt x="67746" y="42175"/>
                  </a:lnTo>
                  <a:lnTo>
                    <a:pt x="58893" y="42144"/>
                  </a:lnTo>
                  <a:lnTo>
                    <a:pt x="56488" y="43376"/>
                  </a:lnTo>
                  <a:lnTo>
                    <a:pt x="51688" y="47458"/>
                  </a:lnTo>
                  <a:lnTo>
                    <a:pt x="50896" y="52263"/>
                  </a:lnTo>
                  <a:lnTo>
                    <a:pt x="48145" y="52883"/>
                  </a:lnTo>
                  <a:lnTo>
                    <a:pt x="48641" y="48969"/>
                  </a:lnTo>
                  <a:lnTo>
                    <a:pt x="47197" y="47044"/>
                  </a:lnTo>
                  <a:lnTo>
                    <a:pt x="41474" y="43708"/>
                  </a:lnTo>
                  <a:lnTo>
                    <a:pt x="33801" y="43551"/>
                  </a:lnTo>
                  <a:lnTo>
                    <a:pt x="29511" y="44224"/>
                  </a:lnTo>
                  <a:lnTo>
                    <a:pt x="26584" y="47316"/>
                  </a:lnTo>
                  <a:lnTo>
                    <a:pt x="22699" y="48995"/>
                  </a:lnTo>
                  <a:lnTo>
                    <a:pt x="17237" y="48206"/>
                  </a:lnTo>
                  <a:lnTo>
                    <a:pt x="16605" y="46610"/>
                  </a:lnTo>
                  <a:lnTo>
                    <a:pt x="10570" y="43198"/>
                  </a:lnTo>
                  <a:lnTo>
                    <a:pt x="4121" y="43499"/>
                  </a:lnTo>
                  <a:lnTo>
                    <a:pt x="0" y="42578"/>
                  </a:lnTo>
                  <a:lnTo>
                    <a:pt x="2151" y="40773"/>
                  </a:lnTo>
                  <a:lnTo>
                    <a:pt x="7349" y="38976"/>
                  </a:lnTo>
                  <a:lnTo>
                    <a:pt x="9772" y="39696"/>
                  </a:lnTo>
                  <a:lnTo>
                    <a:pt x="11438" y="37759"/>
                  </a:lnTo>
                  <a:lnTo>
                    <a:pt x="10430" y="34520"/>
                  </a:lnTo>
                  <a:lnTo>
                    <a:pt x="11678" y="30226"/>
                  </a:lnTo>
                  <a:lnTo>
                    <a:pt x="14616" y="29392"/>
                  </a:lnTo>
                  <a:lnTo>
                    <a:pt x="11189" y="22480"/>
                  </a:lnTo>
                  <a:lnTo>
                    <a:pt x="6218" y="18064"/>
                  </a:lnTo>
                  <a:lnTo>
                    <a:pt x="8219" y="5879"/>
                  </a:lnTo>
                  <a:lnTo>
                    <a:pt x="7024" y="304"/>
                  </a:lnTo>
                  <a:lnTo>
                    <a:pt x="11598" y="3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h363"/>
            <p:cNvSpPr/>
            <p:nvPr/>
          </p:nvSpPr>
          <p:spPr>
            <a:xfrm>
              <a:off x="1636838" y="1564415"/>
              <a:ext cx="68830" cy="92461"/>
            </a:xfrm>
            <a:custGeom>
              <a:avLst/>
              <a:pathLst>
                <a:path w="68830" h="92461">
                  <a:moveTo>
                    <a:pt x="30399" y="5447"/>
                  </a:moveTo>
                  <a:lnTo>
                    <a:pt x="33351" y="4427"/>
                  </a:lnTo>
                  <a:lnTo>
                    <a:pt x="36582" y="5281"/>
                  </a:lnTo>
                  <a:lnTo>
                    <a:pt x="36729" y="7497"/>
                  </a:lnTo>
                  <a:lnTo>
                    <a:pt x="39177" y="10780"/>
                  </a:lnTo>
                  <a:lnTo>
                    <a:pt x="45064" y="13301"/>
                  </a:lnTo>
                  <a:lnTo>
                    <a:pt x="44189" y="18993"/>
                  </a:lnTo>
                  <a:lnTo>
                    <a:pt x="46331" y="19281"/>
                  </a:lnTo>
                  <a:lnTo>
                    <a:pt x="56889" y="11315"/>
                  </a:lnTo>
                  <a:lnTo>
                    <a:pt x="56843" y="14565"/>
                  </a:lnTo>
                  <a:lnTo>
                    <a:pt x="58851" y="14629"/>
                  </a:lnTo>
                  <a:lnTo>
                    <a:pt x="58464" y="24534"/>
                  </a:lnTo>
                  <a:lnTo>
                    <a:pt x="61802" y="26381"/>
                  </a:lnTo>
                  <a:lnTo>
                    <a:pt x="67481" y="31431"/>
                  </a:lnTo>
                  <a:lnTo>
                    <a:pt x="68830" y="41341"/>
                  </a:lnTo>
                  <a:lnTo>
                    <a:pt x="68236" y="50543"/>
                  </a:lnTo>
                  <a:lnTo>
                    <a:pt x="60064" y="50400"/>
                  </a:lnTo>
                  <a:lnTo>
                    <a:pt x="64047" y="54861"/>
                  </a:lnTo>
                  <a:lnTo>
                    <a:pt x="67275" y="60514"/>
                  </a:lnTo>
                  <a:lnTo>
                    <a:pt x="68386" y="70351"/>
                  </a:lnTo>
                  <a:lnTo>
                    <a:pt x="62141" y="71254"/>
                  </a:lnTo>
                  <a:lnTo>
                    <a:pt x="58251" y="66107"/>
                  </a:lnTo>
                  <a:lnTo>
                    <a:pt x="57160" y="58567"/>
                  </a:lnTo>
                  <a:lnTo>
                    <a:pt x="48548" y="55137"/>
                  </a:lnTo>
                  <a:lnTo>
                    <a:pt x="48425" y="64599"/>
                  </a:lnTo>
                  <a:lnTo>
                    <a:pt x="41881" y="65598"/>
                  </a:lnTo>
                  <a:lnTo>
                    <a:pt x="37841" y="64071"/>
                  </a:lnTo>
                  <a:lnTo>
                    <a:pt x="26352" y="62987"/>
                  </a:lnTo>
                  <a:lnTo>
                    <a:pt x="25876" y="78772"/>
                  </a:lnTo>
                  <a:lnTo>
                    <a:pt x="30988" y="83379"/>
                  </a:lnTo>
                  <a:lnTo>
                    <a:pt x="29780" y="90486"/>
                  </a:lnTo>
                  <a:lnTo>
                    <a:pt x="24405" y="89235"/>
                  </a:lnTo>
                  <a:lnTo>
                    <a:pt x="21978" y="91209"/>
                  </a:lnTo>
                  <a:lnTo>
                    <a:pt x="17291" y="92461"/>
                  </a:lnTo>
                  <a:lnTo>
                    <a:pt x="4476" y="91063"/>
                  </a:lnTo>
                  <a:lnTo>
                    <a:pt x="5495" y="82990"/>
                  </a:lnTo>
                  <a:lnTo>
                    <a:pt x="0" y="81789"/>
                  </a:lnTo>
                  <a:lnTo>
                    <a:pt x="1029" y="80162"/>
                  </a:lnTo>
                  <a:lnTo>
                    <a:pt x="4201" y="79623"/>
                  </a:lnTo>
                  <a:lnTo>
                    <a:pt x="8739" y="65315"/>
                  </a:lnTo>
                  <a:lnTo>
                    <a:pt x="7662" y="63338"/>
                  </a:lnTo>
                  <a:lnTo>
                    <a:pt x="7449" y="54890"/>
                  </a:lnTo>
                  <a:lnTo>
                    <a:pt x="9317" y="52116"/>
                  </a:lnTo>
                  <a:lnTo>
                    <a:pt x="10329" y="48603"/>
                  </a:lnTo>
                  <a:lnTo>
                    <a:pt x="11881" y="34320"/>
                  </a:lnTo>
                  <a:lnTo>
                    <a:pt x="9364" y="25427"/>
                  </a:lnTo>
                  <a:lnTo>
                    <a:pt x="5607" y="11352"/>
                  </a:lnTo>
                  <a:lnTo>
                    <a:pt x="4885" y="5450"/>
                  </a:lnTo>
                  <a:lnTo>
                    <a:pt x="13213" y="1406"/>
                  </a:lnTo>
                  <a:lnTo>
                    <a:pt x="11080" y="6555"/>
                  </a:lnTo>
                  <a:lnTo>
                    <a:pt x="2588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h364"/>
            <p:cNvSpPr/>
            <p:nvPr/>
          </p:nvSpPr>
          <p:spPr>
            <a:xfrm>
              <a:off x="1613586" y="1823030"/>
              <a:ext cx="124767" cy="119342"/>
            </a:xfrm>
            <a:custGeom>
              <a:avLst/>
              <a:pathLst>
                <a:path w="124767" h="119342">
                  <a:moveTo>
                    <a:pt x="76493" y="3989"/>
                  </a:moveTo>
                  <a:lnTo>
                    <a:pt x="71224" y="7441"/>
                  </a:lnTo>
                  <a:lnTo>
                    <a:pt x="68544" y="13045"/>
                  </a:lnTo>
                  <a:lnTo>
                    <a:pt x="70708" y="18639"/>
                  </a:lnTo>
                  <a:lnTo>
                    <a:pt x="78198" y="20514"/>
                  </a:lnTo>
                  <a:lnTo>
                    <a:pt x="77887" y="18170"/>
                  </a:lnTo>
                  <a:lnTo>
                    <a:pt x="78619" y="15297"/>
                  </a:lnTo>
                  <a:lnTo>
                    <a:pt x="79088" y="15455"/>
                  </a:lnTo>
                  <a:lnTo>
                    <a:pt x="82404" y="18980"/>
                  </a:lnTo>
                  <a:lnTo>
                    <a:pt x="85704" y="19436"/>
                  </a:lnTo>
                  <a:lnTo>
                    <a:pt x="87341" y="21818"/>
                  </a:lnTo>
                  <a:lnTo>
                    <a:pt x="86810" y="23914"/>
                  </a:lnTo>
                  <a:lnTo>
                    <a:pt x="88766" y="25851"/>
                  </a:lnTo>
                  <a:lnTo>
                    <a:pt x="91695" y="26412"/>
                  </a:lnTo>
                  <a:lnTo>
                    <a:pt x="93362" y="25391"/>
                  </a:lnTo>
                  <a:lnTo>
                    <a:pt x="94542" y="26435"/>
                  </a:lnTo>
                  <a:lnTo>
                    <a:pt x="92757" y="31214"/>
                  </a:lnTo>
                  <a:lnTo>
                    <a:pt x="97440" y="32219"/>
                  </a:lnTo>
                  <a:lnTo>
                    <a:pt x="100309" y="38166"/>
                  </a:lnTo>
                  <a:lnTo>
                    <a:pt x="103885" y="37272"/>
                  </a:lnTo>
                  <a:lnTo>
                    <a:pt x="104389" y="41541"/>
                  </a:lnTo>
                  <a:lnTo>
                    <a:pt x="108767" y="46642"/>
                  </a:lnTo>
                  <a:lnTo>
                    <a:pt x="119434" y="55852"/>
                  </a:lnTo>
                  <a:lnTo>
                    <a:pt x="118862" y="62070"/>
                  </a:lnTo>
                  <a:lnTo>
                    <a:pt x="119334" y="66090"/>
                  </a:lnTo>
                  <a:lnTo>
                    <a:pt x="124767" y="69082"/>
                  </a:lnTo>
                  <a:lnTo>
                    <a:pt x="121459" y="75030"/>
                  </a:lnTo>
                  <a:lnTo>
                    <a:pt x="119027" y="78001"/>
                  </a:lnTo>
                  <a:lnTo>
                    <a:pt x="109832" y="78724"/>
                  </a:lnTo>
                  <a:lnTo>
                    <a:pt x="100656" y="82209"/>
                  </a:lnTo>
                  <a:lnTo>
                    <a:pt x="100292" y="85088"/>
                  </a:lnTo>
                  <a:lnTo>
                    <a:pt x="104494" y="88434"/>
                  </a:lnTo>
                  <a:lnTo>
                    <a:pt x="102593" y="90230"/>
                  </a:lnTo>
                  <a:lnTo>
                    <a:pt x="103635" y="93595"/>
                  </a:lnTo>
                  <a:lnTo>
                    <a:pt x="107048" y="96721"/>
                  </a:lnTo>
                  <a:lnTo>
                    <a:pt x="106456" y="99129"/>
                  </a:lnTo>
                  <a:lnTo>
                    <a:pt x="101499" y="99467"/>
                  </a:lnTo>
                  <a:lnTo>
                    <a:pt x="101620" y="106282"/>
                  </a:lnTo>
                  <a:lnTo>
                    <a:pt x="106711" y="105315"/>
                  </a:lnTo>
                  <a:lnTo>
                    <a:pt x="106380" y="107460"/>
                  </a:lnTo>
                  <a:lnTo>
                    <a:pt x="105330" y="108192"/>
                  </a:lnTo>
                  <a:lnTo>
                    <a:pt x="100945" y="107369"/>
                  </a:lnTo>
                  <a:lnTo>
                    <a:pt x="99127" y="115547"/>
                  </a:lnTo>
                  <a:lnTo>
                    <a:pt x="95779" y="118622"/>
                  </a:lnTo>
                  <a:lnTo>
                    <a:pt x="93186" y="117417"/>
                  </a:lnTo>
                  <a:lnTo>
                    <a:pt x="87466" y="116910"/>
                  </a:lnTo>
                  <a:lnTo>
                    <a:pt x="86741" y="117424"/>
                  </a:lnTo>
                  <a:lnTo>
                    <a:pt x="87434" y="119342"/>
                  </a:lnTo>
                  <a:lnTo>
                    <a:pt x="85842" y="119165"/>
                  </a:lnTo>
                  <a:lnTo>
                    <a:pt x="83174" y="118721"/>
                  </a:lnTo>
                  <a:lnTo>
                    <a:pt x="78355" y="115118"/>
                  </a:lnTo>
                  <a:lnTo>
                    <a:pt x="74475" y="114298"/>
                  </a:lnTo>
                  <a:lnTo>
                    <a:pt x="74352" y="115514"/>
                  </a:lnTo>
                  <a:lnTo>
                    <a:pt x="71804" y="117020"/>
                  </a:lnTo>
                  <a:lnTo>
                    <a:pt x="66884" y="115491"/>
                  </a:lnTo>
                  <a:lnTo>
                    <a:pt x="64748" y="111424"/>
                  </a:lnTo>
                  <a:lnTo>
                    <a:pt x="53919" y="105497"/>
                  </a:lnTo>
                  <a:lnTo>
                    <a:pt x="51184" y="104847"/>
                  </a:lnTo>
                  <a:lnTo>
                    <a:pt x="49439" y="106042"/>
                  </a:lnTo>
                  <a:lnTo>
                    <a:pt x="49307" y="107824"/>
                  </a:lnTo>
                  <a:lnTo>
                    <a:pt x="47782" y="108973"/>
                  </a:lnTo>
                  <a:lnTo>
                    <a:pt x="41335" y="107235"/>
                  </a:lnTo>
                  <a:lnTo>
                    <a:pt x="38582" y="107417"/>
                  </a:lnTo>
                  <a:lnTo>
                    <a:pt x="36826" y="108926"/>
                  </a:lnTo>
                  <a:lnTo>
                    <a:pt x="36250" y="112623"/>
                  </a:lnTo>
                  <a:lnTo>
                    <a:pt x="32208" y="112093"/>
                  </a:lnTo>
                  <a:lnTo>
                    <a:pt x="33135" y="108254"/>
                  </a:lnTo>
                  <a:lnTo>
                    <a:pt x="28359" y="104713"/>
                  </a:lnTo>
                  <a:lnTo>
                    <a:pt x="26531" y="104395"/>
                  </a:lnTo>
                  <a:lnTo>
                    <a:pt x="25434" y="105728"/>
                  </a:lnTo>
                  <a:lnTo>
                    <a:pt x="20687" y="102412"/>
                  </a:lnTo>
                  <a:lnTo>
                    <a:pt x="19418" y="98900"/>
                  </a:lnTo>
                  <a:lnTo>
                    <a:pt x="15499" y="93807"/>
                  </a:lnTo>
                  <a:lnTo>
                    <a:pt x="0" y="79367"/>
                  </a:lnTo>
                  <a:lnTo>
                    <a:pt x="1924" y="76270"/>
                  </a:lnTo>
                  <a:lnTo>
                    <a:pt x="1266" y="75155"/>
                  </a:lnTo>
                  <a:lnTo>
                    <a:pt x="6045" y="67316"/>
                  </a:lnTo>
                  <a:lnTo>
                    <a:pt x="9783" y="63228"/>
                  </a:lnTo>
                  <a:lnTo>
                    <a:pt x="11803" y="61423"/>
                  </a:lnTo>
                  <a:lnTo>
                    <a:pt x="17216" y="60237"/>
                  </a:lnTo>
                  <a:lnTo>
                    <a:pt x="17540" y="57616"/>
                  </a:lnTo>
                  <a:lnTo>
                    <a:pt x="22728" y="50473"/>
                  </a:lnTo>
                  <a:lnTo>
                    <a:pt x="20928" y="45773"/>
                  </a:lnTo>
                  <a:lnTo>
                    <a:pt x="24211" y="44187"/>
                  </a:lnTo>
                  <a:lnTo>
                    <a:pt x="31162" y="46490"/>
                  </a:lnTo>
                  <a:lnTo>
                    <a:pt x="32296" y="44130"/>
                  </a:lnTo>
                  <a:lnTo>
                    <a:pt x="31597" y="36910"/>
                  </a:lnTo>
                  <a:lnTo>
                    <a:pt x="33283" y="33083"/>
                  </a:lnTo>
                  <a:lnTo>
                    <a:pt x="33134" y="31628"/>
                  </a:lnTo>
                  <a:lnTo>
                    <a:pt x="36543" y="30266"/>
                  </a:lnTo>
                  <a:lnTo>
                    <a:pt x="40494" y="26643"/>
                  </a:lnTo>
                  <a:lnTo>
                    <a:pt x="39991" y="32939"/>
                  </a:lnTo>
                  <a:lnTo>
                    <a:pt x="42764" y="33270"/>
                  </a:lnTo>
                  <a:lnTo>
                    <a:pt x="44219" y="30019"/>
                  </a:lnTo>
                  <a:lnTo>
                    <a:pt x="57177" y="22727"/>
                  </a:lnTo>
                  <a:lnTo>
                    <a:pt x="63092" y="13411"/>
                  </a:lnTo>
                  <a:lnTo>
                    <a:pt x="64211" y="5325"/>
                  </a:lnTo>
                  <a:lnTo>
                    <a:pt x="68446" y="2055"/>
                  </a:lnTo>
                  <a:lnTo>
                    <a:pt x="744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h365"/>
            <p:cNvSpPr/>
            <p:nvPr/>
          </p:nvSpPr>
          <p:spPr>
            <a:xfrm>
              <a:off x="1846886" y="1871839"/>
              <a:ext cx="71866" cy="92716"/>
            </a:xfrm>
            <a:custGeom>
              <a:avLst/>
              <a:pathLst>
                <a:path w="71866" h="92716">
                  <a:moveTo>
                    <a:pt x="60173" y="729"/>
                  </a:moveTo>
                  <a:lnTo>
                    <a:pt x="66493" y="4329"/>
                  </a:lnTo>
                  <a:lnTo>
                    <a:pt x="67510" y="4168"/>
                  </a:lnTo>
                  <a:lnTo>
                    <a:pt x="71866" y="6313"/>
                  </a:lnTo>
                  <a:lnTo>
                    <a:pt x="71550" y="13197"/>
                  </a:lnTo>
                  <a:lnTo>
                    <a:pt x="69553" y="14601"/>
                  </a:lnTo>
                  <a:lnTo>
                    <a:pt x="65265" y="16176"/>
                  </a:lnTo>
                  <a:lnTo>
                    <a:pt x="58717" y="21022"/>
                  </a:lnTo>
                  <a:lnTo>
                    <a:pt x="52082" y="23592"/>
                  </a:lnTo>
                  <a:lnTo>
                    <a:pt x="55096" y="30091"/>
                  </a:lnTo>
                  <a:lnTo>
                    <a:pt x="60268" y="37261"/>
                  </a:lnTo>
                  <a:lnTo>
                    <a:pt x="63649" y="40738"/>
                  </a:lnTo>
                  <a:lnTo>
                    <a:pt x="67076" y="42137"/>
                  </a:lnTo>
                  <a:lnTo>
                    <a:pt x="68754" y="44163"/>
                  </a:lnTo>
                  <a:lnTo>
                    <a:pt x="69313" y="46690"/>
                  </a:lnTo>
                  <a:lnTo>
                    <a:pt x="70257" y="53632"/>
                  </a:lnTo>
                  <a:lnTo>
                    <a:pt x="65769" y="56124"/>
                  </a:lnTo>
                  <a:lnTo>
                    <a:pt x="63002" y="59475"/>
                  </a:lnTo>
                  <a:lnTo>
                    <a:pt x="60066" y="61400"/>
                  </a:lnTo>
                  <a:lnTo>
                    <a:pt x="56798" y="63059"/>
                  </a:lnTo>
                  <a:lnTo>
                    <a:pt x="56257" y="62585"/>
                  </a:lnTo>
                  <a:lnTo>
                    <a:pt x="57277" y="60692"/>
                  </a:lnTo>
                  <a:lnTo>
                    <a:pt x="52858" y="63699"/>
                  </a:lnTo>
                  <a:lnTo>
                    <a:pt x="47904" y="69785"/>
                  </a:lnTo>
                  <a:lnTo>
                    <a:pt x="52602" y="75711"/>
                  </a:lnTo>
                  <a:lnTo>
                    <a:pt x="49072" y="77910"/>
                  </a:lnTo>
                  <a:lnTo>
                    <a:pt x="46466" y="77910"/>
                  </a:lnTo>
                  <a:lnTo>
                    <a:pt x="42097" y="79373"/>
                  </a:lnTo>
                  <a:lnTo>
                    <a:pt x="38531" y="85503"/>
                  </a:lnTo>
                  <a:lnTo>
                    <a:pt x="36123" y="87970"/>
                  </a:lnTo>
                  <a:lnTo>
                    <a:pt x="31469" y="92716"/>
                  </a:lnTo>
                  <a:lnTo>
                    <a:pt x="30782" y="92651"/>
                  </a:lnTo>
                  <a:lnTo>
                    <a:pt x="26226" y="89926"/>
                  </a:lnTo>
                  <a:lnTo>
                    <a:pt x="25086" y="88466"/>
                  </a:lnTo>
                  <a:lnTo>
                    <a:pt x="24855" y="86133"/>
                  </a:lnTo>
                  <a:lnTo>
                    <a:pt x="22955" y="84017"/>
                  </a:lnTo>
                  <a:lnTo>
                    <a:pt x="20514" y="84583"/>
                  </a:lnTo>
                  <a:lnTo>
                    <a:pt x="18546" y="83984"/>
                  </a:lnTo>
                  <a:lnTo>
                    <a:pt x="13681" y="78319"/>
                  </a:lnTo>
                  <a:lnTo>
                    <a:pt x="11978" y="74574"/>
                  </a:lnTo>
                  <a:lnTo>
                    <a:pt x="13981" y="72863"/>
                  </a:lnTo>
                  <a:lnTo>
                    <a:pt x="11452" y="64878"/>
                  </a:lnTo>
                  <a:lnTo>
                    <a:pt x="10130" y="62970"/>
                  </a:lnTo>
                  <a:lnTo>
                    <a:pt x="8341" y="64742"/>
                  </a:lnTo>
                  <a:lnTo>
                    <a:pt x="464" y="60952"/>
                  </a:lnTo>
                  <a:lnTo>
                    <a:pt x="0" y="59877"/>
                  </a:lnTo>
                  <a:lnTo>
                    <a:pt x="3282" y="56926"/>
                  </a:lnTo>
                  <a:lnTo>
                    <a:pt x="6298" y="56519"/>
                  </a:lnTo>
                  <a:lnTo>
                    <a:pt x="14144" y="58395"/>
                  </a:lnTo>
                  <a:lnTo>
                    <a:pt x="14151" y="49789"/>
                  </a:lnTo>
                  <a:lnTo>
                    <a:pt x="18403" y="49286"/>
                  </a:lnTo>
                  <a:lnTo>
                    <a:pt x="20872" y="42469"/>
                  </a:lnTo>
                  <a:lnTo>
                    <a:pt x="23973" y="39926"/>
                  </a:lnTo>
                  <a:lnTo>
                    <a:pt x="27753" y="40339"/>
                  </a:lnTo>
                  <a:lnTo>
                    <a:pt x="32538" y="38476"/>
                  </a:lnTo>
                  <a:lnTo>
                    <a:pt x="36656" y="38058"/>
                  </a:lnTo>
                  <a:lnTo>
                    <a:pt x="39465" y="38722"/>
                  </a:lnTo>
                  <a:lnTo>
                    <a:pt x="40405" y="37234"/>
                  </a:lnTo>
                  <a:lnTo>
                    <a:pt x="39607" y="33907"/>
                  </a:lnTo>
                  <a:lnTo>
                    <a:pt x="40205" y="31062"/>
                  </a:lnTo>
                  <a:lnTo>
                    <a:pt x="42970" y="27209"/>
                  </a:lnTo>
                  <a:lnTo>
                    <a:pt x="43717" y="31680"/>
                  </a:lnTo>
                  <a:lnTo>
                    <a:pt x="46491" y="32231"/>
                  </a:lnTo>
                  <a:lnTo>
                    <a:pt x="45849" y="22988"/>
                  </a:lnTo>
                  <a:lnTo>
                    <a:pt x="43171" y="16543"/>
                  </a:lnTo>
                  <a:lnTo>
                    <a:pt x="42801" y="15392"/>
                  </a:lnTo>
                  <a:lnTo>
                    <a:pt x="45820" y="14766"/>
                  </a:lnTo>
                  <a:lnTo>
                    <a:pt x="48763" y="12133"/>
                  </a:lnTo>
                  <a:lnTo>
                    <a:pt x="41692" y="3800"/>
                  </a:lnTo>
                  <a:lnTo>
                    <a:pt x="48194" y="3989"/>
                  </a:lnTo>
                  <a:lnTo>
                    <a:pt x="48844" y="1192"/>
                  </a:lnTo>
                  <a:lnTo>
                    <a:pt x="50065" y="0"/>
                  </a:lnTo>
                  <a:lnTo>
                    <a:pt x="52433" y="79"/>
                  </a:lnTo>
                  <a:lnTo>
                    <a:pt x="55934" y="178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h366"/>
            <p:cNvSpPr/>
            <p:nvPr/>
          </p:nvSpPr>
          <p:spPr>
            <a:xfrm>
              <a:off x="1640368" y="1739036"/>
              <a:ext cx="42156" cy="50727"/>
            </a:xfrm>
            <a:custGeom>
              <a:avLst/>
              <a:pathLst>
                <a:path w="42156" h="50727">
                  <a:moveTo>
                    <a:pt x="13266" y="0"/>
                  </a:moveTo>
                  <a:lnTo>
                    <a:pt x="18141" y="8514"/>
                  </a:lnTo>
                  <a:lnTo>
                    <a:pt x="18908" y="7712"/>
                  </a:lnTo>
                  <a:lnTo>
                    <a:pt x="18441" y="7013"/>
                  </a:lnTo>
                  <a:lnTo>
                    <a:pt x="24215" y="7449"/>
                  </a:lnTo>
                  <a:lnTo>
                    <a:pt x="25122" y="12152"/>
                  </a:lnTo>
                  <a:lnTo>
                    <a:pt x="37704" y="16928"/>
                  </a:lnTo>
                  <a:lnTo>
                    <a:pt x="40181" y="16274"/>
                  </a:lnTo>
                  <a:lnTo>
                    <a:pt x="38885" y="23125"/>
                  </a:lnTo>
                  <a:lnTo>
                    <a:pt x="42156" y="23729"/>
                  </a:lnTo>
                  <a:lnTo>
                    <a:pt x="36541" y="47687"/>
                  </a:lnTo>
                  <a:lnTo>
                    <a:pt x="31066" y="50727"/>
                  </a:lnTo>
                  <a:lnTo>
                    <a:pt x="25101" y="49446"/>
                  </a:lnTo>
                  <a:lnTo>
                    <a:pt x="23923" y="48239"/>
                  </a:lnTo>
                  <a:lnTo>
                    <a:pt x="25018" y="44302"/>
                  </a:lnTo>
                  <a:lnTo>
                    <a:pt x="21739" y="40574"/>
                  </a:lnTo>
                  <a:lnTo>
                    <a:pt x="18154" y="39439"/>
                  </a:lnTo>
                  <a:lnTo>
                    <a:pt x="11624" y="40154"/>
                  </a:lnTo>
                  <a:lnTo>
                    <a:pt x="8937" y="36433"/>
                  </a:lnTo>
                  <a:lnTo>
                    <a:pt x="1380" y="35913"/>
                  </a:lnTo>
                  <a:lnTo>
                    <a:pt x="0" y="31821"/>
                  </a:lnTo>
                  <a:lnTo>
                    <a:pt x="711" y="26370"/>
                  </a:lnTo>
                  <a:lnTo>
                    <a:pt x="2341" y="21606"/>
                  </a:lnTo>
                  <a:lnTo>
                    <a:pt x="5330" y="17947"/>
                  </a:lnTo>
                  <a:lnTo>
                    <a:pt x="11711" y="18994"/>
                  </a:lnTo>
                  <a:lnTo>
                    <a:pt x="12180" y="15431"/>
                  </a:lnTo>
                  <a:lnTo>
                    <a:pt x="11587" y="11091"/>
                  </a:lnTo>
                  <a:lnTo>
                    <a:pt x="7581" y="10948"/>
                  </a:lnTo>
                  <a:lnTo>
                    <a:pt x="4205" y="5549"/>
                  </a:lnTo>
                  <a:lnTo>
                    <a:pt x="3336" y="3860"/>
                  </a:lnTo>
                  <a:lnTo>
                    <a:pt x="4755" y="219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h367"/>
            <p:cNvSpPr/>
            <p:nvPr/>
          </p:nvSpPr>
          <p:spPr>
            <a:xfrm>
              <a:off x="1640083" y="1619552"/>
              <a:ext cx="60470" cy="64816"/>
            </a:xfrm>
            <a:custGeom>
              <a:avLst/>
              <a:pathLst>
                <a:path w="60470" h="64816">
                  <a:moveTo>
                    <a:pt x="53916" y="3429"/>
                  </a:moveTo>
                  <a:lnTo>
                    <a:pt x="55006" y="10969"/>
                  </a:lnTo>
                  <a:lnTo>
                    <a:pt x="58896" y="16116"/>
                  </a:lnTo>
                  <a:lnTo>
                    <a:pt x="60470" y="24822"/>
                  </a:lnTo>
                  <a:lnTo>
                    <a:pt x="59175" y="64816"/>
                  </a:lnTo>
                  <a:lnTo>
                    <a:pt x="35532" y="64191"/>
                  </a:lnTo>
                  <a:lnTo>
                    <a:pt x="18943" y="63469"/>
                  </a:lnTo>
                  <a:lnTo>
                    <a:pt x="19057" y="54158"/>
                  </a:lnTo>
                  <a:lnTo>
                    <a:pt x="9864" y="52596"/>
                  </a:lnTo>
                  <a:lnTo>
                    <a:pt x="7454" y="53948"/>
                  </a:lnTo>
                  <a:lnTo>
                    <a:pt x="6681" y="56493"/>
                  </a:lnTo>
                  <a:lnTo>
                    <a:pt x="3918" y="55250"/>
                  </a:lnTo>
                  <a:lnTo>
                    <a:pt x="3077" y="54321"/>
                  </a:lnTo>
                  <a:lnTo>
                    <a:pt x="3862" y="51342"/>
                  </a:lnTo>
                  <a:lnTo>
                    <a:pt x="3512" y="48771"/>
                  </a:lnTo>
                  <a:lnTo>
                    <a:pt x="0" y="44408"/>
                  </a:lnTo>
                  <a:lnTo>
                    <a:pt x="1231" y="35926"/>
                  </a:lnTo>
                  <a:lnTo>
                    <a:pt x="14046" y="37323"/>
                  </a:lnTo>
                  <a:lnTo>
                    <a:pt x="18734" y="36071"/>
                  </a:lnTo>
                  <a:lnTo>
                    <a:pt x="21161" y="34098"/>
                  </a:lnTo>
                  <a:lnTo>
                    <a:pt x="26535" y="35349"/>
                  </a:lnTo>
                  <a:lnTo>
                    <a:pt x="27744" y="28241"/>
                  </a:lnTo>
                  <a:lnTo>
                    <a:pt x="22631" y="23635"/>
                  </a:lnTo>
                  <a:lnTo>
                    <a:pt x="23107" y="7850"/>
                  </a:lnTo>
                  <a:lnTo>
                    <a:pt x="34597" y="8933"/>
                  </a:lnTo>
                  <a:lnTo>
                    <a:pt x="38636" y="10460"/>
                  </a:lnTo>
                  <a:lnTo>
                    <a:pt x="45181" y="9462"/>
                  </a:lnTo>
                  <a:lnTo>
                    <a:pt x="4530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h368"/>
            <p:cNvSpPr/>
            <p:nvPr/>
          </p:nvSpPr>
          <p:spPr>
            <a:xfrm>
              <a:off x="1781112" y="1916191"/>
              <a:ext cx="42031" cy="62186"/>
            </a:xfrm>
            <a:custGeom>
              <a:avLst/>
              <a:pathLst>
                <a:path w="42031" h="62186">
                  <a:moveTo>
                    <a:pt x="34371" y="3353"/>
                  </a:moveTo>
                  <a:lnTo>
                    <a:pt x="39629" y="4488"/>
                  </a:lnTo>
                  <a:lnTo>
                    <a:pt x="40544" y="9469"/>
                  </a:lnTo>
                  <a:lnTo>
                    <a:pt x="36634" y="10732"/>
                  </a:lnTo>
                  <a:lnTo>
                    <a:pt x="36982" y="12873"/>
                  </a:lnTo>
                  <a:lnTo>
                    <a:pt x="36336" y="15513"/>
                  </a:lnTo>
                  <a:lnTo>
                    <a:pt x="34522" y="17017"/>
                  </a:lnTo>
                  <a:lnTo>
                    <a:pt x="32495" y="17288"/>
                  </a:lnTo>
                  <a:lnTo>
                    <a:pt x="33594" y="24682"/>
                  </a:lnTo>
                  <a:lnTo>
                    <a:pt x="33089" y="27292"/>
                  </a:lnTo>
                  <a:lnTo>
                    <a:pt x="29361" y="29701"/>
                  </a:lnTo>
                  <a:lnTo>
                    <a:pt x="26840" y="29923"/>
                  </a:lnTo>
                  <a:lnTo>
                    <a:pt x="29483" y="33206"/>
                  </a:lnTo>
                  <a:lnTo>
                    <a:pt x="32692" y="34008"/>
                  </a:lnTo>
                  <a:lnTo>
                    <a:pt x="34729" y="35827"/>
                  </a:lnTo>
                  <a:lnTo>
                    <a:pt x="32187" y="38102"/>
                  </a:lnTo>
                  <a:lnTo>
                    <a:pt x="40455" y="38191"/>
                  </a:lnTo>
                  <a:lnTo>
                    <a:pt x="42031" y="40418"/>
                  </a:lnTo>
                  <a:lnTo>
                    <a:pt x="40712" y="47673"/>
                  </a:lnTo>
                  <a:lnTo>
                    <a:pt x="41110" y="52041"/>
                  </a:lnTo>
                  <a:lnTo>
                    <a:pt x="37120" y="56877"/>
                  </a:lnTo>
                  <a:lnTo>
                    <a:pt x="30946" y="57824"/>
                  </a:lnTo>
                  <a:lnTo>
                    <a:pt x="24120" y="55097"/>
                  </a:lnTo>
                  <a:lnTo>
                    <a:pt x="22176" y="55036"/>
                  </a:lnTo>
                  <a:lnTo>
                    <a:pt x="18995" y="57630"/>
                  </a:lnTo>
                  <a:lnTo>
                    <a:pt x="16561" y="62186"/>
                  </a:lnTo>
                  <a:lnTo>
                    <a:pt x="15888" y="60691"/>
                  </a:lnTo>
                  <a:lnTo>
                    <a:pt x="11144" y="51494"/>
                  </a:lnTo>
                  <a:lnTo>
                    <a:pt x="15324" y="51910"/>
                  </a:lnTo>
                  <a:lnTo>
                    <a:pt x="15681" y="42955"/>
                  </a:lnTo>
                  <a:lnTo>
                    <a:pt x="8912" y="37305"/>
                  </a:lnTo>
                  <a:lnTo>
                    <a:pt x="5701" y="37585"/>
                  </a:lnTo>
                  <a:lnTo>
                    <a:pt x="384" y="36520"/>
                  </a:lnTo>
                  <a:lnTo>
                    <a:pt x="6005" y="35945"/>
                  </a:lnTo>
                  <a:lnTo>
                    <a:pt x="6650" y="33159"/>
                  </a:lnTo>
                  <a:lnTo>
                    <a:pt x="0" y="33265"/>
                  </a:lnTo>
                  <a:lnTo>
                    <a:pt x="2073" y="28755"/>
                  </a:lnTo>
                  <a:lnTo>
                    <a:pt x="4517" y="28795"/>
                  </a:lnTo>
                  <a:lnTo>
                    <a:pt x="5236" y="27382"/>
                  </a:lnTo>
                  <a:lnTo>
                    <a:pt x="3695" y="25464"/>
                  </a:lnTo>
                  <a:lnTo>
                    <a:pt x="1971" y="24741"/>
                  </a:lnTo>
                  <a:lnTo>
                    <a:pt x="2340" y="13852"/>
                  </a:lnTo>
                  <a:lnTo>
                    <a:pt x="8178" y="19784"/>
                  </a:lnTo>
                  <a:lnTo>
                    <a:pt x="13804" y="13427"/>
                  </a:lnTo>
                  <a:lnTo>
                    <a:pt x="11666" y="6811"/>
                  </a:lnTo>
                  <a:lnTo>
                    <a:pt x="10545" y="6464"/>
                  </a:lnTo>
                  <a:lnTo>
                    <a:pt x="17191" y="3626"/>
                  </a:lnTo>
                  <a:lnTo>
                    <a:pt x="19333" y="5299"/>
                  </a:lnTo>
                  <a:lnTo>
                    <a:pt x="24201" y="6398"/>
                  </a:lnTo>
                  <a:lnTo>
                    <a:pt x="2665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h369"/>
            <p:cNvSpPr/>
            <p:nvPr/>
          </p:nvSpPr>
          <p:spPr>
            <a:xfrm>
              <a:off x="1918051" y="2091746"/>
              <a:ext cx="87150" cy="66545"/>
            </a:xfrm>
            <a:custGeom>
              <a:avLst/>
              <a:pathLst>
                <a:path w="87150" h="66545">
                  <a:moveTo>
                    <a:pt x="36609" y="5230"/>
                  </a:moveTo>
                  <a:lnTo>
                    <a:pt x="38298" y="3684"/>
                  </a:lnTo>
                  <a:lnTo>
                    <a:pt x="44056" y="6004"/>
                  </a:lnTo>
                  <a:lnTo>
                    <a:pt x="42408" y="9943"/>
                  </a:lnTo>
                  <a:lnTo>
                    <a:pt x="37283" y="8900"/>
                  </a:lnTo>
                  <a:lnTo>
                    <a:pt x="36466" y="10456"/>
                  </a:lnTo>
                  <a:lnTo>
                    <a:pt x="46670" y="13258"/>
                  </a:lnTo>
                  <a:lnTo>
                    <a:pt x="47358" y="19151"/>
                  </a:lnTo>
                  <a:lnTo>
                    <a:pt x="46430" y="20413"/>
                  </a:lnTo>
                  <a:lnTo>
                    <a:pt x="50098" y="34405"/>
                  </a:lnTo>
                  <a:lnTo>
                    <a:pt x="53538" y="29985"/>
                  </a:lnTo>
                  <a:lnTo>
                    <a:pt x="57402" y="28975"/>
                  </a:lnTo>
                  <a:lnTo>
                    <a:pt x="56085" y="24420"/>
                  </a:lnTo>
                  <a:lnTo>
                    <a:pt x="64881" y="22378"/>
                  </a:lnTo>
                  <a:lnTo>
                    <a:pt x="65983" y="26987"/>
                  </a:lnTo>
                  <a:lnTo>
                    <a:pt x="80784" y="23621"/>
                  </a:lnTo>
                  <a:lnTo>
                    <a:pt x="84224" y="24039"/>
                  </a:lnTo>
                  <a:lnTo>
                    <a:pt x="83795" y="26531"/>
                  </a:lnTo>
                  <a:lnTo>
                    <a:pt x="87150" y="26874"/>
                  </a:lnTo>
                  <a:lnTo>
                    <a:pt x="84407" y="34881"/>
                  </a:lnTo>
                  <a:lnTo>
                    <a:pt x="86892" y="38607"/>
                  </a:lnTo>
                  <a:lnTo>
                    <a:pt x="68673" y="55845"/>
                  </a:lnTo>
                  <a:lnTo>
                    <a:pt x="63972" y="55034"/>
                  </a:lnTo>
                  <a:lnTo>
                    <a:pt x="54985" y="62326"/>
                  </a:lnTo>
                  <a:lnTo>
                    <a:pt x="52018" y="62005"/>
                  </a:lnTo>
                  <a:lnTo>
                    <a:pt x="45614" y="65183"/>
                  </a:lnTo>
                  <a:lnTo>
                    <a:pt x="45106" y="66545"/>
                  </a:lnTo>
                  <a:lnTo>
                    <a:pt x="40092" y="53040"/>
                  </a:lnTo>
                  <a:lnTo>
                    <a:pt x="20667" y="60394"/>
                  </a:lnTo>
                  <a:lnTo>
                    <a:pt x="19981" y="59804"/>
                  </a:lnTo>
                  <a:lnTo>
                    <a:pt x="19978" y="57779"/>
                  </a:lnTo>
                  <a:lnTo>
                    <a:pt x="18004" y="56810"/>
                  </a:lnTo>
                  <a:lnTo>
                    <a:pt x="14521" y="60225"/>
                  </a:lnTo>
                  <a:lnTo>
                    <a:pt x="9991" y="57582"/>
                  </a:lnTo>
                  <a:lnTo>
                    <a:pt x="11002" y="54602"/>
                  </a:lnTo>
                  <a:lnTo>
                    <a:pt x="9394" y="51210"/>
                  </a:lnTo>
                  <a:lnTo>
                    <a:pt x="8620" y="50642"/>
                  </a:lnTo>
                  <a:lnTo>
                    <a:pt x="6156" y="51929"/>
                  </a:lnTo>
                  <a:lnTo>
                    <a:pt x="6768" y="50030"/>
                  </a:lnTo>
                  <a:lnTo>
                    <a:pt x="0" y="48081"/>
                  </a:lnTo>
                  <a:lnTo>
                    <a:pt x="4859" y="42624"/>
                  </a:lnTo>
                  <a:lnTo>
                    <a:pt x="12423" y="36183"/>
                  </a:lnTo>
                  <a:lnTo>
                    <a:pt x="13716" y="33676"/>
                  </a:lnTo>
                  <a:lnTo>
                    <a:pt x="13593" y="31613"/>
                  </a:lnTo>
                  <a:lnTo>
                    <a:pt x="12621" y="31157"/>
                  </a:lnTo>
                  <a:lnTo>
                    <a:pt x="11577" y="28922"/>
                  </a:lnTo>
                  <a:lnTo>
                    <a:pt x="11331" y="26469"/>
                  </a:lnTo>
                  <a:lnTo>
                    <a:pt x="12982" y="20731"/>
                  </a:lnTo>
                  <a:lnTo>
                    <a:pt x="14941" y="18742"/>
                  </a:lnTo>
                  <a:lnTo>
                    <a:pt x="18465" y="17617"/>
                  </a:lnTo>
                  <a:lnTo>
                    <a:pt x="20485" y="17820"/>
                  </a:lnTo>
                  <a:lnTo>
                    <a:pt x="22853" y="21968"/>
                  </a:lnTo>
                  <a:lnTo>
                    <a:pt x="21757" y="25706"/>
                  </a:lnTo>
                  <a:lnTo>
                    <a:pt x="19899" y="28308"/>
                  </a:lnTo>
                  <a:lnTo>
                    <a:pt x="14867" y="29805"/>
                  </a:lnTo>
                  <a:lnTo>
                    <a:pt x="14842" y="34138"/>
                  </a:lnTo>
                  <a:lnTo>
                    <a:pt x="16032" y="35474"/>
                  </a:lnTo>
                  <a:lnTo>
                    <a:pt x="27288" y="37432"/>
                  </a:lnTo>
                  <a:lnTo>
                    <a:pt x="26120" y="31145"/>
                  </a:lnTo>
                  <a:lnTo>
                    <a:pt x="27450" y="23583"/>
                  </a:lnTo>
                  <a:lnTo>
                    <a:pt x="25289" y="22779"/>
                  </a:lnTo>
                  <a:lnTo>
                    <a:pt x="27499" y="14623"/>
                  </a:lnTo>
                  <a:lnTo>
                    <a:pt x="26748" y="13617"/>
                  </a:lnTo>
                  <a:lnTo>
                    <a:pt x="26562" y="8826"/>
                  </a:lnTo>
                  <a:lnTo>
                    <a:pt x="32235" y="14870"/>
                  </a:lnTo>
                  <a:lnTo>
                    <a:pt x="33655" y="13164"/>
                  </a:lnTo>
                  <a:lnTo>
                    <a:pt x="34866" y="8124"/>
                  </a:lnTo>
                  <a:lnTo>
                    <a:pt x="30748" y="22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h370"/>
            <p:cNvSpPr/>
            <p:nvPr/>
          </p:nvSpPr>
          <p:spPr>
            <a:xfrm>
              <a:off x="1904445" y="2024947"/>
              <a:ext cx="64466" cy="104231"/>
            </a:xfrm>
            <a:custGeom>
              <a:avLst/>
              <a:pathLst>
                <a:path w="64466" h="104231">
                  <a:moveTo>
                    <a:pt x="38348" y="2081"/>
                  </a:moveTo>
                  <a:lnTo>
                    <a:pt x="40765" y="4054"/>
                  </a:lnTo>
                  <a:lnTo>
                    <a:pt x="41895" y="3652"/>
                  </a:lnTo>
                  <a:lnTo>
                    <a:pt x="48771" y="10343"/>
                  </a:lnTo>
                  <a:lnTo>
                    <a:pt x="49547" y="4588"/>
                  </a:lnTo>
                  <a:lnTo>
                    <a:pt x="56461" y="7664"/>
                  </a:lnTo>
                  <a:lnTo>
                    <a:pt x="64466" y="20643"/>
                  </a:lnTo>
                  <a:lnTo>
                    <a:pt x="63902" y="30274"/>
                  </a:lnTo>
                  <a:lnTo>
                    <a:pt x="62695" y="30648"/>
                  </a:lnTo>
                  <a:lnTo>
                    <a:pt x="62253" y="30289"/>
                  </a:lnTo>
                  <a:lnTo>
                    <a:pt x="40480" y="41446"/>
                  </a:lnTo>
                  <a:lnTo>
                    <a:pt x="37465" y="45285"/>
                  </a:lnTo>
                  <a:lnTo>
                    <a:pt x="36068" y="49838"/>
                  </a:lnTo>
                  <a:lnTo>
                    <a:pt x="37117" y="53779"/>
                  </a:lnTo>
                  <a:lnTo>
                    <a:pt x="38288" y="54032"/>
                  </a:lnTo>
                  <a:lnTo>
                    <a:pt x="41265" y="61909"/>
                  </a:lnTo>
                  <a:lnTo>
                    <a:pt x="44354" y="67021"/>
                  </a:lnTo>
                  <a:lnTo>
                    <a:pt x="48472" y="74923"/>
                  </a:lnTo>
                  <a:lnTo>
                    <a:pt x="47261" y="79963"/>
                  </a:lnTo>
                  <a:lnTo>
                    <a:pt x="45841" y="81669"/>
                  </a:lnTo>
                  <a:lnTo>
                    <a:pt x="40168" y="75625"/>
                  </a:lnTo>
                  <a:lnTo>
                    <a:pt x="40354" y="80416"/>
                  </a:lnTo>
                  <a:lnTo>
                    <a:pt x="41105" y="81422"/>
                  </a:lnTo>
                  <a:lnTo>
                    <a:pt x="38895" y="89578"/>
                  </a:lnTo>
                  <a:lnTo>
                    <a:pt x="41056" y="90382"/>
                  </a:lnTo>
                  <a:lnTo>
                    <a:pt x="39726" y="97944"/>
                  </a:lnTo>
                  <a:lnTo>
                    <a:pt x="40894" y="104231"/>
                  </a:lnTo>
                  <a:lnTo>
                    <a:pt x="29638" y="102273"/>
                  </a:lnTo>
                  <a:lnTo>
                    <a:pt x="28448" y="100937"/>
                  </a:lnTo>
                  <a:lnTo>
                    <a:pt x="28473" y="96604"/>
                  </a:lnTo>
                  <a:lnTo>
                    <a:pt x="33505" y="95107"/>
                  </a:lnTo>
                  <a:lnTo>
                    <a:pt x="35363" y="92505"/>
                  </a:lnTo>
                  <a:lnTo>
                    <a:pt x="36459" y="88767"/>
                  </a:lnTo>
                  <a:lnTo>
                    <a:pt x="34090" y="84619"/>
                  </a:lnTo>
                  <a:lnTo>
                    <a:pt x="32071" y="84416"/>
                  </a:lnTo>
                  <a:lnTo>
                    <a:pt x="28547" y="85541"/>
                  </a:lnTo>
                  <a:lnTo>
                    <a:pt x="27594" y="85952"/>
                  </a:lnTo>
                  <a:lnTo>
                    <a:pt x="26844" y="83731"/>
                  </a:lnTo>
                  <a:lnTo>
                    <a:pt x="28599" y="82239"/>
                  </a:lnTo>
                  <a:lnTo>
                    <a:pt x="26542" y="77812"/>
                  </a:lnTo>
                  <a:lnTo>
                    <a:pt x="17686" y="74960"/>
                  </a:lnTo>
                  <a:lnTo>
                    <a:pt x="9232" y="70810"/>
                  </a:lnTo>
                  <a:lnTo>
                    <a:pt x="3673" y="66986"/>
                  </a:lnTo>
                  <a:lnTo>
                    <a:pt x="1893" y="67930"/>
                  </a:lnTo>
                  <a:lnTo>
                    <a:pt x="6808" y="59694"/>
                  </a:lnTo>
                  <a:lnTo>
                    <a:pt x="8015" y="53673"/>
                  </a:lnTo>
                  <a:lnTo>
                    <a:pt x="5908" y="48736"/>
                  </a:lnTo>
                  <a:lnTo>
                    <a:pt x="1108" y="50904"/>
                  </a:lnTo>
                  <a:lnTo>
                    <a:pt x="0" y="45192"/>
                  </a:lnTo>
                  <a:lnTo>
                    <a:pt x="3451" y="37424"/>
                  </a:lnTo>
                  <a:lnTo>
                    <a:pt x="9780" y="36034"/>
                  </a:lnTo>
                  <a:lnTo>
                    <a:pt x="13268" y="33966"/>
                  </a:lnTo>
                  <a:lnTo>
                    <a:pt x="18437" y="32735"/>
                  </a:lnTo>
                  <a:lnTo>
                    <a:pt x="19706" y="30862"/>
                  </a:lnTo>
                  <a:lnTo>
                    <a:pt x="20324" y="28030"/>
                  </a:lnTo>
                  <a:lnTo>
                    <a:pt x="19452" y="21210"/>
                  </a:lnTo>
                  <a:lnTo>
                    <a:pt x="16765" y="17017"/>
                  </a:lnTo>
                  <a:lnTo>
                    <a:pt x="16744" y="14216"/>
                  </a:lnTo>
                  <a:lnTo>
                    <a:pt x="17874" y="10642"/>
                  </a:lnTo>
                  <a:lnTo>
                    <a:pt x="18630" y="5602"/>
                  </a:lnTo>
                  <a:lnTo>
                    <a:pt x="20393" y="5335"/>
                  </a:lnTo>
                  <a:lnTo>
                    <a:pt x="30371" y="9250"/>
                  </a:lnTo>
                  <a:lnTo>
                    <a:pt x="32265" y="9084"/>
                  </a:lnTo>
                  <a:lnTo>
                    <a:pt x="35252" y="6393"/>
                  </a:lnTo>
                  <a:lnTo>
                    <a:pt x="36261" y="4084"/>
                  </a:lnTo>
                  <a:lnTo>
                    <a:pt x="35627" y="434"/>
                  </a:lnTo>
                  <a:lnTo>
                    <a:pt x="3709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h371"/>
            <p:cNvSpPr/>
            <p:nvPr/>
          </p:nvSpPr>
          <p:spPr>
            <a:xfrm>
              <a:off x="1894790" y="1913472"/>
              <a:ext cx="39146" cy="40040"/>
            </a:xfrm>
            <a:custGeom>
              <a:avLst/>
              <a:pathLst>
                <a:path w="39146" h="40040">
                  <a:moveTo>
                    <a:pt x="35699" y="52"/>
                  </a:moveTo>
                  <a:lnTo>
                    <a:pt x="39146" y="3665"/>
                  </a:lnTo>
                  <a:lnTo>
                    <a:pt x="37925" y="5460"/>
                  </a:lnTo>
                  <a:lnTo>
                    <a:pt x="37443" y="27437"/>
                  </a:lnTo>
                  <a:lnTo>
                    <a:pt x="32598" y="27631"/>
                  </a:lnTo>
                  <a:lnTo>
                    <a:pt x="29522" y="28965"/>
                  </a:lnTo>
                  <a:lnTo>
                    <a:pt x="24350" y="28881"/>
                  </a:lnTo>
                  <a:lnTo>
                    <a:pt x="24249" y="31634"/>
                  </a:lnTo>
                  <a:lnTo>
                    <a:pt x="20990" y="33572"/>
                  </a:lnTo>
                  <a:lnTo>
                    <a:pt x="14959" y="34441"/>
                  </a:lnTo>
                  <a:lnTo>
                    <a:pt x="9568" y="40040"/>
                  </a:lnTo>
                  <a:lnTo>
                    <a:pt x="4698" y="34078"/>
                  </a:lnTo>
                  <a:lnTo>
                    <a:pt x="0" y="28153"/>
                  </a:lnTo>
                  <a:lnTo>
                    <a:pt x="4954" y="22067"/>
                  </a:lnTo>
                  <a:lnTo>
                    <a:pt x="9373" y="19060"/>
                  </a:lnTo>
                  <a:lnTo>
                    <a:pt x="8353" y="20952"/>
                  </a:lnTo>
                  <a:lnTo>
                    <a:pt x="8894" y="21426"/>
                  </a:lnTo>
                  <a:lnTo>
                    <a:pt x="12161" y="19767"/>
                  </a:lnTo>
                  <a:lnTo>
                    <a:pt x="15097" y="17842"/>
                  </a:lnTo>
                  <a:lnTo>
                    <a:pt x="17865" y="14491"/>
                  </a:lnTo>
                  <a:lnTo>
                    <a:pt x="22352" y="11999"/>
                  </a:lnTo>
                  <a:lnTo>
                    <a:pt x="21409" y="5057"/>
                  </a:lnTo>
                  <a:lnTo>
                    <a:pt x="25398" y="4977"/>
                  </a:lnTo>
                  <a:lnTo>
                    <a:pt x="27618" y="1778"/>
                  </a:lnTo>
                  <a:lnTo>
                    <a:pt x="34336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h372"/>
            <p:cNvSpPr/>
            <p:nvPr/>
          </p:nvSpPr>
          <p:spPr>
            <a:xfrm>
              <a:off x="1535677" y="1963141"/>
              <a:ext cx="55651" cy="107129"/>
            </a:xfrm>
            <a:custGeom>
              <a:avLst/>
              <a:pathLst>
                <a:path w="55651" h="107129">
                  <a:moveTo>
                    <a:pt x="28986" y="6080"/>
                  </a:moveTo>
                  <a:lnTo>
                    <a:pt x="31899" y="3875"/>
                  </a:lnTo>
                  <a:lnTo>
                    <a:pt x="36983" y="3024"/>
                  </a:lnTo>
                  <a:lnTo>
                    <a:pt x="41019" y="6913"/>
                  </a:lnTo>
                  <a:lnTo>
                    <a:pt x="43425" y="12810"/>
                  </a:lnTo>
                  <a:lnTo>
                    <a:pt x="43700" y="14593"/>
                  </a:lnTo>
                  <a:lnTo>
                    <a:pt x="42369" y="16746"/>
                  </a:lnTo>
                  <a:lnTo>
                    <a:pt x="48645" y="13095"/>
                  </a:lnTo>
                  <a:lnTo>
                    <a:pt x="49695" y="9800"/>
                  </a:lnTo>
                  <a:lnTo>
                    <a:pt x="48561" y="8424"/>
                  </a:lnTo>
                  <a:lnTo>
                    <a:pt x="53180" y="9485"/>
                  </a:lnTo>
                  <a:lnTo>
                    <a:pt x="55651" y="15669"/>
                  </a:lnTo>
                  <a:lnTo>
                    <a:pt x="52654" y="22400"/>
                  </a:lnTo>
                  <a:lnTo>
                    <a:pt x="42752" y="33025"/>
                  </a:lnTo>
                  <a:lnTo>
                    <a:pt x="34742" y="29221"/>
                  </a:lnTo>
                  <a:lnTo>
                    <a:pt x="32794" y="31072"/>
                  </a:lnTo>
                  <a:lnTo>
                    <a:pt x="30073" y="36604"/>
                  </a:lnTo>
                  <a:lnTo>
                    <a:pt x="33104" y="48964"/>
                  </a:lnTo>
                  <a:lnTo>
                    <a:pt x="38106" y="53157"/>
                  </a:lnTo>
                  <a:lnTo>
                    <a:pt x="39957" y="53538"/>
                  </a:lnTo>
                  <a:lnTo>
                    <a:pt x="42864" y="51376"/>
                  </a:lnTo>
                  <a:lnTo>
                    <a:pt x="45155" y="67663"/>
                  </a:lnTo>
                  <a:lnTo>
                    <a:pt x="38424" y="75694"/>
                  </a:lnTo>
                  <a:lnTo>
                    <a:pt x="36555" y="76469"/>
                  </a:lnTo>
                  <a:lnTo>
                    <a:pt x="33129" y="74529"/>
                  </a:lnTo>
                  <a:lnTo>
                    <a:pt x="32140" y="74773"/>
                  </a:lnTo>
                  <a:lnTo>
                    <a:pt x="27584" y="82277"/>
                  </a:lnTo>
                  <a:lnTo>
                    <a:pt x="26039" y="86546"/>
                  </a:lnTo>
                  <a:lnTo>
                    <a:pt x="25704" y="91023"/>
                  </a:lnTo>
                  <a:lnTo>
                    <a:pt x="28046" y="93641"/>
                  </a:lnTo>
                  <a:lnTo>
                    <a:pt x="27560" y="98292"/>
                  </a:lnTo>
                  <a:lnTo>
                    <a:pt x="28183" y="101097"/>
                  </a:lnTo>
                  <a:lnTo>
                    <a:pt x="27493" y="100371"/>
                  </a:lnTo>
                  <a:lnTo>
                    <a:pt x="25781" y="101333"/>
                  </a:lnTo>
                  <a:lnTo>
                    <a:pt x="24075" y="104578"/>
                  </a:lnTo>
                  <a:lnTo>
                    <a:pt x="24103" y="107129"/>
                  </a:lnTo>
                  <a:lnTo>
                    <a:pt x="18373" y="105582"/>
                  </a:lnTo>
                  <a:lnTo>
                    <a:pt x="16060" y="103438"/>
                  </a:lnTo>
                  <a:lnTo>
                    <a:pt x="17401" y="99115"/>
                  </a:lnTo>
                  <a:lnTo>
                    <a:pt x="12680" y="100091"/>
                  </a:lnTo>
                  <a:lnTo>
                    <a:pt x="12382" y="96576"/>
                  </a:lnTo>
                  <a:lnTo>
                    <a:pt x="13546" y="94880"/>
                  </a:lnTo>
                  <a:lnTo>
                    <a:pt x="12315" y="84672"/>
                  </a:lnTo>
                  <a:lnTo>
                    <a:pt x="8606" y="81259"/>
                  </a:lnTo>
                  <a:lnTo>
                    <a:pt x="7678" y="79407"/>
                  </a:lnTo>
                  <a:lnTo>
                    <a:pt x="6623" y="73204"/>
                  </a:lnTo>
                  <a:lnTo>
                    <a:pt x="11473" y="66876"/>
                  </a:lnTo>
                  <a:lnTo>
                    <a:pt x="15695" y="63280"/>
                  </a:lnTo>
                  <a:lnTo>
                    <a:pt x="11627" y="54569"/>
                  </a:lnTo>
                  <a:lnTo>
                    <a:pt x="11957" y="50950"/>
                  </a:lnTo>
                  <a:lnTo>
                    <a:pt x="9081" y="42041"/>
                  </a:lnTo>
                  <a:lnTo>
                    <a:pt x="9544" y="33321"/>
                  </a:lnTo>
                  <a:lnTo>
                    <a:pt x="2954" y="30061"/>
                  </a:lnTo>
                  <a:lnTo>
                    <a:pt x="1902" y="27132"/>
                  </a:lnTo>
                  <a:lnTo>
                    <a:pt x="0" y="25490"/>
                  </a:lnTo>
                  <a:lnTo>
                    <a:pt x="1938" y="20793"/>
                  </a:lnTo>
                  <a:lnTo>
                    <a:pt x="3713" y="21820"/>
                  </a:lnTo>
                  <a:lnTo>
                    <a:pt x="11449" y="19494"/>
                  </a:lnTo>
                  <a:lnTo>
                    <a:pt x="8347" y="15855"/>
                  </a:lnTo>
                  <a:lnTo>
                    <a:pt x="13083" y="11625"/>
                  </a:lnTo>
                  <a:lnTo>
                    <a:pt x="14083" y="9744"/>
                  </a:lnTo>
                  <a:lnTo>
                    <a:pt x="13595" y="7156"/>
                  </a:lnTo>
                  <a:lnTo>
                    <a:pt x="10858" y="4631"/>
                  </a:lnTo>
                  <a:lnTo>
                    <a:pt x="16696" y="550"/>
                  </a:lnTo>
                  <a:lnTo>
                    <a:pt x="2580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h373"/>
            <p:cNvSpPr/>
            <p:nvPr/>
          </p:nvSpPr>
          <p:spPr>
            <a:xfrm>
              <a:off x="1714093" y="1786611"/>
              <a:ext cx="81636" cy="113725"/>
            </a:xfrm>
            <a:custGeom>
              <a:avLst/>
              <a:pathLst>
                <a:path w="81636" h="113725">
                  <a:moveTo>
                    <a:pt x="25671" y="187"/>
                  </a:moveTo>
                  <a:lnTo>
                    <a:pt x="25375" y="6224"/>
                  </a:lnTo>
                  <a:lnTo>
                    <a:pt x="32087" y="10536"/>
                  </a:lnTo>
                  <a:lnTo>
                    <a:pt x="36524" y="11835"/>
                  </a:lnTo>
                  <a:lnTo>
                    <a:pt x="41012" y="10446"/>
                  </a:lnTo>
                  <a:lnTo>
                    <a:pt x="45966" y="15631"/>
                  </a:lnTo>
                  <a:lnTo>
                    <a:pt x="54226" y="8385"/>
                  </a:lnTo>
                  <a:lnTo>
                    <a:pt x="56414" y="10186"/>
                  </a:lnTo>
                  <a:lnTo>
                    <a:pt x="51507" y="21181"/>
                  </a:lnTo>
                  <a:lnTo>
                    <a:pt x="57393" y="22902"/>
                  </a:lnTo>
                  <a:lnTo>
                    <a:pt x="57331" y="33343"/>
                  </a:lnTo>
                  <a:lnTo>
                    <a:pt x="59018" y="34534"/>
                  </a:lnTo>
                  <a:lnTo>
                    <a:pt x="58172" y="38612"/>
                  </a:lnTo>
                  <a:lnTo>
                    <a:pt x="50590" y="37012"/>
                  </a:lnTo>
                  <a:lnTo>
                    <a:pt x="49147" y="37612"/>
                  </a:lnTo>
                  <a:lnTo>
                    <a:pt x="48405" y="41688"/>
                  </a:lnTo>
                  <a:lnTo>
                    <a:pt x="52622" y="46820"/>
                  </a:lnTo>
                  <a:lnTo>
                    <a:pt x="51225" y="50194"/>
                  </a:lnTo>
                  <a:lnTo>
                    <a:pt x="47296" y="52119"/>
                  </a:lnTo>
                  <a:lnTo>
                    <a:pt x="43306" y="57881"/>
                  </a:lnTo>
                  <a:lnTo>
                    <a:pt x="48678" y="59559"/>
                  </a:lnTo>
                  <a:lnTo>
                    <a:pt x="50334" y="58171"/>
                  </a:lnTo>
                  <a:lnTo>
                    <a:pt x="52305" y="58752"/>
                  </a:lnTo>
                  <a:lnTo>
                    <a:pt x="55301" y="61765"/>
                  </a:lnTo>
                  <a:lnTo>
                    <a:pt x="57501" y="72054"/>
                  </a:lnTo>
                  <a:lnTo>
                    <a:pt x="60498" y="76848"/>
                  </a:lnTo>
                  <a:lnTo>
                    <a:pt x="62153" y="77696"/>
                  </a:lnTo>
                  <a:lnTo>
                    <a:pt x="65539" y="77355"/>
                  </a:lnTo>
                  <a:lnTo>
                    <a:pt x="72785" y="83144"/>
                  </a:lnTo>
                  <a:lnTo>
                    <a:pt x="77025" y="89366"/>
                  </a:lnTo>
                  <a:lnTo>
                    <a:pt x="77558" y="92380"/>
                  </a:lnTo>
                  <a:lnTo>
                    <a:pt x="76634" y="94787"/>
                  </a:lnTo>
                  <a:lnTo>
                    <a:pt x="76912" y="96986"/>
                  </a:lnTo>
                  <a:lnTo>
                    <a:pt x="81636" y="104585"/>
                  </a:lnTo>
                  <a:lnTo>
                    <a:pt x="80532" y="104976"/>
                  </a:lnTo>
                  <a:lnTo>
                    <a:pt x="72317" y="102822"/>
                  </a:lnTo>
                  <a:lnTo>
                    <a:pt x="69103" y="103404"/>
                  </a:lnTo>
                  <a:lnTo>
                    <a:pt x="68036" y="104277"/>
                  </a:lnTo>
                  <a:lnTo>
                    <a:pt x="69069" y="107286"/>
                  </a:lnTo>
                  <a:lnTo>
                    <a:pt x="68100" y="109653"/>
                  </a:lnTo>
                  <a:lnTo>
                    <a:pt x="62007" y="110153"/>
                  </a:lnTo>
                  <a:lnTo>
                    <a:pt x="60053" y="111830"/>
                  </a:lnTo>
                  <a:lnTo>
                    <a:pt x="55324" y="113643"/>
                  </a:lnTo>
                  <a:lnTo>
                    <a:pt x="52868" y="112045"/>
                  </a:lnTo>
                  <a:lnTo>
                    <a:pt x="45765" y="110395"/>
                  </a:lnTo>
                  <a:lnTo>
                    <a:pt x="42822" y="110670"/>
                  </a:lnTo>
                  <a:lnTo>
                    <a:pt x="42344" y="113725"/>
                  </a:lnTo>
                  <a:lnTo>
                    <a:pt x="22752" y="112778"/>
                  </a:lnTo>
                  <a:lnTo>
                    <a:pt x="20951" y="111449"/>
                  </a:lnTo>
                  <a:lnTo>
                    <a:pt x="24259" y="105501"/>
                  </a:lnTo>
                  <a:lnTo>
                    <a:pt x="18826" y="102508"/>
                  </a:lnTo>
                  <a:lnTo>
                    <a:pt x="18354" y="98489"/>
                  </a:lnTo>
                  <a:lnTo>
                    <a:pt x="18926" y="92270"/>
                  </a:lnTo>
                  <a:lnTo>
                    <a:pt x="8260" y="83061"/>
                  </a:lnTo>
                  <a:lnTo>
                    <a:pt x="3881" y="77960"/>
                  </a:lnTo>
                  <a:lnTo>
                    <a:pt x="3378" y="73691"/>
                  </a:lnTo>
                  <a:lnTo>
                    <a:pt x="4055" y="73535"/>
                  </a:lnTo>
                  <a:lnTo>
                    <a:pt x="6256" y="67915"/>
                  </a:lnTo>
                  <a:lnTo>
                    <a:pt x="6245" y="63945"/>
                  </a:lnTo>
                  <a:lnTo>
                    <a:pt x="9312" y="60169"/>
                  </a:lnTo>
                  <a:lnTo>
                    <a:pt x="10932" y="59864"/>
                  </a:lnTo>
                  <a:lnTo>
                    <a:pt x="11560" y="57650"/>
                  </a:lnTo>
                  <a:lnTo>
                    <a:pt x="9788" y="54158"/>
                  </a:lnTo>
                  <a:lnTo>
                    <a:pt x="8584" y="54048"/>
                  </a:lnTo>
                  <a:lnTo>
                    <a:pt x="8876" y="51155"/>
                  </a:lnTo>
                  <a:lnTo>
                    <a:pt x="14496" y="51078"/>
                  </a:lnTo>
                  <a:lnTo>
                    <a:pt x="17352" y="50168"/>
                  </a:lnTo>
                  <a:lnTo>
                    <a:pt x="18217" y="48387"/>
                  </a:lnTo>
                  <a:lnTo>
                    <a:pt x="17076" y="42404"/>
                  </a:lnTo>
                  <a:lnTo>
                    <a:pt x="14557" y="38925"/>
                  </a:lnTo>
                  <a:lnTo>
                    <a:pt x="8413" y="34120"/>
                  </a:lnTo>
                  <a:lnTo>
                    <a:pt x="7825" y="32069"/>
                  </a:lnTo>
                  <a:lnTo>
                    <a:pt x="8239" y="29303"/>
                  </a:lnTo>
                  <a:lnTo>
                    <a:pt x="6268" y="25620"/>
                  </a:lnTo>
                  <a:lnTo>
                    <a:pt x="4876" y="23919"/>
                  </a:lnTo>
                  <a:lnTo>
                    <a:pt x="1653" y="22880"/>
                  </a:lnTo>
                  <a:lnTo>
                    <a:pt x="0" y="19009"/>
                  </a:lnTo>
                  <a:lnTo>
                    <a:pt x="1461" y="15906"/>
                  </a:lnTo>
                  <a:lnTo>
                    <a:pt x="6124" y="9711"/>
                  </a:lnTo>
                  <a:lnTo>
                    <a:pt x="12100" y="10566"/>
                  </a:lnTo>
                  <a:lnTo>
                    <a:pt x="13355" y="11432"/>
                  </a:lnTo>
                  <a:lnTo>
                    <a:pt x="18623" y="11351"/>
                  </a:lnTo>
                  <a:lnTo>
                    <a:pt x="2415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h374"/>
            <p:cNvSpPr/>
            <p:nvPr/>
          </p:nvSpPr>
          <p:spPr>
            <a:xfrm>
              <a:off x="1936908" y="1945050"/>
              <a:ext cx="65175" cy="37639"/>
            </a:xfrm>
            <a:custGeom>
              <a:avLst/>
              <a:pathLst>
                <a:path w="65175" h="37639">
                  <a:moveTo>
                    <a:pt x="43305" y="1065"/>
                  </a:moveTo>
                  <a:lnTo>
                    <a:pt x="53339" y="5469"/>
                  </a:lnTo>
                  <a:lnTo>
                    <a:pt x="53619" y="6472"/>
                  </a:lnTo>
                  <a:lnTo>
                    <a:pt x="54658" y="11694"/>
                  </a:lnTo>
                  <a:lnTo>
                    <a:pt x="57593" y="14053"/>
                  </a:lnTo>
                  <a:lnTo>
                    <a:pt x="58164" y="21177"/>
                  </a:lnTo>
                  <a:lnTo>
                    <a:pt x="59494" y="22191"/>
                  </a:lnTo>
                  <a:lnTo>
                    <a:pt x="62457" y="22090"/>
                  </a:lnTo>
                  <a:lnTo>
                    <a:pt x="64607" y="23032"/>
                  </a:lnTo>
                  <a:lnTo>
                    <a:pt x="65175" y="24061"/>
                  </a:lnTo>
                  <a:lnTo>
                    <a:pt x="53813" y="27705"/>
                  </a:lnTo>
                  <a:lnTo>
                    <a:pt x="52710" y="28489"/>
                  </a:lnTo>
                  <a:lnTo>
                    <a:pt x="53375" y="30661"/>
                  </a:lnTo>
                  <a:lnTo>
                    <a:pt x="40059" y="34364"/>
                  </a:lnTo>
                  <a:lnTo>
                    <a:pt x="37433" y="37639"/>
                  </a:lnTo>
                  <a:lnTo>
                    <a:pt x="35801" y="37177"/>
                  </a:lnTo>
                  <a:lnTo>
                    <a:pt x="35076" y="35604"/>
                  </a:lnTo>
                  <a:lnTo>
                    <a:pt x="36159" y="34710"/>
                  </a:lnTo>
                  <a:lnTo>
                    <a:pt x="37006" y="32199"/>
                  </a:lnTo>
                  <a:lnTo>
                    <a:pt x="34663" y="30725"/>
                  </a:lnTo>
                  <a:lnTo>
                    <a:pt x="32537" y="31088"/>
                  </a:lnTo>
                  <a:lnTo>
                    <a:pt x="25954" y="34356"/>
                  </a:lnTo>
                  <a:lnTo>
                    <a:pt x="10237" y="34029"/>
                  </a:lnTo>
                  <a:lnTo>
                    <a:pt x="6329" y="36279"/>
                  </a:lnTo>
                  <a:lnTo>
                    <a:pt x="3230" y="32308"/>
                  </a:lnTo>
                  <a:lnTo>
                    <a:pt x="7007" y="29889"/>
                  </a:lnTo>
                  <a:lnTo>
                    <a:pt x="0" y="20899"/>
                  </a:lnTo>
                  <a:lnTo>
                    <a:pt x="10746" y="13510"/>
                  </a:lnTo>
                  <a:lnTo>
                    <a:pt x="12058" y="10509"/>
                  </a:lnTo>
                  <a:lnTo>
                    <a:pt x="17460" y="5644"/>
                  </a:lnTo>
                  <a:lnTo>
                    <a:pt x="29571" y="4751"/>
                  </a:lnTo>
                  <a:lnTo>
                    <a:pt x="2744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h375"/>
            <p:cNvSpPr/>
            <p:nvPr/>
          </p:nvSpPr>
          <p:spPr>
            <a:xfrm>
              <a:off x="1874043" y="1620296"/>
              <a:ext cx="156969" cy="204528"/>
            </a:xfrm>
            <a:custGeom>
              <a:avLst/>
              <a:pathLst>
                <a:path w="156969" h="204528">
                  <a:moveTo>
                    <a:pt x="104079" y="286"/>
                  </a:moveTo>
                  <a:lnTo>
                    <a:pt x="112089" y="16951"/>
                  </a:lnTo>
                  <a:lnTo>
                    <a:pt x="120855" y="17377"/>
                  </a:lnTo>
                  <a:lnTo>
                    <a:pt x="113451" y="29985"/>
                  </a:lnTo>
                  <a:lnTo>
                    <a:pt x="116380" y="37377"/>
                  </a:lnTo>
                  <a:lnTo>
                    <a:pt x="117160" y="44736"/>
                  </a:lnTo>
                  <a:lnTo>
                    <a:pt x="119998" y="46043"/>
                  </a:lnTo>
                  <a:lnTo>
                    <a:pt x="119863" y="60610"/>
                  </a:lnTo>
                  <a:lnTo>
                    <a:pt x="121379" y="66698"/>
                  </a:lnTo>
                  <a:lnTo>
                    <a:pt x="125360" y="68413"/>
                  </a:lnTo>
                  <a:lnTo>
                    <a:pt x="124396" y="71800"/>
                  </a:lnTo>
                  <a:lnTo>
                    <a:pt x="121893" y="71315"/>
                  </a:lnTo>
                  <a:lnTo>
                    <a:pt x="120842" y="72345"/>
                  </a:lnTo>
                  <a:lnTo>
                    <a:pt x="119959" y="76738"/>
                  </a:lnTo>
                  <a:lnTo>
                    <a:pt x="125199" y="83127"/>
                  </a:lnTo>
                  <a:lnTo>
                    <a:pt x="123115" y="94931"/>
                  </a:lnTo>
                  <a:lnTo>
                    <a:pt x="116720" y="98473"/>
                  </a:lnTo>
                  <a:lnTo>
                    <a:pt x="120763" y="103872"/>
                  </a:lnTo>
                  <a:lnTo>
                    <a:pt x="128216" y="105616"/>
                  </a:lnTo>
                  <a:lnTo>
                    <a:pt x="128605" y="130729"/>
                  </a:lnTo>
                  <a:lnTo>
                    <a:pt x="127117" y="134684"/>
                  </a:lnTo>
                  <a:lnTo>
                    <a:pt x="134403" y="142409"/>
                  </a:lnTo>
                  <a:lnTo>
                    <a:pt x="139494" y="152414"/>
                  </a:lnTo>
                  <a:lnTo>
                    <a:pt x="141542" y="148913"/>
                  </a:lnTo>
                  <a:lnTo>
                    <a:pt x="149302" y="153017"/>
                  </a:lnTo>
                  <a:lnTo>
                    <a:pt x="156414" y="161295"/>
                  </a:lnTo>
                  <a:lnTo>
                    <a:pt x="149766" y="165028"/>
                  </a:lnTo>
                  <a:lnTo>
                    <a:pt x="151756" y="166639"/>
                  </a:lnTo>
                  <a:lnTo>
                    <a:pt x="156969" y="174604"/>
                  </a:lnTo>
                  <a:lnTo>
                    <a:pt x="148098" y="174515"/>
                  </a:lnTo>
                  <a:lnTo>
                    <a:pt x="147408" y="181513"/>
                  </a:lnTo>
                  <a:lnTo>
                    <a:pt x="129949" y="196584"/>
                  </a:lnTo>
                  <a:lnTo>
                    <a:pt x="127965" y="204352"/>
                  </a:lnTo>
                  <a:lnTo>
                    <a:pt x="123790" y="204528"/>
                  </a:lnTo>
                  <a:lnTo>
                    <a:pt x="121387" y="200188"/>
                  </a:lnTo>
                  <a:lnTo>
                    <a:pt x="114756" y="202803"/>
                  </a:lnTo>
                  <a:lnTo>
                    <a:pt x="112597" y="198391"/>
                  </a:lnTo>
                  <a:lnTo>
                    <a:pt x="108058" y="201356"/>
                  </a:lnTo>
                  <a:lnTo>
                    <a:pt x="98512" y="199561"/>
                  </a:lnTo>
                  <a:lnTo>
                    <a:pt x="95764" y="200135"/>
                  </a:lnTo>
                  <a:lnTo>
                    <a:pt x="95686" y="201869"/>
                  </a:lnTo>
                  <a:lnTo>
                    <a:pt x="87715" y="192295"/>
                  </a:lnTo>
                  <a:lnTo>
                    <a:pt x="90941" y="186193"/>
                  </a:lnTo>
                  <a:lnTo>
                    <a:pt x="95885" y="182297"/>
                  </a:lnTo>
                  <a:lnTo>
                    <a:pt x="98200" y="174870"/>
                  </a:lnTo>
                  <a:lnTo>
                    <a:pt x="95555" y="170941"/>
                  </a:lnTo>
                  <a:lnTo>
                    <a:pt x="93566" y="171883"/>
                  </a:lnTo>
                  <a:lnTo>
                    <a:pt x="87173" y="171819"/>
                  </a:lnTo>
                  <a:lnTo>
                    <a:pt x="85223" y="171081"/>
                  </a:lnTo>
                  <a:lnTo>
                    <a:pt x="80180" y="167066"/>
                  </a:lnTo>
                  <a:lnTo>
                    <a:pt x="69527" y="153478"/>
                  </a:lnTo>
                  <a:lnTo>
                    <a:pt x="66108" y="150702"/>
                  </a:lnTo>
                  <a:lnTo>
                    <a:pt x="63285" y="146787"/>
                  </a:lnTo>
                  <a:lnTo>
                    <a:pt x="63653" y="145489"/>
                  </a:lnTo>
                  <a:lnTo>
                    <a:pt x="61855" y="142904"/>
                  </a:lnTo>
                  <a:lnTo>
                    <a:pt x="55835" y="142493"/>
                  </a:lnTo>
                  <a:lnTo>
                    <a:pt x="51628" y="143988"/>
                  </a:lnTo>
                  <a:lnTo>
                    <a:pt x="48958" y="140824"/>
                  </a:lnTo>
                  <a:lnTo>
                    <a:pt x="48794" y="136803"/>
                  </a:lnTo>
                  <a:lnTo>
                    <a:pt x="50430" y="133548"/>
                  </a:lnTo>
                  <a:lnTo>
                    <a:pt x="52383" y="133337"/>
                  </a:lnTo>
                  <a:lnTo>
                    <a:pt x="53243" y="131788"/>
                  </a:lnTo>
                  <a:lnTo>
                    <a:pt x="31237" y="130961"/>
                  </a:lnTo>
                  <a:lnTo>
                    <a:pt x="31600" y="119534"/>
                  </a:lnTo>
                  <a:lnTo>
                    <a:pt x="26024" y="119365"/>
                  </a:lnTo>
                  <a:lnTo>
                    <a:pt x="26457" y="112105"/>
                  </a:lnTo>
                  <a:lnTo>
                    <a:pt x="8177" y="111658"/>
                  </a:lnTo>
                  <a:lnTo>
                    <a:pt x="5733" y="115980"/>
                  </a:lnTo>
                  <a:lnTo>
                    <a:pt x="4316" y="113499"/>
                  </a:lnTo>
                  <a:lnTo>
                    <a:pt x="4977" y="110533"/>
                  </a:lnTo>
                  <a:lnTo>
                    <a:pt x="0" y="108846"/>
                  </a:lnTo>
                  <a:lnTo>
                    <a:pt x="222" y="104273"/>
                  </a:lnTo>
                  <a:lnTo>
                    <a:pt x="1590" y="103487"/>
                  </a:lnTo>
                  <a:lnTo>
                    <a:pt x="2529" y="103289"/>
                  </a:lnTo>
                  <a:lnTo>
                    <a:pt x="3342" y="105009"/>
                  </a:lnTo>
                  <a:lnTo>
                    <a:pt x="4354" y="105333"/>
                  </a:lnTo>
                  <a:lnTo>
                    <a:pt x="9657" y="104512"/>
                  </a:lnTo>
                  <a:lnTo>
                    <a:pt x="10866" y="98440"/>
                  </a:lnTo>
                  <a:lnTo>
                    <a:pt x="3889" y="94276"/>
                  </a:lnTo>
                  <a:lnTo>
                    <a:pt x="12400" y="93755"/>
                  </a:lnTo>
                  <a:lnTo>
                    <a:pt x="12281" y="80747"/>
                  </a:lnTo>
                  <a:lnTo>
                    <a:pt x="17084" y="80844"/>
                  </a:lnTo>
                  <a:lnTo>
                    <a:pt x="17060" y="61530"/>
                  </a:lnTo>
                  <a:lnTo>
                    <a:pt x="2332" y="60982"/>
                  </a:lnTo>
                  <a:lnTo>
                    <a:pt x="1902" y="58282"/>
                  </a:lnTo>
                  <a:lnTo>
                    <a:pt x="2900" y="56441"/>
                  </a:lnTo>
                  <a:lnTo>
                    <a:pt x="11036" y="48513"/>
                  </a:lnTo>
                  <a:lnTo>
                    <a:pt x="22951" y="42202"/>
                  </a:lnTo>
                  <a:lnTo>
                    <a:pt x="25304" y="40359"/>
                  </a:lnTo>
                  <a:lnTo>
                    <a:pt x="25040" y="39655"/>
                  </a:lnTo>
                  <a:lnTo>
                    <a:pt x="27514" y="36631"/>
                  </a:lnTo>
                  <a:lnTo>
                    <a:pt x="34475" y="40887"/>
                  </a:lnTo>
                  <a:lnTo>
                    <a:pt x="34661" y="34200"/>
                  </a:lnTo>
                  <a:lnTo>
                    <a:pt x="28299" y="33998"/>
                  </a:lnTo>
                  <a:lnTo>
                    <a:pt x="27146" y="28345"/>
                  </a:lnTo>
                  <a:lnTo>
                    <a:pt x="31623" y="25617"/>
                  </a:lnTo>
                  <a:lnTo>
                    <a:pt x="35027" y="22024"/>
                  </a:lnTo>
                  <a:lnTo>
                    <a:pt x="42007" y="23048"/>
                  </a:lnTo>
                  <a:lnTo>
                    <a:pt x="41388" y="20364"/>
                  </a:lnTo>
                  <a:lnTo>
                    <a:pt x="42118" y="21332"/>
                  </a:lnTo>
                  <a:lnTo>
                    <a:pt x="47080" y="23121"/>
                  </a:lnTo>
                  <a:lnTo>
                    <a:pt x="46722" y="27373"/>
                  </a:lnTo>
                  <a:lnTo>
                    <a:pt x="51025" y="27410"/>
                  </a:lnTo>
                  <a:lnTo>
                    <a:pt x="50122" y="22472"/>
                  </a:lnTo>
                  <a:lnTo>
                    <a:pt x="66283" y="23007"/>
                  </a:lnTo>
                  <a:lnTo>
                    <a:pt x="64610" y="16593"/>
                  </a:lnTo>
                  <a:lnTo>
                    <a:pt x="70721" y="16740"/>
                  </a:lnTo>
                  <a:lnTo>
                    <a:pt x="70891" y="10004"/>
                  </a:lnTo>
                  <a:lnTo>
                    <a:pt x="76891" y="10198"/>
                  </a:lnTo>
                  <a:lnTo>
                    <a:pt x="76778" y="19776"/>
                  </a:lnTo>
                  <a:lnTo>
                    <a:pt x="82761" y="20077"/>
                  </a:lnTo>
                  <a:lnTo>
                    <a:pt x="82836" y="16316"/>
                  </a:lnTo>
                  <a:lnTo>
                    <a:pt x="87628" y="16420"/>
                  </a:lnTo>
                  <a:lnTo>
                    <a:pt x="87389" y="2960"/>
                  </a:lnTo>
                  <a:lnTo>
                    <a:pt x="96366" y="3245"/>
                  </a:lnTo>
                  <a:lnTo>
                    <a:pt x="9536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h376"/>
            <p:cNvSpPr/>
            <p:nvPr/>
          </p:nvSpPr>
          <p:spPr>
            <a:xfrm>
              <a:off x="1978122" y="1620583"/>
              <a:ext cx="118499" cy="255159"/>
            </a:xfrm>
            <a:custGeom>
              <a:avLst/>
              <a:pathLst>
                <a:path w="118499" h="255159">
                  <a:moveTo>
                    <a:pt x="5295" y="191"/>
                  </a:moveTo>
                  <a:lnTo>
                    <a:pt x="7666" y="4004"/>
                  </a:lnTo>
                  <a:lnTo>
                    <a:pt x="10412" y="5535"/>
                  </a:lnTo>
                  <a:lnTo>
                    <a:pt x="17901" y="5011"/>
                  </a:lnTo>
                  <a:lnTo>
                    <a:pt x="18155" y="8705"/>
                  </a:lnTo>
                  <a:lnTo>
                    <a:pt x="21228" y="18122"/>
                  </a:lnTo>
                  <a:lnTo>
                    <a:pt x="35026" y="36264"/>
                  </a:lnTo>
                  <a:lnTo>
                    <a:pt x="37967" y="44163"/>
                  </a:lnTo>
                  <a:lnTo>
                    <a:pt x="36486" y="59181"/>
                  </a:lnTo>
                  <a:lnTo>
                    <a:pt x="38124" y="78175"/>
                  </a:lnTo>
                  <a:lnTo>
                    <a:pt x="50930" y="98356"/>
                  </a:lnTo>
                  <a:lnTo>
                    <a:pt x="54350" y="111719"/>
                  </a:lnTo>
                  <a:lnTo>
                    <a:pt x="56751" y="114746"/>
                  </a:lnTo>
                  <a:lnTo>
                    <a:pt x="69631" y="124672"/>
                  </a:lnTo>
                  <a:lnTo>
                    <a:pt x="70252" y="127252"/>
                  </a:lnTo>
                  <a:lnTo>
                    <a:pt x="71747" y="128817"/>
                  </a:lnTo>
                  <a:lnTo>
                    <a:pt x="78417" y="131503"/>
                  </a:lnTo>
                  <a:lnTo>
                    <a:pt x="85100" y="132680"/>
                  </a:lnTo>
                  <a:lnTo>
                    <a:pt x="90891" y="136602"/>
                  </a:lnTo>
                  <a:lnTo>
                    <a:pt x="91351" y="137191"/>
                  </a:lnTo>
                  <a:lnTo>
                    <a:pt x="90792" y="139702"/>
                  </a:lnTo>
                  <a:lnTo>
                    <a:pt x="96153" y="148737"/>
                  </a:lnTo>
                  <a:lnTo>
                    <a:pt x="102789" y="151477"/>
                  </a:lnTo>
                  <a:lnTo>
                    <a:pt x="105591" y="155075"/>
                  </a:lnTo>
                  <a:lnTo>
                    <a:pt x="110756" y="158664"/>
                  </a:lnTo>
                  <a:lnTo>
                    <a:pt x="118499" y="161811"/>
                  </a:lnTo>
                  <a:lnTo>
                    <a:pt x="118061" y="169278"/>
                  </a:lnTo>
                  <a:lnTo>
                    <a:pt x="117435" y="169642"/>
                  </a:lnTo>
                  <a:lnTo>
                    <a:pt x="101316" y="161806"/>
                  </a:lnTo>
                  <a:lnTo>
                    <a:pt x="99649" y="165184"/>
                  </a:lnTo>
                  <a:lnTo>
                    <a:pt x="96853" y="166278"/>
                  </a:lnTo>
                  <a:lnTo>
                    <a:pt x="87917" y="164174"/>
                  </a:lnTo>
                  <a:lnTo>
                    <a:pt x="80533" y="165170"/>
                  </a:lnTo>
                  <a:lnTo>
                    <a:pt x="84486" y="173719"/>
                  </a:lnTo>
                  <a:lnTo>
                    <a:pt x="84127" y="176916"/>
                  </a:lnTo>
                  <a:lnTo>
                    <a:pt x="86243" y="180031"/>
                  </a:lnTo>
                  <a:lnTo>
                    <a:pt x="90812" y="183360"/>
                  </a:lnTo>
                  <a:lnTo>
                    <a:pt x="94738" y="184431"/>
                  </a:lnTo>
                  <a:lnTo>
                    <a:pt x="96988" y="188212"/>
                  </a:lnTo>
                  <a:lnTo>
                    <a:pt x="98126" y="191798"/>
                  </a:lnTo>
                  <a:lnTo>
                    <a:pt x="96436" y="194471"/>
                  </a:lnTo>
                  <a:lnTo>
                    <a:pt x="97280" y="207580"/>
                  </a:lnTo>
                  <a:lnTo>
                    <a:pt x="100599" y="211488"/>
                  </a:lnTo>
                  <a:lnTo>
                    <a:pt x="97073" y="215409"/>
                  </a:lnTo>
                  <a:lnTo>
                    <a:pt x="94119" y="211898"/>
                  </a:lnTo>
                  <a:lnTo>
                    <a:pt x="93148" y="215633"/>
                  </a:lnTo>
                  <a:lnTo>
                    <a:pt x="96258" y="219665"/>
                  </a:lnTo>
                  <a:lnTo>
                    <a:pt x="95173" y="223364"/>
                  </a:lnTo>
                  <a:lnTo>
                    <a:pt x="88424" y="232781"/>
                  </a:lnTo>
                  <a:lnTo>
                    <a:pt x="85959" y="233960"/>
                  </a:lnTo>
                  <a:lnTo>
                    <a:pt x="84274" y="237717"/>
                  </a:lnTo>
                  <a:lnTo>
                    <a:pt x="88656" y="237530"/>
                  </a:lnTo>
                  <a:lnTo>
                    <a:pt x="88202" y="238951"/>
                  </a:lnTo>
                  <a:lnTo>
                    <a:pt x="85793" y="245920"/>
                  </a:lnTo>
                  <a:lnTo>
                    <a:pt x="85634" y="248471"/>
                  </a:lnTo>
                  <a:lnTo>
                    <a:pt x="79750" y="255159"/>
                  </a:lnTo>
                  <a:lnTo>
                    <a:pt x="75846" y="250641"/>
                  </a:lnTo>
                  <a:lnTo>
                    <a:pt x="73349" y="253460"/>
                  </a:lnTo>
                  <a:lnTo>
                    <a:pt x="68869" y="249529"/>
                  </a:lnTo>
                  <a:lnTo>
                    <a:pt x="65158" y="248608"/>
                  </a:lnTo>
                  <a:lnTo>
                    <a:pt x="70928" y="241673"/>
                  </a:lnTo>
                  <a:lnTo>
                    <a:pt x="63282" y="239040"/>
                  </a:lnTo>
                  <a:lnTo>
                    <a:pt x="63339" y="235254"/>
                  </a:lnTo>
                  <a:lnTo>
                    <a:pt x="60119" y="232490"/>
                  </a:lnTo>
                  <a:lnTo>
                    <a:pt x="54232" y="230622"/>
                  </a:lnTo>
                  <a:lnTo>
                    <a:pt x="42453" y="235697"/>
                  </a:lnTo>
                  <a:lnTo>
                    <a:pt x="42503" y="231854"/>
                  </a:lnTo>
                  <a:lnTo>
                    <a:pt x="36888" y="233985"/>
                  </a:lnTo>
                  <a:lnTo>
                    <a:pt x="34651" y="229987"/>
                  </a:lnTo>
                  <a:lnTo>
                    <a:pt x="37362" y="229025"/>
                  </a:lnTo>
                  <a:lnTo>
                    <a:pt x="19711" y="204241"/>
                  </a:lnTo>
                  <a:lnTo>
                    <a:pt x="23886" y="204066"/>
                  </a:lnTo>
                  <a:lnTo>
                    <a:pt x="25870" y="196298"/>
                  </a:lnTo>
                  <a:lnTo>
                    <a:pt x="43329" y="181226"/>
                  </a:lnTo>
                  <a:lnTo>
                    <a:pt x="44019" y="174228"/>
                  </a:lnTo>
                  <a:lnTo>
                    <a:pt x="52890" y="174317"/>
                  </a:lnTo>
                  <a:lnTo>
                    <a:pt x="47677" y="166352"/>
                  </a:lnTo>
                  <a:lnTo>
                    <a:pt x="45687" y="164741"/>
                  </a:lnTo>
                  <a:lnTo>
                    <a:pt x="52335" y="161008"/>
                  </a:lnTo>
                  <a:lnTo>
                    <a:pt x="45223" y="152730"/>
                  </a:lnTo>
                  <a:lnTo>
                    <a:pt x="37463" y="148626"/>
                  </a:lnTo>
                  <a:lnTo>
                    <a:pt x="35415" y="152128"/>
                  </a:lnTo>
                  <a:lnTo>
                    <a:pt x="30324" y="142122"/>
                  </a:lnTo>
                  <a:lnTo>
                    <a:pt x="23038" y="134397"/>
                  </a:lnTo>
                  <a:lnTo>
                    <a:pt x="24526" y="130442"/>
                  </a:lnTo>
                  <a:lnTo>
                    <a:pt x="24137" y="105329"/>
                  </a:lnTo>
                  <a:lnTo>
                    <a:pt x="16684" y="103585"/>
                  </a:lnTo>
                  <a:lnTo>
                    <a:pt x="12641" y="98186"/>
                  </a:lnTo>
                  <a:lnTo>
                    <a:pt x="19036" y="94644"/>
                  </a:lnTo>
                  <a:lnTo>
                    <a:pt x="21120" y="82840"/>
                  </a:lnTo>
                  <a:lnTo>
                    <a:pt x="15880" y="76451"/>
                  </a:lnTo>
                  <a:lnTo>
                    <a:pt x="16763" y="72058"/>
                  </a:lnTo>
                  <a:lnTo>
                    <a:pt x="17814" y="71028"/>
                  </a:lnTo>
                  <a:lnTo>
                    <a:pt x="20317" y="71513"/>
                  </a:lnTo>
                  <a:lnTo>
                    <a:pt x="21281" y="68126"/>
                  </a:lnTo>
                  <a:lnTo>
                    <a:pt x="17300" y="66411"/>
                  </a:lnTo>
                  <a:lnTo>
                    <a:pt x="15784" y="60323"/>
                  </a:lnTo>
                  <a:lnTo>
                    <a:pt x="15919" y="45756"/>
                  </a:lnTo>
                  <a:lnTo>
                    <a:pt x="13081" y="44450"/>
                  </a:lnTo>
                  <a:lnTo>
                    <a:pt x="12301" y="37090"/>
                  </a:lnTo>
                  <a:lnTo>
                    <a:pt x="9372" y="29698"/>
                  </a:lnTo>
                  <a:lnTo>
                    <a:pt x="16776" y="17091"/>
                  </a:lnTo>
                  <a:lnTo>
                    <a:pt x="8010" y="16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h377"/>
            <p:cNvSpPr/>
            <p:nvPr/>
          </p:nvSpPr>
          <p:spPr>
            <a:xfrm>
              <a:off x="1563002" y="1586801"/>
              <a:ext cx="85718" cy="121275"/>
            </a:xfrm>
            <a:custGeom>
              <a:avLst/>
              <a:pathLst>
                <a:path w="85718" h="121275">
                  <a:moveTo>
                    <a:pt x="71881" y="2259"/>
                  </a:moveTo>
                  <a:lnTo>
                    <a:pt x="71618" y="3929"/>
                  </a:lnTo>
                  <a:lnTo>
                    <a:pt x="83200" y="3040"/>
                  </a:lnTo>
                  <a:lnTo>
                    <a:pt x="85718" y="11933"/>
                  </a:lnTo>
                  <a:lnTo>
                    <a:pt x="84165" y="26216"/>
                  </a:lnTo>
                  <a:lnTo>
                    <a:pt x="83153" y="29730"/>
                  </a:lnTo>
                  <a:lnTo>
                    <a:pt x="81286" y="32503"/>
                  </a:lnTo>
                  <a:lnTo>
                    <a:pt x="81498" y="40951"/>
                  </a:lnTo>
                  <a:lnTo>
                    <a:pt x="82575" y="42928"/>
                  </a:lnTo>
                  <a:lnTo>
                    <a:pt x="78037" y="57236"/>
                  </a:lnTo>
                  <a:lnTo>
                    <a:pt x="74865" y="57775"/>
                  </a:lnTo>
                  <a:lnTo>
                    <a:pt x="73836" y="59402"/>
                  </a:lnTo>
                  <a:lnTo>
                    <a:pt x="79332" y="60603"/>
                  </a:lnTo>
                  <a:lnTo>
                    <a:pt x="78312" y="68676"/>
                  </a:lnTo>
                  <a:lnTo>
                    <a:pt x="77081" y="77159"/>
                  </a:lnTo>
                  <a:lnTo>
                    <a:pt x="80593" y="81522"/>
                  </a:lnTo>
                  <a:lnTo>
                    <a:pt x="80943" y="84092"/>
                  </a:lnTo>
                  <a:lnTo>
                    <a:pt x="80159" y="87072"/>
                  </a:lnTo>
                  <a:lnTo>
                    <a:pt x="80999" y="88001"/>
                  </a:lnTo>
                  <a:lnTo>
                    <a:pt x="78552" y="86900"/>
                  </a:lnTo>
                  <a:lnTo>
                    <a:pt x="73870" y="86791"/>
                  </a:lnTo>
                  <a:lnTo>
                    <a:pt x="70732" y="88482"/>
                  </a:lnTo>
                  <a:lnTo>
                    <a:pt x="73399" y="96653"/>
                  </a:lnTo>
                  <a:lnTo>
                    <a:pt x="73247" y="99978"/>
                  </a:lnTo>
                  <a:lnTo>
                    <a:pt x="71600" y="107452"/>
                  </a:lnTo>
                  <a:lnTo>
                    <a:pt x="68675" y="113037"/>
                  </a:lnTo>
                  <a:lnTo>
                    <a:pt x="68527" y="119275"/>
                  </a:lnTo>
                  <a:lnTo>
                    <a:pt x="59912" y="119014"/>
                  </a:lnTo>
                  <a:lnTo>
                    <a:pt x="56392" y="121275"/>
                  </a:lnTo>
                  <a:lnTo>
                    <a:pt x="45404" y="120800"/>
                  </a:lnTo>
                  <a:lnTo>
                    <a:pt x="46788" y="88272"/>
                  </a:lnTo>
                  <a:lnTo>
                    <a:pt x="36782" y="87854"/>
                  </a:lnTo>
                  <a:lnTo>
                    <a:pt x="36520" y="93783"/>
                  </a:lnTo>
                  <a:lnTo>
                    <a:pt x="31721" y="93571"/>
                  </a:lnTo>
                  <a:lnTo>
                    <a:pt x="30566" y="93519"/>
                  </a:lnTo>
                  <a:lnTo>
                    <a:pt x="30829" y="87622"/>
                  </a:lnTo>
                  <a:lnTo>
                    <a:pt x="13881" y="86808"/>
                  </a:lnTo>
                  <a:lnTo>
                    <a:pt x="7164" y="97226"/>
                  </a:lnTo>
                  <a:lnTo>
                    <a:pt x="6101" y="100718"/>
                  </a:lnTo>
                  <a:lnTo>
                    <a:pt x="3640" y="100936"/>
                  </a:lnTo>
                  <a:lnTo>
                    <a:pt x="1040" y="102290"/>
                  </a:lnTo>
                  <a:lnTo>
                    <a:pt x="984" y="95975"/>
                  </a:lnTo>
                  <a:lnTo>
                    <a:pt x="0" y="93012"/>
                  </a:lnTo>
                  <a:lnTo>
                    <a:pt x="1570" y="91440"/>
                  </a:lnTo>
                  <a:lnTo>
                    <a:pt x="2936" y="83217"/>
                  </a:lnTo>
                  <a:lnTo>
                    <a:pt x="2598" y="81386"/>
                  </a:lnTo>
                  <a:lnTo>
                    <a:pt x="2976" y="55826"/>
                  </a:lnTo>
                  <a:lnTo>
                    <a:pt x="15486" y="63835"/>
                  </a:lnTo>
                  <a:lnTo>
                    <a:pt x="16408" y="52725"/>
                  </a:lnTo>
                  <a:lnTo>
                    <a:pt x="19638" y="47561"/>
                  </a:lnTo>
                  <a:lnTo>
                    <a:pt x="23538" y="48008"/>
                  </a:lnTo>
                  <a:lnTo>
                    <a:pt x="24401" y="42558"/>
                  </a:lnTo>
                  <a:lnTo>
                    <a:pt x="27778" y="43695"/>
                  </a:lnTo>
                  <a:lnTo>
                    <a:pt x="31682" y="42520"/>
                  </a:lnTo>
                  <a:lnTo>
                    <a:pt x="32913" y="38614"/>
                  </a:lnTo>
                  <a:lnTo>
                    <a:pt x="36351" y="36888"/>
                  </a:lnTo>
                  <a:lnTo>
                    <a:pt x="40682" y="36566"/>
                  </a:lnTo>
                  <a:lnTo>
                    <a:pt x="45313" y="38773"/>
                  </a:lnTo>
                  <a:lnTo>
                    <a:pt x="51433" y="39362"/>
                  </a:lnTo>
                  <a:lnTo>
                    <a:pt x="51873" y="37785"/>
                  </a:lnTo>
                  <a:lnTo>
                    <a:pt x="50051" y="36385"/>
                  </a:lnTo>
                  <a:lnTo>
                    <a:pt x="49546" y="34227"/>
                  </a:lnTo>
                  <a:lnTo>
                    <a:pt x="54589" y="29825"/>
                  </a:lnTo>
                  <a:lnTo>
                    <a:pt x="54066" y="28529"/>
                  </a:lnTo>
                  <a:lnTo>
                    <a:pt x="51862" y="28615"/>
                  </a:lnTo>
                  <a:lnTo>
                    <a:pt x="49821" y="27452"/>
                  </a:lnTo>
                  <a:lnTo>
                    <a:pt x="48730" y="25723"/>
                  </a:lnTo>
                  <a:lnTo>
                    <a:pt x="53506" y="19650"/>
                  </a:lnTo>
                  <a:lnTo>
                    <a:pt x="55754" y="18770"/>
                  </a:lnTo>
                  <a:lnTo>
                    <a:pt x="55893" y="15239"/>
                  </a:lnTo>
                  <a:lnTo>
                    <a:pt x="59029" y="13135"/>
                  </a:lnTo>
                  <a:lnTo>
                    <a:pt x="65485" y="10870"/>
                  </a:lnTo>
                  <a:lnTo>
                    <a:pt x="67216" y="9601"/>
                  </a:lnTo>
                  <a:lnTo>
                    <a:pt x="67617" y="7031"/>
                  </a:lnTo>
                  <a:lnTo>
                    <a:pt x="63792" y="2354"/>
                  </a:lnTo>
                  <a:lnTo>
                    <a:pt x="63553" y="422"/>
                  </a:lnTo>
                  <a:lnTo>
                    <a:pt x="6953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h378"/>
            <p:cNvSpPr/>
            <p:nvPr/>
          </p:nvSpPr>
          <p:spPr>
            <a:xfrm>
              <a:off x="1687701" y="1919056"/>
              <a:ext cx="88156" cy="102928"/>
            </a:xfrm>
            <a:custGeom>
              <a:avLst/>
              <a:pathLst>
                <a:path w="88156" h="102928">
                  <a:moveTo>
                    <a:pt x="39142" y="285"/>
                  </a:moveTo>
                  <a:lnTo>
                    <a:pt x="41480" y="2915"/>
                  </a:lnTo>
                  <a:lnTo>
                    <a:pt x="41148" y="4956"/>
                  </a:lnTo>
                  <a:lnTo>
                    <a:pt x="38956" y="5526"/>
                  </a:lnTo>
                  <a:lnTo>
                    <a:pt x="38344" y="9782"/>
                  </a:lnTo>
                  <a:lnTo>
                    <a:pt x="39412" y="11046"/>
                  </a:lnTo>
                  <a:lnTo>
                    <a:pt x="44608" y="9785"/>
                  </a:lnTo>
                  <a:lnTo>
                    <a:pt x="41893" y="13569"/>
                  </a:lnTo>
                  <a:lnTo>
                    <a:pt x="43481" y="16083"/>
                  </a:lnTo>
                  <a:lnTo>
                    <a:pt x="47803" y="13505"/>
                  </a:lnTo>
                  <a:lnTo>
                    <a:pt x="52154" y="12166"/>
                  </a:lnTo>
                  <a:lnTo>
                    <a:pt x="60576" y="13837"/>
                  </a:lnTo>
                  <a:lnTo>
                    <a:pt x="63769" y="17767"/>
                  </a:lnTo>
                  <a:lnTo>
                    <a:pt x="63221" y="18069"/>
                  </a:lnTo>
                  <a:lnTo>
                    <a:pt x="65050" y="21438"/>
                  </a:lnTo>
                  <a:lnTo>
                    <a:pt x="62955" y="26267"/>
                  </a:lnTo>
                  <a:lnTo>
                    <a:pt x="56009" y="30504"/>
                  </a:lnTo>
                  <a:lnTo>
                    <a:pt x="62000" y="32080"/>
                  </a:lnTo>
                  <a:lnTo>
                    <a:pt x="61145" y="35704"/>
                  </a:lnTo>
                  <a:lnTo>
                    <a:pt x="62840" y="39032"/>
                  </a:lnTo>
                  <a:lnTo>
                    <a:pt x="67375" y="44196"/>
                  </a:lnTo>
                  <a:lnTo>
                    <a:pt x="67092" y="45480"/>
                  </a:lnTo>
                  <a:lnTo>
                    <a:pt x="64111" y="47154"/>
                  </a:lnTo>
                  <a:lnTo>
                    <a:pt x="60664" y="46966"/>
                  </a:lnTo>
                  <a:lnTo>
                    <a:pt x="62660" y="53528"/>
                  </a:lnTo>
                  <a:lnTo>
                    <a:pt x="65277" y="54378"/>
                  </a:lnTo>
                  <a:lnTo>
                    <a:pt x="67036" y="56918"/>
                  </a:lnTo>
                  <a:lnTo>
                    <a:pt x="67170" y="59206"/>
                  </a:lnTo>
                  <a:lnTo>
                    <a:pt x="78672" y="58738"/>
                  </a:lnTo>
                  <a:lnTo>
                    <a:pt x="81665" y="61393"/>
                  </a:lnTo>
                  <a:lnTo>
                    <a:pt x="85661" y="67629"/>
                  </a:lnTo>
                  <a:lnTo>
                    <a:pt x="84817" y="67821"/>
                  </a:lnTo>
                  <a:lnTo>
                    <a:pt x="88156" y="72697"/>
                  </a:lnTo>
                  <a:lnTo>
                    <a:pt x="87988" y="76122"/>
                  </a:lnTo>
                  <a:lnTo>
                    <a:pt x="85679" y="75612"/>
                  </a:lnTo>
                  <a:lnTo>
                    <a:pt x="81949" y="71560"/>
                  </a:lnTo>
                  <a:lnTo>
                    <a:pt x="76258" y="74829"/>
                  </a:lnTo>
                  <a:lnTo>
                    <a:pt x="75057" y="80819"/>
                  </a:lnTo>
                  <a:lnTo>
                    <a:pt x="76061" y="82051"/>
                  </a:lnTo>
                  <a:lnTo>
                    <a:pt x="74512" y="83021"/>
                  </a:lnTo>
                  <a:lnTo>
                    <a:pt x="72713" y="82713"/>
                  </a:lnTo>
                  <a:lnTo>
                    <a:pt x="67789" y="78774"/>
                  </a:lnTo>
                  <a:lnTo>
                    <a:pt x="65752" y="82241"/>
                  </a:lnTo>
                  <a:lnTo>
                    <a:pt x="65315" y="85182"/>
                  </a:lnTo>
                  <a:lnTo>
                    <a:pt x="60012" y="93832"/>
                  </a:lnTo>
                  <a:lnTo>
                    <a:pt x="59213" y="98542"/>
                  </a:lnTo>
                  <a:lnTo>
                    <a:pt x="57333" y="102928"/>
                  </a:lnTo>
                  <a:lnTo>
                    <a:pt x="56970" y="100541"/>
                  </a:lnTo>
                  <a:lnTo>
                    <a:pt x="53844" y="100709"/>
                  </a:lnTo>
                  <a:lnTo>
                    <a:pt x="54932" y="95675"/>
                  </a:lnTo>
                  <a:lnTo>
                    <a:pt x="52313" y="87689"/>
                  </a:lnTo>
                  <a:lnTo>
                    <a:pt x="50703" y="89218"/>
                  </a:lnTo>
                  <a:lnTo>
                    <a:pt x="46981" y="90544"/>
                  </a:lnTo>
                  <a:lnTo>
                    <a:pt x="36208" y="81243"/>
                  </a:lnTo>
                  <a:lnTo>
                    <a:pt x="37138" y="72672"/>
                  </a:lnTo>
                  <a:lnTo>
                    <a:pt x="34819" y="72304"/>
                  </a:lnTo>
                  <a:lnTo>
                    <a:pt x="31345" y="76290"/>
                  </a:lnTo>
                  <a:lnTo>
                    <a:pt x="22942" y="76755"/>
                  </a:lnTo>
                  <a:lnTo>
                    <a:pt x="21183" y="74933"/>
                  </a:lnTo>
                  <a:lnTo>
                    <a:pt x="20632" y="61319"/>
                  </a:lnTo>
                  <a:lnTo>
                    <a:pt x="24725" y="56457"/>
                  </a:lnTo>
                  <a:lnTo>
                    <a:pt x="23816" y="52268"/>
                  </a:lnTo>
                  <a:lnTo>
                    <a:pt x="17976" y="37631"/>
                  </a:lnTo>
                  <a:lnTo>
                    <a:pt x="22580" y="37157"/>
                  </a:lnTo>
                  <a:lnTo>
                    <a:pt x="17835" y="33238"/>
                  </a:lnTo>
                  <a:lnTo>
                    <a:pt x="16482" y="33335"/>
                  </a:lnTo>
                  <a:lnTo>
                    <a:pt x="16262" y="35454"/>
                  </a:lnTo>
                  <a:lnTo>
                    <a:pt x="14079" y="35106"/>
                  </a:lnTo>
                  <a:lnTo>
                    <a:pt x="10525" y="31322"/>
                  </a:lnTo>
                  <a:lnTo>
                    <a:pt x="6828" y="31473"/>
                  </a:lnTo>
                  <a:lnTo>
                    <a:pt x="3000" y="27866"/>
                  </a:lnTo>
                  <a:lnTo>
                    <a:pt x="0" y="23492"/>
                  </a:lnTo>
                  <a:lnTo>
                    <a:pt x="237" y="19489"/>
                  </a:lnTo>
                  <a:lnTo>
                    <a:pt x="360" y="18272"/>
                  </a:lnTo>
                  <a:lnTo>
                    <a:pt x="4240" y="19092"/>
                  </a:lnTo>
                  <a:lnTo>
                    <a:pt x="9058" y="22695"/>
                  </a:lnTo>
                  <a:lnTo>
                    <a:pt x="11726" y="23140"/>
                  </a:lnTo>
                  <a:lnTo>
                    <a:pt x="13319" y="23317"/>
                  </a:lnTo>
                  <a:lnTo>
                    <a:pt x="12625" y="21398"/>
                  </a:lnTo>
                  <a:lnTo>
                    <a:pt x="13351" y="20884"/>
                  </a:lnTo>
                  <a:lnTo>
                    <a:pt x="19070" y="21391"/>
                  </a:lnTo>
                  <a:lnTo>
                    <a:pt x="21664" y="22596"/>
                  </a:lnTo>
                  <a:lnTo>
                    <a:pt x="25012" y="19521"/>
                  </a:lnTo>
                  <a:lnTo>
                    <a:pt x="26830" y="11343"/>
                  </a:lnTo>
                  <a:lnTo>
                    <a:pt x="31215" y="12166"/>
                  </a:lnTo>
                  <a:lnTo>
                    <a:pt x="32264" y="11434"/>
                  </a:lnTo>
                  <a:lnTo>
                    <a:pt x="32595" y="9289"/>
                  </a:lnTo>
                  <a:lnTo>
                    <a:pt x="34040" y="5904"/>
                  </a:lnTo>
                  <a:lnTo>
                    <a:pt x="36929" y="6619"/>
                  </a:lnTo>
                  <a:lnTo>
                    <a:pt x="37508" y="4210"/>
                  </a:lnTo>
                  <a:lnTo>
                    <a:pt x="3538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h379"/>
            <p:cNvSpPr/>
            <p:nvPr/>
          </p:nvSpPr>
          <p:spPr>
            <a:xfrm>
              <a:off x="1939446" y="1851205"/>
              <a:ext cx="195600" cy="184085"/>
            </a:xfrm>
            <a:custGeom>
              <a:avLst/>
              <a:pathLst>
                <a:path w="195600" h="184085">
                  <a:moveTo>
                    <a:pt x="98795" y="1868"/>
                  </a:moveTo>
                  <a:lnTo>
                    <a:pt x="102015" y="4632"/>
                  </a:lnTo>
                  <a:lnTo>
                    <a:pt x="101958" y="8418"/>
                  </a:lnTo>
                  <a:lnTo>
                    <a:pt x="109604" y="11051"/>
                  </a:lnTo>
                  <a:lnTo>
                    <a:pt x="103834" y="17985"/>
                  </a:lnTo>
                  <a:lnTo>
                    <a:pt x="107545" y="18907"/>
                  </a:lnTo>
                  <a:lnTo>
                    <a:pt x="112025" y="22837"/>
                  </a:lnTo>
                  <a:lnTo>
                    <a:pt x="114522" y="20018"/>
                  </a:lnTo>
                  <a:lnTo>
                    <a:pt x="118426" y="24537"/>
                  </a:lnTo>
                  <a:lnTo>
                    <a:pt x="124310" y="17849"/>
                  </a:lnTo>
                  <a:lnTo>
                    <a:pt x="124469" y="15297"/>
                  </a:lnTo>
                  <a:lnTo>
                    <a:pt x="126878" y="8329"/>
                  </a:lnTo>
                  <a:lnTo>
                    <a:pt x="131039" y="10715"/>
                  </a:lnTo>
                  <a:lnTo>
                    <a:pt x="135834" y="12315"/>
                  </a:lnTo>
                  <a:lnTo>
                    <a:pt x="138879" y="8457"/>
                  </a:lnTo>
                  <a:lnTo>
                    <a:pt x="143667" y="12574"/>
                  </a:lnTo>
                  <a:lnTo>
                    <a:pt x="146677" y="18145"/>
                  </a:lnTo>
                  <a:lnTo>
                    <a:pt x="145738" y="22692"/>
                  </a:lnTo>
                  <a:lnTo>
                    <a:pt x="149874" y="28233"/>
                  </a:lnTo>
                  <a:lnTo>
                    <a:pt x="155196" y="21944"/>
                  </a:lnTo>
                  <a:lnTo>
                    <a:pt x="161028" y="22311"/>
                  </a:lnTo>
                  <a:lnTo>
                    <a:pt x="161100" y="25956"/>
                  </a:lnTo>
                  <a:lnTo>
                    <a:pt x="170910" y="22617"/>
                  </a:lnTo>
                  <a:lnTo>
                    <a:pt x="184638" y="28806"/>
                  </a:lnTo>
                  <a:lnTo>
                    <a:pt x="186653" y="22937"/>
                  </a:lnTo>
                  <a:lnTo>
                    <a:pt x="192177" y="22270"/>
                  </a:lnTo>
                  <a:lnTo>
                    <a:pt x="195600" y="24391"/>
                  </a:lnTo>
                  <a:lnTo>
                    <a:pt x="193948" y="30648"/>
                  </a:lnTo>
                  <a:lnTo>
                    <a:pt x="193801" y="34912"/>
                  </a:lnTo>
                  <a:lnTo>
                    <a:pt x="183640" y="55309"/>
                  </a:lnTo>
                  <a:lnTo>
                    <a:pt x="179528" y="62926"/>
                  </a:lnTo>
                  <a:lnTo>
                    <a:pt x="178914" y="62632"/>
                  </a:lnTo>
                  <a:lnTo>
                    <a:pt x="167033" y="87233"/>
                  </a:lnTo>
                  <a:lnTo>
                    <a:pt x="159886" y="105645"/>
                  </a:lnTo>
                  <a:lnTo>
                    <a:pt x="165576" y="107543"/>
                  </a:lnTo>
                  <a:lnTo>
                    <a:pt x="163731" y="113232"/>
                  </a:lnTo>
                  <a:lnTo>
                    <a:pt x="158038" y="111345"/>
                  </a:lnTo>
                  <a:lnTo>
                    <a:pt x="158795" y="109050"/>
                  </a:lnTo>
                  <a:lnTo>
                    <a:pt x="156549" y="108299"/>
                  </a:lnTo>
                  <a:lnTo>
                    <a:pt x="157797" y="116462"/>
                  </a:lnTo>
                  <a:lnTo>
                    <a:pt x="157453" y="120723"/>
                  </a:lnTo>
                  <a:lnTo>
                    <a:pt x="155755" y="123470"/>
                  </a:lnTo>
                  <a:lnTo>
                    <a:pt x="157620" y="124604"/>
                  </a:lnTo>
                  <a:lnTo>
                    <a:pt x="162650" y="124673"/>
                  </a:lnTo>
                  <a:lnTo>
                    <a:pt x="158532" y="128469"/>
                  </a:lnTo>
                  <a:lnTo>
                    <a:pt x="164800" y="136222"/>
                  </a:lnTo>
                  <a:lnTo>
                    <a:pt x="162772" y="147053"/>
                  </a:lnTo>
                  <a:lnTo>
                    <a:pt x="164279" y="154401"/>
                  </a:lnTo>
                  <a:lnTo>
                    <a:pt x="166013" y="153588"/>
                  </a:lnTo>
                  <a:lnTo>
                    <a:pt x="166988" y="158314"/>
                  </a:lnTo>
                  <a:lnTo>
                    <a:pt x="134558" y="157279"/>
                  </a:lnTo>
                  <a:lnTo>
                    <a:pt x="133712" y="159342"/>
                  </a:lnTo>
                  <a:lnTo>
                    <a:pt x="124960" y="157229"/>
                  </a:lnTo>
                  <a:lnTo>
                    <a:pt x="120444" y="160717"/>
                  </a:lnTo>
                  <a:lnTo>
                    <a:pt x="117730" y="159914"/>
                  </a:lnTo>
                  <a:lnTo>
                    <a:pt x="113122" y="157048"/>
                  </a:lnTo>
                  <a:lnTo>
                    <a:pt x="99787" y="164185"/>
                  </a:lnTo>
                  <a:lnTo>
                    <a:pt x="91576" y="171881"/>
                  </a:lnTo>
                  <a:lnTo>
                    <a:pt x="85644" y="167812"/>
                  </a:lnTo>
                  <a:lnTo>
                    <a:pt x="83647" y="172427"/>
                  </a:lnTo>
                  <a:lnTo>
                    <a:pt x="76344" y="173531"/>
                  </a:lnTo>
                  <a:lnTo>
                    <a:pt x="73939" y="171486"/>
                  </a:lnTo>
                  <a:lnTo>
                    <a:pt x="67880" y="168492"/>
                  </a:lnTo>
                  <a:lnTo>
                    <a:pt x="60700" y="167118"/>
                  </a:lnTo>
                  <a:lnTo>
                    <a:pt x="55450" y="169280"/>
                  </a:lnTo>
                  <a:lnTo>
                    <a:pt x="58058" y="173873"/>
                  </a:lnTo>
                  <a:lnTo>
                    <a:pt x="55569" y="175978"/>
                  </a:lnTo>
                  <a:lnTo>
                    <a:pt x="51844" y="171766"/>
                  </a:lnTo>
                  <a:lnTo>
                    <a:pt x="50193" y="170672"/>
                  </a:lnTo>
                  <a:lnTo>
                    <a:pt x="48509" y="170747"/>
                  </a:lnTo>
                  <a:lnTo>
                    <a:pt x="47650" y="170941"/>
                  </a:lnTo>
                  <a:lnTo>
                    <a:pt x="47491" y="173428"/>
                  </a:lnTo>
                  <a:lnTo>
                    <a:pt x="41496" y="172949"/>
                  </a:lnTo>
                  <a:lnTo>
                    <a:pt x="39841" y="174352"/>
                  </a:lnTo>
                  <a:lnTo>
                    <a:pt x="36599" y="177785"/>
                  </a:lnTo>
                  <a:lnTo>
                    <a:pt x="36420" y="182613"/>
                  </a:lnTo>
                  <a:lnTo>
                    <a:pt x="31812" y="183760"/>
                  </a:lnTo>
                  <a:lnTo>
                    <a:pt x="31240" y="181564"/>
                  </a:lnTo>
                  <a:lnTo>
                    <a:pt x="26289" y="179734"/>
                  </a:lnTo>
                  <a:lnTo>
                    <a:pt x="20862" y="180470"/>
                  </a:lnTo>
                  <a:lnTo>
                    <a:pt x="21460" y="181406"/>
                  </a:lnTo>
                  <a:lnTo>
                    <a:pt x="14546" y="178330"/>
                  </a:lnTo>
                  <a:lnTo>
                    <a:pt x="13770" y="184085"/>
                  </a:lnTo>
                  <a:lnTo>
                    <a:pt x="6894" y="177394"/>
                  </a:lnTo>
                  <a:lnTo>
                    <a:pt x="5764" y="177796"/>
                  </a:lnTo>
                  <a:lnTo>
                    <a:pt x="3347" y="175823"/>
                  </a:lnTo>
                  <a:lnTo>
                    <a:pt x="2095" y="173741"/>
                  </a:lnTo>
                  <a:lnTo>
                    <a:pt x="1819" y="172920"/>
                  </a:lnTo>
                  <a:lnTo>
                    <a:pt x="5684" y="167600"/>
                  </a:lnTo>
                  <a:lnTo>
                    <a:pt x="9936" y="166099"/>
                  </a:lnTo>
                  <a:lnTo>
                    <a:pt x="10587" y="163897"/>
                  </a:lnTo>
                  <a:lnTo>
                    <a:pt x="10675" y="158110"/>
                  </a:lnTo>
                  <a:lnTo>
                    <a:pt x="5773" y="156499"/>
                  </a:lnTo>
                  <a:lnTo>
                    <a:pt x="672" y="149484"/>
                  </a:lnTo>
                  <a:lnTo>
                    <a:pt x="403" y="139671"/>
                  </a:lnTo>
                  <a:lnTo>
                    <a:pt x="4791" y="138248"/>
                  </a:lnTo>
                  <a:lnTo>
                    <a:pt x="0" y="135792"/>
                  </a:lnTo>
                  <a:lnTo>
                    <a:pt x="3791" y="130124"/>
                  </a:lnTo>
                  <a:lnTo>
                    <a:pt x="7699" y="127874"/>
                  </a:lnTo>
                  <a:lnTo>
                    <a:pt x="23416" y="128201"/>
                  </a:lnTo>
                  <a:lnTo>
                    <a:pt x="29999" y="124933"/>
                  </a:lnTo>
                  <a:lnTo>
                    <a:pt x="32125" y="124570"/>
                  </a:lnTo>
                  <a:lnTo>
                    <a:pt x="34468" y="126044"/>
                  </a:lnTo>
                  <a:lnTo>
                    <a:pt x="33621" y="128555"/>
                  </a:lnTo>
                  <a:lnTo>
                    <a:pt x="32538" y="129449"/>
                  </a:lnTo>
                  <a:lnTo>
                    <a:pt x="33263" y="131022"/>
                  </a:lnTo>
                  <a:lnTo>
                    <a:pt x="34895" y="131484"/>
                  </a:lnTo>
                  <a:lnTo>
                    <a:pt x="37521" y="128209"/>
                  </a:lnTo>
                  <a:lnTo>
                    <a:pt x="50837" y="124506"/>
                  </a:lnTo>
                  <a:lnTo>
                    <a:pt x="50172" y="122334"/>
                  </a:lnTo>
                  <a:lnTo>
                    <a:pt x="51275" y="121550"/>
                  </a:lnTo>
                  <a:lnTo>
                    <a:pt x="62637" y="117906"/>
                  </a:lnTo>
                  <a:lnTo>
                    <a:pt x="62069" y="116877"/>
                  </a:lnTo>
                  <a:lnTo>
                    <a:pt x="59919" y="115935"/>
                  </a:lnTo>
                  <a:lnTo>
                    <a:pt x="56956" y="116036"/>
                  </a:lnTo>
                  <a:lnTo>
                    <a:pt x="55626" y="115022"/>
                  </a:lnTo>
                  <a:lnTo>
                    <a:pt x="55055" y="107898"/>
                  </a:lnTo>
                  <a:lnTo>
                    <a:pt x="52120" y="105539"/>
                  </a:lnTo>
                  <a:lnTo>
                    <a:pt x="51081" y="100317"/>
                  </a:lnTo>
                  <a:lnTo>
                    <a:pt x="54767" y="98923"/>
                  </a:lnTo>
                  <a:lnTo>
                    <a:pt x="56015" y="97024"/>
                  </a:lnTo>
                  <a:lnTo>
                    <a:pt x="55930" y="95786"/>
                  </a:lnTo>
                  <a:lnTo>
                    <a:pt x="55174" y="94729"/>
                  </a:lnTo>
                  <a:lnTo>
                    <a:pt x="47247" y="91188"/>
                  </a:lnTo>
                  <a:lnTo>
                    <a:pt x="39953" y="76352"/>
                  </a:lnTo>
                  <a:lnTo>
                    <a:pt x="40729" y="74250"/>
                  </a:lnTo>
                  <a:lnTo>
                    <a:pt x="41754" y="75151"/>
                  </a:lnTo>
                  <a:lnTo>
                    <a:pt x="48532" y="70654"/>
                  </a:lnTo>
                  <a:lnTo>
                    <a:pt x="49162" y="68534"/>
                  </a:lnTo>
                  <a:lnTo>
                    <a:pt x="53328" y="68953"/>
                  </a:lnTo>
                  <a:lnTo>
                    <a:pt x="53773" y="69774"/>
                  </a:lnTo>
                  <a:lnTo>
                    <a:pt x="57518" y="68999"/>
                  </a:lnTo>
                  <a:lnTo>
                    <a:pt x="69494" y="51465"/>
                  </a:lnTo>
                  <a:lnTo>
                    <a:pt x="71578" y="34744"/>
                  </a:lnTo>
                  <a:lnTo>
                    <a:pt x="74214" y="30441"/>
                  </a:lnTo>
                  <a:lnTo>
                    <a:pt x="73800" y="28911"/>
                  </a:lnTo>
                  <a:lnTo>
                    <a:pt x="68597" y="30077"/>
                  </a:lnTo>
                  <a:lnTo>
                    <a:pt x="68798" y="24742"/>
                  </a:lnTo>
                  <a:lnTo>
                    <a:pt x="77684" y="22518"/>
                  </a:lnTo>
                  <a:lnTo>
                    <a:pt x="77402" y="20183"/>
                  </a:lnTo>
                  <a:lnTo>
                    <a:pt x="81276" y="16697"/>
                  </a:lnTo>
                  <a:lnTo>
                    <a:pt x="85163" y="16830"/>
                  </a:lnTo>
                  <a:lnTo>
                    <a:pt x="82159" y="9807"/>
                  </a:lnTo>
                  <a:lnTo>
                    <a:pt x="81031" y="9723"/>
                  </a:lnTo>
                  <a:lnTo>
                    <a:pt x="81129" y="5075"/>
                  </a:lnTo>
                  <a:lnTo>
                    <a:pt x="9290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h380"/>
            <p:cNvSpPr/>
            <p:nvPr/>
          </p:nvSpPr>
          <p:spPr>
            <a:xfrm>
              <a:off x="1675615" y="1566464"/>
              <a:ext cx="132170" cy="178939"/>
            </a:xfrm>
            <a:custGeom>
              <a:avLst/>
              <a:pathLst>
                <a:path w="132170" h="178939">
                  <a:moveTo>
                    <a:pt x="67173" y="397"/>
                  </a:moveTo>
                  <a:lnTo>
                    <a:pt x="74297" y="850"/>
                  </a:lnTo>
                  <a:lnTo>
                    <a:pt x="74873" y="8364"/>
                  </a:lnTo>
                  <a:lnTo>
                    <a:pt x="72218" y="9572"/>
                  </a:lnTo>
                  <a:lnTo>
                    <a:pt x="72160" y="14063"/>
                  </a:lnTo>
                  <a:lnTo>
                    <a:pt x="70409" y="18996"/>
                  </a:lnTo>
                  <a:lnTo>
                    <a:pt x="67978" y="20330"/>
                  </a:lnTo>
                  <a:lnTo>
                    <a:pt x="61113" y="20218"/>
                  </a:lnTo>
                  <a:lnTo>
                    <a:pt x="69477" y="30988"/>
                  </a:lnTo>
                  <a:lnTo>
                    <a:pt x="64542" y="35881"/>
                  </a:lnTo>
                  <a:lnTo>
                    <a:pt x="61971" y="40923"/>
                  </a:lnTo>
                  <a:lnTo>
                    <a:pt x="70273" y="40908"/>
                  </a:lnTo>
                  <a:lnTo>
                    <a:pt x="53657" y="61096"/>
                  </a:lnTo>
                  <a:lnTo>
                    <a:pt x="63141" y="69523"/>
                  </a:lnTo>
                  <a:lnTo>
                    <a:pt x="56897" y="77290"/>
                  </a:lnTo>
                  <a:lnTo>
                    <a:pt x="61861" y="77879"/>
                  </a:lnTo>
                  <a:lnTo>
                    <a:pt x="65150" y="73570"/>
                  </a:lnTo>
                  <a:lnTo>
                    <a:pt x="67211" y="75292"/>
                  </a:lnTo>
                  <a:lnTo>
                    <a:pt x="71040" y="70454"/>
                  </a:lnTo>
                  <a:lnTo>
                    <a:pt x="74065" y="72054"/>
                  </a:lnTo>
                  <a:lnTo>
                    <a:pt x="79918" y="73336"/>
                  </a:lnTo>
                  <a:lnTo>
                    <a:pt x="84870" y="78082"/>
                  </a:lnTo>
                  <a:lnTo>
                    <a:pt x="84584" y="80577"/>
                  </a:lnTo>
                  <a:lnTo>
                    <a:pt x="104818" y="87989"/>
                  </a:lnTo>
                  <a:lnTo>
                    <a:pt x="98783" y="112011"/>
                  </a:lnTo>
                  <a:lnTo>
                    <a:pt x="99076" y="114534"/>
                  </a:lnTo>
                  <a:lnTo>
                    <a:pt x="100814" y="116288"/>
                  </a:lnTo>
                  <a:lnTo>
                    <a:pt x="102366" y="120034"/>
                  </a:lnTo>
                  <a:lnTo>
                    <a:pt x="102807" y="122942"/>
                  </a:lnTo>
                  <a:lnTo>
                    <a:pt x="101916" y="125182"/>
                  </a:lnTo>
                  <a:lnTo>
                    <a:pt x="104326" y="129318"/>
                  </a:lnTo>
                  <a:lnTo>
                    <a:pt x="110228" y="131842"/>
                  </a:lnTo>
                  <a:lnTo>
                    <a:pt x="114662" y="132432"/>
                  </a:lnTo>
                  <a:lnTo>
                    <a:pt x="113401" y="136331"/>
                  </a:lnTo>
                  <a:lnTo>
                    <a:pt x="114622" y="141104"/>
                  </a:lnTo>
                  <a:lnTo>
                    <a:pt x="117470" y="145469"/>
                  </a:lnTo>
                  <a:lnTo>
                    <a:pt x="115795" y="147056"/>
                  </a:lnTo>
                  <a:lnTo>
                    <a:pt x="113665" y="146421"/>
                  </a:lnTo>
                  <a:lnTo>
                    <a:pt x="113424" y="155421"/>
                  </a:lnTo>
                  <a:lnTo>
                    <a:pt x="119826" y="156668"/>
                  </a:lnTo>
                  <a:lnTo>
                    <a:pt x="119712" y="160604"/>
                  </a:lnTo>
                  <a:lnTo>
                    <a:pt x="132170" y="173802"/>
                  </a:lnTo>
                  <a:lnTo>
                    <a:pt x="125988" y="174010"/>
                  </a:lnTo>
                  <a:lnTo>
                    <a:pt x="112413" y="172673"/>
                  </a:lnTo>
                  <a:lnTo>
                    <a:pt x="101536" y="178437"/>
                  </a:lnTo>
                  <a:lnTo>
                    <a:pt x="96779" y="175661"/>
                  </a:lnTo>
                  <a:lnTo>
                    <a:pt x="91095" y="174913"/>
                  </a:lnTo>
                  <a:lnTo>
                    <a:pt x="86621" y="178939"/>
                  </a:lnTo>
                  <a:lnTo>
                    <a:pt x="80857" y="177462"/>
                  </a:lnTo>
                  <a:lnTo>
                    <a:pt x="74777" y="177924"/>
                  </a:lnTo>
                  <a:lnTo>
                    <a:pt x="72464" y="173595"/>
                  </a:lnTo>
                  <a:lnTo>
                    <a:pt x="63642" y="173814"/>
                  </a:lnTo>
                  <a:lnTo>
                    <a:pt x="64263" y="172740"/>
                  </a:lnTo>
                  <a:lnTo>
                    <a:pt x="62547" y="170653"/>
                  </a:lnTo>
                  <a:lnTo>
                    <a:pt x="50968" y="172917"/>
                  </a:lnTo>
                  <a:lnTo>
                    <a:pt x="36349" y="172096"/>
                  </a:lnTo>
                  <a:lnTo>
                    <a:pt x="32900" y="173440"/>
                  </a:lnTo>
                  <a:lnTo>
                    <a:pt x="29363" y="177298"/>
                  </a:lnTo>
                  <a:lnTo>
                    <a:pt x="26088" y="177380"/>
                  </a:lnTo>
                  <a:lnTo>
                    <a:pt x="28825" y="165391"/>
                  </a:lnTo>
                  <a:lnTo>
                    <a:pt x="28132" y="159094"/>
                  </a:lnTo>
                  <a:lnTo>
                    <a:pt x="24205" y="159474"/>
                  </a:lnTo>
                  <a:lnTo>
                    <a:pt x="25589" y="155074"/>
                  </a:lnTo>
                  <a:lnTo>
                    <a:pt x="25434" y="151203"/>
                  </a:lnTo>
                  <a:lnTo>
                    <a:pt x="22064" y="145963"/>
                  </a:lnTo>
                  <a:lnTo>
                    <a:pt x="22216" y="141059"/>
                  </a:lnTo>
                  <a:lnTo>
                    <a:pt x="21649" y="139703"/>
                  </a:lnTo>
                  <a:lnTo>
                    <a:pt x="14912" y="141367"/>
                  </a:lnTo>
                  <a:lnTo>
                    <a:pt x="17288" y="134354"/>
                  </a:lnTo>
                  <a:lnTo>
                    <a:pt x="13451" y="128872"/>
                  </a:lnTo>
                  <a:lnTo>
                    <a:pt x="10354" y="129113"/>
                  </a:lnTo>
                  <a:lnTo>
                    <a:pt x="8060" y="126778"/>
                  </a:lnTo>
                  <a:lnTo>
                    <a:pt x="7903" y="124281"/>
                  </a:lnTo>
                  <a:lnTo>
                    <a:pt x="0" y="117279"/>
                  </a:lnTo>
                  <a:lnTo>
                    <a:pt x="23643" y="117904"/>
                  </a:lnTo>
                  <a:lnTo>
                    <a:pt x="24938" y="77910"/>
                  </a:lnTo>
                  <a:lnTo>
                    <a:pt x="23364" y="69204"/>
                  </a:lnTo>
                  <a:lnTo>
                    <a:pt x="29610" y="68301"/>
                  </a:lnTo>
                  <a:lnTo>
                    <a:pt x="28498" y="58464"/>
                  </a:lnTo>
                  <a:lnTo>
                    <a:pt x="25270" y="52811"/>
                  </a:lnTo>
                  <a:lnTo>
                    <a:pt x="21287" y="48350"/>
                  </a:lnTo>
                  <a:lnTo>
                    <a:pt x="29459" y="48493"/>
                  </a:lnTo>
                  <a:lnTo>
                    <a:pt x="30053" y="39292"/>
                  </a:lnTo>
                  <a:lnTo>
                    <a:pt x="28704" y="29382"/>
                  </a:lnTo>
                  <a:lnTo>
                    <a:pt x="23025" y="24331"/>
                  </a:lnTo>
                  <a:lnTo>
                    <a:pt x="19688" y="22485"/>
                  </a:lnTo>
                  <a:lnTo>
                    <a:pt x="20074" y="12579"/>
                  </a:lnTo>
                  <a:lnTo>
                    <a:pt x="32440" y="13061"/>
                  </a:lnTo>
                  <a:lnTo>
                    <a:pt x="37055" y="2978"/>
                  </a:lnTo>
                  <a:lnTo>
                    <a:pt x="38391" y="2987"/>
                  </a:lnTo>
                  <a:lnTo>
                    <a:pt x="42905" y="6345"/>
                  </a:lnTo>
                  <a:lnTo>
                    <a:pt x="43863" y="10764"/>
                  </a:lnTo>
                  <a:lnTo>
                    <a:pt x="48014" y="13933"/>
                  </a:lnTo>
                  <a:lnTo>
                    <a:pt x="51026" y="7563"/>
                  </a:lnTo>
                  <a:lnTo>
                    <a:pt x="54850" y="7315"/>
                  </a:lnTo>
                  <a:lnTo>
                    <a:pt x="56616" y="8311"/>
                  </a:lnTo>
                  <a:lnTo>
                    <a:pt x="6058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h381"/>
            <p:cNvSpPr/>
            <p:nvPr/>
          </p:nvSpPr>
          <p:spPr>
            <a:xfrm>
              <a:off x="1625605" y="1927878"/>
              <a:ext cx="86821" cy="77287"/>
            </a:xfrm>
            <a:custGeom>
              <a:avLst/>
              <a:pathLst>
                <a:path w="86821" h="77287">
                  <a:moveTo>
                    <a:pt x="41899" y="650"/>
                  </a:moveTo>
                  <a:lnTo>
                    <a:pt x="52728" y="6576"/>
                  </a:lnTo>
                  <a:lnTo>
                    <a:pt x="54864" y="10644"/>
                  </a:lnTo>
                  <a:lnTo>
                    <a:pt x="59785" y="12172"/>
                  </a:lnTo>
                  <a:lnTo>
                    <a:pt x="62333" y="10667"/>
                  </a:lnTo>
                  <a:lnTo>
                    <a:pt x="62096" y="14670"/>
                  </a:lnTo>
                  <a:lnTo>
                    <a:pt x="65097" y="19044"/>
                  </a:lnTo>
                  <a:lnTo>
                    <a:pt x="68924" y="22651"/>
                  </a:lnTo>
                  <a:lnTo>
                    <a:pt x="72622" y="22500"/>
                  </a:lnTo>
                  <a:lnTo>
                    <a:pt x="76175" y="26284"/>
                  </a:lnTo>
                  <a:lnTo>
                    <a:pt x="78358" y="26632"/>
                  </a:lnTo>
                  <a:lnTo>
                    <a:pt x="78578" y="24514"/>
                  </a:lnTo>
                  <a:lnTo>
                    <a:pt x="79931" y="24416"/>
                  </a:lnTo>
                  <a:lnTo>
                    <a:pt x="84676" y="28335"/>
                  </a:lnTo>
                  <a:lnTo>
                    <a:pt x="80072" y="28809"/>
                  </a:lnTo>
                  <a:lnTo>
                    <a:pt x="85912" y="43446"/>
                  </a:lnTo>
                  <a:lnTo>
                    <a:pt x="86821" y="47635"/>
                  </a:lnTo>
                  <a:lnTo>
                    <a:pt x="82729" y="52497"/>
                  </a:lnTo>
                  <a:lnTo>
                    <a:pt x="83279" y="66111"/>
                  </a:lnTo>
                  <a:lnTo>
                    <a:pt x="82141" y="66943"/>
                  </a:lnTo>
                  <a:lnTo>
                    <a:pt x="73884" y="66936"/>
                  </a:lnTo>
                  <a:lnTo>
                    <a:pt x="68930" y="77287"/>
                  </a:lnTo>
                  <a:lnTo>
                    <a:pt x="54545" y="61477"/>
                  </a:lnTo>
                  <a:lnTo>
                    <a:pt x="44042" y="55687"/>
                  </a:lnTo>
                  <a:lnTo>
                    <a:pt x="40900" y="57215"/>
                  </a:lnTo>
                  <a:lnTo>
                    <a:pt x="27784" y="69464"/>
                  </a:lnTo>
                  <a:lnTo>
                    <a:pt x="25326" y="75049"/>
                  </a:lnTo>
                  <a:lnTo>
                    <a:pt x="23479" y="75593"/>
                  </a:lnTo>
                  <a:lnTo>
                    <a:pt x="22337" y="74082"/>
                  </a:lnTo>
                  <a:lnTo>
                    <a:pt x="15704" y="61683"/>
                  </a:lnTo>
                  <a:lnTo>
                    <a:pt x="13355" y="62660"/>
                  </a:lnTo>
                  <a:lnTo>
                    <a:pt x="10470" y="66414"/>
                  </a:lnTo>
                  <a:lnTo>
                    <a:pt x="5434" y="65879"/>
                  </a:lnTo>
                  <a:lnTo>
                    <a:pt x="2674" y="62204"/>
                  </a:lnTo>
                  <a:lnTo>
                    <a:pt x="1530" y="61704"/>
                  </a:lnTo>
                  <a:lnTo>
                    <a:pt x="62" y="60134"/>
                  </a:lnTo>
                  <a:lnTo>
                    <a:pt x="0" y="58354"/>
                  </a:lnTo>
                  <a:lnTo>
                    <a:pt x="4928" y="58581"/>
                  </a:lnTo>
                  <a:lnTo>
                    <a:pt x="7357" y="59552"/>
                  </a:lnTo>
                  <a:lnTo>
                    <a:pt x="9097" y="55383"/>
                  </a:lnTo>
                  <a:lnTo>
                    <a:pt x="17069" y="43131"/>
                  </a:lnTo>
                  <a:lnTo>
                    <a:pt x="15250" y="32175"/>
                  </a:lnTo>
                  <a:lnTo>
                    <a:pt x="16658" y="29368"/>
                  </a:lnTo>
                  <a:lnTo>
                    <a:pt x="17369" y="25564"/>
                  </a:lnTo>
                  <a:lnTo>
                    <a:pt x="16710" y="20778"/>
                  </a:lnTo>
                  <a:lnTo>
                    <a:pt x="17397" y="21074"/>
                  </a:lnTo>
                  <a:lnTo>
                    <a:pt x="21955" y="17794"/>
                  </a:lnTo>
                  <a:lnTo>
                    <a:pt x="18641" y="8967"/>
                  </a:lnTo>
                  <a:lnTo>
                    <a:pt x="20189" y="7245"/>
                  </a:lnTo>
                  <a:lnTo>
                    <a:pt x="24230" y="7775"/>
                  </a:lnTo>
                  <a:lnTo>
                    <a:pt x="24806" y="4078"/>
                  </a:lnTo>
                  <a:lnTo>
                    <a:pt x="26563" y="2569"/>
                  </a:lnTo>
                  <a:lnTo>
                    <a:pt x="29316" y="2387"/>
                  </a:lnTo>
                  <a:lnTo>
                    <a:pt x="35762" y="4125"/>
                  </a:lnTo>
                  <a:lnTo>
                    <a:pt x="37287" y="2976"/>
                  </a:lnTo>
                  <a:lnTo>
                    <a:pt x="37419" y="1194"/>
                  </a:lnTo>
                  <a:lnTo>
                    <a:pt x="3916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h382"/>
            <p:cNvSpPr/>
            <p:nvPr/>
          </p:nvSpPr>
          <p:spPr>
            <a:xfrm>
              <a:off x="1613506" y="2037872"/>
              <a:ext cx="81970" cy="87910"/>
            </a:xfrm>
            <a:custGeom>
              <a:avLst/>
              <a:pathLst>
                <a:path w="81970" h="87910">
                  <a:moveTo>
                    <a:pt x="58729" y="16199"/>
                  </a:moveTo>
                  <a:lnTo>
                    <a:pt x="63972" y="19028"/>
                  </a:lnTo>
                  <a:lnTo>
                    <a:pt x="71544" y="21317"/>
                  </a:lnTo>
                  <a:lnTo>
                    <a:pt x="75013" y="27739"/>
                  </a:lnTo>
                  <a:lnTo>
                    <a:pt x="72206" y="27503"/>
                  </a:lnTo>
                  <a:lnTo>
                    <a:pt x="81970" y="42610"/>
                  </a:lnTo>
                  <a:lnTo>
                    <a:pt x="66733" y="51139"/>
                  </a:lnTo>
                  <a:lnTo>
                    <a:pt x="59083" y="53211"/>
                  </a:lnTo>
                  <a:lnTo>
                    <a:pt x="56327" y="55982"/>
                  </a:lnTo>
                  <a:lnTo>
                    <a:pt x="56358" y="61060"/>
                  </a:lnTo>
                  <a:lnTo>
                    <a:pt x="53345" y="67948"/>
                  </a:lnTo>
                  <a:lnTo>
                    <a:pt x="52347" y="68726"/>
                  </a:lnTo>
                  <a:lnTo>
                    <a:pt x="50928" y="68415"/>
                  </a:lnTo>
                  <a:lnTo>
                    <a:pt x="39702" y="63006"/>
                  </a:lnTo>
                  <a:lnTo>
                    <a:pt x="27375" y="58647"/>
                  </a:lnTo>
                  <a:lnTo>
                    <a:pt x="26275" y="61722"/>
                  </a:lnTo>
                  <a:lnTo>
                    <a:pt x="26771" y="64615"/>
                  </a:lnTo>
                  <a:lnTo>
                    <a:pt x="29556" y="69319"/>
                  </a:lnTo>
                  <a:lnTo>
                    <a:pt x="26579" y="77773"/>
                  </a:lnTo>
                  <a:lnTo>
                    <a:pt x="24906" y="79888"/>
                  </a:lnTo>
                  <a:lnTo>
                    <a:pt x="19273" y="79782"/>
                  </a:lnTo>
                  <a:lnTo>
                    <a:pt x="17202" y="84265"/>
                  </a:lnTo>
                  <a:lnTo>
                    <a:pt x="17491" y="87592"/>
                  </a:lnTo>
                  <a:lnTo>
                    <a:pt x="15525" y="87910"/>
                  </a:lnTo>
                  <a:lnTo>
                    <a:pt x="9812" y="81175"/>
                  </a:lnTo>
                  <a:lnTo>
                    <a:pt x="12686" y="75097"/>
                  </a:lnTo>
                  <a:lnTo>
                    <a:pt x="19499" y="71578"/>
                  </a:lnTo>
                  <a:lnTo>
                    <a:pt x="18879" y="68048"/>
                  </a:lnTo>
                  <a:lnTo>
                    <a:pt x="16634" y="64703"/>
                  </a:lnTo>
                  <a:lnTo>
                    <a:pt x="10566" y="63499"/>
                  </a:lnTo>
                  <a:lnTo>
                    <a:pt x="4520" y="64819"/>
                  </a:lnTo>
                  <a:lnTo>
                    <a:pt x="4475" y="71678"/>
                  </a:lnTo>
                  <a:lnTo>
                    <a:pt x="2960" y="71892"/>
                  </a:lnTo>
                  <a:lnTo>
                    <a:pt x="2451" y="62990"/>
                  </a:lnTo>
                  <a:lnTo>
                    <a:pt x="0" y="58037"/>
                  </a:lnTo>
                  <a:lnTo>
                    <a:pt x="7499" y="56245"/>
                  </a:lnTo>
                  <a:lnTo>
                    <a:pt x="11380" y="54326"/>
                  </a:lnTo>
                  <a:lnTo>
                    <a:pt x="12714" y="36852"/>
                  </a:lnTo>
                  <a:lnTo>
                    <a:pt x="13595" y="35123"/>
                  </a:lnTo>
                  <a:lnTo>
                    <a:pt x="16182" y="33873"/>
                  </a:lnTo>
                  <a:lnTo>
                    <a:pt x="18606" y="35097"/>
                  </a:lnTo>
                  <a:lnTo>
                    <a:pt x="21155" y="32953"/>
                  </a:lnTo>
                  <a:lnTo>
                    <a:pt x="21889" y="30201"/>
                  </a:lnTo>
                  <a:lnTo>
                    <a:pt x="20659" y="29009"/>
                  </a:lnTo>
                  <a:lnTo>
                    <a:pt x="21074" y="27838"/>
                  </a:lnTo>
                  <a:lnTo>
                    <a:pt x="29562" y="27309"/>
                  </a:lnTo>
                  <a:lnTo>
                    <a:pt x="30793" y="21324"/>
                  </a:lnTo>
                  <a:lnTo>
                    <a:pt x="29319" y="16328"/>
                  </a:lnTo>
                  <a:lnTo>
                    <a:pt x="33266" y="16709"/>
                  </a:lnTo>
                  <a:lnTo>
                    <a:pt x="35990" y="18340"/>
                  </a:lnTo>
                  <a:lnTo>
                    <a:pt x="38144" y="16451"/>
                  </a:lnTo>
                  <a:lnTo>
                    <a:pt x="38719" y="15600"/>
                  </a:lnTo>
                  <a:lnTo>
                    <a:pt x="39302" y="2515"/>
                  </a:lnTo>
                  <a:lnTo>
                    <a:pt x="40219" y="1623"/>
                  </a:lnTo>
                  <a:lnTo>
                    <a:pt x="44530" y="6988"/>
                  </a:lnTo>
                  <a:lnTo>
                    <a:pt x="5106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h383"/>
            <p:cNvSpPr/>
            <p:nvPr/>
          </p:nvSpPr>
          <p:spPr>
            <a:xfrm>
              <a:off x="1692374" y="1801010"/>
              <a:ext cx="39937" cy="60187"/>
            </a:xfrm>
            <a:custGeom>
              <a:avLst/>
              <a:pathLst>
                <a:path w="39937" h="60187">
                  <a:moveTo>
                    <a:pt x="23181" y="1508"/>
                  </a:moveTo>
                  <a:lnTo>
                    <a:pt x="21719" y="4611"/>
                  </a:lnTo>
                  <a:lnTo>
                    <a:pt x="23373" y="8481"/>
                  </a:lnTo>
                  <a:lnTo>
                    <a:pt x="26596" y="9521"/>
                  </a:lnTo>
                  <a:lnTo>
                    <a:pt x="27988" y="11222"/>
                  </a:lnTo>
                  <a:lnTo>
                    <a:pt x="29959" y="14905"/>
                  </a:lnTo>
                  <a:lnTo>
                    <a:pt x="29544" y="17671"/>
                  </a:lnTo>
                  <a:lnTo>
                    <a:pt x="30132" y="19721"/>
                  </a:lnTo>
                  <a:lnTo>
                    <a:pt x="36276" y="24527"/>
                  </a:lnTo>
                  <a:lnTo>
                    <a:pt x="38795" y="28005"/>
                  </a:lnTo>
                  <a:lnTo>
                    <a:pt x="39937" y="33989"/>
                  </a:lnTo>
                  <a:lnTo>
                    <a:pt x="39072" y="35769"/>
                  </a:lnTo>
                  <a:lnTo>
                    <a:pt x="36215" y="36679"/>
                  </a:lnTo>
                  <a:lnTo>
                    <a:pt x="30596" y="36756"/>
                  </a:lnTo>
                  <a:lnTo>
                    <a:pt x="30303" y="39649"/>
                  </a:lnTo>
                  <a:lnTo>
                    <a:pt x="31508" y="39760"/>
                  </a:lnTo>
                  <a:lnTo>
                    <a:pt x="33279" y="43251"/>
                  </a:lnTo>
                  <a:lnTo>
                    <a:pt x="32652" y="45466"/>
                  </a:lnTo>
                  <a:lnTo>
                    <a:pt x="31031" y="45771"/>
                  </a:lnTo>
                  <a:lnTo>
                    <a:pt x="27965" y="49547"/>
                  </a:lnTo>
                  <a:lnTo>
                    <a:pt x="27976" y="53516"/>
                  </a:lnTo>
                  <a:lnTo>
                    <a:pt x="25774" y="59136"/>
                  </a:lnTo>
                  <a:lnTo>
                    <a:pt x="25097" y="59293"/>
                  </a:lnTo>
                  <a:lnTo>
                    <a:pt x="21520" y="60187"/>
                  </a:lnTo>
                  <a:lnTo>
                    <a:pt x="18652" y="54240"/>
                  </a:lnTo>
                  <a:lnTo>
                    <a:pt x="13969" y="53234"/>
                  </a:lnTo>
                  <a:lnTo>
                    <a:pt x="15754" y="48456"/>
                  </a:lnTo>
                  <a:lnTo>
                    <a:pt x="14574" y="47411"/>
                  </a:lnTo>
                  <a:lnTo>
                    <a:pt x="12907" y="48432"/>
                  </a:lnTo>
                  <a:lnTo>
                    <a:pt x="9978" y="47872"/>
                  </a:lnTo>
                  <a:lnTo>
                    <a:pt x="8022" y="45934"/>
                  </a:lnTo>
                  <a:lnTo>
                    <a:pt x="8553" y="43838"/>
                  </a:lnTo>
                  <a:lnTo>
                    <a:pt x="6916" y="41457"/>
                  </a:lnTo>
                  <a:lnTo>
                    <a:pt x="3616" y="41000"/>
                  </a:lnTo>
                  <a:lnTo>
                    <a:pt x="300" y="37475"/>
                  </a:lnTo>
                  <a:lnTo>
                    <a:pt x="2251" y="35062"/>
                  </a:lnTo>
                  <a:lnTo>
                    <a:pt x="3228" y="32425"/>
                  </a:lnTo>
                  <a:lnTo>
                    <a:pt x="835" y="21581"/>
                  </a:lnTo>
                  <a:lnTo>
                    <a:pt x="4151" y="21401"/>
                  </a:lnTo>
                  <a:lnTo>
                    <a:pt x="3370" y="17140"/>
                  </a:lnTo>
                  <a:lnTo>
                    <a:pt x="0" y="17035"/>
                  </a:lnTo>
                  <a:lnTo>
                    <a:pt x="112" y="13348"/>
                  </a:lnTo>
                  <a:lnTo>
                    <a:pt x="3308" y="10296"/>
                  </a:lnTo>
                  <a:lnTo>
                    <a:pt x="6849" y="9910"/>
                  </a:lnTo>
                  <a:lnTo>
                    <a:pt x="13315" y="11222"/>
                  </a:lnTo>
                  <a:lnTo>
                    <a:pt x="14394" y="7394"/>
                  </a:lnTo>
                  <a:lnTo>
                    <a:pt x="12717" y="5047"/>
                  </a:lnTo>
                  <a:lnTo>
                    <a:pt x="12228" y="2537"/>
                  </a:lnTo>
                  <a:lnTo>
                    <a:pt x="1627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h384"/>
            <p:cNvSpPr/>
            <p:nvPr/>
          </p:nvSpPr>
          <p:spPr>
            <a:xfrm>
              <a:off x="1861776" y="1856296"/>
              <a:ext cx="33873" cy="32163"/>
            </a:xfrm>
            <a:custGeom>
              <a:avLst/>
              <a:pathLst>
                <a:path w="33873" h="32163">
                  <a:moveTo>
                    <a:pt x="13050" y="3601"/>
                  </a:moveTo>
                  <a:lnTo>
                    <a:pt x="19079" y="2641"/>
                  </a:lnTo>
                  <a:lnTo>
                    <a:pt x="30917" y="3604"/>
                  </a:lnTo>
                  <a:lnTo>
                    <a:pt x="31741" y="14741"/>
                  </a:lnTo>
                  <a:lnTo>
                    <a:pt x="33304" y="19532"/>
                  </a:lnTo>
                  <a:lnTo>
                    <a:pt x="26802" y="19342"/>
                  </a:lnTo>
                  <a:lnTo>
                    <a:pt x="33873" y="27676"/>
                  </a:lnTo>
                  <a:lnTo>
                    <a:pt x="30929" y="30308"/>
                  </a:lnTo>
                  <a:lnTo>
                    <a:pt x="27910" y="30935"/>
                  </a:lnTo>
                  <a:lnTo>
                    <a:pt x="28280" y="32086"/>
                  </a:lnTo>
                  <a:lnTo>
                    <a:pt x="23657" y="32163"/>
                  </a:lnTo>
                  <a:lnTo>
                    <a:pt x="16796" y="30272"/>
                  </a:lnTo>
                  <a:lnTo>
                    <a:pt x="18644" y="26790"/>
                  </a:lnTo>
                  <a:lnTo>
                    <a:pt x="18087" y="25778"/>
                  </a:lnTo>
                  <a:lnTo>
                    <a:pt x="9543" y="25760"/>
                  </a:lnTo>
                  <a:lnTo>
                    <a:pt x="5348" y="23226"/>
                  </a:lnTo>
                  <a:lnTo>
                    <a:pt x="3652" y="20339"/>
                  </a:lnTo>
                  <a:lnTo>
                    <a:pt x="0" y="19499"/>
                  </a:lnTo>
                  <a:lnTo>
                    <a:pt x="2286" y="14978"/>
                  </a:lnTo>
                  <a:lnTo>
                    <a:pt x="4786" y="15700"/>
                  </a:lnTo>
                  <a:lnTo>
                    <a:pt x="5257" y="15030"/>
                  </a:lnTo>
                  <a:lnTo>
                    <a:pt x="4224" y="11066"/>
                  </a:lnTo>
                  <a:lnTo>
                    <a:pt x="2815" y="10743"/>
                  </a:lnTo>
                  <a:lnTo>
                    <a:pt x="2835" y="8606"/>
                  </a:lnTo>
                  <a:lnTo>
                    <a:pt x="6590" y="2299"/>
                  </a:lnTo>
                  <a:lnTo>
                    <a:pt x="8147" y="3192"/>
                  </a:lnTo>
                  <a:lnTo>
                    <a:pt x="933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h385"/>
            <p:cNvSpPr/>
            <p:nvPr/>
          </p:nvSpPr>
          <p:spPr>
            <a:xfrm>
              <a:off x="1618389" y="1440238"/>
              <a:ext cx="173637" cy="143457"/>
            </a:xfrm>
            <a:custGeom>
              <a:avLst/>
              <a:pathLst>
                <a:path w="173637" h="143457">
                  <a:moveTo>
                    <a:pt x="154929" y="5846"/>
                  </a:moveTo>
                  <a:lnTo>
                    <a:pt x="158636" y="19785"/>
                  </a:lnTo>
                  <a:lnTo>
                    <a:pt x="153095" y="27181"/>
                  </a:lnTo>
                  <a:lnTo>
                    <a:pt x="161774" y="29753"/>
                  </a:lnTo>
                  <a:lnTo>
                    <a:pt x="167561" y="30185"/>
                  </a:lnTo>
                  <a:lnTo>
                    <a:pt x="166973" y="44404"/>
                  </a:lnTo>
                  <a:lnTo>
                    <a:pt x="170054" y="49970"/>
                  </a:lnTo>
                  <a:lnTo>
                    <a:pt x="173637" y="53088"/>
                  </a:lnTo>
                  <a:lnTo>
                    <a:pt x="167493" y="57085"/>
                  </a:lnTo>
                  <a:lnTo>
                    <a:pt x="155390" y="56560"/>
                  </a:lnTo>
                  <a:lnTo>
                    <a:pt x="155441" y="60463"/>
                  </a:lnTo>
                  <a:lnTo>
                    <a:pt x="143385" y="64804"/>
                  </a:lnTo>
                  <a:lnTo>
                    <a:pt x="146243" y="78008"/>
                  </a:lnTo>
                  <a:lnTo>
                    <a:pt x="150886" y="79688"/>
                  </a:lnTo>
                  <a:lnTo>
                    <a:pt x="152744" y="84972"/>
                  </a:lnTo>
                  <a:lnTo>
                    <a:pt x="155654" y="89464"/>
                  </a:lnTo>
                  <a:lnTo>
                    <a:pt x="157470" y="90958"/>
                  </a:lnTo>
                  <a:lnTo>
                    <a:pt x="156623" y="93401"/>
                  </a:lnTo>
                  <a:lnTo>
                    <a:pt x="152861" y="90279"/>
                  </a:lnTo>
                  <a:lnTo>
                    <a:pt x="149005" y="89333"/>
                  </a:lnTo>
                  <a:lnTo>
                    <a:pt x="148699" y="98152"/>
                  </a:lnTo>
                  <a:lnTo>
                    <a:pt x="131632" y="97461"/>
                  </a:lnTo>
                  <a:lnTo>
                    <a:pt x="130822" y="114901"/>
                  </a:lnTo>
                  <a:lnTo>
                    <a:pt x="127815" y="117532"/>
                  </a:lnTo>
                  <a:lnTo>
                    <a:pt x="124399" y="126623"/>
                  </a:lnTo>
                  <a:lnTo>
                    <a:pt x="117815" y="126225"/>
                  </a:lnTo>
                  <a:lnTo>
                    <a:pt x="113842" y="134537"/>
                  </a:lnTo>
                  <a:lnTo>
                    <a:pt x="112076" y="133540"/>
                  </a:lnTo>
                  <a:lnTo>
                    <a:pt x="108253" y="133789"/>
                  </a:lnTo>
                  <a:lnTo>
                    <a:pt x="105240" y="140158"/>
                  </a:lnTo>
                  <a:lnTo>
                    <a:pt x="101090" y="136990"/>
                  </a:lnTo>
                  <a:lnTo>
                    <a:pt x="100132" y="132571"/>
                  </a:lnTo>
                  <a:lnTo>
                    <a:pt x="95617" y="129213"/>
                  </a:lnTo>
                  <a:lnTo>
                    <a:pt x="94281" y="129204"/>
                  </a:lnTo>
                  <a:lnTo>
                    <a:pt x="89666" y="139287"/>
                  </a:lnTo>
                  <a:lnTo>
                    <a:pt x="77301" y="138805"/>
                  </a:lnTo>
                  <a:lnTo>
                    <a:pt x="75293" y="138741"/>
                  </a:lnTo>
                  <a:lnTo>
                    <a:pt x="75339" y="135492"/>
                  </a:lnTo>
                  <a:lnTo>
                    <a:pt x="64781" y="143457"/>
                  </a:lnTo>
                  <a:lnTo>
                    <a:pt x="62639" y="143169"/>
                  </a:lnTo>
                  <a:lnTo>
                    <a:pt x="63514" y="137477"/>
                  </a:lnTo>
                  <a:lnTo>
                    <a:pt x="57627" y="134957"/>
                  </a:lnTo>
                  <a:lnTo>
                    <a:pt x="55179" y="131674"/>
                  </a:lnTo>
                  <a:lnTo>
                    <a:pt x="55032" y="129457"/>
                  </a:lnTo>
                  <a:lnTo>
                    <a:pt x="51801" y="128603"/>
                  </a:lnTo>
                  <a:lnTo>
                    <a:pt x="48849" y="129623"/>
                  </a:lnTo>
                  <a:lnTo>
                    <a:pt x="44336" y="124176"/>
                  </a:lnTo>
                  <a:lnTo>
                    <a:pt x="29530" y="130731"/>
                  </a:lnTo>
                  <a:lnTo>
                    <a:pt x="31662" y="125582"/>
                  </a:lnTo>
                  <a:lnTo>
                    <a:pt x="23335" y="129627"/>
                  </a:lnTo>
                  <a:lnTo>
                    <a:pt x="21798" y="123575"/>
                  </a:lnTo>
                  <a:lnTo>
                    <a:pt x="23537" y="122438"/>
                  </a:lnTo>
                  <a:lnTo>
                    <a:pt x="24310" y="118935"/>
                  </a:lnTo>
                  <a:lnTo>
                    <a:pt x="22743" y="114179"/>
                  </a:lnTo>
                  <a:lnTo>
                    <a:pt x="21046" y="113003"/>
                  </a:lnTo>
                  <a:lnTo>
                    <a:pt x="21117" y="99528"/>
                  </a:lnTo>
                  <a:lnTo>
                    <a:pt x="17566" y="98350"/>
                  </a:lnTo>
                  <a:lnTo>
                    <a:pt x="10007" y="97928"/>
                  </a:lnTo>
                  <a:lnTo>
                    <a:pt x="9365" y="92135"/>
                  </a:lnTo>
                  <a:lnTo>
                    <a:pt x="12004" y="90142"/>
                  </a:lnTo>
                  <a:lnTo>
                    <a:pt x="3990" y="78264"/>
                  </a:lnTo>
                  <a:lnTo>
                    <a:pt x="0" y="75546"/>
                  </a:lnTo>
                  <a:lnTo>
                    <a:pt x="704" y="59585"/>
                  </a:lnTo>
                  <a:lnTo>
                    <a:pt x="329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h386"/>
            <p:cNvSpPr/>
            <p:nvPr/>
          </p:nvSpPr>
          <p:spPr>
            <a:xfrm>
              <a:off x="1858658" y="2032217"/>
              <a:ext cx="66111" cy="66200"/>
            </a:xfrm>
            <a:custGeom>
              <a:avLst/>
              <a:pathLst>
                <a:path w="66111" h="66200">
                  <a:moveTo>
                    <a:pt x="42193" y="3512"/>
                  </a:moveTo>
                  <a:lnTo>
                    <a:pt x="40688" y="7530"/>
                  </a:lnTo>
                  <a:lnTo>
                    <a:pt x="48584" y="10586"/>
                  </a:lnTo>
                  <a:lnTo>
                    <a:pt x="53975" y="8024"/>
                  </a:lnTo>
                  <a:lnTo>
                    <a:pt x="55900" y="8159"/>
                  </a:lnTo>
                  <a:lnTo>
                    <a:pt x="52944" y="1797"/>
                  </a:lnTo>
                  <a:lnTo>
                    <a:pt x="63242" y="3819"/>
                  </a:lnTo>
                  <a:lnTo>
                    <a:pt x="63661" y="3372"/>
                  </a:lnTo>
                  <a:lnTo>
                    <a:pt x="62531" y="6946"/>
                  </a:lnTo>
                  <a:lnTo>
                    <a:pt x="62552" y="9747"/>
                  </a:lnTo>
                  <a:lnTo>
                    <a:pt x="65239" y="13940"/>
                  </a:lnTo>
                  <a:lnTo>
                    <a:pt x="66111" y="20760"/>
                  </a:lnTo>
                  <a:lnTo>
                    <a:pt x="65493" y="23592"/>
                  </a:lnTo>
                  <a:lnTo>
                    <a:pt x="64223" y="25465"/>
                  </a:lnTo>
                  <a:lnTo>
                    <a:pt x="59055" y="26696"/>
                  </a:lnTo>
                  <a:lnTo>
                    <a:pt x="55566" y="28764"/>
                  </a:lnTo>
                  <a:lnTo>
                    <a:pt x="49238" y="30153"/>
                  </a:lnTo>
                  <a:lnTo>
                    <a:pt x="45786" y="37922"/>
                  </a:lnTo>
                  <a:lnTo>
                    <a:pt x="46895" y="43634"/>
                  </a:lnTo>
                  <a:lnTo>
                    <a:pt x="51694" y="41466"/>
                  </a:lnTo>
                  <a:lnTo>
                    <a:pt x="53802" y="46403"/>
                  </a:lnTo>
                  <a:lnTo>
                    <a:pt x="52595" y="52424"/>
                  </a:lnTo>
                  <a:lnTo>
                    <a:pt x="47680" y="60660"/>
                  </a:lnTo>
                  <a:lnTo>
                    <a:pt x="45584" y="61996"/>
                  </a:lnTo>
                  <a:lnTo>
                    <a:pt x="45069" y="65602"/>
                  </a:lnTo>
                  <a:lnTo>
                    <a:pt x="41514" y="65264"/>
                  </a:lnTo>
                  <a:lnTo>
                    <a:pt x="38447" y="62286"/>
                  </a:lnTo>
                  <a:lnTo>
                    <a:pt x="31626" y="64121"/>
                  </a:lnTo>
                  <a:lnTo>
                    <a:pt x="31112" y="66200"/>
                  </a:lnTo>
                  <a:lnTo>
                    <a:pt x="26371" y="59592"/>
                  </a:lnTo>
                  <a:lnTo>
                    <a:pt x="20978" y="57097"/>
                  </a:lnTo>
                  <a:lnTo>
                    <a:pt x="21938" y="56436"/>
                  </a:lnTo>
                  <a:lnTo>
                    <a:pt x="18972" y="56164"/>
                  </a:lnTo>
                  <a:lnTo>
                    <a:pt x="13716" y="50348"/>
                  </a:lnTo>
                  <a:lnTo>
                    <a:pt x="9201" y="47125"/>
                  </a:lnTo>
                  <a:lnTo>
                    <a:pt x="6246" y="46439"/>
                  </a:lnTo>
                  <a:lnTo>
                    <a:pt x="4799" y="48601"/>
                  </a:lnTo>
                  <a:lnTo>
                    <a:pt x="3468" y="49052"/>
                  </a:lnTo>
                  <a:lnTo>
                    <a:pt x="2845" y="48333"/>
                  </a:lnTo>
                  <a:lnTo>
                    <a:pt x="1293" y="45769"/>
                  </a:lnTo>
                  <a:lnTo>
                    <a:pt x="2209" y="40291"/>
                  </a:lnTo>
                  <a:lnTo>
                    <a:pt x="0" y="30268"/>
                  </a:lnTo>
                  <a:lnTo>
                    <a:pt x="2412" y="24036"/>
                  </a:lnTo>
                  <a:lnTo>
                    <a:pt x="5612" y="20660"/>
                  </a:lnTo>
                  <a:lnTo>
                    <a:pt x="4708" y="17947"/>
                  </a:lnTo>
                  <a:lnTo>
                    <a:pt x="2850" y="16776"/>
                  </a:lnTo>
                  <a:lnTo>
                    <a:pt x="1151" y="16695"/>
                  </a:lnTo>
                  <a:lnTo>
                    <a:pt x="2541" y="14774"/>
                  </a:lnTo>
                  <a:lnTo>
                    <a:pt x="1401" y="10598"/>
                  </a:lnTo>
                  <a:lnTo>
                    <a:pt x="1877" y="3107"/>
                  </a:lnTo>
                  <a:lnTo>
                    <a:pt x="5372" y="3703"/>
                  </a:lnTo>
                  <a:lnTo>
                    <a:pt x="13503" y="10525"/>
                  </a:lnTo>
                  <a:lnTo>
                    <a:pt x="19214" y="9520"/>
                  </a:lnTo>
                  <a:lnTo>
                    <a:pt x="22300" y="11927"/>
                  </a:lnTo>
                  <a:lnTo>
                    <a:pt x="21246" y="13940"/>
                  </a:lnTo>
                  <a:lnTo>
                    <a:pt x="23061" y="16886"/>
                  </a:lnTo>
                  <a:lnTo>
                    <a:pt x="25144" y="18363"/>
                  </a:lnTo>
                  <a:lnTo>
                    <a:pt x="26935" y="17450"/>
                  </a:lnTo>
                  <a:lnTo>
                    <a:pt x="30646" y="11487"/>
                  </a:lnTo>
                  <a:lnTo>
                    <a:pt x="29247" y="5761"/>
                  </a:lnTo>
                  <a:lnTo>
                    <a:pt x="3994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h387"/>
            <p:cNvSpPr/>
            <p:nvPr/>
          </p:nvSpPr>
          <p:spPr>
            <a:xfrm>
              <a:off x="2058655" y="1782390"/>
              <a:ext cx="114226" cy="99463"/>
            </a:xfrm>
            <a:custGeom>
              <a:avLst/>
              <a:pathLst>
                <a:path w="114226" h="99463">
                  <a:moveTo>
                    <a:pt x="51172" y="2141"/>
                  </a:moveTo>
                  <a:lnTo>
                    <a:pt x="59522" y="4412"/>
                  </a:lnTo>
                  <a:lnTo>
                    <a:pt x="60393" y="6525"/>
                  </a:lnTo>
                  <a:lnTo>
                    <a:pt x="67481" y="15106"/>
                  </a:lnTo>
                  <a:lnTo>
                    <a:pt x="81276" y="19844"/>
                  </a:lnTo>
                  <a:lnTo>
                    <a:pt x="86262" y="19352"/>
                  </a:lnTo>
                  <a:lnTo>
                    <a:pt x="96427" y="30815"/>
                  </a:lnTo>
                  <a:lnTo>
                    <a:pt x="101488" y="34721"/>
                  </a:lnTo>
                  <a:lnTo>
                    <a:pt x="108334" y="37416"/>
                  </a:lnTo>
                  <a:lnTo>
                    <a:pt x="109142" y="36230"/>
                  </a:lnTo>
                  <a:lnTo>
                    <a:pt x="111263" y="36161"/>
                  </a:lnTo>
                  <a:lnTo>
                    <a:pt x="111880" y="37833"/>
                  </a:lnTo>
                  <a:lnTo>
                    <a:pt x="114226" y="39454"/>
                  </a:lnTo>
                  <a:lnTo>
                    <a:pt x="108249" y="50415"/>
                  </a:lnTo>
                  <a:lnTo>
                    <a:pt x="102862" y="57076"/>
                  </a:lnTo>
                  <a:lnTo>
                    <a:pt x="102087" y="60798"/>
                  </a:lnTo>
                  <a:lnTo>
                    <a:pt x="95450" y="71453"/>
                  </a:lnTo>
                  <a:lnTo>
                    <a:pt x="95805" y="71831"/>
                  </a:lnTo>
                  <a:lnTo>
                    <a:pt x="89733" y="83825"/>
                  </a:lnTo>
                  <a:lnTo>
                    <a:pt x="84692" y="90839"/>
                  </a:lnTo>
                  <a:lnTo>
                    <a:pt x="82950" y="86957"/>
                  </a:lnTo>
                  <a:lnTo>
                    <a:pt x="80196" y="87080"/>
                  </a:lnTo>
                  <a:lnTo>
                    <a:pt x="75295" y="98204"/>
                  </a:lnTo>
                  <a:lnTo>
                    <a:pt x="74738" y="99463"/>
                  </a:lnTo>
                  <a:lnTo>
                    <a:pt x="76391" y="93206"/>
                  </a:lnTo>
                  <a:lnTo>
                    <a:pt x="72968" y="91085"/>
                  </a:lnTo>
                  <a:lnTo>
                    <a:pt x="67444" y="91753"/>
                  </a:lnTo>
                  <a:lnTo>
                    <a:pt x="65429" y="97621"/>
                  </a:lnTo>
                  <a:lnTo>
                    <a:pt x="51700" y="91433"/>
                  </a:lnTo>
                  <a:lnTo>
                    <a:pt x="41890" y="94772"/>
                  </a:lnTo>
                  <a:lnTo>
                    <a:pt x="41819" y="91126"/>
                  </a:lnTo>
                  <a:lnTo>
                    <a:pt x="35987" y="90759"/>
                  </a:lnTo>
                  <a:lnTo>
                    <a:pt x="30665" y="97048"/>
                  </a:lnTo>
                  <a:lnTo>
                    <a:pt x="26529" y="91507"/>
                  </a:lnTo>
                  <a:lnTo>
                    <a:pt x="27468" y="86961"/>
                  </a:lnTo>
                  <a:lnTo>
                    <a:pt x="24458" y="81389"/>
                  </a:lnTo>
                  <a:lnTo>
                    <a:pt x="19670" y="77272"/>
                  </a:lnTo>
                  <a:lnTo>
                    <a:pt x="16624" y="81130"/>
                  </a:lnTo>
                  <a:lnTo>
                    <a:pt x="11829" y="79531"/>
                  </a:lnTo>
                  <a:lnTo>
                    <a:pt x="7669" y="77144"/>
                  </a:lnTo>
                  <a:lnTo>
                    <a:pt x="8122" y="75723"/>
                  </a:lnTo>
                  <a:lnTo>
                    <a:pt x="3741" y="75910"/>
                  </a:lnTo>
                  <a:lnTo>
                    <a:pt x="5426" y="72153"/>
                  </a:lnTo>
                  <a:lnTo>
                    <a:pt x="7890" y="70974"/>
                  </a:lnTo>
                  <a:lnTo>
                    <a:pt x="14639" y="61557"/>
                  </a:lnTo>
                  <a:lnTo>
                    <a:pt x="15725" y="57858"/>
                  </a:lnTo>
                  <a:lnTo>
                    <a:pt x="12615" y="53826"/>
                  </a:lnTo>
                  <a:lnTo>
                    <a:pt x="13586" y="50092"/>
                  </a:lnTo>
                  <a:lnTo>
                    <a:pt x="16540" y="53602"/>
                  </a:lnTo>
                  <a:lnTo>
                    <a:pt x="20065" y="49681"/>
                  </a:lnTo>
                  <a:lnTo>
                    <a:pt x="16747" y="45773"/>
                  </a:lnTo>
                  <a:lnTo>
                    <a:pt x="15903" y="32664"/>
                  </a:lnTo>
                  <a:lnTo>
                    <a:pt x="17592" y="29991"/>
                  </a:lnTo>
                  <a:lnTo>
                    <a:pt x="16455" y="26405"/>
                  </a:lnTo>
                  <a:lnTo>
                    <a:pt x="14204" y="22624"/>
                  </a:lnTo>
                  <a:lnTo>
                    <a:pt x="10279" y="21553"/>
                  </a:lnTo>
                  <a:lnTo>
                    <a:pt x="5710" y="18224"/>
                  </a:lnTo>
                  <a:lnTo>
                    <a:pt x="3594" y="15109"/>
                  </a:lnTo>
                  <a:lnTo>
                    <a:pt x="3953" y="11912"/>
                  </a:lnTo>
                  <a:lnTo>
                    <a:pt x="0" y="3364"/>
                  </a:lnTo>
                  <a:lnTo>
                    <a:pt x="7384" y="2367"/>
                  </a:lnTo>
                  <a:lnTo>
                    <a:pt x="16319" y="4471"/>
                  </a:lnTo>
                  <a:lnTo>
                    <a:pt x="19115" y="3377"/>
                  </a:lnTo>
                  <a:lnTo>
                    <a:pt x="20783" y="0"/>
                  </a:lnTo>
                  <a:lnTo>
                    <a:pt x="36902" y="7835"/>
                  </a:lnTo>
                  <a:lnTo>
                    <a:pt x="37527" y="7472"/>
                  </a:lnTo>
                  <a:lnTo>
                    <a:pt x="37966" y="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h388"/>
            <p:cNvSpPr/>
            <p:nvPr/>
          </p:nvSpPr>
          <p:spPr>
            <a:xfrm>
              <a:off x="1543945" y="1673610"/>
              <a:ext cx="112282" cy="174218"/>
            </a:xfrm>
            <a:custGeom>
              <a:avLst/>
              <a:pathLst>
                <a:path w="112282" h="174218">
                  <a:moveTo>
                    <a:pt x="49885" y="813"/>
                  </a:moveTo>
                  <a:lnTo>
                    <a:pt x="49623" y="6711"/>
                  </a:lnTo>
                  <a:lnTo>
                    <a:pt x="50777" y="6762"/>
                  </a:lnTo>
                  <a:lnTo>
                    <a:pt x="55576" y="6975"/>
                  </a:lnTo>
                  <a:lnTo>
                    <a:pt x="55838" y="1046"/>
                  </a:lnTo>
                  <a:lnTo>
                    <a:pt x="65844" y="1463"/>
                  </a:lnTo>
                  <a:lnTo>
                    <a:pt x="64461" y="33991"/>
                  </a:lnTo>
                  <a:lnTo>
                    <a:pt x="75448" y="34466"/>
                  </a:lnTo>
                  <a:lnTo>
                    <a:pt x="78968" y="32205"/>
                  </a:lnTo>
                  <a:lnTo>
                    <a:pt x="87584" y="32467"/>
                  </a:lnTo>
                  <a:lnTo>
                    <a:pt x="87153" y="42361"/>
                  </a:lnTo>
                  <a:lnTo>
                    <a:pt x="90402" y="46220"/>
                  </a:lnTo>
                  <a:lnTo>
                    <a:pt x="95472" y="48164"/>
                  </a:lnTo>
                  <a:lnTo>
                    <a:pt x="93798" y="62004"/>
                  </a:lnTo>
                  <a:lnTo>
                    <a:pt x="97404" y="62805"/>
                  </a:lnTo>
                  <a:lnTo>
                    <a:pt x="97897" y="70276"/>
                  </a:lnTo>
                  <a:lnTo>
                    <a:pt x="100628" y="70975"/>
                  </a:lnTo>
                  <a:lnTo>
                    <a:pt x="104004" y="76374"/>
                  </a:lnTo>
                  <a:lnTo>
                    <a:pt x="108010" y="76517"/>
                  </a:lnTo>
                  <a:lnTo>
                    <a:pt x="108603" y="80857"/>
                  </a:lnTo>
                  <a:lnTo>
                    <a:pt x="108134" y="84420"/>
                  </a:lnTo>
                  <a:lnTo>
                    <a:pt x="101753" y="83373"/>
                  </a:lnTo>
                  <a:lnTo>
                    <a:pt x="98764" y="87032"/>
                  </a:lnTo>
                  <a:lnTo>
                    <a:pt x="97134" y="91795"/>
                  </a:lnTo>
                  <a:lnTo>
                    <a:pt x="96422" y="97247"/>
                  </a:lnTo>
                  <a:lnTo>
                    <a:pt x="97803" y="101339"/>
                  </a:lnTo>
                  <a:lnTo>
                    <a:pt x="98045" y="105798"/>
                  </a:lnTo>
                  <a:lnTo>
                    <a:pt x="106353" y="104272"/>
                  </a:lnTo>
                  <a:lnTo>
                    <a:pt x="106107" y="111315"/>
                  </a:lnTo>
                  <a:lnTo>
                    <a:pt x="112235" y="111595"/>
                  </a:lnTo>
                  <a:lnTo>
                    <a:pt x="112282" y="117173"/>
                  </a:lnTo>
                  <a:lnTo>
                    <a:pt x="97103" y="117244"/>
                  </a:lnTo>
                  <a:lnTo>
                    <a:pt x="90363" y="113094"/>
                  </a:lnTo>
                  <a:lnTo>
                    <a:pt x="85390" y="130376"/>
                  </a:lnTo>
                  <a:lnTo>
                    <a:pt x="91499" y="131967"/>
                  </a:lnTo>
                  <a:lnTo>
                    <a:pt x="91952" y="140849"/>
                  </a:lnTo>
                  <a:lnTo>
                    <a:pt x="74978" y="139638"/>
                  </a:lnTo>
                  <a:lnTo>
                    <a:pt x="76728" y="146563"/>
                  </a:lnTo>
                  <a:lnTo>
                    <a:pt x="74340" y="149744"/>
                  </a:lnTo>
                  <a:lnTo>
                    <a:pt x="66681" y="150608"/>
                  </a:lnTo>
                  <a:lnTo>
                    <a:pt x="68667" y="153473"/>
                  </a:lnTo>
                  <a:lnTo>
                    <a:pt x="69203" y="155741"/>
                  </a:lnTo>
                  <a:lnTo>
                    <a:pt x="65021" y="153983"/>
                  </a:lnTo>
                  <a:lnTo>
                    <a:pt x="59941" y="154657"/>
                  </a:lnTo>
                  <a:lnTo>
                    <a:pt x="59036" y="156768"/>
                  </a:lnTo>
                  <a:lnTo>
                    <a:pt x="60880" y="159885"/>
                  </a:lnTo>
                  <a:lnTo>
                    <a:pt x="63425" y="158400"/>
                  </a:lnTo>
                  <a:lnTo>
                    <a:pt x="65613" y="161323"/>
                  </a:lnTo>
                  <a:lnTo>
                    <a:pt x="64914" y="165133"/>
                  </a:lnTo>
                  <a:lnTo>
                    <a:pt x="43250" y="164848"/>
                  </a:lnTo>
                  <a:lnTo>
                    <a:pt x="46172" y="170105"/>
                  </a:lnTo>
                  <a:lnTo>
                    <a:pt x="43065" y="174218"/>
                  </a:lnTo>
                  <a:lnTo>
                    <a:pt x="31949" y="169407"/>
                  </a:lnTo>
                  <a:lnTo>
                    <a:pt x="30072" y="170229"/>
                  </a:lnTo>
                  <a:lnTo>
                    <a:pt x="29548" y="172207"/>
                  </a:lnTo>
                  <a:lnTo>
                    <a:pt x="27007" y="172639"/>
                  </a:lnTo>
                  <a:lnTo>
                    <a:pt x="25083" y="172520"/>
                  </a:lnTo>
                  <a:lnTo>
                    <a:pt x="16706" y="169252"/>
                  </a:lnTo>
                  <a:lnTo>
                    <a:pt x="16855" y="166120"/>
                  </a:lnTo>
                  <a:lnTo>
                    <a:pt x="12635" y="164584"/>
                  </a:lnTo>
                  <a:lnTo>
                    <a:pt x="10112" y="162525"/>
                  </a:lnTo>
                  <a:lnTo>
                    <a:pt x="10031" y="158614"/>
                  </a:lnTo>
                  <a:lnTo>
                    <a:pt x="6271" y="150527"/>
                  </a:lnTo>
                  <a:lnTo>
                    <a:pt x="3408" y="146362"/>
                  </a:lnTo>
                  <a:lnTo>
                    <a:pt x="4810" y="139720"/>
                  </a:lnTo>
                  <a:lnTo>
                    <a:pt x="2603" y="122003"/>
                  </a:lnTo>
                  <a:lnTo>
                    <a:pt x="5943" y="114534"/>
                  </a:lnTo>
                  <a:lnTo>
                    <a:pt x="2712" y="108574"/>
                  </a:lnTo>
                  <a:lnTo>
                    <a:pt x="755" y="109729"/>
                  </a:lnTo>
                  <a:lnTo>
                    <a:pt x="0" y="104715"/>
                  </a:lnTo>
                  <a:lnTo>
                    <a:pt x="3146" y="95765"/>
                  </a:lnTo>
                  <a:lnTo>
                    <a:pt x="8685" y="96244"/>
                  </a:lnTo>
                  <a:lnTo>
                    <a:pt x="10369" y="91049"/>
                  </a:lnTo>
                  <a:lnTo>
                    <a:pt x="5808" y="69925"/>
                  </a:lnTo>
                  <a:lnTo>
                    <a:pt x="9162" y="67701"/>
                  </a:lnTo>
                  <a:lnTo>
                    <a:pt x="14446" y="67309"/>
                  </a:lnTo>
                  <a:lnTo>
                    <a:pt x="16689" y="65804"/>
                  </a:lnTo>
                  <a:lnTo>
                    <a:pt x="14025" y="64616"/>
                  </a:lnTo>
                  <a:lnTo>
                    <a:pt x="12676" y="59885"/>
                  </a:lnTo>
                  <a:lnTo>
                    <a:pt x="15384" y="54152"/>
                  </a:lnTo>
                  <a:lnTo>
                    <a:pt x="15215" y="49042"/>
                  </a:lnTo>
                  <a:lnTo>
                    <a:pt x="18450" y="44840"/>
                  </a:lnTo>
                  <a:lnTo>
                    <a:pt x="14096" y="37300"/>
                  </a:lnTo>
                  <a:lnTo>
                    <a:pt x="21757" y="37454"/>
                  </a:lnTo>
                  <a:lnTo>
                    <a:pt x="27820" y="35279"/>
                  </a:lnTo>
                  <a:lnTo>
                    <a:pt x="28579" y="33316"/>
                  </a:lnTo>
                  <a:lnTo>
                    <a:pt x="28124" y="27385"/>
                  </a:lnTo>
                  <a:lnTo>
                    <a:pt x="21190" y="26939"/>
                  </a:lnTo>
                  <a:lnTo>
                    <a:pt x="18054" y="25585"/>
                  </a:lnTo>
                  <a:lnTo>
                    <a:pt x="17509" y="22289"/>
                  </a:lnTo>
                  <a:lnTo>
                    <a:pt x="20858" y="20319"/>
                  </a:lnTo>
                  <a:lnTo>
                    <a:pt x="19383" y="16149"/>
                  </a:lnTo>
                  <a:lnTo>
                    <a:pt x="20097" y="15481"/>
                  </a:lnTo>
                  <a:lnTo>
                    <a:pt x="22697" y="14127"/>
                  </a:lnTo>
                  <a:lnTo>
                    <a:pt x="25157" y="13910"/>
                  </a:lnTo>
                  <a:lnTo>
                    <a:pt x="26220" y="10418"/>
                  </a:lnTo>
                  <a:lnTo>
                    <a:pt x="3293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h389"/>
            <p:cNvSpPr/>
            <p:nvPr/>
          </p:nvSpPr>
          <p:spPr>
            <a:xfrm>
              <a:off x="1940513" y="2055236"/>
              <a:ext cx="65025" cy="70915"/>
            </a:xfrm>
            <a:custGeom>
              <a:avLst/>
              <a:pathLst>
                <a:path w="65025" h="70915">
                  <a:moveTo>
                    <a:pt x="26627" y="358"/>
                  </a:moveTo>
                  <a:lnTo>
                    <a:pt x="29412" y="6369"/>
                  </a:lnTo>
                  <a:lnTo>
                    <a:pt x="30406" y="11361"/>
                  </a:lnTo>
                  <a:lnTo>
                    <a:pt x="25020" y="13223"/>
                  </a:lnTo>
                  <a:lnTo>
                    <a:pt x="24976" y="14997"/>
                  </a:lnTo>
                  <a:lnTo>
                    <a:pt x="29832" y="20839"/>
                  </a:lnTo>
                  <a:lnTo>
                    <a:pt x="30414" y="25866"/>
                  </a:lnTo>
                  <a:lnTo>
                    <a:pt x="32794" y="27215"/>
                  </a:lnTo>
                  <a:lnTo>
                    <a:pt x="35149" y="24751"/>
                  </a:lnTo>
                  <a:lnTo>
                    <a:pt x="42740" y="37445"/>
                  </a:lnTo>
                  <a:lnTo>
                    <a:pt x="45461" y="38147"/>
                  </a:lnTo>
                  <a:lnTo>
                    <a:pt x="49989" y="42573"/>
                  </a:lnTo>
                  <a:lnTo>
                    <a:pt x="59810" y="42263"/>
                  </a:lnTo>
                  <a:lnTo>
                    <a:pt x="63698" y="59793"/>
                  </a:lnTo>
                  <a:lnTo>
                    <a:pt x="65025" y="61589"/>
                  </a:lnTo>
                  <a:lnTo>
                    <a:pt x="64688" y="63384"/>
                  </a:lnTo>
                  <a:lnTo>
                    <a:pt x="61332" y="63041"/>
                  </a:lnTo>
                  <a:lnTo>
                    <a:pt x="61762" y="60549"/>
                  </a:lnTo>
                  <a:lnTo>
                    <a:pt x="58322" y="60131"/>
                  </a:lnTo>
                  <a:lnTo>
                    <a:pt x="43521" y="63496"/>
                  </a:lnTo>
                  <a:lnTo>
                    <a:pt x="42418" y="58888"/>
                  </a:lnTo>
                  <a:lnTo>
                    <a:pt x="33623" y="60929"/>
                  </a:lnTo>
                  <a:lnTo>
                    <a:pt x="34939" y="65485"/>
                  </a:lnTo>
                  <a:lnTo>
                    <a:pt x="31075" y="66495"/>
                  </a:lnTo>
                  <a:lnTo>
                    <a:pt x="27636" y="70915"/>
                  </a:lnTo>
                  <a:lnTo>
                    <a:pt x="23968" y="56922"/>
                  </a:lnTo>
                  <a:lnTo>
                    <a:pt x="24895" y="55660"/>
                  </a:lnTo>
                  <a:lnTo>
                    <a:pt x="24208" y="49767"/>
                  </a:lnTo>
                  <a:lnTo>
                    <a:pt x="14004" y="46966"/>
                  </a:lnTo>
                  <a:lnTo>
                    <a:pt x="14821" y="45410"/>
                  </a:lnTo>
                  <a:lnTo>
                    <a:pt x="19945" y="46453"/>
                  </a:lnTo>
                  <a:lnTo>
                    <a:pt x="21593" y="42514"/>
                  </a:lnTo>
                  <a:lnTo>
                    <a:pt x="15836" y="40193"/>
                  </a:lnTo>
                  <a:lnTo>
                    <a:pt x="14146" y="41740"/>
                  </a:lnTo>
                  <a:lnTo>
                    <a:pt x="10599" y="36509"/>
                  </a:lnTo>
                  <a:lnTo>
                    <a:pt x="8285" y="36732"/>
                  </a:lnTo>
                  <a:lnTo>
                    <a:pt x="5197" y="31619"/>
                  </a:lnTo>
                  <a:lnTo>
                    <a:pt x="2220" y="23742"/>
                  </a:lnTo>
                  <a:lnTo>
                    <a:pt x="1049" y="23490"/>
                  </a:lnTo>
                  <a:lnTo>
                    <a:pt x="0" y="19548"/>
                  </a:lnTo>
                  <a:lnTo>
                    <a:pt x="1397" y="14996"/>
                  </a:lnTo>
                  <a:lnTo>
                    <a:pt x="4412" y="11156"/>
                  </a:lnTo>
                  <a:lnTo>
                    <a:pt x="2618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h390"/>
            <p:cNvSpPr/>
            <p:nvPr/>
          </p:nvSpPr>
          <p:spPr>
            <a:xfrm>
              <a:off x="1914396" y="1842032"/>
              <a:ext cx="110212" cy="78947"/>
            </a:xfrm>
            <a:custGeom>
              <a:avLst/>
              <a:pathLst>
                <a:path w="110212" h="78947">
                  <a:moveTo>
                    <a:pt x="57569" y="6441"/>
                  </a:moveTo>
                  <a:lnTo>
                    <a:pt x="76997" y="1579"/>
                  </a:lnTo>
                  <a:lnTo>
                    <a:pt x="76932" y="6059"/>
                  </a:lnTo>
                  <a:lnTo>
                    <a:pt x="80197" y="4946"/>
                  </a:lnTo>
                  <a:lnTo>
                    <a:pt x="86998" y="4851"/>
                  </a:lnTo>
                  <a:lnTo>
                    <a:pt x="87887" y="7980"/>
                  </a:lnTo>
                  <a:lnTo>
                    <a:pt x="92154" y="9976"/>
                  </a:lnTo>
                  <a:lnTo>
                    <a:pt x="98377" y="8538"/>
                  </a:lnTo>
                  <a:lnTo>
                    <a:pt x="100613" y="12536"/>
                  </a:lnTo>
                  <a:lnTo>
                    <a:pt x="106228" y="10405"/>
                  </a:lnTo>
                  <a:lnTo>
                    <a:pt x="106178" y="14248"/>
                  </a:lnTo>
                  <a:lnTo>
                    <a:pt x="106080" y="18896"/>
                  </a:lnTo>
                  <a:lnTo>
                    <a:pt x="107208" y="18981"/>
                  </a:lnTo>
                  <a:lnTo>
                    <a:pt x="110212" y="26003"/>
                  </a:lnTo>
                  <a:lnTo>
                    <a:pt x="106325" y="25871"/>
                  </a:lnTo>
                  <a:lnTo>
                    <a:pt x="102451" y="29356"/>
                  </a:lnTo>
                  <a:lnTo>
                    <a:pt x="102733" y="31691"/>
                  </a:lnTo>
                  <a:lnTo>
                    <a:pt x="93847" y="33915"/>
                  </a:lnTo>
                  <a:lnTo>
                    <a:pt x="93646" y="39251"/>
                  </a:lnTo>
                  <a:lnTo>
                    <a:pt x="98849" y="38085"/>
                  </a:lnTo>
                  <a:lnTo>
                    <a:pt x="99263" y="39614"/>
                  </a:lnTo>
                  <a:lnTo>
                    <a:pt x="96627" y="43917"/>
                  </a:lnTo>
                  <a:lnTo>
                    <a:pt x="94543" y="60638"/>
                  </a:lnTo>
                  <a:lnTo>
                    <a:pt x="82567" y="78173"/>
                  </a:lnTo>
                  <a:lnTo>
                    <a:pt x="78822" y="78947"/>
                  </a:lnTo>
                  <a:lnTo>
                    <a:pt x="78378" y="78126"/>
                  </a:lnTo>
                  <a:lnTo>
                    <a:pt x="74211" y="77707"/>
                  </a:lnTo>
                  <a:lnTo>
                    <a:pt x="73808" y="74693"/>
                  </a:lnTo>
                  <a:lnTo>
                    <a:pt x="71666" y="70959"/>
                  </a:lnTo>
                  <a:lnTo>
                    <a:pt x="64496" y="68164"/>
                  </a:lnTo>
                  <a:lnTo>
                    <a:pt x="64187" y="72360"/>
                  </a:lnTo>
                  <a:lnTo>
                    <a:pt x="49969" y="74225"/>
                  </a:lnTo>
                  <a:lnTo>
                    <a:pt x="47332" y="68062"/>
                  </a:lnTo>
                  <a:lnTo>
                    <a:pt x="49074" y="67911"/>
                  </a:lnTo>
                  <a:lnTo>
                    <a:pt x="48576" y="67369"/>
                  </a:lnTo>
                  <a:lnTo>
                    <a:pt x="40382" y="63978"/>
                  </a:lnTo>
                  <a:lnTo>
                    <a:pt x="27525" y="68114"/>
                  </a:lnTo>
                  <a:lnTo>
                    <a:pt x="24081" y="70364"/>
                  </a:lnTo>
                  <a:lnTo>
                    <a:pt x="16300" y="67416"/>
                  </a:lnTo>
                  <a:lnTo>
                    <a:pt x="15439" y="66203"/>
                  </a:lnTo>
                  <a:lnTo>
                    <a:pt x="15991" y="63827"/>
                  </a:lnTo>
                  <a:lnTo>
                    <a:pt x="6979" y="55948"/>
                  </a:lnTo>
                  <a:lnTo>
                    <a:pt x="7755" y="54462"/>
                  </a:lnTo>
                  <a:lnTo>
                    <a:pt x="6536" y="47650"/>
                  </a:lnTo>
                  <a:lnTo>
                    <a:pt x="2042" y="44408"/>
                  </a:lnTo>
                  <a:lnTo>
                    <a:pt x="4039" y="43004"/>
                  </a:lnTo>
                  <a:lnTo>
                    <a:pt x="4355" y="36120"/>
                  </a:lnTo>
                  <a:lnTo>
                    <a:pt x="0" y="33975"/>
                  </a:lnTo>
                  <a:lnTo>
                    <a:pt x="3997" y="26374"/>
                  </a:lnTo>
                  <a:lnTo>
                    <a:pt x="13378" y="21284"/>
                  </a:lnTo>
                  <a:lnTo>
                    <a:pt x="12849" y="16208"/>
                  </a:lnTo>
                  <a:lnTo>
                    <a:pt x="19665" y="14194"/>
                  </a:lnTo>
                  <a:lnTo>
                    <a:pt x="21585" y="10832"/>
                  </a:lnTo>
                  <a:lnTo>
                    <a:pt x="25811" y="7988"/>
                  </a:lnTo>
                  <a:lnTo>
                    <a:pt x="27543" y="5964"/>
                  </a:lnTo>
                  <a:lnTo>
                    <a:pt x="28120" y="3807"/>
                  </a:lnTo>
                  <a:lnTo>
                    <a:pt x="30224" y="2311"/>
                  </a:lnTo>
                  <a:lnTo>
                    <a:pt x="34797" y="4834"/>
                  </a:lnTo>
                  <a:lnTo>
                    <a:pt x="36178" y="7598"/>
                  </a:lnTo>
                  <a:lnTo>
                    <a:pt x="42968" y="3643"/>
                  </a:lnTo>
                  <a:lnTo>
                    <a:pt x="45313" y="9987"/>
                  </a:lnTo>
                  <a:lnTo>
                    <a:pt x="5120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h391"/>
            <p:cNvSpPr/>
            <p:nvPr/>
          </p:nvSpPr>
          <p:spPr>
            <a:xfrm>
              <a:off x="1531320" y="1497139"/>
              <a:ext cx="114882" cy="153497"/>
            </a:xfrm>
            <a:custGeom>
              <a:avLst/>
              <a:pathLst>
                <a:path w="114882" h="153497">
                  <a:moveTo>
                    <a:pt x="87772" y="2684"/>
                  </a:moveTo>
                  <a:lnTo>
                    <a:pt x="87068" y="18645"/>
                  </a:lnTo>
                  <a:lnTo>
                    <a:pt x="91058" y="21363"/>
                  </a:lnTo>
                  <a:lnTo>
                    <a:pt x="99073" y="33241"/>
                  </a:lnTo>
                  <a:lnTo>
                    <a:pt x="96434" y="35234"/>
                  </a:lnTo>
                  <a:lnTo>
                    <a:pt x="97075" y="41027"/>
                  </a:lnTo>
                  <a:lnTo>
                    <a:pt x="104635" y="41448"/>
                  </a:lnTo>
                  <a:lnTo>
                    <a:pt x="108186" y="42627"/>
                  </a:lnTo>
                  <a:lnTo>
                    <a:pt x="108114" y="56102"/>
                  </a:lnTo>
                  <a:lnTo>
                    <a:pt x="109812" y="57278"/>
                  </a:lnTo>
                  <a:lnTo>
                    <a:pt x="111379" y="62034"/>
                  </a:lnTo>
                  <a:lnTo>
                    <a:pt x="110605" y="65537"/>
                  </a:lnTo>
                  <a:lnTo>
                    <a:pt x="108866" y="66674"/>
                  </a:lnTo>
                  <a:lnTo>
                    <a:pt x="110403" y="72726"/>
                  </a:lnTo>
                  <a:lnTo>
                    <a:pt x="111125" y="78627"/>
                  </a:lnTo>
                  <a:lnTo>
                    <a:pt x="114882" y="92702"/>
                  </a:lnTo>
                  <a:lnTo>
                    <a:pt x="103300" y="93591"/>
                  </a:lnTo>
                  <a:lnTo>
                    <a:pt x="103562" y="91921"/>
                  </a:lnTo>
                  <a:lnTo>
                    <a:pt x="101217" y="89662"/>
                  </a:lnTo>
                  <a:lnTo>
                    <a:pt x="95235" y="90085"/>
                  </a:lnTo>
                  <a:lnTo>
                    <a:pt x="95473" y="92016"/>
                  </a:lnTo>
                  <a:lnTo>
                    <a:pt x="99299" y="96693"/>
                  </a:lnTo>
                  <a:lnTo>
                    <a:pt x="98898" y="99264"/>
                  </a:lnTo>
                  <a:lnTo>
                    <a:pt x="97167" y="100533"/>
                  </a:lnTo>
                  <a:lnTo>
                    <a:pt x="90711" y="102797"/>
                  </a:lnTo>
                  <a:lnTo>
                    <a:pt x="87575" y="104901"/>
                  </a:lnTo>
                  <a:lnTo>
                    <a:pt x="87435" y="108433"/>
                  </a:lnTo>
                  <a:lnTo>
                    <a:pt x="85188" y="109312"/>
                  </a:lnTo>
                  <a:lnTo>
                    <a:pt x="80412" y="115385"/>
                  </a:lnTo>
                  <a:lnTo>
                    <a:pt x="81503" y="117114"/>
                  </a:lnTo>
                  <a:lnTo>
                    <a:pt x="83544" y="118277"/>
                  </a:lnTo>
                  <a:lnTo>
                    <a:pt x="85748" y="118191"/>
                  </a:lnTo>
                  <a:lnTo>
                    <a:pt x="86270" y="119487"/>
                  </a:lnTo>
                  <a:lnTo>
                    <a:pt x="81228" y="123889"/>
                  </a:lnTo>
                  <a:lnTo>
                    <a:pt x="81733" y="126047"/>
                  </a:lnTo>
                  <a:lnTo>
                    <a:pt x="83554" y="127447"/>
                  </a:lnTo>
                  <a:lnTo>
                    <a:pt x="83115" y="129024"/>
                  </a:lnTo>
                  <a:lnTo>
                    <a:pt x="76994" y="128435"/>
                  </a:lnTo>
                  <a:lnTo>
                    <a:pt x="72364" y="126229"/>
                  </a:lnTo>
                  <a:lnTo>
                    <a:pt x="68032" y="126550"/>
                  </a:lnTo>
                  <a:lnTo>
                    <a:pt x="64595" y="128276"/>
                  </a:lnTo>
                  <a:lnTo>
                    <a:pt x="63364" y="132183"/>
                  </a:lnTo>
                  <a:lnTo>
                    <a:pt x="59460" y="133357"/>
                  </a:lnTo>
                  <a:lnTo>
                    <a:pt x="56082" y="132220"/>
                  </a:lnTo>
                  <a:lnTo>
                    <a:pt x="55220" y="137671"/>
                  </a:lnTo>
                  <a:lnTo>
                    <a:pt x="51320" y="137223"/>
                  </a:lnTo>
                  <a:lnTo>
                    <a:pt x="48089" y="142387"/>
                  </a:lnTo>
                  <a:lnTo>
                    <a:pt x="47168" y="153497"/>
                  </a:lnTo>
                  <a:lnTo>
                    <a:pt x="34658" y="145488"/>
                  </a:lnTo>
                  <a:lnTo>
                    <a:pt x="34734" y="137265"/>
                  </a:lnTo>
                  <a:lnTo>
                    <a:pt x="42517" y="141797"/>
                  </a:lnTo>
                  <a:lnTo>
                    <a:pt x="43574" y="139616"/>
                  </a:lnTo>
                  <a:lnTo>
                    <a:pt x="39574" y="132301"/>
                  </a:lnTo>
                  <a:lnTo>
                    <a:pt x="34781" y="131705"/>
                  </a:lnTo>
                  <a:lnTo>
                    <a:pt x="35244" y="127169"/>
                  </a:lnTo>
                  <a:lnTo>
                    <a:pt x="32207" y="121468"/>
                  </a:lnTo>
                  <a:lnTo>
                    <a:pt x="36333" y="119167"/>
                  </a:lnTo>
                  <a:lnTo>
                    <a:pt x="37622" y="115340"/>
                  </a:lnTo>
                  <a:lnTo>
                    <a:pt x="30678" y="114617"/>
                  </a:lnTo>
                  <a:lnTo>
                    <a:pt x="31566" y="114372"/>
                  </a:lnTo>
                  <a:lnTo>
                    <a:pt x="31328" y="107536"/>
                  </a:lnTo>
                  <a:lnTo>
                    <a:pt x="28626" y="103070"/>
                  </a:lnTo>
                  <a:lnTo>
                    <a:pt x="24213" y="99463"/>
                  </a:lnTo>
                  <a:lnTo>
                    <a:pt x="12564" y="96101"/>
                  </a:lnTo>
                  <a:lnTo>
                    <a:pt x="7479" y="92837"/>
                  </a:lnTo>
                  <a:lnTo>
                    <a:pt x="8977" y="84336"/>
                  </a:lnTo>
                  <a:lnTo>
                    <a:pt x="6886" y="80280"/>
                  </a:lnTo>
                  <a:lnTo>
                    <a:pt x="3360" y="77455"/>
                  </a:lnTo>
                  <a:lnTo>
                    <a:pt x="0" y="77616"/>
                  </a:lnTo>
                  <a:lnTo>
                    <a:pt x="1699" y="72840"/>
                  </a:lnTo>
                  <a:lnTo>
                    <a:pt x="2805" y="60606"/>
                  </a:lnTo>
                  <a:lnTo>
                    <a:pt x="2123" y="55136"/>
                  </a:lnTo>
                  <a:lnTo>
                    <a:pt x="17684" y="56341"/>
                  </a:lnTo>
                  <a:lnTo>
                    <a:pt x="18217" y="43033"/>
                  </a:lnTo>
                  <a:lnTo>
                    <a:pt x="31814" y="43521"/>
                  </a:lnTo>
                  <a:lnTo>
                    <a:pt x="31919" y="39851"/>
                  </a:lnTo>
                  <a:lnTo>
                    <a:pt x="24176" y="39473"/>
                  </a:lnTo>
                  <a:lnTo>
                    <a:pt x="24629" y="34741"/>
                  </a:lnTo>
                  <a:lnTo>
                    <a:pt x="22610" y="30313"/>
                  </a:lnTo>
                  <a:lnTo>
                    <a:pt x="15559" y="26935"/>
                  </a:lnTo>
                  <a:lnTo>
                    <a:pt x="14220" y="25531"/>
                  </a:lnTo>
                  <a:lnTo>
                    <a:pt x="15640" y="21128"/>
                  </a:lnTo>
                  <a:lnTo>
                    <a:pt x="19196" y="18169"/>
                  </a:lnTo>
                  <a:lnTo>
                    <a:pt x="14290" y="17650"/>
                  </a:lnTo>
                  <a:lnTo>
                    <a:pt x="13037" y="14435"/>
                  </a:lnTo>
                  <a:lnTo>
                    <a:pt x="8429" y="16396"/>
                  </a:lnTo>
                  <a:lnTo>
                    <a:pt x="7748" y="15622"/>
                  </a:lnTo>
                  <a:lnTo>
                    <a:pt x="8802" y="13396"/>
                  </a:lnTo>
                  <a:lnTo>
                    <a:pt x="10991" y="11707"/>
                  </a:lnTo>
                  <a:lnTo>
                    <a:pt x="18098" y="12017"/>
                  </a:lnTo>
                  <a:lnTo>
                    <a:pt x="2564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h392"/>
            <p:cNvSpPr/>
            <p:nvPr/>
          </p:nvSpPr>
          <p:spPr>
            <a:xfrm>
              <a:off x="1631099" y="1672148"/>
              <a:ext cx="73342" cy="83816"/>
            </a:xfrm>
            <a:custGeom>
              <a:avLst/>
              <a:pathLst>
                <a:path w="73342" h="83816">
                  <a:moveTo>
                    <a:pt x="18848" y="0"/>
                  </a:moveTo>
                  <a:lnTo>
                    <a:pt x="28041" y="1561"/>
                  </a:lnTo>
                  <a:lnTo>
                    <a:pt x="27927" y="10873"/>
                  </a:lnTo>
                  <a:lnTo>
                    <a:pt x="44516" y="11594"/>
                  </a:lnTo>
                  <a:lnTo>
                    <a:pt x="52419" y="18597"/>
                  </a:lnTo>
                  <a:lnTo>
                    <a:pt x="52577" y="21094"/>
                  </a:lnTo>
                  <a:lnTo>
                    <a:pt x="54870" y="23429"/>
                  </a:lnTo>
                  <a:lnTo>
                    <a:pt x="57967" y="23188"/>
                  </a:lnTo>
                  <a:lnTo>
                    <a:pt x="61804" y="28669"/>
                  </a:lnTo>
                  <a:lnTo>
                    <a:pt x="59428" y="35682"/>
                  </a:lnTo>
                  <a:lnTo>
                    <a:pt x="66165" y="34018"/>
                  </a:lnTo>
                  <a:lnTo>
                    <a:pt x="66732" y="35375"/>
                  </a:lnTo>
                  <a:lnTo>
                    <a:pt x="66581" y="40278"/>
                  </a:lnTo>
                  <a:lnTo>
                    <a:pt x="69950" y="45519"/>
                  </a:lnTo>
                  <a:lnTo>
                    <a:pt x="70105" y="49389"/>
                  </a:lnTo>
                  <a:lnTo>
                    <a:pt x="68722" y="53790"/>
                  </a:lnTo>
                  <a:lnTo>
                    <a:pt x="72649" y="53410"/>
                  </a:lnTo>
                  <a:lnTo>
                    <a:pt x="73342" y="59706"/>
                  </a:lnTo>
                  <a:lnTo>
                    <a:pt x="70604" y="71695"/>
                  </a:lnTo>
                  <a:lnTo>
                    <a:pt x="64486" y="72321"/>
                  </a:lnTo>
                  <a:lnTo>
                    <a:pt x="56010" y="76683"/>
                  </a:lnTo>
                  <a:lnTo>
                    <a:pt x="51610" y="74788"/>
                  </a:lnTo>
                  <a:lnTo>
                    <a:pt x="49450" y="83161"/>
                  </a:lnTo>
                  <a:lnTo>
                    <a:pt x="46973" y="83816"/>
                  </a:lnTo>
                  <a:lnTo>
                    <a:pt x="34391" y="79040"/>
                  </a:lnTo>
                  <a:lnTo>
                    <a:pt x="33484" y="74336"/>
                  </a:lnTo>
                  <a:lnTo>
                    <a:pt x="27711" y="73901"/>
                  </a:lnTo>
                  <a:lnTo>
                    <a:pt x="28177" y="74600"/>
                  </a:lnTo>
                  <a:lnTo>
                    <a:pt x="27410" y="75401"/>
                  </a:lnTo>
                  <a:lnTo>
                    <a:pt x="22536" y="66887"/>
                  </a:lnTo>
                  <a:lnTo>
                    <a:pt x="14025" y="69085"/>
                  </a:lnTo>
                  <a:lnTo>
                    <a:pt x="12606" y="70747"/>
                  </a:lnTo>
                  <a:lnTo>
                    <a:pt x="13474" y="72437"/>
                  </a:lnTo>
                  <a:lnTo>
                    <a:pt x="10744" y="71738"/>
                  </a:lnTo>
                  <a:lnTo>
                    <a:pt x="10250" y="64267"/>
                  </a:lnTo>
                  <a:lnTo>
                    <a:pt x="6645" y="63466"/>
                  </a:lnTo>
                  <a:lnTo>
                    <a:pt x="8318" y="49625"/>
                  </a:lnTo>
                  <a:lnTo>
                    <a:pt x="3248" y="47682"/>
                  </a:lnTo>
                  <a:lnTo>
                    <a:pt x="0" y="43823"/>
                  </a:lnTo>
                  <a:lnTo>
                    <a:pt x="430" y="33928"/>
                  </a:lnTo>
                  <a:lnTo>
                    <a:pt x="577" y="27690"/>
                  </a:lnTo>
                  <a:lnTo>
                    <a:pt x="3503" y="22105"/>
                  </a:lnTo>
                  <a:lnTo>
                    <a:pt x="5149" y="14631"/>
                  </a:lnTo>
                  <a:lnTo>
                    <a:pt x="5302" y="11306"/>
                  </a:lnTo>
                  <a:lnTo>
                    <a:pt x="2635" y="3135"/>
                  </a:lnTo>
                  <a:lnTo>
                    <a:pt x="5773" y="1444"/>
                  </a:lnTo>
                  <a:lnTo>
                    <a:pt x="10454" y="1553"/>
                  </a:lnTo>
                  <a:lnTo>
                    <a:pt x="12902" y="2654"/>
                  </a:lnTo>
                  <a:lnTo>
                    <a:pt x="15665" y="3897"/>
                  </a:lnTo>
                  <a:lnTo>
                    <a:pt x="16438" y="135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h393"/>
            <p:cNvSpPr/>
            <p:nvPr/>
          </p:nvSpPr>
          <p:spPr>
            <a:xfrm>
              <a:off x="1825568" y="2041880"/>
              <a:ext cx="38703" cy="55713"/>
            </a:xfrm>
            <a:custGeom>
              <a:avLst/>
              <a:pathLst>
                <a:path w="38703" h="55713">
                  <a:moveTo>
                    <a:pt x="21135" y="1890"/>
                  </a:moveTo>
                  <a:lnTo>
                    <a:pt x="26947" y="7012"/>
                  </a:lnTo>
                  <a:lnTo>
                    <a:pt x="31608" y="5960"/>
                  </a:lnTo>
                  <a:lnTo>
                    <a:pt x="34241" y="7033"/>
                  </a:lnTo>
                  <a:lnTo>
                    <a:pt x="35941" y="7113"/>
                  </a:lnTo>
                  <a:lnTo>
                    <a:pt x="37799" y="8284"/>
                  </a:lnTo>
                  <a:lnTo>
                    <a:pt x="38703" y="10997"/>
                  </a:lnTo>
                  <a:lnTo>
                    <a:pt x="35503" y="14374"/>
                  </a:lnTo>
                  <a:lnTo>
                    <a:pt x="33090" y="20605"/>
                  </a:lnTo>
                  <a:lnTo>
                    <a:pt x="35299" y="30628"/>
                  </a:lnTo>
                  <a:lnTo>
                    <a:pt x="34383" y="36106"/>
                  </a:lnTo>
                  <a:lnTo>
                    <a:pt x="35935" y="38671"/>
                  </a:lnTo>
                  <a:lnTo>
                    <a:pt x="33700" y="40558"/>
                  </a:lnTo>
                  <a:lnTo>
                    <a:pt x="30099" y="46931"/>
                  </a:lnTo>
                  <a:lnTo>
                    <a:pt x="27846" y="54468"/>
                  </a:lnTo>
                  <a:lnTo>
                    <a:pt x="25918" y="55713"/>
                  </a:lnTo>
                  <a:lnTo>
                    <a:pt x="21104" y="54468"/>
                  </a:lnTo>
                  <a:lnTo>
                    <a:pt x="17059" y="46263"/>
                  </a:lnTo>
                  <a:lnTo>
                    <a:pt x="13878" y="47170"/>
                  </a:lnTo>
                  <a:lnTo>
                    <a:pt x="10329" y="45678"/>
                  </a:lnTo>
                  <a:lnTo>
                    <a:pt x="11860" y="42357"/>
                  </a:lnTo>
                  <a:lnTo>
                    <a:pt x="9089" y="38542"/>
                  </a:lnTo>
                  <a:lnTo>
                    <a:pt x="3520" y="39635"/>
                  </a:lnTo>
                  <a:lnTo>
                    <a:pt x="0" y="32173"/>
                  </a:lnTo>
                  <a:lnTo>
                    <a:pt x="1232" y="30065"/>
                  </a:lnTo>
                  <a:lnTo>
                    <a:pt x="2111" y="21369"/>
                  </a:lnTo>
                  <a:lnTo>
                    <a:pt x="6864" y="17541"/>
                  </a:lnTo>
                  <a:lnTo>
                    <a:pt x="8773" y="17811"/>
                  </a:lnTo>
                  <a:lnTo>
                    <a:pt x="12359" y="16866"/>
                  </a:lnTo>
                  <a:lnTo>
                    <a:pt x="17609" y="13221"/>
                  </a:lnTo>
                  <a:lnTo>
                    <a:pt x="15775" y="6547"/>
                  </a:lnTo>
                  <a:lnTo>
                    <a:pt x="1544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h394"/>
            <p:cNvSpPr/>
            <p:nvPr/>
          </p:nvSpPr>
          <p:spPr>
            <a:xfrm>
              <a:off x="1560572" y="1774950"/>
              <a:ext cx="119738" cy="123744"/>
            </a:xfrm>
            <a:custGeom>
              <a:avLst/>
              <a:pathLst>
                <a:path w="119738" h="123744">
                  <a:moveTo>
                    <a:pt x="88734" y="519"/>
                  </a:moveTo>
                  <a:lnTo>
                    <a:pt x="91421" y="4241"/>
                  </a:lnTo>
                  <a:lnTo>
                    <a:pt x="97951" y="3526"/>
                  </a:lnTo>
                  <a:lnTo>
                    <a:pt x="101536" y="4660"/>
                  </a:lnTo>
                  <a:lnTo>
                    <a:pt x="104815" y="8388"/>
                  </a:lnTo>
                  <a:lnTo>
                    <a:pt x="103720" y="12326"/>
                  </a:lnTo>
                  <a:lnTo>
                    <a:pt x="104897" y="13533"/>
                  </a:lnTo>
                  <a:lnTo>
                    <a:pt x="110862" y="14814"/>
                  </a:lnTo>
                  <a:lnTo>
                    <a:pt x="116338" y="11774"/>
                  </a:lnTo>
                  <a:lnTo>
                    <a:pt x="114901" y="18127"/>
                  </a:lnTo>
                  <a:lnTo>
                    <a:pt x="111825" y="22489"/>
                  </a:lnTo>
                  <a:lnTo>
                    <a:pt x="117290" y="26198"/>
                  </a:lnTo>
                  <a:lnTo>
                    <a:pt x="119089" y="29477"/>
                  </a:lnTo>
                  <a:lnTo>
                    <a:pt x="117910" y="35331"/>
                  </a:lnTo>
                  <a:lnTo>
                    <a:pt x="119738" y="38758"/>
                  </a:lnTo>
                  <a:lnTo>
                    <a:pt x="116008" y="41868"/>
                  </a:lnTo>
                  <a:lnTo>
                    <a:pt x="108776" y="40199"/>
                  </a:lnTo>
                  <a:lnTo>
                    <a:pt x="106997" y="38425"/>
                  </a:lnTo>
                  <a:lnTo>
                    <a:pt x="101746" y="37512"/>
                  </a:lnTo>
                  <a:lnTo>
                    <a:pt x="92155" y="43920"/>
                  </a:lnTo>
                  <a:lnTo>
                    <a:pt x="94189" y="49658"/>
                  </a:lnTo>
                  <a:lnTo>
                    <a:pt x="88460" y="49748"/>
                  </a:lnTo>
                  <a:lnTo>
                    <a:pt x="89688" y="45990"/>
                  </a:lnTo>
                  <a:lnTo>
                    <a:pt x="88586" y="45591"/>
                  </a:lnTo>
                  <a:lnTo>
                    <a:pt x="82935" y="53526"/>
                  </a:lnTo>
                  <a:lnTo>
                    <a:pt x="84955" y="55012"/>
                  </a:lnTo>
                  <a:lnTo>
                    <a:pt x="84787" y="59642"/>
                  </a:lnTo>
                  <a:lnTo>
                    <a:pt x="83890" y="62377"/>
                  </a:lnTo>
                  <a:lnTo>
                    <a:pt x="87101" y="74187"/>
                  </a:lnTo>
                  <a:lnTo>
                    <a:pt x="86148" y="79708"/>
                  </a:lnTo>
                  <a:lnTo>
                    <a:pt x="86297" y="81163"/>
                  </a:lnTo>
                  <a:lnTo>
                    <a:pt x="84611" y="84991"/>
                  </a:lnTo>
                  <a:lnTo>
                    <a:pt x="85310" y="92210"/>
                  </a:lnTo>
                  <a:lnTo>
                    <a:pt x="84175" y="94571"/>
                  </a:lnTo>
                  <a:lnTo>
                    <a:pt x="77225" y="92267"/>
                  </a:lnTo>
                  <a:lnTo>
                    <a:pt x="73942" y="93854"/>
                  </a:lnTo>
                  <a:lnTo>
                    <a:pt x="75742" y="98554"/>
                  </a:lnTo>
                  <a:lnTo>
                    <a:pt x="70554" y="105697"/>
                  </a:lnTo>
                  <a:lnTo>
                    <a:pt x="70230" y="108317"/>
                  </a:lnTo>
                  <a:lnTo>
                    <a:pt x="64817" y="109504"/>
                  </a:lnTo>
                  <a:lnTo>
                    <a:pt x="62797" y="111308"/>
                  </a:lnTo>
                  <a:lnTo>
                    <a:pt x="59059" y="115396"/>
                  </a:lnTo>
                  <a:lnTo>
                    <a:pt x="54280" y="123236"/>
                  </a:lnTo>
                  <a:lnTo>
                    <a:pt x="50461" y="123744"/>
                  </a:lnTo>
                  <a:lnTo>
                    <a:pt x="39158" y="118529"/>
                  </a:lnTo>
                  <a:lnTo>
                    <a:pt x="29637" y="117040"/>
                  </a:lnTo>
                  <a:lnTo>
                    <a:pt x="13592" y="117072"/>
                  </a:lnTo>
                  <a:lnTo>
                    <a:pt x="10086" y="114034"/>
                  </a:lnTo>
                  <a:lnTo>
                    <a:pt x="9041" y="113254"/>
                  </a:lnTo>
                  <a:lnTo>
                    <a:pt x="6260" y="106391"/>
                  </a:lnTo>
                  <a:lnTo>
                    <a:pt x="5897" y="101967"/>
                  </a:lnTo>
                  <a:lnTo>
                    <a:pt x="7908" y="97635"/>
                  </a:lnTo>
                  <a:lnTo>
                    <a:pt x="7663" y="95667"/>
                  </a:lnTo>
                  <a:lnTo>
                    <a:pt x="5837" y="95887"/>
                  </a:lnTo>
                  <a:lnTo>
                    <a:pt x="5212" y="89175"/>
                  </a:lnTo>
                  <a:lnTo>
                    <a:pt x="2979" y="86293"/>
                  </a:lnTo>
                  <a:lnTo>
                    <a:pt x="1708" y="81634"/>
                  </a:lnTo>
                  <a:lnTo>
                    <a:pt x="0" y="78956"/>
                  </a:lnTo>
                  <a:lnTo>
                    <a:pt x="80" y="67912"/>
                  </a:lnTo>
                  <a:lnTo>
                    <a:pt x="8457" y="71180"/>
                  </a:lnTo>
                  <a:lnTo>
                    <a:pt x="10380" y="71299"/>
                  </a:lnTo>
                  <a:lnTo>
                    <a:pt x="12922" y="70868"/>
                  </a:lnTo>
                  <a:lnTo>
                    <a:pt x="13445" y="68890"/>
                  </a:lnTo>
                  <a:lnTo>
                    <a:pt x="15322" y="68068"/>
                  </a:lnTo>
                  <a:lnTo>
                    <a:pt x="26439" y="72879"/>
                  </a:lnTo>
                  <a:lnTo>
                    <a:pt x="29546" y="68766"/>
                  </a:lnTo>
                  <a:lnTo>
                    <a:pt x="26624" y="63508"/>
                  </a:lnTo>
                  <a:lnTo>
                    <a:pt x="48287" y="63793"/>
                  </a:lnTo>
                  <a:lnTo>
                    <a:pt x="48987" y="59984"/>
                  </a:lnTo>
                  <a:lnTo>
                    <a:pt x="46799" y="57061"/>
                  </a:lnTo>
                  <a:lnTo>
                    <a:pt x="44253" y="58546"/>
                  </a:lnTo>
                  <a:lnTo>
                    <a:pt x="42410" y="55429"/>
                  </a:lnTo>
                  <a:lnTo>
                    <a:pt x="43315" y="53318"/>
                  </a:lnTo>
                  <a:lnTo>
                    <a:pt x="48395" y="52644"/>
                  </a:lnTo>
                  <a:lnTo>
                    <a:pt x="52577" y="54402"/>
                  </a:lnTo>
                  <a:lnTo>
                    <a:pt x="52040" y="52134"/>
                  </a:lnTo>
                  <a:lnTo>
                    <a:pt x="50054" y="49269"/>
                  </a:lnTo>
                  <a:lnTo>
                    <a:pt x="57714" y="48405"/>
                  </a:lnTo>
                  <a:lnTo>
                    <a:pt x="60101" y="45224"/>
                  </a:lnTo>
                  <a:lnTo>
                    <a:pt x="58352" y="38299"/>
                  </a:lnTo>
                  <a:lnTo>
                    <a:pt x="75325" y="39509"/>
                  </a:lnTo>
                  <a:lnTo>
                    <a:pt x="74873" y="30628"/>
                  </a:lnTo>
                  <a:lnTo>
                    <a:pt x="68763" y="29036"/>
                  </a:lnTo>
                  <a:lnTo>
                    <a:pt x="73737" y="11754"/>
                  </a:lnTo>
                  <a:lnTo>
                    <a:pt x="80476" y="15904"/>
                  </a:lnTo>
                  <a:lnTo>
                    <a:pt x="95656" y="15834"/>
                  </a:lnTo>
                  <a:lnTo>
                    <a:pt x="95609" y="10256"/>
                  </a:lnTo>
                  <a:lnTo>
                    <a:pt x="89480" y="9975"/>
                  </a:lnTo>
                  <a:lnTo>
                    <a:pt x="89726" y="2933"/>
                  </a:lnTo>
                  <a:lnTo>
                    <a:pt x="81418" y="4459"/>
                  </a:lnTo>
                  <a:lnTo>
                    <a:pt x="8117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h395"/>
            <p:cNvSpPr/>
            <p:nvPr/>
          </p:nvSpPr>
          <p:spPr>
            <a:xfrm>
              <a:off x="1782802" y="1928765"/>
              <a:ext cx="104166" cy="99533"/>
            </a:xfrm>
            <a:custGeom>
              <a:avLst/>
              <a:pathLst>
                <a:path w="104166" h="99533">
                  <a:moveTo>
                    <a:pt x="40534" y="381"/>
                  </a:moveTo>
                  <a:lnTo>
                    <a:pt x="47105" y="5914"/>
                  </a:lnTo>
                  <a:lnTo>
                    <a:pt x="53852" y="2453"/>
                  </a:lnTo>
                  <a:lnTo>
                    <a:pt x="67365" y="0"/>
                  </a:lnTo>
                  <a:lnTo>
                    <a:pt x="64083" y="2951"/>
                  </a:lnTo>
                  <a:lnTo>
                    <a:pt x="64548" y="4025"/>
                  </a:lnTo>
                  <a:lnTo>
                    <a:pt x="72425" y="7816"/>
                  </a:lnTo>
                  <a:lnTo>
                    <a:pt x="74213" y="6043"/>
                  </a:lnTo>
                  <a:lnTo>
                    <a:pt x="75536" y="7952"/>
                  </a:lnTo>
                  <a:lnTo>
                    <a:pt x="78065" y="15937"/>
                  </a:lnTo>
                  <a:lnTo>
                    <a:pt x="76062" y="17647"/>
                  </a:lnTo>
                  <a:lnTo>
                    <a:pt x="77765" y="21392"/>
                  </a:lnTo>
                  <a:lnTo>
                    <a:pt x="82630" y="27057"/>
                  </a:lnTo>
                  <a:lnTo>
                    <a:pt x="84598" y="27657"/>
                  </a:lnTo>
                  <a:lnTo>
                    <a:pt x="87039" y="27091"/>
                  </a:lnTo>
                  <a:lnTo>
                    <a:pt x="88939" y="29206"/>
                  </a:lnTo>
                  <a:lnTo>
                    <a:pt x="89170" y="31539"/>
                  </a:lnTo>
                  <a:lnTo>
                    <a:pt x="90310" y="33000"/>
                  </a:lnTo>
                  <a:lnTo>
                    <a:pt x="94866" y="35724"/>
                  </a:lnTo>
                  <a:lnTo>
                    <a:pt x="95553" y="35790"/>
                  </a:lnTo>
                  <a:lnTo>
                    <a:pt x="100207" y="31043"/>
                  </a:lnTo>
                  <a:lnTo>
                    <a:pt x="101848" y="34909"/>
                  </a:lnTo>
                  <a:lnTo>
                    <a:pt x="99242" y="41239"/>
                  </a:lnTo>
                  <a:lnTo>
                    <a:pt x="97323" y="42412"/>
                  </a:lnTo>
                  <a:lnTo>
                    <a:pt x="95077" y="45217"/>
                  </a:lnTo>
                  <a:lnTo>
                    <a:pt x="94639" y="48479"/>
                  </a:lnTo>
                  <a:lnTo>
                    <a:pt x="95496" y="50582"/>
                  </a:lnTo>
                  <a:lnTo>
                    <a:pt x="98660" y="52821"/>
                  </a:lnTo>
                  <a:lnTo>
                    <a:pt x="100530" y="52532"/>
                  </a:lnTo>
                  <a:lnTo>
                    <a:pt x="102974" y="53341"/>
                  </a:lnTo>
                  <a:lnTo>
                    <a:pt x="104166" y="59293"/>
                  </a:lnTo>
                  <a:lnTo>
                    <a:pt x="100648" y="58641"/>
                  </a:lnTo>
                  <a:lnTo>
                    <a:pt x="98383" y="63684"/>
                  </a:lnTo>
                  <a:lnTo>
                    <a:pt x="94815" y="65112"/>
                  </a:lnTo>
                  <a:lnTo>
                    <a:pt x="93242" y="63409"/>
                  </a:lnTo>
                  <a:lnTo>
                    <a:pt x="85271" y="62510"/>
                  </a:lnTo>
                  <a:lnTo>
                    <a:pt x="84225" y="61656"/>
                  </a:lnTo>
                  <a:lnTo>
                    <a:pt x="83380" y="58545"/>
                  </a:lnTo>
                  <a:lnTo>
                    <a:pt x="81232" y="59814"/>
                  </a:lnTo>
                  <a:lnTo>
                    <a:pt x="81033" y="62039"/>
                  </a:lnTo>
                  <a:lnTo>
                    <a:pt x="83615" y="64292"/>
                  </a:lnTo>
                  <a:lnTo>
                    <a:pt x="82294" y="66629"/>
                  </a:lnTo>
                  <a:lnTo>
                    <a:pt x="78199" y="63929"/>
                  </a:lnTo>
                  <a:lnTo>
                    <a:pt x="71604" y="62755"/>
                  </a:lnTo>
                  <a:lnTo>
                    <a:pt x="69034" y="55779"/>
                  </a:lnTo>
                  <a:lnTo>
                    <a:pt x="58049" y="60184"/>
                  </a:lnTo>
                  <a:lnTo>
                    <a:pt x="59696" y="66009"/>
                  </a:lnTo>
                  <a:lnTo>
                    <a:pt x="50936" y="67802"/>
                  </a:lnTo>
                  <a:lnTo>
                    <a:pt x="49601" y="70138"/>
                  </a:lnTo>
                  <a:lnTo>
                    <a:pt x="52747" y="74357"/>
                  </a:lnTo>
                  <a:lnTo>
                    <a:pt x="55522" y="74096"/>
                  </a:lnTo>
                  <a:lnTo>
                    <a:pt x="57483" y="72897"/>
                  </a:lnTo>
                  <a:lnTo>
                    <a:pt x="59830" y="76171"/>
                  </a:lnTo>
                  <a:lnTo>
                    <a:pt x="59607" y="78684"/>
                  </a:lnTo>
                  <a:lnTo>
                    <a:pt x="58253" y="79763"/>
                  </a:lnTo>
                  <a:lnTo>
                    <a:pt x="50049" y="80360"/>
                  </a:lnTo>
                  <a:lnTo>
                    <a:pt x="48107" y="82138"/>
                  </a:lnTo>
                  <a:lnTo>
                    <a:pt x="46819" y="86193"/>
                  </a:lnTo>
                  <a:lnTo>
                    <a:pt x="57267" y="93323"/>
                  </a:lnTo>
                  <a:lnTo>
                    <a:pt x="55779" y="96868"/>
                  </a:lnTo>
                  <a:lnTo>
                    <a:pt x="55564" y="97381"/>
                  </a:lnTo>
                  <a:lnTo>
                    <a:pt x="52693" y="94687"/>
                  </a:lnTo>
                  <a:lnTo>
                    <a:pt x="49255" y="93312"/>
                  </a:lnTo>
                  <a:lnTo>
                    <a:pt x="47976" y="95458"/>
                  </a:lnTo>
                  <a:lnTo>
                    <a:pt x="48162" y="99533"/>
                  </a:lnTo>
                  <a:lnTo>
                    <a:pt x="36984" y="98565"/>
                  </a:lnTo>
                  <a:lnTo>
                    <a:pt x="35014" y="97682"/>
                  </a:lnTo>
                  <a:lnTo>
                    <a:pt x="30825" y="93330"/>
                  </a:lnTo>
                  <a:lnTo>
                    <a:pt x="27433" y="92547"/>
                  </a:lnTo>
                  <a:lnTo>
                    <a:pt x="26654" y="91468"/>
                  </a:lnTo>
                  <a:lnTo>
                    <a:pt x="17003" y="86455"/>
                  </a:lnTo>
                  <a:lnTo>
                    <a:pt x="12963" y="82646"/>
                  </a:lnTo>
                  <a:lnTo>
                    <a:pt x="11991" y="80912"/>
                  </a:lnTo>
                  <a:lnTo>
                    <a:pt x="12766" y="79538"/>
                  </a:lnTo>
                  <a:lnTo>
                    <a:pt x="12914" y="74605"/>
                  </a:lnTo>
                  <a:lnTo>
                    <a:pt x="11837" y="66135"/>
                  </a:lnTo>
                  <a:lnTo>
                    <a:pt x="13400" y="65419"/>
                  </a:lnTo>
                  <a:lnTo>
                    <a:pt x="8486" y="61425"/>
                  </a:lnTo>
                  <a:lnTo>
                    <a:pt x="4238" y="63076"/>
                  </a:lnTo>
                  <a:lnTo>
                    <a:pt x="1020" y="61449"/>
                  </a:lnTo>
                  <a:lnTo>
                    <a:pt x="0" y="56029"/>
                  </a:lnTo>
                  <a:lnTo>
                    <a:pt x="2047" y="56565"/>
                  </a:lnTo>
                  <a:lnTo>
                    <a:pt x="2610" y="55611"/>
                  </a:lnTo>
                  <a:lnTo>
                    <a:pt x="4136" y="55173"/>
                  </a:lnTo>
                  <a:lnTo>
                    <a:pt x="7222" y="55824"/>
                  </a:lnTo>
                  <a:lnTo>
                    <a:pt x="9370" y="45599"/>
                  </a:lnTo>
                  <a:lnTo>
                    <a:pt x="11101" y="44858"/>
                  </a:lnTo>
                  <a:lnTo>
                    <a:pt x="14199" y="48117"/>
                  </a:lnTo>
                  <a:lnTo>
                    <a:pt x="14871" y="49612"/>
                  </a:lnTo>
                  <a:lnTo>
                    <a:pt x="17305" y="45056"/>
                  </a:lnTo>
                  <a:lnTo>
                    <a:pt x="20486" y="42462"/>
                  </a:lnTo>
                  <a:lnTo>
                    <a:pt x="22430" y="42523"/>
                  </a:lnTo>
                  <a:lnTo>
                    <a:pt x="29257" y="45250"/>
                  </a:lnTo>
                  <a:lnTo>
                    <a:pt x="35430" y="44303"/>
                  </a:lnTo>
                  <a:lnTo>
                    <a:pt x="39420" y="39467"/>
                  </a:lnTo>
                  <a:lnTo>
                    <a:pt x="39022" y="35099"/>
                  </a:lnTo>
                  <a:lnTo>
                    <a:pt x="40341" y="27844"/>
                  </a:lnTo>
                  <a:lnTo>
                    <a:pt x="38765" y="25616"/>
                  </a:lnTo>
                  <a:lnTo>
                    <a:pt x="30498" y="25528"/>
                  </a:lnTo>
                  <a:lnTo>
                    <a:pt x="33039" y="23252"/>
                  </a:lnTo>
                  <a:lnTo>
                    <a:pt x="31003" y="21433"/>
                  </a:lnTo>
                  <a:lnTo>
                    <a:pt x="27793" y="20632"/>
                  </a:lnTo>
                  <a:lnTo>
                    <a:pt x="25150" y="17348"/>
                  </a:lnTo>
                  <a:lnTo>
                    <a:pt x="27671" y="17127"/>
                  </a:lnTo>
                  <a:lnTo>
                    <a:pt x="31399" y="14718"/>
                  </a:lnTo>
                  <a:lnTo>
                    <a:pt x="31904" y="12108"/>
                  </a:lnTo>
                  <a:lnTo>
                    <a:pt x="30805" y="4714"/>
                  </a:lnTo>
                  <a:lnTo>
                    <a:pt x="32833" y="4443"/>
                  </a:lnTo>
                  <a:lnTo>
                    <a:pt x="34646" y="2939"/>
                  </a:lnTo>
                  <a:lnTo>
                    <a:pt x="35292" y="29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h396"/>
            <p:cNvSpPr/>
            <p:nvPr/>
          </p:nvSpPr>
          <p:spPr>
            <a:xfrm>
              <a:off x="1877441" y="1906011"/>
              <a:ext cx="118019" cy="85223"/>
            </a:xfrm>
            <a:custGeom>
              <a:avLst/>
              <a:pathLst>
                <a:path w="118019" h="85223">
                  <a:moveTo>
                    <a:pt x="77338" y="0"/>
                  </a:moveTo>
                  <a:lnTo>
                    <a:pt x="85531" y="3390"/>
                  </a:lnTo>
                  <a:lnTo>
                    <a:pt x="86029" y="3932"/>
                  </a:lnTo>
                  <a:lnTo>
                    <a:pt x="84288" y="4083"/>
                  </a:lnTo>
                  <a:lnTo>
                    <a:pt x="86924" y="10246"/>
                  </a:lnTo>
                  <a:lnTo>
                    <a:pt x="101143" y="8381"/>
                  </a:lnTo>
                  <a:lnTo>
                    <a:pt x="101451" y="4185"/>
                  </a:lnTo>
                  <a:lnTo>
                    <a:pt x="108622" y="6980"/>
                  </a:lnTo>
                  <a:lnTo>
                    <a:pt x="110764" y="10714"/>
                  </a:lnTo>
                  <a:lnTo>
                    <a:pt x="111167" y="13729"/>
                  </a:lnTo>
                  <a:lnTo>
                    <a:pt x="110536" y="15848"/>
                  </a:lnTo>
                  <a:lnTo>
                    <a:pt x="103758" y="20346"/>
                  </a:lnTo>
                  <a:lnTo>
                    <a:pt x="102733" y="19444"/>
                  </a:lnTo>
                  <a:lnTo>
                    <a:pt x="101957" y="21546"/>
                  </a:lnTo>
                  <a:lnTo>
                    <a:pt x="109251" y="36383"/>
                  </a:lnTo>
                  <a:lnTo>
                    <a:pt x="117178" y="39923"/>
                  </a:lnTo>
                  <a:lnTo>
                    <a:pt x="117934" y="40980"/>
                  </a:lnTo>
                  <a:lnTo>
                    <a:pt x="118019" y="42218"/>
                  </a:lnTo>
                  <a:lnTo>
                    <a:pt x="116772" y="44118"/>
                  </a:lnTo>
                  <a:lnTo>
                    <a:pt x="113086" y="45511"/>
                  </a:lnTo>
                  <a:lnTo>
                    <a:pt x="112806" y="44508"/>
                  </a:lnTo>
                  <a:lnTo>
                    <a:pt x="102772" y="40105"/>
                  </a:lnTo>
                  <a:lnTo>
                    <a:pt x="86908" y="39039"/>
                  </a:lnTo>
                  <a:lnTo>
                    <a:pt x="89038" y="43791"/>
                  </a:lnTo>
                  <a:lnTo>
                    <a:pt x="76927" y="44683"/>
                  </a:lnTo>
                  <a:lnTo>
                    <a:pt x="71525" y="49548"/>
                  </a:lnTo>
                  <a:lnTo>
                    <a:pt x="70212" y="52549"/>
                  </a:lnTo>
                  <a:lnTo>
                    <a:pt x="59466" y="59938"/>
                  </a:lnTo>
                  <a:lnTo>
                    <a:pt x="66473" y="68929"/>
                  </a:lnTo>
                  <a:lnTo>
                    <a:pt x="62696" y="71347"/>
                  </a:lnTo>
                  <a:lnTo>
                    <a:pt x="61960" y="73704"/>
                  </a:lnTo>
                  <a:lnTo>
                    <a:pt x="59534" y="70100"/>
                  </a:lnTo>
                  <a:lnTo>
                    <a:pt x="57236" y="71559"/>
                  </a:lnTo>
                  <a:lnTo>
                    <a:pt x="55887" y="73853"/>
                  </a:lnTo>
                  <a:lnTo>
                    <a:pt x="56001" y="77016"/>
                  </a:lnTo>
                  <a:lnTo>
                    <a:pt x="52867" y="79352"/>
                  </a:lnTo>
                  <a:lnTo>
                    <a:pt x="31344" y="80447"/>
                  </a:lnTo>
                  <a:lnTo>
                    <a:pt x="26400" y="85223"/>
                  </a:lnTo>
                  <a:lnTo>
                    <a:pt x="15586" y="80760"/>
                  </a:lnTo>
                  <a:lnTo>
                    <a:pt x="11711" y="82337"/>
                  </a:lnTo>
                  <a:lnTo>
                    <a:pt x="9527" y="82048"/>
                  </a:lnTo>
                  <a:lnTo>
                    <a:pt x="8335" y="76096"/>
                  </a:lnTo>
                  <a:lnTo>
                    <a:pt x="5891" y="75287"/>
                  </a:lnTo>
                  <a:lnTo>
                    <a:pt x="4021" y="75575"/>
                  </a:lnTo>
                  <a:lnTo>
                    <a:pt x="857" y="73336"/>
                  </a:lnTo>
                  <a:lnTo>
                    <a:pt x="0" y="71233"/>
                  </a:lnTo>
                  <a:lnTo>
                    <a:pt x="437" y="67972"/>
                  </a:lnTo>
                  <a:lnTo>
                    <a:pt x="2684" y="65166"/>
                  </a:lnTo>
                  <a:lnTo>
                    <a:pt x="4602" y="63994"/>
                  </a:lnTo>
                  <a:lnTo>
                    <a:pt x="7208" y="57664"/>
                  </a:lnTo>
                  <a:lnTo>
                    <a:pt x="5568" y="53798"/>
                  </a:lnTo>
                  <a:lnTo>
                    <a:pt x="7976" y="51331"/>
                  </a:lnTo>
                  <a:lnTo>
                    <a:pt x="11542" y="45201"/>
                  </a:lnTo>
                  <a:lnTo>
                    <a:pt x="15910" y="43738"/>
                  </a:lnTo>
                  <a:lnTo>
                    <a:pt x="18517" y="43738"/>
                  </a:lnTo>
                  <a:lnTo>
                    <a:pt x="22047" y="41539"/>
                  </a:lnTo>
                  <a:lnTo>
                    <a:pt x="26917" y="47501"/>
                  </a:lnTo>
                  <a:lnTo>
                    <a:pt x="32308" y="41902"/>
                  </a:lnTo>
                  <a:lnTo>
                    <a:pt x="38339" y="41033"/>
                  </a:lnTo>
                  <a:lnTo>
                    <a:pt x="41598" y="39095"/>
                  </a:lnTo>
                  <a:lnTo>
                    <a:pt x="41699" y="36342"/>
                  </a:lnTo>
                  <a:lnTo>
                    <a:pt x="46871" y="36426"/>
                  </a:lnTo>
                  <a:lnTo>
                    <a:pt x="49946" y="35092"/>
                  </a:lnTo>
                  <a:lnTo>
                    <a:pt x="54791" y="34898"/>
                  </a:lnTo>
                  <a:lnTo>
                    <a:pt x="55274" y="12921"/>
                  </a:lnTo>
                  <a:lnTo>
                    <a:pt x="56495" y="11126"/>
                  </a:lnTo>
                  <a:lnTo>
                    <a:pt x="60983" y="8857"/>
                  </a:lnTo>
                  <a:lnTo>
                    <a:pt x="61036" y="6385"/>
                  </a:lnTo>
                  <a:lnTo>
                    <a:pt x="64480" y="413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h397"/>
            <p:cNvSpPr/>
            <p:nvPr/>
          </p:nvSpPr>
          <p:spPr>
            <a:xfrm>
              <a:off x="1561381" y="1975910"/>
              <a:ext cx="57578" cy="90353"/>
            </a:xfrm>
            <a:custGeom>
              <a:avLst/>
              <a:pathLst>
                <a:path w="57578" h="90353">
                  <a:moveTo>
                    <a:pt x="50978" y="593"/>
                  </a:moveTo>
                  <a:lnTo>
                    <a:pt x="51835" y="8408"/>
                  </a:lnTo>
                  <a:lnTo>
                    <a:pt x="56760" y="12875"/>
                  </a:lnTo>
                  <a:lnTo>
                    <a:pt x="57578" y="15582"/>
                  </a:lnTo>
                  <a:lnTo>
                    <a:pt x="56200" y="15914"/>
                  </a:lnTo>
                  <a:lnTo>
                    <a:pt x="55126" y="18126"/>
                  </a:lnTo>
                  <a:lnTo>
                    <a:pt x="50827" y="34246"/>
                  </a:lnTo>
                  <a:lnTo>
                    <a:pt x="50184" y="37532"/>
                  </a:lnTo>
                  <a:lnTo>
                    <a:pt x="51787" y="44669"/>
                  </a:lnTo>
                  <a:lnTo>
                    <a:pt x="50931" y="47842"/>
                  </a:lnTo>
                  <a:lnTo>
                    <a:pt x="43948" y="50028"/>
                  </a:lnTo>
                  <a:lnTo>
                    <a:pt x="37966" y="48748"/>
                  </a:lnTo>
                  <a:lnTo>
                    <a:pt x="35674" y="52956"/>
                  </a:lnTo>
                  <a:lnTo>
                    <a:pt x="29341" y="58607"/>
                  </a:lnTo>
                  <a:lnTo>
                    <a:pt x="32357" y="60253"/>
                  </a:lnTo>
                  <a:lnTo>
                    <a:pt x="32696" y="62412"/>
                  </a:lnTo>
                  <a:lnTo>
                    <a:pt x="28211" y="72929"/>
                  </a:lnTo>
                  <a:lnTo>
                    <a:pt x="32462" y="81190"/>
                  </a:lnTo>
                  <a:lnTo>
                    <a:pt x="26917" y="83083"/>
                  </a:lnTo>
                  <a:lnTo>
                    <a:pt x="24426" y="85889"/>
                  </a:lnTo>
                  <a:lnTo>
                    <a:pt x="17779" y="88315"/>
                  </a:lnTo>
                  <a:lnTo>
                    <a:pt x="16369" y="83627"/>
                  </a:lnTo>
                  <a:lnTo>
                    <a:pt x="9925" y="87538"/>
                  </a:lnTo>
                  <a:lnTo>
                    <a:pt x="8149" y="90353"/>
                  </a:lnTo>
                  <a:lnTo>
                    <a:pt x="2479" y="88329"/>
                  </a:lnTo>
                  <a:lnTo>
                    <a:pt x="1856" y="85523"/>
                  </a:lnTo>
                  <a:lnTo>
                    <a:pt x="2341" y="80873"/>
                  </a:lnTo>
                  <a:lnTo>
                    <a:pt x="0" y="78255"/>
                  </a:lnTo>
                  <a:lnTo>
                    <a:pt x="335" y="73777"/>
                  </a:lnTo>
                  <a:lnTo>
                    <a:pt x="1880" y="69509"/>
                  </a:lnTo>
                  <a:lnTo>
                    <a:pt x="6436" y="62004"/>
                  </a:lnTo>
                  <a:lnTo>
                    <a:pt x="7425" y="61760"/>
                  </a:lnTo>
                  <a:lnTo>
                    <a:pt x="10851" y="63701"/>
                  </a:lnTo>
                  <a:lnTo>
                    <a:pt x="12720" y="62925"/>
                  </a:lnTo>
                  <a:lnTo>
                    <a:pt x="19450" y="54894"/>
                  </a:lnTo>
                  <a:lnTo>
                    <a:pt x="17160" y="38608"/>
                  </a:lnTo>
                  <a:lnTo>
                    <a:pt x="14253" y="40770"/>
                  </a:lnTo>
                  <a:lnTo>
                    <a:pt x="12401" y="40389"/>
                  </a:lnTo>
                  <a:lnTo>
                    <a:pt x="7400" y="36195"/>
                  </a:lnTo>
                  <a:lnTo>
                    <a:pt x="4369" y="23835"/>
                  </a:lnTo>
                  <a:lnTo>
                    <a:pt x="7090" y="18304"/>
                  </a:lnTo>
                  <a:lnTo>
                    <a:pt x="9038" y="16452"/>
                  </a:lnTo>
                  <a:lnTo>
                    <a:pt x="17048" y="20256"/>
                  </a:lnTo>
                  <a:lnTo>
                    <a:pt x="26950" y="9632"/>
                  </a:lnTo>
                  <a:lnTo>
                    <a:pt x="29947" y="2900"/>
                  </a:lnTo>
                  <a:lnTo>
                    <a:pt x="46605" y="16750"/>
                  </a:lnTo>
                  <a:lnTo>
                    <a:pt x="45580" y="12772"/>
                  </a:lnTo>
                  <a:lnTo>
                    <a:pt x="40460" y="4846"/>
                  </a:lnTo>
                  <a:lnTo>
                    <a:pt x="5026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h398"/>
            <p:cNvSpPr/>
            <p:nvPr/>
          </p:nvSpPr>
          <p:spPr>
            <a:xfrm>
              <a:off x="1833864" y="1491642"/>
              <a:ext cx="162460" cy="156063"/>
            </a:xfrm>
            <a:custGeom>
              <a:avLst/>
              <a:pathLst>
                <a:path w="162460" h="156063">
                  <a:moveTo>
                    <a:pt x="27088" y="8220"/>
                  </a:moveTo>
                  <a:lnTo>
                    <a:pt x="33863" y="9049"/>
                  </a:lnTo>
                  <a:lnTo>
                    <a:pt x="32317" y="21536"/>
                  </a:lnTo>
                  <a:lnTo>
                    <a:pt x="36810" y="24442"/>
                  </a:lnTo>
                  <a:lnTo>
                    <a:pt x="36040" y="27692"/>
                  </a:lnTo>
                  <a:lnTo>
                    <a:pt x="31491" y="30415"/>
                  </a:lnTo>
                  <a:lnTo>
                    <a:pt x="34539" y="37301"/>
                  </a:lnTo>
                  <a:lnTo>
                    <a:pt x="36419" y="36773"/>
                  </a:lnTo>
                  <a:lnTo>
                    <a:pt x="53434" y="47980"/>
                  </a:lnTo>
                  <a:lnTo>
                    <a:pt x="57085" y="47569"/>
                  </a:lnTo>
                  <a:lnTo>
                    <a:pt x="55285" y="34921"/>
                  </a:lnTo>
                  <a:lnTo>
                    <a:pt x="57294" y="32848"/>
                  </a:lnTo>
                  <a:lnTo>
                    <a:pt x="60367" y="37676"/>
                  </a:lnTo>
                  <a:lnTo>
                    <a:pt x="68283" y="44062"/>
                  </a:lnTo>
                  <a:lnTo>
                    <a:pt x="75156" y="47003"/>
                  </a:lnTo>
                  <a:lnTo>
                    <a:pt x="79909" y="51197"/>
                  </a:lnTo>
                  <a:lnTo>
                    <a:pt x="82098" y="54870"/>
                  </a:lnTo>
                  <a:lnTo>
                    <a:pt x="82734" y="59650"/>
                  </a:lnTo>
                  <a:lnTo>
                    <a:pt x="85063" y="63834"/>
                  </a:lnTo>
                  <a:lnTo>
                    <a:pt x="89053" y="65764"/>
                  </a:lnTo>
                  <a:lnTo>
                    <a:pt x="91841" y="68690"/>
                  </a:lnTo>
                  <a:lnTo>
                    <a:pt x="91574" y="69187"/>
                  </a:lnTo>
                  <a:lnTo>
                    <a:pt x="101154" y="76320"/>
                  </a:lnTo>
                  <a:lnTo>
                    <a:pt x="102742" y="78242"/>
                  </a:lnTo>
                  <a:lnTo>
                    <a:pt x="103168" y="81631"/>
                  </a:lnTo>
                  <a:lnTo>
                    <a:pt x="118780" y="90503"/>
                  </a:lnTo>
                  <a:lnTo>
                    <a:pt x="124000" y="90066"/>
                  </a:lnTo>
                  <a:lnTo>
                    <a:pt x="129884" y="95272"/>
                  </a:lnTo>
                  <a:lnTo>
                    <a:pt x="134868" y="97287"/>
                  </a:lnTo>
                  <a:lnTo>
                    <a:pt x="137007" y="101159"/>
                  </a:lnTo>
                  <a:lnTo>
                    <a:pt x="140651" y="105340"/>
                  </a:lnTo>
                  <a:lnTo>
                    <a:pt x="142352" y="106163"/>
                  </a:lnTo>
                  <a:lnTo>
                    <a:pt x="146935" y="105479"/>
                  </a:lnTo>
                  <a:lnTo>
                    <a:pt x="149324" y="108702"/>
                  </a:lnTo>
                  <a:lnTo>
                    <a:pt x="149390" y="112219"/>
                  </a:lnTo>
                  <a:lnTo>
                    <a:pt x="150583" y="115377"/>
                  </a:lnTo>
                  <a:lnTo>
                    <a:pt x="155673" y="116657"/>
                  </a:lnTo>
                  <a:lnTo>
                    <a:pt x="158928" y="120957"/>
                  </a:lnTo>
                  <a:lnTo>
                    <a:pt x="162460" y="131132"/>
                  </a:lnTo>
                  <a:lnTo>
                    <a:pt x="162158" y="133951"/>
                  </a:lnTo>
                  <a:lnTo>
                    <a:pt x="154670" y="134476"/>
                  </a:lnTo>
                  <a:lnTo>
                    <a:pt x="151923" y="132944"/>
                  </a:lnTo>
                  <a:lnTo>
                    <a:pt x="149553" y="129131"/>
                  </a:lnTo>
                  <a:lnTo>
                    <a:pt x="144257" y="128940"/>
                  </a:lnTo>
                  <a:lnTo>
                    <a:pt x="135546" y="128653"/>
                  </a:lnTo>
                  <a:lnTo>
                    <a:pt x="136544" y="131899"/>
                  </a:lnTo>
                  <a:lnTo>
                    <a:pt x="127568" y="131613"/>
                  </a:lnTo>
                  <a:lnTo>
                    <a:pt x="127807" y="145073"/>
                  </a:lnTo>
                  <a:lnTo>
                    <a:pt x="123015" y="144969"/>
                  </a:lnTo>
                  <a:lnTo>
                    <a:pt x="122940" y="148730"/>
                  </a:lnTo>
                  <a:lnTo>
                    <a:pt x="116956" y="148429"/>
                  </a:lnTo>
                  <a:lnTo>
                    <a:pt x="117069" y="138851"/>
                  </a:lnTo>
                  <a:lnTo>
                    <a:pt x="111070" y="138658"/>
                  </a:lnTo>
                  <a:lnTo>
                    <a:pt x="110899" y="145394"/>
                  </a:lnTo>
                  <a:lnTo>
                    <a:pt x="104788" y="145246"/>
                  </a:lnTo>
                  <a:lnTo>
                    <a:pt x="106462" y="151661"/>
                  </a:lnTo>
                  <a:lnTo>
                    <a:pt x="90301" y="151125"/>
                  </a:lnTo>
                  <a:lnTo>
                    <a:pt x="91204" y="156063"/>
                  </a:lnTo>
                  <a:lnTo>
                    <a:pt x="86901" y="156026"/>
                  </a:lnTo>
                  <a:lnTo>
                    <a:pt x="87259" y="151774"/>
                  </a:lnTo>
                  <a:lnTo>
                    <a:pt x="82297" y="149985"/>
                  </a:lnTo>
                  <a:lnTo>
                    <a:pt x="81566" y="149017"/>
                  </a:lnTo>
                  <a:lnTo>
                    <a:pt x="81013" y="145833"/>
                  </a:lnTo>
                  <a:lnTo>
                    <a:pt x="77432" y="142534"/>
                  </a:lnTo>
                  <a:lnTo>
                    <a:pt x="77879" y="137033"/>
                  </a:lnTo>
                  <a:lnTo>
                    <a:pt x="79265" y="132331"/>
                  </a:lnTo>
                  <a:lnTo>
                    <a:pt x="78996" y="128826"/>
                  </a:lnTo>
                  <a:lnTo>
                    <a:pt x="76701" y="127736"/>
                  </a:lnTo>
                  <a:lnTo>
                    <a:pt x="68802" y="127522"/>
                  </a:lnTo>
                  <a:lnTo>
                    <a:pt x="69390" y="109460"/>
                  </a:lnTo>
                  <a:lnTo>
                    <a:pt x="64473" y="107386"/>
                  </a:lnTo>
                  <a:lnTo>
                    <a:pt x="66942" y="92438"/>
                  </a:lnTo>
                  <a:lnTo>
                    <a:pt x="63449" y="90160"/>
                  </a:lnTo>
                  <a:lnTo>
                    <a:pt x="57284" y="83528"/>
                  </a:lnTo>
                  <a:lnTo>
                    <a:pt x="54711" y="82030"/>
                  </a:lnTo>
                  <a:lnTo>
                    <a:pt x="48200" y="81840"/>
                  </a:lnTo>
                  <a:lnTo>
                    <a:pt x="47594" y="82391"/>
                  </a:lnTo>
                  <a:lnTo>
                    <a:pt x="47627" y="85402"/>
                  </a:lnTo>
                  <a:lnTo>
                    <a:pt x="27942" y="84839"/>
                  </a:lnTo>
                  <a:lnTo>
                    <a:pt x="28143" y="74717"/>
                  </a:lnTo>
                  <a:lnTo>
                    <a:pt x="26120" y="74715"/>
                  </a:lnTo>
                  <a:lnTo>
                    <a:pt x="24046" y="70108"/>
                  </a:lnTo>
                  <a:lnTo>
                    <a:pt x="24280" y="62865"/>
                  </a:lnTo>
                  <a:lnTo>
                    <a:pt x="19582" y="62721"/>
                  </a:lnTo>
                  <a:lnTo>
                    <a:pt x="19381" y="66524"/>
                  </a:lnTo>
                  <a:lnTo>
                    <a:pt x="12485" y="66780"/>
                  </a:lnTo>
                  <a:lnTo>
                    <a:pt x="12768" y="58071"/>
                  </a:lnTo>
                  <a:lnTo>
                    <a:pt x="3811" y="55336"/>
                  </a:lnTo>
                  <a:lnTo>
                    <a:pt x="603" y="40190"/>
                  </a:lnTo>
                  <a:lnTo>
                    <a:pt x="0" y="39846"/>
                  </a:lnTo>
                  <a:lnTo>
                    <a:pt x="5326" y="36978"/>
                  </a:lnTo>
                  <a:lnTo>
                    <a:pt x="5423" y="11292"/>
                  </a:lnTo>
                  <a:lnTo>
                    <a:pt x="4192" y="11180"/>
                  </a:lnTo>
                  <a:lnTo>
                    <a:pt x="6873" y="2953"/>
                  </a:lnTo>
                  <a:lnTo>
                    <a:pt x="9579" y="6181"/>
                  </a:lnTo>
                  <a:lnTo>
                    <a:pt x="15731" y="842"/>
                  </a:lnTo>
                  <a:lnTo>
                    <a:pt x="1561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h399"/>
            <p:cNvSpPr/>
            <p:nvPr/>
          </p:nvSpPr>
          <p:spPr>
            <a:xfrm>
              <a:off x="1639934" y="1983565"/>
              <a:ext cx="116147" cy="144030"/>
            </a:xfrm>
            <a:custGeom>
              <a:avLst/>
              <a:pathLst>
                <a:path w="116147" h="144030">
                  <a:moveTo>
                    <a:pt x="40216" y="5789"/>
                  </a:moveTo>
                  <a:lnTo>
                    <a:pt x="54602" y="21599"/>
                  </a:lnTo>
                  <a:lnTo>
                    <a:pt x="59555" y="11248"/>
                  </a:lnTo>
                  <a:lnTo>
                    <a:pt x="67812" y="11255"/>
                  </a:lnTo>
                  <a:lnTo>
                    <a:pt x="68950" y="10423"/>
                  </a:lnTo>
                  <a:lnTo>
                    <a:pt x="70710" y="12245"/>
                  </a:lnTo>
                  <a:lnTo>
                    <a:pt x="79112" y="11780"/>
                  </a:lnTo>
                  <a:lnTo>
                    <a:pt x="82586" y="7794"/>
                  </a:lnTo>
                  <a:lnTo>
                    <a:pt x="84906" y="8162"/>
                  </a:lnTo>
                  <a:lnTo>
                    <a:pt x="83975" y="16733"/>
                  </a:lnTo>
                  <a:lnTo>
                    <a:pt x="94748" y="26034"/>
                  </a:lnTo>
                  <a:lnTo>
                    <a:pt x="98470" y="24708"/>
                  </a:lnTo>
                  <a:lnTo>
                    <a:pt x="100080" y="23179"/>
                  </a:lnTo>
                  <a:lnTo>
                    <a:pt x="102699" y="31165"/>
                  </a:lnTo>
                  <a:lnTo>
                    <a:pt x="101612" y="36199"/>
                  </a:lnTo>
                  <a:lnTo>
                    <a:pt x="104737" y="36031"/>
                  </a:lnTo>
                  <a:lnTo>
                    <a:pt x="105100" y="38418"/>
                  </a:lnTo>
                  <a:lnTo>
                    <a:pt x="105769" y="39398"/>
                  </a:lnTo>
                  <a:lnTo>
                    <a:pt x="105259" y="40370"/>
                  </a:lnTo>
                  <a:lnTo>
                    <a:pt x="100659" y="41450"/>
                  </a:lnTo>
                  <a:lnTo>
                    <a:pt x="100977" y="42727"/>
                  </a:lnTo>
                  <a:lnTo>
                    <a:pt x="106021" y="44469"/>
                  </a:lnTo>
                  <a:lnTo>
                    <a:pt x="108880" y="46391"/>
                  </a:lnTo>
                  <a:lnTo>
                    <a:pt x="110762" y="49111"/>
                  </a:lnTo>
                  <a:lnTo>
                    <a:pt x="112679" y="54757"/>
                  </a:lnTo>
                  <a:lnTo>
                    <a:pt x="113632" y="65216"/>
                  </a:lnTo>
                  <a:lnTo>
                    <a:pt x="111393" y="65767"/>
                  </a:lnTo>
                  <a:lnTo>
                    <a:pt x="113188" y="71102"/>
                  </a:lnTo>
                  <a:lnTo>
                    <a:pt x="111507" y="75898"/>
                  </a:lnTo>
                  <a:lnTo>
                    <a:pt x="106669" y="78488"/>
                  </a:lnTo>
                  <a:lnTo>
                    <a:pt x="106877" y="79882"/>
                  </a:lnTo>
                  <a:lnTo>
                    <a:pt x="109491" y="81190"/>
                  </a:lnTo>
                  <a:lnTo>
                    <a:pt x="112099" y="84441"/>
                  </a:lnTo>
                  <a:lnTo>
                    <a:pt x="112328" y="85745"/>
                  </a:lnTo>
                  <a:lnTo>
                    <a:pt x="107244" y="96555"/>
                  </a:lnTo>
                  <a:lnTo>
                    <a:pt x="108013" y="102863"/>
                  </a:lnTo>
                  <a:lnTo>
                    <a:pt x="115712" y="113036"/>
                  </a:lnTo>
                  <a:lnTo>
                    <a:pt x="112535" y="124813"/>
                  </a:lnTo>
                  <a:lnTo>
                    <a:pt x="113377" y="126994"/>
                  </a:lnTo>
                  <a:lnTo>
                    <a:pt x="114960" y="128525"/>
                  </a:lnTo>
                  <a:lnTo>
                    <a:pt x="116147" y="132951"/>
                  </a:lnTo>
                  <a:lnTo>
                    <a:pt x="113824" y="136292"/>
                  </a:lnTo>
                  <a:lnTo>
                    <a:pt x="112175" y="137011"/>
                  </a:lnTo>
                  <a:lnTo>
                    <a:pt x="111346" y="136418"/>
                  </a:lnTo>
                  <a:lnTo>
                    <a:pt x="106045" y="139300"/>
                  </a:lnTo>
                  <a:lnTo>
                    <a:pt x="106687" y="142931"/>
                  </a:lnTo>
                  <a:lnTo>
                    <a:pt x="105691" y="144030"/>
                  </a:lnTo>
                  <a:lnTo>
                    <a:pt x="98510" y="137384"/>
                  </a:lnTo>
                  <a:lnTo>
                    <a:pt x="93475" y="135516"/>
                  </a:lnTo>
                  <a:lnTo>
                    <a:pt x="91235" y="136108"/>
                  </a:lnTo>
                  <a:lnTo>
                    <a:pt x="83643" y="134912"/>
                  </a:lnTo>
                  <a:lnTo>
                    <a:pt x="77711" y="138398"/>
                  </a:lnTo>
                  <a:lnTo>
                    <a:pt x="72104" y="138331"/>
                  </a:lnTo>
                  <a:lnTo>
                    <a:pt x="66009" y="140604"/>
                  </a:lnTo>
                  <a:lnTo>
                    <a:pt x="61157" y="137602"/>
                  </a:lnTo>
                  <a:lnTo>
                    <a:pt x="56695" y="132981"/>
                  </a:lnTo>
                  <a:lnTo>
                    <a:pt x="52244" y="131914"/>
                  </a:lnTo>
                  <a:lnTo>
                    <a:pt x="49651" y="132544"/>
                  </a:lnTo>
                  <a:lnTo>
                    <a:pt x="48882" y="130084"/>
                  </a:lnTo>
                  <a:lnTo>
                    <a:pt x="47228" y="128846"/>
                  </a:lnTo>
                  <a:lnTo>
                    <a:pt x="40190" y="126725"/>
                  </a:lnTo>
                  <a:lnTo>
                    <a:pt x="36540" y="128259"/>
                  </a:lnTo>
                  <a:lnTo>
                    <a:pt x="26916" y="122255"/>
                  </a:lnTo>
                  <a:lnTo>
                    <a:pt x="29929" y="115366"/>
                  </a:lnTo>
                  <a:lnTo>
                    <a:pt x="29899" y="110288"/>
                  </a:lnTo>
                  <a:lnTo>
                    <a:pt x="32655" y="107518"/>
                  </a:lnTo>
                  <a:lnTo>
                    <a:pt x="40305" y="105445"/>
                  </a:lnTo>
                  <a:lnTo>
                    <a:pt x="55541" y="96917"/>
                  </a:lnTo>
                  <a:lnTo>
                    <a:pt x="45777" y="81810"/>
                  </a:lnTo>
                  <a:lnTo>
                    <a:pt x="48585" y="82045"/>
                  </a:lnTo>
                  <a:lnTo>
                    <a:pt x="45116" y="75624"/>
                  </a:lnTo>
                  <a:lnTo>
                    <a:pt x="37544" y="73335"/>
                  </a:lnTo>
                  <a:lnTo>
                    <a:pt x="32300" y="70506"/>
                  </a:lnTo>
                  <a:lnTo>
                    <a:pt x="24637" y="54306"/>
                  </a:lnTo>
                  <a:lnTo>
                    <a:pt x="23409" y="44580"/>
                  </a:lnTo>
                  <a:lnTo>
                    <a:pt x="13859" y="51158"/>
                  </a:lnTo>
                  <a:lnTo>
                    <a:pt x="11928" y="50834"/>
                  </a:lnTo>
                  <a:lnTo>
                    <a:pt x="9126" y="48349"/>
                  </a:lnTo>
                  <a:lnTo>
                    <a:pt x="0" y="48514"/>
                  </a:lnTo>
                  <a:lnTo>
                    <a:pt x="11814" y="43408"/>
                  </a:lnTo>
                  <a:lnTo>
                    <a:pt x="13967" y="37843"/>
                  </a:lnTo>
                  <a:lnTo>
                    <a:pt x="15267" y="30487"/>
                  </a:lnTo>
                  <a:lnTo>
                    <a:pt x="21897" y="26578"/>
                  </a:lnTo>
                  <a:lnTo>
                    <a:pt x="10997" y="19361"/>
                  </a:lnTo>
                  <a:lnTo>
                    <a:pt x="13455" y="13776"/>
                  </a:lnTo>
                  <a:lnTo>
                    <a:pt x="26571" y="1528"/>
                  </a:lnTo>
                  <a:lnTo>
                    <a:pt x="2971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h400"/>
            <p:cNvSpPr/>
            <p:nvPr/>
          </p:nvSpPr>
          <p:spPr>
            <a:xfrm>
              <a:off x="1771668" y="1889434"/>
              <a:ext cx="36102" cy="33221"/>
            </a:xfrm>
            <a:custGeom>
              <a:avLst/>
              <a:pathLst>
                <a:path w="36102" h="33221">
                  <a:moveTo>
                    <a:pt x="22957" y="2153"/>
                  </a:moveTo>
                  <a:lnTo>
                    <a:pt x="24062" y="1763"/>
                  </a:lnTo>
                  <a:lnTo>
                    <a:pt x="28631" y="5596"/>
                  </a:lnTo>
                  <a:lnTo>
                    <a:pt x="31523" y="9727"/>
                  </a:lnTo>
                  <a:lnTo>
                    <a:pt x="31125" y="11899"/>
                  </a:lnTo>
                  <a:lnTo>
                    <a:pt x="30047" y="12794"/>
                  </a:lnTo>
                  <a:lnTo>
                    <a:pt x="35125" y="18734"/>
                  </a:lnTo>
                  <a:lnTo>
                    <a:pt x="36043" y="22189"/>
                  </a:lnTo>
                  <a:lnTo>
                    <a:pt x="36102" y="26757"/>
                  </a:lnTo>
                  <a:lnTo>
                    <a:pt x="33645" y="33156"/>
                  </a:lnTo>
                  <a:lnTo>
                    <a:pt x="28777" y="32056"/>
                  </a:lnTo>
                  <a:lnTo>
                    <a:pt x="26635" y="30383"/>
                  </a:lnTo>
                  <a:lnTo>
                    <a:pt x="19989" y="33221"/>
                  </a:lnTo>
                  <a:lnTo>
                    <a:pt x="10782" y="30105"/>
                  </a:lnTo>
                  <a:lnTo>
                    <a:pt x="10993" y="25664"/>
                  </a:lnTo>
                  <a:lnTo>
                    <a:pt x="14809" y="21129"/>
                  </a:lnTo>
                  <a:lnTo>
                    <a:pt x="15932" y="21543"/>
                  </a:lnTo>
                  <a:lnTo>
                    <a:pt x="16180" y="20523"/>
                  </a:lnTo>
                  <a:lnTo>
                    <a:pt x="5869" y="18135"/>
                  </a:lnTo>
                  <a:lnTo>
                    <a:pt x="3433" y="20297"/>
                  </a:lnTo>
                  <a:lnTo>
                    <a:pt x="0" y="16950"/>
                  </a:lnTo>
                  <a:lnTo>
                    <a:pt x="730" y="14385"/>
                  </a:lnTo>
                  <a:lnTo>
                    <a:pt x="5902" y="14412"/>
                  </a:lnTo>
                  <a:lnTo>
                    <a:pt x="3812" y="10962"/>
                  </a:lnTo>
                  <a:lnTo>
                    <a:pt x="7231" y="9299"/>
                  </a:lnTo>
                  <a:lnTo>
                    <a:pt x="7863" y="11450"/>
                  </a:lnTo>
                  <a:lnTo>
                    <a:pt x="6962" y="13153"/>
                  </a:lnTo>
                  <a:lnTo>
                    <a:pt x="9947" y="14319"/>
                  </a:lnTo>
                  <a:lnTo>
                    <a:pt x="11404" y="10033"/>
                  </a:lnTo>
                  <a:lnTo>
                    <a:pt x="10525" y="6830"/>
                  </a:lnTo>
                  <a:lnTo>
                    <a:pt x="11495" y="4464"/>
                  </a:lnTo>
                  <a:lnTo>
                    <a:pt x="10462" y="1454"/>
                  </a:lnTo>
                  <a:lnTo>
                    <a:pt x="11528" y="582"/>
                  </a:lnTo>
                  <a:lnTo>
                    <a:pt x="1474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h401"/>
            <p:cNvSpPr/>
            <p:nvPr/>
          </p:nvSpPr>
          <p:spPr>
            <a:xfrm>
              <a:off x="1789631" y="1712412"/>
              <a:ext cx="103745" cy="222267"/>
            </a:xfrm>
            <a:custGeom>
              <a:avLst/>
              <a:pathLst>
                <a:path w="103745" h="222267">
                  <a:moveTo>
                    <a:pt x="62433" y="5887"/>
                  </a:moveTo>
                  <a:lnTo>
                    <a:pt x="82547" y="4619"/>
                  </a:lnTo>
                  <a:lnTo>
                    <a:pt x="80244" y="12416"/>
                  </a:lnTo>
                  <a:lnTo>
                    <a:pt x="80309" y="14244"/>
                  </a:lnTo>
                  <a:lnTo>
                    <a:pt x="82214" y="15994"/>
                  </a:lnTo>
                  <a:lnTo>
                    <a:pt x="74867" y="30622"/>
                  </a:lnTo>
                  <a:lnTo>
                    <a:pt x="74326" y="50087"/>
                  </a:lnTo>
                  <a:lnTo>
                    <a:pt x="65983" y="49819"/>
                  </a:lnTo>
                  <a:lnTo>
                    <a:pt x="65190" y="55500"/>
                  </a:lnTo>
                  <a:lnTo>
                    <a:pt x="67403" y="62276"/>
                  </a:lnTo>
                  <a:lnTo>
                    <a:pt x="68242" y="67576"/>
                  </a:lnTo>
                  <a:lnTo>
                    <a:pt x="67085" y="80238"/>
                  </a:lnTo>
                  <a:lnTo>
                    <a:pt x="67854" y="84063"/>
                  </a:lnTo>
                  <a:lnTo>
                    <a:pt x="64175" y="85128"/>
                  </a:lnTo>
                  <a:lnTo>
                    <a:pt x="60685" y="83285"/>
                  </a:lnTo>
                  <a:lnTo>
                    <a:pt x="58606" y="83022"/>
                  </a:lnTo>
                  <a:lnTo>
                    <a:pt x="57873" y="83694"/>
                  </a:lnTo>
                  <a:lnTo>
                    <a:pt x="57752" y="86484"/>
                  </a:lnTo>
                  <a:lnTo>
                    <a:pt x="46273" y="86120"/>
                  </a:lnTo>
                  <a:lnTo>
                    <a:pt x="46222" y="88585"/>
                  </a:lnTo>
                  <a:lnTo>
                    <a:pt x="46943" y="94482"/>
                  </a:lnTo>
                  <a:lnTo>
                    <a:pt x="48128" y="96287"/>
                  </a:lnTo>
                  <a:lnTo>
                    <a:pt x="50248" y="96343"/>
                  </a:lnTo>
                  <a:lnTo>
                    <a:pt x="51694" y="101205"/>
                  </a:lnTo>
                  <a:lnTo>
                    <a:pt x="47665" y="99884"/>
                  </a:lnTo>
                  <a:lnTo>
                    <a:pt x="47573" y="101535"/>
                  </a:lnTo>
                  <a:lnTo>
                    <a:pt x="52017" y="112594"/>
                  </a:lnTo>
                  <a:lnTo>
                    <a:pt x="56511" y="114132"/>
                  </a:lnTo>
                  <a:lnTo>
                    <a:pt x="61079" y="127937"/>
                  </a:lnTo>
                  <a:lnTo>
                    <a:pt x="60552" y="130478"/>
                  </a:lnTo>
                  <a:lnTo>
                    <a:pt x="74826" y="139626"/>
                  </a:lnTo>
                  <a:lnTo>
                    <a:pt x="82142" y="140321"/>
                  </a:lnTo>
                  <a:lnTo>
                    <a:pt x="81484" y="143884"/>
                  </a:lnTo>
                  <a:lnTo>
                    <a:pt x="80292" y="147076"/>
                  </a:lnTo>
                  <a:lnTo>
                    <a:pt x="78734" y="146184"/>
                  </a:lnTo>
                  <a:lnTo>
                    <a:pt x="74980" y="152490"/>
                  </a:lnTo>
                  <a:lnTo>
                    <a:pt x="74959" y="154627"/>
                  </a:lnTo>
                  <a:lnTo>
                    <a:pt x="76369" y="154950"/>
                  </a:lnTo>
                  <a:lnTo>
                    <a:pt x="77401" y="158914"/>
                  </a:lnTo>
                  <a:lnTo>
                    <a:pt x="76931" y="159584"/>
                  </a:lnTo>
                  <a:lnTo>
                    <a:pt x="74431" y="158862"/>
                  </a:lnTo>
                  <a:lnTo>
                    <a:pt x="72144" y="163384"/>
                  </a:lnTo>
                  <a:lnTo>
                    <a:pt x="75797" y="164223"/>
                  </a:lnTo>
                  <a:lnTo>
                    <a:pt x="77493" y="167110"/>
                  </a:lnTo>
                  <a:lnTo>
                    <a:pt x="81688" y="169644"/>
                  </a:lnTo>
                  <a:lnTo>
                    <a:pt x="90231" y="169663"/>
                  </a:lnTo>
                  <a:lnTo>
                    <a:pt x="90789" y="170675"/>
                  </a:lnTo>
                  <a:lnTo>
                    <a:pt x="88941" y="174156"/>
                  </a:lnTo>
                  <a:lnTo>
                    <a:pt x="95802" y="176048"/>
                  </a:lnTo>
                  <a:lnTo>
                    <a:pt x="100425" y="175970"/>
                  </a:lnTo>
                  <a:lnTo>
                    <a:pt x="103104" y="182415"/>
                  </a:lnTo>
                  <a:lnTo>
                    <a:pt x="103745" y="191659"/>
                  </a:lnTo>
                  <a:lnTo>
                    <a:pt x="100972" y="191107"/>
                  </a:lnTo>
                  <a:lnTo>
                    <a:pt x="100224" y="186636"/>
                  </a:lnTo>
                  <a:lnTo>
                    <a:pt x="97459" y="190489"/>
                  </a:lnTo>
                  <a:lnTo>
                    <a:pt x="96862" y="193334"/>
                  </a:lnTo>
                  <a:lnTo>
                    <a:pt x="97659" y="196661"/>
                  </a:lnTo>
                  <a:lnTo>
                    <a:pt x="96720" y="198149"/>
                  </a:lnTo>
                  <a:lnTo>
                    <a:pt x="93910" y="197485"/>
                  </a:lnTo>
                  <a:lnTo>
                    <a:pt x="89793" y="197903"/>
                  </a:lnTo>
                  <a:lnTo>
                    <a:pt x="85007" y="199766"/>
                  </a:lnTo>
                  <a:lnTo>
                    <a:pt x="81227" y="199353"/>
                  </a:lnTo>
                  <a:lnTo>
                    <a:pt x="78126" y="201896"/>
                  </a:lnTo>
                  <a:lnTo>
                    <a:pt x="75657" y="208713"/>
                  </a:lnTo>
                  <a:lnTo>
                    <a:pt x="71405" y="209216"/>
                  </a:lnTo>
                  <a:lnTo>
                    <a:pt x="71398" y="217822"/>
                  </a:lnTo>
                  <a:lnTo>
                    <a:pt x="63552" y="215946"/>
                  </a:lnTo>
                  <a:lnTo>
                    <a:pt x="60536" y="216353"/>
                  </a:lnTo>
                  <a:lnTo>
                    <a:pt x="47022" y="218806"/>
                  </a:lnTo>
                  <a:lnTo>
                    <a:pt x="40275" y="222267"/>
                  </a:lnTo>
                  <a:lnTo>
                    <a:pt x="33704" y="216735"/>
                  </a:lnTo>
                  <a:lnTo>
                    <a:pt x="33538" y="215874"/>
                  </a:lnTo>
                  <a:lnTo>
                    <a:pt x="38663" y="213627"/>
                  </a:lnTo>
                  <a:lnTo>
                    <a:pt x="39632" y="205520"/>
                  </a:lnTo>
                  <a:lnTo>
                    <a:pt x="41373" y="206634"/>
                  </a:lnTo>
                  <a:lnTo>
                    <a:pt x="43699" y="205870"/>
                  </a:lnTo>
                  <a:lnTo>
                    <a:pt x="43318" y="199254"/>
                  </a:lnTo>
                  <a:lnTo>
                    <a:pt x="44786" y="190842"/>
                  </a:lnTo>
                  <a:lnTo>
                    <a:pt x="42469" y="186706"/>
                  </a:lnTo>
                  <a:lnTo>
                    <a:pt x="44075" y="183182"/>
                  </a:lnTo>
                  <a:lnTo>
                    <a:pt x="42526" y="180214"/>
                  </a:lnTo>
                  <a:lnTo>
                    <a:pt x="40816" y="179051"/>
                  </a:lnTo>
                  <a:lnTo>
                    <a:pt x="38450" y="180355"/>
                  </a:lnTo>
                  <a:lnTo>
                    <a:pt x="36336" y="180018"/>
                  </a:lnTo>
                  <a:lnTo>
                    <a:pt x="34677" y="178014"/>
                  </a:lnTo>
                  <a:lnTo>
                    <a:pt x="33247" y="170083"/>
                  </a:lnTo>
                  <a:lnTo>
                    <a:pt x="31176" y="164938"/>
                  </a:lnTo>
                  <a:lnTo>
                    <a:pt x="32218" y="162264"/>
                  </a:lnTo>
                  <a:lnTo>
                    <a:pt x="35789" y="161024"/>
                  </a:lnTo>
                  <a:lnTo>
                    <a:pt x="33570" y="157272"/>
                  </a:lnTo>
                  <a:lnTo>
                    <a:pt x="28098" y="153146"/>
                  </a:lnTo>
                  <a:lnTo>
                    <a:pt x="23070" y="146890"/>
                  </a:lnTo>
                  <a:lnTo>
                    <a:pt x="20250" y="140926"/>
                  </a:lnTo>
                  <a:lnTo>
                    <a:pt x="21280" y="139998"/>
                  </a:lnTo>
                  <a:lnTo>
                    <a:pt x="22761" y="140413"/>
                  </a:lnTo>
                  <a:lnTo>
                    <a:pt x="22890" y="139144"/>
                  </a:lnTo>
                  <a:lnTo>
                    <a:pt x="15895" y="131831"/>
                  </a:lnTo>
                  <a:lnTo>
                    <a:pt x="3567" y="134042"/>
                  </a:lnTo>
                  <a:lnTo>
                    <a:pt x="1456" y="130599"/>
                  </a:lnTo>
                  <a:lnTo>
                    <a:pt x="2171" y="120175"/>
                  </a:lnTo>
                  <a:lnTo>
                    <a:pt x="1784" y="96545"/>
                  </a:lnTo>
                  <a:lnTo>
                    <a:pt x="0" y="90969"/>
                  </a:lnTo>
                  <a:lnTo>
                    <a:pt x="2841" y="85850"/>
                  </a:lnTo>
                  <a:lnTo>
                    <a:pt x="4548" y="85002"/>
                  </a:lnTo>
                  <a:lnTo>
                    <a:pt x="7848" y="80975"/>
                  </a:lnTo>
                  <a:lnTo>
                    <a:pt x="8948" y="74371"/>
                  </a:lnTo>
                  <a:lnTo>
                    <a:pt x="10263" y="66474"/>
                  </a:lnTo>
                  <a:lnTo>
                    <a:pt x="4855" y="65662"/>
                  </a:lnTo>
                  <a:lnTo>
                    <a:pt x="5503" y="59282"/>
                  </a:lnTo>
                  <a:lnTo>
                    <a:pt x="4185" y="49422"/>
                  </a:lnTo>
                  <a:lnTo>
                    <a:pt x="5382" y="42341"/>
                  </a:lnTo>
                  <a:lnTo>
                    <a:pt x="5820" y="40511"/>
                  </a:lnTo>
                  <a:lnTo>
                    <a:pt x="9082" y="40359"/>
                  </a:lnTo>
                  <a:lnTo>
                    <a:pt x="9236" y="31337"/>
                  </a:lnTo>
                  <a:lnTo>
                    <a:pt x="14726" y="30363"/>
                  </a:lnTo>
                  <a:lnTo>
                    <a:pt x="18154" y="27854"/>
                  </a:lnTo>
                  <a:lnTo>
                    <a:pt x="5696" y="14656"/>
                  </a:lnTo>
                  <a:lnTo>
                    <a:pt x="5810" y="10720"/>
                  </a:lnTo>
                  <a:lnTo>
                    <a:pt x="5977" y="4307"/>
                  </a:lnTo>
                  <a:lnTo>
                    <a:pt x="15369" y="5024"/>
                  </a:lnTo>
                  <a:lnTo>
                    <a:pt x="14248" y="10440"/>
                  </a:lnTo>
                  <a:lnTo>
                    <a:pt x="17329" y="13615"/>
                  </a:lnTo>
                  <a:lnTo>
                    <a:pt x="18160" y="13612"/>
                  </a:lnTo>
                  <a:lnTo>
                    <a:pt x="18076" y="12361"/>
                  </a:lnTo>
                  <a:lnTo>
                    <a:pt x="16026" y="9741"/>
                  </a:lnTo>
                  <a:lnTo>
                    <a:pt x="20517" y="5183"/>
                  </a:lnTo>
                  <a:lnTo>
                    <a:pt x="31071" y="5513"/>
                  </a:lnTo>
                  <a:lnTo>
                    <a:pt x="32073" y="9092"/>
                  </a:lnTo>
                  <a:lnTo>
                    <a:pt x="43475" y="9452"/>
                  </a:lnTo>
                  <a:lnTo>
                    <a:pt x="41253" y="5506"/>
                  </a:lnTo>
                  <a:lnTo>
                    <a:pt x="39175" y="4341"/>
                  </a:lnTo>
                  <a:lnTo>
                    <a:pt x="40809" y="1886"/>
                  </a:lnTo>
                  <a:lnTo>
                    <a:pt x="4632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h402"/>
            <p:cNvSpPr/>
            <p:nvPr/>
          </p:nvSpPr>
          <p:spPr>
            <a:xfrm>
              <a:off x="1791407" y="2056946"/>
              <a:ext cx="48039" cy="39252"/>
            </a:xfrm>
            <a:custGeom>
              <a:avLst/>
              <a:pathLst>
                <a:path w="48039" h="39252">
                  <a:moveTo>
                    <a:pt x="32877" y="0"/>
                  </a:moveTo>
                  <a:lnTo>
                    <a:pt x="37236" y="622"/>
                  </a:lnTo>
                  <a:lnTo>
                    <a:pt x="41025" y="2474"/>
                  </a:lnTo>
                  <a:lnTo>
                    <a:pt x="36272" y="6303"/>
                  </a:lnTo>
                  <a:lnTo>
                    <a:pt x="35393" y="14999"/>
                  </a:lnTo>
                  <a:lnTo>
                    <a:pt x="34160" y="17107"/>
                  </a:lnTo>
                  <a:lnTo>
                    <a:pt x="37681" y="24568"/>
                  </a:lnTo>
                  <a:lnTo>
                    <a:pt x="43250" y="23475"/>
                  </a:lnTo>
                  <a:lnTo>
                    <a:pt x="46021" y="27290"/>
                  </a:lnTo>
                  <a:lnTo>
                    <a:pt x="44490" y="30612"/>
                  </a:lnTo>
                  <a:lnTo>
                    <a:pt x="48039" y="32103"/>
                  </a:lnTo>
                  <a:lnTo>
                    <a:pt x="43613" y="39252"/>
                  </a:lnTo>
                  <a:lnTo>
                    <a:pt x="39922" y="38443"/>
                  </a:lnTo>
                  <a:lnTo>
                    <a:pt x="38590" y="36245"/>
                  </a:lnTo>
                  <a:lnTo>
                    <a:pt x="32860" y="35064"/>
                  </a:lnTo>
                  <a:lnTo>
                    <a:pt x="29033" y="24830"/>
                  </a:lnTo>
                  <a:lnTo>
                    <a:pt x="27035" y="23189"/>
                  </a:lnTo>
                  <a:lnTo>
                    <a:pt x="23410" y="22119"/>
                  </a:lnTo>
                  <a:lnTo>
                    <a:pt x="21772" y="18217"/>
                  </a:lnTo>
                  <a:lnTo>
                    <a:pt x="22457" y="16372"/>
                  </a:lnTo>
                  <a:lnTo>
                    <a:pt x="23880" y="16248"/>
                  </a:lnTo>
                  <a:lnTo>
                    <a:pt x="24159" y="13595"/>
                  </a:lnTo>
                  <a:lnTo>
                    <a:pt x="23175" y="13134"/>
                  </a:lnTo>
                  <a:lnTo>
                    <a:pt x="17999" y="13807"/>
                  </a:lnTo>
                  <a:lnTo>
                    <a:pt x="17092" y="11146"/>
                  </a:lnTo>
                  <a:lnTo>
                    <a:pt x="12629" y="8961"/>
                  </a:lnTo>
                  <a:lnTo>
                    <a:pt x="7196" y="9601"/>
                  </a:lnTo>
                  <a:lnTo>
                    <a:pt x="818" y="8321"/>
                  </a:lnTo>
                  <a:lnTo>
                    <a:pt x="0" y="6518"/>
                  </a:lnTo>
                  <a:lnTo>
                    <a:pt x="1884" y="2155"/>
                  </a:lnTo>
                  <a:lnTo>
                    <a:pt x="5126" y="3267"/>
                  </a:lnTo>
                  <a:lnTo>
                    <a:pt x="8755" y="3081"/>
                  </a:lnTo>
                  <a:lnTo>
                    <a:pt x="17545" y="348"/>
                  </a:lnTo>
                  <a:lnTo>
                    <a:pt x="23464" y="2076"/>
                  </a:lnTo>
                  <a:lnTo>
                    <a:pt x="29190" y="5361"/>
                  </a:lnTo>
                  <a:lnTo>
                    <a:pt x="31702" y="3737"/>
                  </a:lnTo>
                  <a:lnTo>
                    <a:pt x="30103" y="65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h403"/>
            <p:cNvSpPr/>
            <p:nvPr/>
          </p:nvSpPr>
          <p:spPr>
            <a:xfrm>
              <a:off x="1795730" y="1887559"/>
              <a:ext cx="38687" cy="41588"/>
            </a:xfrm>
            <a:custGeom>
              <a:avLst/>
              <a:pathLst>
                <a:path w="38687" h="41588">
                  <a:moveTo>
                    <a:pt x="20485" y="0"/>
                  </a:moveTo>
                  <a:lnTo>
                    <a:pt x="24897" y="3348"/>
                  </a:lnTo>
                  <a:lnTo>
                    <a:pt x="27257" y="3699"/>
                  </a:lnTo>
                  <a:lnTo>
                    <a:pt x="28578" y="2866"/>
                  </a:lnTo>
                  <a:lnTo>
                    <a:pt x="30237" y="4871"/>
                  </a:lnTo>
                  <a:lnTo>
                    <a:pt x="32350" y="5208"/>
                  </a:lnTo>
                  <a:lnTo>
                    <a:pt x="34717" y="3904"/>
                  </a:lnTo>
                  <a:lnTo>
                    <a:pt x="36427" y="5067"/>
                  </a:lnTo>
                  <a:lnTo>
                    <a:pt x="37975" y="8035"/>
                  </a:lnTo>
                  <a:lnTo>
                    <a:pt x="36370" y="11559"/>
                  </a:lnTo>
                  <a:lnTo>
                    <a:pt x="38687" y="15695"/>
                  </a:lnTo>
                  <a:lnTo>
                    <a:pt x="37219" y="24107"/>
                  </a:lnTo>
                  <a:lnTo>
                    <a:pt x="37599" y="30723"/>
                  </a:lnTo>
                  <a:lnTo>
                    <a:pt x="35274" y="31487"/>
                  </a:lnTo>
                  <a:lnTo>
                    <a:pt x="33533" y="30373"/>
                  </a:lnTo>
                  <a:lnTo>
                    <a:pt x="32564" y="38480"/>
                  </a:lnTo>
                  <a:lnTo>
                    <a:pt x="27439" y="40727"/>
                  </a:lnTo>
                  <a:lnTo>
                    <a:pt x="27605" y="41588"/>
                  </a:lnTo>
                  <a:lnTo>
                    <a:pt x="22363" y="41505"/>
                  </a:lnTo>
                  <a:lnTo>
                    <a:pt x="22016" y="39364"/>
                  </a:lnTo>
                  <a:lnTo>
                    <a:pt x="25925" y="38102"/>
                  </a:lnTo>
                  <a:lnTo>
                    <a:pt x="25011" y="33120"/>
                  </a:lnTo>
                  <a:lnTo>
                    <a:pt x="19753" y="31985"/>
                  </a:lnTo>
                  <a:lnTo>
                    <a:pt x="12040" y="28632"/>
                  </a:lnTo>
                  <a:lnTo>
                    <a:pt x="11981" y="24064"/>
                  </a:lnTo>
                  <a:lnTo>
                    <a:pt x="11062" y="20609"/>
                  </a:lnTo>
                  <a:lnTo>
                    <a:pt x="5985" y="14669"/>
                  </a:lnTo>
                  <a:lnTo>
                    <a:pt x="7062" y="13774"/>
                  </a:lnTo>
                  <a:lnTo>
                    <a:pt x="7461" y="11601"/>
                  </a:lnTo>
                  <a:lnTo>
                    <a:pt x="4568" y="7471"/>
                  </a:lnTo>
                  <a:lnTo>
                    <a:pt x="0" y="3638"/>
                  </a:lnTo>
                  <a:lnTo>
                    <a:pt x="3341" y="409"/>
                  </a:lnTo>
                  <a:lnTo>
                    <a:pt x="4860" y="3796"/>
                  </a:lnTo>
                  <a:lnTo>
                    <a:pt x="8648" y="3188"/>
                  </a:lnTo>
                  <a:lnTo>
                    <a:pt x="8314" y="1424"/>
                  </a:lnTo>
                  <a:lnTo>
                    <a:pt x="12895" y="18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h404"/>
            <p:cNvSpPr/>
            <p:nvPr/>
          </p:nvSpPr>
          <p:spPr>
            <a:xfrm>
              <a:off x="1761775" y="1446084"/>
              <a:ext cx="87821" cy="87555"/>
            </a:xfrm>
            <a:custGeom>
              <a:avLst/>
              <a:pathLst>
                <a:path w="87821" h="87555">
                  <a:moveTo>
                    <a:pt x="49909" y="1260"/>
                  </a:moveTo>
                  <a:lnTo>
                    <a:pt x="54395" y="6187"/>
                  </a:lnTo>
                  <a:lnTo>
                    <a:pt x="58481" y="4073"/>
                  </a:lnTo>
                  <a:lnTo>
                    <a:pt x="62416" y="5927"/>
                  </a:lnTo>
                  <a:lnTo>
                    <a:pt x="66359" y="8596"/>
                  </a:lnTo>
                  <a:lnTo>
                    <a:pt x="69734" y="13316"/>
                  </a:lnTo>
                  <a:lnTo>
                    <a:pt x="76282" y="28125"/>
                  </a:lnTo>
                  <a:lnTo>
                    <a:pt x="83680" y="42345"/>
                  </a:lnTo>
                  <a:lnTo>
                    <a:pt x="85676" y="44869"/>
                  </a:lnTo>
                  <a:lnTo>
                    <a:pt x="87707" y="45558"/>
                  </a:lnTo>
                  <a:lnTo>
                    <a:pt x="87821" y="46400"/>
                  </a:lnTo>
                  <a:lnTo>
                    <a:pt x="81668" y="51740"/>
                  </a:lnTo>
                  <a:lnTo>
                    <a:pt x="78962" y="48511"/>
                  </a:lnTo>
                  <a:lnTo>
                    <a:pt x="76281" y="56738"/>
                  </a:lnTo>
                  <a:lnTo>
                    <a:pt x="77512" y="56850"/>
                  </a:lnTo>
                  <a:lnTo>
                    <a:pt x="77415" y="82536"/>
                  </a:lnTo>
                  <a:lnTo>
                    <a:pt x="72089" y="85404"/>
                  </a:lnTo>
                  <a:lnTo>
                    <a:pt x="65784" y="80789"/>
                  </a:lnTo>
                  <a:lnTo>
                    <a:pt x="64851" y="85054"/>
                  </a:lnTo>
                  <a:lnTo>
                    <a:pt x="62271" y="84401"/>
                  </a:lnTo>
                  <a:lnTo>
                    <a:pt x="63076" y="80646"/>
                  </a:lnTo>
                  <a:lnTo>
                    <a:pt x="49815" y="80270"/>
                  </a:lnTo>
                  <a:lnTo>
                    <a:pt x="50344" y="84891"/>
                  </a:lnTo>
                  <a:lnTo>
                    <a:pt x="37470" y="84555"/>
                  </a:lnTo>
                  <a:lnTo>
                    <a:pt x="34613" y="82182"/>
                  </a:lnTo>
                  <a:lnTo>
                    <a:pt x="32359" y="81634"/>
                  </a:lnTo>
                  <a:lnTo>
                    <a:pt x="22621" y="82973"/>
                  </a:lnTo>
                  <a:lnTo>
                    <a:pt x="22503" y="85927"/>
                  </a:lnTo>
                  <a:lnTo>
                    <a:pt x="18900" y="87506"/>
                  </a:lnTo>
                  <a:lnTo>
                    <a:pt x="13237" y="87555"/>
                  </a:lnTo>
                  <a:lnTo>
                    <a:pt x="14084" y="85112"/>
                  </a:lnTo>
                  <a:lnTo>
                    <a:pt x="12268" y="83618"/>
                  </a:lnTo>
                  <a:lnTo>
                    <a:pt x="9358" y="79125"/>
                  </a:lnTo>
                  <a:lnTo>
                    <a:pt x="7500" y="73842"/>
                  </a:lnTo>
                  <a:lnTo>
                    <a:pt x="2857" y="72162"/>
                  </a:lnTo>
                  <a:lnTo>
                    <a:pt x="0" y="58958"/>
                  </a:lnTo>
                  <a:lnTo>
                    <a:pt x="12055" y="54616"/>
                  </a:lnTo>
                  <a:lnTo>
                    <a:pt x="12004" y="50714"/>
                  </a:lnTo>
                  <a:lnTo>
                    <a:pt x="24107" y="51239"/>
                  </a:lnTo>
                  <a:lnTo>
                    <a:pt x="30251" y="47242"/>
                  </a:lnTo>
                  <a:lnTo>
                    <a:pt x="26668" y="44123"/>
                  </a:lnTo>
                  <a:lnTo>
                    <a:pt x="23587" y="38558"/>
                  </a:lnTo>
                  <a:lnTo>
                    <a:pt x="24175" y="24339"/>
                  </a:lnTo>
                  <a:lnTo>
                    <a:pt x="18388" y="23907"/>
                  </a:lnTo>
                  <a:lnTo>
                    <a:pt x="9709" y="21335"/>
                  </a:lnTo>
                  <a:lnTo>
                    <a:pt x="15250" y="13938"/>
                  </a:lnTo>
                  <a:lnTo>
                    <a:pt x="11543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h405"/>
            <p:cNvSpPr/>
            <p:nvPr/>
          </p:nvSpPr>
          <p:spPr>
            <a:xfrm>
              <a:off x="1834376" y="2078656"/>
              <a:ext cx="46220" cy="31988"/>
            </a:xfrm>
            <a:custGeom>
              <a:avLst/>
              <a:pathLst>
                <a:path w="46220" h="31988">
                  <a:moveTo>
                    <a:pt x="33483" y="686"/>
                  </a:moveTo>
                  <a:lnTo>
                    <a:pt x="37998" y="3909"/>
                  </a:lnTo>
                  <a:lnTo>
                    <a:pt x="43255" y="9725"/>
                  </a:lnTo>
                  <a:lnTo>
                    <a:pt x="46220" y="9996"/>
                  </a:lnTo>
                  <a:lnTo>
                    <a:pt x="45032" y="10390"/>
                  </a:lnTo>
                  <a:lnTo>
                    <a:pt x="41310" y="20133"/>
                  </a:lnTo>
                  <a:lnTo>
                    <a:pt x="28289" y="28990"/>
                  </a:lnTo>
                  <a:lnTo>
                    <a:pt x="26917" y="31668"/>
                  </a:lnTo>
                  <a:lnTo>
                    <a:pt x="25811" y="31988"/>
                  </a:lnTo>
                  <a:lnTo>
                    <a:pt x="13380" y="20922"/>
                  </a:lnTo>
                  <a:lnTo>
                    <a:pt x="11232" y="23125"/>
                  </a:lnTo>
                  <a:lnTo>
                    <a:pt x="9586" y="26928"/>
                  </a:lnTo>
                  <a:lnTo>
                    <a:pt x="7755" y="24365"/>
                  </a:lnTo>
                  <a:lnTo>
                    <a:pt x="3976" y="22224"/>
                  </a:lnTo>
                  <a:lnTo>
                    <a:pt x="1652" y="22300"/>
                  </a:lnTo>
                  <a:lnTo>
                    <a:pt x="0" y="19058"/>
                  </a:lnTo>
                  <a:lnTo>
                    <a:pt x="644" y="17542"/>
                  </a:lnTo>
                  <a:lnTo>
                    <a:pt x="5069" y="10393"/>
                  </a:lnTo>
                  <a:lnTo>
                    <a:pt x="8250" y="9486"/>
                  </a:lnTo>
                  <a:lnTo>
                    <a:pt x="12295" y="17692"/>
                  </a:lnTo>
                  <a:lnTo>
                    <a:pt x="17109" y="18936"/>
                  </a:lnTo>
                  <a:lnTo>
                    <a:pt x="19037" y="17691"/>
                  </a:lnTo>
                  <a:lnTo>
                    <a:pt x="21290" y="10155"/>
                  </a:lnTo>
                  <a:lnTo>
                    <a:pt x="24892" y="3782"/>
                  </a:lnTo>
                  <a:lnTo>
                    <a:pt x="27127" y="1894"/>
                  </a:lnTo>
                  <a:lnTo>
                    <a:pt x="27750" y="2613"/>
                  </a:lnTo>
                  <a:lnTo>
                    <a:pt x="29081" y="2162"/>
                  </a:lnTo>
                  <a:lnTo>
                    <a:pt x="3052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h406"/>
            <p:cNvSpPr/>
            <p:nvPr/>
          </p:nvSpPr>
          <p:spPr>
            <a:xfrm>
              <a:off x="1510213" y="1924838"/>
              <a:ext cx="107347" cy="67822"/>
            </a:xfrm>
            <a:custGeom>
              <a:avLst/>
              <a:pathLst>
                <a:path w="107347" h="67822">
                  <a:moveTo>
                    <a:pt x="10124" y="1772"/>
                  </a:moveTo>
                  <a:lnTo>
                    <a:pt x="15890" y="3234"/>
                  </a:lnTo>
                  <a:lnTo>
                    <a:pt x="21329" y="6616"/>
                  </a:lnTo>
                  <a:lnTo>
                    <a:pt x="21793" y="8250"/>
                  </a:lnTo>
                  <a:lnTo>
                    <a:pt x="36221" y="16307"/>
                  </a:lnTo>
                  <a:lnTo>
                    <a:pt x="39961" y="16967"/>
                  </a:lnTo>
                  <a:lnTo>
                    <a:pt x="50860" y="9065"/>
                  </a:lnTo>
                  <a:lnTo>
                    <a:pt x="52353" y="9731"/>
                  </a:lnTo>
                  <a:lnTo>
                    <a:pt x="56474" y="10651"/>
                  </a:lnTo>
                  <a:lnTo>
                    <a:pt x="62923" y="10350"/>
                  </a:lnTo>
                  <a:lnTo>
                    <a:pt x="68958" y="13763"/>
                  </a:lnTo>
                  <a:lnTo>
                    <a:pt x="69590" y="15359"/>
                  </a:lnTo>
                  <a:lnTo>
                    <a:pt x="75053" y="16148"/>
                  </a:lnTo>
                  <a:lnTo>
                    <a:pt x="78937" y="14469"/>
                  </a:lnTo>
                  <a:lnTo>
                    <a:pt x="81864" y="11376"/>
                  </a:lnTo>
                  <a:lnTo>
                    <a:pt x="86154" y="10704"/>
                  </a:lnTo>
                  <a:lnTo>
                    <a:pt x="93827" y="10861"/>
                  </a:lnTo>
                  <a:lnTo>
                    <a:pt x="99551" y="14196"/>
                  </a:lnTo>
                  <a:lnTo>
                    <a:pt x="100995" y="16122"/>
                  </a:lnTo>
                  <a:lnTo>
                    <a:pt x="100499" y="20036"/>
                  </a:lnTo>
                  <a:lnTo>
                    <a:pt x="101702" y="22512"/>
                  </a:lnTo>
                  <a:lnTo>
                    <a:pt x="99425" y="28952"/>
                  </a:lnTo>
                  <a:lnTo>
                    <a:pt x="107347" y="45448"/>
                  </a:lnTo>
                  <a:lnTo>
                    <a:pt x="106685" y="48757"/>
                  </a:lnTo>
                  <a:lnTo>
                    <a:pt x="101428" y="51071"/>
                  </a:lnTo>
                  <a:lnTo>
                    <a:pt x="91628" y="55918"/>
                  </a:lnTo>
                  <a:lnTo>
                    <a:pt x="96748" y="63844"/>
                  </a:lnTo>
                  <a:lnTo>
                    <a:pt x="97773" y="67822"/>
                  </a:lnTo>
                  <a:lnTo>
                    <a:pt x="81115" y="53972"/>
                  </a:lnTo>
                  <a:lnTo>
                    <a:pt x="78644" y="47788"/>
                  </a:lnTo>
                  <a:lnTo>
                    <a:pt x="74025" y="46727"/>
                  </a:lnTo>
                  <a:lnTo>
                    <a:pt x="75159" y="48104"/>
                  </a:lnTo>
                  <a:lnTo>
                    <a:pt x="74109" y="51399"/>
                  </a:lnTo>
                  <a:lnTo>
                    <a:pt x="67833" y="55049"/>
                  </a:lnTo>
                  <a:lnTo>
                    <a:pt x="69163" y="52897"/>
                  </a:lnTo>
                  <a:lnTo>
                    <a:pt x="68889" y="51113"/>
                  </a:lnTo>
                  <a:lnTo>
                    <a:pt x="66483" y="45216"/>
                  </a:lnTo>
                  <a:lnTo>
                    <a:pt x="62446" y="41328"/>
                  </a:lnTo>
                  <a:lnTo>
                    <a:pt x="57363" y="42178"/>
                  </a:lnTo>
                  <a:lnTo>
                    <a:pt x="54449" y="44384"/>
                  </a:lnTo>
                  <a:lnTo>
                    <a:pt x="51269" y="38303"/>
                  </a:lnTo>
                  <a:lnTo>
                    <a:pt x="42160" y="38854"/>
                  </a:lnTo>
                  <a:lnTo>
                    <a:pt x="36321" y="42934"/>
                  </a:lnTo>
                  <a:lnTo>
                    <a:pt x="39059" y="45459"/>
                  </a:lnTo>
                  <a:lnTo>
                    <a:pt x="39547" y="48048"/>
                  </a:lnTo>
                  <a:lnTo>
                    <a:pt x="38547" y="49928"/>
                  </a:lnTo>
                  <a:lnTo>
                    <a:pt x="33811" y="54158"/>
                  </a:lnTo>
                  <a:lnTo>
                    <a:pt x="36912" y="57798"/>
                  </a:lnTo>
                  <a:lnTo>
                    <a:pt x="29177" y="60123"/>
                  </a:lnTo>
                  <a:lnTo>
                    <a:pt x="27402" y="59097"/>
                  </a:lnTo>
                  <a:lnTo>
                    <a:pt x="25463" y="63793"/>
                  </a:lnTo>
                  <a:lnTo>
                    <a:pt x="24014" y="58888"/>
                  </a:lnTo>
                  <a:lnTo>
                    <a:pt x="24758" y="55241"/>
                  </a:lnTo>
                  <a:lnTo>
                    <a:pt x="20964" y="48463"/>
                  </a:lnTo>
                  <a:lnTo>
                    <a:pt x="15482" y="44329"/>
                  </a:lnTo>
                  <a:lnTo>
                    <a:pt x="8181" y="43920"/>
                  </a:lnTo>
                  <a:lnTo>
                    <a:pt x="6085" y="39757"/>
                  </a:lnTo>
                  <a:lnTo>
                    <a:pt x="5536" y="38640"/>
                  </a:lnTo>
                  <a:lnTo>
                    <a:pt x="6843" y="35393"/>
                  </a:lnTo>
                  <a:lnTo>
                    <a:pt x="9717" y="34935"/>
                  </a:lnTo>
                  <a:lnTo>
                    <a:pt x="11855" y="31667"/>
                  </a:lnTo>
                  <a:lnTo>
                    <a:pt x="6613" y="29479"/>
                  </a:lnTo>
                  <a:lnTo>
                    <a:pt x="6151" y="27228"/>
                  </a:lnTo>
                  <a:lnTo>
                    <a:pt x="5804" y="18047"/>
                  </a:lnTo>
                  <a:lnTo>
                    <a:pt x="0" y="12744"/>
                  </a:lnTo>
                  <a:lnTo>
                    <a:pt x="5218" y="9871"/>
                  </a:lnTo>
                  <a:lnTo>
                    <a:pt x="2188" y="6051"/>
                  </a:lnTo>
                  <a:lnTo>
                    <a:pt x="658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h407"/>
            <p:cNvSpPr/>
            <p:nvPr/>
          </p:nvSpPr>
          <p:spPr>
            <a:xfrm>
              <a:off x="1569530" y="1989561"/>
              <a:ext cx="95041" cy="106348"/>
            </a:xfrm>
            <a:custGeom>
              <a:avLst/>
              <a:pathLst>
                <a:path w="95041" h="106348">
                  <a:moveTo>
                    <a:pt x="58749" y="520"/>
                  </a:moveTo>
                  <a:lnTo>
                    <a:pt x="61508" y="4196"/>
                  </a:lnTo>
                  <a:lnTo>
                    <a:pt x="66545" y="4731"/>
                  </a:lnTo>
                  <a:lnTo>
                    <a:pt x="69430" y="976"/>
                  </a:lnTo>
                  <a:lnTo>
                    <a:pt x="71779" y="0"/>
                  </a:lnTo>
                  <a:lnTo>
                    <a:pt x="78412" y="12398"/>
                  </a:lnTo>
                  <a:lnTo>
                    <a:pt x="79554" y="13910"/>
                  </a:lnTo>
                  <a:lnTo>
                    <a:pt x="81400" y="13366"/>
                  </a:lnTo>
                  <a:lnTo>
                    <a:pt x="92300" y="20583"/>
                  </a:lnTo>
                  <a:lnTo>
                    <a:pt x="85671" y="24491"/>
                  </a:lnTo>
                  <a:lnTo>
                    <a:pt x="84371" y="31848"/>
                  </a:lnTo>
                  <a:lnTo>
                    <a:pt x="82217" y="37412"/>
                  </a:lnTo>
                  <a:lnTo>
                    <a:pt x="70403" y="42519"/>
                  </a:lnTo>
                  <a:lnTo>
                    <a:pt x="79530" y="42354"/>
                  </a:lnTo>
                  <a:lnTo>
                    <a:pt x="82332" y="44838"/>
                  </a:lnTo>
                  <a:lnTo>
                    <a:pt x="84262" y="45163"/>
                  </a:lnTo>
                  <a:lnTo>
                    <a:pt x="93813" y="38585"/>
                  </a:lnTo>
                  <a:lnTo>
                    <a:pt x="95041" y="48311"/>
                  </a:lnTo>
                  <a:lnTo>
                    <a:pt x="88505" y="55300"/>
                  </a:lnTo>
                  <a:lnTo>
                    <a:pt x="84194" y="49934"/>
                  </a:lnTo>
                  <a:lnTo>
                    <a:pt x="83277" y="50827"/>
                  </a:lnTo>
                  <a:lnTo>
                    <a:pt x="82694" y="63911"/>
                  </a:lnTo>
                  <a:lnTo>
                    <a:pt x="82119" y="64763"/>
                  </a:lnTo>
                  <a:lnTo>
                    <a:pt x="79965" y="66652"/>
                  </a:lnTo>
                  <a:lnTo>
                    <a:pt x="77241" y="65021"/>
                  </a:lnTo>
                  <a:lnTo>
                    <a:pt x="73294" y="64640"/>
                  </a:lnTo>
                  <a:lnTo>
                    <a:pt x="74768" y="69635"/>
                  </a:lnTo>
                  <a:lnTo>
                    <a:pt x="73537" y="75620"/>
                  </a:lnTo>
                  <a:lnTo>
                    <a:pt x="65049" y="76149"/>
                  </a:lnTo>
                  <a:lnTo>
                    <a:pt x="64634" y="77320"/>
                  </a:lnTo>
                  <a:lnTo>
                    <a:pt x="65864" y="78513"/>
                  </a:lnTo>
                  <a:lnTo>
                    <a:pt x="65130" y="81264"/>
                  </a:lnTo>
                  <a:lnTo>
                    <a:pt x="62581" y="83409"/>
                  </a:lnTo>
                  <a:lnTo>
                    <a:pt x="60157" y="82184"/>
                  </a:lnTo>
                  <a:lnTo>
                    <a:pt x="57570" y="83434"/>
                  </a:lnTo>
                  <a:lnTo>
                    <a:pt x="56689" y="85163"/>
                  </a:lnTo>
                  <a:lnTo>
                    <a:pt x="55355" y="102637"/>
                  </a:lnTo>
                  <a:lnTo>
                    <a:pt x="51474" y="104556"/>
                  </a:lnTo>
                  <a:lnTo>
                    <a:pt x="43975" y="106348"/>
                  </a:lnTo>
                  <a:lnTo>
                    <a:pt x="37573" y="98145"/>
                  </a:lnTo>
                  <a:lnTo>
                    <a:pt x="31661" y="98262"/>
                  </a:lnTo>
                  <a:lnTo>
                    <a:pt x="30444" y="94589"/>
                  </a:lnTo>
                  <a:lnTo>
                    <a:pt x="23760" y="95491"/>
                  </a:lnTo>
                  <a:lnTo>
                    <a:pt x="21766" y="92834"/>
                  </a:lnTo>
                  <a:lnTo>
                    <a:pt x="21524" y="85937"/>
                  </a:lnTo>
                  <a:lnTo>
                    <a:pt x="27917" y="81403"/>
                  </a:lnTo>
                  <a:lnTo>
                    <a:pt x="26323" y="76085"/>
                  </a:lnTo>
                  <a:lnTo>
                    <a:pt x="21125" y="74862"/>
                  </a:lnTo>
                  <a:lnTo>
                    <a:pt x="11176" y="77291"/>
                  </a:lnTo>
                  <a:lnTo>
                    <a:pt x="1291" y="77433"/>
                  </a:lnTo>
                  <a:lnTo>
                    <a:pt x="0" y="76702"/>
                  </a:lnTo>
                  <a:lnTo>
                    <a:pt x="1776" y="73887"/>
                  </a:lnTo>
                  <a:lnTo>
                    <a:pt x="8219" y="69976"/>
                  </a:lnTo>
                  <a:lnTo>
                    <a:pt x="9630" y="74664"/>
                  </a:lnTo>
                  <a:lnTo>
                    <a:pt x="16277" y="72237"/>
                  </a:lnTo>
                  <a:lnTo>
                    <a:pt x="18767" y="69432"/>
                  </a:lnTo>
                  <a:lnTo>
                    <a:pt x="24313" y="67539"/>
                  </a:lnTo>
                  <a:lnTo>
                    <a:pt x="20062" y="59278"/>
                  </a:lnTo>
                  <a:lnTo>
                    <a:pt x="24547" y="48761"/>
                  </a:lnTo>
                  <a:lnTo>
                    <a:pt x="24207" y="46602"/>
                  </a:lnTo>
                  <a:lnTo>
                    <a:pt x="21192" y="44955"/>
                  </a:lnTo>
                  <a:lnTo>
                    <a:pt x="27524" y="39305"/>
                  </a:lnTo>
                  <a:lnTo>
                    <a:pt x="29817" y="35097"/>
                  </a:lnTo>
                  <a:lnTo>
                    <a:pt x="35799" y="36376"/>
                  </a:lnTo>
                  <a:lnTo>
                    <a:pt x="42781" y="34191"/>
                  </a:lnTo>
                  <a:lnTo>
                    <a:pt x="43637" y="31018"/>
                  </a:lnTo>
                  <a:lnTo>
                    <a:pt x="42035" y="23881"/>
                  </a:lnTo>
                  <a:lnTo>
                    <a:pt x="42678" y="20594"/>
                  </a:lnTo>
                  <a:lnTo>
                    <a:pt x="46977" y="4474"/>
                  </a:lnTo>
                  <a:lnTo>
                    <a:pt x="48051" y="2263"/>
                  </a:lnTo>
                  <a:lnTo>
                    <a:pt x="49429" y="1931"/>
                  </a:lnTo>
                  <a:lnTo>
                    <a:pt x="51366" y="698"/>
                  </a:lnTo>
                  <a:lnTo>
                    <a:pt x="53550" y="1748"/>
                  </a:lnTo>
                  <a:lnTo>
                    <a:pt x="54561" y="3397"/>
                  </a:lnTo>
                  <a:lnTo>
                    <a:pt x="55985" y="3714"/>
                  </a:lnTo>
                  <a:lnTo>
                    <a:pt x="57324" y="1911"/>
                  </a:lnTo>
                  <a:lnTo>
                    <a:pt x="57605" y="2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h408"/>
            <p:cNvSpPr/>
            <p:nvPr/>
          </p:nvSpPr>
          <p:spPr>
            <a:xfrm>
              <a:off x="1861294" y="2088653"/>
              <a:ext cx="31778" cy="35926"/>
            </a:xfrm>
            <a:custGeom>
              <a:avLst/>
              <a:pathLst>
                <a:path w="31778" h="35926">
                  <a:moveTo>
                    <a:pt x="18342" y="661"/>
                  </a:moveTo>
                  <a:lnTo>
                    <a:pt x="23735" y="3156"/>
                  </a:lnTo>
                  <a:lnTo>
                    <a:pt x="28476" y="9763"/>
                  </a:lnTo>
                  <a:lnTo>
                    <a:pt x="27173" y="13861"/>
                  </a:lnTo>
                  <a:lnTo>
                    <a:pt x="29679" y="14129"/>
                  </a:lnTo>
                  <a:lnTo>
                    <a:pt x="31778" y="17771"/>
                  </a:lnTo>
                  <a:lnTo>
                    <a:pt x="29650" y="22846"/>
                  </a:lnTo>
                  <a:lnTo>
                    <a:pt x="25195" y="24861"/>
                  </a:lnTo>
                  <a:lnTo>
                    <a:pt x="22562" y="23870"/>
                  </a:lnTo>
                  <a:lnTo>
                    <a:pt x="19367" y="24263"/>
                  </a:lnTo>
                  <a:lnTo>
                    <a:pt x="15736" y="30906"/>
                  </a:lnTo>
                  <a:lnTo>
                    <a:pt x="17779" y="35926"/>
                  </a:lnTo>
                  <a:lnTo>
                    <a:pt x="13318" y="31865"/>
                  </a:lnTo>
                  <a:lnTo>
                    <a:pt x="7522" y="24306"/>
                  </a:lnTo>
                  <a:lnTo>
                    <a:pt x="0" y="21671"/>
                  </a:lnTo>
                  <a:lnTo>
                    <a:pt x="1372" y="18993"/>
                  </a:lnTo>
                  <a:lnTo>
                    <a:pt x="14393" y="10136"/>
                  </a:lnTo>
                  <a:lnTo>
                    <a:pt x="18114" y="393"/>
                  </a:lnTo>
                  <a:lnTo>
                    <a:pt x="1930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h409"/>
            <p:cNvSpPr/>
            <p:nvPr/>
          </p:nvSpPr>
          <p:spPr>
            <a:xfrm>
              <a:off x="1877030" y="2091933"/>
              <a:ext cx="56013" cy="52554"/>
            </a:xfrm>
            <a:custGeom>
              <a:avLst/>
              <a:pathLst>
                <a:path w="56013" h="52554">
                  <a:moveTo>
                    <a:pt x="36646" y="3824"/>
                  </a:moveTo>
                  <a:lnTo>
                    <a:pt x="45101" y="7974"/>
                  </a:lnTo>
                  <a:lnTo>
                    <a:pt x="53957" y="10826"/>
                  </a:lnTo>
                  <a:lnTo>
                    <a:pt x="56013" y="15253"/>
                  </a:lnTo>
                  <a:lnTo>
                    <a:pt x="54259" y="16745"/>
                  </a:lnTo>
                  <a:lnTo>
                    <a:pt x="55008" y="18966"/>
                  </a:lnTo>
                  <a:lnTo>
                    <a:pt x="55961" y="18555"/>
                  </a:lnTo>
                  <a:lnTo>
                    <a:pt x="54003" y="20544"/>
                  </a:lnTo>
                  <a:lnTo>
                    <a:pt x="52351" y="26282"/>
                  </a:lnTo>
                  <a:lnTo>
                    <a:pt x="52597" y="28734"/>
                  </a:lnTo>
                  <a:lnTo>
                    <a:pt x="53642" y="30969"/>
                  </a:lnTo>
                  <a:lnTo>
                    <a:pt x="54613" y="31426"/>
                  </a:lnTo>
                  <a:lnTo>
                    <a:pt x="54736" y="33489"/>
                  </a:lnTo>
                  <a:lnTo>
                    <a:pt x="53443" y="35996"/>
                  </a:lnTo>
                  <a:lnTo>
                    <a:pt x="45879" y="42437"/>
                  </a:lnTo>
                  <a:lnTo>
                    <a:pt x="41020" y="47894"/>
                  </a:lnTo>
                  <a:lnTo>
                    <a:pt x="47788" y="49842"/>
                  </a:lnTo>
                  <a:lnTo>
                    <a:pt x="47176" y="51742"/>
                  </a:lnTo>
                  <a:lnTo>
                    <a:pt x="45482" y="52554"/>
                  </a:lnTo>
                  <a:lnTo>
                    <a:pt x="41366" y="51036"/>
                  </a:lnTo>
                  <a:lnTo>
                    <a:pt x="37307" y="51499"/>
                  </a:lnTo>
                  <a:lnTo>
                    <a:pt x="28401" y="48327"/>
                  </a:lnTo>
                  <a:lnTo>
                    <a:pt x="20540" y="30159"/>
                  </a:lnTo>
                  <a:lnTo>
                    <a:pt x="22491" y="39220"/>
                  </a:lnTo>
                  <a:lnTo>
                    <a:pt x="17248" y="38857"/>
                  </a:lnTo>
                  <a:lnTo>
                    <a:pt x="10384" y="33917"/>
                  </a:lnTo>
                  <a:lnTo>
                    <a:pt x="7696" y="27942"/>
                  </a:lnTo>
                  <a:lnTo>
                    <a:pt x="5697" y="25793"/>
                  </a:lnTo>
                  <a:lnTo>
                    <a:pt x="1556" y="26527"/>
                  </a:lnTo>
                  <a:lnTo>
                    <a:pt x="0" y="27626"/>
                  </a:lnTo>
                  <a:lnTo>
                    <a:pt x="3631" y="20983"/>
                  </a:lnTo>
                  <a:lnTo>
                    <a:pt x="6826" y="20590"/>
                  </a:lnTo>
                  <a:lnTo>
                    <a:pt x="9458" y="21581"/>
                  </a:lnTo>
                  <a:lnTo>
                    <a:pt x="13913" y="19566"/>
                  </a:lnTo>
                  <a:lnTo>
                    <a:pt x="16042" y="14491"/>
                  </a:lnTo>
                  <a:lnTo>
                    <a:pt x="13943" y="10849"/>
                  </a:lnTo>
                  <a:lnTo>
                    <a:pt x="11437" y="10581"/>
                  </a:lnTo>
                  <a:lnTo>
                    <a:pt x="12739" y="6483"/>
                  </a:lnTo>
                  <a:lnTo>
                    <a:pt x="13254" y="4405"/>
                  </a:lnTo>
                  <a:lnTo>
                    <a:pt x="20074" y="2570"/>
                  </a:lnTo>
                  <a:lnTo>
                    <a:pt x="23142" y="5548"/>
                  </a:lnTo>
                  <a:lnTo>
                    <a:pt x="26697" y="5886"/>
                  </a:lnTo>
                  <a:lnTo>
                    <a:pt x="27211" y="2280"/>
                  </a:lnTo>
                  <a:lnTo>
                    <a:pt x="29307" y="944"/>
                  </a:lnTo>
                  <a:lnTo>
                    <a:pt x="3108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h410"/>
            <p:cNvSpPr/>
            <p:nvPr/>
          </p:nvSpPr>
          <p:spPr>
            <a:xfrm>
              <a:off x="1898969" y="1886441"/>
              <a:ext cx="39509" cy="32088"/>
            </a:xfrm>
            <a:custGeom>
              <a:avLst/>
              <a:pathLst>
                <a:path w="39509" h="32088">
                  <a:moveTo>
                    <a:pt x="21964" y="3241"/>
                  </a:moveTo>
                  <a:lnTo>
                    <a:pt x="23183" y="10053"/>
                  </a:lnTo>
                  <a:lnTo>
                    <a:pt x="22407" y="11539"/>
                  </a:lnTo>
                  <a:lnTo>
                    <a:pt x="31419" y="19419"/>
                  </a:lnTo>
                  <a:lnTo>
                    <a:pt x="30867" y="21794"/>
                  </a:lnTo>
                  <a:lnTo>
                    <a:pt x="31728" y="23007"/>
                  </a:lnTo>
                  <a:lnTo>
                    <a:pt x="39509" y="25955"/>
                  </a:lnTo>
                  <a:lnTo>
                    <a:pt x="39455" y="28427"/>
                  </a:lnTo>
                  <a:lnTo>
                    <a:pt x="34967" y="30696"/>
                  </a:lnTo>
                  <a:lnTo>
                    <a:pt x="31521" y="27083"/>
                  </a:lnTo>
                  <a:lnTo>
                    <a:pt x="30157" y="27030"/>
                  </a:lnTo>
                  <a:lnTo>
                    <a:pt x="23439" y="28809"/>
                  </a:lnTo>
                  <a:lnTo>
                    <a:pt x="21219" y="32008"/>
                  </a:lnTo>
                  <a:lnTo>
                    <a:pt x="17230" y="32088"/>
                  </a:lnTo>
                  <a:lnTo>
                    <a:pt x="16671" y="29561"/>
                  </a:lnTo>
                  <a:lnTo>
                    <a:pt x="14993" y="27535"/>
                  </a:lnTo>
                  <a:lnTo>
                    <a:pt x="11566" y="26136"/>
                  </a:lnTo>
                  <a:lnTo>
                    <a:pt x="8185" y="22659"/>
                  </a:lnTo>
                  <a:lnTo>
                    <a:pt x="3013" y="15489"/>
                  </a:lnTo>
                  <a:lnTo>
                    <a:pt x="0" y="8990"/>
                  </a:lnTo>
                  <a:lnTo>
                    <a:pt x="6634" y="6421"/>
                  </a:lnTo>
                  <a:lnTo>
                    <a:pt x="13182" y="1574"/>
                  </a:lnTo>
                  <a:lnTo>
                    <a:pt x="1747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h411"/>
            <p:cNvSpPr/>
            <p:nvPr/>
          </p:nvSpPr>
          <p:spPr>
            <a:xfrm>
              <a:off x="1609017" y="2096520"/>
              <a:ext cx="83427" cy="68664"/>
            </a:xfrm>
            <a:custGeom>
              <a:avLst/>
              <a:pathLst>
                <a:path w="83427" h="68664">
                  <a:moveTo>
                    <a:pt x="44190" y="4358"/>
                  </a:moveTo>
                  <a:lnTo>
                    <a:pt x="55416" y="9767"/>
                  </a:lnTo>
                  <a:lnTo>
                    <a:pt x="56835" y="10078"/>
                  </a:lnTo>
                  <a:lnTo>
                    <a:pt x="57833" y="9300"/>
                  </a:lnTo>
                  <a:lnTo>
                    <a:pt x="67457" y="15305"/>
                  </a:lnTo>
                  <a:lnTo>
                    <a:pt x="71107" y="13771"/>
                  </a:lnTo>
                  <a:lnTo>
                    <a:pt x="78145" y="15892"/>
                  </a:lnTo>
                  <a:lnTo>
                    <a:pt x="79798" y="17130"/>
                  </a:lnTo>
                  <a:lnTo>
                    <a:pt x="80568" y="19590"/>
                  </a:lnTo>
                  <a:lnTo>
                    <a:pt x="80086" y="21377"/>
                  </a:lnTo>
                  <a:lnTo>
                    <a:pt x="83427" y="22143"/>
                  </a:lnTo>
                  <a:lnTo>
                    <a:pt x="80583" y="30456"/>
                  </a:lnTo>
                  <a:lnTo>
                    <a:pt x="82736" y="32415"/>
                  </a:lnTo>
                  <a:lnTo>
                    <a:pt x="82254" y="40910"/>
                  </a:lnTo>
                  <a:lnTo>
                    <a:pt x="79538" y="41293"/>
                  </a:lnTo>
                  <a:lnTo>
                    <a:pt x="77022" y="40571"/>
                  </a:lnTo>
                  <a:lnTo>
                    <a:pt x="74478" y="30811"/>
                  </a:lnTo>
                  <a:lnTo>
                    <a:pt x="69194" y="30685"/>
                  </a:lnTo>
                  <a:lnTo>
                    <a:pt x="62593" y="37889"/>
                  </a:lnTo>
                  <a:lnTo>
                    <a:pt x="66684" y="41706"/>
                  </a:lnTo>
                  <a:lnTo>
                    <a:pt x="58661" y="49353"/>
                  </a:lnTo>
                  <a:lnTo>
                    <a:pt x="57739" y="51499"/>
                  </a:lnTo>
                  <a:lnTo>
                    <a:pt x="57893" y="53888"/>
                  </a:lnTo>
                  <a:lnTo>
                    <a:pt x="52147" y="54955"/>
                  </a:lnTo>
                  <a:lnTo>
                    <a:pt x="54570" y="65294"/>
                  </a:lnTo>
                  <a:lnTo>
                    <a:pt x="44360" y="59474"/>
                  </a:lnTo>
                  <a:lnTo>
                    <a:pt x="43375" y="56199"/>
                  </a:lnTo>
                  <a:lnTo>
                    <a:pt x="44288" y="51441"/>
                  </a:lnTo>
                  <a:lnTo>
                    <a:pt x="39198" y="54203"/>
                  </a:lnTo>
                  <a:lnTo>
                    <a:pt x="35906" y="58695"/>
                  </a:lnTo>
                  <a:lnTo>
                    <a:pt x="29075" y="58768"/>
                  </a:lnTo>
                  <a:lnTo>
                    <a:pt x="21832" y="57784"/>
                  </a:lnTo>
                  <a:lnTo>
                    <a:pt x="18029" y="65685"/>
                  </a:lnTo>
                  <a:lnTo>
                    <a:pt x="17785" y="68664"/>
                  </a:lnTo>
                  <a:lnTo>
                    <a:pt x="5275" y="48146"/>
                  </a:lnTo>
                  <a:lnTo>
                    <a:pt x="6911" y="46980"/>
                  </a:lnTo>
                  <a:lnTo>
                    <a:pt x="10537" y="44280"/>
                  </a:lnTo>
                  <a:lnTo>
                    <a:pt x="12405" y="39655"/>
                  </a:lnTo>
                  <a:lnTo>
                    <a:pt x="11715" y="37260"/>
                  </a:lnTo>
                  <a:lnTo>
                    <a:pt x="6334" y="28582"/>
                  </a:lnTo>
                  <a:lnTo>
                    <a:pt x="0" y="20637"/>
                  </a:lnTo>
                  <a:lnTo>
                    <a:pt x="6776" y="15324"/>
                  </a:lnTo>
                  <a:lnTo>
                    <a:pt x="7448" y="13244"/>
                  </a:lnTo>
                  <a:lnTo>
                    <a:pt x="8963" y="13030"/>
                  </a:lnTo>
                  <a:lnTo>
                    <a:pt x="9009" y="6171"/>
                  </a:lnTo>
                  <a:lnTo>
                    <a:pt x="15054" y="4851"/>
                  </a:lnTo>
                  <a:lnTo>
                    <a:pt x="21122" y="6056"/>
                  </a:lnTo>
                  <a:lnTo>
                    <a:pt x="23367" y="9400"/>
                  </a:lnTo>
                  <a:lnTo>
                    <a:pt x="23987" y="12930"/>
                  </a:lnTo>
                  <a:lnTo>
                    <a:pt x="17175" y="16450"/>
                  </a:lnTo>
                  <a:lnTo>
                    <a:pt x="14300" y="22528"/>
                  </a:lnTo>
                  <a:lnTo>
                    <a:pt x="20013" y="29262"/>
                  </a:lnTo>
                  <a:lnTo>
                    <a:pt x="21980" y="28945"/>
                  </a:lnTo>
                  <a:lnTo>
                    <a:pt x="21691" y="25618"/>
                  </a:lnTo>
                  <a:lnTo>
                    <a:pt x="23762" y="21134"/>
                  </a:lnTo>
                  <a:lnTo>
                    <a:pt x="29394" y="21240"/>
                  </a:lnTo>
                  <a:lnTo>
                    <a:pt x="31068" y="19126"/>
                  </a:lnTo>
                  <a:lnTo>
                    <a:pt x="34045" y="10672"/>
                  </a:lnTo>
                  <a:lnTo>
                    <a:pt x="31260" y="5967"/>
                  </a:lnTo>
                  <a:lnTo>
                    <a:pt x="30763" y="3075"/>
                  </a:lnTo>
                  <a:lnTo>
                    <a:pt x="3186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h412"/>
            <p:cNvSpPr/>
            <p:nvPr/>
          </p:nvSpPr>
          <p:spPr>
            <a:xfrm>
              <a:off x="1500300" y="1888984"/>
              <a:ext cx="76882" cy="52821"/>
            </a:xfrm>
            <a:custGeom>
              <a:avLst/>
              <a:pathLst>
                <a:path w="76882" h="52821">
                  <a:moveTo>
                    <a:pt x="73864" y="3037"/>
                  </a:moveTo>
                  <a:lnTo>
                    <a:pt x="69290" y="3310"/>
                  </a:lnTo>
                  <a:lnTo>
                    <a:pt x="70485" y="8886"/>
                  </a:lnTo>
                  <a:lnTo>
                    <a:pt x="68484" y="21070"/>
                  </a:lnTo>
                  <a:lnTo>
                    <a:pt x="73455" y="25486"/>
                  </a:lnTo>
                  <a:lnTo>
                    <a:pt x="76882" y="32398"/>
                  </a:lnTo>
                  <a:lnTo>
                    <a:pt x="73944" y="33232"/>
                  </a:lnTo>
                  <a:lnTo>
                    <a:pt x="72696" y="37526"/>
                  </a:lnTo>
                  <a:lnTo>
                    <a:pt x="73705" y="40765"/>
                  </a:lnTo>
                  <a:lnTo>
                    <a:pt x="72038" y="42702"/>
                  </a:lnTo>
                  <a:lnTo>
                    <a:pt x="69615" y="41982"/>
                  </a:lnTo>
                  <a:lnTo>
                    <a:pt x="64417" y="43779"/>
                  </a:lnTo>
                  <a:lnTo>
                    <a:pt x="62266" y="45584"/>
                  </a:lnTo>
                  <a:lnTo>
                    <a:pt x="60773" y="44919"/>
                  </a:lnTo>
                  <a:lnTo>
                    <a:pt x="49874" y="52821"/>
                  </a:lnTo>
                  <a:lnTo>
                    <a:pt x="46134" y="52160"/>
                  </a:lnTo>
                  <a:lnTo>
                    <a:pt x="31706" y="44104"/>
                  </a:lnTo>
                  <a:lnTo>
                    <a:pt x="31242" y="42469"/>
                  </a:lnTo>
                  <a:lnTo>
                    <a:pt x="25803" y="39088"/>
                  </a:lnTo>
                  <a:lnTo>
                    <a:pt x="20037" y="37626"/>
                  </a:lnTo>
                  <a:lnTo>
                    <a:pt x="16502" y="35853"/>
                  </a:lnTo>
                  <a:lnTo>
                    <a:pt x="12101" y="41904"/>
                  </a:lnTo>
                  <a:lnTo>
                    <a:pt x="15131" y="45724"/>
                  </a:lnTo>
                  <a:lnTo>
                    <a:pt x="9912" y="48598"/>
                  </a:lnTo>
                  <a:lnTo>
                    <a:pt x="8371" y="48361"/>
                  </a:lnTo>
                  <a:lnTo>
                    <a:pt x="3931" y="43103"/>
                  </a:lnTo>
                  <a:lnTo>
                    <a:pt x="2326" y="33401"/>
                  </a:lnTo>
                  <a:lnTo>
                    <a:pt x="0" y="25762"/>
                  </a:lnTo>
                  <a:lnTo>
                    <a:pt x="1050" y="21333"/>
                  </a:lnTo>
                  <a:lnTo>
                    <a:pt x="1596" y="19176"/>
                  </a:lnTo>
                  <a:lnTo>
                    <a:pt x="1379" y="7720"/>
                  </a:lnTo>
                  <a:lnTo>
                    <a:pt x="7640" y="10537"/>
                  </a:lnTo>
                  <a:lnTo>
                    <a:pt x="11219" y="9411"/>
                  </a:lnTo>
                  <a:lnTo>
                    <a:pt x="13698" y="11501"/>
                  </a:lnTo>
                  <a:lnTo>
                    <a:pt x="27530" y="13318"/>
                  </a:lnTo>
                  <a:lnTo>
                    <a:pt x="32886" y="11743"/>
                  </a:lnTo>
                  <a:lnTo>
                    <a:pt x="38228" y="11415"/>
                  </a:lnTo>
                  <a:lnTo>
                    <a:pt x="45838" y="7574"/>
                  </a:lnTo>
                  <a:lnTo>
                    <a:pt x="51106" y="9379"/>
                  </a:lnTo>
                  <a:lnTo>
                    <a:pt x="51966" y="3677"/>
                  </a:lnTo>
                  <a:lnTo>
                    <a:pt x="55838" y="2232"/>
                  </a:lnTo>
                  <a:lnTo>
                    <a:pt x="61772" y="6388"/>
                  </a:lnTo>
                  <a:lnTo>
                    <a:pt x="65509" y="4359"/>
                  </a:lnTo>
                  <a:lnTo>
                    <a:pt x="7035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h413"/>
            <p:cNvSpPr/>
            <p:nvPr/>
          </p:nvSpPr>
          <p:spPr>
            <a:xfrm>
              <a:off x="1672397" y="1737118"/>
              <a:ext cx="135389" cy="106426"/>
            </a:xfrm>
            <a:custGeom>
              <a:avLst/>
              <a:pathLst>
                <a:path w="135389" h="106426">
                  <a:moveTo>
                    <a:pt x="67482" y="2087"/>
                  </a:moveTo>
                  <a:lnTo>
                    <a:pt x="66861" y="3161"/>
                  </a:lnTo>
                  <a:lnTo>
                    <a:pt x="75682" y="2942"/>
                  </a:lnTo>
                  <a:lnTo>
                    <a:pt x="77995" y="7270"/>
                  </a:lnTo>
                  <a:lnTo>
                    <a:pt x="84076" y="6809"/>
                  </a:lnTo>
                  <a:lnTo>
                    <a:pt x="89839" y="8285"/>
                  </a:lnTo>
                  <a:lnTo>
                    <a:pt x="94313" y="4259"/>
                  </a:lnTo>
                  <a:lnTo>
                    <a:pt x="99998" y="5007"/>
                  </a:lnTo>
                  <a:lnTo>
                    <a:pt x="104754" y="7784"/>
                  </a:lnTo>
                  <a:lnTo>
                    <a:pt x="115631" y="2019"/>
                  </a:lnTo>
                  <a:lnTo>
                    <a:pt x="129207" y="3357"/>
                  </a:lnTo>
                  <a:lnTo>
                    <a:pt x="135389" y="3148"/>
                  </a:lnTo>
                  <a:lnTo>
                    <a:pt x="131960" y="5657"/>
                  </a:lnTo>
                  <a:lnTo>
                    <a:pt x="126470" y="6631"/>
                  </a:lnTo>
                  <a:lnTo>
                    <a:pt x="126316" y="15653"/>
                  </a:lnTo>
                  <a:lnTo>
                    <a:pt x="123054" y="15805"/>
                  </a:lnTo>
                  <a:lnTo>
                    <a:pt x="122616" y="17635"/>
                  </a:lnTo>
                  <a:lnTo>
                    <a:pt x="121420" y="24716"/>
                  </a:lnTo>
                  <a:lnTo>
                    <a:pt x="122737" y="34576"/>
                  </a:lnTo>
                  <a:lnTo>
                    <a:pt x="122089" y="40957"/>
                  </a:lnTo>
                  <a:lnTo>
                    <a:pt x="127497" y="41768"/>
                  </a:lnTo>
                  <a:lnTo>
                    <a:pt x="126182" y="49665"/>
                  </a:lnTo>
                  <a:lnTo>
                    <a:pt x="124676" y="51542"/>
                  </a:lnTo>
                  <a:lnTo>
                    <a:pt x="122608" y="52060"/>
                  </a:lnTo>
                  <a:lnTo>
                    <a:pt x="117035" y="49696"/>
                  </a:lnTo>
                  <a:lnTo>
                    <a:pt x="114158" y="46969"/>
                  </a:lnTo>
                  <a:lnTo>
                    <a:pt x="112573" y="43352"/>
                  </a:lnTo>
                  <a:lnTo>
                    <a:pt x="108032" y="40643"/>
                  </a:lnTo>
                  <a:lnTo>
                    <a:pt x="94396" y="40892"/>
                  </a:lnTo>
                  <a:lnTo>
                    <a:pt x="94348" y="42244"/>
                  </a:lnTo>
                  <a:lnTo>
                    <a:pt x="99769" y="41954"/>
                  </a:lnTo>
                  <a:lnTo>
                    <a:pt x="101270" y="48452"/>
                  </a:lnTo>
                  <a:lnTo>
                    <a:pt x="94613" y="48459"/>
                  </a:lnTo>
                  <a:lnTo>
                    <a:pt x="94717" y="56897"/>
                  </a:lnTo>
                  <a:lnTo>
                    <a:pt x="95923" y="57879"/>
                  </a:lnTo>
                  <a:lnTo>
                    <a:pt x="87663" y="65125"/>
                  </a:lnTo>
                  <a:lnTo>
                    <a:pt x="82709" y="59939"/>
                  </a:lnTo>
                  <a:lnTo>
                    <a:pt x="78220" y="61328"/>
                  </a:lnTo>
                  <a:lnTo>
                    <a:pt x="73783" y="60029"/>
                  </a:lnTo>
                  <a:lnTo>
                    <a:pt x="67072" y="55718"/>
                  </a:lnTo>
                  <a:lnTo>
                    <a:pt x="67367" y="49680"/>
                  </a:lnTo>
                  <a:lnTo>
                    <a:pt x="65856" y="49493"/>
                  </a:lnTo>
                  <a:lnTo>
                    <a:pt x="60319" y="60845"/>
                  </a:lnTo>
                  <a:lnTo>
                    <a:pt x="55052" y="60925"/>
                  </a:lnTo>
                  <a:lnTo>
                    <a:pt x="53796" y="60060"/>
                  </a:lnTo>
                  <a:lnTo>
                    <a:pt x="47820" y="59204"/>
                  </a:lnTo>
                  <a:lnTo>
                    <a:pt x="43158" y="65400"/>
                  </a:lnTo>
                  <a:lnTo>
                    <a:pt x="36247" y="63891"/>
                  </a:lnTo>
                  <a:lnTo>
                    <a:pt x="32205" y="66429"/>
                  </a:lnTo>
                  <a:lnTo>
                    <a:pt x="32694" y="68939"/>
                  </a:lnTo>
                  <a:lnTo>
                    <a:pt x="34370" y="71286"/>
                  </a:lnTo>
                  <a:lnTo>
                    <a:pt x="33292" y="75114"/>
                  </a:lnTo>
                  <a:lnTo>
                    <a:pt x="26826" y="73802"/>
                  </a:lnTo>
                  <a:lnTo>
                    <a:pt x="23285" y="74188"/>
                  </a:lnTo>
                  <a:lnTo>
                    <a:pt x="20089" y="77240"/>
                  </a:lnTo>
                  <a:lnTo>
                    <a:pt x="19976" y="80926"/>
                  </a:lnTo>
                  <a:lnTo>
                    <a:pt x="23347" y="81032"/>
                  </a:lnTo>
                  <a:lnTo>
                    <a:pt x="24128" y="85293"/>
                  </a:lnTo>
                  <a:lnTo>
                    <a:pt x="20812" y="85473"/>
                  </a:lnTo>
                  <a:lnTo>
                    <a:pt x="23205" y="96317"/>
                  </a:lnTo>
                  <a:lnTo>
                    <a:pt x="22228" y="98954"/>
                  </a:lnTo>
                  <a:lnTo>
                    <a:pt x="20277" y="101367"/>
                  </a:lnTo>
                  <a:lnTo>
                    <a:pt x="19807" y="101209"/>
                  </a:lnTo>
                  <a:lnTo>
                    <a:pt x="19076" y="104082"/>
                  </a:lnTo>
                  <a:lnTo>
                    <a:pt x="19386" y="106426"/>
                  </a:lnTo>
                  <a:lnTo>
                    <a:pt x="11896" y="104551"/>
                  </a:lnTo>
                  <a:lnTo>
                    <a:pt x="9733" y="98958"/>
                  </a:lnTo>
                  <a:lnTo>
                    <a:pt x="12413" y="93353"/>
                  </a:lnTo>
                  <a:lnTo>
                    <a:pt x="17682" y="89901"/>
                  </a:lnTo>
                  <a:lnTo>
                    <a:pt x="15624" y="85912"/>
                  </a:lnTo>
                  <a:lnTo>
                    <a:pt x="9635" y="87967"/>
                  </a:lnTo>
                  <a:lnTo>
                    <a:pt x="6646" y="86611"/>
                  </a:lnTo>
                  <a:lnTo>
                    <a:pt x="4851" y="84183"/>
                  </a:lnTo>
                  <a:lnTo>
                    <a:pt x="4025" y="82869"/>
                  </a:lnTo>
                  <a:lnTo>
                    <a:pt x="6153" y="81845"/>
                  </a:lnTo>
                  <a:lnTo>
                    <a:pt x="6469" y="80964"/>
                  </a:lnTo>
                  <a:lnTo>
                    <a:pt x="4183" y="79700"/>
                  </a:lnTo>
                  <a:lnTo>
                    <a:pt x="7913" y="76590"/>
                  </a:lnTo>
                  <a:lnTo>
                    <a:pt x="6085" y="73163"/>
                  </a:lnTo>
                  <a:lnTo>
                    <a:pt x="7264" y="67309"/>
                  </a:lnTo>
                  <a:lnTo>
                    <a:pt x="5465" y="64030"/>
                  </a:lnTo>
                  <a:lnTo>
                    <a:pt x="0" y="60321"/>
                  </a:lnTo>
                  <a:lnTo>
                    <a:pt x="3076" y="55958"/>
                  </a:lnTo>
                  <a:lnTo>
                    <a:pt x="4513" y="49606"/>
                  </a:lnTo>
                  <a:lnTo>
                    <a:pt x="10128" y="25648"/>
                  </a:lnTo>
                  <a:lnTo>
                    <a:pt x="6857" y="25043"/>
                  </a:lnTo>
                  <a:lnTo>
                    <a:pt x="8152" y="18192"/>
                  </a:lnTo>
                  <a:lnTo>
                    <a:pt x="10312" y="9819"/>
                  </a:lnTo>
                  <a:lnTo>
                    <a:pt x="14712" y="11713"/>
                  </a:lnTo>
                  <a:lnTo>
                    <a:pt x="23188" y="7352"/>
                  </a:lnTo>
                  <a:lnTo>
                    <a:pt x="29306" y="6726"/>
                  </a:lnTo>
                  <a:lnTo>
                    <a:pt x="32581" y="6644"/>
                  </a:lnTo>
                  <a:lnTo>
                    <a:pt x="36118" y="2786"/>
                  </a:lnTo>
                  <a:lnTo>
                    <a:pt x="39568" y="1442"/>
                  </a:lnTo>
                  <a:lnTo>
                    <a:pt x="54187" y="2263"/>
                  </a:lnTo>
                  <a:lnTo>
                    <a:pt x="6576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h414"/>
            <p:cNvSpPr/>
            <p:nvPr/>
          </p:nvSpPr>
          <p:spPr>
            <a:xfrm>
              <a:off x="1626803" y="2115480"/>
              <a:ext cx="174769" cy="150510"/>
            </a:xfrm>
            <a:custGeom>
              <a:avLst/>
              <a:pathLst>
                <a:path w="174769" h="150510">
                  <a:moveTo>
                    <a:pt x="65375" y="0"/>
                  </a:moveTo>
                  <a:lnTo>
                    <a:pt x="69826" y="1067"/>
                  </a:lnTo>
                  <a:lnTo>
                    <a:pt x="74288" y="5687"/>
                  </a:lnTo>
                  <a:lnTo>
                    <a:pt x="79140" y="8689"/>
                  </a:lnTo>
                  <a:lnTo>
                    <a:pt x="85235" y="6417"/>
                  </a:lnTo>
                  <a:lnTo>
                    <a:pt x="90842" y="6484"/>
                  </a:lnTo>
                  <a:lnTo>
                    <a:pt x="96774" y="2997"/>
                  </a:lnTo>
                  <a:lnTo>
                    <a:pt x="104366" y="4193"/>
                  </a:lnTo>
                  <a:lnTo>
                    <a:pt x="106606" y="3601"/>
                  </a:lnTo>
                  <a:lnTo>
                    <a:pt x="111641" y="5470"/>
                  </a:lnTo>
                  <a:lnTo>
                    <a:pt x="118822" y="12115"/>
                  </a:lnTo>
                  <a:lnTo>
                    <a:pt x="118736" y="14489"/>
                  </a:lnTo>
                  <a:lnTo>
                    <a:pt x="127294" y="20046"/>
                  </a:lnTo>
                  <a:lnTo>
                    <a:pt x="132070" y="28831"/>
                  </a:lnTo>
                  <a:lnTo>
                    <a:pt x="134880" y="28964"/>
                  </a:lnTo>
                  <a:lnTo>
                    <a:pt x="140246" y="35796"/>
                  </a:lnTo>
                  <a:lnTo>
                    <a:pt x="145953" y="39937"/>
                  </a:lnTo>
                  <a:lnTo>
                    <a:pt x="156265" y="42545"/>
                  </a:lnTo>
                  <a:lnTo>
                    <a:pt x="160746" y="45722"/>
                  </a:lnTo>
                  <a:lnTo>
                    <a:pt x="161525" y="49258"/>
                  </a:lnTo>
                  <a:lnTo>
                    <a:pt x="165798" y="52094"/>
                  </a:lnTo>
                  <a:lnTo>
                    <a:pt x="168363" y="59187"/>
                  </a:lnTo>
                  <a:lnTo>
                    <a:pt x="174103" y="65413"/>
                  </a:lnTo>
                  <a:lnTo>
                    <a:pt x="173000" y="66791"/>
                  </a:lnTo>
                  <a:lnTo>
                    <a:pt x="174769" y="75324"/>
                  </a:lnTo>
                  <a:lnTo>
                    <a:pt x="169567" y="78736"/>
                  </a:lnTo>
                  <a:lnTo>
                    <a:pt x="167867" y="85458"/>
                  </a:lnTo>
                  <a:lnTo>
                    <a:pt x="168537" y="91076"/>
                  </a:lnTo>
                  <a:lnTo>
                    <a:pt x="170780" y="92821"/>
                  </a:lnTo>
                  <a:lnTo>
                    <a:pt x="169333" y="97041"/>
                  </a:lnTo>
                  <a:lnTo>
                    <a:pt x="159994" y="100266"/>
                  </a:lnTo>
                  <a:lnTo>
                    <a:pt x="158411" y="99342"/>
                  </a:lnTo>
                  <a:lnTo>
                    <a:pt x="156726" y="104499"/>
                  </a:lnTo>
                  <a:lnTo>
                    <a:pt x="156300" y="133473"/>
                  </a:lnTo>
                  <a:lnTo>
                    <a:pt x="159881" y="130744"/>
                  </a:lnTo>
                  <a:lnTo>
                    <a:pt x="167417" y="127264"/>
                  </a:lnTo>
                  <a:lnTo>
                    <a:pt x="167415" y="128926"/>
                  </a:lnTo>
                  <a:lnTo>
                    <a:pt x="150731" y="140367"/>
                  </a:lnTo>
                  <a:lnTo>
                    <a:pt x="143976" y="148361"/>
                  </a:lnTo>
                  <a:lnTo>
                    <a:pt x="144236" y="150510"/>
                  </a:lnTo>
                  <a:lnTo>
                    <a:pt x="140860" y="147735"/>
                  </a:lnTo>
                  <a:lnTo>
                    <a:pt x="133421" y="146704"/>
                  </a:lnTo>
                  <a:lnTo>
                    <a:pt x="124693" y="147957"/>
                  </a:lnTo>
                  <a:lnTo>
                    <a:pt x="118041" y="147932"/>
                  </a:lnTo>
                  <a:lnTo>
                    <a:pt x="115337" y="138413"/>
                  </a:lnTo>
                  <a:lnTo>
                    <a:pt x="104128" y="135601"/>
                  </a:lnTo>
                  <a:lnTo>
                    <a:pt x="107407" y="134915"/>
                  </a:lnTo>
                  <a:lnTo>
                    <a:pt x="107733" y="131051"/>
                  </a:lnTo>
                  <a:lnTo>
                    <a:pt x="104846" y="128715"/>
                  </a:lnTo>
                  <a:lnTo>
                    <a:pt x="102320" y="131704"/>
                  </a:lnTo>
                  <a:lnTo>
                    <a:pt x="98497" y="130752"/>
                  </a:lnTo>
                  <a:lnTo>
                    <a:pt x="96531" y="128375"/>
                  </a:lnTo>
                  <a:lnTo>
                    <a:pt x="96094" y="126066"/>
                  </a:lnTo>
                  <a:lnTo>
                    <a:pt x="97019" y="122873"/>
                  </a:lnTo>
                  <a:lnTo>
                    <a:pt x="81255" y="109854"/>
                  </a:lnTo>
                  <a:lnTo>
                    <a:pt x="77253" y="107422"/>
                  </a:lnTo>
                  <a:lnTo>
                    <a:pt x="75832" y="105891"/>
                  </a:lnTo>
                  <a:lnTo>
                    <a:pt x="75769" y="104399"/>
                  </a:lnTo>
                  <a:lnTo>
                    <a:pt x="69567" y="99917"/>
                  </a:lnTo>
                  <a:lnTo>
                    <a:pt x="72283" y="89890"/>
                  </a:lnTo>
                  <a:lnTo>
                    <a:pt x="68916" y="83624"/>
                  </a:lnTo>
                  <a:lnTo>
                    <a:pt x="69264" y="80013"/>
                  </a:lnTo>
                  <a:lnTo>
                    <a:pt x="64498" y="75489"/>
                  </a:lnTo>
                  <a:lnTo>
                    <a:pt x="56422" y="71027"/>
                  </a:lnTo>
                  <a:lnTo>
                    <a:pt x="52282" y="71343"/>
                  </a:lnTo>
                  <a:lnTo>
                    <a:pt x="45649" y="73954"/>
                  </a:lnTo>
                  <a:lnTo>
                    <a:pt x="43946" y="75405"/>
                  </a:lnTo>
                  <a:lnTo>
                    <a:pt x="42771" y="72081"/>
                  </a:lnTo>
                  <a:lnTo>
                    <a:pt x="40008" y="67983"/>
                  </a:lnTo>
                  <a:lnTo>
                    <a:pt x="36986" y="66425"/>
                  </a:lnTo>
                  <a:lnTo>
                    <a:pt x="32385" y="67303"/>
                  </a:lnTo>
                  <a:lnTo>
                    <a:pt x="25223" y="66979"/>
                  </a:lnTo>
                  <a:lnTo>
                    <a:pt x="21444" y="65491"/>
                  </a:lnTo>
                  <a:lnTo>
                    <a:pt x="18403" y="66133"/>
                  </a:lnTo>
                  <a:lnTo>
                    <a:pt x="16285" y="70343"/>
                  </a:lnTo>
                  <a:lnTo>
                    <a:pt x="13280" y="69904"/>
                  </a:lnTo>
                  <a:lnTo>
                    <a:pt x="12250" y="65688"/>
                  </a:lnTo>
                  <a:lnTo>
                    <a:pt x="10029" y="63637"/>
                  </a:lnTo>
                  <a:lnTo>
                    <a:pt x="6516" y="63592"/>
                  </a:lnTo>
                  <a:lnTo>
                    <a:pt x="4926" y="61745"/>
                  </a:lnTo>
                  <a:lnTo>
                    <a:pt x="4818" y="57866"/>
                  </a:lnTo>
                  <a:lnTo>
                    <a:pt x="0" y="49704"/>
                  </a:lnTo>
                  <a:lnTo>
                    <a:pt x="243" y="46724"/>
                  </a:lnTo>
                  <a:lnTo>
                    <a:pt x="4046" y="38823"/>
                  </a:lnTo>
                  <a:lnTo>
                    <a:pt x="11289" y="39808"/>
                  </a:lnTo>
                  <a:lnTo>
                    <a:pt x="18120" y="39734"/>
                  </a:lnTo>
                  <a:lnTo>
                    <a:pt x="21412" y="35243"/>
                  </a:lnTo>
                  <a:lnTo>
                    <a:pt x="26502" y="32480"/>
                  </a:lnTo>
                  <a:lnTo>
                    <a:pt x="25589" y="37239"/>
                  </a:lnTo>
                  <a:lnTo>
                    <a:pt x="26574" y="40513"/>
                  </a:lnTo>
                  <a:lnTo>
                    <a:pt x="36784" y="46334"/>
                  </a:lnTo>
                  <a:lnTo>
                    <a:pt x="34361" y="35995"/>
                  </a:lnTo>
                  <a:lnTo>
                    <a:pt x="40107" y="34927"/>
                  </a:lnTo>
                  <a:lnTo>
                    <a:pt x="39953" y="32539"/>
                  </a:lnTo>
                  <a:lnTo>
                    <a:pt x="40875" y="30393"/>
                  </a:lnTo>
                  <a:lnTo>
                    <a:pt x="48898" y="22745"/>
                  </a:lnTo>
                  <a:lnTo>
                    <a:pt x="44807" y="18929"/>
                  </a:lnTo>
                  <a:lnTo>
                    <a:pt x="51408" y="11725"/>
                  </a:lnTo>
                  <a:lnTo>
                    <a:pt x="56692" y="11851"/>
                  </a:lnTo>
                  <a:lnTo>
                    <a:pt x="59236" y="21610"/>
                  </a:lnTo>
                  <a:lnTo>
                    <a:pt x="61752" y="22333"/>
                  </a:lnTo>
                  <a:lnTo>
                    <a:pt x="64468" y="21949"/>
                  </a:lnTo>
                  <a:lnTo>
                    <a:pt x="64950" y="13455"/>
                  </a:lnTo>
                  <a:lnTo>
                    <a:pt x="62797" y="11495"/>
                  </a:lnTo>
                  <a:lnTo>
                    <a:pt x="65641" y="3182"/>
                  </a:lnTo>
                  <a:lnTo>
                    <a:pt x="62300" y="2416"/>
                  </a:lnTo>
                  <a:lnTo>
                    <a:pt x="62782" y="63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h415"/>
            <p:cNvSpPr/>
            <p:nvPr/>
          </p:nvSpPr>
          <p:spPr>
            <a:xfrm>
              <a:off x="1960308" y="2008253"/>
              <a:ext cx="163640" cy="161494"/>
            </a:xfrm>
            <a:custGeom>
              <a:avLst/>
              <a:pathLst>
                <a:path w="163640" h="161494">
                  <a:moveTo>
                    <a:pt x="92259" y="0"/>
                  </a:moveTo>
                  <a:lnTo>
                    <a:pt x="96867" y="2865"/>
                  </a:lnTo>
                  <a:lnTo>
                    <a:pt x="99581" y="3669"/>
                  </a:lnTo>
                  <a:lnTo>
                    <a:pt x="104097" y="181"/>
                  </a:lnTo>
                  <a:lnTo>
                    <a:pt x="112849" y="2294"/>
                  </a:lnTo>
                  <a:lnTo>
                    <a:pt x="113695" y="230"/>
                  </a:lnTo>
                  <a:lnTo>
                    <a:pt x="146125" y="1266"/>
                  </a:lnTo>
                  <a:lnTo>
                    <a:pt x="146718" y="4140"/>
                  </a:lnTo>
                  <a:lnTo>
                    <a:pt x="146074" y="18520"/>
                  </a:lnTo>
                  <a:lnTo>
                    <a:pt x="145473" y="18377"/>
                  </a:lnTo>
                  <a:lnTo>
                    <a:pt x="143701" y="35340"/>
                  </a:lnTo>
                  <a:lnTo>
                    <a:pt x="148928" y="37154"/>
                  </a:lnTo>
                  <a:lnTo>
                    <a:pt x="152740" y="48339"/>
                  </a:lnTo>
                  <a:lnTo>
                    <a:pt x="152480" y="59988"/>
                  </a:lnTo>
                  <a:lnTo>
                    <a:pt x="154296" y="64412"/>
                  </a:lnTo>
                  <a:lnTo>
                    <a:pt x="157918" y="66201"/>
                  </a:lnTo>
                  <a:lnTo>
                    <a:pt x="158794" y="72936"/>
                  </a:lnTo>
                  <a:lnTo>
                    <a:pt x="154576" y="75222"/>
                  </a:lnTo>
                  <a:lnTo>
                    <a:pt x="153980" y="78915"/>
                  </a:lnTo>
                  <a:lnTo>
                    <a:pt x="145969" y="84862"/>
                  </a:lnTo>
                  <a:lnTo>
                    <a:pt x="145950" y="89913"/>
                  </a:lnTo>
                  <a:lnTo>
                    <a:pt x="157705" y="101378"/>
                  </a:lnTo>
                  <a:lnTo>
                    <a:pt x="160677" y="106375"/>
                  </a:lnTo>
                  <a:lnTo>
                    <a:pt x="161752" y="111247"/>
                  </a:lnTo>
                  <a:lnTo>
                    <a:pt x="163640" y="112558"/>
                  </a:lnTo>
                  <a:lnTo>
                    <a:pt x="144578" y="108537"/>
                  </a:lnTo>
                  <a:lnTo>
                    <a:pt x="136182" y="108439"/>
                  </a:lnTo>
                  <a:lnTo>
                    <a:pt x="128966" y="108391"/>
                  </a:lnTo>
                  <a:lnTo>
                    <a:pt x="128873" y="105249"/>
                  </a:lnTo>
                  <a:lnTo>
                    <a:pt x="124368" y="105599"/>
                  </a:lnTo>
                  <a:lnTo>
                    <a:pt x="121523" y="109001"/>
                  </a:lnTo>
                  <a:lnTo>
                    <a:pt x="106613" y="105446"/>
                  </a:lnTo>
                  <a:lnTo>
                    <a:pt x="101453" y="104896"/>
                  </a:lnTo>
                  <a:lnTo>
                    <a:pt x="96262" y="96267"/>
                  </a:lnTo>
                  <a:lnTo>
                    <a:pt x="91864" y="102597"/>
                  </a:lnTo>
                  <a:lnTo>
                    <a:pt x="92396" y="107606"/>
                  </a:lnTo>
                  <a:lnTo>
                    <a:pt x="94428" y="111577"/>
                  </a:lnTo>
                  <a:lnTo>
                    <a:pt x="89116" y="120530"/>
                  </a:lnTo>
                  <a:lnTo>
                    <a:pt x="83773" y="122518"/>
                  </a:lnTo>
                  <a:lnTo>
                    <a:pt x="76695" y="127149"/>
                  </a:lnTo>
                  <a:lnTo>
                    <a:pt x="72521" y="138123"/>
                  </a:lnTo>
                  <a:lnTo>
                    <a:pt x="68978" y="145053"/>
                  </a:lnTo>
                  <a:lnTo>
                    <a:pt x="69155" y="149469"/>
                  </a:lnTo>
                  <a:lnTo>
                    <a:pt x="68454" y="151905"/>
                  </a:lnTo>
                  <a:lnTo>
                    <a:pt x="59602" y="161494"/>
                  </a:lnTo>
                  <a:lnTo>
                    <a:pt x="57404" y="156211"/>
                  </a:lnTo>
                  <a:lnTo>
                    <a:pt x="54278" y="157675"/>
                  </a:lnTo>
                  <a:lnTo>
                    <a:pt x="53570" y="157307"/>
                  </a:lnTo>
                  <a:lnTo>
                    <a:pt x="43353" y="144612"/>
                  </a:lnTo>
                  <a:lnTo>
                    <a:pt x="39496" y="141182"/>
                  </a:lnTo>
                  <a:lnTo>
                    <a:pt x="32287" y="138936"/>
                  </a:lnTo>
                  <a:lnTo>
                    <a:pt x="26415" y="139337"/>
                  </a:lnTo>
                  <a:lnTo>
                    <a:pt x="44634" y="122099"/>
                  </a:lnTo>
                  <a:lnTo>
                    <a:pt x="42150" y="118373"/>
                  </a:lnTo>
                  <a:lnTo>
                    <a:pt x="44892" y="110367"/>
                  </a:lnTo>
                  <a:lnTo>
                    <a:pt x="45230" y="108571"/>
                  </a:lnTo>
                  <a:lnTo>
                    <a:pt x="43902" y="106775"/>
                  </a:lnTo>
                  <a:lnTo>
                    <a:pt x="40015" y="89245"/>
                  </a:lnTo>
                  <a:lnTo>
                    <a:pt x="30194" y="89556"/>
                  </a:lnTo>
                  <a:lnTo>
                    <a:pt x="25666" y="85130"/>
                  </a:lnTo>
                  <a:lnTo>
                    <a:pt x="22944" y="84427"/>
                  </a:lnTo>
                  <a:lnTo>
                    <a:pt x="15354" y="71734"/>
                  </a:lnTo>
                  <a:lnTo>
                    <a:pt x="12998" y="74198"/>
                  </a:lnTo>
                  <a:lnTo>
                    <a:pt x="10619" y="72848"/>
                  </a:lnTo>
                  <a:lnTo>
                    <a:pt x="10037" y="67822"/>
                  </a:lnTo>
                  <a:lnTo>
                    <a:pt x="5181" y="61980"/>
                  </a:lnTo>
                  <a:lnTo>
                    <a:pt x="5224" y="60205"/>
                  </a:lnTo>
                  <a:lnTo>
                    <a:pt x="10611" y="58344"/>
                  </a:lnTo>
                  <a:lnTo>
                    <a:pt x="9617" y="53352"/>
                  </a:lnTo>
                  <a:lnTo>
                    <a:pt x="6832" y="47341"/>
                  </a:lnTo>
                  <a:lnTo>
                    <a:pt x="8039" y="46968"/>
                  </a:lnTo>
                  <a:lnTo>
                    <a:pt x="8602" y="37336"/>
                  </a:lnTo>
                  <a:lnTo>
                    <a:pt x="597" y="24358"/>
                  </a:lnTo>
                  <a:lnTo>
                    <a:pt x="0" y="23422"/>
                  </a:lnTo>
                  <a:lnTo>
                    <a:pt x="5426" y="22686"/>
                  </a:lnTo>
                  <a:lnTo>
                    <a:pt x="10377" y="24515"/>
                  </a:lnTo>
                  <a:lnTo>
                    <a:pt x="10949" y="26712"/>
                  </a:lnTo>
                  <a:lnTo>
                    <a:pt x="15557" y="25565"/>
                  </a:lnTo>
                  <a:lnTo>
                    <a:pt x="15736" y="20737"/>
                  </a:lnTo>
                  <a:lnTo>
                    <a:pt x="18978" y="17304"/>
                  </a:lnTo>
                  <a:lnTo>
                    <a:pt x="20633" y="15901"/>
                  </a:lnTo>
                  <a:lnTo>
                    <a:pt x="26628" y="16380"/>
                  </a:lnTo>
                  <a:lnTo>
                    <a:pt x="26787" y="13892"/>
                  </a:lnTo>
                  <a:lnTo>
                    <a:pt x="27646" y="13698"/>
                  </a:lnTo>
                  <a:lnTo>
                    <a:pt x="29330" y="13623"/>
                  </a:lnTo>
                  <a:lnTo>
                    <a:pt x="30981" y="14718"/>
                  </a:lnTo>
                  <a:lnTo>
                    <a:pt x="34706" y="18930"/>
                  </a:lnTo>
                  <a:lnTo>
                    <a:pt x="37195" y="16825"/>
                  </a:lnTo>
                  <a:lnTo>
                    <a:pt x="34587" y="12231"/>
                  </a:lnTo>
                  <a:lnTo>
                    <a:pt x="39837" y="10070"/>
                  </a:lnTo>
                  <a:lnTo>
                    <a:pt x="47017" y="11443"/>
                  </a:lnTo>
                  <a:lnTo>
                    <a:pt x="53076" y="14437"/>
                  </a:lnTo>
                  <a:lnTo>
                    <a:pt x="55481" y="16482"/>
                  </a:lnTo>
                  <a:lnTo>
                    <a:pt x="62784" y="15378"/>
                  </a:lnTo>
                  <a:lnTo>
                    <a:pt x="64781" y="10764"/>
                  </a:lnTo>
                  <a:lnTo>
                    <a:pt x="70713" y="14833"/>
                  </a:lnTo>
                  <a:lnTo>
                    <a:pt x="78924" y="713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h416"/>
            <p:cNvSpPr/>
            <p:nvPr/>
          </p:nvSpPr>
          <p:spPr>
            <a:xfrm>
              <a:off x="1740593" y="1984677"/>
              <a:ext cx="70926" cy="68694"/>
            </a:xfrm>
            <a:custGeom>
              <a:avLst/>
              <a:pathLst>
                <a:path w="70926" h="68694">
                  <a:moveTo>
                    <a:pt x="42208" y="117"/>
                  </a:moveTo>
                  <a:lnTo>
                    <a:pt x="43228" y="5537"/>
                  </a:lnTo>
                  <a:lnTo>
                    <a:pt x="46446" y="7164"/>
                  </a:lnTo>
                  <a:lnTo>
                    <a:pt x="50694" y="5513"/>
                  </a:lnTo>
                  <a:lnTo>
                    <a:pt x="55608" y="9507"/>
                  </a:lnTo>
                  <a:lnTo>
                    <a:pt x="54045" y="10223"/>
                  </a:lnTo>
                  <a:lnTo>
                    <a:pt x="55123" y="18693"/>
                  </a:lnTo>
                  <a:lnTo>
                    <a:pt x="54974" y="23626"/>
                  </a:lnTo>
                  <a:lnTo>
                    <a:pt x="54199" y="25000"/>
                  </a:lnTo>
                  <a:lnTo>
                    <a:pt x="55171" y="26734"/>
                  </a:lnTo>
                  <a:lnTo>
                    <a:pt x="59211" y="30543"/>
                  </a:lnTo>
                  <a:lnTo>
                    <a:pt x="68863" y="35556"/>
                  </a:lnTo>
                  <a:lnTo>
                    <a:pt x="69641" y="36635"/>
                  </a:lnTo>
                  <a:lnTo>
                    <a:pt x="70926" y="42580"/>
                  </a:lnTo>
                  <a:lnTo>
                    <a:pt x="60526" y="46445"/>
                  </a:lnTo>
                  <a:lnTo>
                    <a:pt x="64308" y="52419"/>
                  </a:lnTo>
                  <a:lnTo>
                    <a:pt x="61577" y="51922"/>
                  </a:lnTo>
                  <a:lnTo>
                    <a:pt x="58638" y="46534"/>
                  </a:lnTo>
                  <a:lnTo>
                    <a:pt x="56417" y="45536"/>
                  </a:lnTo>
                  <a:lnTo>
                    <a:pt x="53715" y="52616"/>
                  </a:lnTo>
                  <a:lnTo>
                    <a:pt x="49277" y="55772"/>
                  </a:lnTo>
                  <a:lnTo>
                    <a:pt x="50785" y="63826"/>
                  </a:lnTo>
                  <a:lnTo>
                    <a:pt x="49800" y="65475"/>
                  </a:lnTo>
                  <a:lnTo>
                    <a:pt x="49226" y="65190"/>
                  </a:lnTo>
                  <a:lnTo>
                    <a:pt x="46104" y="60936"/>
                  </a:lnTo>
                  <a:lnTo>
                    <a:pt x="45200" y="68011"/>
                  </a:lnTo>
                  <a:lnTo>
                    <a:pt x="44343" y="67680"/>
                  </a:lnTo>
                  <a:lnTo>
                    <a:pt x="40353" y="66143"/>
                  </a:lnTo>
                  <a:lnTo>
                    <a:pt x="35686" y="68694"/>
                  </a:lnTo>
                  <a:lnTo>
                    <a:pt x="12973" y="64105"/>
                  </a:lnTo>
                  <a:lnTo>
                    <a:pt x="12020" y="53646"/>
                  </a:lnTo>
                  <a:lnTo>
                    <a:pt x="10103" y="47999"/>
                  </a:lnTo>
                  <a:lnTo>
                    <a:pt x="8221" y="45279"/>
                  </a:lnTo>
                  <a:lnTo>
                    <a:pt x="5361" y="43357"/>
                  </a:lnTo>
                  <a:lnTo>
                    <a:pt x="317" y="41615"/>
                  </a:lnTo>
                  <a:lnTo>
                    <a:pt x="0" y="40338"/>
                  </a:lnTo>
                  <a:lnTo>
                    <a:pt x="4600" y="39258"/>
                  </a:lnTo>
                  <a:lnTo>
                    <a:pt x="5110" y="38287"/>
                  </a:lnTo>
                  <a:lnTo>
                    <a:pt x="4441" y="37307"/>
                  </a:lnTo>
                  <a:lnTo>
                    <a:pt x="6321" y="32921"/>
                  </a:lnTo>
                  <a:lnTo>
                    <a:pt x="7120" y="28210"/>
                  </a:lnTo>
                  <a:lnTo>
                    <a:pt x="12423" y="19561"/>
                  </a:lnTo>
                  <a:lnTo>
                    <a:pt x="12860" y="16620"/>
                  </a:lnTo>
                  <a:lnTo>
                    <a:pt x="14897" y="13152"/>
                  </a:lnTo>
                  <a:lnTo>
                    <a:pt x="19821" y="17092"/>
                  </a:lnTo>
                  <a:lnTo>
                    <a:pt x="21621" y="17400"/>
                  </a:lnTo>
                  <a:lnTo>
                    <a:pt x="23169" y="16429"/>
                  </a:lnTo>
                  <a:lnTo>
                    <a:pt x="22166" y="15197"/>
                  </a:lnTo>
                  <a:lnTo>
                    <a:pt x="23366" y="9207"/>
                  </a:lnTo>
                  <a:lnTo>
                    <a:pt x="29057" y="5939"/>
                  </a:lnTo>
                  <a:lnTo>
                    <a:pt x="32787" y="9990"/>
                  </a:lnTo>
                  <a:lnTo>
                    <a:pt x="35097" y="10501"/>
                  </a:lnTo>
                  <a:lnTo>
                    <a:pt x="35265" y="7076"/>
                  </a:lnTo>
                  <a:lnTo>
                    <a:pt x="31926" y="2199"/>
                  </a:lnTo>
                  <a:lnTo>
                    <a:pt x="32769" y="2007"/>
                  </a:lnTo>
                  <a:lnTo>
                    <a:pt x="34866" y="3356"/>
                  </a:lnTo>
                  <a:lnTo>
                    <a:pt x="37444" y="3168"/>
                  </a:lnTo>
                  <a:lnTo>
                    <a:pt x="4096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h417"/>
            <p:cNvSpPr/>
            <p:nvPr/>
          </p:nvSpPr>
          <p:spPr>
            <a:xfrm>
              <a:off x="1835854" y="1728406"/>
              <a:ext cx="179630" cy="147762"/>
            </a:xfrm>
            <a:custGeom>
              <a:avLst/>
              <a:pathLst>
                <a:path w="179630" h="147762">
                  <a:moveTo>
                    <a:pt x="38189" y="736"/>
                  </a:moveTo>
                  <a:lnTo>
                    <a:pt x="43166" y="2423"/>
                  </a:lnTo>
                  <a:lnTo>
                    <a:pt x="42506" y="5389"/>
                  </a:lnTo>
                  <a:lnTo>
                    <a:pt x="43922" y="7869"/>
                  </a:lnTo>
                  <a:lnTo>
                    <a:pt x="46366" y="3548"/>
                  </a:lnTo>
                  <a:lnTo>
                    <a:pt x="64646" y="3994"/>
                  </a:lnTo>
                  <a:lnTo>
                    <a:pt x="64213" y="11255"/>
                  </a:lnTo>
                  <a:lnTo>
                    <a:pt x="69789" y="11424"/>
                  </a:lnTo>
                  <a:lnTo>
                    <a:pt x="69427" y="22850"/>
                  </a:lnTo>
                  <a:lnTo>
                    <a:pt x="91432" y="23677"/>
                  </a:lnTo>
                  <a:lnTo>
                    <a:pt x="90572" y="25226"/>
                  </a:lnTo>
                  <a:lnTo>
                    <a:pt x="88619" y="25438"/>
                  </a:lnTo>
                  <a:lnTo>
                    <a:pt x="86984" y="28693"/>
                  </a:lnTo>
                  <a:lnTo>
                    <a:pt x="87147" y="32714"/>
                  </a:lnTo>
                  <a:lnTo>
                    <a:pt x="89818" y="35878"/>
                  </a:lnTo>
                  <a:lnTo>
                    <a:pt x="94025" y="34383"/>
                  </a:lnTo>
                  <a:lnTo>
                    <a:pt x="100044" y="34794"/>
                  </a:lnTo>
                  <a:lnTo>
                    <a:pt x="101842" y="37379"/>
                  </a:lnTo>
                  <a:lnTo>
                    <a:pt x="101474" y="38677"/>
                  </a:lnTo>
                  <a:lnTo>
                    <a:pt x="104297" y="42591"/>
                  </a:lnTo>
                  <a:lnTo>
                    <a:pt x="107717" y="45368"/>
                  </a:lnTo>
                  <a:lnTo>
                    <a:pt x="118369" y="58956"/>
                  </a:lnTo>
                  <a:lnTo>
                    <a:pt x="123412" y="62971"/>
                  </a:lnTo>
                  <a:lnTo>
                    <a:pt x="125362" y="63709"/>
                  </a:lnTo>
                  <a:lnTo>
                    <a:pt x="131755" y="63773"/>
                  </a:lnTo>
                  <a:lnTo>
                    <a:pt x="133744" y="62830"/>
                  </a:lnTo>
                  <a:lnTo>
                    <a:pt x="136389" y="66760"/>
                  </a:lnTo>
                  <a:lnTo>
                    <a:pt x="134074" y="74187"/>
                  </a:lnTo>
                  <a:lnTo>
                    <a:pt x="129130" y="78082"/>
                  </a:lnTo>
                  <a:lnTo>
                    <a:pt x="125904" y="84184"/>
                  </a:lnTo>
                  <a:lnTo>
                    <a:pt x="133875" y="93759"/>
                  </a:lnTo>
                  <a:lnTo>
                    <a:pt x="133953" y="92025"/>
                  </a:lnTo>
                  <a:lnTo>
                    <a:pt x="136702" y="91450"/>
                  </a:lnTo>
                  <a:lnTo>
                    <a:pt x="146247" y="93246"/>
                  </a:lnTo>
                  <a:lnTo>
                    <a:pt x="150786" y="90281"/>
                  </a:lnTo>
                  <a:lnTo>
                    <a:pt x="152945" y="94692"/>
                  </a:lnTo>
                  <a:lnTo>
                    <a:pt x="159576" y="92077"/>
                  </a:lnTo>
                  <a:lnTo>
                    <a:pt x="161979" y="96418"/>
                  </a:lnTo>
                  <a:lnTo>
                    <a:pt x="179630" y="121201"/>
                  </a:lnTo>
                  <a:lnTo>
                    <a:pt x="176919" y="122163"/>
                  </a:lnTo>
                  <a:lnTo>
                    <a:pt x="170697" y="123601"/>
                  </a:lnTo>
                  <a:lnTo>
                    <a:pt x="166430" y="121606"/>
                  </a:lnTo>
                  <a:lnTo>
                    <a:pt x="165541" y="118476"/>
                  </a:lnTo>
                  <a:lnTo>
                    <a:pt x="158740" y="118571"/>
                  </a:lnTo>
                  <a:lnTo>
                    <a:pt x="155475" y="119685"/>
                  </a:lnTo>
                  <a:lnTo>
                    <a:pt x="155540" y="115205"/>
                  </a:lnTo>
                  <a:lnTo>
                    <a:pt x="136112" y="120067"/>
                  </a:lnTo>
                  <a:lnTo>
                    <a:pt x="129743" y="113625"/>
                  </a:lnTo>
                  <a:lnTo>
                    <a:pt x="123855" y="123613"/>
                  </a:lnTo>
                  <a:lnTo>
                    <a:pt x="121511" y="117269"/>
                  </a:lnTo>
                  <a:lnTo>
                    <a:pt x="114721" y="121224"/>
                  </a:lnTo>
                  <a:lnTo>
                    <a:pt x="113339" y="118460"/>
                  </a:lnTo>
                  <a:lnTo>
                    <a:pt x="108767" y="115936"/>
                  </a:lnTo>
                  <a:lnTo>
                    <a:pt x="106663" y="117433"/>
                  </a:lnTo>
                  <a:lnTo>
                    <a:pt x="106086" y="119589"/>
                  </a:lnTo>
                  <a:lnTo>
                    <a:pt x="104354" y="121613"/>
                  </a:lnTo>
                  <a:lnTo>
                    <a:pt x="100127" y="124458"/>
                  </a:lnTo>
                  <a:lnTo>
                    <a:pt x="98208" y="127820"/>
                  </a:lnTo>
                  <a:lnTo>
                    <a:pt x="91392" y="129834"/>
                  </a:lnTo>
                  <a:lnTo>
                    <a:pt x="91921" y="134910"/>
                  </a:lnTo>
                  <a:lnTo>
                    <a:pt x="82540" y="140000"/>
                  </a:lnTo>
                  <a:lnTo>
                    <a:pt x="78542" y="147600"/>
                  </a:lnTo>
                  <a:lnTo>
                    <a:pt x="77525" y="147762"/>
                  </a:lnTo>
                  <a:lnTo>
                    <a:pt x="71205" y="144162"/>
                  </a:lnTo>
                  <a:lnTo>
                    <a:pt x="66966" y="145221"/>
                  </a:lnTo>
                  <a:lnTo>
                    <a:pt x="63465" y="143511"/>
                  </a:lnTo>
                  <a:lnTo>
                    <a:pt x="61097" y="143432"/>
                  </a:lnTo>
                  <a:lnTo>
                    <a:pt x="59876" y="144625"/>
                  </a:lnTo>
                  <a:lnTo>
                    <a:pt x="59226" y="147422"/>
                  </a:lnTo>
                  <a:lnTo>
                    <a:pt x="57663" y="142631"/>
                  </a:lnTo>
                  <a:lnTo>
                    <a:pt x="56839" y="131494"/>
                  </a:lnTo>
                  <a:lnTo>
                    <a:pt x="45001" y="130531"/>
                  </a:lnTo>
                  <a:lnTo>
                    <a:pt x="38972" y="131491"/>
                  </a:lnTo>
                  <a:lnTo>
                    <a:pt x="35262" y="127889"/>
                  </a:lnTo>
                  <a:lnTo>
                    <a:pt x="35920" y="124326"/>
                  </a:lnTo>
                  <a:lnTo>
                    <a:pt x="28604" y="123632"/>
                  </a:lnTo>
                  <a:lnTo>
                    <a:pt x="14330" y="114484"/>
                  </a:lnTo>
                  <a:lnTo>
                    <a:pt x="14857" y="111942"/>
                  </a:lnTo>
                  <a:lnTo>
                    <a:pt x="10289" y="98138"/>
                  </a:lnTo>
                  <a:lnTo>
                    <a:pt x="5795" y="96599"/>
                  </a:lnTo>
                  <a:lnTo>
                    <a:pt x="1350" y="85541"/>
                  </a:lnTo>
                  <a:lnTo>
                    <a:pt x="1443" y="83889"/>
                  </a:lnTo>
                  <a:lnTo>
                    <a:pt x="5471" y="85211"/>
                  </a:lnTo>
                  <a:lnTo>
                    <a:pt x="4026" y="80348"/>
                  </a:lnTo>
                  <a:lnTo>
                    <a:pt x="1906" y="80293"/>
                  </a:lnTo>
                  <a:lnTo>
                    <a:pt x="721" y="78488"/>
                  </a:lnTo>
                  <a:lnTo>
                    <a:pt x="0" y="72590"/>
                  </a:lnTo>
                  <a:lnTo>
                    <a:pt x="50" y="70125"/>
                  </a:lnTo>
                  <a:lnTo>
                    <a:pt x="11529" y="70489"/>
                  </a:lnTo>
                  <a:lnTo>
                    <a:pt x="11650" y="67699"/>
                  </a:lnTo>
                  <a:lnTo>
                    <a:pt x="12383" y="67027"/>
                  </a:lnTo>
                  <a:lnTo>
                    <a:pt x="14463" y="67290"/>
                  </a:lnTo>
                  <a:lnTo>
                    <a:pt x="17952" y="69133"/>
                  </a:lnTo>
                  <a:lnTo>
                    <a:pt x="21632" y="68068"/>
                  </a:lnTo>
                  <a:lnTo>
                    <a:pt x="20863" y="64244"/>
                  </a:lnTo>
                  <a:lnTo>
                    <a:pt x="22020" y="51582"/>
                  </a:lnTo>
                  <a:lnTo>
                    <a:pt x="21181" y="46281"/>
                  </a:lnTo>
                  <a:lnTo>
                    <a:pt x="18968" y="39506"/>
                  </a:lnTo>
                  <a:lnTo>
                    <a:pt x="19761" y="33825"/>
                  </a:lnTo>
                  <a:lnTo>
                    <a:pt x="28104" y="34092"/>
                  </a:lnTo>
                  <a:lnTo>
                    <a:pt x="28644" y="14628"/>
                  </a:lnTo>
                  <a:lnTo>
                    <a:pt x="3599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h418"/>
            <p:cNvSpPr/>
            <p:nvPr/>
          </p:nvSpPr>
          <p:spPr>
            <a:xfrm>
              <a:off x="2658831" y="3090098"/>
              <a:ext cx="26562" cy="29046"/>
            </a:xfrm>
            <a:custGeom>
              <a:avLst/>
              <a:pathLst>
                <a:path w="26562" h="29046">
                  <a:moveTo>
                    <a:pt x="13487" y="829"/>
                  </a:moveTo>
                  <a:lnTo>
                    <a:pt x="20251" y="1703"/>
                  </a:lnTo>
                  <a:lnTo>
                    <a:pt x="26562" y="1313"/>
                  </a:lnTo>
                  <a:lnTo>
                    <a:pt x="21378" y="5721"/>
                  </a:lnTo>
                  <a:lnTo>
                    <a:pt x="20220" y="11159"/>
                  </a:lnTo>
                  <a:lnTo>
                    <a:pt x="20107" y="11863"/>
                  </a:lnTo>
                  <a:lnTo>
                    <a:pt x="22124" y="12468"/>
                  </a:lnTo>
                  <a:lnTo>
                    <a:pt x="23280" y="14115"/>
                  </a:lnTo>
                  <a:lnTo>
                    <a:pt x="23297" y="20740"/>
                  </a:lnTo>
                  <a:lnTo>
                    <a:pt x="22030" y="20808"/>
                  </a:lnTo>
                  <a:lnTo>
                    <a:pt x="20548" y="22163"/>
                  </a:lnTo>
                  <a:lnTo>
                    <a:pt x="19266" y="25422"/>
                  </a:lnTo>
                  <a:lnTo>
                    <a:pt x="22684" y="29046"/>
                  </a:lnTo>
                  <a:lnTo>
                    <a:pt x="11400" y="28390"/>
                  </a:lnTo>
                  <a:lnTo>
                    <a:pt x="4833" y="23836"/>
                  </a:lnTo>
                  <a:lnTo>
                    <a:pt x="1133" y="13484"/>
                  </a:lnTo>
                  <a:lnTo>
                    <a:pt x="293" y="12465"/>
                  </a:lnTo>
                  <a:lnTo>
                    <a:pt x="0" y="11364"/>
                  </a:lnTo>
                  <a:lnTo>
                    <a:pt x="4169" y="13164"/>
                  </a:lnTo>
                  <a:lnTo>
                    <a:pt x="7725" y="10244"/>
                  </a:lnTo>
                  <a:lnTo>
                    <a:pt x="8783" y="7871"/>
                  </a:lnTo>
                  <a:lnTo>
                    <a:pt x="8922" y="2677"/>
                  </a:lnTo>
                  <a:lnTo>
                    <a:pt x="1170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h419"/>
            <p:cNvSpPr/>
            <p:nvPr/>
          </p:nvSpPr>
          <p:spPr>
            <a:xfrm>
              <a:off x="2678097" y="3101255"/>
              <a:ext cx="25838" cy="23096"/>
            </a:xfrm>
            <a:custGeom>
              <a:avLst/>
              <a:pathLst>
                <a:path w="25838" h="23096">
                  <a:moveTo>
                    <a:pt x="24039" y="1553"/>
                  </a:moveTo>
                  <a:lnTo>
                    <a:pt x="25838" y="6308"/>
                  </a:lnTo>
                  <a:lnTo>
                    <a:pt x="24312" y="7604"/>
                  </a:lnTo>
                  <a:lnTo>
                    <a:pt x="24483" y="10301"/>
                  </a:lnTo>
                  <a:lnTo>
                    <a:pt x="25659" y="13097"/>
                  </a:lnTo>
                  <a:lnTo>
                    <a:pt x="25515" y="15478"/>
                  </a:lnTo>
                  <a:lnTo>
                    <a:pt x="24736" y="17913"/>
                  </a:lnTo>
                  <a:lnTo>
                    <a:pt x="23111" y="19444"/>
                  </a:lnTo>
                  <a:lnTo>
                    <a:pt x="22525" y="18891"/>
                  </a:lnTo>
                  <a:lnTo>
                    <a:pt x="16842" y="18142"/>
                  </a:lnTo>
                  <a:lnTo>
                    <a:pt x="15094" y="19441"/>
                  </a:lnTo>
                  <a:lnTo>
                    <a:pt x="13097" y="23096"/>
                  </a:lnTo>
                  <a:lnTo>
                    <a:pt x="3556" y="17897"/>
                  </a:lnTo>
                  <a:lnTo>
                    <a:pt x="3418" y="17889"/>
                  </a:lnTo>
                  <a:lnTo>
                    <a:pt x="0" y="14266"/>
                  </a:lnTo>
                  <a:lnTo>
                    <a:pt x="1282" y="11007"/>
                  </a:lnTo>
                  <a:lnTo>
                    <a:pt x="2764" y="9652"/>
                  </a:lnTo>
                  <a:lnTo>
                    <a:pt x="4030" y="9583"/>
                  </a:lnTo>
                  <a:lnTo>
                    <a:pt x="7753" y="2208"/>
                  </a:lnTo>
                  <a:lnTo>
                    <a:pt x="1631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h420"/>
            <p:cNvSpPr/>
            <p:nvPr/>
          </p:nvSpPr>
          <p:spPr>
            <a:xfrm>
              <a:off x="2674728" y="3069862"/>
              <a:ext cx="7589" cy="8631"/>
            </a:xfrm>
            <a:custGeom>
              <a:avLst/>
              <a:pathLst>
                <a:path w="7589" h="8631">
                  <a:moveTo>
                    <a:pt x="7589" y="640"/>
                  </a:moveTo>
                  <a:lnTo>
                    <a:pt x="7305" y="7924"/>
                  </a:lnTo>
                  <a:lnTo>
                    <a:pt x="5953" y="8151"/>
                  </a:lnTo>
                  <a:lnTo>
                    <a:pt x="1747" y="8631"/>
                  </a:lnTo>
                  <a:lnTo>
                    <a:pt x="0" y="7610"/>
                  </a:lnTo>
                  <a:lnTo>
                    <a:pt x="2437" y="1182"/>
                  </a:lnTo>
                  <a:lnTo>
                    <a:pt x="4977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h421"/>
            <p:cNvSpPr/>
            <p:nvPr/>
          </p:nvSpPr>
          <p:spPr>
            <a:xfrm>
              <a:off x="2680397" y="3078090"/>
              <a:ext cx="22428" cy="15217"/>
            </a:xfrm>
            <a:custGeom>
              <a:avLst/>
              <a:pathLst>
                <a:path w="22428" h="15217">
                  <a:moveTo>
                    <a:pt x="10057" y="0"/>
                  </a:moveTo>
                  <a:lnTo>
                    <a:pt x="18394" y="4180"/>
                  </a:lnTo>
                  <a:lnTo>
                    <a:pt x="20667" y="8139"/>
                  </a:lnTo>
                  <a:lnTo>
                    <a:pt x="22428" y="9632"/>
                  </a:lnTo>
                  <a:lnTo>
                    <a:pt x="17327" y="9508"/>
                  </a:lnTo>
                  <a:lnTo>
                    <a:pt x="10838" y="11648"/>
                  </a:lnTo>
                  <a:lnTo>
                    <a:pt x="9018" y="15217"/>
                  </a:lnTo>
                  <a:lnTo>
                    <a:pt x="5172" y="10637"/>
                  </a:lnTo>
                  <a:lnTo>
                    <a:pt x="3407" y="8713"/>
                  </a:lnTo>
                  <a:lnTo>
                    <a:pt x="2221" y="5810"/>
                  </a:lnTo>
                  <a:lnTo>
                    <a:pt x="0" y="5953"/>
                  </a:lnTo>
                  <a:lnTo>
                    <a:pt x="488" y="3282"/>
                  </a:lnTo>
                  <a:lnTo>
                    <a:pt x="6266" y="1434"/>
                  </a:lnTo>
                  <a:lnTo>
                    <a:pt x="9767" y="2385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h422"/>
            <p:cNvSpPr/>
            <p:nvPr/>
          </p:nvSpPr>
          <p:spPr>
            <a:xfrm>
              <a:off x="2657983" y="3086716"/>
              <a:ext cx="14034" cy="16547"/>
            </a:xfrm>
            <a:custGeom>
              <a:avLst/>
              <a:pathLst>
                <a:path w="14034" h="16547">
                  <a:moveTo>
                    <a:pt x="14034" y="0"/>
                  </a:moveTo>
                  <a:lnTo>
                    <a:pt x="12553" y="3382"/>
                  </a:lnTo>
                  <a:lnTo>
                    <a:pt x="9770" y="6060"/>
                  </a:lnTo>
                  <a:lnTo>
                    <a:pt x="9631" y="11253"/>
                  </a:lnTo>
                  <a:lnTo>
                    <a:pt x="8573" y="13626"/>
                  </a:lnTo>
                  <a:lnTo>
                    <a:pt x="5017" y="16547"/>
                  </a:lnTo>
                  <a:lnTo>
                    <a:pt x="848" y="14746"/>
                  </a:lnTo>
                  <a:lnTo>
                    <a:pt x="0" y="14072"/>
                  </a:lnTo>
                  <a:lnTo>
                    <a:pt x="999" y="10902"/>
                  </a:lnTo>
                  <a:lnTo>
                    <a:pt x="3307" y="9920"/>
                  </a:lnTo>
                  <a:lnTo>
                    <a:pt x="5968" y="7062"/>
                  </a:lnTo>
                  <a:lnTo>
                    <a:pt x="6297" y="3482"/>
                  </a:lnTo>
                  <a:lnTo>
                    <a:pt x="8125" y="1591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h423"/>
            <p:cNvSpPr/>
            <p:nvPr/>
          </p:nvSpPr>
          <p:spPr>
            <a:xfrm>
              <a:off x="2657726" y="3078028"/>
              <a:ext cx="18695" cy="22770"/>
            </a:xfrm>
            <a:custGeom>
              <a:avLst/>
              <a:pathLst>
                <a:path w="18695" h="22770">
                  <a:moveTo>
                    <a:pt x="16442" y="1062"/>
                  </a:moveTo>
                  <a:lnTo>
                    <a:pt x="18695" y="5746"/>
                  </a:lnTo>
                  <a:lnTo>
                    <a:pt x="16321" y="8771"/>
                  </a:lnTo>
                  <a:lnTo>
                    <a:pt x="14593" y="12899"/>
                  </a:lnTo>
                  <a:lnTo>
                    <a:pt x="12810" y="12070"/>
                  </a:lnTo>
                  <a:lnTo>
                    <a:pt x="14291" y="8688"/>
                  </a:lnTo>
                  <a:lnTo>
                    <a:pt x="8383" y="10279"/>
                  </a:lnTo>
                  <a:lnTo>
                    <a:pt x="6554" y="12170"/>
                  </a:lnTo>
                  <a:lnTo>
                    <a:pt x="6226" y="15751"/>
                  </a:lnTo>
                  <a:lnTo>
                    <a:pt x="3564" y="18609"/>
                  </a:lnTo>
                  <a:lnTo>
                    <a:pt x="1257" y="19590"/>
                  </a:lnTo>
                  <a:lnTo>
                    <a:pt x="257" y="22761"/>
                  </a:lnTo>
                  <a:lnTo>
                    <a:pt x="0" y="22770"/>
                  </a:lnTo>
                  <a:lnTo>
                    <a:pt x="975" y="13737"/>
                  </a:lnTo>
                  <a:lnTo>
                    <a:pt x="4320" y="9502"/>
                  </a:lnTo>
                  <a:lnTo>
                    <a:pt x="7843" y="7446"/>
                  </a:lnTo>
                  <a:lnTo>
                    <a:pt x="7490" y="3827"/>
                  </a:lnTo>
                  <a:lnTo>
                    <a:pt x="9170" y="2467"/>
                  </a:lnTo>
                  <a:lnTo>
                    <a:pt x="15357" y="98"/>
                  </a:lnTo>
                  <a:lnTo>
                    <a:pt x="1602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h424"/>
            <p:cNvSpPr/>
            <p:nvPr/>
          </p:nvSpPr>
          <p:spPr>
            <a:xfrm>
              <a:off x="2672319" y="3083774"/>
              <a:ext cx="13251" cy="8028"/>
            </a:xfrm>
            <a:custGeom>
              <a:avLst/>
              <a:pathLst>
                <a:path w="13251" h="8028">
                  <a:moveTo>
                    <a:pt x="8078" y="269"/>
                  </a:moveTo>
                  <a:lnTo>
                    <a:pt x="10299" y="126"/>
                  </a:lnTo>
                  <a:lnTo>
                    <a:pt x="11485" y="3029"/>
                  </a:lnTo>
                  <a:lnTo>
                    <a:pt x="13251" y="4953"/>
                  </a:lnTo>
                  <a:lnTo>
                    <a:pt x="13074" y="7637"/>
                  </a:lnTo>
                  <a:lnTo>
                    <a:pt x="6763" y="8028"/>
                  </a:lnTo>
                  <a:lnTo>
                    <a:pt x="0" y="7153"/>
                  </a:lnTo>
                  <a:lnTo>
                    <a:pt x="1728" y="3025"/>
                  </a:lnTo>
                  <a:lnTo>
                    <a:pt x="4102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h425"/>
            <p:cNvSpPr/>
            <p:nvPr/>
          </p:nvSpPr>
          <p:spPr>
            <a:xfrm>
              <a:off x="2665837" y="3069211"/>
              <a:ext cx="11328" cy="11284"/>
            </a:xfrm>
            <a:custGeom>
              <a:avLst/>
              <a:pathLst>
                <a:path w="11328" h="11284">
                  <a:moveTo>
                    <a:pt x="7965" y="59"/>
                  </a:moveTo>
                  <a:lnTo>
                    <a:pt x="8234" y="1324"/>
                  </a:lnTo>
                  <a:lnTo>
                    <a:pt x="11328" y="1833"/>
                  </a:lnTo>
                  <a:lnTo>
                    <a:pt x="8891" y="8261"/>
                  </a:lnTo>
                  <a:lnTo>
                    <a:pt x="10638" y="9282"/>
                  </a:lnTo>
                  <a:lnTo>
                    <a:pt x="8331" y="9878"/>
                  </a:lnTo>
                  <a:lnTo>
                    <a:pt x="7918" y="8816"/>
                  </a:lnTo>
                  <a:lnTo>
                    <a:pt x="7246" y="8915"/>
                  </a:lnTo>
                  <a:lnTo>
                    <a:pt x="1059" y="11284"/>
                  </a:lnTo>
                  <a:lnTo>
                    <a:pt x="0" y="8992"/>
                  </a:lnTo>
                  <a:lnTo>
                    <a:pt x="1993" y="7821"/>
                  </a:lnTo>
                  <a:lnTo>
                    <a:pt x="4115" y="5835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h426"/>
            <p:cNvSpPr/>
            <p:nvPr/>
          </p:nvSpPr>
          <p:spPr>
            <a:xfrm>
              <a:off x="2653560" y="3078203"/>
              <a:ext cx="13336" cy="22595"/>
            </a:xfrm>
            <a:custGeom>
              <a:avLst/>
              <a:pathLst>
                <a:path w="13336" h="22595">
                  <a:moveTo>
                    <a:pt x="12277" y="0"/>
                  </a:moveTo>
                  <a:lnTo>
                    <a:pt x="13336" y="2291"/>
                  </a:lnTo>
                  <a:lnTo>
                    <a:pt x="11656" y="3651"/>
                  </a:lnTo>
                  <a:lnTo>
                    <a:pt x="12009" y="7270"/>
                  </a:lnTo>
                  <a:lnTo>
                    <a:pt x="8486" y="9327"/>
                  </a:lnTo>
                  <a:lnTo>
                    <a:pt x="5141" y="13561"/>
                  </a:lnTo>
                  <a:lnTo>
                    <a:pt x="4166" y="22595"/>
                  </a:lnTo>
                  <a:lnTo>
                    <a:pt x="1899" y="21519"/>
                  </a:lnTo>
                  <a:lnTo>
                    <a:pt x="811" y="14226"/>
                  </a:lnTo>
                  <a:lnTo>
                    <a:pt x="0" y="13388"/>
                  </a:lnTo>
                  <a:lnTo>
                    <a:pt x="3398" y="782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h427"/>
            <p:cNvSpPr/>
            <p:nvPr/>
          </p:nvSpPr>
          <p:spPr>
            <a:xfrm>
              <a:off x="2680681" y="3075273"/>
              <a:ext cx="10007" cy="6099"/>
            </a:xfrm>
            <a:custGeom>
              <a:avLst/>
              <a:pathLst>
                <a:path w="10007" h="6099">
                  <a:moveTo>
                    <a:pt x="10007" y="0"/>
                  </a:moveTo>
                  <a:lnTo>
                    <a:pt x="9772" y="2816"/>
                  </a:lnTo>
                  <a:lnTo>
                    <a:pt x="9483" y="5202"/>
                  </a:lnTo>
                  <a:lnTo>
                    <a:pt x="5982" y="4250"/>
                  </a:lnTo>
                  <a:lnTo>
                    <a:pt x="204" y="6099"/>
                  </a:lnTo>
                  <a:lnTo>
                    <a:pt x="0" y="2739"/>
                  </a:lnTo>
                  <a:lnTo>
                    <a:pt x="1351" y="251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h428"/>
            <p:cNvSpPr/>
            <p:nvPr/>
          </p:nvSpPr>
          <p:spPr>
            <a:xfrm>
              <a:off x="2689416" y="3087598"/>
              <a:ext cx="15518" cy="15209"/>
            </a:xfrm>
            <a:custGeom>
              <a:avLst/>
              <a:pathLst>
                <a:path w="15518" h="15209">
                  <a:moveTo>
                    <a:pt x="13409" y="123"/>
                  </a:moveTo>
                  <a:lnTo>
                    <a:pt x="11605" y="9646"/>
                  </a:lnTo>
                  <a:lnTo>
                    <a:pt x="12653" y="12369"/>
                  </a:lnTo>
                  <a:lnTo>
                    <a:pt x="15518" y="13261"/>
                  </a:lnTo>
                  <a:lnTo>
                    <a:pt x="12721" y="15209"/>
                  </a:lnTo>
                  <a:lnTo>
                    <a:pt x="4997" y="13656"/>
                  </a:lnTo>
                  <a:lnTo>
                    <a:pt x="7806" y="9925"/>
                  </a:lnTo>
                  <a:lnTo>
                    <a:pt x="0" y="5708"/>
                  </a:lnTo>
                  <a:lnTo>
                    <a:pt x="1819" y="2139"/>
                  </a:lnTo>
                  <a:lnTo>
                    <a:pt x="830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h429"/>
            <p:cNvSpPr/>
            <p:nvPr/>
          </p:nvSpPr>
          <p:spPr>
            <a:xfrm>
              <a:off x="2678939" y="3088727"/>
              <a:ext cx="18284" cy="22111"/>
            </a:xfrm>
            <a:custGeom>
              <a:avLst/>
              <a:pathLst>
                <a:path w="18284" h="22111">
                  <a:moveTo>
                    <a:pt x="10477" y="4580"/>
                  </a:moveTo>
                  <a:lnTo>
                    <a:pt x="18284" y="8797"/>
                  </a:lnTo>
                  <a:lnTo>
                    <a:pt x="15475" y="12527"/>
                  </a:lnTo>
                  <a:lnTo>
                    <a:pt x="6912" y="14736"/>
                  </a:lnTo>
                  <a:lnTo>
                    <a:pt x="3189" y="22111"/>
                  </a:lnTo>
                  <a:lnTo>
                    <a:pt x="3173" y="15486"/>
                  </a:lnTo>
                  <a:lnTo>
                    <a:pt x="2017" y="13839"/>
                  </a:lnTo>
                  <a:lnTo>
                    <a:pt x="0" y="13234"/>
                  </a:lnTo>
                  <a:lnTo>
                    <a:pt x="112" y="12531"/>
                  </a:lnTo>
                  <a:lnTo>
                    <a:pt x="1270" y="7092"/>
                  </a:lnTo>
                  <a:lnTo>
                    <a:pt x="6454" y="2684"/>
                  </a:lnTo>
                  <a:lnTo>
                    <a:pt x="6631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h430"/>
            <p:cNvSpPr/>
            <p:nvPr/>
          </p:nvSpPr>
          <p:spPr>
            <a:xfrm>
              <a:off x="2677097" y="3053061"/>
              <a:ext cx="14127" cy="19256"/>
            </a:xfrm>
            <a:custGeom>
              <a:avLst/>
              <a:pathLst>
                <a:path w="14127" h="19256">
                  <a:moveTo>
                    <a:pt x="5416" y="269"/>
                  </a:moveTo>
                  <a:lnTo>
                    <a:pt x="6088" y="2530"/>
                  </a:lnTo>
                  <a:lnTo>
                    <a:pt x="4332" y="8960"/>
                  </a:lnTo>
                  <a:lnTo>
                    <a:pt x="9052" y="10841"/>
                  </a:lnTo>
                  <a:lnTo>
                    <a:pt x="12380" y="12177"/>
                  </a:lnTo>
                  <a:lnTo>
                    <a:pt x="14127" y="18520"/>
                  </a:lnTo>
                  <a:lnTo>
                    <a:pt x="12721" y="19256"/>
                  </a:lnTo>
                  <a:lnTo>
                    <a:pt x="7843" y="18679"/>
                  </a:lnTo>
                  <a:lnTo>
                    <a:pt x="5220" y="17441"/>
                  </a:lnTo>
                  <a:lnTo>
                    <a:pt x="2608" y="16800"/>
                  </a:lnTo>
                  <a:lnTo>
                    <a:pt x="760" y="11877"/>
                  </a:lnTo>
                  <a:lnTo>
                    <a:pt x="0" y="9909"/>
                  </a:lnTo>
                  <a:lnTo>
                    <a:pt x="1150" y="4111"/>
                  </a:lnTo>
                  <a:lnTo>
                    <a:pt x="2285" y="2726"/>
                  </a:lnTo>
                  <a:lnTo>
                    <a:pt x="4687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h431"/>
            <p:cNvSpPr/>
            <p:nvPr/>
          </p:nvSpPr>
          <p:spPr>
            <a:xfrm>
              <a:off x="2670823" y="3063443"/>
              <a:ext cx="8882" cy="7601"/>
            </a:xfrm>
            <a:custGeom>
              <a:avLst/>
              <a:pathLst>
                <a:path w="8882" h="7601">
                  <a:moveTo>
                    <a:pt x="7034" y="1495"/>
                  </a:moveTo>
                  <a:lnTo>
                    <a:pt x="8882" y="6418"/>
                  </a:lnTo>
                  <a:lnTo>
                    <a:pt x="6342" y="7601"/>
                  </a:lnTo>
                  <a:lnTo>
                    <a:pt x="3248" y="7092"/>
                  </a:lnTo>
                  <a:lnTo>
                    <a:pt x="2979" y="5826"/>
                  </a:lnTo>
                  <a:lnTo>
                    <a:pt x="939" y="5767"/>
                  </a:lnTo>
                  <a:lnTo>
                    <a:pt x="0" y="2368"/>
                  </a:lnTo>
                  <a:lnTo>
                    <a:pt x="109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h432"/>
            <p:cNvSpPr/>
            <p:nvPr/>
          </p:nvSpPr>
          <p:spPr>
            <a:xfrm>
              <a:off x="2682033" y="3070502"/>
              <a:ext cx="9192" cy="7283"/>
            </a:xfrm>
            <a:custGeom>
              <a:avLst/>
              <a:pathLst>
                <a:path w="9192" h="7283">
                  <a:moveTo>
                    <a:pt x="2908" y="1238"/>
                  </a:moveTo>
                  <a:lnTo>
                    <a:pt x="7785" y="1815"/>
                  </a:lnTo>
                  <a:lnTo>
                    <a:pt x="9192" y="1079"/>
                  </a:lnTo>
                  <a:lnTo>
                    <a:pt x="8655" y="4770"/>
                  </a:lnTo>
                  <a:lnTo>
                    <a:pt x="0" y="7283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h433"/>
            <p:cNvSpPr/>
            <p:nvPr/>
          </p:nvSpPr>
          <p:spPr>
            <a:xfrm>
              <a:off x="2674168" y="3078013"/>
              <a:ext cx="6717" cy="6029"/>
            </a:xfrm>
            <a:custGeom>
              <a:avLst/>
              <a:pathLst>
                <a:path w="6717" h="6029">
                  <a:moveTo>
                    <a:pt x="6513" y="0"/>
                  </a:moveTo>
                  <a:lnTo>
                    <a:pt x="6717" y="3359"/>
                  </a:lnTo>
                  <a:lnTo>
                    <a:pt x="6229" y="6029"/>
                  </a:lnTo>
                  <a:lnTo>
                    <a:pt x="2253" y="5760"/>
                  </a:lnTo>
                  <a:lnTo>
                    <a:pt x="0" y="1076"/>
                  </a:lnTo>
                  <a:lnTo>
                    <a:pt x="2307" y="48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h434"/>
            <p:cNvSpPr/>
            <p:nvPr/>
          </p:nvSpPr>
          <p:spPr>
            <a:xfrm>
              <a:off x="2134447" y="2311017"/>
              <a:ext cx="84459" cy="115068"/>
            </a:xfrm>
            <a:custGeom>
              <a:avLst/>
              <a:pathLst>
                <a:path w="84459" h="115068">
                  <a:moveTo>
                    <a:pt x="10278" y="0"/>
                  </a:moveTo>
                  <a:lnTo>
                    <a:pt x="19175" y="10180"/>
                  </a:lnTo>
                  <a:lnTo>
                    <a:pt x="22580" y="12753"/>
                  </a:lnTo>
                  <a:lnTo>
                    <a:pt x="27502" y="21996"/>
                  </a:lnTo>
                  <a:lnTo>
                    <a:pt x="35425" y="26281"/>
                  </a:lnTo>
                  <a:lnTo>
                    <a:pt x="38687" y="29474"/>
                  </a:lnTo>
                  <a:lnTo>
                    <a:pt x="37777" y="30232"/>
                  </a:lnTo>
                  <a:lnTo>
                    <a:pt x="37599" y="33768"/>
                  </a:lnTo>
                  <a:lnTo>
                    <a:pt x="40850" y="37056"/>
                  </a:lnTo>
                  <a:lnTo>
                    <a:pt x="40978" y="38834"/>
                  </a:lnTo>
                  <a:lnTo>
                    <a:pt x="39312" y="41153"/>
                  </a:lnTo>
                  <a:lnTo>
                    <a:pt x="59042" y="59910"/>
                  </a:lnTo>
                  <a:lnTo>
                    <a:pt x="69834" y="63748"/>
                  </a:lnTo>
                  <a:lnTo>
                    <a:pt x="71460" y="63474"/>
                  </a:lnTo>
                  <a:lnTo>
                    <a:pt x="73084" y="63063"/>
                  </a:lnTo>
                  <a:lnTo>
                    <a:pt x="79380" y="65767"/>
                  </a:lnTo>
                  <a:lnTo>
                    <a:pt x="82608" y="67521"/>
                  </a:lnTo>
                  <a:lnTo>
                    <a:pt x="83996" y="69476"/>
                  </a:lnTo>
                  <a:lnTo>
                    <a:pt x="84331" y="70418"/>
                  </a:lnTo>
                  <a:lnTo>
                    <a:pt x="78363" y="74458"/>
                  </a:lnTo>
                  <a:lnTo>
                    <a:pt x="71874" y="74202"/>
                  </a:lnTo>
                  <a:lnTo>
                    <a:pt x="63269" y="77955"/>
                  </a:lnTo>
                  <a:lnTo>
                    <a:pt x="67705" y="86960"/>
                  </a:lnTo>
                  <a:lnTo>
                    <a:pt x="76110" y="94570"/>
                  </a:lnTo>
                  <a:lnTo>
                    <a:pt x="75417" y="97516"/>
                  </a:lnTo>
                  <a:lnTo>
                    <a:pt x="77733" y="101213"/>
                  </a:lnTo>
                  <a:lnTo>
                    <a:pt x="81372" y="104784"/>
                  </a:lnTo>
                  <a:lnTo>
                    <a:pt x="84459" y="105986"/>
                  </a:lnTo>
                  <a:lnTo>
                    <a:pt x="82814" y="107484"/>
                  </a:lnTo>
                  <a:lnTo>
                    <a:pt x="81753" y="111714"/>
                  </a:lnTo>
                  <a:lnTo>
                    <a:pt x="73704" y="107836"/>
                  </a:lnTo>
                  <a:lnTo>
                    <a:pt x="71748" y="111025"/>
                  </a:lnTo>
                  <a:lnTo>
                    <a:pt x="64635" y="106620"/>
                  </a:lnTo>
                  <a:lnTo>
                    <a:pt x="60764" y="112339"/>
                  </a:lnTo>
                  <a:lnTo>
                    <a:pt x="57931" y="115068"/>
                  </a:lnTo>
                  <a:lnTo>
                    <a:pt x="53974" y="112018"/>
                  </a:lnTo>
                  <a:lnTo>
                    <a:pt x="50042" y="110625"/>
                  </a:lnTo>
                  <a:lnTo>
                    <a:pt x="47308" y="112146"/>
                  </a:lnTo>
                  <a:lnTo>
                    <a:pt x="48721" y="108650"/>
                  </a:lnTo>
                  <a:lnTo>
                    <a:pt x="44918" y="105153"/>
                  </a:lnTo>
                  <a:lnTo>
                    <a:pt x="45504" y="102027"/>
                  </a:lnTo>
                  <a:lnTo>
                    <a:pt x="47374" y="98895"/>
                  </a:lnTo>
                  <a:lnTo>
                    <a:pt x="43571" y="94812"/>
                  </a:lnTo>
                  <a:lnTo>
                    <a:pt x="32821" y="89376"/>
                  </a:lnTo>
                  <a:lnTo>
                    <a:pt x="26903" y="82519"/>
                  </a:lnTo>
                  <a:lnTo>
                    <a:pt x="24418" y="78139"/>
                  </a:lnTo>
                  <a:lnTo>
                    <a:pt x="32581" y="77383"/>
                  </a:lnTo>
                  <a:lnTo>
                    <a:pt x="23358" y="76916"/>
                  </a:lnTo>
                  <a:lnTo>
                    <a:pt x="21485" y="71906"/>
                  </a:lnTo>
                  <a:lnTo>
                    <a:pt x="18815" y="69795"/>
                  </a:lnTo>
                  <a:lnTo>
                    <a:pt x="21878" y="65149"/>
                  </a:lnTo>
                  <a:lnTo>
                    <a:pt x="24999" y="53356"/>
                  </a:lnTo>
                  <a:lnTo>
                    <a:pt x="27334" y="49211"/>
                  </a:lnTo>
                  <a:lnTo>
                    <a:pt x="26385" y="45955"/>
                  </a:lnTo>
                  <a:lnTo>
                    <a:pt x="26733" y="43050"/>
                  </a:lnTo>
                  <a:lnTo>
                    <a:pt x="33841" y="42197"/>
                  </a:lnTo>
                  <a:lnTo>
                    <a:pt x="34028" y="42778"/>
                  </a:lnTo>
                  <a:lnTo>
                    <a:pt x="35743" y="42732"/>
                  </a:lnTo>
                  <a:lnTo>
                    <a:pt x="36458" y="37968"/>
                  </a:lnTo>
                  <a:lnTo>
                    <a:pt x="34877" y="34238"/>
                  </a:lnTo>
                  <a:lnTo>
                    <a:pt x="18781" y="32249"/>
                  </a:lnTo>
                  <a:lnTo>
                    <a:pt x="23839" y="26295"/>
                  </a:lnTo>
                  <a:lnTo>
                    <a:pt x="17674" y="25404"/>
                  </a:lnTo>
                  <a:lnTo>
                    <a:pt x="16111" y="21755"/>
                  </a:lnTo>
                  <a:lnTo>
                    <a:pt x="6643" y="31771"/>
                  </a:lnTo>
                  <a:lnTo>
                    <a:pt x="0" y="27813"/>
                  </a:lnTo>
                  <a:lnTo>
                    <a:pt x="11471" y="13534"/>
                  </a:lnTo>
                  <a:lnTo>
                    <a:pt x="5922" y="11033"/>
                  </a:lnTo>
                  <a:lnTo>
                    <a:pt x="7260" y="7127"/>
                  </a:lnTo>
                  <a:lnTo>
                    <a:pt x="9914" y="471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h435"/>
            <p:cNvSpPr/>
            <p:nvPr/>
          </p:nvSpPr>
          <p:spPr>
            <a:xfrm>
              <a:off x="2052611" y="2387774"/>
              <a:ext cx="43961" cy="74417"/>
            </a:xfrm>
            <a:custGeom>
              <a:avLst/>
              <a:pathLst>
                <a:path w="43961" h="74417">
                  <a:moveTo>
                    <a:pt x="19732" y="4122"/>
                  </a:moveTo>
                  <a:lnTo>
                    <a:pt x="24292" y="7237"/>
                  </a:lnTo>
                  <a:lnTo>
                    <a:pt x="26446" y="451"/>
                  </a:lnTo>
                  <a:lnTo>
                    <a:pt x="29000" y="4506"/>
                  </a:lnTo>
                  <a:lnTo>
                    <a:pt x="27651" y="9499"/>
                  </a:lnTo>
                  <a:lnTo>
                    <a:pt x="30563" y="22566"/>
                  </a:lnTo>
                  <a:lnTo>
                    <a:pt x="32345" y="26318"/>
                  </a:lnTo>
                  <a:lnTo>
                    <a:pt x="35415" y="24509"/>
                  </a:lnTo>
                  <a:lnTo>
                    <a:pt x="38643" y="23070"/>
                  </a:lnTo>
                  <a:lnTo>
                    <a:pt x="42053" y="29238"/>
                  </a:lnTo>
                  <a:lnTo>
                    <a:pt x="41584" y="36529"/>
                  </a:lnTo>
                  <a:lnTo>
                    <a:pt x="42423" y="39910"/>
                  </a:lnTo>
                  <a:lnTo>
                    <a:pt x="38077" y="38977"/>
                  </a:lnTo>
                  <a:lnTo>
                    <a:pt x="31121" y="34947"/>
                  </a:lnTo>
                  <a:lnTo>
                    <a:pt x="29025" y="35771"/>
                  </a:lnTo>
                  <a:lnTo>
                    <a:pt x="34479" y="39386"/>
                  </a:lnTo>
                  <a:lnTo>
                    <a:pt x="40466" y="44749"/>
                  </a:lnTo>
                  <a:lnTo>
                    <a:pt x="43392" y="44290"/>
                  </a:lnTo>
                  <a:lnTo>
                    <a:pt x="43961" y="49338"/>
                  </a:lnTo>
                  <a:lnTo>
                    <a:pt x="41132" y="49995"/>
                  </a:lnTo>
                  <a:lnTo>
                    <a:pt x="43579" y="56202"/>
                  </a:lnTo>
                  <a:lnTo>
                    <a:pt x="43311" y="58162"/>
                  </a:lnTo>
                  <a:lnTo>
                    <a:pt x="41557" y="59366"/>
                  </a:lnTo>
                  <a:lnTo>
                    <a:pt x="40512" y="56885"/>
                  </a:lnTo>
                  <a:lnTo>
                    <a:pt x="39371" y="56801"/>
                  </a:lnTo>
                  <a:lnTo>
                    <a:pt x="37606" y="62211"/>
                  </a:lnTo>
                  <a:lnTo>
                    <a:pt x="40676" y="70862"/>
                  </a:lnTo>
                  <a:lnTo>
                    <a:pt x="39930" y="73368"/>
                  </a:lnTo>
                  <a:lnTo>
                    <a:pt x="37702" y="74417"/>
                  </a:lnTo>
                  <a:lnTo>
                    <a:pt x="24920" y="65912"/>
                  </a:lnTo>
                  <a:lnTo>
                    <a:pt x="20605" y="60662"/>
                  </a:lnTo>
                  <a:lnTo>
                    <a:pt x="16834" y="58632"/>
                  </a:lnTo>
                  <a:lnTo>
                    <a:pt x="16818" y="60271"/>
                  </a:lnTo>
                  <a:lnTo>
                    <a:pt x="12862" y="61495"/>
                  </a:lnTo>
                  <a:lnTo>
                    <a:pt x="11535" y="48328"/>
                  </a:lnTo>
                  <a:lnTo>
                    <a:pt x="9586" y="48947"/>
                  </a:lnTo>
                  <a:lnTo>
                    <a:pt x="1832" y="47326"/>
                  </a:lnTo>
                  <a:lnTo>
                    <a:pt x="45" y="50174"/>
                  </a:lnTo>
                  <a:lnTo>
                    <a:pt x="1039" y="43632"/>
                  </a:lnTo>
                  <a:lnTo>
                    <a:pt x="11494" y="41013"/>
                  </a:lnTo>
                  <a:lnTo>
                    <a:pt x="9518" y="38016"/>
                  </a:lnTo>
                  <a:lnTo>
                    <a:pt x="7325" y="38929"/>
                  </a:lnTo>
                  <a:lnTo>
                    <a:pt x="6728" y="38554"/>
                  </a:lnTo>
                  <a:lnTo>
                    <a:pt x="7689" y="34988"/>
                  </a:lnTo>
                  <a:lnTo>
                    <a:pt x="10374" y="30708"/>
                  </a:lnTo>
                  <a:lnTo>
                    <a:pt x="9518" y="26115"/>
                  </a:lnTo>
                  <a:lnTo>
                    <a:pt x="6435" y="20862"/>
                  </a:lnTo>
                  <a:lnTo>
                    <a:pt x="3967" y="19279"/>
                  </a:lnTo>
                  <a:lnTo>
                    <a:pt x="5067" y="18412"/>
                  </a:lnTo>
                  <a:lnTo>
                    <a:pt x="4880" y="16267"/>
                  </a:lnTo>
                  <a:lnTo>
                    <a:pt x="0" y="12556"/>
                  </a:lnTo>
                  <a:lnTo>
                    <a:pt x="6154" y="11907"/>
                  </a:lnTo>
                  <a:lnTo>
                    <a:pt x="458" y="6545"/>
                  </a:lnTo>
                  <a:lnTo>
                    <a:pt x="10339" y="364"/>
                  </a:lnTo>
                  <a:lnTo>
                    <a:pt x="16813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h436"/>
            <p:cNvSpPr/>
            <p:nvPr/>
          </p:nvSpPr>
          <p:spPr>
            <a:xfrm>
              <a:off x="1783103" y="2140489"/>
              <a:ext cx="126727" cy="128740"/>
            </a:xfrm>
            <a:custGeom>
              <a:avLst/>
              <a:pathLst>
                <a:path w="126727" h="128740">
                  <a:moveTo>
                    <a:pt x="40045" y="2914"/>
                  </a:moveTo>
                  <a:lnTo>
                    <a:pt x="44609" y="2128"/>
                  </a:lnTo>
                  <a:lnTo>
                    <a:pt x="45732" y="3631"/>
                  </a:lnTo>
                  <a:lnTo>
                    <a:pt x="44895" y="6456"/>
                  </a:lnTo>
                  <a:lnTo>
                    <a:pt x="42404" y="7461"/>
                  </a:lnTo>
                  <a:lnTo>
                    <a:pt x="50731" y="7945"/>
                  </a:lnTo>
                  <a:lnTo>
                    <a:pt x="53403" y="12183"/>
                  </a:lnTo>
                  <a:lnTo>
                    <a:pt x="54144" y="15137"/>
                  </a:lnTo>
                  <a:lnTo>
                    <a:pt x="62502" y="21630"/>
                  </a:lnTo>
                  <a:lnTo>
                    <a:pt x="64490" y="22370"/>
                  </a:lnTo>
                  <a:lnTo>
                    <a:pt x="67279" y="21488"/>
                  </a:lnTo>
                  <a:lnTo>
                    <a:pt x="68873" y="19145"/>
                  </a:lnTo>
                  <a:lnTo>
                    <a:pt x="69627" y="14160"/>
                  </a:lnTo>
                  <a:lnTo>
                    <a:pt x="74913" y="10999"/>
                  </a:lnTo>
                  <a:lnTo>
                    <a:pt x="75767" y="14541"/>
                  </a:lnTo>
                  <a:lnTo>
                    <a:pt x="78116" y="17650"/>
                  </a:lnTo>
                  <a:lnTo>
                    <a:pt x="83347" y="11220"/>
                  </a:lnTo>
                  <a:lnTo>
                    <a:pt x="82822" y="18167"/>
                  </a:lnTo>
                  <a:lnTo>
                    <a:pt x="79344" y="23455"/>
                  </a:lnTo>
                  <a:lnTo>
                    <a:pt x="76881" y="20633"/>
                  </a:lnTo>
                  <a:lnTo>
                    <a:pt x="75025" y="20461"/>
                  </a:lnTo>
                  <a:lnTo>
                    <a:pt x="74174" y="22096"/>
                  </a:lnTo>
                  <a:lnTo>
                    <a:pt x="76771" y="25314"/>
                  </a:lnTo>
                  <a:lnTo>
                    <a:pt x="74938" y="32540"/>
                  </a:lnTo>
                  <a:lnTo>
                    <a:pt x="79559" y="38848"/>
                  </a:lnTo>
                  <a:lnTo>
                    <a:pt x="73342" y="44003"/>
                  </a:lnTo>
                  <a:lnTo>
                    <a:pt x="77551" y="49310"/>
                  </a:lnTo>
                  <a:lnTo>
                    <a:pt x="80467" y="51236"/>
                  </a:lnTo>
                  <a:lnTo>
                    <a:pt x="83411" y="50836"/>
                  </a:lnTo>
                  <a:lnTo>
                    <a:pt x="94193" y="61008"/>
                  </a:lnTo>
                  <a:lnTo>
                    <a:pt x="93995" y="67437"/>
                  </a:lnTo>
                  <a:lnTo>
                    <a:pt x="96434" y="70661"/>
                  </a:lnTo>
                  <a:lnTo>
                    <a:pt x="99906" y="70247"/>
                  </a:lnTo>
                  <a:lnTo>
                    <a:pt x="99465" y="69964"/>
                  </a:lnTo>
                  <a:lnTo>
                    <a:pt x="103914" y="63836"/>
                  </a:lnTo>
                  <a:lnTo>
                    <a:pt x="105197" y="64087"/>
                  </a:lnTo>
                  <a:lnTo>
                    <a:pt x="106235" y="66375"/>
                  </a:lnTo>
                  <a:lnTo>
                    <a:pt x="106442" y="69425"/>
                  </a:lnTo>
                  <a:lnTo>
                    <a:pt x="104919" y="72522"/>
                  </a:lnTo>
                  <a:lnTo>
                    <a:pt x="101901" y="71106"/>
                  </a:lnTo>
                  <a:lnTo>
                    <a:pt x="99827" y="71834"/>
                  </a:lnTo>
                  <a:lnTo>
                    <a:pt x="99814" y="78329"/>
                  </a:lnTo>
                  <a:lnTo>
                    <a:pt x="102499" y="88167"/>
                  </a:lnTo>
                  <a:lnTo>
                    <a:pt x="108354" y="93047"/>
                  </a:lnTo>
                  <a:lnTo>
                    <a:pt x="110598" y="94128"/>
                  </a:lnTo>
                  <a:lnTo>
                    <a:pt x="107919" y="84156"/>
                  </a:lnTo>
                  <a:lnTo>
                    <a:pt x="115299" y="92229"/>
                  </a:lnTo>
                  <a:lnTo>
                    <a:pt x="119837" y="87571"/>
                  </a:lnTo>
                  <a:lnTo>
                    <a:pt x="115979" y="84669"/>
                  </a:lnTo>
                  <a:lnTo>
                    <a:pt x="118463" y="81606"/>
                  </a:lnTo>
                  <a:lnTo>
                    <a:pt x="125688" y="81880"/>
                  </a:lnTo>
                  <a:lnTo>
                    <a:pt x="126727" y="84654"/>
                  </a:lnTo>
                  <a:lnTo>
                    <a:pt x="120084" y="91029"/>
                  </a:lnTo>
                  <a:lnTo>
                    <a:pt x="122937" y="93647"/>
                  </a:lnTo>
                  <a:lnTo>
                    <a:pt x="124207" y="96185"/>
                  </a:lnTo>
                  <a:lnTo>
                    <a:pt x="121977" y="104544"/>
                  </a:lnTo>
                  <a:lnTo>
                    <a:pt x="119577" y="105187"/>
                  </a:lnTo>
                  <a:lnTo>
                    <a:pt x="118289" y="106677"/>
                  </a:lnTo>
                  <a:lnTo>
                    <a:pt x="120126" y="115067"/>
                  </a:lnTo>
                  <a:lnTo>
                    <a:pt x="116664" y="115241"/>
                  </a:lnTo>
                  <a:lnTo>
                    <a:pt x="117617" y="122762"/>
                  </a:lnTo>
                  <a:lnTo>
                    <a:pt x="109227" y="128740"/>
                  </a:lnTo>
                  <a:lnTo>
                    <a:pt x="103997" y="128713"/>
                  </a:lnTo>
                  <a:lnTo>
                    <a:pt x="100219" y="126835"/>
                  </a:lnTo>
                  <a:lnTo>
                    <a:pt x="96034" y="121338"/>
                  </a:lnTo>
                  <a:lnTo>
                    <a:pt x="95954" y="114940"/>
                  </a:lnTo>
                  <a:lnTo>
                    <a:pt x="92729" y="110912"/>
                  </a:lnTo>
                  <a:lnTo>
                    <a:pt x="90128" y="113471"/>
                  </a:lnTo>
                  <a:lnTo>
                    <a:pt x="83227" y="108912"/>
                  </a:lnTo>
                  <a:lnTo>
                    <a:pt x="77994" y="107115"/>
                  </a:lnTo>
                  <a:lnTo>
                    <a:pt x="74793" y="107080"/>
                  </a:lnTo>
                  <a:lnTo>
                    <a:pt x="68021" y="103883"/>
                  </a:lnTo>
                  <a:lnTo>
                    <a:pt x="61838" y="104956"/>
                  </a:lnTo>
                  <a:lnTo>
                    <a:pt x="60204" y="106821"/>
                  </a:lnTo>
                  <a:lnTo>
                    <a:pt x="55022" y="106173"/>
                  </a:lnTo>
                  <a:lnTo>
                    <a:pt x="44072" y="97463"/>
                  </a:lnTo>
                  <a:lnTo>
                    <a:pt x="42314" y="92609"/>
                  </a:lnTo>
                  <a:lnTo>
                    <a:pt x="37306" y="102771"/>
                  </a:lnTo>
                  <a:lnTo>
                    <a:pt x="25517" y="95608"/>
                  </a:lnTo>
                  <a:lnTo>
                    <a:pt x="11117" y="102256"/>
                  </a:lnTo>
                  <a:lnTo>
                    <a:pt x="3581" y="105735"/>
                  </a:lnTo>
                  <a:lnTo>
                    <a:pt x="0" y="108464"/>
                  </a:lnTo>
                  <a:lnTo>
                    <a:pt x="426" y="79490"/>
                  </a:lnTo>
                  <a:lnTo>
                    <a:pt x="2111" y="74334"/>
                  </a:lnTo>
                  <a:lnTo>
                    <a:pt x="3694" y="75258"/>
                  </a:lnTo>
                  <a:lnTo>
                    <a:pt x="13033" y="72032"/>
                  </a:lnTo>
                  <a:lnTo>
                    <a:pt x="14480" y="67813"/>
                  </a:lnTo>
                  <a:lnTo>
                    <a:pt x="12237" y="66067"/>
                  </a:lnTo>
                  <a:lnTo>
                    <a:pt x="11567" y="60450"/>
                  </a:lnTo>
                  <a:lnTo>
                    <a:pt x="13267" y="53728"/>
                  </a:lnTo>
                  <a:lnTo>
                    <a:pt x="18469" y="50315"/>
                  </a:lnTo>
                  <a:lnTo>
                    <a:pt x="16700" y="41783"/>
                  </a:lnTo>
                  <a:lnTo>
                    <a:pt x="17803" y="40404"/>
                  </a:lnTo>
                  <a:lnTo>
                    <a:pt x="27545" y="28224"/>
                  </a:lnTo>
                  <a:lnTo>
                    <a:pt x="32981" y="24818"/>
                  </a:lnTo>
                  <a:lnTo>
                    <a:pt x="34448" y="25124"/>
                  </a:lnTo>
                  <a:lnTo>
                    <a:pt x="35942" y="20926"/>
                  </a:lnTo>
                  <a:lnTo>
                    <a:pt x="32773" y="21295"/>
                  </a:lnTo>
                  <a:lnTo>
                    <a:pt x="33442" y="17040"/>
                  </a:lnTo>
                  <a:lnTo>
                    <a:pt x="37373" y="13525"/>
                  </a:lnTo>
                  <a:lnTo>
                    <a:pt x="40276" y="8009"/>
                  </a:lnTo>
                  <a:lnTo>
                    <a:pt x="38583" y="2700"/>
                  </a:lnTo>
                  <a:lnTo>
                    <a:pt x="35892" y="1982"/>
                  </a:lnTo>
                  <a:lnTo>
                    <a:pt x="3726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h437"/>
            <p:cNvSpPr/>
            <p:nvPr/>
          </p:nvSpPr>
          <p:spPr>
            <a:xfrm>
              <a:off x="1936484" y="2146780"/>
              <a:ext cx="99206" cy="122337"/>
            </a:xfrm>
            <a:custGeom>
              <a:avLst/>
              <a:pathLst>
                <a:path w="99206" h="122337">
                  <a:moveTo>
                    <a:pt x="50239" y="810"/>
                  </a:moveTo>
                  <a:lnTo>
                    <a:pt x="56111" y="409"/>
                  </a:lnTo>
                  <a:lnTo>
                    <a:pt x="63320" y="2655"/>
                  </a:lnTo>
                  <a:lnTo>
                    <a:pt x="67177" y="6085"/>
                  </a:lnTo>
                  <a:lnTo>
                    <a:pt x="77394" y="18780"/>
                  </a:lnTo>
                  <a:lnTo>
                    <a:pt x="78102" y="19149"/>
                  </a:lnTo>
                  <a:lnTo>
                    <a:pt x="81229" y="17684"/>
                  </a:lnTo>
                  <a:lnTo>
                    <a:pt x="83427" y="22967"/>
                  </a:lnTo>
                  <a:lnTo>
                    <a:pt x="84814" y="28875"/>
                  </a:lnTo>
                  <a:lnTo>
                    <a:pt x="92971" y="38160"/>
                  </a:lnTo>
                  <a:lnTo>
                    <a:pt x="92145" y="40504"/>
                  </a:lnTo>
                  <a:lnTo>
                    <a:pt x="92015" y="51331"/>
                  </a:lnTo>
                  <a:lnTo>
                    <a:pt x="81944" y="55640"/>
                  </a:lnTo>
                  <a:lnTo>
                    <a:pt x="82737" y="65463"/>
                  </a:lnTo>
                  <a:lnTo>
                    <a:pt x="78100" y="73887"/>
                  </a:lnTo>
                  <a:lnTo>
                    <a:pt x="86321" y="80056"/>
                  </a:lnTo>
                  <a:lnTo>
                    <a:pt x="92406" y="82525"/>
                  </a:lnTo>
                  <a:lnTo>
                    <a:pt x="97859" y="82338"/>
                  </a:lnTo>
                  <a:lnTo>
                    <a:pt x="98290" y="84532"/>
                  </a:lnTo>
                  <a:lnTo>
                    <a:pt x="99206" y="90632"/>
                  </a:lnTo>
                  <a:lnTo>
                    <a:pt x="79641" y="98591"/>
                  </a:lnTo>
                  <a:lnTo>
                    <a:pt x="82311" y="102970"/>
                  </a:lnTo>
                  <a:lnTo>
                    <a:pt x="84906" y="105876"/>
                  </a:lnTo>
                  <a:lnTo>
                    <a:pt x="87191" y="107230"/>
                  </a:lnTo>
                  <a:lnTo>
                    <a:pt x="85834" y="109024"/>
                  </a:lnTo>
                  <a:lnTo>
                    <a:pt x="82809" y="110689"/>
                  </a:lnTo>
                  <a:lnTo>
                    <a:pt x="80781" y="110877"/>
                  </a:lnTo>
                  <a:lnTo>
                    <a:pt x="78217" y="109832"/>
                  </a:lnTo>
                  <a:lnTo>
                    <a:pt x="73320" y="113018"/>
                  </a:lnTo>
                  <a:lnTo>
                    <a:pt x="74415" y="115010"/>
                  </a:lnTo>
                  <a:lnTo>
                    <a:pt x="74085" y="117108"/>
                  </a:lnTo>
                  <a:lnTo>
                    <a:pt x="70905" y="119478"/>
                  </a:lnTo>
                  <a:lnTo>
                    <a:pt x="65006" y="122337"/>
                  </a:lnTo>
                  <a:lnTo>
                    <a:pt x="58511" y="118160"/>
                  </a:lnTo>
                  <a:lnTo>
                    <a:pt x="56055" y="112892"/>
                  </a:lnTo>
                  <a:lnTo>
                    <a:pt x="49556" y="105297"/>
                  </a:lnTo>
                  <a:lnTo>
                    <a:pt x="42772" y="98897"/>
                  </a:lnTo>
                  <a:lnTo>
                    <a:pt x="39341" y="90169"/>
                  </a:lnTo>
                  <a:lnTo>
                    <a:pt x="28484" y="73184"/>
                  </a:lnTo>
                  <a:lnTo>
                    <a:pt x="30612" y="69798"/>
                  </a:lnTo>
                  <a:lnTo>
                    <a:pt x="30907" y="65785"/>
                  </a:lnTo>
                  <a:lnTo>
                    <a:pt x="26601" y="63153"/>
                  </a:lnTo>
                  <a:lnTo>
                    <a:pt x="19686" y="61321"/>
                  </a:lnTo>
                  <a:lnTo>
                    <a:pt x="20007" y="58807"/>
                  </a:lnTo>
                  <a:lnTo>
                    <a:pt x="18982" y="56595"/>
                  </a:lnTo>
                  <a:lnTo>
                    <a:pt x="14235" y="51141"/>
                  </a:lnTo>
                  <a:lnTo>
                    <a:pt x="10463" y="55082"/>
                  </a:lnTo>
                  <a:lnTo>
                    <a:pt x="6611" y="48588"/>
                  </a:lnTo>
                  <a:lnTo>
                    <a:pt x="4877" y="44986"/>
                  </a:lnTo>
                  <a:lnTo>
                    <a:pt x="3935" y="43885"/>
                  </a:lnTo>
                  <a:lnTo>
                    <a:pt x="3028" y="43914"/>
                  </a:lnTo>
                  <a:lnTo>
                    <a:pt x="0" y="39537"/>
                  </a:lnTo>
                  <a:lnTo>
                    <a:pt x="26684" y="12432"/>
                  </a:lnTo>
                  <a:lnTo>
                    <a:pt x="26673" y="11511"/>
                  </a:lnTo>
                  <a:lnTo>
                    <a:pt x="27181" y="10149"/>
                  </a:lnTo>
                  <a:lnTo>
                    <a:pt x="33585" y="6971"/>
                  </a:lnTo>
                  <a:lnTo>
                    <a:pt x="36552" y="7292"/>
                  </a:lnTo>
                  <a:lnTo>
                    <a:pt x="4553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h438"/>
            <p:cNvSpPr/>
            <p:nvPr/>
          </p:nvSpPr>
          <p:spPr>
            <a:xfrm>
              <a:off x="2020910" y="2279311"/>
              <a:ext cx="50737" cy="31717"/>
            </a:xfrm>
            <a:custGeom>
              <a:avLst/>
              <a:pathLst>
                <a:path w="50737" h="31717">
                  <a:moveTo>
                    <a:pt x="50064" y="2875"/>
                  </a:moveTo>
                  <a:lnTo>
                    <a:pt x="50169" y="5260"/>
                  </a:lnTo>
                  <a:lnTo>
                    <a:pt x="48821" y="6425"/>
                  </a:lnTo>
                  <a:lnTo>
                    <a:pt x="47890" y="5399"/>
                  </a:lnTo>
                  <a:lnTo>
                    <a:pt x="45999" y="5699"/>
                  </a:lnTo>
                  <a:lnTo>
                    <a:pt x="45207" y="7735"/>
                  </a:lnTo>
                  <a:lnTo>
                    <a:pt x="45695" y="11335"/>
                  </a:lnTo>
                  <a:lnTo>
                    <a:pt x="48768" y="12898"/>
                  </a:lnTo>
                  <a:lnTo>
                    <a:pt x="49886" y="14822"/>
                  </a:lnTo>
                  <a:lnTo>
                    <a:pt x="50737" y="24780"/>
                  </a:lnTo>
                  <a:lnTo>
                    <a:pt x="41077" y="26340"/>
                  </a:lnTo>
                  <a:lnTo>
                    <a:pt x="28048" y="31337"/>
                  </a:lnTo>
                  <a:lnTo>
                    <a:pt x="20355" y="31717"/>
                  </a:lnTo>
                  <a:lnTo>
                    <a:pt x="17079" y="25270"/>
                  </a:lnTo>
                  <a:lnTo>
                    <a:pt x="15539" y="25865"/>
                  </a:lnTo>
                  <a:lnTo>
                    <a:pt x="0" y="14412"/>
                  </a:lnTo>
                  <a:lnTo>
                    <a:pt x="2603" y="12772"/>
                  </a:lnTo>
                  <a:lnTo>
                    <a:pt x="6826" y="12186"/>
                  </a:lnTo>
                  <a:lnTo>
                    <a:pt x="9904" y="12284"/>
                  </a:lnTo>
                  <a:lnTo>
                    <a:pt x="10212" y="13959"/>
                  </a:lnTo>
                  <a:lnTo>
                    <a:pt x="11936" y="14048"/>
                  </a:lnTo>
                  <a:lnTo>
                    <a:pt x="14804" y="8638"/>
                  </a:lnTo>
                  <a:lnTo>
                    <a:pt x="12858" y="5996"/>
                  </a:lnTo>
                  <a:lnTo>
                    <a:pt x="16148" y="3530"/>
                  </a:lnTo>
                  <a:lnTo>
                    <a:pt x="21170" y="3236"/>
                  </a:lnTo>
                  <a:lnTo>
                    <a:pt x="21446" y="8829"/>
                  </a:lnTo>
                  <a:lnTo>
                    <a:pt x="23136" y="9061"/>
                  </a:lnTo>
                  <a:lnTo>
                    <a:pt x="23982" y="7725"/>
                  </a:lnTo>
                  <a:lnTo>
                    <a:pt x="26696" y="7471"/>
                  </a:lnTo>
                  <a:lnTo>
                    <a:pt x="30280" y="8053"/>
                  </a:lnTo>
                  <a:lnTo>
                    <a:pt x="31932" y="10047"/>
                  </a:lnTo>
                  <a:lnTo>
                    <a:pt x="31953" y="11381"/>
                  </a:lnTo>
                  <a:lnTo>
                    <a:pt x="38892" y="6415"/>
                  </a:lnTo>
                  <a:lnTo>
                    <a:pt x="40511" y="9016"/>
                  </a:lnTo>
                  <a:lnTo>
                    <a:pt x="42945" y="6740"/>
                  </a:lnTo>
                  <a:lnTo>
                    <a:pt x="44633" y="2748"/>
                  </a:lnTo>
                  <a:lnTo>
                    <a:pt x="45929" y="3689"/>
                  </a:lnTo>
                  <a:lnTo>
                    <a:pt x="4853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h439"/>
            <p:cNvSpPr/>
            <p:nvPr/>
          </p:nvSpPr>
          <p:spPr>
            <a:xfrm>
              <a:off x="2126315" y="2380813"/>
              <a:ext cx="56853" cy="66510"/>
            </a:xfrm>
            <a:custGeom>
              <a:avLst/>
              <a:pathLst>
                <a:path w="56853" h="66510">
                  <a:moveTo>
                    <a:pt x="29617" y="2111"/>
                  </a:moveTo>
                  <a:lnTo>
                    <a:pt x="31490" y="7121"/>
                  </a:lnTo>
                  <a:lnTo>
                    <a:pt x="40713" y="7587"/>
                  </a:lnTo>
                  <a:lnTo>
                    <a:pt x="32550" y="8344"/>
                  </a:lnTo>
                  <a:lnTo>
                    <a:pt x="35035" y="12724"/>
                  </a:lnTo>
                  <a:lnTo>
                    <a:pt x="40953" y="19581"/>
                  </a:lnTo>
                  <a:lnTo>
                    <a:pt x="51703" y="25016"/>
                  </a:lnTo>
                  <a:lnTo>
                    <a:pt x="55506" y="29099"/>
                  </a:lnTo>
                  <a:lnTo>
                    <a:pt x="53636" y="32231"/>
                  </a:lnTo>
                  <a:lnTo>
                    <a:pt x="53050" y="35358"/>
                  </a:lnTo>
                  <a:lnTo>
                    <a:pt x="56853" y="38855"/>
                  </a:lnTo>
                  <a:lnTo>
                    <a:pt x="55439" y="42351"/>
                  </a:lnTo>
                  <a:lnTo>
                    <a:pt x="53623" y="42586"/>
                  </a:lnTo>
                  <a:lnTo>
                    <a:pt x="49864" y="42276"/>
                  </a:lnTo>
                  <a:lnTo>
                    <a:pt x="48509" y="39449"/>
                  </a:lnTo>
                  <a:lnTo>
                    <a:pt x="47522" y="39144"/>
                  </a:lnTo>
                  <a:lnTo>
                    <a:pt x="42126" y="41332"/>
                  </a:lnTo>
                  <a:lnTo>
                    <a:pt x="31583" y="42179"/>
                  </a:lnTo>
                  <a:lnTo>
                    <a:pt x="30653" y="40973"/>
                  </a:lnTo>
                  <a:lnTo>
                    <a:pt x="27619" y="41155"/>
                  </a:lnTo>
                  <a:lnTo>
                    <a:pt x="26284" y="43968"/>
                  </a:lnTo>
                  <a:lnTo>
                    <a:pt x="26751" y="47402"/>
                  </a:lnTo>
                  <a:lnTo>
                    <a:pt x="25869" y="50578"/>
                  </a:lnTo>
                  <a:lnTo>
                    <a:pt x="22272" y="55513"/>
                  </a:lnTo>
                  <a:lnTo>
                    <a:pt x="16939" y="59715"/>
                  </a:lnTo>
                  <a:lnTo>
                    <a:pt x="9543" y="59845"/>
                  </a:lnTo>
                  <a:lnTo>
                    <a:pt x="10125" y="63677"/>
                  </a:lnTo>
                  <a:lnTo>
                    <a:pt x="5926" y="66510"/>
                  </a:lnTo>
                  <a:lnTo>
                    <a:pt x="1150" y="66430"/>
                  </a:lnTo>
                  <a:lnTo>
                    <a:pt x="0" y="64589"/>
                  </a:lnTo>
                  <a:lnTo>
                    <a:pt x="445" y="62140"/>
                  </a:lnTo>
                  <a:lnTo>
                    <a:pt x="3293" y="59429"/>
                  </a:lnTo>
                  <a:lnTo>
                    <a:pt x="10802" y="54756"/>
                  </a:lnTo>
                  <a:lnTo>
                    <a:pt x="14021" y="49955"/>
                  </a:lnTo>
                  <a:lnTo>
                    <a:pt x="14338" y="43297"/>
                  </a:lnTo>
                  <a:lnTo>
                    <a:pt x="18222" y="41627"/>
                  </a:lnTo>
                  <a:lnTo>
                    <a:pt x="10612" y="40746"/>
                  </a:lnTo>
                  <a:lnTo>
                    <a:pt x="10740" y="39103"/>
                  </a:lnTo>
                  <a:lnTo>
                    <a:pt x="14760" y="36983"/>
                  </a:lnTo>
                  <a:lnTo>
                    <a:pt x="15248" y="34526"/>
                  </a:lnTo>
                  <a:lnTo>
                    <a:pt x="15069" y="30522"/>
                  </a:lnTo>
                  <a:lnTo>
                    <a:pt x="14004" y="30030"/>
                  </a:lnTo>
                  <a:lnTo>
                    <a:pt x="11485" y="31024"/>
                  </a:lnTo>
                  <a:lnTo>
                    <a:pt x="12100" y="24154"/>
                  </a:lnTo>
                  <a:lnTo>
                    <a:pt x="18081" y="20013"/>
                  </a:lnTo>
                  <a:lnTo>
                    <a:pt x="14890" y="13093"/>
                  </a:lnTo>
                  <a:lnTo>
                    <a:pt x="19153" y="10903"/>
                  </a:lnTo>
                  <a:lnTo>
                    <a:pt x="19944" y="12162"/>
                  </a:lnTo>
                  <a:lnTo>
                    <a:pt x="26726" y="15851"/>
                  </a:lnTo>
                  <a:lnTo>
                    <a:pt x="25911" y="13141"/>
                  </a:lnTo>
                  <a:lnTo>
                    <a:pt x="20130" y="10401"/>
                  </a:lnTo>
                  <a:lnTo>
                    <a:pt x="2694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h440"/>
            <p:cNvSpPr/>
            <p:nvPr/>
          </p:nvSpPr>
          <p:spPr>
            <a:xfrm>
              <a:off x="1926868" y="2195369"/>
              <a:ext cx="87577" cy="105259"/>
            </a:xfrm>
            <a:custGeom>
              <a:avLst/>
              <a:pathLst>
                <a:path w="87577" h="105259">
                  <a:moveTo>
                    <a:pt x="16228" y="0"/>
                  </a:moveTo>
                  <a:lnTo>
                    <a:pt x="20079" y="6493"/>
                  </a:lnTo>
                  <a:lnTo>
                    <a:pt x="23851" y="2552"/>
                  </a:lnTo>
                  <a:lnTo>
                    <a:pt x="28599" y="8006"/>
                  </a:lnTo>
                  <a:lnTo>
                    <a:pt x="29624" y="10218"/>
                  </a:lnTo>
                  <a:lnTo>
                    <a:pt x="29302" y="12732"/>
                  </a:lnTo>
                  <a:lnTo>
                    <a:pt x="36218" y="14564"/>
                  </a:lnTo>
                  <a:lnTo>
                    <a:pt x="40523" y="17196"/>
                  </a:lnTo>
                  <a:lnTo>
                    <a:pt x="40228" y="21209"/>
                  </a:lnTo>
                  <a:lnTo>
                    <a:pt x="38100" y="24595"/>
                  </a:lnTo>
                  <a:lnTo>
                    <a:pt x="48957" y="41580"/>
                  </a:lnTo>
                  <a:lnTo>
                    <a:pt x="52388" y="50308"/>
                  </a:lnTo>
                  <a:lnTo>
                    <a:pt x="59173" y="56708"/>
                  </a:lnTo>
                  <a:lnTo>
                    <a:pt x="65671" y="64303"/>
                  </a:lnTo>
                  <a:lnTo>
                    <a:pt x="68127" y="69571"/>
                  </a:lnTo>
                  <a:lnTo>
                    <a:pt x="74623" y="73748"/>
                  </a:lnTo>
                  <a:lnTo>
                    <a:pt x="80521" y="70889"/>
                  </a:lnTo>
                  <a:lnTo>
                    <a:pt x="87243" y="82324"/>
                  </a:lnTo>
                  <a:lnTo>
                    <a:pt x="87577" y="91844"/>
                  </a:lnTo>
                  <a:lnTo>
                    <a:pt x="86382" y="93886"/>
                  </a:lnTo>
                  <a:lnTo>
                    <a:pt x="85205" y="94094"/>
                  </a:lnTo>
                  <a:lnTo>
                    <a:pt x="82742" y="97669"/>
                  </a:lnTo>
                  <a:lnTo>
                    <a:pt x="84757" y="98208"/>
                  </a:lnTo>
                  <a:lnTo>
                    <a:pt x="82474" y="102599"/>
                  </a:lnTo>
                  <a:lnTo>
                    <a:pt x="78789" y="105259"/>
                  </a:lnTo>
                  <a:lnTo>
                    <a:pt x="74635" y="102389"/>
                  </a:lnTo>
                  <a:lnTo>
                    <a:pt x="73912" y="104797"/>
                  </a:lnTo>
                  <a:lnTo>
                    <a:pt x="57948" y="91605"/>
                  </a:lnTo>
                  <a:lnTo>
                    <a:pt x="51580" y="89833"/>
                  </a:lnTo>
                  <a:lnTo>
                    <a:pt x="48592" y="87469"/>
                  </a:lnTo>
                  <a:lnTo>
                    <a:pt x="45443" y="86653"/>
                  </a:lnTo>
                  <a:lnTo>
                    <a:pt x="41624" y="90686"/>
                  </a:lnTo>
                  <a:lnTo>
                    <a:pt x="35259" y="82814"/>
                  </a:lnTo>
                  <a:lnTo>
                    <a:pt x="34011" y="82350"/>
                  </a:lnTo>
                  <a:lnTo>
                    <a:pt x="35517" y="77537"/>
                  </a:lnTo>
                  <a:lnTo>
                    <a:pt x="32745" y="72821"/>
                  </a:lnTo>
                  <a:lnTo>
                    <a:pt x="31050" y="67178"/>
                  </a:lnTo>
                  <a:lnTo>
                    <a:pt x="29961" y="59719"/>
                  </a:lnTo>
                  <a:lnTo>
                    <a:pt x="33000" y="57417"/>
                  </a:lnTo>
                  <a:lnTo>
                    <a:pt x="31377" y="55037"/>
                  </a:lnTo>
                  <a:lnTo>
                    <a:pt x="26822" y="53654"/>
                  </a:lnTo>
                  <a:lnTo>
                    <a:pt x="21389" y="57647"/>
                  </a:lnTo>
                  <a:lnTo>
                    <a:pt x="15702" y="57640"/>
                  </a:lnTo>
                  <a:lnTo>
                    <a:pt x="14780" y="56575"/>
                  </a:lnTo>
                  <a:lnTo>
                    <a:pt x="14169" y="42767"/>
                  </a:lnTo>
                  <a:lnTo>
                    <a:pt x="13245" y="39885"/>
                  </a:lnTo>
                  <a:lnTo>
                    <a:pt x="8991" y="38997"/>
                  </a:lnTo>
                  <a:lnTo>
                    <a:pt x="3749" y="28068"/>
                  </a:lnTo>
                  <a:lnTo>
                    <a:pt x="4032" y="23642"/>
                  </a:lnTo>
                  <a:lnTo>
                    <a:pt x="5930" y="19226"/>
                  </a:lnTo>
                  <a:lnTo>
                    <a:pt x="0" y="7786"/>
                  </a:lnTo>
                  <a:lnTo>
                    <a:pt x="2074" y="7812"/>
                  </a:lnTo>
                  <a:lnTo>
                    <a:pt x="14190" y="179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h441"/>
            <p:cNvSpPr/>
            <p:nvPr/>
          </p:nvSpPr>
          <p:spPr>
            <a:xfrm>
              <a:off x="2066074" y="2495970"/>
              <a:ext cx="39251" cy="34886"/>
            </a:xfrm>
            <a:custGeom>
              <a:avLst/>
              <a:pathLst>
                <a:path w="39251" h="34886">
                  <a:moveTo>
                    <a:pt x="37326" y="1600"/>
                  </a:moveTo>
                  <a:lnTo>
                    <a:pt x="39251" y="7031"/>
                  </a:lnTo>
                  <a:lnTo>
                    <a:pt x="38687" y="8592"/>
                  </a:lnTo>
                  <a:lnTo>
                    <a:pt x="33580" y="14163"/>
                  </a:lnTo>
                  <a:lnTo>
                    <a:pt x="36065" y="20924"/>
                  </a:lnTo>
                  <a:lnTo>
                    <a:pt x="20985" y="24907"/>
                  </a:lnTo>
                  <a:lnTo>
                    <a:pt x="16680" y="25401"/>
                  </a:lnTo>
                  <a:lnTo>
                    <a:pt x="16809" y="32448"/>
                  </a:lnTo>
                  <a:lnTo>
                    <a:pt x="13777" y="34886"/>
                  </a:lnTo>
                  <a:lnTo>
                    <a:pt x="12474" y="34780"/>
                  </a:lnTo>
                  <a:lnTo>
                    <a:pt x="14442" y="31870"/>
                  </a:lnTo>
                  <a:lnTo>
                    <a:pt x="11622" y="27481"/>
                  </a:lnTo>
                  <a:lnTo>
                    <a:pt x="7512" y="30257"/>
                  </a:lnTo>
                  <a:lnTo>
                    <a:pt x="5386" y="33004"/>
                  </a:lnTo>
                  <a:lnTo>
                    <a:pt x="0" y="33502"/>
                  </a:lnTo>
                  <a:lnTo>
                    <a:pt x="2196" y="31066"/>
                  </a:lnTo>
                  <a:lnTo>
                    <a:pt x="9644" y="22705"/>
                  </a:lnTo>
                  <a:lnTo>
                    <a:pt x="12746" y="18109"/>
                  </a:lnTo>
                  <a:lnTo>
                    <a:pt x="12084" y="14928"/>
                  </a:lnTo>
                  <a:lnTo>
                    <a:pt x="15649" y="10939"/>
                  </a:lnTo>
                  <a:lnTo>
                    <a:pt x="23370" y="4429"/>
                  </a:lnTo>
                  <a:lnTo>
                    <a:pt x="28501" y="5308"/>
                  </a:lnTo>
                  <a:lnTo>
                    <a:pt x="28688" y="3418"/>
                  </a:lnTo>
                  <a:lnTo>
                    <a:pt x="3552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h442"/>
            <p:cNvSpPr/>
            <p:nvPr/>
          </p:nvSpPr>
          <p:spPr>
            <a:xfrm>
              <a:off x="2007389" y="2230129"/>
              <a:ext cx="63210" cy="63594"/>
            </a:xfrm>
            <a:custGeom>
              <a:avLst/>
              <a:pathLst>
                <a:path w="63210" h="63594">
                  <a:moveTo>
                    <a:pt x="31697" y="0"/>
                  </a:moveTo>
                  <a:lnTo>
                    <a:pt x="41411" y="1822"/>
                  </a:lnTo>
                  <a:lnTo>
                    <a:pt x="42412" y="6278"/>
                  </a:lnTo>
                  <a:lnTo>
                    <a:pt x="44031" y="6560"/>
                  </a:lnTo>
                  <a:lnTo>
                    <a:pt x="45361" y="11025"/>
                  </a:lnTo>
                  <a:lnTo>
                    <a:pt x="44402" y="16727"/>
                  </a:lnTo>
                  <a:lnTo>
                    <a:pt x="48312" y="21837"/>
                  </a:lnTo>
                  <a:lnTo>
                    <a:pt x="53080" y="14992"/>
                  </a:lnTo>
                  <a:lnTo>
                    <a:pt x="60227" y="16338"/>
                  </a:lnTo>
                  <a:lnTo>
                    <a:pt x="62986" y="18558"/>
                  </a:lnTo>
                  <a:lnTo>
                    <a:pt x="63210" y="19004"/>
                  </a:lnTo>
                  <a:lnTo>
                    <a:pt x="60982" y="20168"/>
                  </a:lnTo>
                  <a:lnTo>
                    <a:pt x="59169" y="31515"/>
                  </a:lnTo>
                  <a:lnTo>
                    <a:pt x="56941" y="31875"/>
                  </a:lnTo>
                  <a:lnTo>
                    <a:pt x="57124" y="34593"/>
                  </a:lnTo>
                  <a:lnTo>
                    <a:pt x="61166" y="41175"/>
                  </a:lnTo>
                  <a:lnTo>
                    <a:pt x="61013" y="42585"/>
                  </a:lnTo>
                  <a:lnTo>
                    <a:pt x="56088" y="43616"/>
                  </a:lnTo>
                  <a:lnTo>
                    <a:pt x="56221" y="46451"/>
                  </a:lnTo>
                  <a:lnTo>
                    <a:pt x="58153" y="51930"/>
                  </a:lnTo>
                  <a:lnTo>
                    <a:pt x="56466" y="55922"/>
                  </a:lnTo>
                  <a:lnTo>
                    <a:pt x="54031" y="58199"/>
                  </a:lnTo>
                  <a:lnTo>
                    <a:pt x="52413" y="55598"/>
                  </a:lnTo>
                  <a:lnTo>
                    <a:pt x="45474" y="60564"/>
                  </a:lnTo>
                  <a:lnTo>
                    <a:pt x="45453" y="59229"/>
                  </a:lnTo>
                  <a:lnTo>
                    <a:pt x="43800" y="57235"/>
                  </a:lnTo>
                  <a:lnTo>
                    <a:pt x="40217" y="56654"/>
                  </a:lnTo>
                  <a:lnTo>
                    <a:pt x="37502" y="56908"/>
                  </a:lnTo>
                  <a:lnTo>
                    <a:pt x="36656" y="58244"/>
                  </a:lnTo>
                  <a:lnTo>
                    <a:pt x="34967" y="58011"/>
                  </a:lnTo>
                  <a:lnTo>
                    <a:pt x="34691" y="52419"/>
                  </a:lnTo>
                  <a:lnTo>
                    <a:pt x="29669" y="52713"/>
                  </a:lnTo>
                  <a:lnTo>
                    <a:pt x="26379" y="55178"/>
                  </a:lnTo>
                  <a:lnTo>
                    <a:pt x="28324" y="57820"/>
                  </a:lnTo>
                  <a:lnTo>
                    <a:pt x="25456" y="63231"/>
                  </a:lnTo>
                  <a:lnTo>
                    <a:pt x="23732" y="63141"/>
                  </a:lnTo>
                  <a:lnTo>
                    <a:pt x="23425" y="61466"/>
                  </a:lnTo>
                  <a:lnTo>
                    <a:pt x="20346" y="61368"/>
                  </a:lnTo>
                  <a:lnTo>
                    <a:pt x="16123" y="61955"/>
                  </a:lnTo>
                  <a:lnTo>
                    <a:pt x="13520" y="63594"/>
                  </a:lnTo>
                  <a:lnTo>
                    <a:pt x="5860" y="59127"/>
                  </a:lnTo>
                  <a:lnTo>
                    <a:pt x="7055" y="57085"/>
                  </a:lnTo>
                  <a:lnTo>
                    <a:pt x="6721" y="47564"/>
                  </a:lnTo>
                  <a:lnTo>
                    <a:pt x="0" y="36129"/>
                  </a:lnTo>
                  <a:lnTo>
                    <a:pt x="3180" y="33759"/>
                  </a:lnTo>
                  <a:lnTo>
                    <a:pt x="3510" y="31662"/>
                  </a:lnTo>
                  <a:lnTo>
                    <a:pt x="2415" y="29670"/>
                  </a:lnTo>
                  <a:lnTo>
                    <a:pt x="7312" y="26484"/>
                  </a:lnTo>
                  <a:lnTo>
                    <a:pt x="9875" y="27529"/>
                  </a:lnTo>
                  <a:lnTo>
                    <a:pt x="11903" y="27340"/>
                  </a:lnTo>
                  <a:lnTo>
                    <a:pt x="14929" y="25675"/>
                  </a:lnTo>
                  <a:lnTo>
                    <a:pt x="16286" y="23881"/>
                  </a:lnTo>
                  <a:lnTo>
                    <a:pt x="14001" y="22528"/>
                  </a:lnTo>
                  <a:lnTo>
                    <a:pt x="11405" y="19622"/>
                  </a:lnTo>
                  <a:lnTo>
                    <a:pt x="8735" y="15243"/>
                  </a:lnTo>
                  <a:lnTo>
                    <a:pt x="28301" y="7283"/>
                  </a:lnTo>
                  <a:lnTo>
                    <a:pt x="27384" y="118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h443"/>
            <p:cNvSpPr/>
            <p:nvPr/>
          </p:nvSpPr>
          <p:spPr>
            <a:xfrm>
              <a:off x="1866139" y="2478074"/>
              <a:ext cx="125023" cy="135094"/>
            </a:xfrm>
            <a:custGeom>
              <a:avLst/>
              <a:pathLst>
                <a:path w="125023" h="135094">
                  <a:moveTo>
                    <a:pt x="44899" y="8383"/>
                  </a:moveTo>
                  <a:lnTo>
                    <a:pt x="50873" y="14722"/>
                  </a:lnTo>
                  <a:lnTo>
                    <a:pt x="57881" y="14333"/>
                  </a:lnTo>
                  <a:lnTo>
                    <a:pt x="61905" y="15179"/>
                  </a:lnTo>
                  <a:lnTo>
                    <a:pt x="64080" y="17717"/>
                  </a:lnTo>
                  <a:lnTo>
                    <a:pt x="68036" y="28233"/>
                  </a:lnTo>
                  <a:lnTo>
                    <a:pt x="62950" y="37374"/>
                  </a:lnTo>
                  <a:lnTo>
                    <a:pt x="63970" y="46706"/>
                  </a:lnTo>
                  <a:lnTo>
                    <a:pt x="62678" y="54309"/>
                  </a:lnTo>
                  <a:lnTo>
                    <a:pt x="66437" y="55414"/>
                  </a:lnTo>
                  <a:lnTo>
                    <a:pt x="67083" y="52846"/>
                  </a:lnTo>
                  <a:lnTo>
                    <a:pt x="70390" y="51572"/>
                  </a:lnTo>
                  <a:lnTo>
                    <a:pt x="72690" y="53393"/>
                  </a:lnTo>
                  <a:lnTo>
                    <a:pt x="72067" y="55222"/>
                  </a:lnTo>
                  <a:lnTo>
                    <a:pt x="75580" y="58248"/>
                  </a:lnTo>
                  <a:lnTo>
                    <a:pt x="78765" y="56382"/>
                  </a:lnTo>
                  <a:lnTo>
                    <a:pt x="78913" y="53354"/>
                  </a:lnTo>
                  <a:lnTo>
                    <a:pt x="95670" y="62610"/>
                  </a:lnTo>
                  <a:lnTo>
                    <a:pt x="107728" y="57965"/>
                  </a:lnTo>
                  <a:lnTo>
                    <a:pt x="113929" y="56984"/>
                  </a:lnTo>
                  <a:lnTo>
                    <a:pt x="112451" y="63556"/>
                  </a:lnTo>
                  <a:lnTo>
                    <a:pt x="115113" y="65564"/>
                  </a:lnTo>
                  <a:lnTo>
                    <a:pt x="117025" y="65875"/>
                  </a:lnTo>
                  <a:lnTo>
                    <a:pt x="115748" y="75668"/>
                  </a:lnTo>
                  <a:lnTo>
                    <a:pt x="118406" y="76700"/>
                  </a:lnTo>
                  <a:lnTo>
                    <a:pt x="118568" y="80182"/>
                  </a:lnTo>
                  <a:lnTo>
                    <a:pt x="123942" y="73558"/>
                  </a:lnTo>
                  <a:lnTo>
                    <a:pt x="125023" y="75407"/>
                  </a:lnTo>
                  <a:lnTo>
                    <a:pt x="122178" y="81484"/>
                  </a:lnTo>
                  <a:lnTo>
                    <a:pt x="120035" y="82410"/>
                  </a:lnTo>
                  <a:lnTo>
                    <a:pt x="119468" y="83429"/>
                  </a:lnTo>
                  <a:lnTo>
                    <a:pt x="116929" y="93414"/>
                  </a:lnTo>
                  <a:lnTo>
                    <a:pt x="117104" y="99345"/>
                  </a:lnTo>
                  <a:lnTo>
                    <a:pt x="118102" y="100818"/>
                  </a:lnTo>
                  <a:lnTo>
                    <a:pt x="120136" y="101908"/>
                  </a:lnTo>
                  <a:lnTo>
                    <a:pt x="119540" y="110045"/>
                  </a:lnTo>
                  <a:lnTo>
                    <a:pt x="115093" y="116352"/>
                  </a:lnTo>
                  <a:lnTo>
                    <a:pt x="111097" y="117334"/>
                  </a:lnTo>
                  <a:lnTo>
                    <a:pt x="103858" y="122705"/>
                  </a:lnTo>
                  <a:lnTo>
                    <a:pt x="102159" y="122157"/>
                  </a:lnTo>
                  <a:lnTo>
                    <a:pt x="94567" y="126535"/>
                  </a:lnTo>
                  <a:lnTo>
                    <a:pt x="93873" y="131282"/>
                  </a:lnTo>
                  <a:lnTo>
                    <a:pt x="85007" y="133367"/>
                  </a:lnTo>
                  <a:lnTo>
                    <a:pt x="74375" y="133891"/>
                  </a:lnTo>
                  <a:lnTo>
                    <a:pt x="58114" y="133487"/>
                  </a:lnTo>
                  <a:lnTo>
                    <a:pt x="54938" y="135094"/>
                  </a:lnTo>
                  <a:lnTo>
                    <a:pt x="53693" y="133483"/>
                  </a:lnTo>
                  <a:lnTo>
                    <a:pt x="52011" y="119696"/>
                  </a:lnTo>
                  <a:lnTo>
                    <a:pt x="51032" y="118216"/>
                  </a:lnTo>
                  <a:lnTo>
                    <a:pt x="47053" y="116210"/>
                  </a:lnTo>
                  <a:lnTo>
                    <a:pt x="44291" y="111846"/>
                  </a:lnTo>
                  <a:lnTo>
                    <a:pt x="43268" y="111377"/>
                  </a:lnTo>
                  <a:lnTo>
                    <a:pt x="39518" y="111674"/>
                  </a:lnTo>
                  <a:lnTo>
                    <a:pt x="33653" y="110171"/>
                  </a:lnTo>
                  <a:lnTo>
                    <a:pt x="30677" y="111177"/>
                  </a:lnTo>
                  <a:lnTo>
                    <a:pt x="29524" y="113114"/>
                  </a:lnTo>
                  <a:lnTo>
                    <a:pt x="27472" y="113797"/>
                  </a:lnTo>
                  <a:lnTo>
                    <a:pt x="22258" y="112322"/>
                  </a:lnTo>
                  <a:lnTo>
                    <a:pt x="16753" y="107910"/>
                  </a:lnTo>
                  <a:lnTo>
                    <a:pt x="16566" y="106631"/>
                  </a:lnTo>
                  <a:lnTo>
                    <a:pt x="17662" y="106080"/>
                  </a:lnTo>
                  <a:lnTo>
                    <a:pt x="18683" y="100030"/>
                  </a:lnTo>
                  <a:lnTo>
                    <a:pt x="17296" y="90277"/>
                  </a:lnTo>
                  <a:lnTo>
                    <a:pt x="12027" y="88696"/>
                  </a:lnTo>
                  <a:lnTo>
                    <a:pt x="10141" y="81182"/>
                  </a:lnTo>
                  <a:lnTo>
                    <a:pt x="8559" y="77994"/>
                  </a:lnTo>
                  <a:lnTo>
                    <a:pt x="7582" y="76848"/>
                  </a:lnTo>
                  <a:lnTo>
                    <a:pt x="10878" y="71289"/>
                  </a:lnTo>
                  <a:lnTo>
                    <a:pt x="7520" y="70048"/>
                  </a:lnTo>
                  <a:lnTo>
                    <a:pt x="6303" y="67891"/>
                  </a:lnTo>
                  <a:lnTo>
                    <a:pt x="8073" y="65893"/>
                  </a:lnTo>
                  <a:lnTo>
                    <a:pt x="8250" y="64008"/>
                  </a:lnTo>
                  <a:lnTo>
                    <a:pt x="5321" y="61235"/>
                  </a:lnTo>
                  <a:lnTo>
                    <a:pt x="3064" y="53337"/>
                  </a:lnTo>
                  <a:lnTo>
                    <a:pt x="1" y="50060"/>
                  </a:lnTo>
                  <a:lnTo>
                    <a:pt x="566" y="46434"/>
                  </a:lnTo>
                  <a:lnTo>
                    <a:pt x="0" y="41402"/>
                  </a:lnTo>
                  <a:lnTo>
                    <a:pt x="4598" y="39524"/>
                  </a:lnTo>
                  <a:lnTo>
                    <a:pt x="7216" y="37372"/>
                  </a:lnTo>
                  <a:lnTo>
                    <a:pt x="8655" y="30024"/>
                  </a:lnTo>
                  <a:lnTo>
                    <a:pt x="8409" y="27522"/>
                  </a:lnTo>
                  <a:lnTo>
                    <a:pt x="11185" y="21336"/>
                  </a:lnTo>
                  <a:lnTo>
                    <a:pt x="13352" y="6924"/>
                  </a:lnTo>
                  <a:lnTo>
                    <a:pt x="2813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h444"/>
            <p:cNvSpPr/>
            <p:nvPr/>
          </p:nvSpPr>
          <p:spPr>
            <a:xfrm>
              <a:off x="1856446" y="2140211"/>
              <a:ext cx="67542" cy="94405"/>
            </a:xfrm>
            <a:custGeom>
              <a:avLst/>
              <a:pathLst>
                <a:path w="67542" h="94405">
                  <a:moveTo>
                    <a:pt x="21287" y="0"/>
                  </a:moveTo>
                  <a:lnTo>
                    <a:pt x="23240" y="2993"/>
                  </a:lnTo>
                  <a:lnTo>
                    <a:pt x="28695" y="5897"/>
                  </a:lnTo>
                  <a:lnTo>
                    <a:pt x="32247" y="10893"/>
                  </a:lnTo>
                  <a:lnTo>
                    <a:pt x="32360" y="15483"/>
                  </a:lnTo>
                  <a:lnTo>
                    <a:pt x="34895" y="25321"/>
                  </a:lnTo>
                  <a:lnTo>
                    <a:pt x="39678" y="24302"/>
                  </a:lnTo>
                  <a:lnTo>
                    <a:pt x="41556" y="25779"/>
                  </a:lnTo>
                  <a:lnTo>
                    <a:pt x="46525" y="22233"/>
                  </a:lnTo>
                  <a:lnTo>
                    <a:pt x="49203" y="26386"/>
                  </a:lnTo>
                  <a:lnTo>
                    <a:pt x="53063" y="29654"/>
                  </a:lnTo>
                  <a:lnTo>
                    <a:pt x="51837" y="40525"/>
                  </a:lnTo>
                  <a:lnTo>
                    <a:pt x="56426" y="41296"/>
                  </a:lnTo>
                  <a:lnTo>
                    <a:pt x="63110" y="51386"/>
                  </a:lnTo>
                  <a:lnTo>
                    <a:pt x="64048" y="51652"/>
                  </a:lnTo>
                  <a:lnTo>
                    <a:pt x="67123" y="57377"/>
                  </a:lnTo>
                  <a:lnTo>
                    <a:pt x="65394" y="57892"/>
                  </a:lnTo>
                  <a:lnTo>
                    <a:pt x="63180" y="59938"/>
                  </a:lnTo>
                  <a:lnTo>
                    <a:pt x="67542" y="65083"/>
                  </a:lnTo>
                  <a:lnTo>
                    <a:pt x="57602" y="79797"/>
                  </a:lnTo>
                  <a:lnTo>
                    <a:pt x="52345" y="82158"/>
                  </a:lnTo>
                  <a:lnTo>
                    <a:pt x="45121" y="81884"/>
                  </a:lnTo>
                  <a:lnTo>
                    <a:pt x="42636" y="84947"/>
                  </a:lnTo>
                  <a:lnTo>
                    <a:pt x="46494" y="87849"/>
                  </a:lnTo>
                  <a:lnTo>
                    <a:pt x="41956" y="92507"/>
                  </a:lnTo>
                  <a:lnTo>
                    <a:pt x="34576" y="84433"/>
                  </a:lnTo>
                  <a:lnTo>
                    <a:pt x="37255" y="94405"/>
                  </a:lnTo>
                  <a:lnTo>
                    <a:pt x="35011" y="93325"/>
                  </a:lnTo>
                  <a:lnTo>
                    <a:pt x="29156" y="88444"/>
                  </a:lnTo>
                  <a:lnTo>
                    <a:pt x="26472" y="78607"/>
                  </a:lnTo>
                  <a:lnTo>
                    <a:pt x="26485" y="72112"/>
                  </a:lnTo>
                  <a:lnTo>
                    <a:pt x="28559" y="71384"/>
                  </a:lnTo>
                  <a:lnTo>
                    <a:pt x="31576" y="72799"/>
                  </a:lnTo>
                  <a:lnTo>
                    <a:pt x="33099" y="69703"/>
                  </a:lnTo>
                  <a:lnTo>
                    <a:pt x="32893" y="66653"/>
                  </a:lnTo>
                  <a:lnTo>
                    <a:pt x="31854" y="64365"/>
                  </a:lnTo>
                  <a:lnTo>
                    <a:pt x="30571" y="64114"/>
                  </a:lnTo>
                  <a:lnTo>
                    <a:pt x="26122" y="70242"/>
                  </a:lnTo>
                  <a:lnTo>
                    <a:pt x="26563" y="70525"/>
                  </a:lnTo>
                  <a:lnTo>
                    <a:pt x="23091" y="70939"/>
                  </a:lnTo>
                  <a:lnTo>
                    <a:pt x="20653" y="67715"/>
                  </a:lnTo>
                  <a:lnTo>
                    <a:pt x="20851" y="61285"/>
                  </a:lnTo>
                  <a:lnTo>
                    <a:pt x="10068" y="51114"/>
                  </a:lnTo>
                  <a:lnTo>
                    <a:pt x="7124" y="51514"/>
                  </a:lnTo>
                  <a:lnTo>
                    <a:pt x="4208" y="49588"/>
                  </a:lnTo>
                  <a:lnTo>
                    <a:pt x="0" y="44281"/>
                  </a:lnTo>
                  <a:lnTo>
                    <a:pt x="6217" y="39126"/>
                  </a:lnTo>
                  <a:lnTo>
                    <a:pt x="1595" y="32818"/>
                  </a:lnTo>
                  <a:lnTo>
                    <a:pt x="3429" y="25592"/>
                  </a:lnTo>
                  <a:lnTo>
                    <a:pt x="832" y="22374"/>
                  </a:lnTo>
                  <a:lnTo>
                    <a:pt x="1682" y="20739"/>
                  </a:lnTo>
                  <a:lnTo>
                    <a:pt x="3539" y="20911"/>
                  </a:lnTo>
                  <a:lnTo>
                    <a:pt x="6002" y="23733"/>
                  </a:lnTo>
                  <a:lnTo>
                    <a:pt x="9480" y="18445"/>
                  </a:lnTo>
                  <a:lnTo>
                    <a:pt x="10004" y="11497"/>
                  </a:lnTo>
                  <a:lnTo>
                    <a:pt x="9760" y="8347"/>
                  </a:lnTo>
                  <a:lnTo>
                    <a:pt x="17911" y="3993"/>
                  </a:lnTo>
                  <a:lnTo>
                    <a:pt x="17056" y="1582"/>
                  </a:lnTo>
                  <a:lnTo>
                    <a:pt x="19642" y="7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h445"/>
            <p:cNvSpPr/>
            <p:nvPr/>
          </p:nvSpPr>
          <p:spPr>
            <a:xfrm>
              <a:off x="1773125" y="2284608"/>
              <a:ext cx="190084" cy="110314"/>
            </a:xfrm>
            <a:custGeom>
              <a:avLst/>
              <a:pathLst>
                <a:path w="190084" h="110314">
                  <a:moveTo>
                    <a:pt x="135473" y="8171"/>
                  </a:moveTo>
                  <a:lnTo>
                    <a:pt x="138997" y="9705"/>
                  </a:lnTo>
                  <a:lnTo>
                    <a:pt x="141784" y="7448"/>
                  </a:lnTo>
                  <a:lnTo>
                    <a:pt x="145755" y="4556"/>
                  </a:lnTo>
                  <a:lnTo>
                    <a:pt x="148270" y="7032"/>
                  </a:lnTo>
                  <a:lnTo>
                    <a:pt x="150213" y="10749"/>
                  </a:lnTo>
                  <a:lnTo>
                    <a:pt x="150153" y="14776"/>
                  </a:lnTo>
                  <a:lnTo>
                    <a:pt x="151875" y="16021"/>
                  </a:lnTo>
                  <a:lnTo>
                    <a:pt x="154014" y="16367"/>
                  </a:lnTo>
                  <a:lnTo>
                    <a:pt x="155789" y="11920"/>
                  </a:lnTo>
                  <a:lnTo>
                    <a:pt x="160895" y="9642"/>
                  </a:lnTo>
                  <a:lnTo>
                    <a:pt x="163031" y="10151"/>
                  </a:lnTo>
                  <a:lnTo>
                    <a:pt x="169402" y="13815"/>
                  </a:lnTo>
                  <a:lnTo>
                    <a:pt x="176310" y="22713"/>
                  </a:lnTo>
                  <a:lnTo>
                    <a:pt x="177472" y="31577"/>
                  </a:lnTo>
                  <a:lnTo>
                    <a:pt x="175718" y="35577"/>
                  </a:lnTo>
                  <a:lnTo>
                    <a:pt x="178782" y="37960"/>
                  </a:lnTo>
                  <a:lnTo>
                    <a:pt x="180653" y="38146"/>
                  </a:lnTo>
                  <a:lnTo>
                    <a:pt x="181781" y="36994"/>
                  </a:lnTo>
                  <a:lnTo>
                    <a:pt x="184425" y="41292"/>
                  </a:lnTo>
                  <a:lnTo>
                    <a:pt x="190084" y="42217"/>
                  </a:lnTo>
                  <a:lnTo>
                    <a:pt x="188666" y="45090"/>
                  </a:lnTo>
                  <a:lnTo>
                    <a:pt x="185450" y="45114"/>
                  </a:lnTo>
                  <a:lnTo>
                    <a:pt x="183537" y="47821"/>
                  </a:lnTo>
                  <a:lnTo>
                    <a:pt x="179515" y="46115"/>
                  </a:lnTo>
                  <a:lnTo>
                    <a:pt x="178867" y="46791"/>
                  </a:lnTo>
                  <a:lnTo>
                    <a:pt x="177501" y="52809"/>
                  </a:lnTo>
                  <a:lnTo>
                    <a:pt x="175033" y="55564"/>
                  </a:lnTo>
                  <a:lnTo>
                    <a:pt x="170643" y="63827"/>
                  </a:lnTo>
                  <a:lnTo>
                    <a:pt x="167782" y="67499"/>
                  </a:lnTo>
                  <a:lnTo>
                    <a:pt x="166833" y="69954"/>
                  </a:lnTo>
                  <a:lnTo>
                    <a:pt x="167140" y="71494"/>
                  </a:lnTo>
                  <a:lnTo>
                    <a:pt x="173327" y="68747"/>
                  </a:lnTo>
                  <a:lnTo>
                    <a:pt x="175727" y="72684"/>
                  </a:lnTo>
                  <a:lnTo>
                    <a:pt x="167353" y="73587"/>
                  </a:lnTo>
                  <a:lnTo>
                    <a:pt x="161046" y="76233"/>
                  </a:lnTo>
                  <a:lnTo>
                    <a:pt x="163856" y="85423"/>
                  </a:lnTo>
                  <a:lnTo>
                    <a:pt x="156570" y="87355"/>
                  </a:lnTo>
                  <a:lnTo>
                    <a:pt x="153943" y="89516"/>
                  </a:lnTo>
                  <a:lnTo>
                    <a:pt x="157249" y="97906"/>
                  </a:lnTo>
                  <a:lnTo>
                    <a:pt x="165693" y="98315"/>
                  </a:lnTo>
                  <a:lnTo>
                    <a:pt x="165394" y="100666"/>
                  </a:lnTo>
                  <a:lnTo>
                    <a:pt x="162592" y="101996"/>
                  </a:lnTo>
                  <a:lnTo>
                    <a:pt x="160698" y="108558"/>
                  </a:lnTo>
                  <a:lnTo>
                    <a:pt x="156674" y="106852"/>
                  </a:lnTo>
                  <a:lnTo>
                    <a:pt x="152786" y="109475"/>
                  </a:lnTo>
                  <a:lnTo>
                    <a:pt x="151693" y="104834"/>
                  </a:lnTo>
                  <a:lnTo>
                    <a:pt x="149961" y="104170"/>
                  </a:lnTo>
                  <a:lnTo>
                    <a:pt x="149980" y="101168"/>
                  </a:lnTo>
                  <a:lnTo>
                    <a:pt x="142376" y="106581"/>
                  </a:lnTo>
                  <a:lnTo>
                    <a:pt x="142680" y="108500"/>
                  </a:lnTo>
                  <a:lnTo>
                    <a:pt x="135429" y="104415"/>
                  </a:lnTo>
                  <a:lnTo>
                    <a:pt x="132682" y="108356"/>
                  </a:lnTo>
                  <a:lnTo>
                    <a:pt x="118835" y="108110"/>
                  </a:lnTo>
                  <a:lnTo>
                    <a:pt x="114904" y="105816"/>
                  </a:lnTo>
                  <a:lnTo>
                    <a:pt x="111119" y="109673"/>
                  </a:lnTo>
                  <a:lnTo>
                    <a:pt x="109558" y="110314"/>
                  </a:lnTo>
                  <a:lnTo>
                    <a:pt x="106989" y="105306"/>
                  </a:lnTo>
                  <a:lnTo>
                    <a:pt x="110659" y="103463"/>
                  </a:lnTo>
                  <a:lnTo>
                    <a:pt x="116290" y="90441"/>
                  </a:lnTo>
                  <a:lnTo>
                    <a:pt x="114752" y="84953"/>
                  </a:lnTo>
                  <a:lnTo>
                    <a:pt x="107555" y="84972"/>
                  </a:lnTo>
                  <a:lnTo>
                    <a:pt x="107650" y="79293"/>
                  </a:lnTo>
                  <a:lnTo>
                    <a:pt x="105230" y="78128"/>
                  </a:lnTo>
                  <a:lnTo>
                    <a:pt x="105221" y="80043"/>
                  </a:lnTo>
                  <a:lnTo>
                    <a:pt x="86572" y="72732"/>
                  </a:lnTo>
                  <a:lnTo>
                    <a:pt x="84801" y="67929"/>
                  </a:lnTo>
                  <a:lnTo>
                    <a:pt x="83168" y="67339"/>
                  </a:lnTo>
                  <a:lnTo>
                    <a:pt x="75193" y="71065"/>
                  </a:lnTo>
                  <a:lnTo>
                    <a:pt x="75525" y="74015"/>
                  </a:lnTo>
                  <a:lnTo>
                    <a:pt x="74425" y="78641"/>
                  </a:lnTo>
                  <a:lnTo>
                    <a:pt x="71979" y="81068"/>
                  </a:lnTo>
                  <a:lnTo>
                    <a:pt x="61642" y="81170"/>
                  </a:lnTo>
                  <a:lnTo>
                    <a:pt x="56582" y="83634"/>
                  </a:lnTo>
                  <a:lnTo>
                    <a:pt x="48439" y="81923"/>
                  </a:lnTo>
                  <a:lnTo>
                    <a:pt x="46140" y="89607"/>
                  </a:lnTo>
                  <a:lnTo>
                    <a:pt x="45226" y="88559"/>
                  </a:lnTo>
                  <a:lnTo>
                    <a:pt x="38394" y="85624"/>
                  </a:lnTo>
                  <a:lnTo>
                    <a:pt x="36794" y="87291"/>
                  </a:lnTo>
                  <a:lnTo>
                    <a:pt x="33457" y="88706"/>
                  </a:lnTo>
                  <a:lnTo>
                    <a:pt x="26951" y="89074"/>
                  </a:lnTo>
                  <a:lnTo>
                    <a:pt x="25277" y="88384"/>
                  </a:lnTo>
                  <a:lnTo>
                    <a:pt x="22641" y="83896"/>
                  </a:lnTo>
                  <a:lnTo>
                    <a:pt x="14405" y="89451"/>
                  </a:lnTo>
                  <a:lnTo>
                    <a:pt x="13026" y="92476"/>
                  </a:lnTo>
                  <a:lnTo>
                    <a:pt x="9333" y="93400"/>
                  </a:lnTo>
                  <a:lnTo>
                    <a:pt x="14624" y="82285"/>
                  </a:lnTo>
                  <a:lnTo>
                    <a:pt x="13392" y="79479"/>
                  </a:lnTo>
                  <a:lnTo>
                    <a:pt x="9924" y="75849"/>
                  </a:lnTo>
                  <a:lnTo>
                    <a:pt x="5333" y="73118"/>
                  </a:lnTo>
                  <a:lnTo>
                    <a:pt x="3495" y="64862"/>
                  </a:lnTo>
                  <a:lnTo>
                    <a:pt x="226" y="61246"/>
                  </a:lnTo>
                  <a:lnTo>
                    <a:pt x="654" y="60158"/>
                  </a:lnTo>
                  <a:lnTo>
                    <a:pt x="0" y="57323"/>
                  </a:lnTo>
                  <a:lnTo>
                    <a:pt x="3980" y="55685"/>
                  </a:lnTo>
                  <a:lnTo>
                    <a:pt x="6533" y="60469"/>
                  </a:lnTo>
                  <a:lnTo>
                    <a:pt x="12780" y="61631"/>
                  </a:lnTo>
                  <a:lnTo>
                    <a:pt x="13666" y="61218"/>
                  </a:lnTo>
                  <a:lnTo>
                    <a:pt x="14346" y="57139"/>
                  </a:lnTo>
                  <a:lnTo>
                    <a:pt x="17682" y="59430"/>
                  </a:lnTo>
                  <a:lnTo>
                    <a:pt x="26026" y="46103"/>
                  </a:lnTo>
                  <a:lnTo>
                    <a:pt x="29110" y="42396"/>
                  </a:lnTo>
                  <a:lnTo>
                    <a:pt x="28240" y="48130"/>
                  </a:lnTo>
                  <a:lnTo>
                    <a:pt x="27067" y="47104"/>
                  </a:lnTo>
                  <a:lnTo>
                    <a:pt x="27385" y="50155"/>
                  </a:lnTo>
                  <a:lnTo>
                    <a:pt x="30740" y="49510"/>
                  </a:lnTo>
                  <a:lnTo>
                    <a:pt x="32973" y="46401"/>
                  </a:lnTo>
                  <a:lnTo>
                    <a:pt x="34951" y="45208"/>
                  </a:lnTo>
                  <a:lnTo>
                    <a:pt x="36163" y="48730"/>
                  </a:lnTo>
                  <a:lnTo>
                    <a:pt x="33374" y="51541"/>
                  </a:lnTo>
                  <a:lnTo>
                    <a:pt x="41160" y="57121"/>
                  </a:lnTo>
                  <a:lnTo>
                    <a:pt x="52428" y="57260"/>
                  </a:lnTo>
                  <a:lnTo>
                    <a:pt x="53089" y="47193"/>
                  </a:lnTo>
                  <a:lnTo>
                    <a:pt x="58832" y="47616"/>
                  </a:lnTo>
                  <a:lnTo>
                    <a:pt x="59141" y="43593"/>
                  </a:lnTo>
                  <a:lnTo>
                    <a:pt x="75994" y="44043"/>
                  </a:lnTo>
                  <a:lnTo>
                    <a:pt x="86691" y="43409"/>
                  </a:lnTo>
                  <a:lnTo>
                    <a:pt x="89695" y="54022"/>
                  </a:lnTo>
                  <a:lnTo>
                    <a:pt x="100239" y="45238"/>
                  </a:lnTo>
                  <a:lnTo>
                    <a:pt x="99160" y="35083"/>
                  </a:lnTo>
                  <a:lnTo>
                    <a:pt x="100157" y="28618"/>
                  </a:lnTo>
                  <a:lnTo>
                    <a:pt x="96857" y="26918"/>
                  </a:lnTo>
                  <a:lnTo>
                    <a:pt x="112090" y="28674"/>
                  </a:lnTo>
                  <a:lnTo>
                    <a:pt x="118228" y="35966"/>
                  </a:lnTo>
                  <a:lnTo>
                    <a:pt x="126552" y="33556"/>
                  </a:lnTo>
                  <a:lnTo>
                    <a:pt x="127412" y="32346"/>
                  </a:lnTo>
                  <a:lnTo>
                    <a:pt x="122254" y="24354"/>
                  </a:lnTo>
                  <a:lnTo>
                    <a:pt x="123237" y="23292"/>
                  </a:lnTo>
                  <a:lnTo>
                    <a:pt x="127420" y="21788"/>
                  </a:lnTo>
                  <a:lnTo>
                    <a:pt x="128609" y="22335"/>
                  </a:lnTo>
                  <a:lnTo>
                    <a:pt x="129504" y="20250"/>
                  </a:lnTo>
                  <a:lnTo>
                    <a:pt x="127384" y="14613"/>
                  </a:lnTo>
                  <a:lnTo>
                    <a:pt x="12951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h446"/>
            <p:cNvSpPr/>
            <p:nvPr/>
          </p:nvSpPr>
          <p:spPr>
            <a:xfrm>
              <a:off x="2197716" y="2339282"/>
              <a:ext cx="69699" cy="90451"/>
            </a:xfrm>
            <a:custGeom>
              <a:avLst/>
              <a:pathLst>
                <a:path w="69699" h="90451">
                  <a:moveTo>
                    <a:pt x="51345" y="7662"/>
                  </a:moveTo>
                  <a:lnTo>
                    <a:pt x="49647" y="11543"/>
                  </a:lnTo>
                  <a:lnTo>
                    <a:pt x="46061" y="11504"/>
                  </a:lnTo>
                  <a:lnTo>
                    <a:pt x="46030" y="16230"/>
                  </a:lnTo>
                  <a:lnTo>
                    <a:pt x="58770" y="21595"/>
                  </a:lnTo>
                  <a:lnTo>
                    <a:pt x="58854" y="26295"/>
                  </a:lnTo>
                  <a:lnTo>
                    <a:pt x="65139" y="46839"/>
                  </a:lnTo>
                  <a:lnTo>
                    <a:pt x="69699" y="81505"/>
                  </a:lnTo>
                  <a:lnTo>
                    <a:pt x="68835" y="83755"/>
                  </a:lnTo>
                  <a:lnTo>
                    <a:pt x="62389" y="86390"/>
                  </a:lnTo>
                  <a:lnTo>
                    <a:pt x="53675" y="85904"/>
                  </a:lnTo>
                  <a:lnTo>
                    <a:pt x="53081" y="87319"/>
                  </a:lnTo>
                  <a:lnTo>
                    <a:pt x="44947" y="89954"/>
                  </a:lnTo>
                  <a:lnTo>
                    <a:pt x="36258" y="90451"/>
                  </a:lnTo>
                  <a:lnTo>
                    <a:pt x="32943" y="87817"/>
                  </a:lnTo>
                  <a:lnTo>
                    <a:pt x="26768" y="89165"/>
                  </a:lnTo>
                  <a:lnTo>
                    <a:pt x="24961" y="87473"/>
                  </a:lnTo>
                  <a:lnTo>
                    <a:pt x="22809" y="82436"/>
                  </a:lnTo>
                  <a:lnTo>
                    <a:pt x="19545" y="79219"/>
                  </a:lnTo>
                  <a:lnTo>
                    <a:pt x="21190" y="77721"/>
                  </a:lnTo>
                  <a:lnTo>
                    <a:pt x="18103" y="76519"/>
                  </a:lnTo>
                  <a:lnTo>
                    <a:pt x="14464" y="72948"/>
                  </a:lnTo>
                  <a:lnTo>
                    <a:pt x="12148" y="69251"/>
                  </a:lnTo>
                  <a:lnTo>
                    <a:pt x="12841" y="66305"/>
                  </a:lnTo>
                  <a:lnTo>
                    <a:pt x="4436" y="58695"/>
                  </a:lnTo>
                  <a:lnTo>
                    <a:pt x="0" y="49690"/>
                  </a:lnTo>
                  <a:lnTo>
                    <a:pt x="8605" y="45937"/>
                  </a:lnTo>
                  <a:lnTo>
                    <a:pt x="15094" y="46194"/>
                  </a:lnTo>
                  <a:lnTo>
                    <a:pt x="21062" y="42154"/>
                  </a:lnTo>
                  <a:lnTo>
                    <a:pt x="20727" y="41211"/>
                  </a:lnTo>
                  <a:lnTo>
                    <a:pt x="23969" y="42706"/>
                  </a:lnTo>
                  <a:lnTo>
                    <a:pt x="24386" y="38486"/>
                  </a:lnTo>
                  <a:lnTo>
                    <a:pt x="4650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h447"/>
            <p:cNvSpPr/>
            <p:nvPr/>
          </p:nvSpPr>
          <p:spPr>
            <a:xfrm>
              <a:off x="2123434" y="2230796"/>
              <a:ext cx="44247" cy="45906"/>
            </a:xfrm>
            <a:custGeom>
              <a:avLst/>
              <a:pathLst>
                <a:path w="44247" h="45906">
                  <a:moveTo>
                    <a:pt x="15167" y="1372"/>
                  </a:moveTo>
                  <a:lnTo>
                    <a:pt x="17682" y="2950"/>
                  </a:lnTo>
                  <a:lnTo>
                    <a:pt x="20050" y="3258"/>
                  </a:lnTo>
                  <a:lnTo>
                    <a:pt x="21868" y="7345"/>
                  </a:lnTo>
                  <a:lnTo>
                    <a:pt x="24550" y="7562"/>
                  </a:lnTo>
                  <a:lnTo>
                    <a:pt x="24900" y="4089"/>
                  </a:lnTo>
                  <a:lnTo>
                    <a:pt x="27465" y="4503"/>
                  </a:lnTo>
                  <a:lnTo>
                    <a:pt x="30136" y="7862"/>
                  </a:lnTo>
                  <a:lnTo>
                    <a:pt x="33269" y="7050"/>
                  </a:lnTo>
                  <a:lnTo>
                    <a:pt x="29457" y="2564"/>
                  </a:lnTo>
                  <a:lnTo>
                    <a:pt x="34446" y="1913"/>
                  </a:lnTo>
                  <a:lnTo>
                    <a:pt x="35640" y="4327"/>
                  </a:lnTo>
                  <a:lnTo>
                    <a:pt x="37788" y="4204"/>
                  </a:lnTo>
                  <a:lnTo>
                    <a:pt x="41001" y="1718"/>
                  </a:lnTo>
                  <a:lnTo>
                    <a:pt x="41313" y="5092"/>
                  </a:lnTo>
                  <a:lnTo>
                    <a:pt x="44247" y="10171"/>
                  </a:lnTo>
                  <a:lnTo>
                    <a:pt x="43257" y="17012"/>
                  </a:lnTo>
                  <a:lnTo>
                    <a:pt x="41689" y="21592"/>
                  </a:lnTo>
                  <a:lnTo>
                    <a:pt x="40064" y="22737"/>
                  </a:lnTo>
                  <a:lnTo>
                    <a:pt x="41398" y="23789"/>
                  </a:lnTo>
                  <a:lnTo>
                    <a:pt x="39726" y="26033"/>
                  </a:lnTo>
                  <a:lnTo>
                    <a:pt x="36045" y="32681"/>
                  </a:lnTo>
                  <a:lnTo>
                    <a:pt x="33327" y="32751"/>
                  </a:lnTo>
                  <a:lnTo>
                    <a:pt x="27763" y="43410"/>
                  </a:lnTo>
                  <a:lnTo>
                    <a:pt x="23149" y="45906"/>
                  </a:lnTo>
                  <a:lnTo>
                    <a:pt x="16567" y="38262"/>
                  </a:lnTo>
                  <a:lnTo>
                    <a:pt x="15791" y="37812"/>
                  </a:lnTo>
                  <a:lnTo>
                    <a:pt x="14169" y="39335"/>
                  </a:lnTo>
                  <a:lnTo>
                    <a:pt x="12365" y="37955"/>
                  </a:lnTo>
                  <a:lnTo>
                    <a:pt x="9573" y="34466"/>
                  </a:lnTo>
                  <a:lnTo>
                    <a:pt x="6184" y="27050"/>
                  </a:lnTo>
                  <a:lnTo>
                    <a:pt x="0" y="19938"/>
                  </a:lnTo>
                  <a:lnTo>
                    <a:pt x="6729" y="17700"/>
                  </a:lnTo>
                  <a:lnTo>
                    <a:pt x="8095" y="15248"/>
                  </a:lnTo>
                  <a:lnTo>
                    <a:pt x="10283" y="5874"/>
                  </a:lnTo>
                  <a:lnTo>
                    <a:pt x="13071" y="3836"/>
                  </a:lnTo>
                  <a:lnTo>
                    <a:pt x="1455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h448"/>
            <p:cNvSpPr/>
            <p:nvPr/>
          </p:nvSpPr>
          <p:spPr>
            <a:xfrm>
              <a:off x="2040747" y="2270589"/>
              <a:ext cx="71543" cy="81661"/>
            </a:xfrm>
            <a:custGeom>
              <a:avLst/>
              <a:pathLst>
                <a:path w="71543" h="81661">
                  <a:moveTo>
                    <a:pt x="39751" y="1823"/>
                  </a:moveTo>
                  <a:lnTo>
                    <a:pt x="40485" y="706"/>
                  </a:lnTo>
                  <a:lnTo>
                    <a:pt x="43577" y="0"/>
                  </a:lnTo>
                  <a:lnTo>
                    <a:pt x="43671" y="4604"/>
                  </a:lnTo>
                  <a:lnTo>
                    <a:pt x="47958" y="3502"/>
                  </a:lnTo>
                  <a:lnTo>
                    <a:pt x="48261" y="3953"/>
                  </a:lnTo>
                  <a:lnTo>
                    <a:pt x="48959" y="9713"/>
                  </a:lnTo>
                  <a:lnTo>
                    <a:pt x="51457" y="15979"/>
                  </a:lnTo>
                  <a:lnTo>
                    <a:pt x="56761" y="14239"/>
                  </a:lnTo>
                  <a:lnTo>
                    <a:pt x="57047" y="16816"/>
                  </a:lnTo>
                  <a:lnTo>
                    <a:pt x="63486" y="15741"/>
                  </a:lnTo>
                  <a:lnTo>
                    <a:pt x="69949" y="24824"/>
                  </a:lnTo>
                  <a:lnTo>
                    <a:pt x="66348" y="30359"/>
                  </a:lnTo>
                  <a:lnTo>
                    <a:pt x="71543" y="40900"/>
                  </a:lnTo>
                  <a:lnTo>
                    <a:pt x="68748" y="39607"/>
                  </a:lnTo>
                  <a:lnTo>
                    <a:pt x="65615" y="42137"/>
                  </a:lnTo>
                  <a:lnTo>
                    <a:pt x="61482" y="50284"/>
                  </a:lnTo>
                  <a:lnTo>
                    <a:pt x="59745" y="51154"/>
                  </a:lnTo>
                  <a:lnTo>
                    <a:pt x="54432" y="58489"/>
                  </a:lnTo>
                  <a:lnTo>
                    <a:pt x="55195" y="61484"/>
                  </a:lnTo>
                  <a:lnTo>
                    <a:pt x="56978" y="63929"/>
                  </a:lnTo>
                  <a:lnTo>
                    <a:pt x="49824" y="68615"/>
                  </a:lnTo>
                  <a:lnTo>
                    <a:pt x="50827" y="70686"/>
                  </a:lnTo>
                  <a:lnTo>
                    <a:pt x="51399" y="77531"/>
                  </a:lnTo>
                  <a:lnTo>
                    <a:pt x="45123" y="77926"/>
                  </a:lnTo>
                  <a:lnTo>
                    <a:pt x="45200" y="80816"/>
                  </a:lnTo>
                  <a:lnTo>
                    <a:pt x="41224" y="79842"/>
                  </a:lnTo>
                  <a:lnTo>
                    <a:pt x="37871" y="81661"/>
                  </a:lnTo>
                  <a:lnTo>
                    <a:pt x="33002" y="68802"/>
                  </a:lnTo>
                  <a:lnTo>
                    <a:pt x="32203" y="74153"/>
                  </a:lnTo>
                  <a:lnTo>
                    <a:pt x="29270" y="76757"/>
                  </a:lnTo>
                  <a:lnTo>
                    <a:pt x="26968" y="77027"/>
                  </a:lnTo>
                  <a:lnTo>
                    <a:pt x="22781" y="75832"/>
                  </a:lnTo>
                  <a:lnTo>
                    <a:pt x="24331" y="69277"/>
                  </a:lnTo>
                  <a:lnTo>
                    <a:pt x="18602" y="68691"/>
                  </a:lnTo>
                  <a:lnTo>
                    <a:pt x="19103" y="72787"/>
                  </a:lnTo>
                  <a:lnTo>
                    <a:pt x="11969" y="75754"/>
                  </a:lnTo>
                  <a:lnTo>
                    <a:pt x="10033" y="76121"/>
                  </a:lnTo>
                  <a:lnTo>
                    <a:pt x="9892" y="72930"/>
                  </a:lnTo>
                  <a:lnTo>
                    <a:pt x="8871" y="71665"/>
                  </a:lnTo>
                  <a:lnTo>
                    <a:pt x="3909" y="73822"/>
                  </a:lnTo>
                  <a:lnTo>
                    <a:pt x="2061" y="72434"/>
                  </a:lnTo>
                  <a:lnTo>
                    <a:pt x="1423" y="67827"/>
                  </a:lnTo>
                  <a:lnTo>
                    <a:pt x="0" y="65936"/>
                  </a:lnTo>
                  <a:lnTo>
                    <a:pt x="1368" y="51239"/>
                  </a:lnTo>
                  <a:lnTo>
                    <a:pt x="1225" y="41697"/>
                  </a:lnTo>
                  <a:lnTo>
                    <a:pt x="518" y="40439"/>
                  </a:lnTo>
                  <a:lnTo>
                    <a:pt x="8211" y="40059"/>
                  </a:lnTo>
                  <a:lnTo>
                    <a:pt x="21239" y="35061"/>
                  </a:lnTo>
                  <a:lnTo>
                    <a:pt x="30900" y="33502"/>
                  </a:lnTo>
                  <a:lnTo>
                    <a:pt x="30049" y="23543"/>
                  </a:lnTo>
                  <a:lnTo>
                    <a:pt x="28931" y="21619"/>
                  </a:lnTo>
                  <a:lnTo>
                    <a:pt x="25858" y="20057"/>
                  </a:lnTo>
                  <a:lnTo>
                    <a:pt x="25370" y="16456"/>
                  </a:lnTo>
                  <a:lnTo>
                    <a:pt x="26162" y="14421"/>
                  </a:lnTo>
                  <a:lnTo>
                    <a:pt x="28052" y="14120"/>
                  </a:lnTo>
                  <a:lnTo>
                    <a:pt x="28984" y="15147"/>
                  </a:lnTo>
                  <a:lnTo>
                    <a:pt x="30332" y="13981"/>
                  </a:lnTo>
                  <a:lnTo>
                    <a:pt x="30226" y="11597"/>
                  </a:lnTo>
                  <a:lnTo>
                    <a:pt x="28699" y="8721"/>
                  </a:lnTo>
                  <a:lnTo>
                    <a:pt x="26092" y="12411"/>
                  </a:lnTo>
                  <a:lnTo>
                    <a:pt x="24795" y="11469"/>
                  </a:lnTo>
                  <a:lnTo>
                    <a:pt x="22863" y="5990"/>
                  </a:lnTo>
                  <a:lnTo>
                    <a:pt x="22730" y="3155"/>
                  </a:lnTo>
                  <a:lnTo>
                    <a:pt x="27656" y="2124"/>
                  </a:lnTo>
                  <a:lnTo>
                    <a:pt x="27808" y="715"/>
                  </a:lnTo>
                  <a:lnTo>
                    <a:pt x="30997" y="178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h449"/>
            <p:cNvSpPr/>
            <p:nvPr/>
          </p:nvSpPr>
          <p:spPr>
            <a:xfrm>
              <a:off x="1767081" y="2233099"/>
              <a:ext cx="147828" cy="105532"/>
            </a:xfrm>
            <a:custGeom>
              <a:avLst/>
              <a:pathLst>
                <a:path w="147828" h="105532">
                  <a:moveTo>
                    <a:pt x="60094" y="4853"/>
                  </a:moveTo>
                  <a:lnTo>
                    <a:pt x="71044" y="13563"/>
                  </a:lnTo>
                  <a:lnTo>
                    <a:pt x="76226" y="14211"/>
                  </a:lnTo>
                  <a:lnTo>
                    <a:pt x="77860" y="12346"/>
                  </a:lnTo>
                  <a:lnTo>
                    <a:pt x="84043" y="11273"/>
                  </a:lnTo>
                  <a:lnTo>
                    <a:pt x="90815" y="14470"/>
                  </a:lnTo>
                  <a:lnTo>
                    <a:pt x="94016" y="14505"/>
                  </a:lnTo>
                  <a:lnTo>
                    <a:pt x="99249" y="16302"/>
                  </a:lnTo>
                  <a:lnTo>
                    <a:pt x="106150" y="20861"/>
                  </a:lnTo>
                  <a:lnTo>
                    <a:pt x="108751" y="18302"/>
                  </a:lnTo>
                  <a:lnTo>
                    <a:pt x="111976" y="22330"/>
                  </a:lnTo>
                  <a:lnTo>
                    <a:pt x="112055" y="28728"/>
                  </a:lnTo>
                  <a:lnTo>
                    <a:pt x="116241" y="34225"/>
                  </a:lnTo>
                  <a:lnTo>
                    <a:pt x="120018" y="36103"/>
                  </a:lnTo>
                  <a:lnTo>
                    <a:pt x="125249" y="36130"/>
                  </a:lnTo>
                  <a:lnTo>
                    <a:pt x="133639" y="30152"/>
                  </a:lnTo>
                  <a:lnTo>
                    <a:pt x="136118" y="33794"/>
                  </a:lnTo>
                  <a:lnTo>
                    <a:pt x="140895" y="37394"/>
                  </a:lnTo>
                  <a:lnTo>
                    <a:pt x="143230" y="40142"/>
                  </a:lnTo>
                  <a:lnTo>
                    <a:pt x="143671" y="41130"/>
                  </a:lnTo>
                  <a:lnTo>
                    <a:pt x="141721" y="51922"/>
                  </a:lnTo>
                  <a:lnTo>
                    <a:pt x="147828" y="58957"/>
                  </a:lnTo>
                  <a:lnTo>
                    <a:pt x="145041" y="61215"/>
                  </a:lnTo>
                  <a:lnTo>
                    <a:pt x="141516" y="59680"/>
                  </a:lnTo>
                  <a:lnTo>
                    <a:pt x="135555" y="51509"/>
                  </a:lnTo>
                  <a:lnTo>
                    <a:pt x="133428" y="66123"/>
                  </a:lnTo>
                  <a:lnTo>
                    <a:pt x="135547" y="71760"/>
                  </a:lnTo>
                  <a:lnTo>
                    <a:pt x="134653" y="73845"/>
                  </a:lnTo>
                  <a:lnTo>
                    <a:pt x="133464" y="73298"/>
                  </a:lnTo>
                  <a:lnTo>
                    <a:pt x="129281" y="74802"/>
                  </a:lnTo>
                  <a:lnTo>
                    <a:pt x="128298" y="75864"/>
                  </a:lnTo>
                  <a:lnTo>
                    <a:pt x="133456" y="83856"/>
                  </a:lnTo>
                  <a:lnTo>
                    <a:pt x="132595" y="85066"/>
                  </a:lnTo>
                  <a:lnTo>
                    <a:pt x="124271" y="87476"/>
                  </a:lnTo>
                  <a:lnTo>
                    <a:pt x="118133" y="80184"/>
                  </a:lnTo>
                  <a:lnTo>
                    <a:pt x="102901" y="78428"/>
                  </a:lnTo>
                  <a:lnTo>
                    <a:pt x="106201" y="80128"/>
                  </a:lnTo>
                  <a:lnTo>
                    <a:pt x="105203" y="86593"/>
                  </a:lnTo>
                  <a:lnTo>
                    <a:pt x="106282" y="96747"/>
                  </a:lnTo>
                  <a:lnTo>
                    <a:pt x="95738" y="105532"/>
                  </a:lnTo>
                  <a:lnTo>
                    <a:pt x="92735" y="94919"/>
                  </a:lnTo>
                  <a:lnTo>
                    <a:pt x="82037" y="95552"/>
                  </a:lnTo>
                  <a:lnTo>
                    <a:pt x="65185" y="95103"/>
                  </a:lnTo>
                  <a:lnTo>
                    <a:pt x="59133" y="94585"/>
                  </a:lnTo>
                  <a:lnTo>
                    <a:pt x="60659" y="92198"/>
                  </a:lnTo>
                  <a:lnTo>
                    <a:pt x="59952" y="90391"/>
                  </a:lnTo>
                  <a:lnTo>
                    <a:pt x="56338" y="89186"/>
                  </a:lnTo>
                  <a:lnTo>
                    <a:pt x="56212" y="93167"/>
                  </a:lnTo>
                  <a:lnTo>
                    <a:pt x="52965" y="95752"/>
                  </a:lnTo>
                  <a:lnTo>
                    <a:pt x="50529" y="94147"/>
                  </a:lnTo>
                  <a:lnTo>
                    <a:pt x="49207" y="90572"/>
                  </a:lnTo>
                  <a:lnTo>
                    <a:pt x="47641" y="85198"/>
                  </a:lnTo>
                  <a:lnTo>
                    <a:pt x="54033" y="82686"/>
                  </a:lnTo>
                  <a:lnTo>
                    <a:pt x="53729" y="80568"/>
                  </a:lnTo>
                  <a:lnTo>
                    <a:pt x="50077" y="80665"/>
                  </a:lnTo>
                  <a:lnTo>
                    <a:pt x="49650" y="78862"/>
                  </a:lnTo>
                  <a:lnTo>
                    <a:pt x="54839" y="78996"/>
                  </a:lnTo>
                  <a:lnTo>
                    <a:pt x="56091" y="81240"/>
                  </a:lnTo>
                  <a:lnTo>
                    <a:pt x="58699" y="78185"/>
                  </a:lnTo>
                  <a:lnTo>
                    <a:pt x="59906" y="75046"/>
                  </a:lnTo>
                  <a:lnTo>
                    <a:pt x="58551" y="70465"/>
                  </a:lnTo>
                  <a:lnTo>
                    <a:pt x="55340" y="67273"/>
                  </a:lnTo>
                  <a:lnTo>
                    <a:pt x="49493" y="66087"/>
                  </a:lnTo>
                  <a:lnTo>
                    <a:pt x="40516" y="68162"/>
                  </a:lnTo>
                  <a:lnTo>
                    <a:pt x="36878" y="68064"/>
                  </a:lnTo>
                  <a:lnTo>
                    <a:pt x="31758" y="64521"/>
                  </a:lnTo>
                  <a:lnTo>
                    <a:pt x="27819" y="60455"/>
                  </a:lnTo>
                  <a:lnTo>
                    <a:pt x="15373" y="54686"/>
                  </a:lnTo>
                  <a:lnTo>
                    <a:pt x="657" y="53676"/>
                  </a:lnTo>
                  <a:lnTo>
                    <a:pt x="0" y="46737"/>
                  </a:lnTo>
                  <a:lnTo>
                    <a:pt x="4827" y="39332"/>
                  </a:lnTo>
                  <a:lnTo>
                    <a:pt x="3958" y="32892"/>
                  </a:lnTo>
                  <a:lnTo>
                    <a:pt x="3698" y="30743"/>
                  </a:lnTo>
                  <a:lnTo>
                    <a:pt x="10453" y="22749"/>
                  </a:lnTo>
                  <a:lnTo>
                    <a:pt x="27137" y="11307"/>
                  </a:lnTo>
                  <a:lnTo>
                    <a:pt x="27139" y="9646"/>
                  </a:lnTo>
                  <a:lnTo>
                    <a:pt x="41538" y="2998"/>
                  </a:lnTo>
                  <a:lnTo>
                    <a:pt x="53328" y="10161"/>
                  </a:lnTo>
                  <a:lnTo>
                    <a:pt x="5833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h450"/>
            <p:cNvSpPr/>
            <p:nvPr/>
          </p:nvSpPr>
          <p:spPr>
            <a:xfrm>
              <a:off x="2053618" y="2446407"/>
              <a:ext cx="53358" cy="54872"/>
            </a:xfrm>
            <a:custGeom>
              <a:avLst/>
              <a:pathLst>
                <a:path w="53358" h="54872">
                  <a:moveTo>
                    <a:pt x="19598" y="2029"/>
                  </a:moveTo>
                  <a:lnTo>
                    <a:pt x="23913" y="7279"/>
                  </a:lnTo>
                  <a:lnTo>
                    <a:pt x="36694" y="15784"/>
                  </a:lnTo>
                  <a:lnTo>
                    <a:pt x="37994" y="16677"/>
                  </a:lnTo>
                  <a:lnTo>
                    <a:pt x="34328" y="19027"/>
                  </a:lnTo>
                  <a:lnTo>
                    <a:pt x="35642" y="24062"/>
                  </a:lnTo>
                  <a:lnTo>
                    <a:pt x="39917" y="27845"/>
                  </a:lnTo>
                  <a:lnTo>
                    <a:pt x="45894" y="26111"/>
                  </a:lnTo>
                  <a:lnTo>
                    <a:pt x="46714" y="20059"/>
                  </a:lnTo>
                  <a:lnTo>
                    <a:pt x="41472" y="17665"/>
                  </a:lnTo>
                  <a:lnTo>
                    <a:pt x="44028" y="14554"/>
                  </a:lnTo>
                  <a:lnTo>
                    <a:pt x="51814" y="20012"/>
                  </a:lnTo>
                  <a:lnTo>
                    <a:pt x="53358" y="23017"/>
                  </a:lnTo>
                  <a:lnTo>
                    <a:pt x="52788" y="26163"/>
                  </a:lnTo>
                  <a:lnTo>
                    <a:pt x="52398" y="28531"/>
                  </a:lnTo>
                  <a:lnTo>
                    <a:pt x="48815" y="27832"/>
                  </a:lnTo>
                  <a:lnTo>
                    <a:pt x="45262" y="30398"/>
                  </a:lnTo>
                  <a:lnTo>
                    <a:pt x="49824" y="35353"/>
                  </a:lnTo>
                  <a:lnTo>
                    <a:pt x="51078" y="37766"/>
                  </a:lnTo>
                  <a:lnTo>
                    <a:pt x="50099" y="43457"/>
                  </a:lnTo>
                  <a:lnTo>
                    <a:pt x="47356" y="47768"/>
                  </a:lnTo>
                  <a:lnTo>
                    <a:pt x="47979" y="49563"/>
                  </a:lnTo>
                  <a:lnTo>
                    <a:pt x="41144" y="52981"/>
                  </a:lnTo>
                  <a:lnTo>
                    <a:pt x="40956" y="54872"/>
                  </a:lnTo>
                  <a:lnTo>
                    <a:pt x="35826" y="53992"/>
                  </a:lnTo>
                  <a:lnTo>
                    <a:pt x="24072" y="52410"/>
                  </a:lnTo>
                  <a:lnTo>
                    <a:pt x="23778" y="51639"/>
                  </a:lnTo>
                  <a:lnTo>
                    <a:pt x="24753" y="50333"/>
                  </a:lnTo>
                  <a:lnTo>
                    <a:pt x="24521" y="46469"/>
                  </a:lnTo>
                  <a:lnTo>
                    <a:pt x="18840" y="45709"/>
                  </a:lnTo>
                  <a:lnTo>
                    <a:pt x="15470" y="43917"/>
                  </a:lnTo>
                  <a:lnTo>
                    <a:pt x="6914" y="43651"/>
                  </a:lnTo>
                  <a:lnTo>
                    <a:pt x="6016" y="42516"/>
                  </a:lnTo>
                  <a:lnTo>
                    <a:pt x="6740" y="40987"/>
                  </a:lnTo>
                  <a:lnTo>
                    <a:pt x="11243" y="39897"/>
                  </a:lnTo>
                  <a:lnTo>
                    <a:pt x="14112" y="37610"/>
                  </a:lnTo>
                  <a:lnTo>
                    <a:pt x="13492" y="35064"/>
                  </a:lnTo>
                  <a:lnTo>
                    <a:pt x="4978" y="37482"/>
                  </a:lnTo>
                  <a:lnTo>
                    <a:pt x="4169" y="38680"/>
                  </a:lnTo>
                  <a:lnTo>
                    <a:pt x="1714" y="38782"/>
                  </a:lnTo>
                  <a:lnTo>
                    <a:pt x="960" y="34050"/>
                  </a:lnTo>
                  <a:lnTo>
                    <a:pt x="3632" y="32993"/>
                  </a:lnTo>
                  <a:lnTo>
                    <a:pt x="4035" y="31033"/>
                  </a:lnTo>
                  <a:lnTo>
                    <a:pt x="908" y="26126"/>
                  </a:lnTo>
                  <a:lnTo>
                    <a:pt x="0" y="26116"/>
                  </a:lnTo>
                  <a:lnTo>
                    <a:pt x="2187" y="24808"/>
                  </a:lnTo>
                  <a:lnTo>
                    <a:pt x="6032" y="20616"/>
                  </a:lnTo>
                  <a:lnTo>
                    <a:pt x="12456" y="16965"/>
                  </a:lnTo>
                  <a:lnTo>
                    <a:pt x="16688" y="16560"/>
                  </a:lnTo>
                  <a:lnTo>
                    <a:pt x="17856" y="15180"/>
                  </a:lnTo>
                  <a:lnTo>
                    <a:pt x="17674" y="13739"/>
                  </a:lnTo>
                  <a:lnTo>
                    <a:pt x="11755" y="8942"/>
                  </a:lnTo>
                  <a:lnTo>
                    <a:pt x="14125" y="6192"/>
                  </a:lnTo>
                  <a:lnTo>
                    <a:pt x="11855" y="2862"/>
                  </a:lnTo>
                  <a:lnTo>
                    <a:pt x="15810" y="1638"/>
                  </a:lnTo>
                  <a:lnTo>
                    <a:pt x="158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h451"/>
            <p:cNvSpPr/>
            <p:nvPr/>
          </p:nvSpPr>
          <p:spPr>
            <a:xfrm>
              <a:off x="2000358" y="2342000"/>
              <a:ext cx="54464" cy="60899"/>
            </a:xfrm>
            <a:custGeom>
              <a:avLst/>
              <a:pathLst>
                <a:path w="54464" h="60899">
                  <a:moveTo>
                    <a:pt x="38297" y="1434"/>
                  </a:moveTo>
                  <a:lnTo>
                    <a:pt x="42450" y="1023"/>
                  </a:lnTo>
                  <a:lnTo>
                    <a:pt x="44298" y="2412"/>
                  </a:lnTo>
                  <a:lnTo>
                    <a:pt x="49260" y="255"/>
                  </a:lnTo>
                  <a:lnTo>
                    <a:pt x="50281" y="1520"/>
                  </a:lnTo>
                  <a:lnTo>
                    <a:pt x="47350" y="5131"/>
                  </a:lnTo>
                  <a:lnTo>
                    <a:pt x="48368" y="7841"/>
                  </a:lnTo>
                  <a:lnTo>
                    <a:pt x="47608" y="18873"/>
                  </a:lnTo>
                  <a:lnTo>
                    <a:pt x="52458" y="15691"/>
                  </a:lnTo>
                  <a:lnTo>
                    <a:pt x="54464" y="16636"/>
                  </a:lnTo>
                  <a:lnTo>
                    <a:pt x="51854" y="21407"/>
                  </a:lnTo>
                  <a:lnTo>
                    <a:pt x="51805" y="25942"/>
                  </a:lnTo>
                  <a:lnTo>
                    <a:pt x="54400" y="31488"/>
                  </a:lnTo>
                  <a:lnTo>
                    <a:pt x="53753" y="33437"/>
                  </a:lnTo>
                  <a:lnTo>
                    <a:pt x="46378" y="35447"/>
                  </a:lnTo>
                  <a:lnTo>
                    <a:pt x="45905" y="40038"/>
                  </a:lnTo>
                  <a:lnTo>
                    <a:pt x="44193" y="40012"/>
                  </a:lnTo>
                  <a:lnTo>
                    <a:pt x="39598" y="42051"/>
                  </a:lnTo>
                  <a:lnTo>
                    <a:pt x="34584" y="42091"/>
                  </a:lnTo>
                  <a:lnTo>
                    <a:pt x="36673" y="48145"/>
                  </a:lnTo>
                  <a:lnTo>
                    <a:pt x="35049" y="50165"/>
                  </a:lnTo>
                  <a:lnTo>
                    <a:pt x="31409" y="51737"/>
                  </a:lnTo>
                  <a:lnTo>
                    <a:pt x="28415" y="60693"/>
                  </a:lnTo>
                  <a:lnTo>
                    <a:pt x="24184" y="60899"/>
                  </a:lnTo>
                  <a:lnTo>
                    <a:pt x="16199" y="59619"/>
                  </a:lnTo>
                  <a:lnTo>
                    <a:pt x="14843" y="59579"/>
                  </a:lnTo>
                  <a:lnTo>
                    <a:pt x="14248" y="58739"/>
                  </a:lnTo>
                  <a:lnTo>
                    <a:pt x="14304" y="55502"/>
                  </a:lnTo>
                  <a:lnTo>
                    <a:pt x="14533" y="51150"/>
                  </a:lnTo>
                  <a:lnTo>
                    <a:pt x="16575" y="46505"/>
                  </a:lnTo>
                  <a:lnTo>
                    <a:pt x="8233" y="46078"/>
                  </a:lnTo>
                  <a:lnTo>
                    <a:pt x="841" y="42879"/>
                  </a:lnTo>
                  <a:lnTo>
                    <a:pt x="0" y="36748"/>
                  </a:lnTo>
                  <a:lnTo>
                    <a:pt x="481" y="35122"/>
                  </a:lnTo>
                  <a:lnTo>
                    <a:pt x="3994" y="36174"/>
                  </a:lnTo>
                  <a:lnTo>
                    <a:pt x="5018" y="30445"/>
                  </a:lnTo>
                  <a:lnTo>
                    <a:pt x="8488" y="31253"/>
                  </a:lnTo>
                  <a:lnTo>
                    <a:pt x="8929" y="21689"/>
                  </a:lnTo>
                  <a:lnTo>
                    <a:pt x="9577" y="20005"/>
                  </a:lnTo>
                  <a:lnTo>
                    <a:pt x="11691" y="15611"/>
                  </a:lnTo>
                  <a:lnTo>
                    <a:pt x="17643" y="12215"/>
                  </a:lnTo>
                  <a:lnTo>
                    <a:pt x="14252" y="9006"/>
                  </a:lnTo>
                  <a:lnTo>
                    <a:pt x="25320" y="5717"/>
                  </a:lnTo>
                  <a:lnTo>
                    <a:pt x="28615" y="3350"/>
                  </a:lnTo>
                  <a:lnTo>
                    <a:pt x="2873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h452"/>
            <p:cNvSpPr/>
            <p:nvPr/>
          </p:nvSpPr>
          <p:spPr>
            <a:xfrm>
              <a:off x="1819138" y="2099579"/>
              <a:ext cx="144030" cy="103602"/>
            </a:xfrm>
            <a:custGeom>
              <a:avLst/>
              <a:pathLst>
                <a:path w="144030" h="103602">
                  <a:moveTo>
                    <a:pt x="41049" y="11066"/>
                  </a:moveTo>
                  <a:lnTo>
                    <a:pt x="42155" y="10746"/>
                  </a:lnTo>
                  <a:lnTo>
                    <a:pt x="49678" y="13380"/>
                  </a:lnTo>
                  <a:lnTo>
                    <a:pt x="55474" y="20940"/>
                  </a:lnTo>
                  <a:lnTo>
                    <a:pt x="59935" y="25000"/>
                  </a:lnTo>
                  <a:lnTo>
                    <a:pt x="57892" y="19980"/>
                  </a:lnTo>
                  <a:lnTo>
                    <a:pt x="59448" y="18881"/>
                  </a:lnTo>
                  <a:lnTo>
                    <a:pt x="63589" y="18148"/>
                  </a:lnTo>
                  <a:lnTo>
                    <a:pt x="65589" y="20297"/>
                  </a:lnTo>
                  <a:lnTo>
                    <a:pt x="68277" y="26271"/>
                  </a:lnTo>
                  <a:lnTo>
                    <a:pt x="75140" y="31211"/>
                  </a:lnTo>
                  <a:lnTo>
                    <a:pt x="80384" y="31575"/>
                  </a:lnTo>
                  <a:lnTo>
                    <a:pt x="78432" y="22514"/>
                  </a:lnTo>
                  <a:lnTo>
                    <a:pt x="86293" y="40682"/>
                  </a:lnTo>
                  <a:lnTo>
                    <a:pt x="95200" y="43854"/>
                  </a:lnTo>
                  <a:lnTo>
                    <a:pt x="99259" y="43390"/>
                  </a:lnTo>
                  <a:lnTo>
                    <a:pt x="103375" y="44908"/>
                  </a:lnTo>
                  <a:lnTo>
                    <a:pt x="105069" y="44097"/>
                  </a:lnTo>
                  <a:lnTo>
                    <a:pt x="107533" y="42809"/>
                  </a:lnTo>
                  <a:lnTo>
                    <a:pt x="108307" y="43377"/>
                  </a:lnTo>
                  <a:lnTo>
                    <a:pt x="109914" y="46770"/>
                  </a:lnTo>
                  <a:lnTo>
                    <a:pt x="108904" y="49750"/>
                  </a:lnTo>
                  <a:lnTo>
                    <a:pt x="113434" y="52393"/>
                  </a:lnTo>
                  <a:lnTo>
                    <a:pt x="116917" y="48977"/>
                  </a:lnTo>
                  <a:lnTo>
                    <a:pt x="118891" y="49947"/>
                  </a:lnTo>
                  <a:lnTo>
                    <a:pt x="118893" y="51971"/>
                  </a:lnTo>
                  <a:lnTo>
                    <a:pt x="119580" y="52562"/>
                  </a:lnTo>
                  <a:lnTo>
                    <a:pt x="139004" y="45207"/>
                  </a:lnTo>
                  <a:lnTo>
                    <a:pt x="144019" y="58712"/>
                  </a:lnTo>
                  <a:lnTo>
                    <a:pt x="144030" y="59634"/>
                  </a:lnTo>
                  <a:lnTo>
                    <a:pt x="117346" y="86739"/>
                  </a:lnTo>
                  <a:lnTo>
                    <a:pt x="120374" y="91116"/>
                  </a:lnTo>
                  <a:lnTo>
                    <a:pt x="121281" y="91087"/>
                  </a:lnTo>
                  <a:lnTo>
                    <a:pt x="122223" y="92188"/>
                  </a:lnTo>
                  <a:lnTo>
                    <a:pt x="123957" y="95790"/>
                  </a:lnTo>
                  <a:lnTo>
                    <a:pt x="121920" y="97582"/>
                  </a:lnTo>
                  <a:lnTo>
                    <a:pt x="109803" y="103602"/>
                  </a:lnTo>
                  <a:lnTo>
                    <a:pt x="107729" y="103577"/>
                  </a:lnTo>
                  <a:lnTo>
                    <a:pt x="104431" y="98009"/>
                  </a:lnTo>
                  <a:lnTo>
                    <a:pt x="101355" y="92284"/>
                  </a:lnTo>
                  <a:lnTo>
                    <a:pt x="100417" y="92019"/>
                  </a:lnTo>
                  <a:lnTo>
                    <a:pt x="93734" y="81928"/>
                  </a:lnTo>
                  <a:lnTo>
                    <a:pt x="89145" y="81157"/>
                  </a:lnTo>
                  <a:lnTo>
                    <a:pt x="90370" y="70286"/>
                  </a:lnTo>
                  <a:lnTo>
                    <a:pt x="86511" y="67018"/>
                  </a:lnTo>
                  <a:lnTo>
                    <a:pt x="83833" y="62865"/>
                  </a:lnTo>
                  <a:lnTo>
                    <a:pt x="78864" y="66411"/>
                  </a:lnTo>
                  <a:lnTo>
                    <a:pt x="76985" y="64934"/>
                  </a:lnTo>
                  <a:lnTo>
                    <a:pt x="72202" y="65953"/>
                  </a:lnTo>
                  <a:lnTo>
                    <a:pt x="69667" y="56115"/>
                  </a:lnTo>
                  <a:lnTo>
                    <a:pt x="69554" y="51526"/>
                  </a:lnTo>
                  <a:lnTo>
                    <a:pt x="66003" y="46529"/>
                  </a:lnTo>
                  <a:lnTo>
                    <a:pt x="60547" y="43625"/>
                  </a:lnTo>
                  <a:lnTo>
                    <a:pt x="58595" y="40632"/>
                  </a:lnTo>
                  <a:lnTo>
                    <a:pt x="56950" y="40705"/>
                  </a:lnTo>
                  <a:lnTo>
                    <a:pt x="54364" y="42214"/>
                  </a:lnTo>
                  <a:lnTo>
                    <a:pt x="55218" y="44625"/>
                  </a:lnTo>
                  <a:lnTo>
                    <a:pt x="47068" y="48980"/>
                  </a:lnTo>
                  <a:lnTo>
                    <a:pt x="47312" y="52130"/>
                  </a:lnTo>
                  <a:lnTo>
                    <a:pt x="42081" y="58560"/>
                  </a:lnTo>
                  <a:lnTo>
                    <a:pt x="39732" y="55451"/>
                  </a:lnTo>
                  <a:lnTo>
                    <a:pt x="38879" y="51909"/>
                  </a:lnTo>
                  <a:lnTo>
                    <a:pt x="33592" y="55070"/>
                  </a:lnTo>
                  <a:lnTo>
                    <a:pt x="32838" y="60055"/>
                  </a:lnTo>
                  <a:lnTo>
                    <a:pt x="31244" y="62398"/>
                  </a:lnTo>
                  <a:lnTo>
                    <a:pt x="28455" y="63280"/>
                  </a:lnTo>
                  <a:lnTo>
                    <a:pt x="26467" y="62540"/>
                  </a:lnTo>
                  <a:lnTo>
                    <a:pt x="18109" y="56047"/>
                  </a:lnTo>
                  <a:lnTo>
                    <a:pt x="17368" y="53093"/>
                  </a:lnTo>
                  <a:lnTo>
                    <a:pt x="14696" y="48855"/>
                  </a:lnTo>
                  <a:lnTo>
                    <a:pt x="6369" y="48371"/>
                  </a:lnTo>
                  <a:lnTo>
                    <a:pt x="8860" y="47366"/>
                  </a:lnTo>
                  <a:lnTo>
                    <a:pt x="9697" y="44542"/>
                  </a:lnTo>
                  <a:lnTo>
                    <a:pt x="8575" y="43038"/>
                  </a:lnTo>
                  <a:lnTo>
                    <a:pt x="4010" y="43824"/>
                  </a:lnTo>
                  <a:lnTo>
                    <a:pt x="1226" y="40910"/>
                  </a:lnTo>
                  <a:lnTo>
                    <a:pt x="0" y="40230"/>
                  </a:lnTo>
                  <a:lnTo>
                    <a:pt x="4640" y="38672"/>
                  </a:lnTo>
                  <a:lnTo>
                    <a:pt x="5799" y="34414"/>
                  </a:lnTo>
                  <a:lnTo>
                    <a:pt x="5499" y="30299"/>
                  </a:lnTo>
                  <a:lnTo>
                    <a:pt x="9067" y="21598"/>
                  </a:lnTo>
                  <a:lnTo>
                    <a:pt x="13337" y="17902"/>
                  </a:lnTo>
                  <a:lnTo>
                    <a:pt x="16321" y="17455"/>
                  </a:lnTo>
                  <a:lnTo>
                    <a:pt x="18106" y="19015"/>
                  </a:lnTo>
                  <a:lnTo>
                    <a:pt x="18186" y="16910"/>
                  </a:lnTo>
                  <a:lnTo>
                    <a:pt x="17074" y="15960"/>
                  </a:lnTo>
                  <a:lnTo>
                    <a:pt x="12962" y="14931"/>
                  </a:lnTo>
                  <a:lnTo>
                    <a:pt x="12729" y="10284"/>
                  </a:lnTo>
                  <a:lnTo>
                    <a:pt x="13299" y="9004"/>
                  </a:lnTo>
                  <a:lnTo>
                    <a:pt x="19201" y="8326"/>
                  </a:lnTo>
                  <a:lnTo>
                    <a:pt x="22024" y="11042"/>
                  </a:lnTo>
                  <a:lnTo>
                    <a:pt x="24824" y="6005"/>
                  </a:lnTo>
                  <a:lnTo>
                    <a:pt x="26470" y="2202"/>
                  </a:lnTo>
                  <a:lnTo>
                    <a:pt x="2861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h453"/>
            <p:cNvSpPr/>
            <p:nvPr/>
          </p:nvSpPr>
          <p:spPr>
            <a:xfrm>
              <a:off x="1906350" y="2365425"/>
              <a:ext cx="124512" cy="82307"/>
            </a:xfrm>
            <a:custGeom>
              <a:avLst/>
              <a:pathLst>
                <a:path w="124512" h="82307">
                  <a:moveTo>
                    <a:pt x="93046" y="1527"/>
                  </a:moveTo>
                  <a:lnTo>
                    <a:pt x="90641" y="8009"/>
                  </a:lnTo>
                  <a:lnTo>
                    <a:pt x="92006" y="12698"/>
                  </a:lnTo>
                  <a:lnTo>
                    <a:pt x="94008" y="13323"/>
                  </a:lnTo>
                  <a:lnTo>
                    <a:pt x="94850" y="19454"/>
                  </a:lnTo>
                  <a:lnTo>
                    <a:pt x="102241" y="22652"/>
                  </a:lnTo>
                  <a:lnTo>
                    <a:pt x="110584" y="23080"/>
                  </a:lnTo>
                  <a:lnTo>
                    <a:pt x="108542" y="27725"/>
                  </a:lnTo>
                  <a:lnTo>
                    <a:pt x="108313" y="32077"/>
                  </a:lnTo>
                  <a:lnTo>
                    <a:pt x="108256" y="35313"/>
                  </a:lnTo>
                  <a:lnTo>
                    <a:pt x="108852" y="36154"/>
                  </a:lnTo>
                  <a:lnTo>
                    <a:pt x="110208" y="36194"/>
                  </a:lnTo>
                  <a:lnTo>
                    <a:pt x="113700" y="40602"/>
                  </a:lnTo>
                  <a:lnTo>
                    <a:pt x="116154" y="38456"/>
                  </a:lnTo>
                  <a:lnTo>
                    <a:pt x="117339" y="44557"/>
                  </a:lnTo>
                  <a:lnTo>
                    <a:pt x="114453" y="48162"/>
                  </a:lnTo>
                  <a:lnTo>
                    <a:pt x="116837" y="52115"/>
                  </a:lnTo>
                  <a:lnTo>
                    <a:pt x="124454" y="53931"/>
                  </a:lnTo>
                  <a:lnTo>
                    <a:pt x="124512" y="54980"/>
                  </a:lnTo>
                  <a:lnTo>
                    <a:pt x="122796" y="56801"/>
                  </a:lnTo>
                  <a:lnTo>
                    <a:pt x="121361" y="56201"/>
                  </a:lnTo>
                  <a:lnTo>
                    <a:pt x="119372" y="56869"/>
                  </a:lnTo>
                  <a:lnTo>
                    <a:pt x="114747" y="60966"/>
                  </a:lnTo>
                  <a:lnTo>
                    <a:pt x="112989" y="59870"/>
                  </a:lnTo>
                  <a:lnTo>
                    <a:pt x="110118" y="63058"/>
                  </a:lnTo>
                  <a:lnTo>
                    <a:pt x="107650" y="68391"/>
                  </a:lnTo>
                  <a:lnTo>
                    <a:pt x="101732" y="68578"/>
                  </a:lnTo>
                  <a:lnTo>
                    <a:pt x="96883" y="71109"/>
                  </a:lnTo>
                  <a:lnTo>
                    <a:pt x="92965" y="71131"/>
                  </a:lnTo>
                  <a:lnTo>
                    <a:pt x="92233" y="70386"/>
                  </a:lnTo>
                  <a:lnTo>
                    <a:pt x="88605" y="69804"/>
                  </a:lnTo>
                  <a:lnTo>
                    <a:pt x="82952" y="70884"/>
                  </a:lnTo>
                  <a:lnTo>
                    <a:pt x="79738" y="76252"/>
                  </a:lnTo>
                  <a:lnTo>
                    <a:pt x="80312" y="82307"/>
                  </a:lnTo>
                  <a:lnTo>
                    <a:pt x="75553" y="82281"/>
                  </a:lnTo>
                  <a:lnTo>
                    <a:pt x="73957" y="74784"/>
                  </a:lnTo>
                  <a:lnTo>
                    <a:pt x="71292" y="72001"/>
                  </a:lnTo>
                  <a:lnTo>
                    <a:pt x="71684" y="68843"/>
                  </a:lnTo>
                  <a:lnTo>
                    <a:pt x="72946" y="66893"/>
                  </a:lnTo>
                  <a:lnTo>
                    <a:pt x="71821" y="66050"/>
                  </a:lnTo>
                  <a:lnTo>
                    <a:pt x="65385" y="65438"/>
                  </a:lnTo>
                  <a:lnTo>
                    <a:pt x="57696" y="67436"/>
                  </a:lnTo>
                  <a:lnTo>
                    <a:pt x="53498" y="63401"/>
                  </a:lnTo>
                  <a:lnTo>
                    <a:pt x="46788" y="54909"/>
                  </a:lnTo>
                  <a:lnTo>
                    <a:pt x="40822" y="54018"/>
                  </a:lnTo>
                  <a:lnTo>
                    <a:pt x="41225" y="55570"/>
                  </a:lnTo>
                  <a:lnTo>
                    <a:pt x="40601" y="57998"/>
                  </a:lnTo>
                  <a:lnTo>
                    <a:pt x="38046" y="59615"/>
                  </a:lnTo>
                  <a:lnTo>
                    <a:pt x="34488" y="60382"/>
                  </a:lnTo>
                  <a:lnTo>
                    <a:pt x="33874" y="61724"/>
                  </a:lnTo>
                  <a:lnTo>
                    <a:pt x="36179" y="64016"/>
                  </a:lnTo>
                  <a:lnTo>
                    <a:pt x="38845" y="64707"/>
                  </a:lnTo>
                  <a:lnTo>
                    <a:pt x="41856" y="67582"/>
                  </a:lnTo>
                  <a:lnTo>
                    <a:pt x="42607" y="70538"/>
                  </a:lnTo>
                  <a:lnTo>
                    <a:pt x="39756" y="70066"/>
                  </a:lnTo>
                  <a:lnTo>
                    <a:pt x="37725" y="65420"/>
                  </a:lnTo>
                  <a:lnTo>
                    <a:pt x="30588" y="66435"/>
                  </a:lnTo>
                  <a:lnTo>
                    <a:pt x="29903" y="70254"/>
                  </a:lnTo>
                  <a:lnTo>
                    <a:pt x="3916" y="58358"/>
                  </a:lnTo>
                  <a:lnTo>
                    <a:pt x="6979" y="55257"/>
                  </a:lnTo>
                  <a:lnTo>
                    <a:pt x="7852" y="50218"/>
                  </a:lnTo>
                  <a:lnTo>
                    <a:pt x="4120" y="42807"/>
                  </a:lnTo>
                  <a:lnTo>
                    <a:pt x="0" y="39862"/>
                  </a:lnTo>
                  <a:lnTo>
                    <a:pt x="12311" y="39311"/>
                  </a:lnTo>
                  <a:lnTo>
                    <a:pt x="11404" y="33881"/>
                  </a:lnTo>
                  <a:lnTo>
                    <a:pt x="18468" y="24017"/>
                  </a:lnTo>
                  <a:lnTo>
                    <a:pt x="19561" y="28659"/>
                  </a:lnTo>
                  <a:lnTo>
                    <a:pt x="23449" y="26035"/>
                  </a:lnTo>
                  <a:lnTo>
                    <a:pt x="27473" y="27741"/>
                  </a:lnTo>
                  <a:lnTo>
                    <a:pt x="38980" y="21524"/>
                  </a:lnTo>
                  <a:lnTo>
                    <a:pt x="45054" y="29274"/>
                  </a:lnTo>
                  <a:lnTo>
                    <a:pt x="54254" y="36905"/>
                  </a:lnTo>
                  <a:lnTo>
                    <a:pt x="56075" y="35132"/>
                  </a:lnTo>
                  <a:lnTo>
                    <a:pt x="54146" y="30225"/>
                  </a:lnTo>
                  <a:lnTo>
                    <a:pt x="56221" y="28893"/>
                  </a:lnTo>
                  <a:lnTo>
                    <a:pt x="57833" y="33354"/>
                  </a:lnTo>
                  <a:lnTo>
                    <a:pt x="70617" y="20640"/>
                  </a:lnTo>
                  <a:lnTo>
                    <a:pt x="67796" y="21672"/>
                  </a:lnTo>
                  <a:lnTo>
                    <a:pt x="65075" y="15756"/>
                  </a:lnTo>
                  <a:lnTo>
                    <a:pt x="64301" y="11252"/>
                  </a:lnTo>
                  <a:lnTo>
                    <a:pt x="70121" y="5924"/>
                  </a:lnTo>
                  <a:lnTo>
                    <a:pt x="83667" y="1459"/>
                  </a:lnTo>
                  <a:lnTo>
                    <a:pt x="9242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h454"/>
            <p:cNvSpPr/>
            <p:nvPr/>
          </p:nvSpPr>
          <p:spPr>
            <a:xfrm>
              <a:off x="1894275" y="2419443"/>
              <a:ext cx="177200" cy="135330"/>
            </a:xfrm>
            <a:custGeom>
              <a:avLst/>
              <a:pathLst>
                <a:path w="177200" h="135330">
                  <a:moveTo>
                    <a:pt x="58863" y="891"/>
                  </a:moveTo>
                  <a:lnTo>
                    <a:pt x="65573" y="9383"/>
                  </a:lnTo>
                  <a:lnTo>
                    <a:pt x="69772" y="13417"/>
                  </a:lnTo>
                  <a:lnTo>
                    <a:pt x="77460" y="11420"/>
                  </a:lnTo>
                  <a:lnTo>
                    <a:pt x="83896" y="12031"/>
                  </a:lnTo>
                  <a:lnTo>
                    <a:pt x="85021" y="12875"/>
                  </a:lnTo>
                  <a:lnTo>
                    <a:pt x="83759" y="14825"/>
                  </a:lnTo>
                  <a:lnTo>
                    <a:pt x="83367" y="17982"/>
                  </a:lnTo>
                  <a:lnTo>
                    <a:pt x="86032" y="20766"/>
                  </a:lnTo>
                  <a:lnTo>
                    <a:pt x="87628" y="28262"/>
                  </a:lnTo>
                  <a:lnTo>
                    <a:pt x="92387" y="28289"/>
                  </a:lnTo>
                  <a:lnTo>
                    <a:pt x="91813" y="22234"/>
                  </a:lnTo>
                  <a:lnTo>
                    <a:pt x="95027" y="16866"/>
                  </a:lnTo>
                  <a:lnTo>
                    <a:pt x="100680" y="15785"/>
                  </a:lnTo>
                  <a:lnTo>
                    <a:pt x="104308" y="16368"/>
                  </a:lnTo>
                  <a:lnTo>
                    <a:pt x="105040" y="17113"/>
                  </a:lnTo>
                  <a:lnTo>
                    <a:pt x="108958" y="17090"/>
                  </a:lnTo>
                  <a:lnTo>
                    <a:pt x="113807" y="14560"/>
                  </a:lnTo>
                  <a:lnTo>
                    <a:pt x="119725" y="14373"/>
                  </a:lnTo>
                  <a:lnTo>
                    <a:pt x="122193" y="9039"/>
                  </a:lnTo>
                  <a:lnTo>
                    <a:pt x="124201" y="9518"/>
                  </a:lnTo>
                  <a:lnTo>
                    <a:pt x="125648" y="11959"/>
                  </a:lnTo>
                  <a:lnTo>
                    <a:pt x="126672" y="12334"/>
                  </a:lnTo>
                  <a:lnTo>
                    <a:pt x="130161" y="11370"/>
                  </a:lnTo>
                  <a:lnTo>
                    <a:pt x="134136" y="8399"/>
                  </a:lnTo>
                  <a:lnTo>
                    <a:pt x="146674" y="9697"/>
                  </a:lnTo>
                  <a:lnTo>
                    <a:pt x="151588" y="18789"/>
                  </a:lnTo>
                  <a:lnTo>
                    <a:pt x="152895" y="20010"/>
                  </a:lnTo>
                  <a:lnTo>
                    <a:pt x="153996" y="17049"/>
                  </a:lnTo>
                  <a:lnTo>
                    <a:pt x="158184" y="19873"/>
                  </a:lnTo>
                  <a:lnTo>
                    <a:pt x="158381" y="18505"/>
                  </a:lnTo>
                  <a:lnTo>
                    <a:pt x="160169" y="15656"/>
                  </a:lnTo>
                  <a:lnTo>
                    <a:pt x="167923" y="17278"/>
                  </a:lnTo>
                  <a:lnTo>
                    <a:pt x="169871" y="16659"/>
                  </a:lnTo>
                  <a:lnTo>
                    <a:pt x="171198" y="29825"/>
                  </a:lnTo>
                  <a:lnTo>
                    <a:pt x="173469" y="33155"/>
                  </a:lnTo>
                  <a:lnTo>
                    <a:pt x="171099" y="35905"/>
                  </a:lnTo>
                  <a:lnTo>
                    <a:pt x="177018" y="40703"/>
                  </a:lnTo>
                  <a:lnTo>
                    <a:pt x="177200" y="42143"/>
                  </a:lnTo>
                  <a:lnTo>
                    <a:pt x="176032" y="43523"/>
                  </a:lnTo>
                  <a:lnTo>
                    <a:pt x="171800" y="43928"/>
                  </a:lnTo>
                  <a:lnTo>
                    <a:pt x="165376" y="47580"/>
                  </a:lnTo>
                  <a:lnTo>
                    <a:pt x="161531" y="51771"/>
                  </a:lnTo>
                  <a:lnTo>
                    <a:pt x="159343" y="53079"/>
                  </a:lnTo>
                  <a:lnTo>
                    <a:pt x="157991" y="50102"/>
                  </a:lnTo>
                  <a:lnTo>
                    <a:pt x="156117" y="48733"/>
                  </a:lnTo>
                  <a:lnTo>
                    <a:pt x="154483" y="49004"/>
                  </a:lnTo>
                  <a:lnTo>
                    <a:pt x="149731" y="57327"/>
                  </a:lnTo>
                  <a:lnTo>
                    <a:pt x="150251" y="62408"/>
                  </a:lnTo>
                  <a:lnTo>
                    <a:pt x="142242" y="64753"/>
                  </a:lnTo>
                  <a:lnTo>
                    <a:pt x="140954" y="69056"/>
                  </a:lnTo>
                  <a:lnTo>
                    <a:pt x="141696" y="78504"/>
                  </a:lnTo>
                  <a:lnTo>
                    <a:pt x="139214" y="88023"/>
                  </a:lnTo>
                  <a:lnTo>
                    <a:pt x="139014" y="88902"/>
                  </a:lnTo>
                  <a:lnTo>
                    <a:pt x="130803" y="90524"/>
                  </a:lnTo>
                  <a:lnTo>
                    <a:pt x="127107" y="89573"/>
                  </a:lnTo>
                  <a:lnTo>
                    <a:pt x="123841" y="87331"/>
                  </a:lnTo>
                  <a:lnTo>
                    <a:pt x="123101" y="91227"/>
                  </a:lnTo>
                  <a:lnTo>
                    <a:pt x="127219" y="95756"/>
                  </a:lnTo>
                  <a:lnTo>
                    <a:pt x="131567" y="99049"/>
                  </a:lnTo>
                  <a:lnTo>
                    <a:pt x="135401" y="97640"/>
                  </a:lnTo>
                  <a:lnTo>
                    <a:pt x="137632" y="98251"/>
                  </a:lnTo>
                  <a:lnTo>
                    <a:pt x="138653" y="99493"/>
                  </a:lnTo>
                  <a:lnTo>
                    <a:pt x="139134" y="101267"/>
                  </a:lnTo>
                  <a:lnTo>
                    <a:pt x="134707" y="103764"/>
                  </a:lnTo>
                  <a:lnTo>
                    <a:pt x="132146" y="101672"/>
                  </a:lnTo>
                  <a:lnTo>
                    <a:pt x="129681" y="101894"/>
                  </a:lnTo>
                  <a:lnTo>
                    <a:pt x="128089" y="104500"/>
                  </a:lnTo>
                  <a:lnTo>
                    <a:pt x="129363" y="107100"/>
                  </a:lnTo>
                  <a:lnTo>
                    <a:pt x="134652" y="107146"/>
                  </a:lnTo>
                  <a:lnTo>
                    <a:pt x="134788" y="108405"/>
                  </a:lnTo>
                  <a:lnTo>
                    <a:pt x="132488" y="108947"/>
                  </a:lnTo>
                  <a:lnTo>
                    <a:pt x="125089" y="108667"/>
                  </a:lnTo>
                  <a:lnTo>
                    <a:pt x="126232" y="105954"/>
                  </a:lnTo>
                  <a:lnTo>
                    <a:pt x="125593" y="104810"/>
                  </a:lnTo>
                  <a:lnTo>
                    <a:pt x="119612" y="115315"/>
                  </a:lnTo>
                  <a:lnTo>
                    <a:pt x="116440" y="112758"/>
                  </a:lnTo>
                  <a:lnTo>
                    <a:pt x="107604" y="117983"/>
                  </a:lnTo>
                  <a:lnTo>
                    <a:pt x="109891" y="120353"/>
                  </a:lnTo>
                  <a:lnTo>
                    <a:pt x="109571" y="122628"/>
                  </a:lnTo>
                  <a:lnTo>
                    <a:pt x="106979" y="125038"/>
                  </a:lnTo>
                  <a:lnTo>
                    <a:pt x="100427" y="120798"/>
                  </a:lnTo>
                  <a:lnTo>
                    <a:pt x="100232" y="123937"/>
                  </a:lnTo>
                  <a:lnTo>
                    <a:pt x="90169" y="124086"/>
                  </a:lnTo>
                  <a:lnTo>
                    <a:pt x="90270" y="135330"/>
                  </a:lnTo>
                  <a:lnTo>
                    <a:pt x="87612" y="134298"/>
                  </a:lnTo>
                  <a:lnTo>
                    <a:pt x="88889" y="124505"/>
                  </a:lnTo>
                  <a:lnTo>
                    <a:pt x="86977" y="124194"/>
                  </a:lnTo>
                  <a:lnTo>
                    <a:pt x="84315" y="122186"/>
                  </a:lnTo>
                  <a:lnTo>
                    <a:pt x="85793" y="115614"/>
                  </a:lnTo>
                  <a:lnTo>
                    <a:pt x="79592" y="116595"/>
                  </a:lnTo>
                  <a:lnTo>
                    <a:pt x="67534" y="121240"/>
                  </a:lnTo>
                  <a:lnTo>
                    <a:pt x="50777" y="111984"/>
                  </a:lnTo>
                  <a:lnTo>
                    <a:pt x="50629" y="115012"/>
                  </a:lnTo>
                  <a:lnTo>
                    <a:pt x="47444" y="116878"/>
                  </a:lnTo>
                  <a:lnTo>
                    <a:pt x="43931" y="113852"/>
                  </a:lnTo>
                  <a:lnTo>
                    <a:pt x="44554" y="112023"/>
                  </a:lnTo>
                  <a:lnTo>
                    <a:pt x="42254" y="110202"/>
                  </a:lnTo>
                  <a:lnTo>
                    <a:pt x="38947" y="111476"/>
                  </a:lnTo>
                  <a:lnTo>
                    <a:pt x="38301" y="114044"/>
                  </a:lnTo>
                  <a:lnTo>
                    <a:pt x="34542" y="112939"/>
                  </a:lnTo>
                  <a:lnTo>
                    <a:pt x="35835" y="105336"/>
                  </a:lnTo>
                  <a:lnTo>
                    <a:pt x="34815" y="96004"/>
                  </a:lnTo>
                  <a:lnTo>
                    <a:pt x="39900" y="86863"/>
                  </a:lnTo>
                  <a:lnTo>
                    <a:pt x="35944" y="76347"/>
                  </a:lnTo>
                  <a:lnTo>
                    <a:pt x="33769" y="73809"/>
                  </a:lnTo>
                  <a:lnTo>
                    <a:pt x="29746" y="72963"/>
                  </a:lnTo>
                  <a:lnTo>
                    <a:pt x="22737" y="73352"/>
                  </a:lnTo>
                  <a:lnTo>
                    <a:pt x="16763" y="67013"/>
                  </a:lnTo>
                  <a:lnTo>
                    <a:pt x="0" y="58630"/>
                  </a:lnTo>
                  <a:lnTo>
                    <a:pt x="407" y="53187"/>
                  </a:lnTo>
                  <a:lnTo>
                    <a:pt x="1962" y="50200"/>
                  </a:lnTo>
                  <a:lnTo>
                    <a:pt x="6556" y="45304"/>
                  </a:lnTo>
                  <a:lnTo>
                    <a:pt x="10027" y="44473"/>
                  </a:lnTo>
                  <a:lnTo>
                    <a:pt x="12173" y="37301"/>
                  </a:lnTo>
                  <a:lnTo>
                    <a:pt x="18599" y="33213"/>
                  </a:lnTo>
                  <a:lnTo>
                    <a:pt x="19924" y="30659"/>
                  </a:lnTo>
                  <a:lnTo>
                    <a:pt x="16917" y="31306"/>
                  </a:lnTo>
                  <a:lnTo>
                    <a:pt x="24668" y="26564"/>
                  </a:lnTo>
                  <a:lnTo>
                    <a:pt x="29093" y="26097"/>
                  </a:lnTo>
                  <a:lnTo>
                    <a:pt x="32572" y="27199"/>
                  </a:lnTo>
                  <a:lnTo>
                    <a:pt x="40082" y="25126"/>
                  </a:lnTo>
                  <a:lnTo>
                    <a:pt x="41978" y="16236"/>
                  </a:lnTo>
                  <a:lnTo>
                    <a:pt x="42663" y="12417"/>
                  </a:lnTo>
                  <a:lnTo>
                    <a:pt x="49800" y="11401"/>
                  </a:lnTo>
                  <a:lnTo>
                    <a:pt x="51832" y="16048"/>
                  </a:lnTo>
                  <a:lnTo>
                    <a:pt x="54682" y="16520"/>
                  </a:lnTo>
                  <a:lnTo>
                    <a:pt x="53931" y="13564"/>
                  </a:lnTo>
                  <a:lnTo>
                    <a:pt x="50920" y="10689"/>
                  </a:lnTo>
                  <a:lnTo>
                    <a:pt x="48254" y="9998"/>
                  </a:lnTo>
                  <a:lnTo>
                    <a:pt x="45950" y="7705"/>
                  </a:lnTo>
                  <a:lnTo>
                    <a:pt x="46563" y="6364"/>
                  </a:lnTo>
                  <a:lnTo>
                    <a:pt x="50121" y="5597"/>
                  </a:lnTo>
                  <a:lnTo>
                    <a:pt x="52676" y="3980"/>
                  </a:lnTo>
                  <a:lnTo>
                    <a:pt x="53300" y="1551"/>
                  </a:lnTo>
                  <a:lnTo>
                    <a:pt x="5289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h455"/>
            <p:cNvSpPr/>
            <p:nvPr/>
          </p:nvSpPr>
          <p:spPr>
            <a:xfrm>
              <a:off x="1733907" y="2285028"/>
              <a:ext cx="93080" cy="41434"/>
            </a:xfrm>
            <a:custGeom>
              <a:avLst/>
              <a:pathLst>
                <a:path w="93080" h="41434">
                  <a:moveTo>
                    <a:pt x="25956" y="3239"/>
                  </a:moveTo>
                  <a:lnTo>
                    <a:pt x="33831" y="1747"/>
                  </a:lnTo>
                  <a:lnTo>
                    <a:pt x="48547" y="2758"/>
                  </a:lnTo>
                  <a:lnTo>
                    <a:pt x="60993" y="8526"/>
                  </a:lnTo>
                  <a:lnTo>
                    <a:pt x="64932" y="12592"/>
                  </a:lnTo>
                  <a:lnTo>
                    <a:pt x="70053" y="16135"/>
                  </a:lnTo>
                  <a:lnTo>
                    <a:pt x="73690" y="16233"/>
                  </a:lnTo>
                  <a:lnTo>
                    <a:pt x="82667" y="14158"/>
                  </a:lnTo>
                  <a:lnTo>
                    <a:pt x="88514" y="15344"/>
                  </a:lnTo>
                  <a:lnTo>
                    <a:pt x="91725" y="18536"/>
                  </a:lnTo>
                  <a:lnTo>
                    <a:pt x="93080" y="23117"/>
                  </a:lnTo>
                  <a:lnTo>
                    <a:pt x="91874" y="26256"/>
                  </a:lnTo>
                  <a:lnTo>
                    <a:pt x="89265" y="29311"/>
                  </a:lnTo>
                  <a:lnTo>
                    <a:pt x="88014" y="27067"/>
                  </a:lnTo>
                  <a:lnTo>
                    <a:pt x="82824" y="26933"/>
                  </a:lnTo>
                  <a:lnTo>
                    <a:pt x="83251" y="28736"/>
                  </a:lnTo>
                  <a:lnTo>
                    <a:pt x="86903" y="28639"/>
                  </a:lnTo>
                  <a:lnTo>
                    <a:pt x="87208" y="30757"/>
                  </a:lnTo>
                  <a:lnTo>
                    <a:pt x="80815" y="33269"/>
                  </a:lnTo>
                  <a:lnTo>
                    <a:pt x="82381" y="38643"/>
                  </a:lnTo>
                  <a:lnTo>
                    <a:pt x="80595" y="41434"/>
                  </a:lnTo>
                  <a:lnTo>
                    <a:pt x="76980" y="35137"/>
                  </a:lnTo>
                  <a:lnTo>
                    <a:pt x="73422" y="31403"/>
                  </a:lnTo>
                  <a:lnTo>
                    <a:pt x="79159" y="29693"/>
                  </a:lnTo>
                  <a:lnTo>
                    <a:pt x="68880" y="31323"/>
                  </a:lnTo>
                  <a:lnTo>
                    <a:pt x="71287" y="32022"/>
                  </a:lnTo>
                  <a:lnTo>
                    <a:pt x="71505" y="36054"/>
                  </a:lnTo>
                  <a:lnTo>
                    <a:pt x="68437" y="38239"/>
                  </a:lnTo>
                  <a:lnTo>
                    <a:pt x="61688" y="35714"/>
                  </a:lnTo>
                  <a:lnTo>
                    <a:pt x="64989" y="33400"/>
                  </a:lnTo>
                  <a:lnTo>
                    <a:pt x="59559" y="30883"/>
                  </a:lnTo>
                  <a:lnTo>
                    <a:pt x="56482" y="32342"/>
                  </a:lnTo>
                  <a:lnTo>
                    <a:pt x="43281" y="32286"/>
                  </a:lnTo>
                  <a:lnTo>
                    <a:pt x="37917" y="34604"/>
                  </a:lnTo>
                  <a:lnTo>
                    <a:pt x="34993" y="33620"/>
                  </a:lnTo>
                  <a:lnTo>
                    <a:pt x="28847" y="38142"/>
                  </a:lnTo>
                  <a:lnTo>
                    <a:pt x="28317" y="39398"/>
                  </a:lnTo>
                  <a:lnTo>
                    <a:pt x="23257" y="36117"/>
                  </a:lnTo>
                  <a:lnTo>
                    <a:pt x="13823" y="40282"/>
                  </a:lnTo>
                  <a:lnTo>
                    <a:pt x="9814" y="41124"/>
                  </a:lnTo>
                  <a:lnTo>
                    <a:pt x="7125" y="35707"/>
                  </a:lnTo>
                  <a:lnTo>
                    <a:pt x="11054" y="32686"/>
                  </a:lnTo>
                  <a:lnTo>
                    <a:pt x="11814" y="29785"/>
                  </a:lnTo>
                  <a:lnTo>
                    <a:pt x="7401" y="23759"/>
                  </a:lnTo>
                  <a:lnTo>
                    <a:pt x="1077" y="19266"/>
                  </a:lnTo>
                  <a:lnTo>
                    <a:pt x="0" y="16013"/>
                  </a:lnTo>
                  <a:lnTo>
                    <a:pt x="6739" y="13864"/>
                  </a:lnTo>
                  <a:lnTo>
                    <a:pt x="10371" y="9277"/>
                  </a:lnTo>
                  <a:lnTo>
                    <a:pt x="2100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h456"/>
            <p:cNvSpPr/>
            <p:nvPr/>
          </p:nvSpPr>
          <p:spPr>
            <a:xfrm>
              <a:off x="2037743" y="2516894"/>
              <a:ext cx="71099" cy="74453"/>
            </a:xfrm>
            <a:custGeom>
              <a:avLst/>
              <a:pathLst>
                <a:path w="71099" h="74453">
                  <a:moveTo>
                    <a:pt x="63147" y="2821"/>
                  </a:moveTo>
                  <a:lnTo>
                    <a:pt x="71099" y="3320"/>
                  </a:lnTo>
                  <a:lnTo>
                    <a:pt x="70006" y="9293"/>
                  </a:lnTo>
                  <a:lnTo>
                    <a:pt x="67835" y="11519"/>
                  </a:lnTo>
                  <a:lnTo>
                    <a:pt x="63310" y="7999"/>
                  </a:lnTo>
                  <a:lnTo>
                    <a:pt x="59882" y="9410"/>
                  </a:lnTo>
                  <a:lnTo>
                    <a:pt x="59654" y="11686"/>
                  </a:lnTo>
                  <a:lnTo>
                    <a:pt x="59205" y="14208"/>
                  </a:lnTo>
                  <a:lnTo>
                    <a:pt x="58307" y="15158"/>
                  </a:lnTo>
                  <a:lnTo>
                    <a:pt x="36925" y="30762"/>
                  </a:lnTo>
                  <a:lnTo>
                    <a:pt x="31141" y="45390"/>
                  </a:lnTo>
                  <a:lnTo>
                    <a:pt x="30691" y="49838"/>
                  </a:lnTo>
                  <a:lnTo>
                    <a:pt x="28660" y="67486"/>
                  </a:lnTo>
                  <a:lnTo>
                    <a:pt x="23334" y="74453"/>
                  </a:lnTo>
                  <a:lnTo>
                    <a:pt x="22993" y="69837"/>
                  </a:lnTo>
                  <a:lnTo>
                    <a:pt x="21102" y="70730"/>
                  </a:lnTo>
                  <a:lnTo>
                    <a:pt x="15564" y="70533"/>
                  </a:lnTo>
                  <a:lnTo>
                    <a:pt x="13117" y="68370"/>
                  </a:lnTo>
                  <a:lnTo>
                    <a:pt x="11669" y="68240"/>
                  </a:lnTo>
                  <a:lnTo>
                    <a:pt x="8530" y="71171"/>
                  </a:lnTo>
                  <a:lnTo>
                    <a:pt x="6591" y="71473"/>
                  </a:lnTo>
                  <a:lnTo>
                    <a:pt x="2797" y="69085"/>
                  </a:lnTo>
                  <a:lnTo>
                    <a:pt x="0" y="64492"/>
                  </a:lnTo>
                  <a:lnTo>
                    <a:pt x="396" y="61235"/>
                  </a:lnTo>
                  <a:lnTo>
                    <a:pt x="3596" y="51786"/>
                  </a:lnTo>
                  <a:lnTo>
                    <a:pt x="7337" y="50845"/>
                  </a:lnTo>
                  <a:lnTo>
                    <a:pt x="8715" y="49500"/>
                  </a:lnTo>
                  <a:lnTo>
                    <a:pt x="10286" y="44799"/>
                  </a:lnTo>
                  <a:lnTo>
                    <a:pt x="10474" y="41194"/>
                  </a:lnTo>
                  <a:lnTo>
                    <a:pt x="9576" y="38798"/>
                  </a:lnTo>
                  <a:lnTo>
                    <a:pt x="6259" y="37853"/>
                  </a:lnTo>
                  <a:lnTo>
                    <a:pt x="3704" y="34822"/>
                  </a:lnTo>
                  <a:lnTo>
                    <a:pt x="8846" y="34751"/>
                  </a:lnTo>
                  <a:lnTo>
                    <a:pt x="7054" y="28018"/>
                  </a:lnTo>
                  <a:lnTo>
                    <a:pt x="9379" y="25518"/>
                  </a:lnTo>
                  <a:lnTo>
                    <a:pt x="12313" y="23928"/>
                  </a:lnTo>
                  <a:lnTo>
                    <a:pt x="11178" y="21262"/>
                  </a:lnTo>
                  <a:lnTo>
                    <a:pt x="7722" y="20126"/>
                  </a:lnTo>
                  <a:lnTo>
                    <a:pt x="6771" y="16799"/>
                  </a:lnTo>
                  <a:lnTo>
                    <a:pt x="7085" y="12852"/>
                  </a:lnTo>
                  <a:lnTo>
                    <a:pt x="2718" y="11109"/>
                  </a:lnTo>
                  <a:lnTo>
                    <a:pt x="2379" y="9618"/>
                  </a:lnTo>
                  <a:lnTo>
                    <a:pt x="10706" y="12748"/>
                  </a:lnTo>
                  <a:lnTo>
                    <a:pt x="11252" y="20087"/>
                  </a:lnTo>
                  <a:lnTo>
                    <a:pt x="16346" y="8576"/>
                  </a:lnTo>
                  <a:lnTo>
                    <a:pt x="19928" y="8966"/>
                  </a:lnTo>
                  <a:lnTo>
                    <a:pt x="22441" y="10799"/>
                  </a:lnTo>
                  <a:lnTo>
                    <a:pt x="30527" y="10142"/>
                  </a:lnTo>
                  <a:lnTo>
                    <a:pt x="28330" y="12578"/>
                  </a:lnTo>
                  <a:lnTo>
                    <a:pt x="33717" y="12080"/>
                  </a:lnTo>
                  <a:lnTo>
                    <a:pt x="35843" y="9333"/>
                  </a:lnTo>
                  <a:lnTo>
                    <a:pt x="39952" y="6557"/>
                  </a:lnTo>
                  <a:lnTo>
                    <a:pt x="42773" y="10946"/>
                  </a:lnTo>
                  <a:lnTo>
                    <a:pt x="40804" y="13856"/>
                  </a:lnTo>
                  <a:lnTo>
                    <a:pt x="42108" y="13962"/>
                  </a:lnTo>
                  <a:lnTo>
                    <a:pt x="45140" y="11524"/>
                  </a:lnTo>
                  <a:lnTo>
                    <a:pt x="45011" y="4477"/>
                  </a:lnTo>
                  <a:lnTo>
                    <a:pt x="49315" y="3983"/>
                  </a:lnTo>
                  <a:lnTo>
                    <a:pt x="6439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h457"/>
            <p:cNvSpPr/>
            <p:nvPr/>
          </p:nvSpPr>
          <p:spPr>
            <a:xfrm>
              <a:off x="2083156" y="2116693"/>
              <a:ext cx="91924" cy="121965"/>
            </a:xfrm>
            <a:custGeom>
              <a:avLst/>
              <a:pathLst>
                <a:path w="91924" h="121965">
                  <a:moveTo>
                    <a:pt x="21731" y="97"/>
                  </a:moveTo>
                  <a:lnTo>
                    <a:pt x="40793" y="4119"/>
                  </a:lnTo>
                  <a:lnTo>
                    <a:pt x="45596" y="4932"/>
                  </a:lnTo>
                  <a:lnTo>
                    <a:pt x="48065" y="8493"/>
                  </a:lnTo>
                  <a:lnTo>
                    <a:pt x="74012" y="18719"/>
                  </a:lnTo>
                  <a:lnTo>
                    <a:pt x="78921" y="20654"/>
                  </a:lnTo>
                  <a:lnTo>
                    <a:pt x="85400" y="52276"/>
                  </a:lnTo>
                  <a:lnTo>
                    <a:pt x="91924" y="62441"/>
                  </a:lnTo>
                  <a:lnTo>
                    <a:pt x="81147" y="81011"/>
                  </a:lnTo>
                  <a:lnTo>
                    <a:pt x="81280" y="115820"/>
                  </a:lnTo>
                  <a:lnTo>
                    <a:pt x="78066" y="118306"/>
                  </a:lnTo>
                  <a:lnTo>
                    <a:pt x="75918" y="118430"/>
                  </a:lnTo>
                  <a:lnTo>
                    <a:pt x="74725" y="116015"/>
                  </a:lnTo>
                  <a:lnTo>
                    <a:pt x="69735" y="116667"/>
                  </a:lnTo>
                  <a:lnTo>
                    <a:pt x="73547" y="121152"/>
                  </a:lnTo>
                  <a:lnTo>
                    <a:pt x="70415" y="121965"/>
                  </a:lnTo>
                  <a:lnTo>
                    <a:pt x="67744" y="118605"/>
                  </a:lnTo>
                  <a:lnTo>
                    <a:pt x="65178" y="118191"/>
                  </a:lnTo>
                  <a:lnTo>
                    <a:pt x="64828" y="121665"/>
                  </a:lnTo>
                  <a:lnTo>
                    <a:pt x="62147" y="121447"/>
                  </a:lnTo>
                  <a:lnTo>
                    <a:pt x="60329" y="117361"/>
                  </a:lnTo>
                  <a:lnTo>
                    <a:pt x="57961" y="117052"/>
                  </a:lnTo>
                  <a:lnTo>
                    <a:pt x="55445" y="115474"/>
                  </a:lnTo>
                  <a:lnTo>
                    <a:pt x="54834" y="114102"/>
                  </a:lnTo>
                  <a:lnTo>
                    <a:pt x="55256" y="112961"/>
                  </a:lnTo>
                  <a:lnTo>
                    <a:pt x="54440" y="110884"/>
                  </a:lnTo>
                  <a:lnTo>
                    <a:pt x="52111" y="109169"/>
                  </a:lnTo>
                  <a:lnTo>
                    <a:pt x="47988" y="112286"/>
                  </a:lnTo>
                  <a:lnTo>
                    <a:pt x="39661" y="88524"/>
                  </a:lnTo>
                  <a:lnTo>
                    <a:pt x="23545" y="71495"/>
                  </a:lnTo>
                  <a:lnTo>
                    <a:pt x="3529" y="46942"/>
                  </a:lnTo>
                  <a:lnTo>
                    <a:pt x="10187" y="41137"/>
                  </a:lnTo>
                  <a:lnTo>
                    <a:pt x="10076" y="34270"/>
                  </a:lnTo>
                  <a:lnTo>
                    <a:pt x="11511" y="27800"/>
                  </a:lnTo>
                  <a:lnTo>
                    <a:pt x="11232" y="25709"/>
                  </a:lnTo>
                  <a:lnTo>
                    <a:pt x="3137" y="25296"/>
                  </a:lnTo>
                  <a:lnTo>
                    <a:pt x="2255" y="24202"/>
                  </a:lnTo>
                  <a:lnTo>
                    <a:pt x="3371" y="20442"/>
                  </a:lnTo>
                  <a:lnTo>
                    <a:pt x="3357" y="16141"/>
                  </a:lnTo>
                  <a:lnTo>
                    <a:pt x="0" y="14412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h458"/>
            <p:cNvSpPr/>
            <p:nvPr/>
          </p:nvSpPr>
          <p:spPr>
            <a:xfrm>
              <a:off x="2089009" y="2246113"/>
              <a:ext cx="75958" cy="78032"/>
            </a:xfrm>
            <a:custGeom>
              <a:avLst/>
              <a:pathLst>
                <a:path w="75958" h="78032">
                  <a:moveTo>
                    <a:pt x="16049" y="70"/>
                  </a:moveTo>
                  <a:lnTo>
                    <a:pt x="19799" y="1311"/>
                  </a:lnTo>
                  <a:lnTo>
                    <a:pt x="32660" y="2857"/>
                  </a:lnTo>
                  <a:lnTo>
                    <a:pt x="34425" y="4621"/>
                  </a:lnTo>
                  <a:lnTo>
                    <a:pt x="40610" y="11733"/>
                  </a:lnTo>
                  <a:lnTo>
                    <a:pt x="43998" y="19149"/>
                  </a:lnTo>
                  <a:lnTo>
                    <a:pt x="46791" y="22638"/>
                  </a:lnTo>
                  <a:lnTo>
                    <a:pt x="48594" y="24018"/>
                  </a:lnTo>
                  <a:lnTo>
                    <a:pt x="50216" y="22495"/>
                  </a:lnTo>
                  <a:lnTo>
                    <a:pt x="50993" y="22945"/>
                  </a:lnTo>
                  <a:lnTo>
                    <a:pt x="57574" y="30589"/>
                  </a:lnTo>
                  <a:lnTo>
                    <a:pt x="69641" y="44334"/>
                  </a:lnTo>
                  <a:lnTo>
                    <a:pt x="72187" y="46735"/>
                  </a:lnTo>
                  <a:lnTo>
                    <a:pt x="75476" y="47594"/>
                  </a:lnTo>
                  <a:lnTo>
                    <a:pt x="75958" y="52683"/>
                  </a:lnTo>
                  <a:lnTo>
                    <a:pt x="74256" y="52453"/>
                  </a:lnTo>
                  <a:lnTo>
                    <a:pt x="72475" y="49754"/>
                  </a:lnTo>
                  <a:lnTo>
                    <a:pt x="66121" y="49578"/>
                  </a:lnTo>
                  <a:lnTo>
                    <a:pt x="61040" y="51902"/>
                  </a:lnTo>
                  <a:lnTo>
                    <a:pt x="58947" y="58731"/>
                  </a:lnTo>
                  <a:lnTo>
                    <a:pt x="57228" y="60313"/>
                  </a:lnTo>
                  <a:lnTo>
                    <a:pt x="55716" y="64904"/>
                  </a:lnTo>
                  <a:lnTo>
                    <a:pt x="55352" y="69623"/>
                  </a:lnTo>
                  <a:lnTo>
                    <a:pt x="52699" y="72031"/>
                  </a:lnTo>
                  <a:lnTo>
                    <a:pt x="43161" y="75415"/>
                  </a:lnTo>
                  <a:lnTo>
                    <a:pt x="30482" y="78032"/>
                  </a:lnTo>
                  <a:lnTo>
                    <a:pt x="26066" y="75618"/>
                  </a:lnTo>
                  <a:lnTo>
                    <a:pt x="23281" y="65377"/>
                  </a:lnTo>
                  <a:lnTo>
                    <a:pt x="18086" y="54835"/>
                  </a:lnTo>
                  <a:lnTo>
                    <a:pt x="21687" y="49301"/>
                  </a:lnTo>
                  <a:lnTo>
                    <a:pt x="15224" y="40217"/>
                  </a:lnTo>
                  <a:lnTo>
                    <a:pt x="8785" y="41293"/>
                  </a:lnTo>
                  <a:lnTo>
                    <a:pt x="8499" y="38716"/>
                  </a:lnTo>
                  <a:lnTo>
                    <a:pt x="3195" y="40456"/>
                  </a:lnTo>
                  <a:lnTo>
                    <a:pt x="698" y="34189"/>
                  </a:lnTo>
                  <a:lnTo>
                    <a:pt x="0" y="28430"/>
                  </a:lnTo>
                  <a:lnTo>
                    <a:pt x="4802" y="36111"/>
                  </a:lnTo>
                  <a:lnTo>
                    <a:pt x="9866" y="38452"/>
                  </a:lnTo>
                  <a:lnTo>
                    <a:pt x="13473" y="37757"/>
                  </a:lnTo>
                  <a:lnTo>
                    <a:pt x="10746" y="29764"/>
                  </a:lnTo>
                  <a:lnTo>
                    <a:pt x="14480" y="29974"/>
                  </a:lnTo>
                  <a:lnTo>
                    <a:pt x="13789" y="28145"/>
                  </a:lnTo>
                  <a:lnTo>
                    <a:pt x="13365" y="27134"/>
                  </a:lnTo>
                  <a:lnTo>
                    <a:pt x="7604" y="26822"/>
                  </a:lnTo>
                  <a:lnTo>
                    <a:pt x="8221" y="18797"/>
                  </a:lnTo>
                  <a:lnTo>
                    <a:pt x="9578" y="18327"/>
                  </a:lnTo>
                  <a:lnTo>
                    <a:pt x="4135" y="10338"/>
                  </a:lnTo>
                  <a:lnTo>
                    <a:pt x="3015" y="10947"/>
                  </a:lnTo>
                  <a:lnTo>
                    <a:pt x="1701" y="8031"/>
                  </a:lnTo>
                  <a:lnTo>
                    <a:pt x="1633" y="6760"/>
                  </a:lnTo>
                  <a:lnTo>
                    <a:pt x="6407" y="5120"/>
                  </a:lnTo>
                  <a:lnTo>
                    <a:pt x="4919" y="1898"/>
                  </a:lnTo>
                  <a:lnTo>
                    <a:pt x="8081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h459"/>
            <p:cNvSpPr/>
            <p:nvPr/>
          </p:nvSpPr>
          <p:spPr>
            <a:xfrm>
              <a:off x="1950739" y="2506775"/>
              <a:ext cx="119150" cy="186470"/>
            </a:xfrm>
            <a:custGeom>
              <a:avLst/>
              <a:pathLst>
                <a:path w="119150" h="186470">
                  <a:moveTo>
                    <a:pt x="70643" y="2241"/>
                  </a:moveTo>
                  <a:lnTo>
                    <a:pt x="74339" y="3193"/>
                  </a:lnTo>
                  <a:lnTo>
                    <a:pt x="82550" y="1570"/>
                  </a:lnTo>
                  <a:lnTo>
                    <a:pt x="82750" y="691"/>
                  </a:lnTo>
                  <a:lnTo>
                    <a:pt x="85412" y="2653"/>
                  </a:lnTo>
                  <a:lnTo>
                    <a:pt x="92423" y="2586"/>
                  </a:lnTo>
                  <a:lnTo>
                    <a:pt x="96305" y="5009"/>
                  </a:lnTo>
                  <a:lnTo>
                    <a:pt x="99717" y="8447"/>
                  </a:lnTo>
                  <a:lnTo>
                    <a:pt x="99594" y="12005"/>
                  </a:lnTo>
                  <a:lnTo>
                    <a:pt x="98367" y="14595"/>
                  </a:lnTo>
                  <a:lnTo>
                    <a:pt x="98351" y="18584"/>
                  </a:lnTo>
                  <a:lnTo>
                    <a:pt x="103350" y="18695"/>
                  </a:lnTo>
                  <a:lnTo>
                    <a:pt x="98256" y="30206"/>
                  </a:lnTo>
                  <a:lnTo>
                    <a:pt x="97711" y="22868"/>
                  </a:lnTo>
                  <a:lnTo>
                    <a:pt x="89383" y="19738"/>
                  </a:lnTo>
                  <a:lnTo>
                    <a:pt x="89722" y="21229"/>
                  </a:lnTo>
                  <a:lnTo>
                    <a:pt x="94090" y="22971"/>
                  </a:lnTo>
                  <a:lnTo>
                    <a:pt x="93776" y="26919"/>
                  </a:lnTo>
                  <a:lnTo>
                    <a:pt x="94727" y="30245"/>
                  </a:lnTo>
                  <a:lnTo>
                    <a:pt x="98182" y="31381"/>
                  </a:lnTo>
                  <a:lnTo>
                    <a:pt x="99317" y="34048"/>
                  </a:lnTo>
                  <a:lnTo>
                    <a:pt x="96384" y="35638"/>
                  </a:lnTo>
                  <a:lnTo>
                    <a:pt x="94059" y="38137"/>
                  </a:lnTo>
                  <a:lnTo>
                    <a:pt x="95851" y="44870"/>
                  </a:lnTo>
                  <a:lnTo>
                    <a:pt x="90708" y="44941"/>
                  </a:lnTo>
                  <a:lnTo>
                    <a:pt x="93264" y="47973"/>
                  </a:lnTo>
                  <a:lnTo>
                    <a:pt x="96580" y="48917"/>
                  </a:lnTo>
                  <a:lnTo>
                    <a:pt x="97478" y="51313"/>
                  </a:lnTo>
                  <a:lnTo>
                    <a:pt x="97291" y="54918"/>
                  </a:lnTo>
                  <a:lnTo>
                    <a:pt x="95720" y="59619"/>
                  </a:lnTo>
                  <a:lnTo>
                    <a:pt x="94342" y="60964"/>
                  </a:lnTo>
                  <a:lnTo>
                    <a:pt x="90600" y="61905"/>
                  </a:lnTo>
                  <a:lnTo>
                    <a:pt x="87401" y="71354"/>
                  </a:lnTo>
                  <a:lnTo>
                    <a:pt x="87004" y="74611"/>
                  </a:lnTo>
                  <a:lnTo>
                    <a:pt x="89801" y="79204"/>
                  </a:lnTo>
                  <a:lnTo>
                    <a:pt x="93595" y="81593"/>
                  </a:lnTo>
                  <a:lnTo>
                    <a:pt x="95534" y="81291"/>
                  </a:lnTo>
                  <a:lnTo>
                    <a:pt x="98673" y="78359"/>
                  </a:lnTo>
                  <a:lnTo>
                    <a:pt x="100121" y="78490"/>
                  </a:lnTo>
                  <a:lnTo>
                    <a:pt x="102569" y="80652"/>
                  </a:lnTo>
                  <a:lnTo>
                    <a:pt x="108106" y="80850"/>
                  </a:lnTo>
                  <a:lnTo>
                    <a:pt x="109997" y="79956"/>
                  </a:lnTo>
                  <a:lnTo>
                    <a:pt x="110339" y="84572"/>
                  </a:lnTo>
                  <a:lnTo>
                    <a:pt x="109870" y="103682"/>
                  </a:lnTo>
                  <a:lnTo>
                    <a:pt x="111166" y="104684"/>
                  </a:lnTo>
                  <a:lnTo>
                    <a:pt x="110486" y="106079"/>
                  </a:lnTo>
                  <a:lnTo>
                    <a:pt x="110798" y="109026"/>
                  </a:lnTo>
                  <a:lnTo>
                    <a:pt x="112617" y="111690"/>
                  </a:lnTo>
                  <a:lnTo>
                    <a:pt x="116684" y="114238"/>
                  </a:lnTo>
                  <a:lnTo>
                    <a:pt x="117697" y="116588"/>
                  </a:lnTo>
                  <a:lnTo>
                    <a:pt x="117278" y="125033"/>
                  </a:lnTo>
                  <a:lnTo>
                    <a:pt x="119150" y="130340"/>
                  </a:lnTo>
                  <a:lnTo>
                    <a:pt x="116751" y="132380"/>
                  </a:lnTo>
                  <a:lnTo>
                    <a:pt x="108491" y="132946"/>
                  </a:lnTo>
                  <a:lnTo>
                    <a:pt x="106257" y="130576"/>
                  </a:lnTo>
                  <a:lnTo>
                    <a:pt x="103708" y="130179"/>
                  </a:lnTo>
                  <a:lnTo>
                    <a:pt x="98119" y="135707"/>
                  </a:lnTo>
                  <a:lnTo>
                    <a:pt x="95468" y="144662"/>
                  </a:lnTo>
                  <a:lnTo>
                    <a:pt x="97297" y="155024"/>
                  </a:lnTo>
                  <a:lnTo>
                    <a:pt x="91046" y="161924"/>
                  </a:lnTo>
                  <a:lnTo>
                    <a:pt x="91199" y="164265"/>
                  </a:lnTo>
                  <a:lnTo>
                    <a:pt x="93949" y="170160"/>
                  </a:lnTo>
                  <a:lnTo>
                    <a:pt x="91036" y="174983"/>
                  </a:lnTo>
                  <a:lnTo>
                    <a:pt x="87397" y="178342"/>
                  </a:lnTo>
                  <a:lnTo>
                    <a:pt x="84663" y="176733"/>
                  </a:lnTo>
                  <a:lnTo>
                    <a:pt x="73904" y="181112"/>
                  </a:lnTo>
                  <a:lnTo>
                    <a:pt x="70242" y="183860"/>
                  </a:lnTo>
                  <a:lnTo>
                    <a:pt x="70373" y="185688"/>
                  </a:lnTo>
                  <a:lnTo>
                    <a:pt x="68052" y="186470"/>
                  </a:lnTo>
                  <a:lnTo>
                    <a:pt x="58978" y="179067"/>
                  </a:lnTo>
                  <a:lnTo>
                    <a:pt x="56241" y="173122"/>
                  </a:lnTo>
                  <a:lnTo>
                    <a:pt x="56627" y="171158"/>
                  </a:lnTo>
                  <a:lnTo>
                    <a:pt x="50213" y="170824"/>
                  </a:lnTo>
                  <a:lnTo>
                    <a:pt x="50247" y="160988"/>
                  </a:lnTo>
                  <a:lnTo>
                    <a:pt x="48675" y="157290"/>
                  </a:lnTo>
                  <a:lnTo>
                    <a:pt x="44124" y="158551"/>
                  </a:lnTo>
                  <a:lnTo>
                    <a:pt x="40502" y="158075"/>
                  </a:lnTo>
                  <a:lnTo>
                    <a:pt x="37557" y="156448"/>
                  </a:lnTo>
                  <a:lnTo>
                    <a:pt x="35527" y="151949"/>
                  </a:lnTo>
                  <a:lnTo>
                    <a:pt x="36186" y="148239"/>
                  </a:lnTo>
                  <a:lnTo>
                    <a:pt x="34458" y="146198"/>
                  </a:lnTo>
                  <a:lnTo>
                    <a:pt x="25980" y="145973"/>
                  </a:lnTo>
                  <a:lnTo>
                    <a:pt x="25375" y="151364"/>
                  </a:lnTo>
                  <a:lnTo>
                    <a:pt x="13182" y="164446"/>
                  </a:lnTo>
                  <a:lnTo>
                    <a:pt x="9832" y="165239"/>
                  </a:lnTo>
                  <a:lnTo>
                    <a:pt x="7681" y="153805"/>
                  </a:lnTo>
                  <a:lnTo>
                    <a:pt x="0" y="144365"/>
                  </a:lnTo>
                  <a:lnTo>
                    <a:pt x="540" y="141506"/>
                  </a:lnTo>
                  <a:lnTo>
                    <a:pt x="1919" y="140267"/>
                  </a:lnTo>
                  <a:lnTo>
                    <a:pt x="22044" y="134225"/>
                  </a:lnTo>
                  <a:lnTo>
                    <a:pt x="19291" y="132712"/>
                  </a:lnTo>
                  <a:lnTo>
                    <a:pt x="20648" y="126054"/>
                  </a:lnTo>
                  <a:lnTo>
                    <a:pt x="19146" y="123377"/>
                  </a:lnTo>
                  <a:lnTo>
                    <a:pt x="17244" y="122352"/>
                  </a:lnTo>
                  <a:lnTo>
                    <a:pt x="14205" y="124085"/>
                  </a:lnTo>
                  <a:lnTo>
                    <a:pt x="10693" y="121072"/>
                  </a:lnTo>
                  <a:lnTo>
                    <a:pt x="10777" y="116114"/>
                  </a:lnTo>
                  <a:lnTo>
                    <a:pt x="8305" y="109716"/>
                  </a:lnTo>
                  <a:lnTo>
                    <a:pt x="8637" y="103685"/>
                  </a:lnTo>
                  <a:lnTo>
                    <a:pt x="9274" y="102581"/>
                  </a:lnTo>
                  <a:lnTo>
                    <a:pt x="9967" y="97834"/>
                  </a:lnTo>
                  <a:lnTo>
                    <a:pt x="17559" y="93456"/>
                  </a:lnTo>
                  <a:lnTo>
                    <a:pt x="19258" y="94004"/>
                  </a:lnTo>
                  <a:lnTo>
                    <a:pt x="26497" y="88632"/>
                  </a:lnTo>
                  <a:lnTo>
                    <a:pt x="30493" y="87650"/>
                  </a:lnTo>
                  <a:lnTo>
                    <a:pt x="34940" y="81344"/>
                  </a:lnTo>
                  <a:lnTo>
                    <a:pt x="35536" y="73207"/>
                  </a:lnTo>
                  <a:lnTo>
                    <a:pt x="33503" y="72117"/>
                  </a:lnTo>
                  <a:lnTo>
                    <a:pt x="32504" y="70643"/>
                  </a:lnTo>
                  <a:lnTo>
                    <a:pt x="32329" y="64713"/>
                  </a:lnTo>
                  <a:lnTo>
                    <a:pt x="34868" y="54727"/>
                  </a:lnTo>
                  <a:lnTo>
                    <a:pt x="35435" y="53708"/>
                  </a:lnTo>
                  <a:lnTo>
                    <a:pt x="37578" y="52783"/>
                  </a:lnTo>
                  <a:lnTo>
                    <a:pt x="40423" y="46706"/>
                  </a:lnTo>
                  <a:lnTo>
                    <a:pt x="39343" y="44857"/>
                  </a:lnTo>
                  <a:lnTo>
                    <a:pt x="33968" y="51481"/>
                  </a:lnTo>
                  <a:lnTo>
                    <a:pt x="33806" y="47998"/>
                  </a:lnTo>
                  <a:lnTo>
                    <a:pt x="33705" y="36755"/>
                  </a:lnTo>
                  <a:lnTo>
                    <a:pt x="43768" y="36605"/>
                  </a:lnTo>
                  <a:lnTo>
                    <a:pt x="43964" y="33467"/>
                  </a:lnTo>
                  <a:lnTo>
                    <a:pt x="50515" y="37706"/>
                  </a:lnTo>
                  <a:lnTo>
                    <a:pt x="53107" y="35296"/>
                  </a:lnTo>
                  <a:lnTo>
                    <a:pt x="53427" y="33021"/>
                  </a:lnTo>
                  <a:lnTo>
                    <a:pt x="51140" y="30652"/>
                  </a:lnTo>
                  <a:lnTo>
                    <a:pt x="59976" y="25427"/>
                  </a:lnTo>
                  <a:lnTo>
                    <a:pt x="63148" y="27984"/>
                  </a:lnTo>
                  <a:lnTo>
                    <a:pt x="69130" y="17478"/>
                  </a:lnTo>
                  <a:lnTo>
                    <a:pt x="69768" y="18623"/>
                  </a:lnTo>
                  <a:lnTo>
                    <a:pt x="68625" y="21335"/>
                  </a:lnTo>
                  <a:lnTo>
                    <a:pt x="76025" y="21615"/>
                  </a:lnTo>
                  <a:lnTo>
                    <a:pt x="78324" y="21073"/>
                  </a:lnTo>
                  <a:lnTo>
                    <a:pt x="78188" y="19814"/>
                  </a:lnTo>
                  <a:lnTo>
                    <a:pt x="72899" y="19768"/>
                  </a:lnTo>
                  <a:lnTo>
                    <a:pt x="71625" y="17169"/>
                  </a:lnTo>
                  <a:lnTo>
                    <a:pt x="73217" y="14563"/>
                  </a:lnTo>
                  <a:lnTo>
                    <a:pt x="75682" y="14340"/>
                  </a:lnTo>
                  <a:lnTo>
                    <a:pt x="78243" y="16433"/>
                  </a:lnTo>
                  <a:lnTo>
                    <a:pt x="82670" y="13936"/>
                  </a:lnTo>
                  <a:lnTo>
                    <a:pt x="82189" y="12162"/>
                  </a:lnTo>
                  <a:lnTo>
                    <a:pt x="81168" y="10920"/>
                  </a:lnTo>
                  <a:lnTo>
                    <a:pt x="78937" y="10309"/>
                  </a:lnTo>
                  <a:lnTo>
                    <a:pt x="75103" y="11717"/>
                  </a:lnTo>
                  <a:lnTo>
                    <a:pt x="70755" y="8424"/>
                  </a:lnTo>
                  <a:lnTo>
                    <a:pt x="66637" y="3895"/>
                  </a:lnTo>
                  <a:lnTo>
                    <a:pt x="6737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h460"/>
            <p:cNvSpPr/>
            <p:nvPr/>
          </p:nvSpPr>
          <p:spPr>
            <a:xfrm>
              <a:off x="1820000" y="2385777"/>
              <a:ext cx="116252" cy="145629"/>
            </a:xfrm>
            <a:custGeom>
              <a:avLst/>
              <a:pathLst>
                <a:path w="116252" h="145629">
                  <a:moveTo>
                    <a:pt x="103085" y="3002"/>
                  </a:moveTo>
                  <a:lnTo>
                    <a:pt x="104818" y="3666"/>
                  </a:lnTo>
                  <a:lnTo>
                    <a:pt x="97754" y="13529"/>
                  </a:lnTo>
                  <a:lnTo>
                    <a:pt x="98661" y="18960"/>
                  </a:lnTo>
                  <a:lnTo>
                    <a:pt x="86349" y="19510"/>
                  </a:lnTo>
                  <a:lnTo>
                    <a:pt x="90469" y="22455"/>
                  </a:lnTo>
                  <a:lnTo>
                    <a:pt x="94202" y="29867"/>
                  </a:lnTo>
                  <a:lnTo>
                    <a:pt x="93329" y="34906"/>
                  </a:lnTo>
                  <a:lnTo>
                    <a:pt x="90265" y="38006"/>
                  </a:lnTo>
                  <a:lnTo>
                    <a:pt x="116252" y="49903"/>
                  </a:lnTo>
                  <a:lnTo>
                    <a:pt x="114356" y="58792"/>
                  </a:lnTo>
                  <a:lnTo>
                    <a:pt x="106846" y="60865"/>
                  </a:lnTo>
                  <a:lnTo>
                    <a:pt x="103367" y="59764"/>
                  </a:lnTo>
                  <a:lnTo>
                    <a:pt x="98943" y="60230"/>
                  </a:lnTo>
                  <a:lnTo>
                    <a:pt x="91191" y="64972"/>
                  </a:lnTo>
                  <a:lnTo>
                    <a:pt x="94198" y="64326"/>
                  </a:lnTo>
                  <a:lnTo>
                    <a:pt x="92873" y="66880"/>
                  </a:lnTo>
                  <a:lnTo>
                    <a:pt x="86447" y="70968"/>
                  </a:lnTo>
                  <a:lnTo>
                    <a:pt x="84302" y="78139"/>
                  </a:lnTo>
                  <a:lnTo>
                    <a:pt x="80830" y="78971"/>
                  </a:lnTo>
                  <a:lnTo>
                    <a:pt x="76236" y="83867"/>
                  </a:lnTo>
                  <a:lnTo>
                    <a:pt x="74682" y="86854"/>
                  </a:lnTo>
                  <a:lnTo>
                    <a:pt x="74274" y="92296"/>
                  </a:lnTo>
                  <a:lnTo>
                    <a:pt x="59491" y="99221"/>
                  </a:lnTo>
                  <a:lnTo>
                    <a:pt x="57323" y="113633"/>
                  </a:lnTo>
                  <a:lnTo>
                    <a:pt x="54547" y="119819"/>
                  </a:lnTo>
                  <a:lnTo>
                    <a:pt x="54793" y="122321"/>
                  </a:lnTo>
                  <a:lnTo>
                    <a:pt x="53354" y="129669"/>
                  </a:lnTo>
                  <a:lnTo>
                    <a:pt x="50737" y="131821"/>
                  </a:lnTo>
                  <a:lnTo>
                    <a:pt x="46138" y="133699"/>
                  </a:lnTo>
                  <a:lnTo>
                    <a:pt x="46705" y="138731"/>
                  </a:lnTo>
                  <a:lnTo>
                    <a:pt x="46140" y="142357"/>
                  </a:lnTo>
                  <a:lnTo>
                    <a:pt x="44754" y="141165"/>
                  </a:lnTo>
                  <a:lnTo>
                    <a:pt x="44228" y="138248"/>
                  </a:lnTo>
                  <a:lnTo>
                    <a:pt x="40115" y="139157"/>
                  </a:lnTo>
                  <a:lnTo>
                    <a:pt x="35388" y="140714"/>
                  </a:lnTo>
                  <a:lnTo>
                    <a:pt x="34248" y="145629"/>
                  </a:lnTo>
                  <a:lnTo>
                    <a:pt x="32414" y="140912"/>
                  </a:lnTo>
                  <a:lnTo>
                    <a:pt x="30619" y="128303"/>
                  </a:lnTo>
                  <a:lnTo>
                    <a:pt x="33292" y="121136"/>
                  </a:lnTo>
                  <a:lnTo>
                    <a:pt x="30892" y="118172"/>
                  </a:lnTo>
                  <a:lnTo>
                    <a:pt x="30348" y="113811"/>
                  </a:lnTo>
                  <a:lnTo>
                    <a:pt x="29474" y="114215"/>
                  </a:lnTo>
                  <a:lnTo>
                    <a:pt x="28064" y="110479"/>
                  </a:lnTo>
                  <a:lnTo>
                    <a:pt x="27010" y="107686"/>
                  </a:lnTo>
                  <a:lnTo>
                    <a:pt x="28170" y="98830"/>
                  </a:lnTo>
                  <a:lnTo>
                    <a:pt x="38454" y="103479"/>
                  </a:lnTo>
                  <a:lnTo>
                    <a:pt x="39683" y="100292"/>
                  </a:lnTo>
                  <a:lnTo>
                    <a:pt x="36935" y="95894"/>
                  </a:lnTo>
                  <a:lnTo>
                    <a:pt x="34765" y="94381"/>
                  </a:lnTo>
                  <a:lnTo>
                    <a:pt x="29305" y="93694"/>
                  </a:lnTo>
                  <a:lnTo>
                    <a:pt x="33878" y="89181"/>
                  </a:lnTo>
                  <a:lnTo>
                    <a:pt x="33486" y="87322"/>
                  </a:lnTo>
                  <a:lnTo>
                    <a:pt x="30839" y="86648"/>
                  </a:lnTo>
                  <a:lnTo>
                    <a:pt x="23240" y="81032"/>
                  </a:lnTo>
                  <a:lnTo>
                    <a:pt x="22768" y="76722"/>
                  </a:lnTo>
                  <a:lnTo>
                    <a:pt x="23748" y="71734"/>
                  </a:lnTo>
                  <a:lnTo>
                    <a:pt x="23078" y="67472"/>
                  </a:lnTo>
                  <a:lnTo>
                    <a:pt x="15280" y="53791"/>
                  </a:lnTo>
                  <a:lnTo>
                    <a:pt x="14815" y="50919"/>
                  </a:lnTo>
                  <a:lnTo>
                    <a:pt x="5865" y="41833"/>
                  </a:lnTo>
                  <a:lnTo>
                    <a:pt x="4033" y="27557"/>
                  </a:lnTo>
                  <a:lnTo>
                    <a:pt x="0" y="23402"/>
                  </a:lnTo>
                  <a:lnTo>
                    <a:pt x="7748" y="17388"/>
                  </a:lnTo>
                  <a:lnTo>
                    <a:pt x="6672" y="15917"/>
                  </a:lnTo>
                  <a:lnTo>
                    <a:pt x="15846" y="17561"/>
                  </a:lnTo>
                  <a:lnTo>
                    <a:pt x="20258" y="15990"/>
                  </a:lnTo>
                  <a:lnTo>
                    <a:pt x="22643" y="20639"/>
                  </a:lnTo>
                  <a:lnTo>
                    <a:pt x="24736" y="21465"/>
                  </a:lnTo>
                  <a:lnTo>
                    <a:pt x="26612" y="20219"/>
                  </a:lnTo>
                  <a:lnTo>
                    <a:pt x="26562" y="14785"/>
                  </a:lnTo>
                  <a:lnTo>
                    <a:pt x="27140" y="13869"/>
                  </a:lnTo>
                  <a:lnTo>
                    <a:pt x="33299" y="14430"/>
                  </a:lnTo>
                  <a:lnTo>
                    <a:pt x="37497" y="15927"/>
                  </a:lnTo>
                  <a:lnTo>
                    <a:pt x="42798" y="13875"/>
                  </a:lnTo>
                  <a:lnTo>
                    <a:pt x="43748" y="11316"/>
                  </a:lnTo>
                  <a:lnTo>
                    <a:pt x="56328" y="10398"/>
                  </a:lnTo>
                  <a:lnTo>
                    <a:pt x="56536" y="14788"/>
                  </a:lnTo>
                  <a:lnTo>
                    <a:pt x="60149" y="15110"/>
                  </a:lnTo>
                  <a:lnTo>
                    <a:pt x="60035" y="10232"/>
                  </a:lnTo>
                  <a:lnTo>
                    <a:pt x="62683" y="9146"/>
                  </a:lnTo>
                  <a:lnTo>
                    <a:pt x="64243" y="8505"/>
                  </a:lnTo>
                  <a:lnTo>
                    <a:pt x="68028" y="4648"/>
                  </a:lnTo>
                  <a:lnTo>
                    <a:pt x="71960" y="6942"/>
                  </a:lnTo>
                  <a:lnTo>
                    <a:pt x="85806" y="7188"/>
                  </a:lnTo>
                  <a:lnTo>
                    <a:pt x="88554" y="3247"/>
                  </a:lnTo>
                  <a:lnTo>
                    <a:pt x="95805" y="7332"/>
                  </a:lnTo>
                  <a:lnTo>
                    <a:pt x="95500" y="5413"/>
                  </a:lnTo>
                  <a:lnTo>
                    <a:pt x="10310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h461"/>
            <p:cNvSpPr/>
            <p:nvPr/>
          </p:nvSpPr>
          <p:spPr>
            <a:xfrm>
              <a:off x="1818236" y="2351948"/>
              <a:ext cx="71179" cy="55294"/>
            </a:xfrm>
            <a:custGeom>
              <a:avLst/>
              <a:pathLst>
                <a:path w="71179" h="55294">
                  <a:moveTo>
                    <a:pt x="39690" y="590"/>
                  </a:moveTo>
                  <a:lnTo>
                    <a:pt x="41461" y="5393"/>
                  </a:lnTo>
                  <a:lnTo>
                    <a:pt x="60109" y="12704"/>
                  </a:lnTo>
                  <a:lnTo>
                    <a:pt x="60118" y="10789"/>
                  </a:lnTo>
                  <a:lnTo>
                    <a:pt x="62539" y="11954"/>
                  </a:lnTo>
                  <a:lnTo>
                    <a:pt x="62443" y="17633"/>
                  </a:lnTo>
                  <a:lnTo>
                    <a:pt x="69641" y="17614"/>
                  </a:lnTo>
                  <a:lnTo>
                    <a:pt x="71179" y="23102"/>
                  </a:lnTo>
                  <a:lnTo>
                    <a:pt x="65548" y="36124"/>
                  </a:lnTo>
                  <a:lnTo>
                    <a:pt x="61878" y="37966"/>
                  </a:lnTo>
                  <a:lnTo>
                    <a:pt x="64447" y="42975"/>
                  </a:lnTo>
                  <a:lnTo>
                    <a:pt x="61799" y="44061"/>
                  </a:lnTo>
                  <a:lnTo>
                    <a:pt x="61913" y="48939"/>
                  </a:lnTo>
                  <a:lnTo>
                    <a:pt x="58300" y="48617"/>
                  </a:lnTo>
                  <a:lnTo>
                    <a:pt x="58092" y="44227"/>
                  </a:lnTo>
                  <a:lnTo>
                    <a:pt x="45513" y="45145"/>
                  </a:lnTo>
                  <a:lnTo>
                    <a:pt x="44563" y="47704"/>
                  </a:lnTo>
                  <a:lnTo>
                    <a:pt x="39262" y="49756"/>
                  </a:lnTo>
                  <a:lnTo>
                    <a:pt x="35064" y="48259"/>
                  </a:lnTo>
                  <a:lnTo>
                    <a:pt x="28905" y="47698"/>
                  </a:lnTo>
                  <a:lnTo>
                    <a:pt x="28327" y="48614"/>
                  </a:lnTo>
                  <a:lnTo>
                    <a:pt x="28376" y="54048"/>
                  </a:lnTo>
                  <a:lnTo>
                    <a:pt x="26500" y="55294"/>
                  </a:lnTo>
                  <a:lnTo>
                    <a:pt x="24407" y="54468"/>
                  </a:lnTo>
                  <a:lnTo>
                    <a:pt x="22023" y="49819"/>
                  </a:lnTo>
                  <a:lnTo>
                    <a:pt x="17610" y="51390"/>
                  </a:lnTo>
                  <a:lnTo>
                    <a:pt x="8436" y="49746"/>
                  </a:lnTo>
                  <a:lnTo>
                    <a:pt x="3336" y="40019"/>
                  </a:lnTo>
                  <a:lnTo>
                    <a:pt x="2885" y="35704"/>
                  </a:lnTo>
                  <a:lnTo>
                    <a:pt x="0" y="30556"/>
                  </a:lnTo>
                  <a:lnTo>
                    <a:pt x="9362" y="23951"/>
                  </a:lnTo>
                  <a:lnTo>
                    <a:pt x="749" y="23202"/>
                  </a:lnTo>
                  <a:lnTo>
                    <a:pt x="1029" y="22268"/>
                  </a:lnTo>
                  <a:lnTo>
                    <a:pt x="3328" y="14584"/>
                  </a:lnTo>
                  <a:lnTo>
                    <a:pt x="11471" y="16295"/>
                  </a:lnTo>
                  <a:lnTo>
                    <a:pt x="16531" y="13830"/>
                  </a:lnTo>
                  <a:lnTo>
                    <a:pt x="26868" y="13729"/>
                  </a:lnTo>
                  <a:lnTo>
                    <a:pt x="29314" y="11302"/>
                  </a:lnTo>
                  <a:lnTo>
                    <a:pt x="30414" y="6676"/>
                  </a:lnTo>
                  <a:lnTo>
                    <a:pt x="30082" y="3726"/>
                  </a:lnTo>
                  <a:lnTo>
                    <a:pt x="3805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h462"/>
            <p:cNvSpPr/>
            <p:nvPr/>
          </p:nvSpPr>
          <p:spPr>
            <a:xfrm>
              <a:off x="1704011" y="2251082"/>
              <a:ext cx="123738" cy="183359"/>
            </a:xfrm>
            <a:custGeom>
              <a:avLst/>
              <a:pathLst>
                <a:path w="123738" h="183359">
                  <a:moveTo>
                    <a:pt x="38129" y="2812"/>
                  </a:moveTo>
                  <a:lnTo>
                    <a:pt x="40833" y="12331"/>
                  </a:lnTo>
                  <a:lnTo>
                    <a:pt x="47485" y="12356"/>
                  </a:lnTo>
                  <a:lnTo>
                    <a:pt x="56214" y="11103"/>
                  </a:lnTo>
                  <a:lnTo>
                    <a:pt x="63652" y="12133"/>
                  </a:lnTo>
                  <a:lnTo>
                    <a:pt x="67029" y="14909"/>
                  </a:lnTo>
                  <a:lnTo>
                    <a:pt x="67898" y="21349"/>
                  </a:lnTo>
                  <a:lnTo>
                    <a:pt x="63070" y="28754"/>
                  </a:lnTo>
                  <a:lnTo>
                    <a:pt x="63727" y="35693"/>
                  </a:lnTo>
                  <a:lnTo>
                    <a:pt x="55853" y="37185"/>
                  </a:lnTo>
                  <a:lnTo>
                    <a:pt x="50902" y="33945"/>
                  </a:lnTo>
                  <a:lnTo>
                    <a:pt x="40267" y="43222"/>
                  </a:lnTo>
                  <a:lnTo>
                    <a:pt x="36636" y="47809"/>
                  </a:lnTo>
                  <a:lnTo>
                    <a:pt x="29896" y="49959"/>
                  </a:lnTo>
                  <a:lnTo>
                    <a:pt x="30974" y="53212"/>
                  </a:lnTo>
                  <a:lnTo>
                    <a:pt x="37297" y="57705"/>
                  </a:lnTo>
                  <a:lnTo>
                    <a:pt x="41710" y="63731"/>
                  </a:lnTo>
                  <a:lnTo>
                    <a:pt x="40950" y="66632"/>
                  </a:lnTo>
                  <a:lnTo>
                    <a:pt x="37021" y="69653"/>
                  </a:lnTo>
                  <a:lnTo>
                    <a:pt x="39710" y="75069"/>
                  </a:lnTo>
                  <a:lnTo>
                    <a:pt x="43720" y="74228"/>
                  </a:lnTo>
                  <a:lnTo>
                    <a:pt x="53153" y="70063"/>
                  </a:lnTo>
                  <a:lnTo>
                    <a:pt x="58213" y="73344"/>
                  </a:lnTo>
                  <a:lnTo>
                    <a:pt x="61827" y="75686"/>
                  </a:lnTo>
                  <a:lnTo>
                    <a:pt x="64145" y="79455"/>
                  </a:lnTo>
                  <a:lnTo>
                    <a:pt x="61055" y="86398"/>
                  </a:lnTo>
                  <a:lnTo>
                    <a:pt x="63330" y="93211"/>
                  </a:lnTo>
                  <a:lnTo>
                    <a:pt x="66266" y="95026"/>
                  </a:lnTo>
                  <a:lnTo>
                    <a:pt x="69341" y="94773"/>
                  </a:lnTo>
                  <a:lnTo>
                    <a:pt x="72609" y="98389"/>
                  </a:lnTo>
                  <a:lnTo>
                    <a:pt x="74447" y="106645"/>
                  </a:lnTo>
                  <a:lnTo>
                    <a:pt x="79038" y="109376"/>
                  </a:lnTo>
                  <a:lnTo>
                    <a:pt x="82506" y="113006"/>
                  </a:lnTo>
                  <a:lnTo>
                    <a:pt x="83738" y="115812"/>
                  </a:lnTo>
                  <a:lnTo>
                    <a:pt x="78447" y="126927"/>
                  </a:lnTo>
                  <a:lnTo>
                    <a:pt x="82140" y="126003"/>
                  </a:lnTo>
                  <a:lnTo>
                    <a:pt x="83519" y="122978"/>
                  </a:lnTo>
                  <a:lnTo>
                    <a:pt x="91755" y="117423"/>
                  </a:lnTo>
                  <a:lnTo>
                    <a:pt x="94392" y="121911"/>
                  </a:lnTo>
                  <a:lnTo>
                    <a:pt x="96065" y="122601"/>
                  </a:lnTo>
                  <a:lnTo>
                    <a:pt x="102571" y="122233"/>
                  </a:lnTo>
                  <a:lnTo>
                    <a:pt x="105908" y="120818"/>
                  </a:lnTo>
                  <a:lnTo>
                    <a:pt x="107508" y="119151"/>
                  </a:lnTo>
                  <a:lnTo>
                    <a:pt x="114340" y="122085"/>
                  </a:lnTo>
                  <a:lnTo>
                    <a:pt x="115254" y="123134"/>
                  </a:lnTo>
                  <a:lnTo>
                    <a:pt x="114975" y="124068"/>
                  </a:lnTo>
                  <a:lnTo>
                    <a:pt x="123587" y="124817"/>
                  </a:lnTo>
                  <a:lnTo>
                    <a:pt x="114225" y="131422"/>
                  </a:lnTo>
                  <a:lnTo>
                    <a:pt x="117110" y="136570"/>
                  </a:lnTo>
                  <a:lnTo>
                    <a:pt x="117561" y="140884"/>
                  </a:lnTo>
                  <a:lnTo>
                    <a:pt x="122662" y="150612"/>
                  </a:lnTo>
                  <a:lnTo>
                    <a:pt x="123738" y="152083"/>
                  </a:lnTo>
                  <a:lnTo>
                    <a:pt x="115989" y="158097"/>
                  </a:lnTo>
                  <a:lnTo>
                    <a:pt x="120023" y="162252"/>
                  </a:lnTo>
                  <a:lnTo>
                    <a:pt x="121855" y="176528"/>
                  </a:lnTo>
                  <a:lnTo>
                    <a:pt x="119744" y="177138"/>
                  </a:lnTo>
                  <a:lnTo>
                    <a:pt x="116883" y="174678"/>
                  </a:lnTo>
                  <a:lnTo>
                    <a:pt x="108041" y="171407"/>
                  </a:lnTo>
                  <a:lnTo>
                    <a:pt x="99875" y="173659"/>
                  </a:lnTo>
                  <a:lnTo>
                    <a:pt x="98655" y="175033"/>
                  </a:lnTo>
                  <a:lnTo>
                    <a:pt x="97765" y="178736"/>
                  </a:lnTo>
                  <a:lnTo>
                    <a:pt x="95917" y="180583"/>
                  </a:lnTo>
                  <a:lnTo>
                    <a:pt x="83566" y="183359"/>
                  </a:lnTo>
                  <a:lnTo>
                    <a:pt x="78982" y="181510"/>
                  </a:lnTo>
                  <a:lnTo>
                    <a:pt x="77911" y="181985"/>
                  </a:lnTo>
                  <a:lnTo>
                    <a:pt x="76637" y="180879"/>
                  </a:lnTo>
                  <a:lnTo>
                    <a:pt x="70033" y="169677"/>
                  </a:lnTo>
                  <a:lnTo>
                    <a:pt x="69042" y="165651"/>
                  </a:lnTo>
                  <a:lnTo>
                    <a:pt x="72275" y="162144"/>
                  </a:lnTo>
                  <a:lnTo>
                    <a:pt x="73534" y="157507"/>
                  </a:lnTo>
                  <a:lnTo>
                    <a:pt x="71024" y="155369"/>
                  </a:lnTo>
                  <a:lnTo>
                    <a:pt x="65890" y="153655"/>
                  </a:lnTo>
                  <a:lnTo>
                    <a:pt x="59262" y="140556"/>
                  </a:lnTo>
                  <a:lnTo>
                    <a:pt x="56875" y="131732"/>
                  </a:lnTo>
                  <a:lnTo>
                    <a:pt x="38443" y="110446"/>
                  </a:lnTo>
                  <a:lnTo>
                    <a:pt x="36051" y="109919"/>
                  </a:lnTo>
                  <a:lnTo>
                    <a:pt x="34035" y="109583"/>
                  </a:lnTo>
                  <a:lnTo>
                    <a:pt x="32019" y="111407"/>
                  </a:lnTo>
                  <a:lnTo>
                    <a:pt x="30689" y="110448"/>
                  </a:lnTo>
                  <a:lnTo>
                    <a:pt x="28447" y="105516"/>
                  </a:lnTo>
                  <a:lnTo>
                    <a:pt x="31323" y="104478"/>
                  </a:lnTo>
                  <a:lnTo>
                    <a:pt x="30499" y="102626"/>
                  </a:lnTo>
                  <a:lnTo>
                    <a:pt x="22825" y="96106"/>
                  </a:lnTo>
                  <a:lnTo>
                    <a:pt x="20728" y="95328"/>
                  </a:lnTo>
                  <a:lnTo>
                    <a:pt x="16235" y="86387"/>
                  </a:lnTo>
                  <a:lnTo>
                    <a:pt x="15318" y="82481"/>
                  </a:lnTo>
                  <a:lnTo>
                    <a:pt x="7970" y="79206"/>
                  </a:lnTo>
                  <a:lnTo>
                    <a:pt x="9188" y="61745"/>
                  </a:lnTo>
                  <a:lnTo>
                    <a:pt x="8530" y="56467"/>
                  </a:lnTo>
                  <a:lnTo>
                    <a:pt x="9912" y="54366"/>
                  </a:lnTo>
                  <a:lnTo>
                    <a:pt x="6738" y="52148"/>
                  </a:lnTo>
                  <a:lnTo>
                    <a:pt x="5559" y="51604"/>
                  </a:lnTo>
                  <a:lnTo>
                    <a:pt x="0" y="42409"/>
                  </a:lnTo>
                  <a:lnTo>
                    <a:pt x="4291" y="43248"/>
                  </a:lnTo>
                  <a:lnTo>
                    <a:pt x="131" y="31197"/>
                  </a:lnTo>
                  <a:lnTo>
                    <a:pt x="3229" y="28723"/>
                  </a:lnTo>
                  <a:lnTo>
                    <a:pt x="6367" y="28158"/>
                  </a:lnTo>
                  <a:lnTo>
                    <a:pt x="8897" y="22009"/>
                  </a:lnTo>
                  <a:lnTo>
                    <a:pt x="7973" y="19948"/>
                  </a:lnTo>
                  <a:lnTo>
                    <a:pt x="5751" y="20135"/>
                  </a:lnTo>
                  <a:lnTo>
                    <a:pt x="4403" y="18489"/>
                  </a:lnTo>
                  <a:lnTo>
                    <a:pt x="5254" y="12976"/>
                  </a:lnTo>
                  <a:lnTo>
                    <a:pt x="9293" y="12773"/>
                  </a:lnTo>
                  <a:lnTo>
                    <a:pt x="11242" y="13705"/>
                  </a:lnTo>
                  <a:lnTo>
                    <a:pt x="29269" y="4365"/>
                  </a:lnTo>
                  <a:lnTo>
                    <a:pt x="2692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h463"/>
            <p:cNvSpPr/>
            <p:nvPr/>
          </p:nvSpPr>
          <p:spPr>
            <a:xfrm>
              <a:off x="2014585" y="2104521"/>
              <a:ext cx="123827" cy="180044"/>
            </a:xfrm>
            <a:custGeom>
              <a:avLst/>
              <a:pathLst>
                <a:path w="123827" h="180044">
                  <a:moveTo>
                    <a:pt x="47177" y="8629"/>
                  </a:moveTo>
                  <a:lnTo>
                    <a:pt x="52337" y="9178"/>
                  </a:lnTo>
                  <a:lnTo>
                    <a:pt x="67246" y="12734"/>
                  </a:lnTo>
                  <a:lnTo>
                    <a:pt x="70092" y="9331"/>
                  </a:lnTo>
                  <a:lnTo>
                    <a:pt x="74596" y="8981"/>
                  </a:lnTo>
                  <a:lnTo>
                    <a:pt x="74690" y="12123"/>
                  </a:lnTo>
                  <a:lnTo>
                    <a:pt x="81906" y="12172"/>
                  </a:lnTo>
                  <a:lnTo>
                    <a:pt x="68571" y="26584"/>
                  </a:lnTo>
                  <a:lnTo>
                    <a:pt x="71928" y="28313"/>
                  </a:lnTo>
                  <a:lnTo>
                    <a:pt x="71942" y="32614"/>
                  </a:lnTo>
                  <a:lnTo>
                    <a:pt x="70826" y="36374"/>
                  </a:lnTo>
                  <a:lnTo>
                    <a:pt x="71708" y="37468"/>
                  </a:lnTo>
                  <a:lnTo>
                    <a:pt x="79803" y="37881"/>
                  </a:lnTo>
                  <a:lnTo>
                    <a:pt x="80082" y="39972"/>
                  </a:lnTo>
                  <a:lnTo>
                    <a:pt x="78647" y="46442"/>
                  </a:lnTo>
                  <a:lnTo>
                    <a:pt x="78758" y="53309"/>
                  </a:lnTo>
                  <a:lnTo>
                    <a:pt x="72100" y="59114"/>
                  </a:lnTo>
                  <a:lnTo>
                    <a:pt x="92116" y="83667"/>
                  </a:lnTo>
                  <a:lnTo>
                    <a:pt x="108232" y="100697"/>
                  </a:lnTo>
                  <a:lnTo>
                    <a:pt x="116559" y="124458"/>
                  </a:lnTo>
                  <a:lnTo>
                    <a:pt x="120682" y="121341"/>
                  </a:lnTo>
                  <a:lnTo>
                    <a:pt x="123011" y="123056"/>
                  </a:lnTo>
                  <a:lnTo>
                    <a:pt x="123827" y="125133"/>
                  </a:lnTo>
                  <a:lnTo>
                    <a:pt x="123405" y="126274"/>
                  </a:lnTo>
                  <a:lnTo>
                    <a:pt x="121920" y="130110"/>
                  </a:lnTo>
                  <a:lnTo>
                    <a:pt x="119133" y="132148"/>
                  </a:lnTo>
                  <a:lnTo>
                    <a:pt x="116944" y="141523"/>
                  </a:lnTo>
                  <a:lnTo>
                    <a:pt x="115579" y="143974"/>
                  </a:lnTo>
                  <a:lnTo>
                    <a:pt x="108849" y="146212"/>
                  </a:lnTo>
                  <a:lnTo>
                    <a:pt x="107084" y="144449"/>
                  </a:lnTo>
                  <a:lnTo>
                    <a:pt x="94223" y="142902"/>
                  </a:lnTo>
                  <a:lnTo>
                    <a:pt x="90473" y="141662"/>
                  </a:lnTo>
                  <a:lnTo>
                    <a:pt x="82505" y="141591"/>
                  </a:lnTo>
                  <a:lnTo>
                    <a:pt x="79343" y="143489"/>
                  </a:lnTo>
                  <a:lnTo>
                    <a:pt x="80831" y="146712"/>
                  </a:lnTo>
                  <a:lnTo>
                    <a:pt x="76057" y="148351"/>
                  </a:lnTo>
                  <a:lnTo>
                    <a:pt x="76125" y="149623"/>
                  </a:lnTo>
                  <a:lnTo>
                    <a:pt x="77439" y="152539"/>
                  </a:lnTo>
                  <a:lnTo>
                    <a:pt x="78559" y="151929"/>
                  </a:lnTo>
                  <a:lnTo>
                    <a:pt x="84002" y="159918"/>
                  </a:lnTo>
                  <a:lnTo>
                    <a:pt x="82645" y="160389"/>
                  </a:lnTo>
                  <a:lnTo>
                    <a:pt x="82028" y="168413"/>
                  </a:lnTo>
                  <a:lnTo>
                    <a:pt x="87789" y="168726"/>
                  </a:lnTo>
                  <a:lnTo>
                    <a:pt x="88214" y="169736"/>
                  </a:lnTo>
                  <a:lnTo>
                    <a:pt x="88904" y="171565"/>
                  </a:lnTo>
                  <a:lnTo>
                    <a:pt x="85171" y="171356"/>
                  </a:lnTo>
                  <a:lnTo>
                    <a:pt x="87898" y="179348"/>
                  </a:lnTo>
                  <a:lnTo>
                    <a:pt x="84291" y="180044"/>
                  </a:lnTo>
                  <a:lnTo>
                    <a:pt x="79226" y="177703"/>
                  </a:lnTo>
                  <a:lnTo>
                    <a:pt x="74424" y="170022"/>
                  </a:lnTo>
                  <a:lnTo>
                    <a:pt x="74121" y="169570"/>
                  </a:lnTo>
                  <a:lnTo>
                    <a:pt x="69833" y="170672"/>
                  </a:lnTo>
                  <a:lnTo>
                    <a:pt x="69739" y="166068"/>
                  </a:lnTo>
                  <a:lnTo>
                    <a:pt x="66648" y="166774"/>
                  </a:lnTo>
                  <a:lnTo>
                    <a:pt x="65913" y="167891"/>
                  </a:lnTo>
                  <a:lnTo>
                    <a:pt x="57159" y="167853"/>
                  </a:lnTo>
                  <a:lnTo>
                    <a:pt x="53971" y="166783"/>
                  </a:lnTo>
                  <a:lnTo>
                    <a:pt x="49929" y="160200"/>
                  </a:lnTo>
                  <a:lnTo>
                    <a:pt x="49746" y="157482"/>
                  </a:lnTo>
                  <a:lnTo>
                    <a:pt x="51973" y="157123"/>
                  </a:lnTo>
                  <a:lnTo>
                    <a:pt x="53787" y="145775"/>
                  </a:lnTo>
                  <a:lnTo>
                    <a:pt x="56015" y="144612"/>
                  </a:lnTo>
                  <a:lnTo>
                    <a:pt x="55791" y="144165"/>
                  </a:lnTo>
                  <a:lnTo>
                    <a:pt x="53031" y="141945"/>
                  </a:lnTo>
                  <a:lnTo>
                    <a:pt x="45885" y="140599"/>
                  </a:lnTo>
                  <a:lnTo>
                    <a:pt x="41117" y="147445"/>
                  </a:lnTo>
                  <a:lnTo>
                    <a:pt x="37207" y="142335"/>
                  </a:lnTo>
                  <a:lnTo>
                    <a:pt x="38165" y="136632"/>
                  </a:lnTo>
                  <a:lnTo>
                    <a:pt x="36836" y="132168"/>
                  </a:lnTo>
                  <a:lnTo>
                    <a:pt x="35217" y="131885"/>
                  </a:lnTo>
                  <a:lnTo>
                    <a:pt x="34215" y="127430"/>
                  </a:lnTo>
                  <a:lnTo>
                    <a:pt x="24502" y="125607"/>
                  </a:lnTo>
                  <a:lnTo>
                    <a:pt x="20189" y="126791"/>
                  </a:lnTo>
                  <a:lnTo>
                    <a:pt x="19759" y="124597"/>
                  </a:lnTo>
                  <a:lnTo>
                    <a:pt x="14305" y="124784"/>
                  </a:lnTo>
                  <a:lnTo>
                    <a:pt x="8220" y="122315"/>
                  </a:lnTo>
                  <a:lnTo>
                    <a:pt x="0" y="116146"/>
                  </a:lnTo>
                  <a:lnTo>
                    <a:pt x="4636" y="107722"/>
                  </a:lnTo>
                  <a:lnTo>
                    <a:pt x="3843" y="97899"/>
                  </a:lnTo>
                  <a:lnTo>
                    <a:pt x="13914" y="93590"/>
                  </a:lnTo>
                  <a:lnTo>
                    <a:pt x="14044" y="82763"/>
                  </a:lnTo>
                  <a:lnTo>
                    <a:pt x="14870" y="80419"/>
                  </a:lnTo>
                  <a:lnTo>
                    <a:pt x="6714" y="71134"/>
                  </a:lnTo>
                  <a:lnTo>
                    <a:pt x="5326" y="65226"/>
                  </a:lnTo>
                  <a:lnTo>
                    <a:pt x="14178" y="55637"/>
                  </a:lnTo>
                  <a:lnTo>
                    <a:pt x="14879" y="53201"/>
                  </a:lnTo>
                  <a:lnTo>
                    <a:pt x="14702" y="48785"/>
                  </a:lnTo>
                  <a:lnTo>
                    <a:pt x="18245" y="41855"/>
                  </a:lnTo>
                  <a:lnTo>
                    <a:pt x="22419" y="30881"/>
                  </a:lnTo>
                  <a:lnTo>
                    <a:pt x="29496" y="26250"/>
                  </a:lnTo>
                  <a:lnTo>
                    <a:pt x="34839" y="24262"/>
                  </a:lnTo>
                  <a:lnTo>
                    <a:pt x="40152" y="15310"/>
                  </a:lnTo>
                  <a:lnTo>
                    <a:pt x="38120" y="11338"/>
                  </a:lnTo>
                  <a:lnTo>
                    <a:pt x="37588" y="6329"/>
                  </a:lnTo>
                  <a:lnTo>
                    <a:pt x="4198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h464"/>
            <p:cNvSpPr/>
            <p:nvPr/>
          </p:nvSpPr>
          <p:spPr>
            <a:xfrm>
              <a:off x="2033489" y="2468177"/>
              <a:ext cx="55955" cy="59517"/>
            </a:xfrm>
            <a:custGeom>
              <a:avLst/>
              <a:pathLst>
                <a:path w="55955" h="59517">
                  <a:moveTo>
                    <a:pt x="18777" y="1368"/>
                  </a:moveTo>
                  <a:lnTo>
                    <a:pt x="20129" y="4345"/>
                  </a:lnTo>
                  <a:lnTo>
                    <a:pt x="21038" y="4356"/>
                  </a:lnTo>
                  <a:lnTo>
                    <a:pt x="24164" y="9263"/>
                  </a:lnTo>
                  <a:lnTo>
                    <a:pt x="23762" y="11223"/>
                  </a:lnTo>
                  <a:lnTo>
                    <a:pt x="21090" y="12280"/>
                  </a:lnTo>
                  <a:lnTo>
                    <a:pt x="21843" y="17012"/>
                  </a:lnTo>
                  <a:lnTo>
                    <a:pt x="24299" y="16910"/>
                  </a:lnTo>
                  <a:lnTo>
                    <a:pt x="25107" y="15711"/>
                  </a:lnTo>
                  <a:lnTo>
                    <a:pt x="33622" y="13293"/>
                  </a:lnTo>
                  <a:lnTo>
                    <a:pt x="34242" y="15840"/>
                  </a:lnTo>
                  <a:lnTo>
                    <a:pt x="31372" y="18127"/>
                  </a:lnTo>
                  <a:lnTo>
                    <a:pt x="26869" y="19217"/>
                  </a:lnTo>
                  <a:lnTo>
                    <a:pt x="26146" y="20745"/>
                  </a:lnTo>
                  <a:lnTo>
                    <a:pt x="27043" y="21881"/>
                  </a:lnTo>
                  <a:lnTo>
                    <a:pt x="35600" y="22147"/>
                  </a:lnTo>
                  <a:lnTo>
                    <a:pt x="38970" y="23939"/>
                  </a:lnTo>
                  <a:lnTo>
                    <a:pt x="44650" y="24699"/>
                  </a:lnTo>
                  <a:lnTo>
                    <a:pt x="44883" y="28563"/>
                  </a:lnTo>
                  <a:lnTo>
                    <a:pt x="43908" y="29869"/>
                  </a:lnTo>
                  <a:lnTo>
                    <a:pt x="44202" y="30640"/>
                  </a:lnTo>
                  <a:lnTo>
                    <a:pt x="55955" y="32222"/>
                  </a:lnTo>
                  <a:lnTo>
                    <a:pt x="48234" y="38732"/>
                  </a:lnTo>
                  <a:lnTo>
                    <a:pt x="44669" y="42721"/>
                  </a:lnTo>
                  <a:lnTo>
                    <a:pt x="45331" y="45902"/>
                  </a:lnTo>
                  <a:lnTo>
                    <a:pt x="42229" y="50498"/>
                  </a:lnTo>
                  <a:lnTo>
                    <a:pt x="34781" y="58859"/>
                  </a:lnTo>
                  <a:lnTo>
                    <a:pt x="26696" y="59517"/>
                  </a:lnTo>
                  <a:lnTo>
                    <a:pt x="24182" y="57683"/>
                  </a:lnTo>
                  <a:lnTo>
                    <a:pt x="20600" y="57293"/>
                  </a:lnTo>
                  <a:lnTo>
                    <a:pt x="15601" y="57181"/>
                  </a:lnTo>
                  <a:lnTo>
                    <a:pt x="15617" y="53193"/>
                  </a:lnTo>
                  <a:lnTo>
                    <a:pt x="16843" y="50603"/>
                  </a:lnTo>
                  <a:lnTo>
                    <a:pt x="16966" y="47044"/>
                  </a:lnTo>
                  <a:lnTo>
                    <a:pt x="13555" y="43607"/>
                  </a:lnTo>
                  <a:lnTo>
                    <a:pt x="9672" y="41184"/>
                  </a:lnTo>
                  <a:lnTo>
                    <a:pt x="2662" y="41251"/>
                  </a:lnTo>
                  <a:lnTo>
                    <a:pt x="0" y="39289"/>
                  </a:lnTo>
                  <a:lnTo>
                    <a:pt x="2482" y="29770"/>
                  </a:lnTo>
                  <a:lnTo>
                    <a:pt x="1740" y="20323"/>
                  </a:lnTo>
                  <a:lnTo>
                    <a:pt x="3028" y="16019"/>
                  </a:lnTo>
                  <a:lnTo>
                    <a:pt x="11037" y="13674"/>
                  </a:lnTo>
                  <a:lnTo>
                    <a:pt x="10517" y="8594"/>
                  </a:lnTo>
                  <a:lnTo>
                    <a:pt x="15269" y="270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h465"/>
            <p:cNvSpPr/>
            <p:nvPr/>
          </p:nvSpPr>
          <p:spPr>
            <a:xfrm>
              <a:off x="1899767" y="2197588"/>
              <a:ext cx="102609" cy="125957"/>
            </a:xfrm>
            <a:custGeom>
              <a:avLst/>
              <a:pathLst>
                <a:path w="102609" h="125957">
                  <a:moveTo>
                    <a:pt x="27100" y="5567"/>
                  </a:moveTo>
                  <a:lnTo>
                    <a:pt x="33030" y="17007"/>
                  </a:lnTo>
                  <a:lnTo>
                    <a:pt x="31133" y="21423"/>
                  </a:lnTo>
                  <a:lnTo>
                    <a:pt x="30849" y="25849"/>
                  </a:lnTo>
                  <a:lnTo>
                    <a:pt x="36092" y="36778"/>
                  </a:lnTo>
                  <a:lnTo>
                    <a:pt x="40346" y="37666"/>
                  </a:lnTo>
                  <a:lnTo>
                    <a:pt x="41270" y="40548"/>
                  </a:lnTo>
                  <a:lnTo>
                    <a:pt x="41880" y="54356"/>
                  </a:lnTo>
                  <a:lnTo>
                    <a:pt x="42803" y="55421"/>
                  </a:lnTo>
                  <a:lnTo>
                    <a:pt x="48490" y="55428"/>
                  </a:lnTo>
                  <a:lnTo>
                    <a:pt x="53922" y="51435"/>
                  </a:lnTo>
                  <a:lnTo>
                    <a:pt x="58478" y="52818"/>
                  </a:lnTo>
                  <a:lnTo>
                    <a:pt x="60100" y="55198"/>
                  </a:lnTo>
                  <a:lnTo>
                    <a:pt x="57061" y="57500"/>
                  </a:lnTo>
                  <a:lnTo>
                    <a:pt x="58150" y="64959"/>
                  </a:lnTo>
                  <a:lnTo>
                    <a:pt x="59845" y="70602"/>
                  </a:lnTo>
                  <a:lnTo>
                    <a:pt x="62617" y="75318"/>
                  </a:lnTo>
                  <a:lnTo>
                    <a:pt x="61111" y="80131"/>
                  </a:lnTo>
                  <a:lnTo>
                    <a:pt x="62359" y="80595"/>
                  </a:lnTo>
                  <a:lnTo>
                    <a:pt x="68724" y="88467"/>
                  </a:lnTo>
                  <a:lnTo>
                    <a:pt x="72544" y="84434"/>
                  </a:lnTo>
                  <a:lnTo>
                    <a:pt x="75692" y="85250"/>
                  </a:lnTo>
                  <a:lnTo>
                    <a:pt x="78681" y="87614"/>
                  </a:lnTo>
                  <a:lnTo>
                    <a:pt x="85048" y="89386"/>
                  </a:lnTo>
                  <a:lnTo>
                    <a:pt x="101012" y="102578"/>
                  </a:lnTo>
                  <a:lnTo>
                    <a:pt x="102609" y="104640"/>
                  </a:lnTo>
                  <a:lnTo>
                    <a:pt x="102378" y="106066"/>
                  </a:lnTo>
                  <a:lnTo>
                    <a:pt x="100502" y="107938"/>
                  </a:lnTo>
                  <a:lnTo>
                    <a:pt x="97970" y="109898"/>
                  </a:lnTo>
                  <a:lnTo>
                    <a:pt x="95971" y="109126"/>
                  </a:lnTo>
                  <a:lnTo>
                    <a:pt x="97104" y="106559"/>
                  </a:lnTo>
                  <a:lnTo>
                    <a:pt x="89555" y="110907"/>
                  </a:lnTo>
                  <a:lnTo>
                    <a:pt x="90083" y="112298"/>
                  </a:lnTo>
                  <a:lnTo>
                    <a:pt x="81732" y="119820"/>
                  </a:lnTo>
                  <a:lnTo>
                    <a:pt x="81451" y="125957"/>
                  </a:lnTo>
                  <a:lnTo>
                    <a:pt x="76246" y="123970"/>
                  </a:lnTo>
                  <a:lnTo>
                    <a:pt x="69436" y="119883"/>
                  </a:lnTo>
                  <a:lnTo>
                    <a:pt x="67393" y="121951"/>
                  </a:lnTo>
                  <a:lnTo>
                    <a:pt x="61951" y="125055"/>
                  </a:lnTo>
                  <a:lnTo>
                    <a:pt x="61616" y="123581"/>
                  </a:lnTo>
                  <a:lnTo>
                    <a:pt x="59531" y="122516"/>
                  </a:lnTo>
                  <a:lnTo>
                    <a:pt x="55139" y="124015"/>
                  </a:lnTo>
                  <a:lnTo>
                    <a:pt x="54010" y="125166"/>
                  </a:lnTo>
                  <a:lnTo>
                    <a:pt x="52139" y="124980"/>
                  </a:lnTo>
                  <a:lnTo>
                    <a:pt x="49075" y="122598"/>
                  </a:lnTo>
                  <a:lnTo>
                    <a:pt x="50830" y="118597"/>
                  </a:lnTo>
                  <a:lnTo>
                    <a:pt x="49668" y="109733"/>
                  </a:lnTo>
                  <a:lnTo>
                    <a:pt x="42760" y="100836"/>
                  </a:lnTo>
                  <a:lnTo>
                    <a:pt x="36389" y="97172"/>
                  </a:lnTo>
                  <a:lnTo>
                    <a:pt x="34252" y="96662"/>
                  </a:lnTo>
                  <a:lnTo>
                    <a:pt x="29146" y="98940"/>
                  </a:lnTo>
                  <a:lnTo>
                    <a:pt x="27372" y="103387"/>
                  </a:lnTo>
                  <a:lnTo>
                    <a:pt x="25233" y="103041"/>
                  </a:lnTo>
                  <a:lnTo>
                    <a:pt x="23511" y="101796"/>
                  </a:lnTo>
                  <a:lnTo>
                    <a:pt x="23571" y="97769"/>
                  </a:lnTo>
                  <a:lnTo>
                    <a:pt x="21627" y="94053"/>
                  </a:lnTo>
                  <a:lnTo>
                    <a:pt x="19112" y="91576"/>
                  </a:lnTo>
                  <a:lnTo>
                    <a:pt x="15142" y="94468"/>
                  </a:lnTo>
                  <a:lnTo>
                    <a:pt x="9035" y="87433"/>
                  </a:lnTo>
                  <a:lnTo>
                    <a:pt x="10985" y="76640"/>
                  </a:lnTo>
                  <a:lnTo>
                    <a:pt x="10544" y="75652"/>
                  </a:lnTo>
                  <a:lnTo>
                    <a:pt x="8208" y="72904"/>
                  </a:lnTo>
                  <a:lnTo>
                    <a:pt x="3431" y="69304"/>
                  </a:lnTo>
                  <a:lnTo>
                    <a:pt x="953" y="65663"/>
                  </a:lnTo>
                  <a:lnTo>
                    <a:pt x="0" y="58142"/>
                  </a:lnTo>
                  <a:lnTo>
                    <a:pt x="3462" y="57968"/>
                  </a:lnTo>
                  <a:lnTo>
                    <a:pt x="1625" y="49578"/>
                  </a:lnTo>
                  <a:lnTo>
                    <a:pt x="2913" y="48088"/>
                  </a:lnTo>
                  <a:lnTo>
                    <a:pt x="5313" y="47445"/>
                  </a:lnTo>
                  <a:lnTo>
                    <a:pt x="7543" y="39086"/>
                  </a:lnTo>
                  <a:lnTo>
                    <a:pt x="6273" y="36548"/>
                  </a:lnTo>
                  <a:lnTo>
                    <a:pt x="3420" y="33929"/>
                  </a:lnTo>
                  <a:lnTo>
                    <a:pt x="10063" y="27555"/>
                  </a:lnTo>
                  <a:lnTo>
                    <a:pt x="9024" y="24781"/>
                  </a:lnTo>
                  <a:lnTo>
                    <a:pt x="14280" y="22420"/>
                  </a:lnTo>
                  <a:lnTo>
                    <a:pt x="24220" y="7706"/>
                  </a:lnTo>
                  <a:lnTo>
                    <a:pt x="19858" y="2561"/>
                  </a:lnTo>
                  <a:lnTo>
                    <a:pt x="22073" y="515"/>
                  </a:lnTo>
                  <a:lnTo>
                    <a:pt x="2380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h466"/>
            <p:cNvSpPr/>
            <p:nvPr/>
          </p:nvSpPr>
          <p:spPr>
            <a:xfrm>
              <a:off x="2016468" y="2382013"/>
              <a:ext cx="47637" cy="57440"/>
            </a:xfrm>
            <a:custGeom>
              <a:avLst/>
              <a:pathLst>
                <a:path w="47637" h="57440">
                  <a:moveTo>
                    <a:pt x="29795" y="25"/>
                  </a:moveTo>
                  <a:lnTo>
                    <a:pt x="38365" y="1379"/>
                  </a:lnTo>
                  <a:lnTo>
                    <a:pt x="38013" y="4573"/>
                  </a:lnTo>
                  <a:lnTo>
                    <a:pt x="30470" y="3701"/>
                  </a:lnTo>
                  <a:lnTo>
                    <a:pt x="35954" y="18961"/>
                  </a:lnTo>
                  <a:lnTo>
                    <a:pt x="36142" y="18317"/>
                  </a:lnTo>
                  <a:lnTo>
                    <a:pt x="41023" y="22028"/>
                  </a:lnTo>
                  <a:lnTo>
                    <a:pt x="41210" y="24173"/>
                  </a:lnTo>
                  <a:lnTo>
                    <a:pt x="40110" y="25040"/>
                  </a:lnTo>
                  <a:lnTo>
                    <a:pt x="42577" y="26623"/>
                  </a:lnTo>
                  <a:lnTo>
                    <a:pt x="45661" y="31876"/>
                  </a:lnTo>
                  <a:lnTo>
                    <a:pt x="46517" y="36469"/>
                  </a:lnTo>
                  <a:lnTo>
                    <a:pt x="43832" y="40749"/>
                  </a:lnTo>
                  <a:lnTo>
                    <a:pt x="42871" y="44315"/>
                  </a:lnTo>
                  <a:lnTo>
                    <a:pt x="43468" y="44690"/>
                  </a:lnTo>
                  <a:lnTo>
                    <a:pt x="45661" y="43777"/>
                  </a:lnTo>
                  <a:lnTo>
                    <a:pt x="47637" y="46774"/>
                  </a:lnTo>
                  <a:lnTo>
                    <a:pt x="37182" y="49393"/>
                  </a:lnTo>
                  <a:lnTo>
                    <a:pt x="36187" y="55935"/>
                  </a:lnTo>
                  <a:lnTo>
                    <a:pt x="35990" y="57304"/>
                  </a:lnTo>
                  <a:lnTo>
                    <a:pt x="31803" y="54479"/>
                  </a:lnTo>
                  <a:lnTo>
                    <a:pt x="30701" y="57440"/>
                  </a:lnTo>
                  <a:lnTo>
                    <a:pt x="29395" y="56219"/>
                  </a:lnTo>
                  <a:lnTo>
                    <a:pt x="24480" y="47128"/>
                  </a:lnTo>
                  <a:lnTo>
                    <a:pt x="11942" y="45830"/>
                  </a:lnTo>
                  <a:lnTo>
                    <a:pt x="7967" y="48801"/>
                  </a:lnTo>
                  <a:lnTo>
                    <a:pt x="4478" y="49765"/>
                  </a:lnTo>
                  <a:lnTo>
                    <a:pt x="3454" y="49390"/>
                  </a:lnTo>
                  <a:lnTo>
                    <a:pt x="2007" y="46949"/>
                  </a:lnTo>
                  <a:lnTo>
                    <a:pt x="0" y="46470"/>
                  </a:lnTo>
                  <a:lnTo>
                    <a:pt x="2871" y="43283"/>
                  </a:lnTo>
                  <a:lnTo>
                    <a:pt x="4628" y="44378"/>
                  </a:lnTo>
                  <a:lnTo>
                    <a:pt x="9253" y="40282"/>
                  </a:lnTo>
                  <a:lnTo>
                    <a:pt x="11243" y="39613"/>
                  </a:lnTo>
                  <a:lnTo>
                    <a:pt x="12678" y="40213"/>
                  </a:lnTo>
                  <a:lnTo>
                    <a:pt x="14393" y="38393"/>
                  </a:lnTo>
                  <a:lnTo>
                    <a:pt x="14336" y="37343"/>
                  </a:lnTo>
                  <a:lnTo>
                    <a:pt x="6718" y="35528"/>
                  </a:lnTo>
                  <a:lnTo>
                    <a:pt x="4335" y="31575"/>
                  </a:lnTo>
                  <a:lnTo>
                    <a:pt x="7220" y="27969"/>
                  </a:lnTo>
                  <a:lnTo>
                    <a:pt x="6036" y="21868"/>
                  </a:lnTo>
                  <a:lnTo>
                    <a:pt x="3581" y="24014"/>
                  </a:lnTo>
                  <a:lnTo>
                    <a:pt x="89" y="19606"/>
                  </a:lnTo>
                  <a:lnTo>
                    <a:pt x="8074" y="20886"/>
                  </a:lnTo>
                  <a:lnTo>
                    <a:pt x="12305" y="20680"/>
                  </a:lnTo>
                  <a:lnTo>
                    <a:pt x="15299" y="11724"/>
                  </a:lnTo>
                  <a:lnTo>
                    <a:pt x="18938" y="10153"/>
                  </a:lnTo>
                  <a:lnTo>
                    <a:pt x="20562" y="8133"/>
                  </a:lnTo>
                  <a:lnTo>
                    <a:pt x="18474" y="2078"/>
                  </a:lnTo>
                  <a:lnTo>
                    <a:pt x="23488" y="2038"/>
                  </a:lnTo>
                  <a:lnTo>
                    <a:pt x="2808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h467"/>
            <p:cNvSpPr/>
            <p:nvPr/>
          </p:nvSpPr>
          <p:spPr>
            <a:xfrm>
              <a:off x="1762224" y="2314721"/>
              <a:ext cx="70042" cy="31519"/>
            </a:xfrm>
            <a:custGeom>
              <a:avLst/>
              <a:pathLst>
                <a:path w="70042" h="31519">
                  <a:moveTo>
                    <a:pt x="45105" y="1710"/>
                  </a:moveTo>
                  <a:lnTo>
                    <a:pt x="48663" y="5443"/>
                  </a:lnTo>
                  <a:lnTo>
                    <a:pt x="52278" y="11741"/>
                  </a:lnTo>
                  <a:lnTo>
                    <a:pt x="54064" y="8950"/>
                  </a:lnTo>
                  <a:lnTo>
                    <a:pt x="55387" y="12524"/>
                  </a:lnTo>
                  <a:lnTo>
                    <a:pt x="57822" y="14130"/>
                  </a:lnTo>
                  <a:lnTo>
                    <a:pt x="61069" y="11545"/>
                  </a:lnTo>
                  <a:lnTo>
                    <a:pt x="61195" y="7564"/>
                  </a:lnTo>
                  <a:lnTo>
                    <a:pt x="64809" y="8769"/>
                  </a:lnTo>
                  <a:lnTo>
                    <a:pt x="65516" y="10575"/>
                  </a:lnTo>
                  <a:lnTo>
                    <a:pt x="63990" y="12962"/>
                  </a:lnTo>
                  <a:lnTo>
                    <a:pt x="70042" y="13480"/>
                  </a:lnTo>
                  <a:lnTo>
                    <a:pt x="69733" y="17503"/>
                  </a:lnTo>
                  <a:lnTo>
                    <a:pt x="63990" y="17080"/>
                  </a:lnTo>
                  <a:lnTo>
                    <a:pt x="63329" y="27148"/>
                  </a:lnTo>
                  <a:lnTo>
                    <a:pt x="52061" y="27008"/>
                  </a:lnTo>
                  <a:lnTo>
                    <a:pt x="44275" y="21429"/>
                  </a:lnTo>
                  <a:lnTo>
                    <a:pt x="47063" y="18617"/>
                  </a:lnTo>
                  <a:lnTo>
                    <a:pt x="45851" y="15095"/>
                  </a:lnTo>
                  <a:lnTo>
                    <a:pt x="43874" y="16288"/>
                  </a:lnTo>
                  <a:lnTo>
                    <a:pt x="41641" y="19397"/>
                  </a:lnTo>
                  <a:lnTo>
                    <a:pt x="38285" y="20042"/>
                  </a:lnTo>
                  <a:lnTo>
                    <a:pt x="37967" y="16992"/>
                  </a:lnTo>
                  <a:lnTo>
                    <a:pt x="39141" y="18018"/>
                  </a:lnTo>
                  <a:lnTo>
                    <a:pt x="40010" y="12283"/>
                  </a:lnTo>
                  <a:lnTo>
                    <a:pt x="36927" y="15990"/>
                  </a:lnTo>
                  <a:lnTo>
                    <a:pt x="28582" y="29317"/>
                  </a:lnTo>
                  <a:lnTo>
                    <a:pt x="25247" y="27027"/>
                  </a:lnTo>
                  <a:lnTo>
                    <a:pt x="24567" y="31106"/>
                  </a:lnTo>
                  <a:lnTo>
                    <a:pt x="23681" y="31519"/>
                  </a:lnTo>
                  <a:lnTo>
                    <a:pt x="17434" y="30357"/>
                  </a:lnTo>
                  <a:lnTo>
                    <a:pt x="14881" y="25573"/>
                  </a:lnTo>
                  <a:lnTo>
                    <a:pt x="10900" y="27210"/>
                  </a:lnTo>
                  <a:lnTo>
                    <a:pt x="11555" y="30046"/>
                  </a:lnTo>
                  <a:lnTo>
                    <a:pt x="11127" y="31133"/>
                  </a:lnTo>
                  <a:lnTo>
                    <a:pt x="8052" y="31386"/>
                  </a:lnTo>
                  <a:lnTo>
                    <a:pt x="5116" y="29572"/>
                  </a:lnTo>
                  <a:lnTo>
                    <a:pt x="2842" y="22758"/>
                  </a:lnTo>
                  <a:lnTo>
                    <a:pt x="5931" y="15815"/>
                  </a:lnTo>
                  <a:lnTo>
                    <a:pt x="3613" y="12047"/>
                  </a:lnTo>
                  <a:lnTo>
                    <a:pt x="0" y="9705"/>
                  </a:lnTo>
                  <a:lnTo>
                    <a:pt x="530" y="8448"/>
                  </a:lnTo>
                  <a:lnTo>
                    <a:pt x="6676" y="3926"/>
                  </a:lnTo>
                  <a:lnTo>
                    <a:pt x="9599" y="4910"/>
                  </a:lnTo>
                  <a:lnTo>
                    <a:pt x="14964" y="2593"/>
                  </a:lnTo>
                  <a:lnTo>
                    <a:pt x="28165" y="2648"/>
                  </a:lnTo>
                  <a:lnTo>
                    <a:pt x="31242" y="1189"/>
                  </a:lnTo>
                  <a:lnTo>
                    <a:pt x="36672" y="3706"/>
                  </a:lnTo>
                  <a:lnTo>
                    <a:pt x="33371" y="6020"/>
                  </a:lnTo>
                  <a:lnTo>
                    <a:pt x="40119" y="8546"/>
                  </a:lnTo>
                  <a:lnTo>
                    <a:pt x="43187" y="6361"/>
                  </a:lnTo>
                  <a:lnTo>
                    <a:pt x="42970" y="2329"/>
                  </a:lnTo>
                  <a:lnTo>
                    <a:pt x="40563" y="1629"/>
                  </a:lnTo>
                  <a:lnTo>
                    <a:pt x="5084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h468"/>
            <p:cNvSpPr/>
            <p:nvPr/>
          </p:nvSpPr>
          <p:spPr>
            <a:xfrm>
              <a:off x="1927069" y="2329132"/>
              <a:ext cx="71706" cy="73198"/>
            </a:xfrm>
            <a:custGeom>
              <a:avLst/>
              <a:pathLst>
                <a:path w="71706" h="73198">
                  <a:moveTo>
                    <a:pt x="43593" y="3236"/>
                  </a:moveTo>
                  <a:lnTo>
                    <a:pt x="49609" y="13790"/>
                  </a:lnTo>
                  <a:lnTo>
                    <a:pt x="53110" y="12849"/>
                  </a:lnTo>
                  <a:lnTo>
                    <a:pt x="56037" y="14932"/>
                  </a:lnTo>
                  <a:lnTo>
                    <a:pt x="61669" y="21245"/>
                  </a:lnTo>
                  <a:lnTo>
                    <a:pt x="63891" y="24805"/>
                  </a:lnTo>
                  <a:lnTo>
                    <a:pt x="69506" y="23728"/>
                  </a:lnTo>
                  <a:lnTo>
                    <a:pt x="68047" y="30757"/>
                  </a:lnTo>
                  <a:lnTo>
                    <a:pt x="71706" y="36292"/>
                  </a:lnTo>
                  <a:lnTo>
                    <a:pt x="62948" y="37752"/>
                  </a:lnTo>
                  <a:lnTo>
                    <a:pt x="49402" y="42217"/>
                  </a:lnTo>
                  <a:lnTo>
                    <a:pt x="43583" y="47544"/>
                  </a:lnTo>
                  <a:lnTo>
                    <a:pt x="44356" y="52049"/>
                  </a:lnTo>
                  <a:lnTo>
                    <a:pt x="47077" y="57965"/>
                  </a:lnTo>
                  <a:lnTo>
                    <a:pt x="49898" y="56933"/>
                  </a:lnTo>
                  <a:lnTo>
                    <a:pt x="37114" y="69647"/>
                  </a:lnTo>
                  <a:lnTo>
                    <a:pt x="35502" y="65186"/>
                  </a:lnTo>
                  <a:lnTo>
                    <a:pt x="33427" y="66517"/>
                  </a:lnTo>
                  <a:lnTo>
                    <a:pt x="35356" y="71425"/>
                  </a:lnTo>
                  <a:lnTo>
                    <a:pt x="33535" y="73198"/>
                  </a:lnTo>
                  <a:lnTo>
                    <a:pt x="24335" y="65567"/>
                  </a:lnTo>
                  <a:lnTo>
                    <a:pt x="18262" y="57817"/>
                  </a:lnTo>
                  <a:lnTo>
                    <a:pt x="6754" y="64034"/>
                  </a:lnTo>
                  <a:lnTo>
                    <a:pt x="8648" y="57472"/>
                  </a:lnTo>
                  <a:lnTo>
                    <a:pt x="11450" y="56142"/>
                  </a:lnTo>
                  <a:lnTo>
                    <a:pt x="11749" y="53791"/>
                  </a:lnTo>
                  <a:lnTo>
                    <a:pt x="3305" y="53382"/>
                  </a:lnTo>
                  <a:lnTo>
                    <a:pt x="0" y="44992"/>
                  </a:lnTo>
                  <a:lnTo>
                    <a:pt x="2626" y="42831"/>
                  </a:lnTo>
                  <a:lnTo>
                    <a:pt x="9912" y="40899"/>
                  </a:lnTo>
                  <a:lnTo>
                    <a:pt x="7102" y="31709"/>
                  </a:lnTo>
                  <a:lnTo>
                    <a:pt x="13409" y="29063"/>
                  </a:lnTo>
                  <a:lnTo>
                    <a:pt x="21783" y="28160"/>
                  </a:lnTo>
                  <a:lnTo>
                    <a:pt x="19383" y="24223"/>
                  </a:lnTo>
                  <a:lnTo>
                    <a:pt x="13196" y="26970"/>
                  </a:lnTo>
                  <a:lnTo>
                    <a:pt x="12889" y="25430"/>
                  </a:lnTo>
                  <a:lnTo>
                    <a:pt x="13838" y="22975"/>
                  </a:lnTo>
                  <a:lnTo>
                    <a:pt x="16699" y="19303"/>
                  </a:lnTo>
                  <a:lnTo>
                    <a:pt x="21089" y="11040"/>
                  </a:lnTo>
                  <a:lnTo>
                    <a:pt x="23558" y="8285"/>
                  </a:lnTo>
                  <a:lnTo>
                    <a:pt x="24923" y="2267"/>
                  </a:lnTo>
                  <a:lnTo>
                    <a:pt x="25571" y="1591"/>
                  </a:lnTo>
                  <a:lnTo>
                    <a:pt x="29593" y="3297"/>
                  </a:lnTo>
                  <a:lnTo>
                    <a:pt x="31506" y="590"/>
                  </a:lnTo>
                  <a:lnTo>
                    <a:pt x="34722" y="567"/>
                  </a:lnTo>
                  <a:lnTo>
                    <a:pt x="384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h469"/>
            <p:cNvSpPr/>
            <p:nvPr/>
          </p:nvSpPr>
          <p:spPr>
            <a:xfrm>
              <a:off x="2046263" y="2339281"/>
              <a:ext cx="62922" cy="74811"/>
            </a:xfrm>
            <a:custGeom>
              <a:avLst/>
              <a:pathLst>
                <a:path w="62922" h="74811">
                  <a:moveTo>
                    <a:pt x="18815" y="585"/>
                  </a:moveTo>
                  <a:lnTo>
                    <a:pt x="17265" y="7140"/>
                  </a:lnTo>
                  <a:lnTo>
                    <a:pt x="21452" y="8335"/>
                  </a:lnTo>
                  <a:lnTo>
                    <a:pt x="23754" y="8065"/>
                  </a:lnTo>
                  <a:lnTo>
                    <a:pt x="26687" y="5462"/>
                  </a:lnTo>
                  <a:lnTo>
                    <a:pt x="27486" y="110"/>
                  </a:lnTo>
                  <a:lnTo>
                    <a:pt x="32355" y="12969"/>
                  </a:lnTo>
                  <a:lnTo>
                    <a:pt x="35707" y="11150"/>
                  </a:lnTo>
                  <a:lnTo>
                    <a:pt x="39684" y="12125"/>
                  </a:lnTo>
                  <a:lnTo>
                    <a:pt x="41266" y="12084"/>
                  </a:lnTo>
                  <a:lnTo>
                    <a:pt x="39263" y="17874"/>
                  </a:lnTo>
                  <a:lnTo>
                    <a:pt x="45397" y="32146"/>
                  </a:lnTo>
                  <a:lnTo>
                    <a:pt x="50595" y="33349"/>
                  </a:lnTo>
                  <a:lnTo>
                    <a:pt x="54757" y="28920"/>
                  </a:lnTo>
                  <a:lnTo>
                    <a:pt x="59163" y="30887"/>
                  </a:lnTo>
                  <a:lnTo>
                    <a:pt x="58654" y="37527"/>
                  </a:lnTo>
                  <a:lnTo>
                    <a:pt x="62922" y="37892"/>
                  </a:lnTo>
                  <a:lnTo>
                    <a:pt x="62577" y="42427"/>
                  </a:lnTo>
                  <a:lnTo>
                    <a:pt x="60282" y="43127"/>
                  </a:lnTo>
                  <a:lnTo>
                    <a:pt x="57149" y="45690"/>
                  </a:lnTo>
                  <a:lnTo>
                    <a:pt x="55519" y="49158"/>
                  </a:lnTo>
                  <a:lnTo>
                    <a:pt x="57952" y="52050"/>
                  </a:lnTo>
                  <a:lnTo>
                    <a:pt x="57807" y="53463"/>
                  </a:lnTo>
                  <a:lnTo>
                    <a:pt x="43129" y="65995"/>
                  </a:lnTo>
                  <a:lnTo>
                    <a:pt x="45280" y="70772"/>
                  </a:lnTo>
                  <a:lnTo>
                    <a:pt x="41514" y="72473"/>
                  </a:lnTo>
                  <a:lnTo>
                    <a:pt x="41763" y="73002"/>
                  </a:lnTo>
                  <a:lnTo>
                    <a:pt x="38692" y="74811"/>
                  </a:lnTo>
                  <a:lnTo>
                    <a:pt x="36911" y="71059"/>
                  </a:lnTo>
                  <a:lnTo>
                    <a:pt x="33999" y="57992"/>
                  </a:lnTo>
                  <a:lnTo>
                    <a:pt x="35348" y="52998"/>
                  </a:lnTo>
                  <a:lnTo>
                    <a:pt x="32794" y="48944"/>
                  </a:lnTo>
                  <a:lnTo>
                    <a:pt x="30640" y="55730"/>
                  </a:lnTo>
                  <a:lnTo>
                    <a:pt x="26079" y="52614"/>
                  </a:lnTo>
                  <a:lnTo>
                    <a:pt x="23160" y="48492"/>
                  </a:lnTo>
                  <a:lnTo>
                    <a:pt x="16687" y="48857"/>
                  </a:lnTo>
                  <a:lnTo>
                    <a:pt x="6805" y="55038"/>
                  </a:lnTo>
                  <a:lnTo>
                    <a:pt x="12501" y="60399"/>
                  </a:lnTo>
                  <a:lnTo>
                    <a:pt x="6347" y="61048"/>
                  </a:lnTo>
                  <a:lnTo>
                    <a:pt x="6159" y="61693"/>
                  </a:lnTo>
                  <a:lnTo>
                    <a:pt x="675" y="46433"/>
                  </a:lnTo>
                  <a:lnTo>
                    <a:pt x="8218" y="47304"/>
                  </a:lnTo>
                  <a:lnTo>
                    <a:pt x="8570" y="44110"/>
                  </a:lnTo>
                  <a:lnTo>
                    <a:pt x="0" y="42757"/>
                  </a:lnTo>
                  <a:lnTo>
                    <a:pt x="473" y="38166"/>
                  </a:lnTo>
                  <a:lnTo>
                    <a:pt x="7847" y="36155"/>
                  </a:lnTo>
                  <a:lnTo>
                    <a:pt x="8495" y="34206"/>
                  </a:lnTo>
                  <a:lnTo>
                    <a:pt x="5900" y="28661"/>
                  </a:lnTo>
                  <a:lnTo>
                    <a:pt x="5949" y="24126"/>
                  </a:lnTo>
                  <a:lnTo>
                    <a:pt x="8559" y="19354"/>
                  </a:lnTo>
                  <a:lnTo>
                    <a:pt x="6553" y="18409"/>
                  </a:lnTo>
                  <a:lnTo>
                    <a:pt x="1703" y="21592"/>
                  </a:lnTo>
                  <a:lnTo>
                    <a:pt x="2463" y="10559"/>
                  </a:lnTo>
                  <a:lnTo>
                    <a:pt x="1445" y="7849"/>
                  </a:lnTo>
                  <a:lnTo>
                    <a:pt x="4376" y="4238"/>
                  </a:lnTo>
                  <a:lnTo>
                    <a:pt x="4517" y="7429"/>
                  </a:lnTo>
                  <a:lnTo>
                    <a:pt x="6452" y="7062"/>
                  </a:lnTo>
                  <a:lnTo>
                    <a:pt x="13587" y="4095"/>
                  </a:lnTo>
                  <a:lnTo>
                    <a:pt x="1308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h470"/>
            <p:cNvSpPr/>
            <p:nvPr/>
          </p:nvSpPr>
          <p:spPr>
            <a:xfrm>
              <a:off x="1954907" y="2309091"/>
              <a:ext cx="63094" cy="69657"/>
            </a:xfrm>
            <a:custGeom>
              <a:avLst/>
              <a:pathLst>
                <a:path w="63094" h="69657">
                  <a:moveTo>
                    <a:pt x="32484" y="7361"/>
                  </a:moveTo>
                  <a:lnTo>
                    <a:pt x="38784" y="12323"/>
                  </a:lnTo>
                  <a:lnTo>
                    <a:pt x="37064" y="16167"/>
                  </a:lnTo>
                  <a:lnTo>
                    <a:pt x="38312" y="19245"/>
                  </a:lnTo>
                  <a:lnTo>
                    <a:pt x="42348" y="16488"/>
                  </a:lnTo>
                  <a:lnTo>
                    <a:pt x="47191" y="18948"/>
                  </a:lnTo>
                  <a:lnTo>
                    <a:pt x="53046" y="19319"/>
                  </a:lnTo>
                  <a:lnTo>
                    <a:pt x="56042" y="24372"/>
                  </a:lnTo>
                  <a:lnTo>
                    <a:pt x="56435" y="32556"/>
                  </a:lnTo>
                  <a:lnTo>
                    <a:pt x="55546" y="36771"/>
                  </a:lnTo>
                  <a:lnTo>
                    <a:pt x="59704" y="41915"/>
                  </a:lnTo>
                  <a:lnTo>
                    <a:pt x="63094" y="45124"/>
                  </a:lnTo>
                  <a:lnTo>
                    <a:pt x="57142" y="48520"/>
                  </a:lnTo>
                  <a:lnTo>
                    <a:pt x="55028" y="52914"/>
                  </a:lnTo>
                  <a:lnTo>
                    <a:pt x="54381" y="54599"/>
                  </a:lnTo>
                  <a:lnTo>
                    <a:pt x="53939" y="64162"/>
                  </a:lnTo>
                  <a:lnTo>
                    <a:pt x="50469" y="63354"/>
                  </a:lnTo>
                  <a:lnTo>
                    <a:pt x="49446" y="69083"/>
                  </a:lnTo>
                  <a:lnTo>
                    <a:pt x="45932" y="68031"/>
                  </a:lnTo>
                  <a:lnTo>
                    <a:pt x="45451" y="69657"/>
                  </a:lnTo>
                  <a:lnTo>
                    <a:pt x="43449" y="69032"/>
                  </a:lnTo>
                  <a:lnTo>
                    <a:pt x="42084" y="64344"/>
                  </a:lnTo>
                  <a:lnTo>
                    <a:pt x="44489" y="57861"/>
                  </a:lnTo>
                  <a:lnTo>
                    <a:pt x="43868" y="56334"/>
                  </a:lnTo>
                  <a:lnTo>
                    <a:pt x="40209" y="50798"/>
                  </a:lnTo>
                  <a:lnTo>
                    <a:pt x="41668" y="43769"/>
                  </a:lnTo>
                  <a:lnTo>
                    <a:pt x="36053" y="44846"/>
                  </a:lnTo>
                  <a:lnTo>
                    <a:pt x="33831" y="41286"/>
                  </a:lnTo>
                  <a:lnTo>
                    <a:pt x="28199" y="34974"/>
                  </a:lnTo>
                  <a:lnTo>
                    <a:pt x="25271" y="32891"/>
                  </a:lnTo>
                  <a:lnTo>
                    <a:pt x="21771" y="33832"/>
                  </a:lnTo>
                  <a:lnTo>
                    <a:pt x="15755" y="23278"/>
                  </a:lnTo>
                  <a:lnTo>
                    <a:pt x="10588" y="20041"/>
                  </a:lnTo>
                  <a:lnTo>
                    <a:pt x="6884" y="20608"/>
                  </a:lnTo>
                  <a:lnTo>
                    <a:pt x="8302" y="17735"/>
                  </a:lnTo>
                  <a:lnTo>
                    <a:pt x="2643" y="16809"/>
                  </a:lnTo>
                  <a:lnTo>
                    <a:pt x="0" y="12512"/>
                  </a:lnTo>
                  <a:lnTo>
                    <a:pt x="4391" y="11014"/>
                  </a:lnTo>
                  <a:lnTo>
                    <a:pt x="6477" y="12079"/>
                  </a:lnTo>
                  <a:lnTo>
                    <a:pt x="6812" y="13552"/>
                  </a:lnTo>
                  <a:lnTo>
                    <a:pt x="12253" y="10448"/>
                  </a:lnTo>
                  <a:lnTo>
                    <a:pt x="14297" y="8380"/>
                  </a:lnTo>
                  <a:lnTo>
                    <a:pt x="21106" y="12467"/>
                  </a:lnTo>
                  <a:lnTo>
                    <a:pt x="26312" y="14454"/>
                  </a:lnTo>
                  <a:lnTo>
                    <a:pt x="26592" y="8318"/>
                  </a:lnTo>
                  <a:lnTo>
                    <a:pt x="34944" y="796"/>
                  </a:lnTo>
                  <a:lnTo>
                    <a:pt x="3582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h471"/>
            <p:cNvSpPr/>
            <p:nvPr/>
          </p:nvSpPr>
          <p:spPr>
            <a:xfrm>
              <a:off x="1987391" y="2289256"/>
              <a:ext cx="55417" cy="61750"/>
            </a:xfrm>
            <a:custGeom>
              <a:avLst/>
              <a:pathLst>
                <a:path w="55417" h="61750">
                  <a:moveTo>
                    <a:pt x="33518" y="4467"/>
                  </a:moveTo>
                  <a:lnTo>
                    <a:pt x="49058" y="15920"/>
                  </a:lnTo>
                  <a:lnTo>
                    <a:pt x="50598" y="15326"/>
                  </a:lnTo>
                  <a:lnTo>
                    <a:pt x="53874" y="21772"/>
                  </a:lnTo>
                  <a:lnTo>
                    <a:pt x="54581" y="23030"/>
                  </a:lnTo>
                  <a:lnTo>
                    <a:pt x="54724" y="32573"/>
                  </a:lnTo>
                  <a:lnTo>
                    <a:pt x="53355" y="47270"/>
                  </a:lnTo>
                  <a:lnTo>
                    <a:pt x="54779" y="49161"/>
                  </a:lnTo>
                  <a:lnTo>
                    <a:pt x="55417" y="53767"/>
                  </a:lnTo>
                  <a:lnTo>
                    <a:pt x="51264" y="54178"/>
                  </a:lnTo>
                  <a:lnTo>
                    <a:pt x="41698" y="52743"/>
                  </a:lnTo>
                  <a:lnTo>
                    <a:pt x="41582" y="56093"/>
                  </a:lnTo>
                  <a:lnTo>
                    <a:pt x="38287" y="58461"/>
                  </a:lnTo>
                  <a:lnTo>
                    <a:pt x="27219" y="61750"/>
                  </a:lnTo>
                  <a:lnTo>
                    <a:pt x="23062" y="56606"/>
                  </a:lnTo>
                  <a:lnTo>
                    <a:pt x="23950" y="52391"/>
                  </a:lnTo>
                  <a:lnTo>
                    <a:pt x="23558" y="44207"/>
                  </a:lnTo>
                  <a:lnTo>
                    <a:pt x="20562" y="39154"/>
                  </a:lnTo>
                  <a:lnTo>
                    <a:pt x="14707" y="38783"/>
                  </a:lnTo>
                  <a:lnTo>
                    <a:pt x="9863" y="36323"/>
                  </a:lnTo>
                  <a:lnTo>
                    <a:pt x="5828" y="39080"/>
                  </a:lnTo>
                  <a:lnTo>
                    <a:pt x="4580" y="36002"/>
                  </a:lnTo>
                  <a:lnTo>
                    <a:pt x="6299" y="32158"/>
                  </a:lnTo>
                  <a:lnTo>
                    <a:pt x="0" y="27196"/>
                  </a:lnTo>
                  <a:lnTo>
                    <a:pt x="3343" y="19834"/>
                  </a:lnTo>
                  <a:lnTo>
                    <a:pt x="2459" y="20630"/>
                  </a:lnTo>
                  <a:lnTo>
                    <a:pt x="1931" y="19239"/>
                  </a:lnTo>
                  <a:lnTo>
                    <a:pt x="9480" y="14891"/>
                  </a:lnTo>
                  <a:lnTo>
                    <a:pt x="8347" y="17458"/>
                  </a:lnTo>
                  <a:lnTo>
                    <a:pt x="10346" y="18230"/>
                  </a:lnTo>
                  <a:lnTo>
                    <a:pt x="12878" y="16270"/>
                  </a:lnTo>
                  <a:lnTo>
                    <a:pt x="14755" y="14399"/>
                  </a:lnTo>
                  <a:lnTo>
                    <a:pt x="14985" y="12973"/>
                  </a:lnTo>
                  <a:lnTo>
                    <a:pt x="13388" y="10910"/>
                  </a:lnTo>
                  <a:lnTo>
                    <a:pt x="14112" y="8502"/>
                  </a:lnTo>
                  <a:lnTo>
                    <a:pt x="18265" y="11372"/>
                  </a:lnTo>
                  <a:lnTo>
                    <a:pt x="21951" y="8712"/>
                  </a:lnTo>
                  <a:lnTo>
                    <a:pt x="24233" y="4321"/>
                  </a:lnTo>
                  <a:lnTo>
                    <a:pt x="22219" y="3783"/>
                  </a:lnTo>
                  <a:lnTo>
                    <a:pt x="24682" y="207"/>
                  </a:lnTo>
                  <a:lnTo>
                    <a:pt x="2585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h472"/>
            <p:cNvSpPr/>
            <p:nvPr/>
          </p:nvSpPr>
          <p:spPr>
            <a:xfrm>
              <a:off x="2081636" y="2310197"/>
              <a:ext cx="89269" cy="164055"/>
            </a:xfrm>
            <a:custGeom>
              <a:avLst/>
              <a:pathLst>
                <a:path w="89269" h="164055">
                  <a:moveTo>
                    <a:pt x="30654" y="1293"/>
                  </a:moveTo>
                  <a:lnTo>
                    <a:pt x="33438" y="11534"/>
                  </a:lnTo>
                  <a:lnTo>
                    <a:pt x="37854" y="13948"/>
                  </a:lnTo>
                  <a:lnTo>
                    <a:pt x="50534" y="11331"/>
                  </a:lnTo>
                  <a:lnTo>
                    <a:pt x="60071" y="7947"/>
                  </a:lnTo>
                  <a:lnTo>
                    <a:pt x="58733" y="11854"/>
                  </a:lnTo>
                  <a:lnTo>
                    <a:pt x="64281" y="14354"/>
                  </a:lnTo>
                  <a:lnTo>
                    <a:pt x="52810" y="28633"/>
                  </a:lnTo>
                  <a:lnTo>
                    <a:pt x="59453" y="32592"/>
                  </a:lnTo>
                  <a:lnTo>
                    <a:pt x="68922" y="22576"/>
                  </a:lnTo>
                  <a:lnTo>
                    <a:pt x="70485" y="26225"/>
                  </a:lnTo>
                  <a:lnTo>
                    <a:pt x="76650" y="27116"/>
                  </a:lnTo>
                  <a:lnTo>
                    <a:pt x="71592" y="33069"/>
                  </a:lnTo>
                  <a:lnTo>
                    <a:pt x="87688" y="35059"/>
                  </a:lnTo>
                  <a:lnTo>
                    <a:pt x="89269" y="38789"/>
                  </a:lnTo>
                  <a:lnTo>
                    <a:pt x="88553" y="43553"/>
                  </a:lnTo>
                  <a:lnTo>
                    <a:pt x="86839" y="43598"/>
                  </a:lnTo>
                  <a:lnTo>
                    <a:pt x="86651" y="43018"/>
                  </a:lnTo>
                  <a:lnTo>
                    <a:pt x="79543" y="43871"/>
                  </a:lnTo>
                  <a:lnTo>
                    <a:pt x="79195" y="46776"/>
                  </a:lnTo>
                  <a:lnTo>
                    <a:pt x="80145" y="50031"/>
                  </a:lnTo>
                  <a:lnTo>
                    <a:pt x="77810" y="54176"/>
                  </a:lnTo>
                  <a:lnTo>
                    <a:pt x="74688" y="65969"/>
                  </a:lnTo>
                  <a:lnTo>
                    <a:pt x="71626" y="70616"/>
                  </a:lnTo>
                  <a:lnTo>
                    <a:pt x="64809" y="81018"/>
                  </a:lnTo>
                  <a:lnTo>
                    <a:pt x="70590" y="83757"/>
                  </a:lnTo>
                  <a:lnTo>
                    <a:pt x="71404" y="86467"/>
                  </a:lnTo>
                  <a:lnTo>
                    <a:pt x="64623" y="82778"/>
                  </a:lnTo>
                  <a:lnTo>
                    <a:pt x="63832" y="81519"/>
                  </a:lnTo>
                  <a:lnTo>
                    <a:pt x="59569" y="83709"/>
                  </a:lnTo>
                  <a:lnTo>
                    <a:pt x="62760" y="90629"/>
                  </a:lnTo>
                  <a:lnTo>
                    <a:pt x="56779" y="94770"/>
                  </a:lnTo>
                  <a:lnTo>
                    <a:pt x="56164" y="101640"/>
                  </a:lnTo>
                  <a:lnTo>
                    <a:pt x="58682" y="100647"/>
                  </a:lnTo>
                  <a:lnTo>
                    <a:pt x="59748" y="101138"/>
                  </a:lnTo>
                  <a:lnTo>
                    <a:pt x="59927" y="105142"/>
                  </a:lnTo>
                  <a:lnTo>
                    <a:pt x="59439" y="107599"/>
                  </a:lnTo>
                  <a:lnTo>
                    <a:pt x="55419" y="109719"/>
                  </a:lnTo>
                  <a:lnTo>
                    <a:pt x="55290" y="111362"/>
                  </a:lnTo>
                  <a:lnTo>
                    <a:pt x="62901" y="112243"/>
                  </a:lnTo>
                  <a:lnTo>
                    <a:pt x="59016" y="113914"/>
                  </a:lnTo>
                  <a:lnTo>
                    <a:pt x="58700" y="120571"/>
                  </a:lnTo>
                  <a:lnTo>
                    <a:pt x="55481" y="125372"/>
                  </a:lnTo>
                  <a:lnTo>
                    <a:pt x="47972" y="130045"/>
                  </a:lnTo>
                  <a:lnTo>
                    <a:pt x="45123" y="132756"/>
                  </a:lnTo>
                  <a:lnTo>
                    <a:pt x="44678" y="135205"/>
                  </a:lnTo>
                  <a:lnTo>
                    <a:pt x="45829" y="137046"/>
                  </a:lnTo>
                  <a:lnTo>
                    <a:pt x="50604" y="137126"/>
                  </a:lnTo>
                  <a:lnTo>
                    <a:pt x="54804" y="134293"/>
                  </a:lnTo>
                  <a:lnTo>
                    <a:pt x="55414" y="136447"/>
                  </a:lnTo>
                  <a:lnTo>
                    <a:pt x="54479" y="140389"/>
                  </a:lnTo>
                  <a:lnTo>
                    <a:pt x="52720" y="144580"/>
                  </a:lnTo>
                  <a:lnTo>
                    <a:pt x="47530" y="152511"/>
                  </a:lnTo>
                  <a:lnTo>
                    <a:pt x="45840" y="153431"/>
                  </a:lnTo>
                  <a:lnTo>
                    <a:pt x="42967" y="148285"/>
                  </a:lnTo>
                  <a:lnTo>
                    <a:pt x="38748" y="150729"/>
                  </a:lnTo>
                  <a:lnTo>
                    <a:pt x="32622" y="156069"/>
                  </a:lnTo>
                  <a:lnTo>
                    <a:pt x="24770" y="162373"/>
                  </a:lnTo>
                  <a:lnTo>
                    <a:pt x="25340" y="159227"/>
                  </a:lnTo>
                  <a:lnTo>
                    <a:pt x="23796" y="156223"/>
                  </a:lnTo>
                  <a:lnTo>
                    <a:pt x="16010" y="150764"/>
                  </a:lnTo>
                  <a:lnTo>
                    <a:pt x="13454" y="153875"/>
                  </a:lnTo>
                  <a:lnTo>
                    <a:pt x="18696" y="156269"/>
                  </a:lnTo>
                  <a:lnTo>
                    <a:pt x="17876" y="162322"/>
                  </a:lnTo>
                  <a:lnTo>
                    <a:pt x="11899" y="164055"/>
                  </a:lnTo>
                  <a:lnTo>
                    <a:pt x="7624" y="160272"/>
                  </a:lnTo>
                  <a:lnTo>
                    <a:pt x="6310" y="155237"/>
                  </a:lnTo>
                  <a:lnTo>
                    <a:pt x="9977" y="152888"/>
                  </a:lnTo>
                  <a:lnTo>
                    <a:pt x="8676" y="151994"/>
                  </a:lnTo>
                  <a:lnTo>
                    <a:pt x="10905" y="150945"/>
                  </a:lnTo>
                  <a:lnTo>
                    <a:pt x="11650" y="148439"/>
                  </a:lnTo>
                  <a:lnTo>
                    <a:pt x="8581" y="139788"/>
                  </a:lnTo>
                  <a:lnTo>
                    <a:pt x="10346" y="134378"/>
                  </a:lnTo>
                  <a:lnTo>
                    <a:pt x="11487" y="134462"/>
                  </a:lnTo>
                  <a:lnTo>
                    <a:pt x="12532" y="136943"/>
                  </a:lnTo>
                  <a:lnTo>
                    <a:pt x="14286" y="135739"/>
                  </a:lnTo>
                  <a:lnTo>
                    <a:pt x="14554" y="133779"/>
                  </a:lnTo>
                  <a:lnTo>
                    <a:pt x="12107" y="127572"/>
                  </a:lnTo>
                  <a:lnTo>
                    <a:pt x="14935" y="126915"/>
                  </a:lnTo>
                  <a:lnTo>
                    <a:pt x="14367" y="121867"/>
                  </a:lnTo>
                  <a:lnTo>
                    <a:pt x="11441" y="122326"/>
                  </a:lnTo>
                  <a:lnTo>
                    <a:pt x="5453" y="116963"/>
                  </a:lnTo>
                  <a:lnTo>
                    <a:pt x="0" y="113348"/>
                  </a:lnTo>
                  <a:lnTo>
                    <a:pt x="2095" y="112524"/>
                  </a:lnTo>
                  <a:lnTo>
                    <a:pt x="9052" y="116554"/>
                  </a:lnTo>
                  <a:lnTo>
                    <a:pt x="13398" y="117487"/>
                  </a:lnTo>
                  <a:lnTo>
                    <a:pt x="12558" y="114106"/>
                  </a:lnTo>
                  <a:lnTo>
                    <a:pt x="13028" y="106815"/>
                  </a:lnTo>
                  <a:lnTo>
                    <a:pt x="9618" y="100647"/>
                  </a:lnTo>
                  <a:lnTo>
                    <a:pt x="6390" y="102086"/>
                  </a:lnTo>
                  <a:lnTo>
                    <a:pt x="6141" y="101558"/>
                  </a:lnTo>
                  <a:lnTo>
                    <a:pt x="9907" y="99857"/>
                  </a:lnTo>
                  <a:lnTo>
                    <a:pt x="7756" y="95080"/>
                  </a:lnTo>
                  <a:lnTo>
                    <a:pt x="22434" y="82548"/>
                  </a:lnTo>
                  <a:lnTo>
                    <a:pt x="22579" y="81135"/>
                  </a:lnTo>
                  <a:lnTo>
                    <a:pt x="20146" y="78243"/>
                  </a:lnTo>
                  <a:lnTo>
                    <a:pt x="21776" y="74775"/>
                  </a:lnTo>
                  <a:lnTo>
                    <a:pt x="24909" y="72212"/>
                  </a:lnTo>
                  <a:lnTo>
                    <a:pt x="27204" y="71512"/>
                  </a:lnTo>
                  <a:lnTo>
                    <a:pt x="27549" y="66977"/>
                  </a:lnTo>
                  <a:lnTo>
                    <a:pt x="23281" y="66612"/>
                  </a:lnTo>
                  <a:lnTo>
                    <a:pt x="23790" y="59972"/>
                  </a:lnTo>
                  <a:lnTo>
                    <a:pt x="19384" y="58004"/>
                  </a:lnTo>
                  <a:lnTo>
                    <a:pt x="15222" y="62433"/>
                  </a:lnTo>
                  <a:lnTo>
                    <a:pt x="10024" y="61231"/>
                  </a:lnTo>
                  <a:lnTo>
                    <a:pt x="3890" y="46959"/>
                  </a:lnTo>
                  <a:lnTo>
                    <a:pt x="5893" y="41168"/>
                  </a:lnTo>
                  <a:lnTo>
                    <a:pt x="4311" y="41209"/>
                  </a:lnTo>
                  <a:lnTo>
                    <a:pt x="4234" y="38319"/>
                  </a:lnTo>
                  <a:lnTo>
                    <a:pt x="10510" y="37924"/>
                  </a:lnTo>
                  <a:lnTo>
                    <a:pt x="9938" y="31079"/>
                  </a:lnTo>
                  <a:lnTo>
                    <a:pt x="8934" y="29008"/>
                  </a:lnTo>
                  <a:lnTo>
                    <a:pt x="16089" y="24322"/>
                  </a:lnTo>
                  <a:lnTo>
                    <a:pt x="14305" y="21877"/>
                  </a:lnTo>
                  <a:lnTo>
                    <a:pt x="13543" y="18882"/>
                  </a:lnTo>
                  <a:lnTo>
                    <a:pt x="18856" y="11546"/>
                  </a:lnTo>
                  <a:lnTo>
                    <a:pt x="20592" y="10677"/>
                  </a:lnTo>
                  <a:lnTo>
                    <a:pt x="24726" y="2530"/>
                  </a:lnTo>
                  <a:lnTo>
                    <a:pt x="2785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h473"/>
            <p:cNvSpPr/>
            <p:nvPr/>
          </p:nvSpPr>
          <p:spPr>
            <a:xfrm>
              <a:off x="2486544" y="2951431"/>
              <a:ext cx="41528" cy="53016"/>
            </a:xfrm>
            <a:custGeom>
              <a:avLst/>
              <a:pathLst>
                <a:path w="41528" h="53016">
                  <a:moveTo>
                    <a:pt x="30016" y="0"/>
                  </a:moveTo>
                  <a:lnTo>
                    <a:pt x="33732" y="1195"/>
                  </a:lnTo>
                  <a:lnTo>
                    <a:pt x="35027" y="3382"/>
                  </a:lnTo>
                  <a:lnTo>
                    <a:pt x="36188" y="4758"/>
                  </a:lnTo>
                  <a:lnTo>
                    <a:pt x="36487" y="9462"/>
                  </a:lnTo>
                  <a:lnTo>
                    <a:pt x="37197" y="10435"/>
                  </a:lnTo>
                  <a:lnTo>
                    <a:pt x="38022" y="12914"/>
                  </a:lnTo>
                  <a:lnTo>
                    <a:pt x="31363" y="22213"/>
                  </a:lnTo>
                  <a:lnTo>
                    <a:pt x="29970" y="27459"/>
                  </a:lnTo>
                  <a:lnTo>
                    <a:pt x="34042" y="28260"/>
                  </a:lnTo>
                  <a:lnTo>
                    <a:pt x="35204" y="30856"/>
                  </a:lnTo>
                  <a:lnTo>
                    <a:pt x="38140" y="33606"/>
                  </a:lnTo>
                  <a:lnTo>
                    <a:pt x="36835" y="34805"/>
                  </a:lnTo>
                  <a:lnTo>
                    <a:pt x="36159" y="37971"/>
                  </a:lnTo>
                  <a:lnTo>
                    <a:pt x="37112" y="40076"/>
                  </a:lnTo>
                  <a:lnTo>
                    <a:pt x="39920" y="41793"/>
                  </a:lnTo>
                  <a:lnTo>
                    <a:pt x="40770" y="43797"/>
                  </a:lnTo>
                  <a:lnTo>
                    <a:pt x="41528" y="49299"/>
                  </a:lnTo>
                  <a:lnTo>
                    <a:pt x="40995" y="49354"/>
                  </a:lnTo>
                  <a:lnTo>
                    <a:pt x="40796" y="47956"/>
                  </a:lnTo>
                  <a:lnTo>
                    <a:pt x="39598" y="47859"/>
                  </a:lnTo>
                  <a:lnTo>
                    <a:pt x="40571" y="51967"/>
                  </a:lnTo>
                  <a:lnTo>
                    <a:pt x="29969" y="53016"/>
                  </a:lnTo>
                  <a:lnTo>
                    <a:pt x="28984" y="49770"/>
                  </a:lnTo>
                  <a:lnTo>
                    <a:pt x="26360" y="49748"/>
                  </a:lnTo>
                  <a:lnTo>
                    <a:pt x="24280" y="47736"/>
                  </a:lnTo>
                  <a:lnTo>
                    <a:pt x="23120" y="44555"/>
                  </a:lnTo>
                  <a:lnTo>
                    <a:pt x="24175" y="43614"/>
                  </a:lnTo>
                  <a:lnTo>
                    <a:pt x="24389" y="40881"/>
                  </a:lnTo>
                  <a:lnTo>
                    <a:pt x="18819" y="38968"/>
                  </a:lnTo>
                  <a:lnTo>
                    <a:pt x="11524" y="40704"/>
                  </a:lnTo>
                  <a:lnTo>
                    <a:pt x="11046" y="34788"/>
                  </a:lnTo>
                  <a:lnTo>
                    <a:pt x="9320" y="31217"/>
                  </a:lnTo>
                  <a:lnTo>
                    <a:pt x="4620" y="30767"/>
                  </a:lnTo>
                  <a:lnTo>
                    <a:pt x="4318" y="27487"/>
                  </a:lnTo>
                  <a:lnTo>
                    <a:pt x="7244" y="24936"/>
                  </a:lnTo>
                  <a:lnTo>
                    <a:pt x="5756" y="22923"/>
                  </a:lnTo>
                  <a:lnTo>
                    <a:pt x="1379" y="21016"/>
                  </a:lnTo>
                  <a:lnTo>
                    <a:pt x="1146" y="10750"/>
                  </a:lnTo>
                  <a:lnTo>
                    <a:pt x="0" y="8905"/>
                  </a:lnTo>
                  <a:lnTo>
                    <a:pt x="4094" y="5362"/>
                  </a:lnTo>
                  <a:lnTo>
                    <a:pt x="11604" y="8230"/>
                  </a:lnTo>
                  <a:lnTo>
                    <a:pt x="22046" y="7251"/>
                  </a:lnTo>
                  <a:lnTo>
                    <a:pt x="25468" y="4270"/>
                  </a:lnTo>
                  <a:lnTo>
                    <a:pt x="26798" y="4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h474"/>
            <p:cNvSpPr/>
            <p:nvPr/>
          </p:nvSpPr>
          <p:spPr>
            <a:xfrm>
              <a:off x="2345448" y="2829055"/>
              <a:ext cx="55807" cy="56922"/>
            </a:xfrm>
            <a:custGeom>
              <a:avLst/>
              <a:pathLst>
                <a:path w="55807" h="56922">
                  <a:moveTo>
                    <a:pt x="25814" y="504"/>
                  </a:moveTo>
                  <a:lnTo>
                    <a:pt x="27624" y="1780"/>
                  </a:lnTo>
                  <a:lnTo>
                    <a:pt x="34736" y="7510"/>
                  </a:lnTo>
                  <a:lnTo>
                    <a:pt x="37258" y="10807"/>
                  </a:lnTo>
                  <a:lnTo>
                    <a:pt x="39760" y="11516"/>
                  </a:lnTo>
                  <a:lnTo>
                    <a:pt x="43331" y="9476"/>
                  </a:lnTo>
                  <a:lnTo>
                    <a:pt x="47141" y="9703"/>
                  </a:lnTo>
                  <a:lnTo>
                    <a:pt x="53508" y="15023"/>
                  </a:lnTo>
                  <a:lnTo>
                    <a:pt x="55807" y="19360"/>
                  </a:lnTo>
                  <a:lnTo>
                    <a:pt x="53896" y="22771"/>
                  </a:lnTo>
                  <a:lnTo>
                    <a:pt x="54097" y="24767"/>
                  </a:lnTo>
                  <a:lnTo>
                    <a:pt x="48187" y="24949"/>
                  </a:lnTo>
                  <a:lnTo>
                    <a:pt x="46004" y="23107"/>
                  </a:lnTo>
                  <a:lnTo>
                    <a:pt x="43540" y="23006"/>
                  </a:lnTo>
                  <a:lnTo>
                    <a:pt x="42068" y="31106"/>
                  </a:lnTo>
                  <a:lnTo>
                    <a:pt x="41968" y="39504"/>
                  </a:lnTo>
                  <a:lnTo>
                    <a:pt x="40305" y="41593"/>
                  </a:lnTo>
                  <a:lnTo>
                    <a:pt x="31098" y="39342"/>
                  </a:lnTo>
                  <a:lnTo>
                    <a:pt x="30177" y="46024"/>
                  </a:lnTo>
                  <a:lnTo>
                    <a:pt x="35221" y="50552"/>
                  </a:lnTo>
                  <a:lnTo>
                    <a:pt x="32707" y="50287"/>
                  </a:lnTo>
                  <a:lnTo>
                    <a:pt x="31965" y="55417"/>
                  </a:lnTo>
                  <a:lnTo>
                    <a:pt x="29656" y="55023"/>
                  </a:lnTo>
                  <a:lnTo>
                    <a:pt x="28552" y="52779"/>
                  </a:lnTo>
                  <a:lnTo>
                    <a:pt x="22858" y="52318"/>
                  </a:lnTo>
                  <a:lnTo>
                    <a:pt x="20068" y="56341"/>
                  </a:lnTo>
                  <a:lnTo>
                    <a:pt x="16017" y="56922"/>
                  </a:lnTo>
                  <a:lnTo>
                    <a:pt x="15623" y="55464"/>
                  </a:lnTo>
                  <a:lnTo>
                    <a:pt x="12886" y="54962"/>
                  </a:lnTo>
                  <a:lnTo>
                    <a:pt x="14039" y="49064"/>
                  </a:lnTo>
                  <a:lnTo>
                    <a:pt x="19152" y="49446"/>
                  </a:lnTo>
                  <a:lnTo>
                    <a:pt x="19514" y="43787"/>
                  </a:lnTo>
                  <a:lnTo>
                    <a:pt x="15404" y="43339"/>
                  </a:lnTo>
                  <a:lnTo>
                    <a:pt x="14405" y="44115"/>
                  </a:lnTo>
                  <a:lnTo>
                    <a:pt x="6372" y="41096"/>
                  </a:lnTo>
                  <a:lnTo>
                    <a:pt x="5510" y="40118"/>
                  </a:lnTo>
                  <a:lnTo>
                    <a:pt x="5781" y="37483"/>
                  </a:lnTo>
                  <a:lnTo>
                    <a:pt x="5096" y="36645"/>
                  </a:lnTo>
                  <a:lnTo>
                    <a:pt x="2696" y="33035"/>
                  </a:lnTo>
                  <a:lnTo>
                    <a:pt x="2158" y="28652"/>
                  </a:lnTo>
                  <a:lnTo>
                    <a:pt x="1123" y="29034"/>
                  </a:lnTo>
                  <a:lnTo>
                    <a:pt x="0" y="27066"/>
                  </a:lnTo>
                  <a:lnTo>
                    <a:pt x="502" y="25224"/>
                  </a:lnTo>
                  <a:lnTo>
                    <a:pt x="2791" y="21261"/>
                  </a:lnTo>
                  <a:lnTo>
                    <a:pt x="5288" y="20625"/>
                  </a:lnTo>
                  <a:lnTo>
                    <a:pt x="6419" y="17294"/>
                  </a:lnTo>
                  <a:lnTo>
                    <a:pt x="6497" y="14230"/>
                  </a:lnTo>
                  <a:lnTo>
                    <a:pt x="7173" y="9281"/>
                  </a:lnTo>
                  <a:lnTo>
                    <a:pt x="8212" y="7983"/>
                  </a:lnTo>
                  <a:lnTo>
                    <a:pt x="11149" y="6711"/>
                  </a:lnTo>
                  <a:lnTo>
                    <a:pt x="20344" y="5399"/>
                  </a:lnTo>
                  <a:lnTo>
                    <a:pt x="22601" y="3598"/>
                  </a:lnTo>
                  <a:lnTo>
                    <a:pt x="2217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h475"/>
            <p:cNvSpPr/>
            <p:nvPr/>
          </p:nvSpPr>
          <p:spPr>
            <a:xfrm>
              <a:off x="2407873" y="2981976"/>
              <a:ext cx="20389" cy="20029"/>
            </a:xfrm>
            <a:custGeom>
              <a:avLst/>
              <a:pathLst>
                <a:path w="20389" h="20029">
                  <a:moveTo>
                    <a:pt x="10733" y="0"/>
                  </a:moveTo>
                  <a:lnTo>
                    <a:pt x="12515" y="1707"/>
                  </a:lnTo>
                  <a:lnTo>
                    <a:pt x="14071" y="1999"/>
                  </a:lnTo>
                  <a:lnTo>
                    <a:pt x="15035" y="1273"/>
                  </a:lnTo>
                  <a:lnTo>
                    <a:pt x="17978" y="4293"/>
                  </a:lnTo>
                  <a:lnTo>
                    <a:pt x="13960" y="16041"/>
                  </a:lnTo>
                  <a:lnTo>
                    <a:pt x="16268" y="16448"/>
                  </a:lnTo>
                  <a:lnTo>
                    <a:pt x="15870" y="13471"/>
                  </a:lnTo>
                  <a:lnTo>
                    <a:pt x="20389" y="15446"/>
                  </a:lnTo>
                  <a:lnTo>
                    <a:pt x="17997" y="17081"/>
                  </a:lnTo>
                  <a:lnTo>
                    <a:pt x="15247" y="17599"/>
                  </a:lnTo>
                  <a:lnTo>
                    <a:pt x="15072" y="20029"/>
                  </a:lnTo>
                  <a:lnTo>
                    <a:pt x="12851" y="19364"/>
                  </a:lnTo>
                  <a:lnTo>
                    <a:pt x="10679" y="16787"/>
                  </a:lnTo>
                  <a:lnTo>
                    <a:pt x="5861" y="17190"/>
                  </a:lnTo>
                  <a:lnTo>
                    <a:pt x="4068" y="16304"/>
                  </a:lnTo>
                  <a:lnTo>
                    <a:pt x="4117" y="14815"/>
                  </a:lnTo>
                  <a:lnTo>
                    <a:pt x="591" y="14547"/>
                  </a:lnTo>
                  <a:lnTo>
                    <a:pt x="0" y="10030"/>
                  </a:lnTo>
                  <a:lnTo>
                    <a:pt x="1642" y="7913"/>
                  </a:lnTo>
                  <a:lnTo>
                    <a:pt x="6493" y="4379"/>
                  </a:lnTo>
                  <a:lnTo>
                    <a:pt x="7192" y="65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h476"/>
            <p:cNvSpPr/>
            <p:nvPr/>
          </p:nvSpPr>
          <p:spPr>
            <a:xfrm>
              <a:off x="2312250" y="2921557"/>
              <a:ext cx="61953" cy="56172"/>
            </a:xfrm>
            <a:custGeom>
              <a:avLst/>
              <a:pathLst>
                <a:path w="61953" h="56172">
                  <a:moveTo>
                    <a:pt x="41991" y="2260"/>
                  </a:moveTo>
                  <a:lnTo>
                    <a:pt x="44474" y="2797"/>
                  </a:lnTo>
                  <a:lnTo>
                    <a:pt x="46698" y="1885"/>
                  </a:lnTo>
                  <a:lnTo>
                    <a:pt x="47052" y="2435"/>
                  </a:lnTo>
                  <a:lnTo>
                    <a:pt x="47971" y="5011"/>
                  </a:lnTo>
                  <a:lnTo>
                    <a:pt x="47559" y="7642"/>
                  </a:lnTo>
                  <a:lnTo>
                    <a:pt x="43570" y="7855"/>
                  </a:lnTo>
                  <a:lnTo>
                    <a:pt x="43728" y="8810"/>
                  </a:lnTo>
                  <a:lnTo>
                    <a:pt x="46187" y="11073"/>
                  </a:lnTo>
                  <a:lnTo>
                    <a:pt x="52698" y="11270"/>
                  </a:lnTo>
                  <a:lnTo>
                    <a:pt x="53383" y="9885"/>
                  </a:lnTo>
                  <a:lnTo>
                    <a:pt x="54735" y="9217"/>
                  </a:lnTo>
                  <a:lnTo>
                    <a:pt x="57066" y="9795"/>
                  </a:lnTo>
                  <a:lnTo>
                    <a:pt x="56947" y="12330"/>
                  </a:lnTo>
                  <a:lnTo>
                    <a:pt x="60686" y="12498"/>
                  </a:lnTo>
                  <a:lnTo>
                    <a:pt x="59598" y="20308"/>
                  </a:lnTo>
                  <a:lnTo>
                    <a:pt x="60746" y="24245"/>
                  </a:lnTo>
                  <a:lnTo>
                    <a:pt x="61953" y="24986"/>
                  </a:lnTo>
                  <a:lnTo>
                    <a:pt x="61752" y="25928"/>
                  </a:lnTo>
                  <a:lnTo>
                    <a:pt x="60782" y="29291"/>
                  </a:lnTo>
                  <a:lnTo>
                    <a:pt x="56278" y="33869"/>
                  </a:lnTo>
                  <a:lnTo>
                    <a:pt x="55674" y="35448"/>
                  </a:lnTo>
                  <a:lnTo>
                    <a:pt x="57215" y="41071"/>
                  </a:lnTo>
                  <a:lnTo>
                    <a:pt x="58026" y="41821"/>
                  </a:lnTo>
                  <a:lnTo>
                    <a:pt x="55534" y="50349"/>
                  </a:lnTo>
                  <a:lnTo>
                    <a:pt x="54646" y="49687"/>
                  </a:lnTo>
                  <a:lnTo>
                    <a:pt x="52108" y="53120"/>
                  </a:lnTo>
                  <a:lnTo>
                    <a:pt x="48290" y="55327"/>
                  </a:lnTo>
                  <a:lnTo>
                    <a:pt x="37084" y="53742"/>
                  </a:lnTo>
                  <a:lnTo>
                    <a:pt x="33579" y="55188"/>
                  </a:lnTo>
                  <a:lnTo>
                    <a:pt x="34224" y="54292"/>
                  </a:lnTo>
                  <a:lnTo>
                    <a:pt x="32346" y="52192"/>
                  </a:lnTo>
                  <a:lnTo>
                    <a:pt x="27042" y="55260"/>
                  </a:lnTo>
                  <a:lnTo>
                    <a:pt x="22435" y="56172"/>
                  </a:lnTo>
                  <a:lnTo>
                    <a:pt x="22316" y="54638"/>
                  </a:lnTo>
                  <a:lnTo>
                    <a:pt x="20635" y="53758"/>
                  </a:lnTo>
                  <a:lnTo>
                    <a:pt x="19677" y="52092"/>
                  </a:lnTo>
                  <a:lnTo>
                    <a:pt x="18545" y="47933"/>
                  </a:lnTo>
                  <a:lnTo>
                    <a:pt x="18532" y="36667"/>
                  </a:lnTo>
                  <a:lnTo>
                    <a:pt x="16556" y="36470"/>
                  </a:lnTo>
                  <a:lnTo>
                    <a:pt x="15733" y="34429"/>
                  </a:lnTo>
                  <a:lnTo>
                    <a:pt x="12345" y="34510"/>
                  </a:lnTo>
                  <a:lnTo>
                    <a:pt x="10204" y="35691"/>
                  </a:lnTo>
                  <a:lnTo>
                    <a:pt x="9200" y="34072"/>
                  </a:lnTo>
                  <a:lnTo>
                    <a:pt x="9099" y="31724"/>
                  </a:lnTo>
                  <a:lnTo>
                    <a:pt x="3859" y="32505"/>
                  </a:lnTo>
                  <a:lnTo>
                    <a:pt x="0" y="31295"/>
                  </a:lnTo>
                  <a:lnTo>
                    <a:pt x="2606" y="25427"/>
                  </a:lnTo>
                  <a:lnTo>
                    <a:pt x="8431" y="16401"/>
                  </a:lnTo>
                  <a:lnTo>
                    <a:pt x="10739" y="10210"/>
                  </a:lnTo>
                  <a:lnTo>
                    <a:pt x="15731" y="7931"/>
                  </a:lnTo>
                  <a:lnTo>
                    <a:pt x="20679" y="7230"/>
                  </a:lnTo>
                  <a:lnTo>
                    <a:pt x="25463" y="9948"/>
                  </a:lnTo>
                  <a:lnTo>
                    <a:pt x="30240" y="8739"/>
                  </a:lnTo>
                  <a:lnTo>
                    <a:pt x="35694" y="2040"/>
                  </a:lnTo>
                  <a:lnTo>
                    <a:pt x="3952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h477"/>
            <p:cNvSpPr/>
            <p:nvPr/>
          </p:nvSpPr>
          <p:spPr>
            <a:xfrm>
              <a:off x="2497495" y="2991997"/>
              <a:ext cx="19018" cy="18598"/>
            </a:xfrm>
            <a:custGeom>
              <a:avLst/>
              <a:pathLst>
                <a:path w="19018" h="18598">
                  <a:moveTo>
                    <a:pt x="11041" y="1600"/>
                  </a:moveTo>
                  <a:lnTo>
                    <a:pt x="11786" y="5075"/>
                  </a:lnTo>
                  <a:lnTo>
                    <a:pt x="13329" y="7170"/>
                  </a:lnTo>
                  <a:lnTo>
                    <a:pt x="15409" y="9183"/>
                  </a:lnTo>
                  <a:lnTo>
                    <a:pt x="18033" y="9205"/>
                  </a:lnTo>
                  <a:lnTo>
                    <a:pt x="19018" y="12451"/>
                  </a:lnTo>
                  <a:lnTo>
                    <a:pt x="16867" y="11865"/>
                  </a:lnTo>
                  <a:lnTo>
                    <a:pt x="10535" y="18598"/>
                  </a:lnTo>
                  <a:lnTo>
                    <a:pt x="6381" y="15834"/>
                  </a:lnTo>
                  <a:lnTo>
                    <a:pt x="1128" y="15846"/>
                  </a:lnTo>
                  <a:lnTo>
                    <a:pt x="1167" y="14771"/>
                  </a:lnTo>
                  <a:lnTo>
                    <a:pt x="2651" y="13632"/>
                  </a:lnTo>
                  <a:lnTo>
                    <a:pt x="4502" y="13681"/>
                  </a:lnTo>
                  <a:lnTo>
                    <a:pt x="5447" y="11417"/>
                  </a:lnTo>
                  <a:lnTo>
                    <a:pt x="818" y="11606"/>
                  </a:lnTo>
                  <a:lnTo>
                    <a:pt x="0" y="12235"/>
                  </a:lnTo>
                  <a:lnTo>
                    <a:pt x="4485" y="3900"/>
                  </a:lnTo>
                  <a:lnTo>
                    <a:pt x="4595" y="747"/>
                  </a:lnTo>
                  <a:lnTo>
                    <a:pt x="845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h478"/>
            <p:cNvSpPr/>
            <p:nvPr/>
          </p:nvSpPr>
          <p:spPr>
            <a:xfrm>
              <a:off x="2467278" y="2946887"/>
              <a:ext cx="23360" cy="33000"/>
            </a:xfrm>
            <a:custGeom>
              <a:avLst/>
              <a:pathLst>
                <a:path w="23360" h="33000">
                  <a:moveTo>
                    <a:pt x="21205" y="86"/>
                  </a:moveTo>
                  <a:lnTo>
                    <a:pt x="22995" y="2221"/>
                  </a:lnTo>
                  <a:lnTo>
                    <a:pt x="22696" y="6406"/>
                  </a:lnTo>
                  <a:lnTo>
                    <a:pt x="23360" y="9905"/>
                  </a:lnTo>
                  <a:lnTo>
                    <a:pt x="19266" y="13448"/>
                  </a:lnTo>
                  <a:lnTo>
                    <a:pt x="20412" y="15293"/>
                  </a:lnTo>
                  <a:lnTo>
                    <a:pt x="20646" y="25560"/>
                  </a:lnTo>
                  <a:lnTo>
                    <a:pt x="18981" y="28164"/>
                  </a:lnTo>
                  <a:lnTo>
                    <a:pt x="14529" y="31604"/>
                  </a:lnTo>
                  <a:lnTo>
                    <a:pt x="7711" y="33000"/>
                  </a:lnTo>
                  <a:lnTo>
                    <a:pt x="6671" y="25266"/>
                  </a:lnTo>
                  <a:lnTo>
                    <a:pt x="837" y="21763"/>
                  </a:lnTo>
                  <a:lnTo>
                    <a:pt x="0" y="19125"/>
                  </a:lnTo>
                  <a:lnTo>
                    <a:pt x="2267" y="16581"/>
                  </a:lnTo>
                  <a:lnTo>
                    <a:pt x="3032" y="13153"/>
                  </a:lnTo>
                  <a:lnTo>
                    <a:pt x="1840" y="9481"/>
                  </a:lnTo>
                  <a:lnTo>
                    <a:pt x="2309" y="6549"/>
                  </a:lnTo>
                  <a:lnTo>
                    <a:pt x="7122" y="9013"/>
                  </a:lnTo>
                  <a:lnTo>
                    <a:pt x="7479" y="6529"/>
                  </a:lnTo>
                  <a:lnTo>
                    <a:pt x="12965" y="6628"/>
                  </a:lnTo>
                  <a:lnTo>
                    <a:pt x="14367" y="3608"/>
                  </a:lnTo>
                  <a:lnTo>
                    <a:pt x="1868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h479"/>
            <p:cNvSpPr/>
            <p:nvPr/>
          </p:nvSpPr>
          <p:spPr>
            <a:xfrm>
              <a:off x="2534026" y="2850211"/>
              <a:ext cx="34823" cy="30601"/>
            </a:xfrm>
            <a:custGeom>
              <a:avLst/>
              <a:pathLst>
                <a:path w="34823" h="30601">
                  <a:moveTo>
                    <a:pt x="17838" y="1556"/>
                  </a:moveTo>
                  <a:lnTo>
                    <a:pt x="22874" y="5604"/>
                  </a:lnTo>
                  <a:lnTo>
                    <a:pt x="26679" y="10205"/>
                  </a:lnTo>
                  <a:lnTo>
                    <a:pt x="26245" y="11103"/>
                  </a:lnTo>
                  <a:lnTo>
                    <a:pt x="26963" y="12635"/>
                  </a:lnTo>
                  <a:lnTo>
                    <a:pt x="30843" y="14058"/>
                  </a:lnTo>
                  <a:lnTo>
                    <a:pt x="34336" y="13550"/>
                  </a:lnTo>
                  <a:lnTo>
                    <a:pt x="34776" y="14875"/>
                  </a:lnTo>
                  <a:lnTo>
                    <a:pt x="34823" y="16488"/>
                  </a:lnTo>
                  <a:lnTo>
                    <a:pt x="33435" y="18326"/>
                  </a:lnTo>
                  <a:lnTo>
                    <a:pt x="29484" y="16655"/>
                  </a:lnTo>
                  <a:lnTo>
                    <a:pt x="27713" y="17331"/>
                  </a:lnTo>
                  <a:lnTo>
                    <a:pt x="26682" y="23918"/>
                  </a:lnTo>
                  <a:lnTo>
                    <a:pt x="28454" y="28661"/>
                  </a:lnTo>
                  <a:lnTo>
                    <a:pt x="24994" y="29303"/>
                  </a:lnTo>
                  <a:lnTo>
                    <a:pt x="21873" y="30601"/>
                  </a:lnTo>
                  <a:lnTo>
                    <a:pt x="19694" y="28649"/>
                  </a:lnTo>
                  <a:lnTo>
                    <a:pt x="14391" y="28533"/>
                  </a:lnTo>
                  <a:lnTo>
                    <a:pt x="13239" y="29350"/>
                  </a:lnTo>
                  <a:lnTo>
                    <a:pt x="6082" y="25405"/>
                  </a:lnTo>
                  <a:lnTo>
                    <a:pt x="6926" y="23370"/>
                  </a:lnTo>
                  <a:lnTo>
                    <a:pt x="5592" y="22808"/>
                  </a:lnTo>
                  <a:lnTo>
                    <a:pt x="4563" y="19190"/>
                  </a:lnTo>
                  <a:lnTo>
                    <a:pt x="4798" y="14542"/>
                  </a:lnTo>
                  <a:lnTo>
                    <a:pt x="1636" y="9029"/>
                  </a:lnTo>
                  <a:lnTo>
                    <a:pt x="0" y="8572"/>
                  </a:lnTo>
                  <a:lnTo>
                    <a:pt x="134" y="7842"/>
                  </a:lnTo>
                  <a:lnTo>
                    <a:pt x="4875" y="9166"/>
                  </a:lnTo>
                  <a:lnTo>
                    <a:pt x="6501" y="4802"/>
                  </a:lnTo>
                  <a:lnTo>
                    <a:pt x="10601" y="6467"/>
                  </a:lnTo>
                  <a:lnTo>
                    <a:pt x="15896" y="2587"/>
                  </a:lnTo>
                  <a:lnTo>
                    <a:pt x="1721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h480"/>
            <p:cNvSpPr/>
            <p:nvPr/>
          </p:nvSpPr>
          <p:spPr>
            <a:xfrm>
              <a:off x="2421671" y="2976715"/>
              <a:ext cx="16434" cy="21708"/>
            </a:xfrm>
            <a:custGeom>
              <a:avLst/>
              <a:pathLst>
                <a:path w="16434" h="21708">
                  <a:moveTo>
                    <a:pt x="10718" y="4600"/>
                  </a:moveTo>
                  <a:lnTo>
                    <a:pt x="13409" y="8543"/>
                  </a:lnTo>
                  <a:lnTo>
                    <a:pt x="16434" y="15280"/>
                  </a:lnTo>
                  <a:lnTo>
                    <a:pt x="10035" y="18229"/>
                  </a:lnTo>
                  <a:lnTo>
                    <a:pt x="5427" y="14000"/>
                  </a:lnTo>
                  <a:lnTo>
                    <a:pt x="4848" y="14188"/>
                  </a:lnTo>
                  <a:lnTo>
                    <a:pt x="5356" y="15419"/>
                  </a:lnTo>
                  <a:lnTo>
                    <a:pt x="4499" y="17758"/>
                  </a:lnTo>
                  <a:lnTo>
                    <a:pt x="2072" y="18732"/>
                  </a:lnTo>
                  <a:lnTo>
                    <a:pt x="2470" y="21708"/>
                  </a:lnTo>
                  <a:lnTo>
                    <a:pt x="162" y="21301"/>
                  </a:lnTo>
                  <a:lnTo>
                    <a:pt x="4179" y="9554"/>
                  </a:lnTo>
                  <a:lnTo>
                    <a:pt x="1236" y="6534"/>
                  </a:lnTo>
                  <a:lnTo>
                    <a:pt x="0" y="3407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h481"/>
            <p:cNvSpPr/>
            <p:nvPr/>
          </p:nvSpPr>
          <p:spPr>
            <a:xfrm>
              <a:off x="2447586" y="2972448"/>
              <a:ext cx="63347" cy="41501"/>
            </a:xfrm>
            <a:custGeom>
              <a:avLst/>
              <a:pathLst>
                <a:path w="63347" h="41501">
                  <a:moveTo>
                    <a:pt x="44715" y="1906"/>
                  </a:moveTo>
                  <a:lnTo>
                    <a:pt x="46203" y="3919"/>
                  </a:lnTo>
                  <a:lnTo>
                    <a:pt x="43276" y="6470"/>
                  </a:lnTo>
                  <a:lnTo>
                    <a:pt x="43579" y="9750"/>
                  </a:lnTo>
                  <a:lnTo>
                    <a:pt x="48279" y="10201"/>
                  </a:lnTo>
                  <a:lnTo>
                    <a:pt x="50004" y="13771"/>
                  </a:lnTo>
                  <a:lnTo>
                    <a:pt x="50483" y="19687"/>
                  </a:lnTo>
                  <a:lnTo>
                    <a:pt x="57778" y="17952"/>
                  </a:lnTo>
                  <a:lnTo>
                    <a:pt x="63347" y="19864"/>
                  </a:lnTo>
                  <a:lnTo>
                    <a:pt x="63134" y="22597"/>
                  </a:lnTo>
                  <a:lnTo>
                    <a:pt x="62078" y="23538"/>
                  </a:lnTo>
                  <a:lnTo>
                    <a:pt x="63238" y="26719"/>
                  </a:lnTo>
                  <a:lnTo>
                    <a:pt x="61695" y="24624"/>
                  </a:lnTo>
                  <a:lnTo>
                    <a:pt x="60951" y="21149"/>
                  </a:lnTo>
                  <a:lnTo>
                    <a:pt x="58361" y="19548"/>
                  </a:lnTo>
                  <a:lnTo>
                    <a:pt x="54505" y="20296"/>
                  </a:lnTo>
                  <a:lnTo>
                    <a:pt x="54394" y="23449"/>
                  </a:lnTo>
                  <a:lnTo>
                    <a:pt x="49909" y="31784"/>
                  </a:lnTo>
                  <a:lnTo>
                    <a:pt x="47739" y="35573"/>
                  </a:lnTo>
                  <a:lnTo>
                    <a:pt x="44119" y="35498"/>
                  </a:lnTo>
                  <a:lnTo>
                    <a:pt x="35465" y="37870"/>
                  </a:lnTo>
                  <a:lnTo>
                    <a:pt x="31983" y="41501"/>
                  </a:lnTo>
                  <a:lnTo>
                    <a:pt x="28297" y="41335"/>
                  </a:lnTo>
                  <a:lnTo>
                    <a:pt x="26364" y="35974"/>
                  </a:lnTo>
                  <a:lnTo>
                    <a:pt x="22342" y="33023"/>
                  </a:lnTo>
                  <a:lnTo>
                    <a:pt x="21286" y="33810"/>
                  </a:lnTo>
                  <a:lnTo>
                    <a:pt x="21633" y="36202"/>
                  </a:lnTo>
                  <a:lnTo>
                    <a:pt x="20968" y="38771"/>
                  </a:lnTo>
                  <a:lnTo>
                    <a:pt x="15147" y="37593"/>
                  </a:lnTo>
                  <a:lnTo>
                    <a:pt x="12228" y="35300"/>
                  </a:lnTo>
                  <a:lnTo>
                    <a:pt x="7077" y="35212"/>
                  </a:lnTo>
                  <a:lnTo>
                    <a:pt x="7063" y="39014"/>
                  </a:lnTo>
                  <a:lnTo>
                    <a:pt x="5719" y="39387"/>
                  </a:lnTo>
                  <a:lnTo>
                    <a:pt x="4094" y="39505"/>
                  </a:lnTo>
                  <a:lnTo>
                    <a:pt x="2812" y="36094"/>
                  </a:lnTo>
                  <a:lnTo>
                    <a:pt x="197" y="36491"/>
                  </a:lnTo>
                  <a:lnTo>
                    <a:pt x="0" y="34732"/>
                  </a:lnTo>
                  <a:lnTo>
                    <a:pt x="2679" y="29986"/>
                  </a:lnTo>
                  <a:lnTo>
                    <a:pt x="4217" y="29642"/>
                  </a:lnTo>
                  <a:lnTo>
                    <a:pt x="6641" y="29450"/>
                  </a:lnTo>
                  <a:lnTo>
                    <a:pt x="9881" y="26546"/>
                  </a:lnTo>
                  <a:lnTo>
                    <a:pt x="12162" y="21990"/>
                  </a:lnTo>
                  <a:lnTo>
                    <a:pt x="13386" y="18390"/>
                  </a:lnTo>
                  <a:lnTo>
                    <a:pt x="13232" y="15903"/>
                  </a:lnTo>
                  <a:lnTo>
                    <a:pt x="14262" y="14100"/>
                  </a:lnTo>
                  <a:lnTo>
                    <a:pt x="15081" y="13387"/>
                  </a:lnTo>
                  <a:lnTo>
                    <a:pt x="16823" y="13407"/>
                  </a:lnTo>
                  <a:lnTo>
                    <a:pt x="16933" y="13938"/>
                  </a:lnTo>
                  <a:lnTo>
                    <a:pt x="20910" y="12616"/>
                  </a:lnTo>
                  <a:lnTo>
                    <a:pt x="22421" y="9712"/>
                  </a:lnTo>
                  <a:lnTo>
                    <a:pt x="27403" y="7439"/>
                  </a:lnTo>
                  <a:lnTo>
                    <a:pt x="34221" y="6044"/>
                  </a:lnTo>
                  <a:lnTo>
                    <a:pt x="38673" y="2604"/>
                  </a:lnTo>
                  <a:lnTo>
                    <a:pt x="4033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h482"/>
            <p:cNvSpPr/>
            <p:nvPr/>
          </p:nvSpPr>
          <p:spPr>
            <a:xfrm>
              <a:off x="2351772" y="2910940"/>
              <a:ext cx="24258" cy="23115"/>
            </a:xfrm>
            <a:custGeom>
              <a:avLst/>
              <a:pathLst>
                <a:path w="24258" h="23115">
                  <a:moveTo>
                    <a:pt x="10529" y="985"/>
                  </a:moveTo>
                  <a:lnTo>
                    <a:pt x="17131" y="1158"/>
                  </a:lnTo>
                  <a:lnTo>
                    <a:pt x="19208" y="4546"/>
                  </a:lnTo>
                  <a:lnTo>
                    <a:pt x="24258" y="8740"/>
                  </a:lnTo>
                  <a:lnTo>
                    <a:pt x="23433" y="21778"/>
                  </a:lnTo>
                  <a:lnTo>
                    <a:pt x="21164" y="23115"/>
                  </a:lnTo>
                  <a:lnTo>
                    <a:pt x="17426" y="22946"/>
                  </a:lnTo>
                  <a:lnTo>
                    <a:pt x="17545" y="20411"/>
                  </a:lnTo>
                  <a:lnTo>
                    <a:pt x="15213" y="19834"/>
                  </a:lnTo>
                  <a:lnTo>
                    <a:pt x="13861" y="20501"/>
                  </a:lnTo>
                  <a:lnTo>
                    <a:pt x="13176" y="21886"/>
                  </a:lnTo>
                  <a:lnTo>
                    <a:pt x="6666" y="21690"/>
                  </a:lnTo>
                  <a:lnTo>
                    <a:pt x="4206" y="19427"/>
                  </a:lnTo>
                  <a:lnTo>
                    <a:pt x="4048" y="18472"/>
                  </a:lnTo>
                  <a:lnTo>
                    <a:pt x="8037" y="18259"/>
                  </a:lnTo>
                  <a:lnTo>
                    <a:pt x="8449" y="15627"/>
                  </a:lnTo>
                  <a:lnTo>
                    <a:pt x="7531" y="13052"/>
                  </a:lnTo>
                  <a:lnTo>
                    <a:pt x="7176" y="12501"/>
                  </a:lnTo>
                  <a:lnTo>
                    <a:pt x="4952" y="13413"/>
                  </a:lnTo>
                  <a:lnTo>
                    <a:pt x="2470" y="12877"/>
                  </a:lnTo>
                  <a:lnTo>
                    <a:pt x="0" y="10616"/>
                  </a:lnTo>
                  <a:lnTo>
                    <a:pt x="1769" y="9675"/>
                  </a:lnTo>
                  <a:lnTo>
                    <a:pt x="2791" y="5117"/>
                  </a:lnTo>
                  <a:lnTo>
                    <a:pt x="6932" y="208"/>
                  </a:lnTo>
                  <a:lnTo>
                    <a:pt x="827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h483"/>
            <p:cNvSpPr/>
            <p:nvPr/>
          </p:nvSpPr>
          <p:spPr>
            <a:xfrm>
              <a:off x="2510246" y="2842577"/>
              <a:ext cx="30280" cy="18468"/>
            </a:xfrm>
            <a:custGeom>
              <a:avLst/>
              <a:pathLst>
                <a:path w="30280" h="18468">
                  <a:moveTo>
                    <a:pt x="20975" y="1437"/>
                  </a:moveTo>
                  <a:lnTo>
                    <a:pt x="30280" y="12437"/>
                  </a:lnTo>
                  <a:lnTo>
                    <a:pt x="28655" y="16801"/>
                  </a:lnTo>
                  <a:lnTo>
                    <a:pt x="23913" y="15477"/>
                  </a:lnTo>
                  <a:lnTo>
                    <a:pt x="23779" y="16206"/>
                  </a:lnTo>
                  <a:lnTo>
                    <a:pt x="22620" y="18468"/>
                  </a:lnTo>
                  <a:lnTo>
                    <a:pt x="19550" y="17707"/>
                  </a:lnTo>
                  <a:lnTo>
                    <a:pt x="19289" y="16405"/>
                  </a:lnTo>
                  <a:lnTo>
                    <a:pt x="3773" y="14703"/>
                  </a:lnTo>
                  <a:lnTo>
                    <a:pt x="3375" y="13472"/>
                  </a:lnTo>
                  <a:lnTo>
                    <a:pt x="0" y="5143"/>
                  </a:lnTo>
                  <a:lnTo>
                    <a:pt x="5170" y="3346"/>
                  </a:lnTo>
                  <a:lnTo>
                    <a:pt x="7740" y="5060"/>
                  </a:lnTo>
                  <a:lnTo>
                    <a:pt x="9547" y="5233"/>
                  </a:lnTo>
                  <a:lnTo>
                    <a:pt x="15396" y="3357"/>
                  </a:lnTo>
                  <a:lnTo>
                    <a:pt x="16393" y="768"/>
                  </a:lnTo>
                  <a:lnTo>
                    <a:pt x="1742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h484"/>
            <p:cNvSpPr/>
            <p:nvPr/>
          </p:nvSpPr>
          <p:spPr>
            <a:xfrm>
              <a:off x="2421970" y="2828113"/>
              <a:ext cx="69880" cy="62001"/>
            </a:xfrm>
            <a:custGeom>
              <a:avLst/>
              <a:pathLst>
                <a:path w="69880" h="62001">
                  <a:moveTo>
                    <a:pt x="29899" y="3462"/>
                  </a:moveTo>
                  <a:lnTo>
                    <a:pt x="31559" y="3533"/>
                  </a:lnTo>
                  <a:lnTo>
                    <a:pt x="37245" y="1038"/>
                  </a:lnTo>
                  <a:lnTo>
                    <a:pt x="53648" y="404"/>
                  </a:lnTo>
                  <a:lnTo>
                    <a:pt x="56710" y="2690"/>
                  </a:lnTo>
                  <a:lnTo>
                    <a:pt x="57803" y="4777"/>
                  </a:lnTo>
                  <a:lnTo>
                    <a:pt x="59173" y="4286"/>
                  </a:lnTo>
                  <a:lnTo>
                    <a:pt x="59785" y="6766"/>
                  </a:lnTo>
                  <a:lnTo>
                    <a:pt x="67307" y="12651"/>
                  </a:lnTo>
                  <a:lnTo>
                    <a:pt x="66439" y="16276"/>
                  </a:lnTo>
                  <a:lnTo>
                    <a:pt x="62583" y="18056"/>
                  </a:lnTo>
                  <a:lnTo>
                    <a:pt x="65172" y="23861"/>
                  </a:lnTo>
                  <a:lnTo>
                    <a:pt x="69880" y="27885"/>
                  </a:lnTo>
                  <a:lnTo>
                    <a:pt x="69828" y="28992"/>
                  </a:lnTo>
                  <a:lnTo>
                    <a:pt x="63331" y="29522"/>
                  </a:lnTo>
                  <a:lnTo>
                    <a:pt x="54056" y="31465"/>
                  </a:lnTo>
                  <a:lnTo>
                    <a:pt x="50782" y="32945"/>
                  </a:lnTo>
                  <a:lnTo>
                    <a:pt x="43228" y="34586"/>
                  </a:lnTo>
                  <a:lnTo>
                    <a:pt x="44129" y="39758"/>
                  </a:lnTo>
                  <a:lnTo>
                    <a:pt x="39248" y="40965"/>
                  </a:lnTo>
                  <a:lnTo>
                    <a:pt x="36301" y="42740"/>
                  </a:lnTo>
                  <a:lnTo>
                    <a:pt x="34820" y="48465"/>
                  </a:lnTo>
                  <a:lnTo>
                    <a:pt x="33112" y="49907"/>
                  </a:lnTo>
                  <a:lnTo>
                    <a:pt x="30774" y="50025"/>
                  </a:lnTo>
                  <a:lnTo>
                    <a:pt x="21759" y="58599"/>
                  </a:lnTo>
                  <a:lnTo>
                    <a:pt x="14689" y="62001"/>
                  </a:lnTo>
                  <a:lnTo>
                    <a:pt x="14404" y="61341"/>
                  </a:lnTo>
                  <a:lnTo>
                    <a:pt x="12429" y="52647"/>
                  </a:lnTo>
                  <a:lnTo>
                    <a:pt x="10205" y="52571"/>
                  </a:lnTo>
                  <a:lnTo>
                    <a:pt x="10210" y="51671"/>
                  </a:lnTo>
                  <a:lnTo>
                    <a:pt x="11389" y="49780"/>
                  </a:lnTo>
                  <a:lnTo>
                    <a:pt x="16175" y="48507"/>
                  </a:lnTo>
                  <a:lnTo>
                    <a:pt x="18223" y="46345"/>
                  </a:lnTo>
                  <a:lnTo>
                    <a:pt x="15052" y="43034"/>
                  </a:lnTo>
                  <a:lnTo>
                    <a:pt x="11958" y="41913"/>
                  </a:lnTo>
                  <a:lnTo>
                    <a:pt x="9627" y="42696"/>
                  </a:lnTo>
                  <a:lnTo>
                    <a:pt x="8539" y="41663"/>
                  </a:lnTo>
                  <a:lnTo>
                    <a:pt x="7238" y="37736"/>
                  </a:lnTo>
                  <a:lnTo>
                    <a:pt x="11743" y="26805"/>
                  </a:lnTo>
                  <a:lnTo>
                    <a:pt x="12026" y="24538"/>
                  </a:lnTo>
                  <a:lnTo>
                    <a:pt x="4037" y="17459"/>
                  </a:lnTo>
                  <a:lnTo>
                    <a:pt x="0" y="16537"/>
                  </a:lnTo>
                  <a:lnTo>
                    <a:pt x="1543" y="13512"/>
                  </a:lnTo>
                  <a:lnTo>
                    <a:pt x="6354" y="12426"/>
                  </a:lnTo>
                  <a:lnTo>
                    <a:pt x="12024" y="9885"/>
                  </a:lnTo>
                  <a:lnTo>
                    <a:pt x="12672" y="6116"/>
                  </a:lnTo>
                  <a:lnTo>
                    <a:pt x="11547" y="4500"/>
                  </a:lnTo>
                  <a:lnTo>
                    <a:pt x="12912" y="1952"/>
                  </a:lnTo>
                  <a:lnTo>
                    <a:pt x="14895" y="2683"/>
                  </a:lnTo>
                  <a:lnTo>
                    <a:pt x="14294" y="6909"/>
                  </a:lnTo>
                  <a:lnTo>
                    <a:pt x="16161" y="7241"/>
                  </a:lnTo>
                  <a:lnTo>
                    <a:pt x="18691" y="5817"/>
                  </a:lnTo>
                  <a:lnTo>
                    <a:pt x="19078" y="1071"/>
                  </a:lnTo>
                  <a:lnTo>
                    <a:pt x="19967" y="904"/>
                  </a:lnTo>
                  <a:lnTo>
                    <a:pt x="22799" y="1550"/>
                  </a:lnTo>
                  <a:lnTo>
                    <a:pt x="2407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h485"/>
            <p:cNvSpPr/>
            <p:nvPr/>
          </p:nvSpPr>
          <p:spPr>
            <a:xfrm>
              <a:off x="2368637" y="2763612"/>
              <a:ext cx="43121" cy="58784"/>
            </a:xfrm>
            <a:custGeom>
              <a:avLst/>
              <a:pathLst>
                <a:path w="43121" h="58784">
                  <a:moveTo>
                    <a:pt x="26119" y="293"/>
                  </a:moveTo>
                  <a:lnTo>
                    <a:pt x="25688" y="9467"/>
                  </a:lnTo>
                  <a:lnTo>
                    <a:pt x="23637" y="11974"/>
                  </a:lnTo>
                  <a:lnTo>
                    <a:pt x="24088" y="21012"/>
                  </a:lnTo>
                  <a:lnTo>
                    <a:pt x="36544" y="19531"/>
                  </a:lnTo>
                  <a:lnTo>
                    <a:pt x="35192" y="26352"/>
                  </a:lnTo>
                  <a:lnTo>
                    <a:pt x="32786" y="33417"/>
                  </a:lnTo>
                  <a:lnTo>
                    <a:pt x="33510" y="34789"/>
                  </a:lnTo>
                  <a:lnTo>
                    <a:pt x="38823" y="35579"/>
                  </a:lnTo>
                  <a:lnTo>
                    <a:pt x="43121" y="39677"/>
                  </a:lnTo>
                  <a:lnTo>
                    <a:pt x="39291" y="41865"/>
                  </a:lnTo>
                  <a:lnTo>
                    <a:pt x="36557" y="47578"/>
                  </a:lnTo>
                  <a:lnTo>
                    <a:pt x="37870" y="54643"/>
                  </a:lnTo>
                  <a:lnTo>
                    <a:pt x="32671" y="56271"/>
                  </a:lnTo>
                  <a:lnTo>
                    <a:pt x="30021" y="54619"/>
                  </a:lnTo>
                  <a:lnTo>
                    <a:pt x="25036" y="53586"/>
                  </a:lnTo>
                  <a:lnTo>
                    <a:pt x="22604" y="55868"/>
                  </a:lnTo>
                  <a:lnTo>
                    <a:pt x="16776" y="58784"/>
                  </a:lnTo>
                  <a:lnTo>
                    <a:pt x="13066" y="56810"/>
                  </a:lnTo>
                  <a:lnTo>
                    <a:pt x="14079" y="53402"/>
                  </a:lnTo>
                  <a:lnTo>
                    <a:pt x="13585" y="51825"/>
                  </a:lnTo>
                  <a:lnTo>
                    <a:pt x="9230" y="52668"/>
                  </a:lnTo>
                  <a:lnTo>
                    <a:pt x="8213" y="53599"/>
                  </a:lnTo>
                  <a:lnTo>
                    <a:pt x="6060" y="50478"/>
                  </a:lnTo>
                  <a:lnTo>
                    <a:pt x="5911" y="47532"/>
                  </a:lnTo>
                  <a:lnTo>
                    <a:pt x="0" y="40788"/>
                  </a:lnTo>
                  <a:lnTo>
                    <a:pt x="1745" y="37076"/>
                  </a:lnTo>
                  <a:lnTo>
                    <a:pt x="3261" y="33064"/>
                  </a:lnTo>
                  <a:lnTo>
                    <a:pt x="6227" y="28809"/>
                  </a:lnTo>
                  <a:lnTo>
                    <a:pt x="6935" y="26485"/>
                  </a:lnTo>
                  <a:lnTo>
                    <a:pt x="5516" y="23825"/>
                  </a:lnTo>
                  <a:lnTo>
                    <a:pt x="9651" y="12124"/>
                  </a:lnTo>
                  <a:lnTo>
                    <a:pt x="6954" y="11961"/>
                  </a:lnTo>
                  <a:lnTo>
                    <a:pt x="6202" y="6412"/>
                  </a:lnTo>
                  <a:lnTo>
                    <a:pt x="11937" y="6584"/>
                  </a:lnTo>
                  <a:lnTo>
                    <a:pt x="15388" y="3727"/>
                  </a:lnTo>
                  <a:lnTo>
                    <a:pt x="17122" y="2295"/>
                  </a:lnTo>
                  <a:lnTo>
                    <a:pt x="1986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h486"/>
            <p:cNvSpPr/>
            <p:nvPr/>
          </p:nvSpPr>
          <p:spPr>
            <a:xfrm>
              <a:off x="2396101" y="2925959"/>
              <a:ext cx="14456" cy="10978"/>
            </a:xfrm>
            <a:custGeom>
              <a:avLst/>
              <a:pathLst>
                <a:path w="14456" h="10978">
                  <a:moveTo>
                    <a:pt x="8451" y="740"/>
                  </a:moveTo>
                  <a:lnTo>
                    <a:pt x="12981" y="1021"/>
                  </a:lnTo>
                  <a:lnTo>
                    <a:pt x="14102" y="1009"/>
                  </a:lnTo>
                  <a:lnTo>
                    <a:pt x="14456" y="3472"/>
                  </a:lnTo>
                  <a:lnTo>
                    <a:pt x="12867" y="5138"/>
                  </a:lnTo>
                  <a:lnTo>
                    <a:pt x="12852" y="6339"/>
                  </a:lnTo>
                  <a:lnTo>
                    <a:pt x="11837" y="6911"/>
                  </a:lnTo>
                  <a:lnTo>
                    <a:pt x="9461" y="5365"/>
                  </a:lnTo>
                  <a:lnTo>
                    <a:pt x="6107" y="8225"/>
                  </a:lnTo>
                  <a:lnTo>
                    <a:pt x="6228" y="10978"/>
                  </a:lnTo>
                  <a:lnTo>
                    <a:pt x="2086" y="9478"/>
                  </a:lnTo>
                  <a:lnTo>
                    <a:pt x="1885" y="7482"/>
                  </a:lnTo>
                  <a:lnTo>
                    <a:pt x="0" y="5618"/>
                  </a:lnTo>
                  <a:lnTo>
                    <a:pt x="121" y="4668"/>
                  </a:lnTo>
                  <a:lnTo>
                    <a:pt x="5392" y="761"/>
                  </a:lnTo>
                  <a:lnTo>
                    <a:pt x="751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h487"/>
            <p:cNvSpPr/>
            <p:nvPr/>
          </p:nvSpPr>
          <p:spPr>
            <a:xfrm>
              <a:off x="2363544" y="2761983"/>
              <a:ext cx="103345" cy="91839"/>
            </a:xfrm>
            <a:custGeom>
              <a:avLst/>
              <a:pathLst>
                <a:path w="103345" h="91839">
                  <a:moveTo>
                    <a:pt x="43831" y="509"/>
                  </a:moveTo>
                  <a:lnTo>
                    <a:pt x="48246" y="2412"/>
                  </a:lnTo>
                  <a:lnTo>
                    <a:pt x="50831" y="2031"/>
                  </a:lnTo>
                  <a:lnTo>
                    <a:pt x="56359" y="2967"/>
                  </a:lnTo>
                  <a:lnTo>
                    <a:pt x="56046" y="4787"/>
                  </a:lnTo>
                  <a:lnTo>
                    <a:pt x="63239" y="10601"/>
                  </a:lnTo>
                  <a:lnTo>
                    <a:pt x="66318" y="11143"/>
                  </a:lnTo>
                  <a:lnTo>
                    <a:pt x="75716" y="9473"/>
                  </a:lnTo>
                  <a:lnTo>
                    <a:pt x="85182" y="10980"/>
                  </a:lnTo>
                  <a:lnTo>
                    <a:pt x="90589" y="15263"/>
                  </a:lnTo>
                  <a:lnTo>
                    <a:pt x="94995" y="20275"/>
                  </a:lnTo>
                  <a:lnTo>
                    <a:pt x="98955" y="21492"/>
                  </a:lnTo>
                  <a:lnTo>
                    <a:pt x="99547" y="19577"/>
                  </a:lnTo>
                  <a:lnTo>
                    <a:pt x="101043" y="21240"/>
                  </a:lnTo>
                  <a:lnTo>
                    <a:pt x="103345" y="22496"/>
                  </a:lnTo>
                  <a:lnTo>
                    <a:pt x="100541" y="28493"/>
                  </a:lnTo>
                  <a:lnTo>
                    <a:pt x="98734" y="31734"/>
                  </a:lnTo>
                  <a:lnTo>
                    <a:pt x="91684" y="31216"/>
                  </a:lnTo>
                  <a:lnTo>
                    <a:pt x="91252" y="36045"/>
                  </a:lnTo>
                  <a:lnTo>
                    <a:pt x="85211" y="39288"/>
                  </a:lnTo>
                  <a:lnTo>
                    <a:pt x="82642" y="39019"/>
                  </a:lnTo>
                  <a:lnTo>
                    <a:pt x="82086" y="45037"/>
                  </a:lnTo>
                  <a:lnTo>
                    <a:pt x="79504" y="47529"/>
                  </a:lnTo>
                  <a:lnTo>
                    <a:pt x="78407" y="51384"/>
                  </a:lnTo>
                  <a:lnTo>
                    <a:pt x="79531" y="51870"/>
                  </a:lnTo>
                  <a:lnTo>
                    <a:pt x="80372" y="54507"/>
                  </a:lnTo>
                  <a:lnTo>
                    <a:pt x="78393" y="67034"/>
                  </a:lnTo>
                  <a:lnTo>
                    <a:pt x="77504" y="67201"/>
                  </a:lnTo>
                  <a:lnTo>
                    <a:pt x="77117" y="71947"/>
                  </a:lnTo>
                  <a:lnTo>
                    <a:pt x="74587" y="73370"/>
                  </a:lnTo>
                  <a:lnTo>
                    <a:pt x="72719" y="73039"/>
                  </a:lnTo>
                  <a:lnTo>
                    <a:pt x="73320" y="68813"/>
                  </a:lnTo>
                  <a:lnTo>
                    <a:pt x="71338" y="68082"/>
                  </a:lnTo>
                  <a:lnTo>
                    <a:pt x="69973" y="70630"/>
                  </a:lnTo>
                  <a:lnTo>
                    <a:pt x="71098" y="72246"/>
                  </a:lnTo>
                  <a:lnTo>
                    <a:pt x="70450" y="76015"/>
                  </a:lnTo>
                  <a:lnTo>
                    <a:pt x="64779" y="78556"/>
                  </a:lnTo>
                  <a:lnTo>
                    <a:pt x="59969" y="79642"/>
                  </a:lnTo>
                  <a:lnTo>
                    <a:pt x="58425" y="82667"/>
                  </a:lnTo>
                  <a:lnTo>
                    <a:pt x="57122" y="80005"/>
                  </a:lnTo>
                  <a:lnTo>
                    <a:pt x="56092" y="82559"/>
                  </a:lnTo>
                  <a:lnTo>
                    <a:pt x="47143" y="83359"/>
                  </a:lnTo>
                  <a:lnTo>
                    <a:pt x="44283" y="86203"/>
                  </a:lnTo>
                  <a:lnTo>
                    <a:pt x="44299" y="89097"/>
                  </a:lnTo>
                  <a:lnTo>
                    <a:pt x="42470" y="90823"/>
                  </a:lnTo>
                  <a:lnTo>
                    <a:pt x="36001" y="91839"/>
                  </a:lnTo>
                  <a:lnTo>
                    <a:pt x="35800" y="89843"/>
                  </a:lnTo>
                  <a:lnTo>
                    <a:pt x="37711" y="86431"/>
                  </a:lnTo>
                  <a:lnTo>
                    <a:pt x="35411" y="82095"/>
                  </a:lnTo>
                  <a:lnTo>
                    <a:pt x="29044" y="76775"/>
                  </a:lnTo>
                  <a:lnTo>
                    <a:pt x="25235" y="76547"/>
                  </a:lnTo>
                  <a:lnTo>
                    <a:pt x="21663" y="78587"/>
                  </a:lnTo>
                  <a:lnTo>
                    <a:pt x="19162" y="77879"/>
                  </a:lnTo>
                  <a:lnTo>
                    <a:pt x="16640" y="74582"/>
                  </a:lnTo>
                  <a:lnTo>
                    <a:pt x="9528" y="68852"/>
                  </a:lnTo>
                  <a:lnTo>
                    <a:pt x="7717" y="67576"/>
                  </a:lnTo>
                  <a:lnTo>
                    <a:pt x="4077" y="67071"/>
                  </a:lnTo>
                  <a:lnTo>
                    <a:pt x="4441" y="63563"/>
                  </a:lnTo>
                  <a:lnTo>
                    <a:pt x="0" y="58551"/>
                  </a:lnTo>
                  <a:lnTo>
                    <a:pt x="2502" y="56795"/>
                  </a:lnTo>
                  <a:lnTo>
                    <a:pt x="13306" y="55228"/>
                  </a:lnTo>
                  <a:lnTo>
                    <a:pt x="14323" y="54297"/>
                  </a:lnTo>
                  <a:lnTo>
                    <a:pt x="18678" y="53454"/>
                  </a:lnTo>
                  <a:lnTo>
                    <a:pt x="19172" y="55031"/>
                  </a:lnTo>
                  <a:lnTo>
                    <a:pt x="18159" y="58439"/>
                  </a:lnTo>
                  <a:lnTo>
                    <a:pt x="21868" y="60413"/>
                  </a:lnTo>
                  <a:lnTo>
                    <a:pt x="27697" y="57497"/>
                  </a:lnTo>
                  <a:lnTo>
                    <a:pt x="30129" y="55215"/>
                  </a:lnTo>
                  <a:lnTo>
                    <a:pt x="35114" y="56248"/>
                  </a:lnTo>
                  <a:lnTo>
                    <a:pt x="37764" y="57900"/>
                  </a:lnTo>
                  <a:lnTo>
                    <a:pt x="42962" y="56272"/>
                  </a:lnTo>
                  <a:lnTo>
                    <a:pt x="41650" y="49207"/>
                  </a:lnTo>
                  <a:lnTo>
                    <a:pt x="44384" y="43494"/>
                  </a:lnTo>
                  <a:lnTo>
                    <a:pt x="48214" y="41306"/>
                  </a:lnTo>
                  <a:lnTo>
                    <a:pt x="43916" y="37208"/>
                  </a:lnTo>
                  <a:lnTo>
                    <a:pt x="38603" y="36418"/>
                  </a:lnTo>
                  <a:lnTo>
                    <a:pt x="37879" y="35046"/>
                  </a:lnTo>
                  <a:lnTo>
                    <a:pt x="40284" y="27981"/>
                  </a:lnTo>
                  <a:lnTo>
                    <a:pt x="41637" y="21160"/>
                  </a:lnTo>
                  <a:lnTo>
                    <a:pt x="29181" y="22641"/>
                  </a:lnTo>
                  <a:lnTo>
                    <a:pt x="28730" y="13603"/>
                  </a:lnTo>
                  <a:lnTo>
                    <a:pt x="30781" y="11096"/>
                  </a:lnTo>
                  <a:lnTo>
                    <a:pt x="31212" y="1922"/>
                  </a:lnTo>
                  <a:lnTo>
                    <a:pt x="3822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h488"/>
            <p:cNvSpPr/>
            <p:nvPr/>
          </p:nvSpPr>
          <p:spPr>
            <a:xfrm>
              <a:off x="2441446" y="2975212"/>
              <a:ext cx="15363" cy="13229"/>
            </a:xfrm>
            <a:custGeom>
              <a:avLst/>
              <a:pathLst>
                <a:path w="15363" h="13229">
                  <a:moveTo>
                    <a:pt x="11725" y="1614"/>
                  </a:moveTo>
                  <a:lnTo>
                    <a:pt x="13739" y="2999"/>
                  </a:lnTo>
                  <a:lnTo>
                    <a:pt x="14123" y="6171"/>
                  </a:lnTo>
                  <a:lnTo>
                    <a:pt x="15292" y="6868"/>
                  </a:lnTo>
                  <a:lnTo>
                    <a:pt x="15363" y="7772"/>
                  </a:lnTo>
                  <a:lnTo>
                    <a:pt x="13060" y="10031"/>
                  </a:lnTo>
                  <a:lnTo>
                    <a:pt x="9549" y="10544"/>
                  </a:lnTo>
                  <a:lnTo>
                    <a:pt x="7322" y="11768"/>
                  </a:lnTo>
                  <a:lnTo>
                    <a:pt x="6533" y="13229"/>
                  </a:lnTo>
                  <a:lnTo>
                    <a:pt x="0" y="10583"/>
                  </a:lnTo>
                  <a:lnTo>
                    <a:pt x="5262" y="3335"/>
                  </a:lnTo>
                  <a:lnTo>
                    <a:pt x="4006" y="1355"/>
                  </a:lnTo>
                  <a:lnTo>
                    <a:pt x="385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h489"/>
            <p:cNvSpPr/>
            <p:nvPr/>
          </p:nvSpPr>
          <p:spPr>
            <a:xfrm>
              <a:off x="2458618" y="2912175"/>
              <a:ext cx="33937" cy="43726"/>
            </a:xfrm>
            <a:custGeom>
              <a:avLst/>
              <a:pathLst>
                <a:path w="33937" h="43726">
                  <a:moveTo>
                    <a:pt x="31756" y="2271"/>
                  </a:moveTo>
                  <a:lnTo>
                    <a:pt x="33937" y="2829"/>
                  </a:lnTo>
                  <a:lnTo>
                    <a:pt x="32955" y="4658"/>
                  </a:lnTo>
                  <a:lnTo>
                    <a:pt x="30917" y="5578"/>
                  </a:lnTo>
                  <a:lnTo>
                    <a:pt x="28446" y="9191"/>
                  </a:lnTo>
                  <a:lnTo>
                    <a:pt x="19748" y="18323"/>
                  </a:lnTo>
                  <a:lnTo>
                    <a:pt x="18460" y="21275"/>
                  </a:lnTo>
                  <a:lnTo>
                    <a:pt x="18131" y="23773"/>
                  </a:lnTo>
                  <a:lnTo>
                    <a:pt x="20069" y="26741"/>
                  </a:lnTo>
                  <a:lnTo>
                    <a:pt x="22461" y="27817"/>
                  </a:lnTo>
                  <a:lnTo>
                    <a:pt x="23741" y="26555"/>
                  </a:lnTo>
                  <a:lnTo>
                    <a:pt x="26880" y="27505"/>
                  </a:lnTo>
                  <a:lnTo>
                    <a:pt x="27040" y="28888"/>
                  </a:lnTo>
                  <a:lnTo>
                    <a:pt x="27343" y="34712"/>
                  </a:lnTo>
                  <a:lnTo>
                    <a:pt x="23028" y="38321"/>
                  </a:lnTo>
                  <a:lnTo>
                    <a:pt x="21625" y="41341"/>
                  </a:lnTo>
                  <a:lnTo>
                    <a:pt x="16139" y="41242"/>
                  </a:lnTo>
                  <a:lnTo>
                    <a:pt x="15783" y="43726"/>
                  </a:lnTo>
                  <a:lnTo>
                    <a:pt x="10970" y="41262"/>
                  </a:lnTo>
                  <a:lnTo>
                    <a:pt x="8380" y="39099"/>
                  </a:lnTo>
                  <a:lnTo>
                    <a:pt x="10530" y="33883"/>
                  </a:lnTo>
                  <a:lnTo>
                    <a:pt x="7397" y="32907"/>
                  </a:lnTo>
                  <a:lnTo>
                    <a:pt x="8172" y="27243"/>
                  </a:lnTo>
                  <a:lnTo>
                    <a:pt x="3896" y="25499"/>
                  </a:lnTo>
                  <a:lnTo>
                    <a:pt x="1157" y="25479"/>
                  </a:lnTo>
                  <a:lnTo>
                    <a:pt x="265" y="22945"/>
                  </a:lnTo>
                  <a:lnTo>
                    <a:pt x="1555" y="21456"/>
                  </a:lnTo>
                  <a:lnTo>
                    <a:pt x="299" y="21051"/>
                  </a:lnTo>
                  <a:lnTo>
                    <a:pt x="0" y="15859"/>
                  </a:lnTo>
                  <a:lnTo>
                    <a:pt x="2792" y="13608"/>
                  </a:lnTo>
                  <a:lnTo>
                    <a:pt x="6100" y="3808"/>
                  </a:lnTo>
                  <a:lnTo>
                    <a:pt x="12394" y="204"/>
                  </a:lnTo>
                  <a:lnTo>
                    <a:pt x="17099" y="2826"/>
                  </a:lnTo>
                  <a:lnTo>
                    <a:pt x="21182" y="3320"/>
                  </a:lnTo>
                  <a:lnTo>
                    <a:pt x="23133" y="1222"/>
                  </a:lnTo>
                  <a:lnTo>
                    <a:pt x="2996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h490"/>
            <p:cNvSpPr/>
            <p:nvPr/>
          </p:nvSpPr>
          <p:spPr>
            <a:xfrm>
              <a:off x="2408953" y="2889455"/>
              <a:ext cx="33898" cy="56118"/>
            </a:xfrm>
            <a:custGeom>
              <a:avLst/>
              <a:pathLst>
                <a:path w="33898" h="56118">
                  <a:moveTo>
                    <a:pt x="27420" y="0"/>
                  </a:moveTo>
                  <a:lnTo>
                    <a:pt x="27706" y="659"/>
                  </a:lnTo>
                  <a:lnTo>
                    <a:pt x="29514" y="2871"/>
                  </a:lnTo>
                  <a:lnTo>
                    <a:pt x="29465" y="5599"/>
                  </a:lnTo>
                  <a:lnTo>
                    <a:pt x="30160" y="6688"/>
                  </a:lnTo>
                  <a:lnTo>
                    <a:pt x="28407" y="8643"/>
                  </a:lnTo>
                  <a:lnTo>
                    <a:pt x="24764" y="16129"/>
                  </a:lnTo>
                  <a:lnTo>
                    <a:pt x="24906" y="19659"/>
                  </a:lnTo>
                  <a:lnTo>
                    <a:pt x="30586" y="23070"/>
                  </a:lnTo>
                  <a:lnTo>
                    <a:pt x="28774" y="25368"/>
                  </a:lnTo>
                  <a:lnTo>
                    <a:pt x="27995" y="30438"/>
                  </a:lnTo>
                  <a:lnTo>
                    <a:pt x="28319" y="31993"/>
                  </a:lnTo>
                  <a:lnTo>
                    <a:pt x="29906" y="32156"/>
                  </a:lnTo>
                  <a:lnTo>
                    <a:pt x="30896" y="39542"/>
                  </a:lnTo>
                  <a:lnTo>
                    <a:pt x="27338" y="39247"/>
                  </a:lnTo>
                  <a:lnTo>
                    <a:pt x="28106" y="44934"/>
                  </a:lnTo>
                  <a:lnTo>
                    <a:pt x="31443" y="46873"/>
                  </a:lnTo>
                  <a:lnTo>
                    <a:pt x="33898" y="46528"/>
                  </a:lnTo>
                  <a:lnTo>
                    <a:pt x="33320" y="54163"/>
                  </a:lnTo>
                  <a:lnTo>
                    <a:pt x="30072" y="53845"/>
                  </a:lnTo>
                  <a:lnTo>
                    <a:pt x="29626" y="56118"/>
                  </a:lnTo>
                  <a:lnTo>
                    <a:pt x="27150" y="55637"/>
                  </a:lnTo>
                  <a:lnTo>
                    <a:pt x="22896" y="49203"/>
                  </a:lnTo>
                  <a:lnTo>
                    <a:pt x="8593" y="52606"/>
                  </a:lnTo>
                  <a:lnTo>
                    <a:pt x="4331" y="47677"/>
                  </a:lnTo>
                  <a:lnTo>
                    <a:pt x="3430" y="45463"/>
                  </a:lnTo>
                  <a:lnTo>
                    <a:pt x="3873" y="43707"/>
                  </a:lnTo>
                  <a:lnTo>
                    <a:pt x="0" y="42843"/>
                  </a:lnTo>
                  <a:lnTo>
                    <a:pt x="15" y="41641"/>
                  </a:lnTo>
                  <a:lnTo>
                    <a:pt x="1603" y="39976"/>
                  </a:lnTo>
                  <a:lnTo>
                    <a:pt x="1249" y="37513"/>
                  </a:lnTo>
                  <a:lnTo>
                    <a:pt x="128" y="37525"/>
                  </a:lnTo>
                  <a:lnTo>
                    <a:pt x="1604" y="35950"/>
                  </a:lnTo>
                  <a:lnTo>
                    <a:pt x="4524" y="36265"/>
                  </a:lnTo>
                  <a:lnTo>
                    <a:pt x="5425" y="34600"/>
                  </a:lnTo>
                  <a:lnTo>
                    <a:pt x="6165" y="26842"/>
                  </a:lnTo>
                  <a:lnTo>
                    <a:pt x="4613" y="26462"/>
                  </a:lnTo>
                  <a:lnTo>
                    <a:pt x="4683" y="24398"/>
                  </a:lnTo>
                  <a:lnTo>
                    <a:pt x="10986" y="14950"/>
                  </a:lnTo>
                  <a:lnTo>
                    <a:pt x="15457" y="14651"/>
                  </a:lnTo>
                  <a:lnTo>
                    <a:pt x="20939" y="23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h491"/>
            <p:cNvSpPr/>
            <p:nvPr/>
          </p:nvSpPr>
          <p:spPr>
            <a:xfrm>
              <a:off x="2433717" y="2896144"/>
              <a:ext cx="32063" cy="34178"/>
            </a:xfrm>
            <a:custGeom>
              <a:avLst/>
              <a:pathLst>
                <a:path w="32063" h="34178">
                  <a:moveTo>
                    <a:pt x="9323" y="1742"/>
                  </a:moveTo>
                  <a:lnTo>
                    <a:pt x="9609" y="3791"/>
                  </a:lnTo>
                  <a:lnTo>
                    <a:pt x="13407" y="4085"/>
                  </a:lnTo>
                  <a:lnTo>
                    <a:pt x="15047" y="3239"/>
                  </a:lnTo>
                  <a:lnTo>
                    <a:pt x="16904" y="2550"/>
                  </a:lnTo>
                  <a:lnTo>
                    <a:pt x="17743" y="4363"/>
                  </a:lnTo>
                  <a:lnTo>
                    <a:pt x="17156" y="7728"/>
                  </a:lnTo>
                  <a:lnTo>
                    <a:pt x="19098" y="15158"/>
                  </a:lnTo>
                  <a:lnTo>
                    <a:pt x="28022" y="15006"/>
                  </a:lnTo>
                  <a:lnTo>
                    <a:pt x="32063" y="17146"/>
                  </a:lnTo>
                  <a:lnTo>
                    <a:pt x="31001" y="19839"/>
                  </a:lnTo>
                  <a:lnTo>
                    <a:pt x="27692" y="29639"/>
                  </a:lnTo>
                  <a:lnTo>
                    <a:pt x="24900" y="31889"/>
                  </a:lnTo>
                  <a:lnTo>
                    <a:pt x="18138" y="30704"/>
                  </a:lnTo>
                  <a:lnTo>
                    <a:pt x="14294" y="31419"/>
                  </a:lnTo>
                  <a:lnTo>
                    <a:pt x="7574" y="34178"/>
                  </a:lnTo>
                  <a:lnTo>
                    <a:pt x="6132" y="32853"/>
                  </a:lnTo>
                  <a:lnTo>
                    <a:pt x="5142" y="25468"/>
                  </a:lnTo>
                  <a:lnTo>
                    <a:pt x="3555" y="25304"/>
                  </a:lnTo>
                  <a:lnTo>
                    <a:pt x="3231" y="23749"/>
                  </a:lnTo>
                  <a:lnTo>
                    <a:pt x="4010" y="18680"/>
                  </a:lnTo>
                  <a:lnTo>
                    <a:pt x="5822" y="16381"/>
                  </a:lnTo>
                  <a:lnTo>
                    <a:pt x="142" y="12970"/>
                  </a:lnTo>
                  <a:lnTo>
                    <a:pt x="0" y="9441"/>
                  </a:lnTo>
                  <a:lnTo>
                    <a:pt x="3643" y="1955"/>
                  </a:lnTo>
                  <a:lnTo>
                    <a:pt x="539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h492"/>
            <p:cNvSpPr/>
            <p:nvPr/>
          </p:nvSpPr>
          <p:spPr>
            <a:xfrm>
              <a:off x="2442274" y="2935120"/>
              <a:ext cx="27313" cy="24604"/>
            </a:xfrm>
            <a:custGeom>
              <a:avLst/>
              <a:pathLst>
                <a:path w="27313" h="24604">
                  <a:moveTo>
                    <a:pt x="17501" y="2534"/>
                  </a:moveTo>
                  <a:lnTo>
                    <a:pt x="20240" y="2554"/>
                  </a:lnTo>
                  <a:lnTo>
                    <a:pt x="24515" y="4298"/>
                  </a:lnTo>
                  <a:lnTo>
                    <a:pt x="23741" y="9962"/>
                  </a:lnTo>
                  <a:lnTo>
                    <a:pt x="26874" y="10938"/>
                  </a:lnTo>
                  <a:lnTo>
                    <a:pt x="24724" y="16154"/>
                  </a:lnTo>
                  <a:lnTo>
                    <a:pt x="27313" y="18317"/>
                  </a:lnTo>
                  <a:lnTo>
                    <a:pt x="26844" y="21248"/>
                  </a:lnTo>
                  <a:lnTo>
                    <a:pt x="20343" y="21016"/>
                  </a:lnTo>
                  <a:lnTo>
                    <a:pt x="20060" y="17588"/>
                  </a:lnTo>
                  <a:lnTo>
                    <a:pt x="18019" y="17945"/>
                  </a:lnTo>
                  <a:lnTo>
                    <a:pt x="16614" y="22834"/>
                  </a:lnTo>
                  <a:lnTo>
                    <a:pt x="9554" y="23254"/>
                  </a:lnTo>
                  <a:lnTo>
                    <a:pt x="7497" y="24604"/>
                  </a:lnTo>
                  <a:lnTo>
                    <a:pt x="8338" y="23687"/>
                  </a:lnTo>
                  <a:lnTo>
                    <a:pt x="8016" y="21916"/>
                  </a:lnTo>
                  <a:lnTo>
                    <a:pt x="5658" y="19720"/>
                  </a:lnTo>
                  <a:lnTo>
                    <a:pt x="4921" y="19902"/>
                  </a:lnTo>
                  <a:lnTo>
                    <a:pt x="0" y="8498"/>
                  </a:lnTo>
                  <a:lnTo>
                    <a:pt x="578" y="863"/>
                  </a:lnTo>
                  <a:lnTo>
                    <a:pt x="1660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h493"/>
            <p:cNvSpPr/>
            <p:nvPr/>
          </p:nvSpPr>
          <p:spPr>
            <a:xfrm>
              <a:off x="2336100" y="2865701"/>
              <a:ext cx="28861" cy="33283"/>
            </a:xfrm>
            <a:custGeom>
              <a:avLst/>
              <a:pathLst>
                <a:path w="28861" h="33283">
                  <a:moveTo>
                    <a:pt x="10066" y="1718"/>
                  </a:moveTo>
                  <a:lnTo>
                    <a:pt x="14444" y="0"/>
                  </a:lnTo>
                  <a:lnTo>
                    <a:pt x="15129" y="837"/>
                  </a:lnTo>
                  <a:lnTo>
                    <a:pt x="14857" y="3472"/>
                  </a:lnTo>
                  <a:lnTo>
                    <a:pt x="15719" y="4450"/>
                  </a:lnTo>
                  <a:lnTo>
                    <a:pt x="23753" y="7469"/>
                  </a:lnTo>
                  <a:lnTo>
                    <a:pt x="24752" y="6693"/>
                  </a:lnTo>
                  <a:lnTo>
                    <a:pt x="28861" y="7142"/>
                  </a:lnTo>
                  <a:lnTo>
                    <a:pt x="28500" y="12800"/>
                  </a:lnTo>
                  <a:lnTo>
                    <a:pt x="23387" y="12418"/>
                  </a:lnTo>
                  <a:lnTo>
                    <a:pt x="22234" y="18316"/>
                  </a:lnTo>
                  <a:lnTo>
                    <a:pt x="24971" y="18819"/>
                  </a:lnTo>
                  <a:lnTo>
                    <a:pt x="25365" y="20276"/>
                  </a:lnTo>
                  <a:lnTo>
                    <a:pt x="23952" y="31219"/>
                  </a:lnTo>
                  <a:lnTo>
                    <a:pt x="24616" y="31293"/>
                  </a:lnTo>
                  <a:lnTo>
                    <a:pt x="22163" y="33188"/>
                  </a:lnTo>
                  <a:lnTo>
                    <a:pt x="20729" y="33283"/>
                  </a:lnTo>
                  <a:lnTo>
                    <a:pt x="16303" y="32665"/>
                  </a:lnTo>
                  <a:lnTo>
                    <a:pt x="11483" y="29449"/>
                  </a:lnTo>
                  <a:lnTo>
                    <a:pt x="5163" y="26560"/>
                  </a:lnTo>
                  <a:lnTo>
                    <a:pt x="0" y="29197"/>
                  </a:lnTo>
                  <a:lnTo>
                    <a:pt x="2137" y="23062"/>
                  </a:lnTo>
                  <a:lnTo>
                    <a:pt x="2008" y="19008"/>
                  </a:lnTo>
                  <a:lnTo>
                    <a:pt x="5704" y="6812"/>
                  </a:lnTo>
                  <a:lnTo>
                    <a:pt x="3601" y="5874"/>
                  </a:lnTo>
                  <a:lnTo>
                    <a:pt x="4106" y="141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h494"/>
            <p:cNvSpPr/>
            <p:nvPr/>
          </p:nvSpPr>
          <p:spPr>
            <a:xfrm>
              <a:off x="2312338" y="2857708"/>
              <a:ext cx="38205" cy="44348"/>
            </a:xfrm>
            <a:custGeom>
              <a:avLst/>
              <a:pathLst>
                <a:path w="38205" h="44348">
                  <a:moveTo>
                    <a:pt x="35805" y="4382"/>
                  </a:moveTo>
                  <a:lnTo>
                    <a:pt x="38205" y="7992"/>
                  </a:lnTo>
                  <a:lnTo>
                    <a:pt x="33828" y="9711"/>
                  </a:lnTo>
                  <a:lnTo>
                    <a:pt x="27867" y="9408"/>
                  </a:lnTo>
                  <a:lnTo>
                    <a:pt x="27363" y="13867"/>
                  </a:lnTo>
                  <a:lnTo>
                    <a:pt x="29466" y="14804"/>
                  </a:lnTo>
                  <a:lnTo>
                    <a:pt x="25770" y="27001"/>
                  </a:lnTo>
                  <a:lnTo>
                    <a:pt x="25898" y="31055"/>
                  </a:lnTo>
                  <a:lnTo>
                    <a:pt x="23761" y="37190"/>
                  </a:lnTo>
                  <a:lnTo>
                    <a:pt x="19837" y="39302"/>
                  </a:lnTo>
                  <a:lnTo>
                    <a:pt x="19397" y="36836"/>
                  </a:lnTo>
                  <a:lnTo>
                    <a:pt x="12300" y="36019"/>
                  </a:lnTo>
                  <a:lnTo>
                    <a:pt x="7143" y="37637"/>
                  </a:lnTo>
                  <a:lnTo>
                    <a:pt x="4960" y="39063"/>
                  </a:lnTo>
                  <a:lnTo>
                    <a:pt x="3498" y="44348"/>
                  </a:lnTo>
                  <a:lnTo>
                    <a:pt x="1003" y="43403"/>
                  </a:lnTo>
                  <a:lnTo>
                    <a:pt x="0" y="42877"/>
                  </a:lnTo>
                  <a:lnTo>
                    <a:pt x="2350" y="36100"/>
                  </a:lnTo>
                  <a:lnTo>
                    <a:pt x="5046" y="34560"/>
                  </a:lnTo>
                  <a:lnTo>
                    <a:pt x="7643" y="33677"/>
                  </a:lnTo>
                  <a:lnTo>
                    <a:pt x="9903" y="31638"/>
                  </a:lnTo>
                  <a:lnTo>
                    <a:pt x="10172" y="29791"/>
                  </a:lnTo>
                  <a:lnTo>
                    <a:pt x="14308" y="24272"/>
                  </a:lnTo>
                  <a:lnTo>
                    <a:pt x="16355" y="24576"/>
                  </a:lnTo>
                  <a:lnTo>
                    <a:pt x="19328" y="23514"/>
                  </a:lnTo>
                  <a:lnTo>
                    <a:pt x="23757" y="10237"/>
                  </a:lnTo>
                  <a:lnTo>
                    <a:pt x="25776" y="6407"/>
                  </a:lnTo>
                  <a:lnTo>
                    <a:pt x="27193" y="5232"/>
                  </a:lnTo>
                  <a:lnTo>
                    <a:pt x="27275" y="2153"/>
                  </a:lnTo>
                  <a:lnTo>
                    <a:pt x="31796" y="1731"/>
                  </a:lnTo>
                  <a:lnTo>
                    <a:pt x="34232" y="381"/>
                  </a:lnTo>
                  <a:lnTo>
                    <a:pt x="35268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h495"/>
            <p:cNvSpPr/>
            <p:nvPr/>
          </p:nvSpPr>
          <p:spPr>
            <a:xfrm>
              <a:off x="2355279" y="2879342"/>
              <a:ext cx="36332" cy="32756"/>
            </a:xfrm>
            <a:custGeom>
              <a:avLst/>
              <a:pathLst>
                <a:path w="36332" h="32756">
                  <a:moveTo>
                    <a:pt x="25389" y="265"/>
                  </a:moveTo>
                  <a:lnTo>
                    <a:pt x="28069" y="659"/>
                  </a:lnTo>
                  <a:lnTo>
                    <a:pt x="30589" y="3684"/>
                  </a:lnTo>
                  <a:lnTo>
                    <a:pt x="30719" y="10118"/>
                  </a:lnTo>
                  <a:lnTo>
                    <a:pt x="34914" y="16015"/>
                  </a:lnTo>
                  <a:lnTo>
                    <a:pt x="35979" y="18875"/>
                  </a:lnTo>
                  <a:lnTo>
                    <a:pt x="36332" y="19593"/>
                  </a:lnTo>
                  <a:lnTo>
                    <a:pt x="31057" y="21579"/>
                  </a:lnTo>
                  <a:lnTo>
                    <a:pt x="29197" y="24215"/>
                  </a:lnTo>
                  <a:lnTo>
                    <a:pt x="27170" y="25579"/>
                  </a:lnTo>
                  <a:lnTo>
                    <a:pt x="23416" y="24177"/>
                  </a:lnTo>
                  <a:lnTo>
                    <a:pt x="23448" y="26411"/>
                  </a:lnTo>
                  <a:lnTo>
                    <a:pt x="22253" y="26677"/>
                  </a:lnTo>
                  <a:lnTo>
                    <a:pt x="18284" y="21986"/>
                  </a:lnTo>
                  <a:lnTo>
                    <a:pt x="14967" y="23403"/>
                  </a:lnTo>
                  <a:lnTo>
                    <a:pt x="12669" y="25815"/>
                  </a:lnTo>
                  <a:lnTo>
                    <a:pt x="13624" y="32756"/>
                  </a:lnTo>
                  <a:lnTo>
                    <a:pt x="7023" y="32583"/>
                  </a:lnTo>
                  <a:lnTo>
                    <a:pt x="7017" y="30763"/>
                  </a:lnTo>
                  <a:lnTo>
                    <a:pt x="5681" y="28434"/>
                  </a:lnTo>
                  <a:lnTo>
                    <a:pt x="7274" y="23066"/>
                  </a:lnTo>
                  <a:lnTo>
                    <a:pt x="8550" y="22766"/>
                  </a:lnTo>
                  <a:lnTo>
                    <a:pt x="7992" y="20362"/>
                  </a:lnTo>
                  <a:lnTo>
                    <a:pt x="4367" y="20503"/>
                  </a:lnTo>
                  <a:lnTo>
                    <a:pt x="1831" y="21720"/>
                  </a:lnTo>
                  <a:lnTo>
                    <a:pt x="0" y="21280"/>
                  </a:lnTo>
                  <a:lnTo>
                    <a:pt x="1550" y="19642"/>
                  </a:lnTo>
                  <a:lnTo>
                    <a:pt x="2984" y="19546"/>
                  </a:lnTo>
                  <a:lnTo>
                    <a:pt x="5437" y="17651"/>
                  </a:lnTo>
                  <a:lnTo>
                    <a:pt x="4773" y="17578"/>
                  </a:lnTo>
                  <a:lnTo>
                    <a:pt x="6186" y="6634"/>
                  </a:lnTo>
                  <a:lnTo>
                    <a:pt x="10237" y="6054"/>
                  </a:lnTo>
                  <a:lnTo>
                    <a:pt x="13026" y="2031"/>
                  </a:lnTo>
                  <a:lnTo>
                    <a:pt x="18721" y="2492"/>
                  </a:lnTo>
                  <a:lnTo>
                    <a:pt x="19825" y="4735"/>
                  </a:lnTo>
                  <a:lnTo>
                    <a:pt x="22134" y="5129"/>
                  </a:lnTo>
                  <a:lnTo>
                    <a:pt x="2287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h496"/>
            <p:cNvSpPr/>
            <p:nvPr/>
          </p:nvSpPr>
          <p:spPr>
            <a:xfrm>
              <a:off x="2441512" y="2952708"/>
              <a:ext cx="33477" cy="49382"/>
            </a:xfrm>
            <a:custGeom>
              <a:avLst/>
              <a:pathLst>
                <a:path w="33477" h="49382">
                  <a:moveTo>
                    <a:pt x="21105" y="3428"/>
                  </a:moveTo>
                  <a:lnTo>
                    <a:pt x="27606" y="3660"/>
                  </a:lnTo>
                  <a:lnTo>
                    <a:pt x="28798" y="7333"/>
                  </a:lnTo>
                  <a:lnTo>
                    <a:pt x="28033" y="10760"/>
                  </a:lnTo>
                  <a:lnTo>
                    <a:pt x="25765" y="13305"/>
                  </a:lnTo>
                  <a:lnTo>
                    <a:pt x="26603" y="15943"/>
                  </a:lnTo>
                  <a:lnTo>
                    <a:pt x="32437" y="19446"/>
                  </a:lnTo>
                  <a:lnTo>
                    <a:pt x="33477" y="27179"/>
                  </a:lnTo>
                  <a:lnTo>
                    <a:pt x="28495" y="29452"/>
                  </a:lnTo>
                  <a:lnTo>
                    <a:pt x="26984" y="32356"/>
                  </a:lnTo>
                  <a:lnTo>
                    <a:pt x="23007" y="33677"/>
                  </a:lnTo>
                  <a:lnTo>
                    <a:pt x="22897" y="33147"/>
                  </a:lnTo>
                  <a:lnTo>
                    <a:pt x="21155" y="33126"/>
                  </a:lnTo>
                  <a:lnTo>
                    <a:pt x="20336" y="33840"/>
                  </a:lnTo>
                  <a:lnTo>
                    <a:pt x="19306" y="35643"/>
                  </a:lnTo>
                  <a:lnTo>
                    <a:pt x="19460" y="38129"/>
                  </a:lnTo>
                  <a:lnTo>
                    <a:pt x="18236" y="41730"/>
                  </a:lnTo>
                  <a:lnTo>
                    <a:pt x="15954" y="46285"/>
                  </a:lnTo>
                  <a:lnTo>
                    <a:pt x="12715" y="49190"/>
                  </a:lnTo>
                  <a:lnTo>
                    <a:pt x="10291" y="49382"/>
                  </a:lnTo>
                  <a:lnTo>
                    <a:pt x="10612" y="48576"/>
                  </a:lnTo>
                  <a:lnTo>
                    <a:pt x="8967" y="46994"/>
                  </a:lnTo>
                  <a:lnTo>
                    <a:pt x="5953" y="46431"/>
                  </a:lnTo>
                  <a:lnTo>
                    <a:pt x="5002" y="45145"/>
                  </a:lnTo>
                  <a:lnTo>
                    <a:pt x="4836" y="44103"/>
                  </a:lnTo>
                  <a:lnTo>
                    <a:pt x="7455" y="41622"/>
                  </a:lnTo>
                  <a:lnTo>
                    <a:pt x="5076" y="39405"/>
                  </a:lnTo>
                  <a:lnTo>
                    <a:pt x="6467" y="35733"/>
                  </a:lnTo>
                  <a:lnTo>
                    <a:pt x="7256" y="34272"/>
                  </a:lnTo>
                  <a:lnTo>
                    <a:pt x="9483" y="33048"/>
                  </a:lnTo>
                  <a:lnTo>
                    <a:pt x="12994" y="32535"/>
                  </a:lnTo>
                  <a:lnTo>
                    <a:pt x="15297" y="30277"/>
                  </a:lnTo>
                  <a:lnTo>
                    <a:pt x="15226" y="29372"/>
                  </a:lnTo>
                  <a:lnTo>
                    <a:pt x="14057" y="28676"/>
                  </a:lnTo>
                  <a:lnTo>
                    <a:pt x="13673" y="25503"/>
                  </a:lnTo>
                  <a:lnTo>
                    <a:pt x="11659" y="24118"/>
                  </a:lnTo>
                  <a:lnTo>
                    <a:pt x="3786" y="22504"/>
                  </a:lnTo>
                  <a:lnTo>
                    <a:pt x="3940" y="23859"/>
                  </a:lnTo>
                  <a:lnTo>
                    <a:pt x="0" y="21761"/>
                  </a:lnTo>
                  <a:lnTo>
                    <a:pt x="181" y="16521"/>
                  </a:lnTo>
                  <a:lnTo>
                    <a:pt x="1188" y="13733"/>
                  </a:lnTo>
                  <a:lnTo>
                    <a:pt x="7636" y="9694"/>
                  </a:lnTo>
                  <a:lnTo>
                    <a:pt x="8945" y="8405"/>
                  </a:lnTo>
                  <a:lnTo>
                    <a:pt x="8259" y="7016"/>
                  </a:lnTo>
                  <a:lnTo>
                    <a:pt x="10315" y="5665"/>
                  </a:lnTo>
                  <a:lnTo>
                    <a:pt x="17376" y="5246"/>
                  </a:lnTo>
                  <a:lnTo>
                    <a:pt x="18781" y="357"/>
                  </a:lnTo>
                  <a:lnTo>
                    <a:pt x="2082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h497"/>
            <p:cNvSpPr/>
            <p:nvPr/>
          </p:nvSpPr>
          <p:spPr>
            <a:xfrm>
              <a:off x="2441938" y="2790477"/>
              <a:ext cx="54191" cy="42414"/>
            </a:xfrm>
            <a:custGeom>
              <a:avLst/>
              <a:pathLst>
                <a:path w="54191" h="42414">
                  <a:moveTo>
                    <a:pt x="35208" y="4916"/>
                  </a:moveTo>
                  <a:lnTo>
                    <a:pt x="37858" y="10797"/>
                  </a:lnTo>
                  <a:lnTo>
                    <a:pt x="41193" y="9379"/>
                  </a:lnTo>
                  <a:lnTo>
                    <a:pt x="42254" y="10852"/>
                  </a:lnTo>
                  <a:lnTo>
                    <a:pt x="36352" y="13244"/>
                  </a:lnTo>
                  <a:lnTo>
                    <a:pt x="36468" y="14004"/>
                  </a:lnTo>
                  <a:lnTo>
                    <a:pt x="41467" y="13224"/>
                  </a:lnTo>
                  <a:lnTo>
                    <a:pt x="41132" y="21005"/>
                  </a:lnTo>
                  <a:lnTo>
                    <a:pt x="44422" y="29350"/>
                  </a:lnTo>
                  <a:lnTo>
                    <a:pt x="48931" y="28248"/>
                  </a:lnTo>
                  <a:lnTo>
                    <a:pt x="54191" y="29529"/>
                  </a:lnTo>
                  <a:lnTo>
                    <a:pt x="53100" y="37023"/>
                  </a:lnTo>
                  <a:lnTo>
                    <a:pt x="48762" y="36807"/>
                  </a:lnTo>
                  <a:lnTo>
                    <a:pt x="43734" y="32343"/>
                  </a:lnTo>
                  <a:lnTo>
                    <a:pt x="42502" y="32469"/>
                  </a:lnTo>
                  <a:lnTo>
                    <a:pt x="42328" y="36105"/>
                  </a:lnTo>
                  <a:lnTo>
                    <a:pt x="45240" y="40033"/>
                  </a:lnTo>
                  <a:lnTo>
                    <a:pt x="39205" y="41923"/>
                  </a:lnTo>
                  <a:lnTo>
                    <a:pt x="37835" y="42414"/>
                  </a:lnTo>
                  <a:lnTo>
                    <a:pt x="36742" y="40327"/>
                  </a:lnTo>
                  <a:lnTo>
                    <a:pt x="33680" y="38040"/>
                  </a:lnTo>
                  <a:lnTo>
                    <a:pt x="17277" y="38674"/>
                  </a:lnTo>
                  <a:lnTo>
                    <a:pt x="11591" y="41169"/>
                  </a:lnTo>
                  <a:lnTo>
                    <a:pt x="9931" y="41098"/>
                  </a:lnTo>
                  <a:lnTo>
                    <a:pt x="4110" y="37636"/>
                  </a:lnTo>
                  <a:lnTo>
                    <a:pt x="2831" y="39187"/>
                  </a:lnTo>
                  <a:lnTo>
                    <a:pt x="0" y="38540"/>
                  </a:lnTo>
                  <a:lnTo>
                    <a:pt x="1978" y="26014"/>
                  </a:lnTo>
                  <a:lnTo>
                    <a:pt x="1137" y="23377"/>
                  </a:lnTo>
                  <a:lnTo>
                    <a:pt x="13" y="22891"/>
                  </a:lnTo>
                  <a:lnTo>
                    <a:pt x="1110" y="19036"/>
                  </a:lnTo>
                  <a:lnTo>
                    <a:pt x="3692" y="16544"/>
                  </a:lnTo>
                  <a:lnTo>
                    <a:pt x="4248" y="10526"/>
                  </a:lnTo>
                  <a:lnTo>
                    <a:pt x="6817" y="10795"/>
                  </a:lnTo>
                  <a:lnTo>
                    <a:pt x="12858" y="7552"/>
                  </a:lnTo>
                  <a:lnTo>
                    <a:pt x="13291" y="2723"/>
                  </a:lnTo>
                  <a:lnTo>
                    <a:pt x="20340" y="3241"/>
                  </a:lnTo>
                  <a:lnTo>
                    <a:pt x="2214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h498"/>
            <p:cNvSpPr/>
            <p:nvPr/>
          </p:nvSpPr>
          <p:spPr>
            <a:xfrm>
              <a:off x="2505113" y="2856050"/>
              <a:ext cx="35839" cy="29669"/>
            </a:xfrm>
            <a:custGeom>
              <a:avLst/>
              <a:pathLst>
                <a:path w="35839" h="29669">
                  <a:moveTo>
                    <a:pt x="8906" y="1230"/>
                  </a:moveTo>
                  <a:lnTo>
                    <a:pt x="24423" y="2932"/>
                  </a:lnTo>
                  <a:lnTo>
                    <a:pt x="24684" y="4234"/>
                  </a:lnTo>
                  <a:lnTo>
                    <a:pt x="27754" y="4995"/>
                  </a:lnTo>
                  <a:lnTo>
                    <a:pt x="28912" y="2733"/>
                  </a:lnTo>
                  <a:lnTo>
                    <a:pt x="30549" y="3191"/>
                  </a:lnTo>
                  <a:lnTo>
                    <a:pt x="33711" y="8704"/>
                  </a:lnTo>
                  <a:lnTo>
                    <a:pt x="33476" y="13352"/>
                  </a:lnTo>
                  <a:lnTo>
                    <a:pt x="34505" y="16970"/>
                  </a:lnTo>
                  <a:lnTo>
                    <a:pt x="35839" y="17532"/>
                  </a:lnTo>
                  <a:lnTo>
                    <a:pt x="34995" y="19566"/>
                  </a:lnTo>
                  <a:lnTo>
                    <a:pt x="32249" y="18907"/>
                  </a:lnTo>
                  <a:lnTo>
                    <a:pt x="31731" y="19645"/>
                  </a:lnTo>
                  <a:lnTo>
                    <a:pt x="32823" y="21434"/>
                  </a:lnTo>
                  <a:lnTo>
                    <a:pt x="32587" y="24062"/>
                  </a:lnTo>
                  <a:lnTo>
                    <a:pt x="28564" y="25940"/>
                  </a:lnTo>
                  <a:lnTo>
                    <a:pt x="24268" y="29209"/>
                  </a:lnTo>
                  <a:lnTo>
                    <a:pt x="14388" y="29669"/>
                  </a:lnTo>
                  <a:lnTo>
                    <a:pt x="9431" y="28137"/>
                  </a:lnTo>
                  <a:lnTo>
                    <a:pt x="9495" y="25119"/>
                  </a:lnTo>
                  <a:lnTo>
                    <a:pt x="7141" y="24461"/>
                  </a:lnTo>
                  <a:lnTo>
                    <a:pt x="6185" y="24241"/>
                  </a:lnTo>
                  <a:lnTo>
                    <a:pt x="71" y="16159"/>
                  </a:lnTo>
                  <a:lnTo>
                    <a:pt x="0" y="5833"/>
                  </a:lnTo>
                  <a:lnTo>
                    <a:pt x="3050" y="2683"/>
                  </a:lnTo>
                  <a:lnTo>
                    <a:pt x="8508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h499"/>
            <p:cNvSpPr/>
            <p:nvPr/>
          </p:nvSpPr>
          <p:spPr>
            <a:xfrm>
              <a:off x="2477146" y="2780917"/>
              <a:ext cx="66761" cy="80965"/>
            </a:xfrm>
            <a:custGeom>
              <a:avLst/>
              <a:pathLst>
                <a:path w="66761" h="80965">
                  <a:moveTo>
                    <a:pt x="57934" y="0"/>
                  </a:moveTo>
                  <a:lnTo>
                    <a:pt x="61743" y="2781"/>
                  </a:lnTo>
                  <a:lnTo>
                    <a:pt x="64573" y="2654"/>
                  </a:lnTo>
                  <a:lnTo>
                    <a:pt x="64523" y="6853"/>
                  </a:lnTo>
                  <a:lnTo>
                    <a:pt x="66761" y="9523"/>
                  </a:lnTo>
                  <a:lnTo>
                    <a:pt x="65620" y="16708"/>
                  </a:lnTo>
                  <a:lnTo>
                    <a:pt x="62296" y="23596"/>
                  </a:lnTo>
                  <a:lnTo>
                    <a:pt x="63104" y="26075"/>
                  </a:lnTo>
                  <a:lnTo>
                    <a:pt x="62186" y="28562"/>
                  </a:lnTo>
                  <a:lnTo>
                    <a:pt x="56795" y="31954"/>
                  </a:lnTo>
                  <a:lnTo>
                    <a:pt x="50134" y="34590"/>
                  </a:lnTo>
                  <a:lnTo>
                    <a:pt x="47524" y="41240"/>
                  </a:lnTo>
                  <a:lnTo>
                    <a:pt x="47421" y="46208"/>
                  </a:lnTo>
                  <a:lnTo>
                    <a:pt x="49389" y="46629"/>
                  </a:lnTo>
                  <a:lnTo>
                    <a:pt x="50477" y="47900"/>
                  </a:lnTo>
                  <a:lnTo>
                    <a:pt x="46849" y="50691"/>
                  </a:lnTo>
                  <a:lnTo>
                    <a:pt x="45695" y="55436"/>
                  </a:lnTo>
                  <a:lnTo>
                    <a:pt x="49493" y="62427"/>
                  </a:lnTo>
                  <a:lnTo>
                    <a:pt x="48496" y="65016"/>
                  </a:lnTo>
                  <a:lnTo>
                    <a:pt x="42647" y="66892"/>
                  </a:lnTo>
                  <a:lnTo>
                    <a:pt x="40840" y="66720"/>
                  </a:lnTo>
                  <a:lnTo>
                    <a:pt x="38270" y="65005"/>
                  </a:lnTo>
                  <a:lnTo>
                    <a:pt x="33099" y="66802"/>
                  </a:lnTo>
                  <a:lnTo>
                    <a:pt x="36475" y="75132"/>
                  </a:lnTo>
                  <a:lnTo>
                    <a:pt x="31016" y="77815"/>
                  </a:lnTo>
                  <a:lnTo>
                    <a:pt x="27966" y="80965"/>
                  </a:lnTo>
                  <a:lnTo>
                    <a:pt x="24311" y="77307"/>
                  </a:lnTo>
                  <a:lnTo>
                    <a:pt x="14652" y="76188"/>
                  </a:lnTo>
                  <a:lnTo>
                    <a:pt x="14703" y="75081"/>
                  </a:lnTo>
                  <a:lnTo>
                    <a:pt x="9995" y="71057"/>
                  </a:lnTo>
                  <a:lnTo>
                    <a:pt x="7406" y="65252"/>
                  </a:lnTo>
                  <a:lnTo>
                    <a:pt x="11263" y="63472"/>
                  </a:lnTo>
                  <a:lnTo>
                    <a:pt x="12130" y="59847"/>
                  </a:lnTo>
                  <a:lnTo>
                    <a:pt x="4609" y="53962"/>
                  </a:lnTo>
                  <a:lnTo>
                    <a:pt x="3996" y="51482"/>
                  </a:lnTo>
                  <a:lnTo>
                    <a:pt x="10032" y="49592"/>
                  </a:lnTo>
                  <a:lnTo>
                    <a:pt x="7119" y="45664"/>
                  </a:lnTo>
                  <a:lnTo>
                    <a:pt x="7293" y="42029"/>
                  </a:lnTo>
                  <a:lnTo>
                    <a:pt x="8526" y="41902"/>
                  </a:lnTo>
                  <a:lnTo>
                    <a:pt x="13554" y="46367"/>
                  </a:lnTo>
                  <a:lnTo>
                    <a:pt x="17891" y="46582"/>
                  </a:lnTo>
                  <a:lnTo>
                    <a:pt x="18982" y="39089"/>
                  </a:lnTo>
                  <a:lnTo>
                    <a:pt x="13722" y="37808"/>
                  </a:lnTo>
                  <a:lnTo>
                    <a:pt x="9213" y="38909"/>
                  </a:lnTo>
                  <a:lnTo>
                    <a:pt x="5923" y="30565"/>
                  </a:lnTo>
                  <a:lnTo>
                    <a:pt x="6259" y="22784"/>
                  </a:lnTo>
                  <a:lnTo>
                    <a:pt x="1259" y="23563"/>
                  </a:lnTo>
                  <a:lnTo>
                    <a:pt x="1144" y="22804"/>
                  </a:lnTo>
                  <a:lnTo>
                    <a:pt x="7045" y="20411"/>
                  </a:lnTo>
                  <a:lnTo>
                    <a:pt x="5984" y="18939"/>
                  </a:lnTo>
                  <a:lnTo>
                    <a:pt x="2649" y="20356"/>
                  </a:lnTo>
                  <a:lnTo>
                    <a:pt x="0" y="14475"/>
                  </a:lnTo>
                  <a:lnTo>
                    <a:pt x="2000" y="14671"/>
                  </a:lnTo>
                  <a:lnTo>
                    <a:pt x="3754" y="16946"/>
                  </a:lnTo>
                  <a:lnTo>
                    <a:pt x="10569" y="21295"/>
                  </a:lnTo>
                  <a:lnTo>
                    <a:pt x="13885" y="21202"/>
                  </a:lnTo>
                  <a:lnTo>
                    <a:pt x="16805" y="24122"/>
                  </a:lnTo>
                  <a:lnTo>
                    <a:pt x="20526" y="21922"/>
                  </a:lnTo>
                  <a:lnTo>
                    <a:pt x="26687" y="19237"/>
                  </a:lnTo>
                  <a:lnTo>
                    <a:pt x="35613" y="18749"/>
                  </a:lnTo>
                  <a:lnTo>
                    <a:pt x="36296" y="17311"/>
                  </a:lnTo>
                  <a:lnTo>
                    <a:pt x="34283" y="13230"/>
                  </a:lnTo>
                  <a:lnTo>
                    <a:pt x="34375" y="10754"/>
                  </a:lnTo>
                  <a:lnTo>
                    <a:pt x="37645" y="1279"/>
                  </a:lnTo>
                  <a:lnTo>
                    <a:pt x="43080" y="17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h500"/>
            <p:cNvSpPr/>
            <p:nvPr/>
          </p:nvSpPr>
          <p:spPr>
            <a:xfrm>
              <a:off x="2551238" y="2839646"/>
              <a:ext cx="19131" cy="24624"/>
            </a:xfrm>
            <a:custGeom>
              <a:avLst/>
              <a:pathLst>
                <a:path w="19131" h="24624">
                  <a:moveTo>
                    <a:pt x="9727" y="831"/>
                  </a:moveTo>
                  <a:lnTo>
                    <a:pt x="15837" y="5555"/>
                  </a:lnTo>
                  <a:lnTo>
                    <a:pt x="17317" y="5963"/>
                  </a:lnTo>
                  <a:lnTo>
                    <a:pt x="19131" y="6838"/>
                  </a:lnTo>
                  <a:lnTo>
                    <a:pt x="15455" y="17680"/>
                  </a:lnTo>
                  <a:lnTo>
                    <a:pt x="15782" y="20861"/>
                  </a:lnTo>
                  <a:lnTo>
                    <a:pt x="17123" y="24115"/>
                  </a:lnTo>
                  <a:lnTo>
                    <a:pt x="13631" y="24624"/>
                  </a:lnTo>
                  <a:lnTo>
                    <a:pt x="9751" y="23200"/>
                  </a:lnTo>
                  <a:lnTo>
                    <a:pt x="9033" y="21668"/>
                  </a:lnTo>
                  <a:lnTo>
                    <a:pt x="9467" y="20770"/>
                  </a:lnTo>
                  <a:lnTo>
                    <a:pt x="5662" y="16169"/>
                  </a:lnTo>
                  <a:lnTo>
                    <a:pt x="626" y="12121"/>
                  </a:lnTo>
                  <a:lnTo>
                    <a:pt x="0" y="10565"/>
                  </a:lnTo>
                  <a:lnTo>
                    <a:pt x="645" y="6955"/>
                  </a:lnTo>
                  <a:lnTo>
                    <a:pt x="1405" y="6858"/>
                  </a:lnTo>
                  <a:lnTo>
                    <a:pt x="2628" y="2743"/>
                  </a:lnTo>
                  <a:lnTo>
                    <a:pt x="4028" y="984"/>
                  </a:lnTo>
                  <a:lnTo>
                    <a:pt x="653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h501"/>
            <p:cNvSpPr/>
            <p:nvPr/>
          </p:nvSpPr>
          <p:spPr>
            <a:xfrm>
              <a:off x="2375625" y="2852062"/>
              <a:ext cx="32472" cy="46155"/>
            </a:xfrm>
            <a:custGeom>
              <a:avLst/>
              <a:pathLst>
                <a:path w="32472" h="46155">
                  <a:moveTo>
                    <a:pt x="15827" y="100"/>
                  </a:moveTo>
                  <a:lnTo>
                    <a:pt x="18010" y="1942"/>
                  </a:lnTo>
                  <a:lnTo>
                    <a:pt x="19293" y="7556"/>
                  </a:lnTo>
                  <a:lnTo>
                    <a:pt x="28667" y="15578"/>
                  </a:lnTo>
                  <a:lnTo>
                    <a:pt x="30458" y="20750"/>
                  </a:lnTo>
                  <a:lnTo>
                    <a:pt x="29820" y="26105"/>
                  </a:lnTo>
                  <a:lnTo>
                    <a:pt x="28384" y="27349"/>
                  </a:lnTo>
                  <a:lnTo>
                    <a:pt x="32033" y="31579"/>
                  </a:lnTo>
                  <a:lnTo>
                    <a:pt x="32472" y="35070"/>
                  </a:lnTo>
                  <a:lnTo>
                    <a:pt x="28624" y="38082"/>
                  </a:lnTo>
                  <a:lnTo>
                    <a:pt x="27522" y="40860"/>
                  </a:lnTo>
                  <a:lnTo>
                    <a:pt x="21391" y="40390"/>
                  </a:lnTo>
                  <a:lnTo>
                    <a:pt x="19580" y="46034"/>
                  </a:lnTo>
                  <a:lnTo>
                    <a:pt x="15633" y="46155"/>
                  </a:lnTo>
                  <a:lnTo>
                    <a:pt x="14569" y="43295"/>
                  </a:lnTo>
                  <a:lnTo>
                    <a:pt x="10374" y="37398"/>
                  </a:lnTo>
                  <a:lnTo>
                    <a:pt x="10244" y="30964"/>
                  </a:lnTo>
                  <a:lnTo>
                    <a:pt x="7723" y="27940"/>
                  </a:lnTo>
                  <a:lnTo>
                    <a:pt x="5044" y="27545"/>
                  </a:lnTo>
                  <a:lnTo>
                    <a:pt x="0" y="23018"/>
                  </a:lnTo>
                  <a:lnTo>
                    <a:pt x="921" y="16335"/>
                  </a:lnTo>
                  <a:lnTo>
                    <a:pt x="10128" y="18586"/>
                  </a:lnTo>
                  <a:lnTo>
                    <a:pt x="11790" y="16497"/>
                  </a:lnTo>
                  <a:lnTo>
                    <a:pt x="11891" y="8100"/>
                  </a:lnTo>
                  <a:lnTo>
                    <a:pt x="1336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h502"/>
            <p:cNvSpPr/>
            <p:nvPr/>
          </p:nvSpPr>
          <p:spPr>
            <a:xfrm>
              <a:off x="2390921" y="2931324"/>
              <a:ext cx="47214" cy="39151"/>
            </a:xfrm>
            <a:custGeom>
              <a:avLst/>
              <a:pathLst>
                <a:path w="47214" h="39151">
                  <a:moveTo>
                    <a:pt x="17017" y="1546"/>
                  </a:moveTo>
                  <a:lnTo>
                    <a:pt x="18032" y="974"/>
                  </a:lnTo>
                  <a:lnTo>
                    <a:pt x="21906" y="1839"/>
                  </a:lnTo>
                  <a:lnTo>
                    <a:pt x="21463" y="3594"/>
                  </a:lnTo>
                  <a:lnTo>
                    <a:pt x="22364" y="5808"/>
                  </a:lnTo>
                  <a:lnTo>
                    <a:pt x="26626" y="10737"/>
                  </a:lnTo>
                  <a:lnTo>
                    <a:pt x="40929" y="7334"/>
                  </a:lnTo>
                  <a:lnTo>
                    <a:pt x="45183" y="13768"/>
                  </a:lnTo>
                  <a:lnTo>
                    <a:pt x="45199" y="15826"/>
                  </a:lnTo>
                  <a:lnTo>
                    <a:pt x="42815" y="19697"/>
                  </a:lnTo>
                  <a:lnTo>
                    <a:pt x="43368" y="29966"/>
                  </a:lnTo>
                  <a:lnTo>
                    <a:pt x="47214" y="32111"/>
                  </a:lnTo>
                  <a:lnTo>
                    <a:pt x="43667" y="32261"/>
                  </a:lnTo>
                  <a:lnTo>
                    <a:pt x="39577" y="36111"/>
                  </a:lnTo>
                  <a:lnTo>
                    <a:pt x="34885" y="37534"/>
                  </a:lnTo>
                  <a:lnTo>
                    <a:pt x="31227" y="36909"/>
                  </a:lnTo>
                  <a:lnTo>
                    <a:pt x="26452" y="33173"/>
                  </a:lnTo>
                  <a:lnTo>
                    <a:pt x="14446" y="36104"/>
                  </a:lnTo>
                  <a:lnTo>
                    <a:pt x="12248" y="39067"/>
                  </a:lnTo>
                  <a:lnTo>
                    <a:pt x="8056" y="39151"/>
                  </a:lnTo>
                  <a:lnTo>
                    <a:pt x="4918" y="35669"/>
                  </a:lnTo>
                  <a:lnTo>
                    <a:pt x="3071" y="35391"/>
                  </a:lnTo>
                  <a:lnTo>
                    <a:pt x="2908" y="37174"/>
                  </a:lnTo>
                  <a:lnTo>
                    <a:pt x="249" y="36422"/>
                  </a:lnTo>
                  <a:lnTo>
                    <a:pt x="384" y="34383"/>
                  </a:lnTo>
                  <a:lnTo>
                    <a:pt x="1889" y="33777"/>
                  </a:lnTo>
                  <a:lnTo>
                    <a:pt x="2474" y="31746"/>
                  </a:lnTo>
                  <a:lnTo>
                    <a:pt x="0" y="29359"/>
                  </a:lnTo>
                  <a:lnTo>
                    <a:pt x="2332" y="27188"/>
                  </a:lnTo>
                  <a:lnTo>
                    <a:pt x="3851" y="22035"/>
                  </a:lnTo>
                  <a:lnTo>
                    <a:pt x="5907" y="21177"/>
                  </a:lnTo>
                  <a:lnTo>
                    <a:pt x="9332" y="17604"/>
                  </a:lnTo>
                  <a:lnTo>
                    <a:pt x="7627" y="8650"/>
                  </a:lnTo>
                  <a:lnTo>
                    <a:pt x="10709" y="7876"/>
                  </a:lnTo>
                  <a:lnTo>
                    <a:pt x="11408" y="5613"/>
                  </a:lnTo>
                  <a:lnTo>
                    <a:pt x="11287" y="2860"/>
                  </a:lnTo>
                  <a:lnTo>
                    <a:pt x="1464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h503"/>
            <p:cNvSpPr/>
            <p:nvPr/>
          </p:nvSpPr>
          <p:spPr>
            <a:xfrm>
              <a:off x="2522842" y="2783572"/>
              <a:ext cx="38831" cy="73107"/>
            </a:xfrm>
            <a:custGeom>
              <a:avLst/>
              <a:pathLst>
                <a:path w="38831" h="73107">
                  <a:moveTo>
                    <a:pt x="24123" y="1955"/>
                  </a:moveTo>
                  <a:lnTo>
                    <a:pt x="27385" y="6217"/>
                  </a:lnTo>
                  <a:lnTo>
                    <a:pt x="37078" y="13859"/>
                  </a:lnTo>
                  <a:lnTo>
                    <a:pt x="38831" y="18388"/>
                  </a:lnTo>
                  <a:lnTo>
                    <a:pt x="37453" y="24718"/>
                  </a:lnTo>
                  <a:lnTo>
                    <a:pt x="33751" y="33390"/>
                  </a:lnTo>
                  <a:lnTo>
                    <a:pt x="30294" y="34023"/>
                  </a:lnTo>
                  <a:lnTo>
                    <a:pt x="33833" y="38363"/>
                  </a:lnTo>
                  <a:lnTo>
                    <a:pt x="28399" y="44882"/>
                  </a:lnTo>
                  <a:lnTo>
                    <a:pt x="28142" y="47306"/>
                  </a:lnTo>
                  <a:lnTo>
                    <a:pt x="31507" y="53199"/>
                  </a:lnTo>
                  <a:lnTo>
                    <a:pt x="28471" y="56109"/>
                  </a:lnTo>
                  <a:lnTo>
                    <a:pt x="29552" y="58460"/>
                  </a:lnTo>
                  <a:lnTo>
                    <a:pt x="31024" y="58818"/>
                  </a:lnTo>
                  <a:lnTo>
                    <a:pt x="29801" y="62933"/>
                  </a:lnTo>
                  <a:lnTo>
                    <a:pt x="29040" y="63030"/>
                  </a:lnTo>
                  <a:lnTo>
                    <a:pt x="28395" y="66639"/>
                  </a:lnTo>
                  <a:lnTo>
                    <a:pt x="27079" y="69226"/>
                  </a:lnTo>
                  <a:lnTo>
                    <a:pt x="21784" y="73107"/>
                  </a:lnTo>
                  <a:lnTo>
                    <a:pt x="17684" y="71442"/>
                  </a:lnTo>
                  <a:lnTo>
                    <a:pt x="8379" y="60441"/>
                  </a:lnTo>
                  <a:lnTo>
                    <a:pt x="4826" y="59004"/>
                  </a:lnTo>
                  <a:lnTo>
                    <a:pt x="3797" y="59773"/>
                  </a:lnTo>
                  <a:lnTo>
                    <a:pt x="0" y="52781"/>
                  </a:lnTo>
                  <a:lnTo>
                    <a:pt x="1153" y="48036"/>
                  </a:lnTo>
                  <a:lnTo>
                    <a:pt x="4782" y="45245"/>
                  </a:lnTo>
                  <a:lnTo>
                    <a:pt x="3693" y="43974"/>
                  </a:lnTo>
                  <a:lnTo>
                    <a:pt x="1725" y="43553"/>
                  </a:lnTo>
                  <a:lnTo>
                    <a:pt x="1828" y="38585"/>
                  </a:lnTo>
                  <a:lnTo>
                    <a:pt x="4438" y="31935"/>
                  </a:lnTo>
                  <a:lnTo>
                    <a:pt x="11099" y="29299"/>
                  </a:lnTo>
                  <a:lnTo>
                    <a:pt x="16491" y="25907"/>
                  </a:lnTo>
                  <a:lnTo>
                    <a:pt x="17408" y="23421"/>
                  </a:lnTo>
                  <a:lnTo>
                    <a:pt x="16600" y="20942"/>
                  </a:lnTo>
                  <a:lnTo>
                    <a:pt x="19924" y="14053"/>
                  </a:lnTo>
                  <a:lnTo>
                    <a:pt x="21065" y="6868"/>
                  </a:lnTo>
                  <a:lnTo>
                    <a:pt x="18827" y="4198"/>
                  </a:lnTo>
                  <a:lnTo>
                    <a:pt x="1887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h504"/>
            <p:cNvSpPr/>
            <p:nvPr/>
          </p:nvSpPr>
          <p:spPr>
            <a:xfrm>
              <a:off x="2550985" y="2801398"/>
              <a:ext cx="46237" cy="44567"/>
            </a:xfrm>
            <a:custGeom>
              <a:avLst/>
              <a:pathLst>
                <a:path w="46237" h="44567">
                  <a:moveTo>
                    <a:pt x="23609" y="0"/>
                  </a:moveTo>
                  <a:lnTo>
                    <a:pt x="23675" y="5895"/>
                  </a:lnTo>
                  <a:lnTo>
                    <a:pt x="25529" y="10009"/>
                  </a:lnTo>
                  <a:lnTo>
                    <a:pt x="30089" y="10135"/>
                  </a:lnTo>
                  <a:lnTo>
                    <a:pt x="34721" y="6751"/>
                  </a:lnTo>
                  <a:lnTo>
                    <a:pt x="38644" y="6083"/>
                  </a:lnTo>
                  <a:lnTo>
                    <a:pt x="38394" y="7895"/>
                  </a:lnTo>
                  <a:lnTo>
                    <a:pt x="40866" y="8201"/>
                  </a:lnTo>
                  <a:lnTo>
                    <a:pt x="44356" y="6129"/>
                  </a:lnTo>
                  <a:lnTo>
                    <a:pt x="43936" y="4431"/>
                  </a:lnTo>
                  <a:lnTo>
                    <a:pt x="45670" y="3760"/>
                  </a:lnTo>
                  <a:lnTo>
                    <a:pt x="46237" y="7935"/>
                  </a:lnTo>
                  <a:lnTo>
                    <a:pt x="45500" y="11065"/>
                  </a:lnTo>
                  <a:lnTo>
                    <a:pt x="45658" y="16875"/>
                  </a:lnTo>
                  <a:lnTo>
                    <a:pt x="43816" y="16783"/>
                  </a:lnTo>
                  <a:lnTo>
                    <a:pt x="39480" y="19270"/>
                  </a:lnTo>
                  <a:lnTo>
                    <a:pt x="35930" y="24180"/>
                  </a:lnTo>
                  <a:lnTo>
                    <a:pt x="34172" y="33467"/>
                  </a:lnTo>
                  <a:lnTo>
                    <a:pt x="30709" y="44567"/>
                  </a:lnTo>
                  <a:lnTo>
                    <a:pt x="25970" y="43443"/>
                  </a:lnTo>
                  <a:lnTo>
                    <a:pt x="25295" y="41100"/>
                  </a:lnTo>
                  <a:lnTo>
                    <a:pt x="20554" y="40389"/>
                  </a:lnTo>
                  <a:lnTo>
                    <a:pt x="17570" y="44211"/>
                  </a:lnTo>
                  <a:lnTo>
                    <a:pt x="16091" y="43802"/>
                  </a:lnTo>
                  <a:lnTo>
                    <a:pt x="9981" y="39079"/>
                  </a:lnTo>
                  <a:lnTo>
                    <a:pt x="6784" y="38247"/>
                  </a:lnTo>
                  <a:lnTo>
                    <a:pt x="4281" y="39232"/>
                  </a:lnTo>
                  <a:lnTo>
                    <a:pt x="2881" y="40991"/>
                  </a:lnTo>
                  <a:lnTo>
                    <a:pt x="1410" y="40634"/>
                  </a:lnTo>
                  <a:lnTo>
                    <a:pt x="328" y="38283"/>
                  </a:lnTo>
                  <a:lnTo>
                    <a:pt x="3365" y="35373"/>
                  </a:lnTo>
                  <a:lnTo>
                    <a:pt x="0" y="29479"/>
                  </a:lnTo>
                  <a:lnTo>
                    <a:pt x="257" y="27056"/>
                  </a:lnTo>
                  <a:lnTo>
                    <a:pt x="5691" y="20536"/>
                  </a:lnTo>
                  <a:lnTo>
                    <a:pt x="2151" y="16196"/>
                  </a:lnTo>
                  <a:lnTo>
                    <a:pt x="5609" y="15564"/>
                  </a:lnTo>
                  <a:lnTo>
                    <a:pt x="9311" y="6891"/>
                  </a:lnTo>
                  <a:lnTo>
                    <a:pt x="10689" y="56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h505"/>
            <p:cNvSpPr/>
            <p:nvPr/>
          </p:nvSpPr>
          <p:spPr>
            <a:xfrm>
              <a:off x="2436292" y="2926848"/>
              <a:ext cx="23881" cy="9480"/>
            </a:xfrm>
            <a:custGeom>
              <a:avLst/>
              <a:pathLst>
                <a:path w="23881" h="9480">
                  <a:moveTo>
                    <a:pt x="15564" y="0"/>
                  </a:moveTo>
                  <a:lnTo>
                    <a:pt x="22325" y="1185"/>
                  </a:lnTo>
                  <a:lnTo>
                    <a:pt x="22625" y="6377"/>
                  </a:lnTo>
                  <a:lnTo>
                    <a:pt x="23881" y="6783"/>
                  </a:lnTo>
                  <a:lnTo>
                    <a:pt x="22591" y="8271"/>
                  </a:lnTo>
                  <a:lnTo>
                    <a:pt x="6560" y="9135"/>
                  </a:lnTo>
                  <a:lnTo>
                    <a:pt x="4105" y="9480"/>
                  </a:lnTo>
                  <a:lnTo>
                    <a:pt x="768" y="7541"/>
                  </a:lnTo>
                  <a:lnTo>
                    <a:pt x="0" y="1854"/>
                  </a:lnTo>
                  <a:lnTo>
                    <a:pt x="3557" y="2149"/>
                  </a:lnTo>
                  <a:lnTo>
                    <a:pt x="4999" y="3473"/>
                  </a:lnTo>
                  <a:lnTo>
                    <a:pt x="11719" y="7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h506"/>
            <p:cNvSpPr/>
            <p:nvPr/>
          </p:nvSpPr>
          <p:spPr>
            <a:xfrm>
              <a:off x="2395650" y="2963435"/>
              <a:ext cx="52329" cy="35643"/>
            </a:xfrm>
            <a:custGeom>
              <a:avLst/>
              <a:pathLst>
                <a:path w="52329" h="35643">
                  <a:moveTo>
                    <a:pt x="38938" y="149"/>
                  </a:moveTo>
                  <a:lnTo>
                    <a:pt x="42485" y="0"/>
                  </a:lnTo>
                  <a:lnTo>
                    <a:pt x="47050" y="3006"/>
                  </a:lnTo>
                  <a:lnTo>
                    <a:pt x="46044" y="5794"/>
                  </a:lnTo>
                  <a:lnTo>
                    <a:pt x="45862" y="11034"/>
                  </a:lnTo>
                  <a:lnTo>
                    <a:pt x="49802" y="13132"/>
                  </a:lnTo>
                  <a:lnTo>
                    <a:pt x="51059" y="15111"/>
                  </a:lnTo>
                  <a:lnTo>
                    <a:pt x="45796" y="22360"/>
                  </a:lnTo>
                  <a:lnTo>
                    <a:pt x="52329" y="25006"/>
                  </a:lnTo>
                  <a:lnTo>
                    <a:pt x="50939" y="28678"/>
                  </a:lnTo>
                  <a:lnTo>
                    <a:pt x="47394" y="27507"/>
                  </a:lnTo>
                  <a:lnTo>
                    <a:pt x="43118" y="27829"/>
                  </a:lnTo>
                  <a:lnTo>
                    <a:pt x="42456" y="28560"/>
                  </a:lnTo>
                  <a:lnTo>
                    <a:pt x="39431" y="21823"/>
                  </a:lnTo>
                  <a:lnTo>
                    <a:pt x="36740" y="17880"/>
                  </a:lnTo>
                  <a:lnTo>
                    <a:pt x="26953" y="13280"/>
                  </a:lnTo>
                  <a:lnTo>
                    <a:pt x="26021" y="16687"/>
                  </a:lnTo>
                  <a:lnTo>
                    <a:pt x="27258" y="19814"/>
                  </a:lnTo>
                  <a:lnTo>
                    <a:pt x="26294" y="20540"/>
                  </a:lnTo>
                  <a:lnTo>
                    <a:pt x="24738" y="20247"/>
                  </a:lnTo>
                  <a:lnTo>
                    <a:pt x="22956" y="18540"/>
                  </a:lnTo>
                  <a:lnTo>
                    <a:pt x="19415" y="19197"/>
                  </a:lnTo>
                  <a:lnTo>
                    <a:pt x="18716" y="22920"/>
                  </a:lnTo>
                  <a:lnTo>
                    <a:pt x="13865" y="26453"/>
                  </a:lnTo>
                  <a:lnTo>
                    <a:pt x="12223" y="28570"/>
                  </a:lnTo>
                  <a:lnTo>
                    <a:pt x="12814" y="33087"/>
                  </a:lnTo>
                  <a:lnTo>
                    <a:pt x="16340" y="33356"/>
                  </a:lnTo>
                  <a:lnTo>
                    <a:pt x="16291" y="34844"/>
                  </a:lnTo>
                  <a:lnTo>
                    <a:pt x="11754" y="35402"/>
                  </a:lnTo>
                  <a:lnTo>
                    <a:pt x="4264" y="35643"/>
                  </a:lnTo>
                  <a:lnTo>
                    <a:pt x="2657" y="35045"/>
                  </a:lnTo>
                  <a:lnTo>
                    <a:pt x="2556" y="33758"/>
                  </a:lnTo>
                  <a:lnTo>
                    <a:pt x="3811" y="29507"/>
                  </a:lnTo>
                  <a:lnTo>
                    <a:pt x="2258" y="29121"/>
                  </a:lnTo>
                  <a:lnTo>
                    <a:pt x="2019" y="20712"/>
                  </a:lnTo>
                  <a:lnTo>
                    <a:pt x="0" y="17164"/>
                  </a:lnTo>
                  <a:lnTo>
                    <a:pt x="311" y="13209"/>
                  </a:lnTo>
                  <a:lnTo>
                    <a:pt x="7333" y="13940"/>
                  </a:lnTo>
                  <a:lnTo>
                    <a:pt x="8619" y="8802"/>
                  </a:lnTo>
                  <a:lnTo>
                    <a:pt x="7519" y="6956"/>
                  </a:lnTo>
                  <a:lnTo>
                    <a:pt x="9717" y="3993"/>
                  </a:lnTo>
                  <a:lnTo>
                    <a:pt x="21723" y="1062"/>
                  </a:lnTo>
                  <a:lnTo>
                    <a:pt x="26498" y="4798"/>
                  </a:lnTo>
                  <a:lnTo>
                    <a:pt x="30156" y="5423"/>
                  </a:lnTo>
                  <a:lnTo>
                    <a:pt x="34848" y="400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h507"/>
            <p:cNvSpPr/>
            <p:nvPr/>
          </p:nvSpPr>
          <p:spPr>
            <a:xfrm>
              <a:off x="2367925" y="2901329"/>
              <a:ext cx="34404" cy="62049"/>
            </a:xfrm>
            <a:custGeom>
              <a:avLst/>
              <a:pathLst>
                <a:path w="34404" h="62049">
                  <a:moveTo>
                    <a:pt x="5637" y="0"/>
                  </a:moveTo>
                  <a:lnTo>
                    <a:pt x="9607" y="4690"/>
                  </a:lnTo>
                  <a:lnTo>
                    <a:pt x="10802" y="4424"/>
                  </a:lnTo>
                  <a:lnTo>
                    <a:pt x="10770" y="2190"/>
                  </a:lnTo>
                  <a:lnTo>
                    <a:pt x="14524" y="3592"/>
                  </a:lnTo>
                  <a:lnTo>
                    <a:pt x="12757" y="5893"/>
                  </a:lnTo>
                  <a:lnTo>
                    <a:pt x="17874" y="15288"/>
                  </a:lnTo>
                  <a:lnTo>
                    <a:pt x="18262" y="23625"/>
                  </a:lnTo>
                  <a:lnTo>
                    <a:pt x="21060" y="24617"/>
                  </a:lnTo>
                  <a:lnTo>
                    <a:pt x="21370" y="26682"/>
                  </a:lnTo>
                  <a:lnTo>
                    <a:pt x="19869" y="27718"/>
                  </a:lnTo>
                  <a:lnTo>
                    <a:pt x="17016" y="28162"/>
                  </a:lnTo>
                  <a:lnTo>
                    <a:pt x="17852" y="33646"/>
                  </a:lnTo>
                  <a:lnTo>
                    <a:pt x="18994" y="35164"/>
                  </a:lnTo>
                  <a:lnTo>
                    <a:pt x="24852" y="36056"/>
                  </a:lnTo>
                  <a:lnTo>
                    <a:pt x="30261" y="34108"/>
                  </a:lnTo>
                  <a:lnTo>
                    <a:pt x="34404" y="35608"/>
                  </a:lnTo>
                  <a:lnTo>
                    <a:pt x="33705" y="37872"/>
                  </a:lnTo>
                  <a:lnTo>
                    <a:pt x="30623" y="38645"/>
                  </a:lnTo>
                  <a:lnTo>
                    <a:pt x="32327" y="47600"/>
                  </a:lnTo>
                  <a:lnTo>
                    <a:pt x="28902" y="51172"/>
                  </a:lnTo>
                  <a:lnTo>
                    <a:pt x="23236" y="46957"/>
                  </a:lnTo>
                  <a:lnTo>
                    <a:pt x="16389" y="49151"/>
                  </a:lnTo>
                  <a:lnTo>
                    <a:pt x="11096" y="49133"/>
                  </a:lnTo>
                  <a:lnTo>
                    <a:pt x="9023" y="50083"/>
                  </a:lnTo>
                  <a:lnTo>
                    <a:pt x="8553" y="53569"/>
                  </a:lnTo>
                  <a:lnTo>
                    <a:pt x="10194" y="59791"/>
                  </a:lnTo>
                  <a:lnTo>
                    <a:pt x="10468" y="60300"/>
                  </a:lnTo>
                  <a:lnTo>
                    <a:pt x="7031" y="61226"/>
                  </a:lnTo>
                  <a:lnTo>
                    <a:pt x="2649" y="60585"/>
                  </a:lnTo>
                  <a:lnTo>
                    <a:pt x="2352" y="62049"/>
                  </a:lnTo>
                  <a:lnTo>
                    <a:pt x="1540" y="61299"/>
                  </a:lnTo>
                  <a:lnTo>
                    <a:pt x="0" y="55675"/>
                  </a:lnTo>
                  <a:lnTo>
                    <a:pt x="603" y="54096"/>
                  </a:lnTo>
                  <a:lnTo>
                    <a:pt x="5107" y="49519"/>
                  </a:lnTo>
                  <a:lnTo>
                    <a:pt x="6077" y="46156"/>
                  </a:lnTo>
                  <a:lnTo>
                    <a:pt x="6278" y="45214"/>
                  </a:lnTo>
                  <a:lnTo>
                    <a:pt x="5071" y="44473"/>
                  </a:lnTo>
                  <a:lnTo>
                    <a:pt x="3923" y="40536"/>
                  </a:lnTo>
                  <a:lnTo>
                    <a:pt x="5011" y="32726"/>
                  </a:lnTo>
                  <a:lnTo>
                    <a:pt x="7280" y="31389"/>
                  </a:lnTo>
                  <a:lnTo>
                    <a:pt x="8105" y="18352"/>
                  </a:lnTo>
                  <a:lnTo>
                    <a:pt x="3055" y="14158"/>
                  </a:lnTo>
                  <a:lnTo>
                    <a:pt x="978" y="10770"/>
                  </a:lnTo>
                  <a:lnTo>
                    <a:pt x="22" y="3829"/>
                  </a:lnTo>
                  <a:lnTo>
                    <a:pt x="2321" y="141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h508"/>
            <p:cNvSpPr/>
            <p:nvPr/>
          </p:nvSpPr>
          <p:spPr>
            <a:xfrm>
              <a:off x="2436660" y="2857106"/>
              <a:ext cx="75904" cy="51414"/>
            </a:xfrm>
            <a:custGeom>
              <a:avLst/>
              <a:pathLst>
                <a:path w="75904" h="51414">
                  <a:moveTo>
                    <a:pt x="64797" y="1118"/>
                  </a:moveTo>
                  <a:lnTo>
                    <a:pt x="68453" y="4777"/>
                  </a:lnTo>
                  <a:lnTo>
                    <a:pt x="68524" y="15103"/>
                  </a:lnTo>
                  <a:lnTo>
                    <a:pt x="74638" y="23185"/>
                  </a:lnTo>
                  <a:lnTo>
                    <a:pt x="75594" y="23405"/>
                  </a:lnTo>
                  <a:lnTo>
                    <a:pt x="75904" y="26203"/>
                  </a:lnTo>
                  <a:lnTo>
                    <a:pt x="73667" y="27190"/>
                  </a:lnTo>
                  <a:lnTo>
                    <a:pt x="71359" y="31166"/>
                  </a:lnTo>
                  <a:lnTo>
                    <a:pt x="72027" y="33337"/>
                  </a:lnTo>
                  <a:lnTo>
                    <a:pt x="65000" y="36424"/>
                  </a:lnTo>
                  <a:lnTo>
                    <a:pt x="62894" y="38163"/>
                  </a:lnTo>
                  <a:lnTo>
                    <a:pt x="62751" y="39261"/>
                  </a:lnTo>
                  <a:lnTo>
                    <a:pt x="66488" y="46941"/>
                  </a:lnTo>
                  <a:lnTo>
                    <a:pt x="66408" y="48669"/>
                  </a:lnTo>
                  <a:lnTo>
                    <a:pt x="62041" y="49689"/>
                  </a:lnTo>
                  <a:lnTo>
                    <a:pt x="60564" y="51227"/>
                  </a:lnTo>
                  <a:lnTo>
                    <a:pt x="57847" y="51414"/>
                  </a:lnTo>
                  <a:lnTo>
                    <a:pt x="56115" y="41441"/>
                  </a:lnTo>
                  <a:lnTo>
                    <a:pt x="50457" y="40435"/>
                  </a:lnTo>
                  <a:lnTo>
                    <a:pt x="47046" y="36920"/>
                  </a:lnTo>
                  <a:lnTo>
                    <a:pt x="45419" y="36433"/>
                  </a:lnTo>
                  <a:lnTo>
                    <a:pt x="42597" y="39521"/>
                  </a:lnTo>
                  <a:lnTo>
                    <a:pt x="37106" y="42933"/>
                  </a:lnTo>
                  <a:lnTo>
                    <a:pt x="35152" y="41263"/>
                  </a:lnTo>
                  <a:lnTo>
                    <a:pt x="19047" y="40795"/>
                  </a:lnTo>
                  <a:lnTo>
                    <a:pt x="13902" y="39089"/>
                  </a:lnTo>
                  <a:lnTo>
                    <a:pt x="12126" y="39301"/>
                  </a:lnTo>
                  <a:lnTo>
                    <a:pt x="11614" y="40866"/>
                  </a:lnTo>
                  <a:lnTo>
                    <a:pt x="12105" y="42277"/>
                  </a:lnTo>
                  <a:lnTo>
                    <a:pt x="10465" y="43124"/>
                  </a:lnTo>
                  <a:lnTo>
                    <a:pt x="6667" y="42829"/>
                  </a:lnTo>
                  <a:lnTo>
                    <a:pt x="6381" y="40781"/>
                  </a:lnTo>
                  <a:lnTo>
                    <a:pt x="2454" y="39038"/>
                  </a:lnTo>
                  <a:lnTo>
                    <a:pt x="1759" y="37948"/>
                  </a:lnTo>
                  <a:lnTo>
                    <a:pt x="1808" y="35220"/>
                  </a:lnTo>
                  <a:lnTo>
                    <a:pt x="0" y="33008"/>
                  </a:lnTo>
                  <a:lnTo>
                    <a:pt x="7070" y="29607"/>
                  </a:lnTo>
                  <a:lnTo>
                    <a:pt x="16084" y="21033"/>
                  </a:lnTo>
                  <a:lnTo>
                    <a:pt x="18422" y="20914"/>
                  </a:lnTo>
                  <a:lnTo>
                    <a:pt x="20130" y="19473"/>
                  </a:lnTo>
                  <a:lnTo>
                    <a:pt x="21611" y="13748"/>
                  </a:lnTo>
                  <a:lnTo>
                    <a:pt x="24558" y="11973"/>
                  </a:lnTo>
                  <a:lnTo>
                    <a:pt x="29439" y="10766"/>
                  </a:lnTo>
                  <a:lnTo>
                    <a:pt x="28538" y="5594"/>
                  </a:lnTo>
                  <a:lnTo>
                    <a:pt x="36092" y="3953"/>
                  </a:lnTo>
                  <a:lnTo>
                    <a:pt x="39367" y="2473"/>
                  </a:lnTo>
                  <a:lnTo>
                    <a:pt x="48641" y="530"/>
                  </a:lnTo>
                  <a:lnTo>
                    <a:pt x="5513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h509"/>
            <p:cNvSpPr/>
            <p:nvPr/>
          </p:nvSpPr>
          <p:spPr>
            <a:xfrm>
              <a:off x="2485658" y="2929489"/>
              <a:ext cx="27684" cy="30171"/>
            </a:xfrm>
            <a:custGeom>
              <a:avLst/>
              <a:pathLst>
                <a:path w="27684" h="30171">
                  <a:moveTo>
                    <a:pt x="23101" y="0"/>
                  </a:moveTo>
                  <a:lnTo>
                    <a:pt x="22782" y="4789"/>
                  </a:lnTo>
                  <a:lnTo>
                    <a:pt x="24925" y="10414"/>
                  </a:lnTo>
                  <a:lnTo>
                    <a:pt x="25290" y="16915"/>
                  </a:lnTo>
                  <a:lnTo>
                    <a:pt x="26860" y="21647"/>
                  </a:lnTo>
                  <a:lnTo>
                    <a:pt x="27684" y="21988"/>
                  </a:lnTo>
                  <a:lnTo>
                    <a:pt x="26355" y="26212"/>
                  </a:lnTo>
                  <a:lnTo>
                    <a:pt x="22932" y="29192"/>
                  </a:lnTo>
                  <a:lnTo>
                    <a:pt x="12490" y="30171"/>
                  </a:lnTo>
                  <a:lnTo>
                    <a:pt x="4980" y="27303"/>
                  </a:lnTo>
                  <a:lnTo>
                    <a:pt x="4316" y="23804"/>
                  </a:lnTo>
                  <a:lnTo>
                    <a:pt x="4615" y="19619"/>
                  </a:lnTo>
                  <a:lnTo>
                    <a:pt x="2825" y="17484"/>
                  </a:lnTo>
                  <a:lnTo>
                    <a:pt x="302" y="17398"/>
                  </a:lnTo>
                  <a:lnTo>
                    <a:pt x="0" y="11573"/>
                  </a:lnTo>
                  <a:lnTo>
                    <a:pt x="1572" y="9946"/>
                  </a:lnTo>
                  <a:lnTo>
                    <a:pt x="8388" y="8829"/>
                  </a:lnTo>
                  <a:lnTo>
                    <a:pt x="16490" y="4778"/>
                  </a:lnTo>
                  <a:lnTo>
                    <a:pt x="21376" y="369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h510"/>
            <p:cNvSpPr/>
            <p:nvPr/>
          </p:nvSpPr>
          <p:spPr>
            <a:xfrm>
              <a:off x="2476749" y="2908333"/>
              <a:ext cx="34764" cy="32729"/>
            </a:xfrm>
            <a:custGeom>
              <a:avLst/>
              <a:pathLst>
                <a:path w="34764" h="32729">
                  <a:moveTo>
                    <a:pt x="20475" y="0"/>
                  </a:moveTo>
                  <a:lnTo>
                    <a:pt x="26181" y="10894"/>
                  </a:lnTo>
                  <a:lnTo>
                    <a:pt x="28913" y="10268"/>
                  </a:lnTo>
                  <a:lnTo>
                    <a:pt x="33057" y="14048"/>
                  </a:lnTo>
                  <a:lnTo>
                    <a:pt x="33921" y="15975"/>
                  </a:lnTo>
                  <a:lnTo>
                    <a:pt x="34764" y="18331"/>
                  </a:lnTo>
                  <a:lnTo>
                    <a:pt x="34451" y="21291"/>
                  </a:lnTo>
                  <a:lnTo>
                    <a:pt x="32009" y="21155"/>
                  </a:lnTo>
                  <a:lnTo>
                    <a:pt x="30285" y="24846"/>
                  </a:lnTo>
                  <a:lnTo>
                    <a:pt x="25398" y="25934"/>
                  </a:lnTo>
                  <a:lnTo>
                    <a:pt x="17297" y="29985"/>
                  </a:lnTo>
                  <a:lnTo>
                    <a:pt x="10481" y="31102"/>
                  </a:lnTo>
                  <a:lnTo>
                    <a:pt x="8908" y="32729"/>
                  </a:lnTo>
                  <a:lnTo>
                    <a:pt x="8749" y="31346"/>
                  </a:lnTo>
                  <a:lnTo>
                    <a:pt x="5609" y="30396"/>
                  </a:lnTo>
                  <a:lnTo>
                    <a:pt x="4329" y="31658"/>
                  </a:lnTo>
                  <a:lnTo>
                    <a:pt x="1938" y="30582"/>
                  </a:lnTo>
                  <a:lnTo>
                    <a:pt x="0" y="27614"/>
                  </a:lnTo>
                  <a:lnTo>
                    <a:pt x="328" y="25116"/>
                  </a:lnTo>
                  <a:lnTo>
                    <a:pt x="1616" y="22164"/>
                  </a:lnTo>
                  <a:lnTo>
                    <a:pt x="10314" y="13032"/>
                  </a:lnTo>
                  <a:lnTo>
                    <a:pt x="12785" y="9419"/>
                  </a:lnTo>
                  <a:lnTo>
                    <a:pt x="14823" y="8499"/>
                  </a:lnTo>
                  <a:lnTo>
                    <a:pt x="15805" y="6670"/>
                  </a:lnTo>
                  <a:lnTo>
                    <a:pt x="16176" y="3742"/>
                  </a:lnTo>
                  <a:lnTo>
                    <a:pt x="18072" y="2365"/>
                  </a:lnTo>
                  <a:lnTo>
                    <a:pt x="17757" y="186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h511"/>
            <p:cNvSpPr/>
            <p:nvPr/>
          </p:nvSpPr>
          <p:spPr>
            <a:xfrm>
              <a:off x="2581694" y="2818182"/>
              <a:ext cx="28373" cy="31292"/>
            </a:xfrm>
            <a:custGeom>
              <a:avLst/>
              <a:pathLst>
                <a:path w="28373" h="31292">
                  <a:moveTo>
                    <a:pt x="14949" y="91"/>
                  </a:moveTo>
                  <a:lnTo>
                    <a:pt x="15432" y="2699"/>
                  </a:lnTo>
                  <a:lnTo>
                    <a:pt x="13133" y="5037"/>
                  </a:lnTo>
                  <a:lnTo>
                    <a:pt x="13453" y="6800"/>
                  </a:lnTo>
                  <a:lnTo>
                    <a:pt x="15013" y="10822"/>
                  </a:lnTo>
                  <a:lnTo>
                    <a:pt x="17761" y="13517"/>
                  </a:lnTo>
                  <a:lnTo>
                    <a:pt x="20656" y="12252"/>
                  </a:lnTo>
                  <a:lnTo>
                    <a:pt x="20253" y="10759"/>
                  </a:lnTo>
                  <a:lnTo>
                    <a:pt x="23503" y="10424"/>
                  </a:lnTo>
                  <a:lnTo>
                    <a:pt x="26605" y="11258"/>
                  </a:lnTo>
                  <a:lnTo>
                    <a:pt x="28373" y="12161"/>
                  </a:lnTo>
                  <a:lnTo>
                    <a:pt x="28100" y="12722"/>
                  </a:lnTo>
                  <a:lnTo>
                    <a:pt x="25066" y="16627"/>
                  </a:lnTo>
                  <a:lnTo>
                    <a:pt x="25136" y="20134"/>
                  </a:lnTo>
                  <a:lnTo>
                    <a:pt x="25797" y="20759"/>
                  </a:lnTo>
                  <a:lnTo>
                    <a:pt x="26501" y="22074"/>
                  </a:lnTo>
                  <a:lnTo>
                    <a:pt x="20261" y="20858"/>
                  </a:lnTo>
                  <a:lnTo>
                    <a:pt x="15614" y="26156"/>
                  </a:lnTo>
                  <a:lnTo>
                    <a:pt x="9123" y="31292"/>
                  </a:lnTo>
                  <a:lnTo>
                    <a:pt x="1121" y="28781"/>
                  </a:lnTo>
                  <a:lnTo>
                    <a:pt x="0" y="27783"/>
                  </a:lnTo>
                  <a:lnTo>
                    <a:pt x="3463" y="16683"/>
                  </a:lnTo>
                  <a:lnTo>
                    <a:pt x="5221" y="7396"/>
                  </a:lnTo>
                  <a:lnTo>
                    <a:pt x="8771" y="2486"/>
                  </a:lnTo>
                  <a:lnTo>
                    <a:pt x="1310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h512"/>
            <p:cNvSpPr/>
            <p:nvPr/>
          </p:nvSpPr>
          <p:spPr>
            <a:xfrm>
              <a:off x="2315106" y="2892262"/>
              <a:ext cx="48723" cy="39243"/>
            </a:xfrm>
            <a:custGeom>
              <a:avLst/>
              <a:pathLst>
                <a:path w="48723" h="39243">
                  <a:moveTo>
                    <a:pt x="32477" y="2888"/>
                  </a:moveTo>
                  <a:lnTo>
                    <a:pt x="37297" y="6104"/>
                  </a:lnTo>
                  <a:lnTo>
                    <a:pt x="41723" y="6723"/>
                  </a:lnTo>
                  <a:lnTo>
                    <a:pt x="40173" y="8360"/>
                  </a:lnTo>
                  <a:lnTo>
                    <a:pt x="42004" y="8800"/>
                  </a:lnTo>
                  <a:lnTo>
                    <a:pt x="44541" y="7584"/>
                  </a:lnTo>
                  <a:lnTo>
                    <a:pt x="48165" y="7443"/>
                  </a:lnTo>
                  <a:lnTo>
                    <a:pt x="48723" y="9846"/>
                  </a:lnTo>
                  <a:lnTo>
                    <a:pt x="47447" y="10146"/>
                  </a:lnTo>
                  <a:lnTo>
                    <a:pt x="45854" y="15514"/>
                  </a:lnTo>
                  <a:lnTo>
                    <a:pt x="47190" y="17843"/>
                  </a:lnTo>
                  <a:lnTo>
                    <a:pt x="47196" y="19664"/>
                  </a:lnTo>
                  <a:lnTo>
                    <a:pt x="44945" y="18678"/>
                  </a:lnTo>
                  <a:lnTo>
                    <a:pt x="43598" y="18886"/>
                  </a:lnTo>
                  <a:lnTo>
                    <a:pt x="39457" y="23796"/>
                  </a:lnTo>
                  <a:lnTo>
                    <a:pt x="38435" y="28353"/>
                  </a:lnTo>
                  <a:lnTo>
                    <a:pt x="36666" y="29294"/>
                  </a:lnTo>
                  <a:lnTo>
                    <a:pt x="32838" y="31335"/>
                  </a:lnTo>
                  <a:lnTo>
                    <a:pt x="27385" y="38034"/>
                  </a:lnTo>
                  <a:lnTo>
                    <a:pt x="22607" y="39243"/>
                  </a:lnTo>
                  <a:lnTo>
                    <a:pt x="17823" y="36524"/>
                  </a:lnTo>
                  <a:lnTo>
                    <a:pt x="12876" y="37226"/>
                  </a:lnTo>
                  <a:lnTo>
                    <a:pt x="14066" y="34019"/>
                  </a:lnTo>
                  <a:lnTo>
                    <a:pt x="14528" y="28526"/>
                  </a:lnTo>
                  <a:lnTo>
                    <a:pt x="13002" y="23986"/>
                  </a:lnTo>
                  <a:lnTo>
                    <a:pt x="8462" y="24387"/>
                  </a:lnTo>
                  <a:lnTo>
                    <a:pt x="7336" y="23848"/>
                  </a:lnTo>
                  <a:lnTo>
                    <a:pt x="6731" y="20980"/>
                  </a:lnTo>
                  <a:lnTo>
                    <a:pt x="7503" y="17362"/>
                  </a:lnTo>
                  <a:lnTo>
                    <a:pt x="1257" y="14138"/>
                  </a:lnTo>
                  <a:lnTo>
                    <a:pt x="0" y="12701"/>
                  </a:lnTo>
                  <a:lnTo>
                    <a:pt x="731" y="9794"/>
                  </a:lnTo>
                  <a:lnTo>
                    <a:pt x="2193" y="4510"/>
                  </a:lnTo>
                  <a:lnTo>
                    <a:pt x="4375" y="3083"/>
                  </a:lnTo>
                  <a:lnTo>
                    <a:pt x="9532" y="1465"/>
                  </a:lnTo>
                  <a:lnTo>
                    <a:pt x="16630" y="2282"/>
                  </a:lnTo>
                  <a:lnTo>
                    <a:pt x="17069" y="4749"/>
                  </a:lnTo>
                  <a:lnTo>
                    <a:pt x="20993" y="2636"/>
                  </a:lnTo>
                  <a:lnTo>
                    <a:pt x="2615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h513"/>
            <p:cNvSpPr/>
            <p:nvPr/>
          </p:nvSpPr>
          <p:spPr>
            <a:xfrm>
              <a:off x="2448274" y="2893539"/>
              <a:ext cx="46547" cy="22444"/>
            </a:xfrm>
            <a:custGeom>
              <a:avLst/>
              <a:pathLst>
                <a:path w="46547" h="22444">
                  <a:moveTo>
                    <a:pt x="35431" y="487"/>
                  </a:moveTo>
                  <a:lnTo>
                    <a:pt x="38842" y="4001"/>
                  </a:lnTo>
                  <a:lnTo>
                    <a:pt x="44500" y="5008"/>
                  </a:lnTo>
                  <a:lnTo>
                    <a:pt x="46232" y="14981"/>
                  </a:lnTo>
                  <a:lnTo>
                    <a:pt x="46547" y="17160"/>
                  </a:lnTo>
                  <a:lnTo>
                    <a:pt x="44651" y="18537"/>
                  </a:lnTo>
                  <a:lnTo>
                    <a:pt x="44280" y="21465"/>
                  </a:lnTo>
                  <a:lnTo>
                    <a:pt x="42099" y="20906"/>
                  </a:lnTo>
                  <a:lnTo>
                    <a:pt x="40311" y="18635"/>
                  </a:lnTo>
                  <a:lnTo>
                    <a:pt x="33476" y="19858"/>
                  </a:lnTo>
                  <a:lnTo>
                    <a:pt x="31525" y="21955"/>
                  </a:lnTo>
                  <a:lnTo>
                    <a:pt x="27443" y="21462"/>
                  </a:lnTo>
                  <a:lnTo>
                    <a:pt x="22737" y="18840"/>
                  </a:lnTo>
                  <a:lnTo>
                    <a:pt x="16444" y="22444"/>
                  </a:lnTo>
                  <a:lnTo>
                    <a:pt x="17506" y="19751"/>
                  </a:lnTo>
                  <a:lnTo>
                    <a:pt x="13465" y="17611"/>
                  </a:lnTo>
                  <a:lnTo>
                    <a:pt x="4542" y="17763"/>
                  </a:lnTo>
                  <a:lnTo>
                    <a:pt x="2599" y="10333"/>
                  </a:lnTo>
                  <a:lnTo>
                    <a:pt x="3186" y="6968"/>
                  </a:lnTo>
                  <a:lnTo>
                    <a:pt x="2347" y="5155"/>
                  </a:lnTo>
                  <a:lnTo>
                    <a:pt x="490" y="5844"/>
                  </a:lnTo>
                  <a:lnTo>
                    <a:pt x="0" y="4433"/>
                  </a:lnTo>
                  <a:lnTo>
                    <a:pt x="511" y="2868"/>
                  </a:lnTo>
                  <a:lnTo>
                    <a:pt x="2287" y="2656"/>
                  </a:lnTo>
                  <a:lnTo>
                    <a:pt x="7433" y="4361"/>
                  </a:lnTo>
                  <a:lnTo>
                    <a:pt x="23537" y="4830"/>
                  </a:lnTo>
                  <a:lnTo>
                    <a:pt x="25491" y="6499"/>
                  </a:lnTo>
                  <a:lnTo>
                    <a:pt x="30983" y="3088"/>
                  </a:lnTo>
                  <a:lnTo>
                    <a:pt x="3380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h514"/>
            <p:cNvSpPr/>
            <p:nvPr/>
          </p:nvSpPr>
          <p:spPr>
            <a:xfrm>
              <a:off x="2516515" y="2961866"/>
              <a:ext cx="14793" cy="23171"/>
            </a:xfrm>
            <a:custGeom>
              <a:avLst/>
              <a:pathLst>
                <a:path w="14793" h="23171">
                  <a:moveTo>
                    <a:pt x="11672" y="2366"/>
                  </a:moveTo>
                  <a:lnTo>
                    <a:pt x="12508" y="4385"/>
                  </a:lnTo>
                  <a:lnTo>
                    <a:pt x="14793" y="5922"/>
                  </a:lnTo>
                  <a:lnTo>
                    <a:pt x="14790" y="7242"/>
                  </a:lnTo>
                  <a:lnTo>
                    <a:pt x="11585" y="13440"/>
                  </a:lnTo>
                  <a:lnTo>
                    <a:pt x="9396" y="22355"/>
                  </a:lnTo>
                  <a:lnTo>
                    <a:pt x="8169" y="23171"/>
                  </a:lnTo>
                  <a:lnTo>
                    <a:pt x="5233" y="20421"/>
                  </a:lnTo>
                  <a:lnTo>
                    <a:pt x="4071" y="17825"/>
                  </a:lnTo>
                  <a:lnTo>
                    <a:pt x="0" y="17023"/>
                  </a:lnTo>
                  <a:lnTo>
                    <a:pt x="1392" y="11777"/>
                  </a:lnTo>
                  <a:lnTo>
                    <a:pt x="8051" y="2478"/>
                  </a:lnTo>
                  <a:lnTo>
                    <a:pt x="722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h515"/>
            <p:cNvSpPr/>
            <p:nvPr/>
          </p:nvSpPr>
          <p:spPr>
            <a:xfrm>
              <a:off x="2393635" y="2841988"/>
              <a:ext cx="46557" cy="52387"/>
            </a:xfrm>
            <a:custGeom>
              <a:avLst/>
              <a:pathLst>
                <a:path w="46557" h="52387">
                  <a:moveTo>
                    <a:pt x="28334" y="2662"/>
                  </a:moveTo>
                  <a:lnTo>
                    <a:pt x="32372" y="3584"/>
                  </a:lnTo>
                  <a:lnTo>
                    <a:pt x="40360" y="10663"/>
                  </a:lnTo>
                  <a:lnTo>
                    <a:pt x="40077" y="12929"/>
                  </a:lnTo>
                  <a:lnTo>
                    <a:pt x="35572" y="23861"/>
                  </a:lnTo>
                  <a:lnTo>
                    <a:pt x="36873" y="27787"/>
                  </a:lnTo>
                  <a:lnTo>
                    <a:pt x="37961" y="28820"/>
                  </a:lnTo>
                  <a:lnTo>
                    <a:pt x="40293" y="28038"/>
                  </a:lnTo>
                  <a:lnTo>
                    <a:pt x="43386" y="29158"/>
                  </a:lnTo>
                  <a:lnTo>
                    <a:pt x="46557" y="32469"/>
                  </a:lnTo>
                  <a:lnTo>
                    <a:pt x="44509" y="34632"/>
                  </a:lnTo>
                  <a:lnTo>
                    <a:pt x="39724" y="35905"/>
                  </a:lnTo>
                  <a:lnTo>
                    <a:pt x="38545" y="37796"/>
                  </a:lnTo>
                  <a:lnTo>
                    <a:pt x="38539" y="38695"/>
                  </a:lnTo>
                  <a:lnTo>
                    <a:pt x="40763" y="38772"/>
                  </a:lnTo>
                  <a:lnTo>
                    <a:pt x="42738" y="47466"/>
                  </a:lnTo>
                  <a:lnTo>
                    <a:pt x="36257" y="49778"/>
                  </a:lnTo>
                  <a:lnTo>
                    <a:pt x="22563" y="52387"/>
                  </a:lnTo>
                  <a:lnTo>
                    <a:pt x="9511" y="50934"/>
                  </a:lnTo>
                  <a:lnTo>
                    <a:pt x="10613" y="48155"/>
                  </a:lnTo>
                  <a:lnTo>
                    <a:pt x="14461" y="45144"/>
                  </a:lnTo>
                  <a:lnTo>
                    <a:pt x="14022" y="41652"/>
                  </a:lnTo>
                  <a:lnTo>
                    <a:pt x="10373" y="37422"/>
                  </a:lnTo>
                  <a:lnTo>
                    <a:pt x="11809" y="36178"/>
                  </a:lnTo>
                  <a:lnTo>
                    <a:pt x="12447" y="30824"/>
                  </a:lnTo>
                  <a:lnTo>
                    <a:pt x="10656" y="25652"/>
                  </a:lnTo>
                  <a:lnTo>
                    <a:pt x="1282" y="17629"/>
                  </a:lnTo>
                  <a:lnTo>
                    <a:pt x="0" y="12016"/>
                  </a:lnTo>
                  <a:lnTo>
                    <a:pt x="5910" y="11834"/>
                  </a:lnTo>
                  <a:lnTo>
                    <a:pt x="12378" y="10818"/>
                  </a:lnTo>
                  <a:lnTo>
                    <a:pt x="14208" y="9092"/>
                  </a:lnTo>
                  <a:lnTo>
                    <a:pt x="14192" y="6198"/>
                  </a:lnTo>
                  <a:lnTo>
                    <a:pt x="17052" y="3354"/>
                  </a:lnTo>
                  <a:lnTo>
                    <a:pt x="26001" y="2554"/>
                  </a:lnTo>
                  <a:lnTo>
                    <a:pt x="2703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h516"/>
            <p:cNvSpPr/>
            <p:nvPr/>
          </p:nvSpPr>
          <p:spPr>
            <a:xfrm>
              <a:off x="2376479" y="2948286"/>
              <a:ext cx="20348" cy="12834"/>
            </a:xfrm>
            <a:custGeom>
              <a:avLst/>
              <a:pathLst>
                <a:path w="20348" h="12834">
                  <a:moveTo>
                    <a:pt x="20348" y="4215"/>
                  </a:moveTo>
                  <a:lnTo>
                    <a:pt x="18293" y="5073"/>
                  </a:lnTo>
                  <a:lnTo>
                    <a:pt x="16773" y="10225"/>
                  </a:lnTo>
                  <a:lnTo>
                    <a:pt x="14441" y="12397"/>
                  </a:lnTo>
                  <a:lnTo>
                    <a:pt x="12074" y="11475"/>
                  </a:lnTo>
                  <a:lnTo>
                    <a:pt x="2918" y="11251"/>
                  </a:lnTo>
                  <a:lnTo>
                    <a:pt x="1640" y="12834"/>
                  </a:lnTo>
                  <a:lnTo>
                    <a:pt x="0" y="6611"/>
                  </a:lnTo>
                  <a:lnTo>
                    <a:pt x="470" y="3126"/>
                  </a:lnTo>
                  <a:lnTo>
                    <a:pt x="2543" y="2176"/>
                  </a:lnTo>
                  <a:lnTo>
                    <a:pt x="7835" y="2193"/>
                  </a:lnTo>
                  <a:lnTo>
                    <a:pt x="1468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h517"/>
            <p:cNvSpPr/>
            <p:nvPr/>
          </p:nvSpPr>
          <p:spPr>
            <a:xfrm>
              <a:off x="2380682" y="2891767"/>
              <a:ext cx="49210" cy="45618"/>
            </a:xfrm>
            <a:custGeom>
              <a:avLst/>
              <a:pathLst>
                <a:path w="49210" h="45618">
                  <a:moveTo>
                    <a:pt x="49210" y="0"/>
                  </a:moveTo>
                  <a:lnTo>
                    <a:pt x="43728" y="12339"/>
                  </a:lnTo>
                  <a:lnTo>
                    <a:pt x="39257" y="12638"/>
                  </a:lnTo>
                  <a:lnTo>
                    <a:pt x="32954" y="22086"/>
                  </a:lnTo>
                  <a:lnTo>
                    <a:pt x="32885" y="24150"/>
                  </a:lnTo>
                  <a:lnTo>
                    <a:pt x="34437" y="24530"/>
                  </a:lnTo>
                  <a:lnTo>
                    <a:pt x="33697" y="32288"/>
                  </a:lnTo>
                  <a:lnTo>
                    <a:pt x="32795" y="33952"/>
                  </a:lnTo>
                  <a:lnTo>
                    <a:pt x="29875" y="33637"/>
                  </a:lnTo>
                  <a:lnTo>
                    <a:pt x="28399" y="35212"/>
                  </a:lnTo>
                  <a:lnTo>
                    <a:pt x="23870" y="34931"/>
                  </a:lnTo>
                  <a:lnTo>
                    <a:pt x="22931" y="34191"/>
                  </a:lnTo>
                  <a:lnTo>
                    <a:pt x="20811" y="34952"/>
                  </a:lnTo>
                  <a:lnTo>
                    <a:pt x="15539" y="38860"/>
                  </a:lnTo>
                  <a:lnTo>
                    <a:pt x="15418" y="39809"/>
                  </a:lnTo>
                  <a:lnTo>
                    <a:pt x="17304" y="41673"/>
                  </a:lnTo>
                  <a:lnTo>
                    <a:pt x="17504" y="43670"/>
                  </a:lnTo>
                  <a:lnTo>
                    <a:pt x="12095" y="45618"/>
                  </a:lnTo>
                  <a:lnTo>
                    <a:pt x="6237" y="44726"/>
                  </a:lnTo>
                  <a:lnTo>
                    <a:pt x="5094" y="43208"/>
                  </a:lnTo>
                  <a:lnTo>
                    <a:pt x="4259" y="37724"/>
                  </a:lnTo>
                  <a:lnTo>
                    <a:pt x="7112" y="37280"/>
                  </a:lnTo>
                  <a:lnTo>
                    <a:pt x="8613" y="36244"/>
                  </a:lnTo>
                  <a:lnTo>
                    <a:pt x="8303" y="34179"/>
                  </a:lnTo>
                  <a:lnTo>
                    <a:pt x="5505" y="33187"/>
                  </a:lnTo>
                  <a:lnTo>
                    <a:pt x="5117" y="24849"/>
                  </a:lnTo>
                  <a:lnTo>
                    <a:pt x="0" y="15455"/>
                  </a:lnTo>
                  <a:lnTo>
                    <a:pt x="1767" y="13154"/>
                  </a:lnTo>
                  <a:lnTo>
                    <a:pt x="3794" y="11790"/>
                  </a:lnTo>
                  <a:lnTo>
                    <a:pt x="5654" y="9154"/>
                  </a:lnTo>
                  <a:lnTo>
                    <a:pt x="10928" y="7168"/>
                  </a:lnTo>
                  <a:lnTo>
                    <a:pt x="10576" y="6450"/>
                  </a:lnTo>
                  <a:lnTo>
                    <a:pt x="14523" y="6328"/>
                  </a:lnTo>
                  <a:lnTo>
                    <a:pt x="16333" y="684"/>
                  </a:lnTo>
                  <a:lnTo>
                    <a:pt x="22465" y="1155"/>
                  </a:lnTo>
                  <a:lnTo>
                    <a:pt x="35516" y="2608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h518"/>
            <p:cNvSpPr/>
            <p:nvPr/>
          </p:nvSpPr>
          <p:spPr>
            <a:xfrm>
              <a:off x="2433736" y="2943301"/>
              <a:ext cx="16876" cy="23140"/>
            </a:xfrm>
            <a:custGeom>
              <a:avLst/>
              <a:pathLst>
                <a:path w="16876" h="23140">
                  <a:moveTo>
                    <a:pt x="8538" y="317"/>
                  </a:moveTo>
                  <a:lnTo>
                    <a:pt x="13459" y="11721"/>
                  </a:lnTo>
                  <a:lnTo>
                    <a:pt x="14196" y="11539"/>
                  </a:lnTo>
                  <a:lnTo>
                    <a:pt x="16554" y="13735"/>
                  </a:lnTo>
                  <a:lnTo>
                    <a:pt x="16876" y="15505"/>
                  </a:lnTo>
                  <a:lnTo>
                    <a:pt x="16035" y="16423"/>
                  </a:lnTo>
                  <a:lnTo>
                    <a:pt x="16721" y="17812"/>
                  </a:lnTo>
                  <a:lnTo>
                    <a:pt x="15412" y="19101"/>
                  </a:lnTo>
                  <a:lnTo>
                    <a:pt x="8964" y="23140"/>
                  </a:lnTo>
                  <a:lnTo>
                    <a:pt x="4399" y="20134"/>
                  </a:lnTo>
                  <a:lnTo>
                    <a:pt x="553" y="17989"/>
                  </a:lnTo>
                  <a:lnTo>
                    <a:pt x="0" y="7720"/>
                  </a:lnTo>
                  <a:lnTo>
                    <a:pt x="2384" y="3849"/>
                  </a:lnTo>
                  <a:lnTo>
                    <a:pt x="2368" y="1791"/>
                  </a:lnTo>
                  <a:lnTo>
                    <a:pt x="4844" y="2272"/>
                  </a:lnTo>
                  <a:lnTo>
                    <a:pt x="5290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h519"/>
            <p:cNvSpPr/>
            <p:nvPr/>
          </p:nvSpPr>
          <p:spPr>
            <a:xfrm>
              <a:off x="2749622" y="3263791"/>
              <a:ext cx="19132" cy="38191"/>
            </a:xfrm>
            <a:custGeom>
              <a:avLst/>
              <a:pathLst>
                <a:path w="19132" h="38191">
                  <a:moveTo>
                    <a:pt x="18365" y="417"/>
                  </a:moveTo>
                  <a:lnTo>
                    <a:pt x="16967" y="6775"/>
                  </a:lnTo>
                  <a:lnTo>
                    <a:pt x="10916" y="10331"/>
                  </a:lnTo>
                  <a:lnTo>
                    <a:pt x="10109" y="11175"/>
                  </a:lnTo>
                  <a:lnTo>
                    <a:pt x="9924" y="13877"/>
                  </a:lnTo>
                  <a:lnTo>
                    <a:pt x="12587" y="21109"/>
                  </a:lnTo>
                  <a:lnTo>
                    <a:pt x="17756" y="23004"/>
                  </a:lnTo>
                  <a:lnTo>
                    <a:pt x="19132" y="24340"/>
                  </a:lnTo>
                  <a:lnTo>
                    <a:pt x="16007" y="27047"/>
                  </a:lnTo>
                  <a:lnTo>
                    <a:pt x="17335" y="31630"/>
                  </a:lnTo>
                  <a:lnTo>
                    <a:pt x="17059" y="35623"/>
                  </a:lnTo>
                  <a:lnTo>
                    <a:pt x="11982" y="37948"/>
                  </a:lnTo>
                  <a:lnTo>
                    <a:pt x="8023" y="38191"/>
                  </a:lnTo>
                  <a:lnTo>
                    <a:pt x="5340" y="34713"/>
                  </a:lnTo>
                  <a:lnTo>
                    <a:pt x="2997" y="30991"/>
                  </a:lnTo>
                  <a:lnTo>
                    <a:pt x="1447" y="22991"/>
                  </a:lnTo>
                  <a:lnTo>
                    <a:pt x="1691" y="15924"/>
                  </a:lnTo>
                  <a:lnTo>
                    <a:pt x="0" y="13406"/>
                  </a:lnTo>
                  <a:lnTo>
                    <a:pt x="314" y="11781"/>
                  </a:lnTo>
                  <a:lnTo>
                    <a:pt x="6218" y="9774"/>
                  </a:lnTo>
                  <a:lnTo>
                    <a:pt x="10580" y="5207"/>
                  </a:lnTo>
                  <a:lnTo>
                    <a:pt x="12491" y="1975"/>
                  </a:lnTo>
                  <a:lnTo>
                    <a:pt x="1762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h520"/>
            <p:cNvSpPr/>
            <p:nvPr/>
          </p:nvSpPr>
          <p:spPr>
            <a:xfrm>
              <a:off x="2546494" y="3192094"/>
              <a:ext cx="27908" cy="27491"/>
            </a:xfrm>
            <a:custGeom>
              <a:avLst/>
              <a:pathLst>
                <a:path w="27908" h="27491">
                  <a:moveTo>
                    <a:pt x="19764" y="3701"/>
                  </a:moveTo>
                  <a:lnTo>
                    <a:pt x="27908" y="12040"/>
                  </a:lnTo>
                  <a:lnTo>
                    <a:pt x="25881" y="14584"/>
                  </a:lnTo>
                  <a:lnTo>
                    <a:pt x="26213" y="16086"/>
                  </a:lnTo>
                  <a:lnTo>
                    <a:pt x="25435" y="18717"/>
                  </a:lnTo>
                  <a:lnTo>
                    <a:pt x="23601" y="21419"/>
                  </a:lnTo>
                  <a:lnTo>
                    <a:pt x="20118" y="21857"/>
                  </a:lnTo>
                  <a:lnTo>
                    <a:pt x="20838" y="23740"/>
                  </a:lnTo>
                  <a:lnTo>
                    <a:pt x="18203" y="23939"/>
                  </a:lnTo>
                  <a:lnTo>
                    <a:pt x="17474" y="25276"/>
                  </a:lnTo>
                  <a:lnTo>
                    <a:pt x="18567" y="26509"/>
                  </a:lnTo>
                  <a:lnTo>
                    <a:pt x="18232" y="27491"/>
                  </a:lnTo>
                  <a:lnTo>
                    <a:pt x="15506" y="27078"/>
                  </a:lnTo>
                  <a:lnTo>
                    <a:pt x="11242" y="21692"/>
                  </a:lnTo>
                  <a:lnTo>
                    <a:pt x="7531" y="21446"/>
                  </a:lnTo>
                  <a:lnTo>
                    <a:pt x="6551" y="17634"/>
                  </a:lnTo>
                  <a:lnTo>
                    <a:pt x="4772" y="15518"/>
                  </a:lnTo>
                  <a:lnTo>
                    <a:pt x="3125" y="18615"/>
                  </a:lnTo>
                  <a:lnTo>
                    <a:pt x="2110" y="18941"/>
                  </a:lnTo>
                  <a:lnTo>
                    <a:pt x="0" y="15731"/>
                  </a:lnTo>
                  <a:lnTo>
                    <a:pt x="1223" y="13736"/>
                  </a:lnTo>
                  <a:lnTo>
                    <a:pt x="10520" y="6179"/>
                  </a:lnTo>
                  <a:lnTo>
                    <a:pt x="15201" y="3296"/>
                  </a:lnTo>
                  <a:lnTo>
                    <a:pt x="17029" y="3515"/>
                  </a:lnTo>
                  <a:lnTo>
                    <a:pt x="186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h521"/>
            <p:cNvSpPr/>
            <p:nvPr/>
          </p:nvSpPr>
          <p:spPr>
            <a:xfrm>
              <a:off x="2692515" y="3390689"/>
              <a:ext cx="30962" cy="32034"/>
            </a:xfrm>
            <a:custGeom>
              <a:avLst/>
              <a:pathLst>
                <a:path w="30962" h="32034">
                  <a:moveTo>
                    <a:pt x="18010" y="1736"/>
                  </a:moveTo>
                  <a:lnTo>
                    <a:pt x="21721" y="2597"/>
                  </a:lnTo>
                  <a:lnTo>
                    <a:pt x="23663" y="6964"/>
                  </a:lnTo>
                  <a:lnTo>
                    <a:pt x="25409" y="7404"/>
                  </a:lnTo>
                  <a:lnTo>
                    <a:pt x="30962" y="12825"/>
                  </a:lnTo>
                  <a:lnTo>
                    <a:pt x="26489" y="17562"/>
                  </a:lnTo>
                  <a:lnTo>
                    <a:pt x="17893" y="29462"/>
                  </a:lnTo>
                  <a:lnTo>
                    <a:pt x="16189" y="32034"/>
                  </a:lnTo>
                  <a:lnTo>
                    <a:pt x="14597" y="28885"/>
                  </a:lnTo>
                  <a:lnTo>
                    <a:pt x="13005" y="28831"/>
                  </a:lnTo>
                  <a:lnTo>
                    <a:pt x="12370" y="30040"/>
                  </a:lnTo>
                  <a:lnTo>
                    <a:pt x="6680" y="21440"/>
                  </a:lnTo>
                  <a:lnTo>
                    <a:pt x="4748" y="19745"/>
                  </a:lnTo>
                  <a:lnTo>
                    <a:pt x="0" y="18061"/>
                  </a:lnTo>
                  <a:lnTo>
                    <a:pt x="276" y="16654"/>
                  </a:lnTo>
                  <a:lnTo>
                    <a:pt x="3969" y="15770"/>
                  </a:lnTo>
                  <a:lnTo>
                    <a:pt x="3078" y="14001"/>
                  </a:lnTo>
                  <a:lnTo>
                    <a:pt x="821" y="14837"/>
                  </a:lnTo>
                  <a:lnTo>
                    <a:pt x="2715" y="7047"/>
                  </a:lnTo>
                  <a:lnTo>
                    <a:pt x="4261" y="6947"/>
                  </a:lnTo>
                  <a:lnTo>
                    <a:pt x="6192" y="8109"/>
                  </a:lnTo>
                  <a:lnTo>
                    <a:pt x="9592" y="6043"/>
                  </a:lnTo>
                  <a:lnTo>
                    <a:pt x="1278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h522"/>
            <p:cNvSpPr/>
            <p:nvPr/>
          </p:nvSpPr>
          <p:spPr>
            <a:xfrm>
              <a:off x="2665817" y="3417205"/>
              <a:ext cx="14383" cy="25017"/>
            </a:xfrm>
            <a:custGeom>
              <a:avLst/>
              <a:pathLst>
                <a:path w="14383" h="25017">
                  <a:moveTo>
                    <a:pt x="12216" y="1431"/>
                  </a:moveTo>
                  <a:lnTo>
                    <a:pt x="13611" y="2981"/>
                  </a:lnTo>
                  <a:lnTo>
                    <a:pt x="14383" y="5603"/>
                  </a:lnTo>
                  <a:lnTo>
                    <a:pt x="13403" y="7359"/>
                  </a:lnTo>
                  <a:lnTo>
                    <a:pt x="14194" y="10320"/>
                  </a:lnTo>
                  <a:lnTo>
                    <a:pt x="12954" y="21893"/>
                  </a:lnTo>
                  <a:lnTo>
                    <a:pt x="12056" y="24266"/>
                  </a:lnTo>
                  <a:lnTo>
                    <a:pt x="10028" y="25017"/>
                  </a:lnTo>
                  <a:lnTo>
                    <a:pt x="3090" y="23326"/>
                  </a:lnTo>
                  <a:lnTo>
                    <a:pt x="2124" y="19336"/>
                  </a:lnTo>
                  <a:lnTo>
                    <a:pt x="0" y="17602"/>
                  </a:lnTo>
                  <a:lnTo>
                    <a:pt x="6465" y="15345"/>
                  </a:lnTo>
                  <a:lnTo>
                    <a:pt x="6430" y="9897"/>
                  </a:lnTo>
                  <a:lnTo>
                    <a:pt x="4795" y="3887"/>
                  </a:lnTo>
                  <a:lnTo>
                    <a:pt x="88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h523"/>
            <p:cNvSpPr/>
            <p:nvPr/>
          </p:nvSpPr>
          <p:spPr>
            <a:xfrm>
              <a:off x="2381712" y="3194713"/>
              <a:ext cx="78207" cy="55982"/>
            </a:xfrm>
            <a:custGeom>
              <a:avLst/>
              <a:pathLst>
                <a:path w="78207" h="55982">
                  <a:moveTo>
                    <a:pt x="41196" y="346"/>
                  </a:moveTo>
                  <a:lnTo>
                    <a:pt x="43161" y="1653"/>
                  </a:lnTo>
                  <a:lnTo>
                    <a:pt x="56665" y="4262"/>
                  </a:lnTo>
                  <a:lnTo>
                    <a:pt x="63001" y="1554"/>
                  </a:lnTo>
                  <a:lnTo>
                    <a:pt x="66193" y="1345"/>
                  </a:lnTo>
                  <a:lnTo>
                    <a:pt x="69888" y="6476"/>
                  </a:lnTo>
                  <a:lnTo>
                    <a:pt x="72216" y="11897"/>
                  </a:lnTo>
                  <a:lnTo>
                    <a:pt x="77774" y="12027"/>
                  </a:lnTo>
                  <a:lnTo>
                    <a:pt x="78207" y="11771"/>
                  </a:lnTo>
                  <a:lnTo>
                    <a:pt x="77355" y="15229"/>
                  </a:lnTo>
                  <a:lnTo>
                    <a:pt x="74947" y="15658"/>
                  </a:lnTo>
                  <a:lnTo>
                    <a:pt x="74658" y="17271"/>
                  </a:lnTo>
                  <a:lnTo>
                    <a:pt x="76189" y="21460"/>
                  </a:lnTo>
                  <a:lnTo>
                    <a:pt x="74631" y="26604"/>
                  </a:lnTo>
                  <a:lnTo>
                    <a:pt x="73302" y="28482"/>
                  </a:lnTo>
                  <a:lnTo>
                    <a:pt x="70820" y="29822"/>
                  </a:lnTo>
                  <a:lnTo>
                    <a:pt x="71509" y="39258"/>
                  </a:lnTo>
                  <a:lnTo>
                    <a:pt x="69857" y="41965"/>
                  </a:lnTo>
                  <a:lnTo>
                    <a:pt x="66657" y="42228"/>
                  </a:lnTo>
                  <a:lnTo>
                    <a:pt x="63099" y="45336"/>
                  </a:lnTo>
                  <a:lnTo>
                    <a:pt x="62713" y="50048"/>
                  </a:lnTo>
                  <a:lnTo>
                    <a:pt x="59614" y="55982"/>
                  </a:lnTo>
                  <a:lnTo>
                    <a:pt x="41907" y="51988"/>
                  </a:lnTo>
                  <a:lnTo>
                    <a:pt x="37600" y="48333"/>
                  </a:lnTo>
                  <a:lnTo>
                    <a:pt x="35592" y="49301"/>
                  </a:lnTo>
                  <a:lnTo>
                    <a:pt x="33455" y="51582"/>
                  </a:lnTo>
                  <a:lnTo>
                    <a:pt x="28154" y="51394"/>
                  </a:lnTo>
                  <a:lnTo>
                    <a:pt x="25728" y="50037"/>
                  </a:lnTo>
                  <a:lnTo>
                    <a:pt x="8971" y="39254"/>
                  </a:lnTo>
                  <a:lnTo>
                    <a:pt x="8534" y="35577"/>
                  </a:lnTo>
                  <a:lnTo>
                    <a:pt x="12367" y="29610"/>
                  </a:lnTo>
                  <a:lnTo>
                    <a:pt x="5853" y="21235"/>
                  </a:lnTo>
                  <a:lnTo>
                    <a:pt x="0" y="15827"/>
                  </a:lnTo>
                  <a:lnTo>
                    <a:pt x="2827" y="9234"/>
                  </a:lnTo>
                  <a:lnTo>
                    <a:pt x="4950" y="6994"/>
                  </a:lnTo>
                  <a:lnTo>
                    <a:pt x="7466" y="6538"/>
                  </a:lnTo>
                  <a:lnTo>
                    <a:pt x="12881" y="6366"/>
                  </a:lnTo>
                  <a:lnTo>
                    <a:pt x="22412" y="2567"/>
                  </a:lnTo>
                  <a:lnTo>
                    <a:pt x="3171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h524"/>
            <p:cNvSpPr/>
            <p:nvPr/>
          </p:nvSpPr>
          <p:spPr>
            <a:xfrm>
              <a:off x="2766375" y="3308511"/>
              <a:ext cx="21049" cy="16855"/>
            </a:xfrm>
            <a:custGeom>
              <a:avLst/>
              <a:pathLst>
                <a:path w="21049" h="16855">
                  <a:moveTo>
                    <a:pt x="7697" y="1306"/>
                  </a:moveTo>
                  <a:lnTo>
                    <a:pt x="10669" y="4289"/>
                  </a:lnTo>
                  <a:lnTo>
                    <a:pt x="14835" y="3450"/>
                  </a:lnTo>
                  <a:lnTo>
                    <a:pt x="21049" y="12779"/>
                  </a:lnTo>
                  <a:lnTo>
                    <a:pt x="20841" y="14599"/>
                  </a:lnTo>
                  <a:lnTo>
                    <a:pt x="16985" y="16855"/>
                  </a:lnTo>
                  <a:lnTo>
                    <a:pt x="12118" y="14636"/>
                  </a:lnTo>
                  <a:lnTo>
                    <a:pt x="8597" y="10474"/>
                  </a:lnTo>
                  <a:lnTo>
                    <a:pt x="6683" y="10387"/>
                  </a:lnTo>
                  <a:lnTo>
                    <a:pt x="2067" y="8196"/>
                  </a:lnTo>
                  <a:lnTo>
                    <a:pt x="0" y="2434"/>
                  </a:lnTo>
                  <a:lnTo>
                    <a:pt x="1639" y="794"/>
                  </a:lnTo>
                  <a:lnTo>
                    <a:pt x="4150" y="42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h525"/>
            <p:cNvSpPr/>
            <p:nvPr/>
          </p:nvSpPr>
          <p:spPr>
            <a:xfrm>
              <a:off x="2579082" y="3179638"/>
              <a:ext cx="26433" cy="29718"/>
            </a:xfrm>
            <a:custGeom>
              <a:avLst/>
              <a:pathLst>
                <a:path w="26433" h="29718">
                  <a:moveTo>
                    <a:pt x="19279" y="58"/>
                  </a:moveTo>
                  <a:lnTo>
                    <a:pt x="21282" y="1290"/>
                  </a:lnTo>
                  <a:lnTo>
                    <a:pt x="22284" y="0"/>
                  </a:lnTo>
                  <a:lnTo>
                    <a:pt x="24618" y="3815"/>
                  </a:lnTo>
                  <a:lnTo>
                    <a:pt x="24343" y="7852"/>
                  </a:lnTo>
                  <a:lnTo>
                    <a:pt x="25478" y="6500"/>
                  </a:lnTo>
                  <a:lnTo>
                    <a:pt x="26433" y="7294"/>
                  </a:lnTo>
                  <a:lnTo>
                    <a:pt x="25480" y="11328"/>
                  </a:lnTo>
                  <a:lnTo>
                    <a:pt x="22309" y="12310"/>
                  </a:lnTo>
                  <a:lnTo>
                    <a:pt x="19073" y="14941"/>
                  </a:lnTo>
                  <a:lnTo>
                    <a:pt x="17416" y="17361"/>
                  </a:lnTo>
                  <a:lnTo>
                    <a:pt x="15756" y="22758"/>
                  </a:lnTo>
                  <a:lnTo>
                    <a:pt x="16920" y="25767"/>
                  </a:lnTo>
                  <a:lnTo>
                    <a:pt x="16601" y="26703"/>
                  </a:lnTo>
                  <a:lnTo>
                    <a:pt x="13457" y="23147"/>
                  </a:lnTo>
                  <a:lnTo>
                    <a:pt x="7724" y="20199"/>
                  </a:lnTo>
                  <a:lnTo>
                    <a:pt x="5314" y="22312"/>
                  </a:lnTo>
                  <a:lnTo>
                    <a:pt x="4778" y="29718"/>
                  </a:lnTo>
                  <a:lnTo>
                    <a:pt x="3431" y="29660"/>
                  </a:lnTo>
                  <a:lnTo>
                    <a:pt x="1848" y="28290"/>
                  </a:lnTo>
                  <a:lnTo>
                    <a:pt x="1573" y="26560"/>
                  </a:lnTo>
                  <a:lnTo>
                    <a:pt x="2360" y="25671"/>
                  </a:lnTo>
                  <a:lnTo>
                    <a:pt x="0" y="18739"/>
                  </a:lnTo>
                  <a:lnTo>
                    <a:pt x="988" y="12785"/>
                  </a:lnTo>
                  <a:lnTo>
                    <a:pt x="460" y="11701"/>
                  </a:lnTo>
                  <a:lnTo>
                    <a:pt x="2742" y="6818"/>
                  </a:lnTo>
                  <a:lnTo>
                    <a:pt x="8551" y="4080"/>
                  </a:lnTo>
                  <a:lnTo>
                    <a:pt x="14441" y="367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h526"/>
            <p:cNvSpPr/>
            <p:nvPr/>
          </p:nvSpPr>
          <p:spPr>
            <a:xfrm>
              <a:off x="2509151" y="3238104"/>
              <a:ext cx="53627" cy="93301"/>
            </a:xfrm>
            <a:custGeom>
              <a:avLst/>
              <a:pathLst>
                <a:path w="53627" h="93301">
                  <a:moveTo>
                    <a:pt x="17677" y="0"/>
                  </a:moveTo>
                  <a:lnTo>
                    <a:pt x="18706" y="2910"/>
                  </a:lnTo>
                  <a:lnTo>
                    <a:pt x="22127" y="5172"/>
                  </a:lnTo>
                  <a:lnTo>
                    <a:pt x="26449" y="622"/>
                  </a:lnTo>
                  <a:lnTo>
                    <a:pt x="29749" y="4279"/>
                  </a:lnTo>
                  <a:lnTo>
                    <a:pt x="28740" y="7006"/>
                  </a:lnTo>
                  <a:lnTo>
                    <a:pt x="32243" y="13071"/>
                  </a:lnTo>
                  <a:lnTo>
                    <a:pt x="33390" y="13896"/>
                  </a:lnTo>
                  <a:lnTo>
                    <a:pt x="39913" y="16471"/>
                  </a:lnTo>
                  <a:lnTo>
                    <a:pt x="47726" y="8706"/>
                  </a:lnTo>
                  <a:lnTo>
                    <a:pt x="51946" y="11668"/>
                  </a:lnTo>
                  <a:lnTo>
                    <a:pt x="52374" y="15971"/>
                  </a:lnTo>
                  <a:lnTo>
                    <a:pt x="53408" y="17103"/>
                  </a:lnTo>
                  <a:lnTo>
                    <a:pt x="52717" y="21414"/>
                  </a:lnTo>
                  <a:lnTo>
                    <a:pt x="53627" y="23363"/>
                  </a:lnTo>
                  <a:lnTo>
                    <a:pt x="43599" y="26173"/>
                  </a:lnTo>
                  <a:lnTo>
                    <a:pt x="45871" y="29962"/>
                  </a:lnTo>
                  <a:lnTo>
                    <a:pt x="46786" y="41489"/>
                  </a:lnTo>
                  <a:lnTo>
                    <a:pt x="50663" y="46437"/>
                  </a:lnTo>
                  <a:lnTo>
                    <a:pt x="49349" y="47696"/>
                  </a:lnTo>
                  <a:lnTo>
                    <a:pt x="48134" y="47742"/>
                  </a:lnTo>
                  <a:lnTo>
                    <a:pt x="47088" y="49635"/>
                  </a:lnTo>
                  <a:lnTo>
                    <a:pt x="47049" y="51564"/>
                  </a:lnTo>
                  <a:lnTo>
                    <a:pt x="49010" y="55108"/>
                  </a:lnTo>
                  <a:lnTo>
                    <a:pt x="49173" y="60091"/>
                  </a:lnTo>
                  <a:lnTo>
                    <a:pt x="47807" y="69840"/>
                  </a:lnTo>
                  <a:lnTo>
                    <a:pt x="50023" y="74807"/>
                  </a:lnTo>
                  <a:lnTo>
                    <a:pt x="49445" y="79236"/>
                  </a:lnTo>
                  <a:lnTo>
                    <a:pt x="46366" y="76495"/>
                  </a:lnTo>
                  <a:lnTo>
                    <a:pt x="40330" y="78553"/>
                  </a:lnTo>
                  <a:lnTo>
                    <a:pt x="41404" y="86866"/>
                  </a:lnTo>
                  <a:lnTo>
                    <a:pt x="40467" y="89019"/>
                  </a:lnTo>
                  <a:lnTo>
                    <a:pt x="43202" y="92471"/>
                  </a:lnTo>
                  <a:lnTo>
                    <a:pt x="37245" y="93301"/>
                  </a:lnTo>
                  <a:lnTo>
                    <a:pt x="33305" y="91193"/>
                  </a:lnTo>
                  <a:lnTo>
                    <a:pt x="17245" y="85850"/>
                  </a:lnTo>
                  <a:lnTo>
                    <a:pt x="8060" y="83987"/>
                  </a:lnTo>
                  <a:lnTo>
                    <a:pt x="8561" y="77920"/>
                  </a:lnTo>
                  <a:lnTo>
                    <a:pt x="6394" y="74816"/>
                  </a:lnTo>
                  <a:lnTo>
                    <a:pt x="6790" y="69371"/>
                  </a:lnTo>
                  <a:lnTo>
                    <a:pt x="4852" y="64145"/>
                  </a:lnTo>
                  <a:lnTo>
                    <a:pt x="989" y="59417"/>
                  </a:lnTo>
                  <a:lnTo>
                    <a:pt x="0" y="55995"/>
                  </a:lnTo>
                  <a:lnTo>
                    <a:pt x="994" y="49384"/>
                  </a:lnTo>
                  <a:lnTo>
                    <a:pt x="2946" y="45977"/>
                  </a:lnTo>
                  <a:lnTo>
                    <a:pt x="3541" y="42824"/>
                  </a:lnTo>
                  <a:lnTo>
                    <a:pt x="3643" y="32911"/>
                  </a:lnTo>
                  <a:lnTo>
                    <a:pt x="7765" y="32138"/>
                  </a:lnTo>
                  <a:lnTo>
                    <a:pt x="10203" y="28744"/>
                  </a:lnTo>
                  <a:lnTo>
                    <a:pt x="13820" y="20822"/>
                  </a:lnTo>
                  <a:lnTo>
                    <a:pt x="12958" y="16738"/>
                  </a:lnTo>
                  <a:lnTo>
                    <a:pt x="8939" y="9066"/>
                  </a:lnTo>
                  <a:lnTo>
                    <a:pt x="10534" y="4425"/>
                  </a:lnTo>
                  <a:lnTo>
                    <a:pt x="14608" y="71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h527"/>
            <p:cNvSpPr/>
            <p:nvPr/>
          </p:nvSpPr>
          <p:spPr>
            <a:xfrm>
              <a:off x="2625903" y="3385925"/>
              <a:ext cx="48723" cy="54606"/>
            </a:xfrm>
            <a:custGeom>
              <a:avLst/>
              <a:pathLst>
                <a:path w="48723" h="54606">
                  <a:moveTo>
                    <a:pt x="20552" y="0"/>
                  </a:moveTo>
                  <a:lnTo>
                    <a:pt x="20579" y="925"/>
                  </a:lnTo>
                  <a:lnTo>
                    <a:pt x="23657" y="1678"/>
                  </a:lnTo>
                  <a:lnTo>
                    <a:pt x="22042" y="6339"/>
                  </a:lnTo>
                  <a:lnTo>
                    <a:pt x="25865" y="10535"/>
                  </a:lnTo>
                  <a:lnTo>
                    <a:pt x="30805" y="13504"/>
                  </a:lnTo>
                  <a:lnTo>
                    <a:pt x="29472" y="16432"/>
                  </a:lnTo>
                  <a:lnTo>
                    <a:pt x="25465" y="16277"/>
                  </a:lnTo>
                  <a:lnTo>
                    <a:pt x="24953" y="19511"/>
                  </a:lnTo>
                  <a:lnTo>
                    <a:pt x="27202" y="21818"/>
                  </a:lnTo>
                  <a:lnTo>
                    <a:pt x="30460" y="22334"/>
                  </a:lnTo>
                  <a:lnTo>
                    <a:pt x="30035" y="18938"/>
                  </a:lnTo>
                  <a:lnTo>
                    <a:pt x="36894" y="21395"/>
                  </a:lnTo>
                  <a:lnTo>
                    <a:pt x="39471" y="26026"/>
                  </a:lnTo>
                  <a:lnTo>
                    <a:pt x="42191" y="23603"/>
                  </a:lnTo>
                  <a:lnTo>
                    <a:pt x="45180" y="25669"/>
                  </a:lnTo>
                  <a:lnTo>
                    <a:pt x="46692" y="30530"/>
                  </a:lnTo>
                  <a:lnTo>
                    <a:pt x="48723" y="31279"/>
                  </a:lnTo>
                  <a:lnTo>
                    <a:pt x="44709" y="35167"/>
                  </a:lnTo>
                  <a:lnTo>
                    <a:pt x="46344" y="41177"/>
                  </a:lnTo>
                  <a:lnTo>
                    <a:pt x="46379" y="46625"/>
                  </a:lnTo>
                  <a:lnTo>
                    <a:pt x="39914" y="48882"/>
                  </a:lnTo>
                  <a:lnTo>
                    <a:pt x="42038" y="50615"/>
                  </a:lnTo>
                  <a:lnTo>
                    <a:pt x="43004" y="54606"/>
                  </a:lnTo>
                  <a:lnTo>
                    <a:pt x="20233" y="50455"/>
                  </a:lnTo>
                  <a:lnTo>
                    <a:pt x="8176" y="49850"/>
                  </a:lnTo>
                  <a:lnTo>
                    <a:pt x="1976" y="50694"/>
                  </a:lnTo>
                  <a:lnTo>
                    <a:pt x="0" y="42114"/>
                  </a:lnTo>
                  <a:lnTo>
                    <a:pt x="3454" y="35996"/>
                  </a:lnTo>
                  <a:lnTo>
                    <a:pt x="8104" y="33832"/>
                  </a:lnTo>
                  <a:lnTo>
                    <a:pt x="11677" y="30422"/>
                  </a:lnTo>
                  <a:lnTo>
                    <a:pt x="13208" y="25982"/>
                  </a:lnTo>
                  <a:lnTo>
                    <a:pt x="12808" y="22739"/>
                  </a:lnTo>
                  <a:lnTo>
                    <a:pt x="10941" y="18714"/>
                  </a:lnTo>
                  <a:lnTo>
                    <a:pt x="12246" y="17926"/>
                  </a:lnTo>
                  <a:lnTo>
                    <a:pt x="14865" y="17920"/>
                  </a:lnTo>
                  <a:lnTo>
                    <a:pt x="18444" y="12353"/>
                  </a:lnTo>
                  <a:lnTo>
                    <a:pt x="18160" y="10982"/>
                  </a:lnTo>
                  <a:lnTo>
                    <a:pt x="16284" y="9529"/>
                  </a:lnTo>
                  <a:lnTo>
                    <a:pt x="14764" y="9325"/>
                  </a:lnTo>
                  <a:lnTo>
                    <a:pt x="11054" y="11999"/>
                  </a:lnTo>
                  <a:lnTo>
                    <a:pt x="7638" y="13007"/>
                  </a:lnTo>
                  <a:lnTo>
                    <a:pt x="3899" y="12716"/>
                  </a:lnTo>
                  <a:lnTo>
                    <a:pt x="1107" y="10184"/>
                  </a:lnTo>
                  <a:lnTo>
                    <a:pt x="1007" y="6432"/>
                  </a:lnTo>
                  <a:lnTo>
                    <a:pt x="3490" y="5848"/>
                  </a:lnTo>
                  <a:lnTo>
                    <a:pt x="6574" y="6205"/>
                  </a:lnTo>
                  <a:lnTo>
                    <a:pt x="7593" y="5595"/>
                  </a:lnTo>
                  <a:lnTo>
                    <a:pt x="10241" y="5968"/>
                  </a:lnTo>
                  <a:lnTo>
                    <a:pt x="15174" y="457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h528"/>
            <p:cNvSpPr/>
            <p:nvPr/>
          </p:nvSpPr>
          <p:spPr>
            <a:xfrm>
              <a:off x="2727003" y="3298504"/>
              <a:ext cx="46055" cy="48400"/>
            </a:xfrm>
            <a:custGeom>
              <a:avLst/>
              <a:pathLst>
                <a:path w="46055" h="48400">
                  <a:moveTo>
                    <a:pt x="30642" y="3478"/>
                  </a:moveTo>
                  <a:lnTo>
                    <a:pt x="32743" y="8297"/>
                  </a:lnTo>
                  <a:lnTo>
                    <a:pt x="31681" y="8728"/>
                  </a:lnTo>
                  <a:lnTo>
                    <a:pt x="31148" y="10741"/>
                  </a:lnTo>
                  <a:lnTo>
                    <a:pt x="32039" y="12262"/>
                  </a:lnTo>
                  <a:lnTo>
                    <a:pt x="39565" y="19346"/>
                  </a:lnTo>
                  <a:lnTo>
                    <a:pt x="41439" y="18203"/>
                  </a:lnTo>
                  <a:lnTo>
                    <a:pt x="46055" y="20393"/>
                  </a:lnTo>
                  <a:lnTo>
                    <a:pt x="44648" y="23564"/>
                  </a:lnTo>
                  <a:lnTo>
                    <a:pt x="43813" y="26448"/>
                  </a:lnTo>
                  <a:lnTo>
                    <a:pt x="41896" y="26723"/>
                  </a:lnTo>
                  <a:lnTo>
                    <a:pt x="41375" y="24535"/>
                  </a:lnTo>
                  <a:lnTo>
                    <a:pt x="37947" y="26483"/>
                  </a:lnTo>
                  <a:lnTo>
                    <a:pt x="34287" y="29875"/>
                  </a:lnTo>
                  <a:lnTo>
                    <a:pt x="34140" y="35258"/>
                  </a:lnTo>
                  <a:lnTo>
                    <a:pt x="35491" y="35584"/>
                  </a:lnTo>
                  <a:lnTo>
                    <a:pt x="38409" y="33723"/>
                  </a:lnTo>
                  <a:lnTo>
                    <a:pt x="39929" y="38649"/>
                  </a:lnTo>
                  <a:lnTo>
                    <a:pt x="40178" y="43865"/>
                  </a:lnTo>
                  <a:lnTo>
                    <a:pt x="38021" y="48400"/>
                  </a:lnTo>
                  <a:lnTo>
                    <a:pt x="35272" y="48354"/>
                  </a:lnTo>
                  <a:lnTo>
                    <a:pt x="34511" y="43776"/>
                  </a:lnTo>
                  <a:lnTo>
                    <a:pt x="37808" y="38331"/>
                  </a:lnTo>
                  <a:lnTo>
                    <a:pt x="32369" y="37988"/>
                  </a:lnTo>
                  <a:lnTo>
                    <a:pt x="32252" y="38741"/>
                  </a:lnTo>
                  <a:lnTo>
                    <a:pt x="29570" y="39501"/>
                  </a:lnTo>
                  <a:lnTo>
                    <a:pt x="26632" y="38656"/>
                  </a:lnTo>
                  <a:lnTo>
                    <a:pt x="27632" y="34412"/>
                  </a:lnTo>
                  <a:lnTo>
                    <a:pt x="31979" y="33907"/>
                  </a:lnTo>
                  <a:lnTo>
                    <a:pt x="30412" y="30659"/>
                  </a:lnTo>
                  <a:lnTo>
                    <a:pt x="27875" y="28651"/>
                  </a:lnTo>
                  <a:lnTo>
                    <a:pt x="24460" y="30813"/>
                  </a:lnTo>
                  <a:lnTo>
                    <a:pt x="18419" y="30794"/>
                  </a:lnTo>
                  <a:lnTo>
                    <a:pt x="19608" y="28458"/>
                  </a:lnTo>
                  <a:lnTo>
                    <a:pt x="18046" y="26642"/>
                  </a:lnTo>
                  <a:lnTo>
                    <a:pt x="4076" y="22987"/>
                  </a:lnTo>
                  <a:lnTo>
                    <a:pt x="1243" y="24335"/>
                  </a:lnTo>
                  <a:lnTo>
                    <a:pt x="0" y="18751"/>
                  </a:lnTo>
                  <a:lnTo>
                    <a:pt x="4943" y="16325"/>
                  </a:lnTo>
                  <a:lnTo>
                    <a:pt x="5333" y="8119"/>
                  </a:lnTo>
                  <a:lnTo>
                    <a:pt x="6418" y="13530"/>
                  </a:lnTo>
                  <a:lnTo>
                    <a:pt x="9707" y="12909"/>
                  </a:lnTo>
                  <a:lnTo>
                    <a:pt x="10938" y="6854"/>
                  </a:lnTo>
                  <a:lnTo>
                    <a:pt x="22561" y="3280"/>
                  </a:lnTo>
                  <a:lnTo>
                    <a:pt x="2796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h529"/>
            <p:cNvSpPr/>
            <p:nvPr/>
          </p:nvSpPr>
          <p:spPr>
            <a:xfrm>
              <a:off x="2393520" y="3274484"/>
              <a:ext cx="72041" cy="79449"/>
            </a:xfrm>
            <a:custGeom>
              <a:avLst/>
              <a:pathLst>
                <a:path w="72041" h="79449">
                  <a:moveTo>
                    <a:pt x="27502" y="0"/>
                  </a:moveTo>
                  <a:lnTo>
                    <a:pt x="31267" y="1718"/>
                  </a:lnTo>
                  <a:lnTo>
                    <a:pt x="39266" y="3485"/>
                  </a:lnTo>
                  <a:lnTo>
                    <a:pt x="36932" y="9951"/>
                  </a:lnTo>
                  <a:lnTo>
                    <a:pt x="42433" y="28282"/>
                  </a:lnTo>
                  <a:lnTo>
                    <a:pt x="50558" y="24602"/>
                  </a:lnTo>
                  <a:lnTo>
                    <a:pt x="49910" y="19692"/>
                  </a:lnTo>
                  <a:lnTo>
                    <a:pt x="56882" y="17322"/>
                  </a:lnTo>
                  <a:lnTo>
                    <a:pt x="61107" y="24106"/>
                  </a:lnTo>
                  <a:lnTo>
                    <a:pt x="66286" y="26202"/>
                  </a:lnTo>
                  <a:lnTo>
                    <a:pt x="72041" y="31640"/>
                  </a:lnTo>
                  <a:lnTo>
                    <a:pt x="69030" y="42121"/>
                  </a:lnTo>
                  <a:lnTo>
                    <a:pt x="71832" y="41577"/>
                  </a:lnTo>
                  <a:lnTo>
                    <a:pt x="71061" y="44079"/>
                  </a:lnTo>
                  <a:lnTo>
                    <a:pt x="68979" y="47750"/>
                  </a:lnTo>
                  <a:lnTo>
                    <a:pt x="63796" y="47292"/>
                  </a:lnTo>
                  <a:lnTo>
                    <a:pt x="60104" y="44666"/>
                  </a:lnTo>
                  <a:lnTo>
                    <a:pt x="57399" y="51998"/>
                  </a:lnTo>
                  <a:lnTo>
                    <a:pt x="60261" y="57902"/>
                  </a:lnTo>
                  <a:lnTo>
                    <a:pt x="54164" y="60832"/>
                  </a:lnTo>
                  <a:lnTo>
                    <a:pt x="52147" y="63001"/>
                  </a:lnTo>
                  <a:lnTo>
                    <a:pt x="51457" y="64688"/>
                  </a:lnTo>
                  <a:lnTo>
                    <a:pt x="53468" y="70331"/>
                  </a:lnTo>
                  <a:lnTo>
                    <a:pt x="47102" y="79449"/>
                  </a:lnTo>
                  <a:lnTo>
                    <a:pt x="36526" y="71908"/>
                  </a:lnTo>
                  <a:lnTo>
                    <a:pt x="33995" y="68500"/>
                  </a:lnTo>
                  <a:lnTo>
                    <a:pt x="29422" y="65394"/>
                  </a:lnTo>
                  <a:lnTo>
                    <a:pt x="0" y="53311"/>
                  </a:lnTo>
                  <a:lnTo>
                    <a:pt x="1223" y="49721"/>
                  </a:lnTo>
                  <a:lnTo>
                    <a:pt x="7351" y="48234"/>
                  </a:lnTo>
                  <a:lnTo>
                    <a:pt x="9337" y="43568"/>
                  </a:lnTo>
                  <a:lnTo>
                    <a:pt x="10287" y="39126"/>
                  </a:lnTo>
                  <a:lnTo>
                    <a:pt x="10158" y="32355"/>
                  </a:lnTo>
                  <a:lnTo>
                    <a:pt x="4554" y="28607"/>
                  </a:lnTo>
                  <a:lnTo>
                    <a:pt x="5985" y="28321"/>
                  </a:lnTo>
                  <a:lnTo>
                    <a:pt x="10863" y="30859"/>
                  </a:lnTo>
                  <a:lnTo>
                    <a:pt x="11335" y="29829"/>
                  </a:lnTo>
                  <a:lnTo>
                    <a:pt x="10314" y="24369"/>
                  </a:lnTo>
                  <a:lnTo>
                    <a:pt x="8750" y="23668"/>
                  </a:lnTo>
                  <a:lnTo>
                    <a:pt x="9365" y="20810"/>
                  </a:lnTo>
                  <a:lnTo>
                    <a:pt x="13932" y="15902"/>
                  </a:lnTo>
                  <a:lnTo>
                    <a:pt x="15051" y="15565"/>
                  </a:lnTo>
                  <a:lnTo>
                    <a:pt x="16400" y="16025"/>
                  </a:lnTo>
                  <a:lnTo>
                    <a:pt x="20643" y="21035"/>
                  </a:lnTo>
                  <a:lnTo>
                    <a:pt x="22787" y="20663"/>
                  </a:lnTo>
                  <a:lnTo>
                    <a:pt x="22002" y="18399"/>
                  </a:lnTo>
                  <a:lnTo>
                    <a:pt x="23567" y="14334"/>
                  </a:lnTo>
                  <a:lnTo>
                    <a:pt x="25132" y="13701"/>
                  </a:lnTo>
                  <a:lnTo>
                    <a:pt x="27332" y="15019"/>
                  </a:lnTo>
                  <a:lnTo>
                    <a:pt x="28505" y="13028"/>
                  </a:lnTo>
                  <a:lnTo>
                    <a:pt x="27460" y="8655"/>
                  </a:lnTo>
                  <a:lnTo>
                    <a:pt x="28800" y="714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h530"/>
            <p:cNvSpPr/>
            <p:nvPr/>
          </p:nvSpPr>
          <p:spPr>
            <a:xfrm>
              <a:off x="2534549" y="3207612"/>
              <a:ext cx="33121" cy="46963"/>
            </a:xfrm>
            <a:custGeom>
              <a:avLst/>
              <a:pathLst>
                <a:path w="33121" h="46963">
                  <a:moveTo>
                    <a:pt x="16718" y="0"/>
                  </a:moveTo>
                  <a:lnTo>
                    <a:pt x="18497" y="2116"/>
                  </a:lnTo>
                  <a:lnTo>
                    <a:pt x="19477" y="5928"/>
                  </a:lnTo>
                  <a:lnTo>
                    <a:pt x="23188" y="6174"/>
                  </a:lnTo>
                  <a:lnTo>
                    <a:pt x="27452" y="11560"/>
                  </a:lnTo>
                  <a:lnTo>
                    <a:pt x="30178" y="11973"/>
                  </a:lnTo>
                  <a:lnTo>
                    <a:pt x="30513" y="10991"/>
                  </a:lnTo>
                  <a:lnTo>
                    <a:pt x="29420" y="9758"/>
                  </a:lnTo>
                  <a:lnTo>
                    <a:pt x="30149" y="8420"/>
                  </a:lnTo>
                  <a:lnTo>
                    <a:pt x="32784" y="8222"/>
                  </a:lnTo>
                  <a:lnTo>
                    <a:pt x="32667" y="10131"/>
                  </a:lnTo>
                  <a:lnTo>
                    <a:pt x="28349" y="16411"/>
                  </a:lnTo>
                  <a:lnTo>
                    <a:pt x="29008" y="18805"/>
                  </a:lnTo>
                  <a:lnTo>
                    <a:pt x="31898" y="19124"/>
                  </a:lnTo>
                  <a:lnTo>
                    <a:pt x="33121" y="20258"/>
                  </a:lnTo>
                  <a:lnTo>
                    <a:pt x="28227" y="27905"/>
                  </a:lnTo>
                  <a:lnTo>
                    <a:pt x="29126" y="29671"/>
                  </a:lnTo>
                  <a:lnTo>
                    <a:pt x="28553" y="30096"/>
                  </a:lnTo>
                  <a:lnTo>
                    <a:pt x="30226" y="39357"/>
                  </a:lnTo>
                  <a:lnTo>
                    <a:pt x="26548" y="42160"/>
                  </a:lnTo>
                  <a:lnTo>
                    <a:pt x="22328" y="39198"/>
                  </a:lnTo>
                  <a:lnTo>
                    <a:pt x="14516" y="46963"/>
                  </a:lnTo>
                  <a:lnTo>
                    <a:pt x="7993" y="44387"/>
                  </a:lnTo>
                  <a:lnTo>
                    <a:pt x="6845" y="43562"/>
                  </a:lnTo>
                  <a:lnTo>
                    <a:pt x="3342" y="37498"/>
                  </a:lnTo>
                  <a:lnTo>
                    <a:pt x="4352" y="34771"/>
                  </a:lnTo>
                  <a:lnTo>
                    <a:pt x="1051" y="31114"/>
                  </a:lnTo>
                  <a:lnTo>
                    <a:pt x="283" y="25458"/>
                  </a:lnTo>
                  <a:lnTo>
                    <a:pt x="1673" y="20339"/>
                  </a:lnTo>
                  <a:lnTo>
                    <a:pt x="1593" y="17803"/>
                  </a:lnTo>
                  <a:lnTo>
                    <a:pt x="0" y="15380"/>
                  </a:lnTo>
                  <a:lnTo>
                    <a:pt x="4528" y="9564"/>
                  </a:lnTo>
                  <a:lnTo>
                    <a:pt x="3877" y="6783"/>
                  </a:lnTo>
                  <a:lnTo>
                    <a:pt x="5286" y="7150"/>
                  </a:lnTo>
                  <a:lnTo>
                    <a:pt x="6693" y="4604"/>
                  </a:lnTo>
                  <a:lnTo>
                    <a:pt x="11945" y="213"/>
                  </a:lnTo>
                  <a:lnTo>
                    <a:pt x="14056" y="3423"/>
                  </a:lnTo>
                  <a:lnTo>
                    <a:pt x="15071" y="309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h531"/>
            <p:cNvSpPr/>
            <p:nvPr/>
          </p:nvSpPr>
          <p:spPr>
            <a:xfrm>
              <a:off x="2670259" y="3371350"/>
              <a:ext cx="40267" cy="52467"/>
            </a:xfrm>
            <a:custGeom>
              <a:avLst/>
              <a:pathLst>
                <a:path w="40267" h="52467">
                  <a:moveTo>
                    <a:pt x="7438" y="0"/>
                  </a:moveTo>
                  <a:lnTo>
                    <a:pt x="10365" y="2839"/>
                  </a:lnTo>
                  <a:lnTo>
                    <a:pt x="10866" y="1718"/>
                  </a:lnTo>
                  <a:lnTo>
                    <a:pt x="12375" y="1978"/>
                  </a:lnTo>
                  <a:lnTo>
                    <a:pt x="13621" y="4523"/>
                  </a:lnTo>
                  <a:lnTo>
                    <a:pt x="15003" y="5588"/>
                  </a:lnTo>
                  <a:lnTo>
                    <a:pt x="29347" y="8790"/>
                  </a:lnTo>
                  <a:lnTo>
                    <a:pt x="39397" y="18594"/>
                  </a:lnTo>
                  <a:lnTo>
                    <a:pt x="40267" y="21075"/>
                  </a:lnTo>
                  <a:lnTo>
                    <a:pt x="35043" y="19338"/>
                  </a:lnTo>
                  <a:lnTo>
                    <a:pt x="31848" y="25382"/>
                  </a:lnTo>
                  <a:lnTo>
                    <a:pt x="28449" y="27448"/>
                  </a:lnTo>
                  <a:lnTo>
                    <a:pt x="26517" y="26286"/>
                  </a:lnTo>
                  <a:lnTo>
                    <a:pt x="24972" y="26385"/>
                  </a:lnTo>
                  <a:lnTo>
                    <a:pt x="23078" y="34175"/>
                  </a:lnTo>
                  <a:lnTo>
                    <a:pt x="25334" y="33340"/>
                  </a:lnTo>
                  <a:lnTo>
                    <a:pt x="26225" y="35109"/>
                  </a:lnTo>
                  <a:lnTo>
                    <a:pt x="22532" y="35992"/>
                  </a:lnTo>
                  <a:lnTo>
                    <a:pt x="22256" y="37400"/>
                  </a:lnTo>
                  <a:lnTo>
                    <a:pt x="27005" y="39083"/>
                  </a:lnTo>
                  <a:lnTo>
                    <a:pt x="28936" y="40779"/>
                  </a:lnTo>
                  <a:lnTo>
                    <a:pt x="34626" y="49378"/>
                  </a:lnTo>
                  <a:lnTo>
                    <a:pt x="35316" y="50802"/>
                  </a:lnTo>
                  <a:lnTo>
                    <a:pt x="26012" y="52467"/>
                  </a:lnTo>
                  <a:lnTo>
                    <a:pt x="23646" y="51722"/>
                  </a:lnTo>
                  <a:lnTo>
                    <a:pt x="18009" y="50526"/>
                  </a:lnTo>
                  <a:lnTo>
                    <a:pt x="13531" y="50892"/>
                  </a:lnTo>
                  <a:lnTo>
                    <a:pt x="13085" y="49866"/>
                  </a:lnTo>
                  <a:lnTo>
                    <a:pt x="13735" y="22276"/>
                  </a:lnTo>
                  <a:lnTo>
                    <a:pt x="11378" y="17946"/>
                  </a:lnTo>
                  <a:lnTo>
                    <a:pt x="5566" y="19712"/>
                  </a:lnTo>
                  <a:lnTo>
                    <a:pt x="1743" y="18535"/>
                  </a:lnTo>
                  <a:lnTo>
                    <a:pt x="0" y="16789"/>
                  </a:lnTo>
                  <a:lnTo>
                    <a:pt x="257" y="15105"/>
                  </a:lnTo>
                  <a:lnTo>
                    <a:pt x="1873" y="12816"/>
                  </a:lnTo>
                  <a:lnTo>
                    <a:pt x="529" y="382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h532"/>
            <p:cNvSpPr/>
            <p:nvPr/>
          </p:nvSpPr>
          <p:spPr>
            <a:xfrm>
              <a:off x="2561097" y="3231919"/>
              <a:ext cx="32056" cy="40068"/>
            </a:xfrm>
            <a:custGeom>
              <a:avLst/>
              <a:pathLst>
                <a:path w="32056" h="40068">
                  <a:moveTo>
                    <a:pt x="19696" y="0"/>
                  </a:moveTo>
                  <a:lnTo>
                    <a:pt x="24815" y="1675"/>
                  </a:lnTo>
                  <a:lnTo>
                    <a:pt x="24574" y="3970"/>
                  </a:lnTo>
                  <a:lnTo>
                    <a:pt x="18753" y="4260"/>
                  </a:lnTo>
                  <a:lnTo>
                    <a:pt x="12175" y="5918"/>
                  </a:lnTo>
                  <a:lnTo>
                    <a:pt x="14035" y="9435"/>
                  </a:lnTo>
                  <a:lnTo>
                    <a:pt x="15648" y="10216"/>
                  </a:lnTo>
                  <a:lnTo>
                    <a:pt x="24149" y="8107"/>
                  </a:lnTo>
                  <a:lnTo>
                    <a:pt x="26215" y="4227"/>
                  </a:lnTo>
                  <a:lnTo>
                    <a:pt x="27817" y="4637"/>
                  </a:lnTo>
                  <a:lnTo>
                    <a:pt x="29542" y="3378"/>
                  </a:lnTo>
                  <a:lnTo>
                    <a:pt x="32056" y="5041"/>
                  </a:lnTo>
                  <a:lnTo>
                    <a:pt x="30770" y="24632"/>
                  </a:lnTo>
                  <a:lnTo>
                    <a:pt x="29109" y="30623"/>
                  </a:lnTo>
                  <a:lnTo>
                    <a:pt x="29830" y="33766"/>
                  </a:lnTo>
                  <a:lnTo>
                    <a:pt x="29342" y="35484"/>
                  </a:lnTo>
                  <a:lnTo>
                    <a:pt x="26455" y="40068"/>
                  </a:lnTo>
                  <a:lnTo>
                    <a:pt x="23253" y="39660"/>
                  </a:lnTo>
                  <a:lnTo>
                    <a:pt x="17555" y="37421"/>
                  </a:lnTo>
                  <a:lnTo>
                    <a:pt x="14559" y="38514"/>
                  </a:lnTo>
                  <a:lnTo>
                    <a:pt x="8149" y="36994"/>
                  </a:lnTo>
                  <a:lnTo>
                    <a:pt x="7970" y="35792"/>
                  </a:lnTo>
                  <a:lnTo>
                    <a:pt x="9571" y="33869"/>
                  </a:lnTo>
                  <a:lnTo>
                    <a:pt x="11573" y="35081"/>
                  </a:lnTo>
                  <a:lnTo>
                    <a:pt x="12004" y="34407"/>
                  </a:lnTo>
                  <a:lnTo>
                    <a:pt x="11704" y="27881"/>
                  </a:lnTo>
                  <a:lnTo>
                    <a:pt x="10252" y="26907"/>
                  </a:lnTo>
                  <a:lnTo>
                    <a:pt x="8325" y="27352"/>
                  </a:lnTo>
                  <a:lnTo>
                    <a:pt x="7086" y="29678"/>
                  </a:lnTo>
                  <a:lnTo>
                    <a:pt x="8201" y="31054"/>
                  </a:lnTo>
                  <a:lnTo>
                    <a:pt x="9165" y="30131"/>
                  </a:lnTo>
                  <a:lnTo>
                    <a:pt x="9933" y="31456"/>
                  </a:lnTo>
                  <a:lnTo>
                    <a:pt x="9681" y="32655"/>
                  </a:lnTo>
                  <a:lnTo>
                    <a:pt x="6442" y="34088"/>
                  </a:lnTo>
                  <a:lnTo>
                    <a:pt x="3745" y="32710"/>
                  </a:lnTo>
                  <a:lnTo>
                    <a:pt x="1680" y="29547"/>
                  </a:lnTo>
                  <a:lnTo>
                    <a:pt x="770" y="27599"/>
                  </a:lnTo>
                  <a:lnTo>
                    <a:pt x="1461" y="23288"/>
                  </a:lnTo>
                  <a:lnTo>
                    <a:pt x="427" y="22155"/>
                  </a:lnTo>
                  <a:lnTo>
                    <a:pt x="0" y="17853"/>
                  </a:lnTo>
                  <a:lnTo>
                    <a:pt x="3677" y="15050"/>
                  </a:lnTo>
                  <a:lnTo>
                    <a:pt x="2004" y="5789"/>
                  </a:lnTo>
                  <a:lnTo>
                    <a:pt x="2577" y="5364"/>
                  </a:lnTo>
                  <a:lnTo>
                    <a:pt x="10494" y="226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h533"/>
            <p:cNvSpPr/>
            <p:nvPr/>
          </p:nvSpPr>
          <p:spPr>
            <a:xfrm>
              <a:off x="2692965" y="3305896"/>
              <a:ext cx="39370" cy="48953"/>
            </a:xfrm>
            <a:custGeom>
              <a:avLst/>
              <a:pathLst>
                <a:path w="39370" h="48953">
                  <a:moveTo>
                    <a:pt x="39370" y="727"/>
                  </a:moveTo>
                  <a:lnTo>
                    <a:pt x="38980" y="8933"/>
                  </a:lnTo>
                  <a:lnTo>
                    <a:pt x="34037" y="11359"/>
                  </a:lnTo>
                  <a:lnTo>
                    <a:pt x="35281" y="16944"/>
                  </a:lnTo>
                  <a:lnTo>
                    <a:pt x="30304" y="21972"/>
                  </a:lnTo>
                  <a:lnTo>
                    <a:pt x="36136" y="23698"/>
                  </a:lnTo>
                  <a:lnTo>
                    <a:pt x="36706" y="29535"/>
                  </a:lnTo>
                  <a:lnTo>
                    <a:pt x="33297" y="33163"/>
                  </a:lnTo>
                  <a:lnTo>
                    <a:pt x="28859" y="36277"/>
                  </a:lnTo>
                  <a:lnTo>
                    <a:pt x="26756" y="36861"/>
                  </a:lnTo>
                  <a:lnTo>
                    <a:pt x="24927" y="40464"/>
                  </a:lnTo>
                  <a:lnTo>
                    <a:pt x="21260" y="42494"/>
                  </a:lnTo>
                  <a:lnTo>
                    <a:pt x="19197" y="48953"/>
                  </a:lnTo>
                  <a:lnTo>
                    <a:pt x="13857" y="48928"/>
                  </a:lnTo>
                  <a:lnTo>
                    <a:pt x="10701" y="47882"/>
                  </a:lnTo>
                  <a:lnTo>
                    <a:pt x="12446" y="43251"/>
                  </a:lnTo>
                  <a:lnTo>
                    <a:pt x="15127" y="40988"/>
                  </a:lnTo>
                  <a:lnTo>
                    <a:pt x="15741" y="38894"/>
                  </a:lnTo>
                  <a:lnTo>
                    <a:pt x="16298" y="36457"/>
                  </a:lnTo>
                  <a:lnTo>
                    <a:pt x="16189" y="34315"/>
                  </a:lnTo>
                  <a:lnTo>
                    <a:pt x="20592" y="31822"/>
                  </a:lnTo>
                  <a:lnTo>
                    <a:pt x="22587" y="29637"/>
                  </a:lnTo>
                  <a:lnTo>
                    <a:pt x="24095" y="24601"/>
                  </a:lnTo>
                  <a:lnTo>
                    <a:pt x="21177" y="21561"/>
                  </a:lnTo>
                  <a:lnTo>
                    <a:pt x="14442" y="17283"/>
                  </a:lnTo>
                  <a:lnTo>
                    <a:pt x="10851" y="16074"/>
                  </a:lnTo>
                  <a:lnTo>
                    <a:pt x="6039" y="8943"/>
                  </a:lnTo>
                  <a:lnTo>
                    <a:pt x="3988" y="8539"/>
                  </a:lnTo>
                  <a:lnTo>
                    <a:pt x="1930" y="10036"/>
                  </a:lnTo>
                  <a:lnTo>
                    <a:pt x="0" y="9783"/>
                  </a:lnTo>
                  <a:lnTo>
                    <a:pt x="386" y="5016"/>
                  </a:lnTo>
                  <a:lnTo>
                    <a:pt x="2969" y="1558"/>
                  </a:lnTo>
                  <a:lnTo>
                    <a:pt x="4926" y="793"/>
                  </a:lnTo>
                  <a:lnTo>
                    <a:pt x="12283" y="1926"/>
                  </a:lnTo>
                  <a:lnTo>
                    <a:pt x="27161" y="7329"/>
                  </a:lnTo>
                  <a:lnTo>
                    <a:pt x="31375" y="5824"/>
                  </a:lnTo>
                  <a:lnTo>
                    <a:pt x="3583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h534"/>
            <p:cNvSpPr/>
            <p:nvPr/>
          </p:nvSpPr>
          <p:spPr>
            <a:xfrm>
              <a:off x="2509033" y="3322091"/>
              <a:ext cx="54416" cy="66150"/>
            </a:xfrm>
            <a:custGeom>
              <a:avLst/>
              <a:pathLst>
                <a:path w="54416" h="66150">
                  <a:moveTo>
                    <a:pt x="17363" y="1863"/>
                  </a:moveTo>
                  <a:lnTo>
                    <a:pt x="33423" y="7206"/>
                  </a:lnTo>
                  <a:lnTo>
                    <a:pt x="37363" y="9314"/>
                  </a:lnTo>
                  <a:lnTo>
                    <a:pt x="43321" y="8484"/>
                  </a:lnTo>
                  <a:lnTo>
                    <a:pt x="45014" y="11448"/>
                  </a:lnTo>
                  <a:lnTo>
                    <a:pt x="50692" y="13483"/>
                  </a:lnTo>
                  <a:lnTo>
                    <a:pt x="47968" y="20625"/>
                  </a:lnTo>
                  <a:lnTo>
                    <a:pt x="54416" y="26748"/>
                  </a:lnTo>
                  <a:lnTo>
                    <a:pt x="40936" y="34197"/>
                  </a:lnTo>
                  <a:lnTo>
                    <a:pt x="40368" y="44382"/>
                  </a:lnTo>
                  <a:lnTo>
                    <a:pt x="36585" y="49896"/>
                  </a:lnTo>
                  <a:lnTo>
                    <a:pt x="40306" y="52288"/>
                  </a:lnTo>
                  <a:lnTo>
                    <a:pt x="37037" y="53842"/>
                  </a:lnTo>
                  <a:lnTo>
                    <a:pt x="33135" y="54022"/>
                  </a:lnTo>
                  <a:lnTo>
                    <a:pt x="29816" y="61605"/>
                  </a:lnTo>
                  <a:lnTo>
                    <a:pt x="30371" y="65553"/>
                  </a:lnTo>
                  <a:lnTo>
                    <a:pt x="29129" y="66150"/>
                  </a:lnTo>
                  <a:lnTo>
                    <a:pt x="23474" y="64523"/>
                  </a:lnTo>
                  <a:lnTo>
                    <a:pt x="20242" y="61497"/>
                  </a:lnTo>
                  <a:lnTo>
                    <a:pt x="20083" y="56887"/>
                  </a:lnTo>
                  <a:lnTo>
                    <a:pt x="17555" y="55605"/>
                  </a:lnTo>
                  <a:lnTo>
                    <a:pt x="12015" y="53938"/>
                  </a:lnTo>
                  <a:lnTo>
                    <a:pt x="5778" y="50476"/>
                  </a:lnTo>
                  <a:lnTo>
                    <a:pt x="3675" y="53078"/>
                  </a:lnTo>
                  <a:lnTo>
                    <a:pt x="0" y="52966"/>
                  </a:lnTo>
                  <a:lnTo>
                    <a:pt x="324" y="51784"/>
                  </a:lnTo>
                  <a:lnTo>
                    <a:pt x="2638" y="44690"/>
                  </a:lnTo>
                  <a:lnTo>
                    <a:pt x="2490" y="43108"/>
                  </a:lnTo>
                  <a:lnTo>
                    <a:pt x="5285" y="40436"/>
                  </a:lnTo>
                  <a:lnTo>
                    <a:pt x="6495" y="36554"/>
                  </a:lnTo>
                  <a:lnTo>
                    <a:pt x="6124" y="33784"/>
                  </a:lnTo>
                  <a:lnTo>
                    <a:pt x="4494" y="30866"/>
                  </a:lnTo>
                  <a:lnTo>
                    <a:pt x="6947" y="23673"/>
                  </a:lnTo>
                  <a:lnTo>
                    <a:pt x="9993" y="19577"/>
                  </a:lnTo>
                  <a:lnTo>
                    <a:pt x="9886" y="18799"/>
                  </a:lnTo>
                  <a:lnTo>
                    <a:pt x="5927" y="18426"/>
                  </a:lnTo>
                  <a:lnTo>
                    <a:pt x="5350" y="10539"/>
                  </a:lnTo>
                  <a:lnTo>
                    <a:pt x="9041" y="8541"/>
                  </a:lnTo>
                  <a:lnTo>
                    <a:pt x="6673" y="4148"/>
                  </a:lnTo>
                  <a:lnTo>
                    <a:pt x="8466" y="1526"/>
                  </a:lnTo>
                  <a:lnTo>
                    <a:pt x="817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h535"/>
            <p:cNvSpPr/>
            <p:nvPr/>
          </p:nvSpPr>
          <p:spPr>
            <a:xfrm>
              <a:off x="2549482" y="3258827"/>
              <a:ext cx="50556" cy="84347"/>
            </a:xfrm>
            <a:custGeom>
              <a:avLst/>
              <a:pathLst>
                <a:path w="50556" h="84347">
                  <a:moveTo>
                    <a:pt x="23319" y="973"/>
                  </a:moveTo>
                  <a:lnTo>
                    <a:pt x="23620" y="7499"/>
                  </a:lnTo>
                  <a:lnTo>
                    <a:pt x="23189" y="8174"/>
                  </a:lnTo>
                  <a:lnTo>
                    <a:pt x="21187" y="6962"/>
                  </a:lnTo>
                  <a:lnTo>
                    <a:pt x="19585" y="8884"/>
                  </a:lnTo>
                  <a:lnTo>
                    <a:pt x="19765" y="10087"/>
                  </a:lnTo>
                  <a:lnTo>
                    <a:pt x="26175" y="11606"/>
                  </a:lnTo>
                  <a:lnTo>
                    <a:pt x="29171" y="10513"/>
                  </a:lnTo>
                  <a:lnTo>
                    <a:pt x="34869" y="12753"/>
                  </a:lnTo>
                  <a:lnTo>
                    <a:pt x="38071" y="13160"/>
                  </a:lnTo>
                  <a:lnTo>
                    <a:pt x="40958" y="8576"/>
                  </a:lnTo>
                  <a:lnTo>
                    <a:pt x="42572" y="8849"/>
                  </a:lnTo>
                  <a:lnTo>
                    <a:pt x="43781" y="12916"/>
                  </a:lnTo>
                  <a:lnTo>
                    <a:pt x="46129" y="16279"/>
                  </a:lnTo>
                  <a:lnTo>
                    <a:pt x="48854" y="18337"/>
                  </a:lnTo>
                  <a:lnTo>
                    <a:pt x="50556" y="19361"/>
                  </a:lnTo>
                  <a:lnTo>
                    <a:pt x="49380" y="31073"/>
                  </a:lnTo>
                  <a:lnTo>
                    <a:pt x="44123" y="35510"/>
                  </a:lnTo>
                  <a:lnTo>
                    <a:pt x="39466" y="44972"/>
                  </a:lnTo>
                  <a:lnTo>
                    <a:pt x="36291" y="45736"/>
                  </a:lnTo>
                  <a:lnTo>
                    <a:pt x="32917" y="49338"/>
                  </a:lnTo>
                  <a:lnTo>
                    <a:pt x="34971" y="51789"/>
                  </a:lnTo>
                  <a:lnTo>
                    <a:pt x="35765" y="50551"/>
                  </a:lnTo>
                  <a:lnTo>
                    <a:pt x="38106" y="50794"/>
                  </a:lnTo>
                  <a:lnTo>
                    <a:pt x="38114" y="51544"/>
                  </a:lnTo>
                  <a:lnTo>
                    <a:pt x="32131" y="55123"/>
                  </a:lnTo>
                  <a:lnTo>
                    <a:pt x="33135" y="60769"/>
                  </a:lnTo>
                  <a:lnTo>
                    <a:pt x="34416" y="62969"/>
                  </a:lnTo>
                  <a:lnTo>
                    <a:pt x="37258" y="65257"/>
                  </a:lnTo>
                  <a:lnTo>
                    <a:pt x="39900" y="64818"/>
                  </a:lnTo>
                  <a:lnTo>
                    <a:pt x="41197" y="67879"/>
                  </a:lnTo>
                  <a:lnTo>
                    <a:pt x="40819" y="69931"/>
                  </a:lnTo>
                  <a:lnTo>
                    <a:pt x="35338" y="70629"/>
                  </a:lnTo>
                  <a:lnTo>
                    <a:pt x="30187" y="74228"/>
                  </a:lnTo>
                  <a:lnTo>
                    <a:pt x="24786" y="74458"/>
                  </a:lnTo>
                  <a:lnTo>
                    <a:pt x="20289" y="79608"/>
                  </a:lnTo>
                  <a:lnTo>
                    <a:pt x="19648" y="82594"/>
                  </a:lnTo>
                  <a:lnTo>
                    <a:pt x="21304" y="83840"/>
                  </a:lnTo>
                  <a:lnTo>
                    <a:pt x="18257" y="84347"/>
                  </a:lnTo>
                  <a:lnTo>
                    <a:pt x="16449" y="81103"/>
                  </a:lnTo>
                  <a:lnTo>
                    <a:pt x="12697" y="77209"/>
                  </a:lnTo>
                  <a:lnTo>
                    <a:pt x="10243" y="76747"/>
                  </a:lnTo>
                  <a:lnTo>
                    <a:pt x="4565" y="74712"/>
                  </a:lnTo>
                  <a:lnTo>
                    <a:pt x="2872" y="71748"/>
                  </a:lnTo>
                  <a:lnTo>
                    <a:pt x="136" y="68296"/>
                  </a:lnTo>
                  <a:lnTo>
                    <a:pt x="1073" y="66143"/>
                  </a:lnTo>
                  <a:lnTo>
                    <a:pt x="0" y="57830"/>
                  </a:lnTo>
                  <a:lnTo>
                    <a:pt x="6036" y="55772"/>
                  </a:lnTo>
                  <a:lnTo>
                    <a:pt x="9114" y="58513"/>
                  </a:lnTo>
                  <a:lnTo>
                    <a:pt x="9692" y="54084"/>
                  </a:lnTo>
                  <a:lnTo>
                    <a:pt x="7476" y="49117"/>
                  </a:lnTo>
                  <a:lnTo>
                    <a:pt x="8842" y="39368"/>
                  </a:lnTo>
                  <a:lnTo>
                    <a:pt x="8679" y="34385"/>
                  </a:lnTo>
                  <a:lnTo>
                    <a:pt x="6718" y="30841"/>
                  </a:lnTo>
                  <a:lnTo>
                    <a:pt x="6757" y="28912"/>
                  </a:lnTo>
                  <a:lnTo>
                    <a:pt x="7803" y="27019"/>
                  </a:lnTo>
                  <a:lnTo>
                    <a:pt x="9018" y="26973"/>
                  </a:lnTo>
                  <a:lnTo>
                    <a:pt x="10332" y="25714"/>
                  </a:lnTo>
                  <a:lnTo>
                    <a:pt x="6456" y="20766"/>
                  </a:lnTo>
                  <a:lnTo>
                    <a:pt x="5540" y="9239"/>
                  </a:lnTo>
                  <a:lnTo>
                    <a:pt x="3269" y="5450"/>
                  </a:lnTo>
                  <a:lnTo>
                    <a:pt x="13296" y="2640"/>
                  </a:lnTo>
                  <a:lnTo>
                    <a:pt x="15361" y="5803"/>
                  </a:lnTo>
                  <a:lnTo>
                    <a:pt x="18058" y="7180"/>
                  </a:lnTo>
                  <a:lnTo>
                    <a:pt x="21297" y="5747"/>
                  </a:lnTo>
                  <a:lnTo>
                    <a:pt x="21549" y="4548"/>
                  </a:lnTo>
                  <a:lnTo>
                    <a:pt x="20781" y="3223"/>
                  </a:lnTo>
                  <a:lnTo>
                    <a:pt x="19816" y="4146"/>
                  </a:lnTo>
                  <a:lnTo>
                    <a:pt x="18702" y="2770"/>
                  </a:lnTo>
                  <a:lnTo>
                    <a:pt x="19941" y="444"/>
                  </a:lnTo>
                  <a:lnTo>
                    <a:pt x="2186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h536"/>
            <p:cNvSpPr/>
            <p:nvPr/>
          </p:nvSpPr>
          <p:spPr>
            <a:xfrm>
              <a:off x="2667033" y="3303590"/>
              <a:ext cx="50027" cy="50900"/>
            </a:xfrm>
            <a:custGeom>
              <a:avLst/>
              <a:pathLst>
                <a:path w="50027" h="50900">
                  <a:moveTo>
                    <a:pt x="22482" y="2455"/>
                  </a:moveTo>
                  <a:lnTo>
                    <a:pt x="24755" y="6462"/>
                  </a:lnTo>
                  <a:lnTo>
                    <a:pt x="26318" y="7323"/>
                  </a:lnTo>
                  <a:lnTo>
                    <a:pt x="25931" y="12090"/>
                  </a:lnTo>
                  <a:lnTo>
                    <a:pt x="27861" y="12342"/>
                  </a:lnTo>
                  <a:lnTo>
                    <a:pt x="29919" y="10846"/>
                  </a:lnTo>
                  <a:lnTo>
                    <a:pt x="31971" y="11249"/>
                  </a:lnTo>
                  <a:lnTo>
                    <a:pt x="36783" y="18381"/>
                  </a:lnTo>
                  <a:lnTo>
                    <a:pt x="40374" y="19590"/>
                  </a:lnTo>
                  <a:lnTo>
                    <a:pt x="47109" y="23867"/>
                  </a:lnTo>
                  <a:lnTo>
                    <a:pt x="50027" y="26908"/>
                  </a:lnTo>
                  <a:lnTo>
                    <a:pt x="48519" y="31944"/>
                  </a:lnTo>
                  <a:lnTo>
                    <a:pt x="46524" y="34128"/>
                  </a:lnTo>
                  <a:lnTo>
                    <a:pt x="42121" y="36621"/>
                  </a:lnTo>
                  <a:lnTo>
                    <a:pt x="43859" y="33197"/>
                  </a:lnTo>
                  <a:lnTo>
                    <a:pt x="42970" y="29616"/>
                  </a:lnTo>
                  <a:lnTo>
                    <a:pt x="36587" y="22426"/>
                  </a:lnTo>
                  <a:lnTo>
                    <a:pt x="33874" y="22250"/>
                  </a:lnTo>
                  <a:lnTo>
                    <a:pt x="30826" y="26613"/>
                  </a:lnTo>
                  <a:lnTo>
                    <a:pt x="29171" y="35627"/>
                  </a:lnTo>
                  <a:lnTo>
                    <a:pt x="29873" y="38042"/>
                  </a:lnTo>
                  <a:lnTo>
                    <a:pt x="33790" y="37012"/>
                  </a:lnTo>
                  <a:lnTo>
                    <a:pt x="36531" y="38095"/>
                  </a:lnTo>
                  <a:lnTo>
                    <a:pt x="39987" y="41671"/>
                  </a:lnTo>
                  <a:lnTo>
                    <a:pt x="41673" y="41201"/>
                  </a:lnTo>
                  <a:lnTo>
                    <a:pt x="41059" y="43295"/>
                  </a:lnTo>
                  <a:lnTo>
                    <a:pt x="38378" y="45558"/>
                  </a:lnTo>
                  <a:lnTo>
                    <a:pt x="36632" y="50189"/>
                  </a:lnTo>
                  <a:lnTo>
                    <a:pt x="35297" y="50900"/>
                  </a:lnTo>
                  <a:lnTo>
                    <a:pt x="30358" y="45459"/>
                  </a:lnTo>
                  <a:lnTo>
                    <a:pt x="28105" y="40332"/>
                  </a:lnTo>
                  <a:lnTo>
                    <a:pt x="28776" y="39530"/>
                  </a:lnTo>
                  <a:lnTo>
                    <a:pt x="26170" y="34623"/>
                  </a:lnTo>
                  <a:lnTo>
                    <a:pt x="18758" y="32616"/>
                  </a:lnTo>
                  <a:lnTo>
                    <a:pt x="13824" y="32440"/>
                  </a:lnTo>
                  <a:lnTo>
                    <a:pt x="9588" y="31374"/>
                  </a:lnTo>
                  <a:lnTo>
                    <a:pt x="7599" y="29398"/>
                  </a:lnTo>
                  <a:lnTo>
                    <a:pt x="7388" y="26495"/>
                  </a:lnTo>
                  <a:lnTo>
                    <a:pt x="5248" y="25031"/>
                  </a:lnTo>
                  <a:lnTo>
                    <a:pt x="3052" y="24565"/>
                  </a:lnTo>
                  <a:lnTo>
                    <a:pt x="0" y="26449"/>
                  </a:lnTo>
                  <a:lnTo>
                    <a:pt x="365" y="21597"/>
                  </a:lnTo>
                  <a:lnTo>
                    <a:pt x="1871" y="15162"/>
                  </a:lnTo>
                  <a:lnTo>
                    <a:pt x="1444" y="8335"/>
                  </a:lnTo>
                  <a:lnTo>
                    <a:pt x="4" y="4700"/>
                  </a:lnTo>
                  <a:lnTo>
                    <a:pt x="8375" y="4414"/>
                  </a:lnTo>
                  <a:lnTo>
                    <a:pt x="10599" y="2829"/>
                  </a:lnTo>
                  <a:lnTo>
                    <a:pt x="18626" y="235"/>
                  </a:lnTo>
                  <a:lnTo>
                    <a:pt x="1937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h537"/>
            <p:cNvSpPr/>
            <p:nvPr/>
          </p:nvSpPr>
          <p:spPr>
            <a:xfrm>
              <a:off x="2569130" y="3315603"/>
              <a:ext cx="84904" cy="56830"/>
            </a:xfrm>
            <a:custGeom>
              <a:avLst/>
              <a:pathLst>
                <a:path w="84904" h="56830">
                  <a:moveTo>
                    <a:pt x="70754" y="0"/>
                  </a:moveTo>
                  <a:lnTo>
                    <a:pt x="74636" y="1061"/>
                  </a:lnTo>
                  <a:lnTo>
                    <a:pt x="78157" y="4434"/>
                  </a:lnTo>
                  <a:lnTo>
                    <a:pt x="81291" y="8925"/>
                  </a:lnTo>
                  <a:lnTo>
                    <a:pt x="84904" y="11783"/>
                  </a:lnTo>
                  <a:lnTo>
                    <a:pt x="82674" y="14243"/>
                  </a:lnTo>
                  <a:lnTo>
                    <a:pt x="82271" y="15813"/>
                  </a:lnTo>
                  <a:lnTo>
                    <a:pt x="79239" y="15918"/>
                  </a:lnTo>
                  <a:lnTo>
                    <a:pt x="77757" y="26735"/>
                  </a:lnTo>
                  <a:lnTo>
                    <a:pt x="74316" y="34719"/>
                  </a:lnTo>
                  <a:lnTo>
                    <a:pt x="76106" y="45895"/>
                  </a:lnTo>
                  <a:lnTo>
                    <a:pt x="75010" y="46061"/>
                  </a:lnTo>
                  <a:lnTo>
                    <a:pt x="75789" y="51019"/>
                  </a:lnTo>
                  <a:lnTo>
                    <a:pt x="75244" y="52492"/>
                  </a:lnTo>
                  <a:lnTo>
                    <a:pt x="71185" y="53446"/>
                  </a:lnTo>
                  <a:lnTo>
                    <a:pt x="63521" y="52587"/>
                  </a:lnTo>
                  <a:lnTo>
                    <a:pt x="57191" y="49933"/>
                  </a:lnTo>
                  <a:lnTo>
                    <a:pt x="55239" y="51365"/>
                  </a:lnTo>
                  <a:lnTo>
                    <a:pt x="54264" y="53382"/>
                  </a:lnTo>
                  <a:lnTo>
                    <a:pt x="53511" y="54926"/>
                  </a:lnTo>
                  <a:lnTo>
                    <a:pt x="50647" y="53523"/>
                  </a:lnTo>
                  <a:lnTo>
                    <a:pt x="49695" y="51016"/>
                  </a:lnTo>
                  <a:lnTo>
                    <a:pt x="50742" y="50259"/>
                  </a:lnTo>
                  <a:lnTo>
                    <a:pt x="49816" y="49172"/>
                  </a:lnTo>
                  <a:lnTo>
                    <a:pt x="43697" y="49628"/>
                  </a:lnTo>
                  <a:lnTo>
                    <a:pt x="42688" y="56286"/>
                  </a:lnTo>
                  <a:lnTo>
                    <a:pt x="32715" y="56830"/>
                  </a:lnTo>
                  <a:lnTo>
                    <a:pt x="26489" y="47499"/>
                  </a:lnTo>
                  <a:lnTo>
                    <a:pt x="28917" y="43247"/>
                  </a:lnTo>
                  <a:lnTo>
                    <a:pt x="26128" y="42934"/>
                  </a:lnTo>
                  <a:lnTo>
                    <a:pt x="19045" y="45121"/>
                  </a:lnTo>
                  <a:lnTo>
                    <a:pt x="17908" y="46833"/>
                  </a:lnTo>
                  <a:lnTo>
                    <a:pt x="13785" y="45489"/>
                  </a:lnTo>
                  <a:lnTo>
                    <a:pt x="10010" y="39124"/>
                  </a:lnTo>
                  <a:lnTo>
                    <a:pt x="3017" y="30555"/>
                  </a:lnTo>
                  <a:lnTo>
                    <a:pt x="1655" y="27064"/>
                  </a:lnTo>
                  <a:lnTo>
                    <a:pt x="0" y="25817"/>
                  </a:lnTo>
                  <a:lnTo>
                    <a:pt x="640" y="22832"/>
                  </a:lnTo>
                  <a:lnTo>
                    <a:pt x="5137" y="17682"/>
                  </a:lnTo>
                  <a:lnTo>
                    <a:pt x="10538" y="17451"/>
                  </a:lnTo>
                  <a:lnTo>
                    <a:pt x="15689" y="13853"/>
                  </a:lnTo>
                  <a:lnTo>
                    <a:pt x="21170" y="13154"/>
                  </a:lnTo>
                  <a:lnTo>
                    <a:pt x="21549" y="11102"/>
                  </a:lnTo>
                  <a:lnTo>
                    <a:pt x="20252" y="8041"/>
                  </a:lnTo>
                  <a:lnTo>
                    <a:pt x="24945" y="7147"/>
                  </a:lnTo>
                  <a:lnTo>
                    <a:pt x="25560" y="10090"/>
                  </a:lnTo>
                  <a:lnTo>
                    <a:pt x="24669" y="12921"/>
                  </a:lnTo>
                  <a:lnTo>
                    <a:pt x="26855" y="15614"/>
                  </a:lnTo>
                  <a:lnTo>
                    <a:pt x="31072" y="16530"/>
                  </a:lnTo>
                  <a:lnTo>
                    <a:pt x="37414" y="13865"/>
                  </a:lnTo>
                  <a:lnTo>
                    <a:pt x="39305" y="11262"/>
                  </a:lnTo>
                  <a:lnTo>
                    <a:pt x="40640" y="6298"/>
                  </a:lnTo>
                  <a:lnTo>
                    <a:pt x="52523" y="2052"/>
                  </a:lnTo>
                  <a:lnTo>
                    <a:pt x="53648" y="523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h538"/>
            <p:cNvSpPr/>
            <p:nvPr/>
          </p:nvSpPr>
          <p:spPr>
            <a:xfrm>
              <a:off x="2769733" y="3318898"/>
              <a:ext cx="35144" cy="50300"/>
            </a:xfrm>
            <a:custGeom>
              <a:avLst/>
              <a:pathLst>
                <a:path w="35144" h="50300">
                  <a:moveTo>
                    <a:pt x="8760" y="4249"/>
                  </a:moveTo>
                  <a:lnTo>
                    <a:pt x="13627" y="6468"/>
                  </a:lnTo>
                  <a:lnTo>
                    <a:pt x="17483" y="4212"/>
                  </a:lnTo>
                  <a:lnTo>
                    <a:pt x="18958" y="5832"/>
                  </a:lnTo>
                  <a:lnTo>
                    <a:pt x="20119" y="9671"/>
                  </a:lnTo>
                  <a:lnTo>
                    <a:pt x="17550" y="10462"/>
                  </a:lnTo>
                  <a:lnTo>
                    <a:pt x="17165" y="12535"/>
                  </a:lnTo>
                  <a:lnTo>
                    <a:pt x="21281" y="20592"/>
                  </a:lnTo>
                  <a:lnTo>
                    <a:pt x="23719" y="29125"/>
                  </a:lnTo>
                  <a:lnTo>
                    <a:pt x="21521" y="29378"/>
                  </a:lnTo>
                  <a:lnTo>
                    <a:pt x="19959" y="32728"/>
                  </a:lnTo>
                  <a:lnTo>
                    <a:pt x="19438" y="36369"/>
                  </a:lnTo>
                  <a:lnTo>
                    <a:pt x="22133" y="40059"/>
                  </a:lnTo>
                  <a:lnTo>
                    <a:pt x="23888" y="41076"/>
                  </a:lnTo>
                  <a:lnTo>
                    <a:pt x="25276" y="39479"/>
                  </a:lnTo>
                  <a:lnTo>
                    <a:pt x="29335" y="39319"/>
                  </a:lnTo>
                  <a:lnTo>
                    <a:pt x="31753" y="40388"/>
                  </a:lnTo>
                  <a:lnTo>
                    <a:pt x="34758" y="43680"/>
                  </a:lnTo>
                  <a:lnTo>
                    <a:pt x="35144" y="45291"/>
                  </a:lnTo>
                  <a:lnTo>
                    <a:pt x="33020" y="47601"/>
                  </a:lnTo>
                  <a:lnTo>
                    <a:pt x="30602" y="45602"/>
                  </a:lnTo>
                  <a:lnTo>
                    <a:pt x="28689" y="46852"/>
                  </a:lnTo>
                  <a:lnTo>
                    <a:pt x="26516" y="50022"/>
                  </a:lnTo>
                  <a:lnTo>
                    <a:pt x="25509" y="50300"/>
                  </a:lnTo>
                  <a:lnTo>
                    <a:pt x="24494" y="44648"/>
                  </a:lnTo>
                  <a:lnTo>
                    <a:pt x="15599" y="40820"/>
                  </a:lnTo>
                  <a:lnTo>
                    <a:pt x="15725" y="37120"/>
                  </a:lnTo>
                  <a:lnTo>
                    <a:pt x="10071" y="36055"/>
                  </a:lnTo>
                  <a:lnTo>
                    <a:pt x="9665" y="33753"/>
                  </a:lnTo>
                  <a:lnTo>
                    <a:pt x="10595" y="31904"/>
                  </a:lnTo>
                  <a:lnTo>
                    <a:pt x="7465" y="30912"/>
                  </a:lnTo>
                  <a:lnTo>
                    <a:pt x="4932" y="31066"/>
                  </a:lnTo>
                  <a:lnTo>
                    <a:pt x="0" y="24778"/>
                  </a:lnTo>
                  <a:lnTo>
                    <a:pt x="2004" y="23429"/>
                  </a:lnTo>
                  <a:lnTo>
                    <a:pt x="785" y="21813"/>
                  </a:lnTo>
                  <a:lnTo>
                    <a:pt x="1125" y="13179"/>
                  </a:lnTo>
                  <a:lnTo>
                    <a:pt x="3150" y="12994"/>
                  </a:lnTo>
                  <a:lnTo>
                    <a:pt x="3695" y="11891"/>
                  </a:lnTo>
                  <a:lnTo>
                    <a:pt x="1918" y="3170"/>
                  </a:lnTo>
                  <a:lnTo>
                    <a:pt x="3325" y="0"/>
                  </a:lnTo>
                  <a:lnTo>
                    <a:pt x="5239" y="8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h539"/>
            <p:cNvSpPr/>
            <p:nvPr/>
          </p:nvSpPr>
          <p:spPr>
            <a:xfrm>
              <a:off x="2300962" y="3233185"/>
              <a:ext cx="86860" cy="62870"/>
            </a:xfrm>
            <a:custGeom>
              <a:avLst/>
              <a:pathLst>
                <a:path w="86860" h="62870">
                  <a:moveTo>
                    <a:pt x="45767" y="2797"/>
                  </a:moveTo>
                  <a:lnTo>
                    <a:pt x="45999" y="4879"/>
                  </a:lnTo>
                  <a:lnTo>
                    <a:pt x="45259" y="5937"/>
                  </a:lnTo>
                  <a:lnTo>
                    <a:pt x="38301" y="9284"/>
                  </a:lnTo>
                  <a:lnTo>
                    <a:pt x="35566" y="12042"/>
                  </a:lnTo>
                  <a:lnTo>
                    <a:pt x="37766" y="15351"/>
                  </a:lnTo>
                  <a:lnTo>
                    <a:pt x="41359" y="16595"/>
                  </a:lnTo>
                  <a:lnTo>
                    <a:pt x="46921" y="21044"/>
                  </a:lnTo>
                  <a:lnTo>
                    <a:pt x="51165" y="22764"/>
                  </a:lnTo>
                  <a:lnTo>
                    <a:pt x="51779" y="20535"/>
                  </a:lnTo>
                  <a:lnTo>
                    <a:pt x="60173" y="24466"/>
                  </a:lnTo>
                  <a:lnTo>
                    <a:pt x="70117" y="31396"/>
                  </a:lnTo>
                  <a:lnTo>
                    <a:pt x="79342" y="31093"/>
                  </a:lnTo>
                  <a:lnTo>
                    <a:pt x="83619" y="33974"/>
                  </a:lnTo>
                  <a:lnTo>
                    <a:pt x="86860" y="34961"/>
                  </a:lnTo>
                  <a:lnTo>
                    <a:pt x="86106" y="43334"/>
                  </a:lnTo>
                  <a:lnTo>
                    <a:pt x="84631" y="44898"/>
                  </a:lnTo>
                  <a:lnTo>
                    <a:pt x="79081" y="44689"/>
                  </a:lnTo>
                  <a:lnTo>
                    <a:pt x="79421" y="51295"/>
                  </a:lnTo>
                  <a:lnTo>
                    <a:pt x="80560" y="53563"/>
                  </a:lnTo>
                  <a:lnTo>
                    <a:pt x="82426" y="52934"/>
                  </a:lnTo>
                  <a:lnTo>
                    <a:pt x="84693" y="53913"/>
                  </a:lnTo>
                  <a:lnTo>
                    <a:pt x="82572" y="56372"/>
                  </a:lnTo>
                  <a:lnTo>
                    <a:pt x="76411" y="54724"/>
                  </a:lnTo>
                  <a:lnTo>
                    <a:pt x="66385" y="55253"/>
                  </a:lnTo>
                  <a:lnTo>
                    <a:pt x="68619" y="56843"/>
                  </a:lnTo>
                  <a:lnTo>
                    <a:pt x="63418" y="61433"/>
                  </a:lnTo>
                  <a:lnTo>
                    <a:pt x="59577" y="62870"/>
                  </a:lnTo>
                  <a:lnTo>
                    <a:pt x="59034" y="62405"/>
                  </a:lnTo>
                  <a:lnTo>
                    <a:pt x="55214" y="59139"/>
                  </a:lnTo>
                  <a:lnTo>
                    <a:pt x="52159" y="53023"/>
                  </a:lnTo>
                  <a:lnTo>
                    <a:pt x="47973" y="48115"/>
                  </a:lnTo>
                  <a:lnTo>
                    <a:pt x="28274" y="37223"/>
                  </a:lnTo>
                  <a:lnTo>
                    <a:pt x="20457" y="34579"/>
                  </a:lnTo>
                  <a:lnTo>
                    <a:pt x="14811" y="34241"/>
                  </a:lnTo>
                  <a:lnTo>
                    <a:pt x="10424" y="35057"/>
                  </a:lnTo>
                  <a:lnTo>
                    <a:pt x="5966" y="40522"/>
                  </a:lnTo>
                  <a:lnTo>
                    <a:pt x="5879" y="36622"/>
                  </a:lnTo>
                  <a:lnTo>
                    <a:pt x="1387" y="33994"/>
                  </a:lnTo>
                  <a:lnTo>
                    <a:pt x="475" y="32682"/>
                  </a:lnTo>
                  <a:lnTo>
                    <a:pt x="0" y="29160"/>
                  </a:lnTo>
                  <a:lnTo>
                    <a:pt x="813" y="17194"/>
                  </a:lnTo>
                  <a:lnTo>
                    <a:pt x="2854" y="11054"/>
                  </a:lnTo>
                  <a:lnTo>
                    <a:pt x="5290" y="8046"/>
                  </a:lnTo>
                  <a:lnTo>
                    <a:pt x="6711" y="7809"/>
                  </a:lnTo>
                  <a:lnTo>
                    <a:pt x="15980" y="6989"/>
                  </a:lnTo>
                  <a:lnTo>
                    <a:pt x="26487" y="4774"/>
                  </a:lnTo>
                  <a:lnTo>
                    <a:pt x="29389" y="2694"/>
                  </a:lnTo>
                  <a:lnTo>
                    <a:pt x="32234" y="2196"/>
                  </a:lnTo>
                  <a:lnTo>
                    <a:pt x="35171" y="57"/>
                  </a:lnTo>
                  <a:lnTo>
                    <a:pt x="3755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h540"/>
            <p:cNvSpPr/>
            <p:nvPr/>
          </p:nvSpPr>
          <p:spPr>
            <a:xfrm>
              <a:off x="2623395" y="3361329"/>
              <a:ext cx="40907" cy="30564"/>
            </a:xfrm>
            <a:custGeom>
              <a:avLst/>
              <a:pathLst>
                <a:path w="40907" h="30564">
                  <a:moveTo>
                    <a:pt x="25435" y="897"/>
                  </a:moveTo>
                  <a:lnTo>
                    <a:pt x="31254" y="7104"/>
                  </a:lnTo>
                  <a:lnTo>
                    <a:pt x="37736" y="11496"/>
                  </a:lnTo>
                  <a:lnTo>
                    <a:pt x="39784" y="11179"/>
                  </a:lnTo>
                  <a:lnTo>
                    <a:pt x="40643" y="11776"/>
                  </a:lnTo>
                  <a:lnTo>
                    <a:pt x="39474" y="12554"/>
                  </a:lnTo>
                  <a:lnTo>
                    <a:pt x="40907" y="21833"/>
                  </a:lnTo>
                  <a:lnTo>
                    <a:pt x="38298" y="22687"/>
                  </a:lnTo>
                  <a:lnTo>
                    <a:pt x="33387" y="19056"/>
                  </a:lnTo>
                  <a:lnTo>
                    <a:pt x="22845" y="15959"/>
                  </a:lnTo>
                  <a:lnTo>
                    <a:pt x="20704" y="16274"/>
                  </a:lnTo>
                  <a:lnTo>
                    <a:pt x="23060" y="24596"/>
                  </a:lnTo>
                  <a:lnTo>
                    <a:pt x="17682" y="29173"/>
                  </a:lnTo>
                  <a:lnTo>
                    <a:pt x="12749" y="30564"/>
                  </a:lnTo>
                  <a:lnTo>
                    <a:pt x="10101" y="30192"/>
                  </a:lnTo>
                  <a:lnTo>
                    <a:pt x="8533" y="27142"/>
                  </a:lnTo>
                  <a:lnTo>
                    <a:pt x="11876" y="25127"/>
                  </a:lnTo>
                  <a:lnTo>
                    <a:pt x="9819" y="16545"/>
                  </a:lnTo>
                  <a:lnTo>
                    <a:pt x="1220" y="11566"/>
                  </a:lnTo>
                  <a:lnTo>
                    <a:pt x="0" y="7657"/>
                  </a:lnTo>
                  <a:lnTo>
                    <a:pt x="975" y="5640"/>
                  </a:lnTo>
                  <a:lnTo>
                    <a:pt x="2926" y="4208"/>
                  </a:lnTo>
                  <a:lnTo>
                    <a:pt x="9256" y="6861"/>
                  </a:lnTo>
                  <a:lnTo>
                    <a:pt x="16920" y="7720"/>
                  </a:lnTo>
                  <a:lnTo>
                    <a:pt x="20980" y="6766"/>
                  </a:lnTo>
                  <a:lnTo>
                    <a:pt x="21524" y="5293"/>
                  </a:lnTo>
                  <a:lnTo>
                    <a:pt x="20745" y="336"/>
                  </a:lnTo>
                  <a:lnTo>
                    <a:pt x="21841" y="170"/>
                  </a:lnTo>
                  <a:lnTo>
                    <a:pt x="2370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h541"/>
            <p:cNvSpPr/>
            <p:nvPr/>
          </p:nvSpPr>
          <p:spPr>
            <a:xfrm>
              <a:off x="2367078" y="3307937"/>
              <a:ext cx="955" cy="808"/>
            </a:xfrm>
            <a:custGeom>
              <a:avLst/>
              <a:pathLst>
                <a:path w="955" h="808">
                  <a:moveTo>
                    <a:pt x="955" y="734"/>
                  </a:moveTo>
                  <a:lnTo>
                    <a:pt x="0" y="808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h542"/>
            <p:cNvSpPr/>
            <p:nvPr/>
          </p:nvSpPr>
          <p:spPr>
            <a:xfrm>
              <a:off x="2359996" y="3257582"/>
              <a:ext cx="64791" cy="66622"/>
            </a:xfrm>
            <a:custGeom>
              <a:avLst/>
              <a:pathLst>
                <a:path w="64791" h="66622">
                  <a:moveTo>
                    <a:pt x="59651" y="5734"/>
                  </a:moveTo>
                  <a:lnTo>
                    <a:pt x="62557" y="10398"/>
                  </a:lnTo>
                  <a:lnTo>
                    <a:pt x="62436" y="12494"/>
                  </a:lnTo>
                  <a:lnTo>
                    <a:pt x="64791" y="18619"/>
                  </a:lnTo>
                  <a:lnTo>
                    <a:pt x="61026" y="16901"/>
                  </a:lnTo>
                  <a:lnTo>
                    <a:pt x="62323" y="24047"/>
                  </a:lnTo>
                  <a:lnTo>
                    <a:pt x="60984" y="25557"/>
                  </a:lnTo>
                  <a:lnTo>
                    <a:pt x="62029" y="29929"/>
                  </a:lnTo>
                  <a:lnTo>
                    <a:pt x="60856" y="31920"/>
                  </a:lnTo>
                  <a:lnTo>
                    <a:pt x="58656" y="30603"/>
                  </a:lnTo>
                  <a:lnTo>
                    <a:pt x="57091" y="31235"/>
                  </a:lnTo>
                  <a:lnTo>
                    <a:pt x="55526" y="35300"/>
                  </a:lnTo>
                  <a:lnTo>
                    <a:pt x="56310" y="37565"/>
                  </a:lnTo>
                  <a:lnTo>
                    <a:pt x="54167" y="37936"/>
                  </a:lnTo>
                  <a:lnTo>
                    <a:pt x="49923" y="32926"/>
                  </a:lnTo>
                  <a:lnTo>
                    <a:pt x="48574" y="32467"/>
                  </a:lnTo>
                  <a:lnTo>
                    <a:pt x="47456" y="32803"/>
                  </a:lnTo>
                  <a:lnTo>
                    <a:pt x="42889" y="37711"/>
                  </a:lnTo>
                  <a:lnTo>
                    <a:pt x="42274" y="40570"/>
                  </a:lnTo>
                  <a:lnTo>
                    <a:pt x="43837" y="41270"/>
                  </a:lnTo>
                  <a:lnTo>
                    <a:pt x="44859" y="46731"/>
                  </a:lnTo>
                  <a:lnTo>
                    <a:pt x="44387" y="47760"/>
                  </a:lnTo>
                  <a:lnTo>
                    <a:pt x="39509" y="45223"/>
                  </a:lnTo>
                  <a:lnTo>
                    <a:pt x="38078" y="45509"/>
                  </a:lnTo>
                  <a:lnTo>
                    <a:pt x="43682" y="49256"/>
                  </a:lnTo>
                  <a:lnTo>
                    <a:pt x="43810" y="56027"/>
                  </a:lnTo>
                  <a:lnTo>
                    <a:pt x="42861" y="60470"/>
                  </a:lnTo>
                  <a:lnTo>
                    <a:pt x="40875" y="65136"/>
                  </a:lnTo>
                  <a:lnTo>
                    <a:pt x="34747" y="66622"/>
                  </a:lnTo>
                  <a:lnTo>
                    <a:pt x="32272" y="62770"/>
                  </a:lnTo>
                  <a:lnTo>
                    <a:pt x="26396" y="58005"/>
                  </a:lnTo>
                  <a:lnTo>
                    <a:pt x="18089" y="56443"/>
                  </a:lnTo>
                  <a:lnTo>
                    <a:pt x="9226" y="52019"/>
                  </a:lnTo>
                  <a:lnTo>
                    <a:pt x="8598" y="47494"/>
                  </a:lnTo>
                  <a:lnTo>
                    <a:pt x="6119" y="43212"/>
                  </a:lnTo>
                  <a:lnTo>
                    <a:pt x="468" y="38694"/>
                  </a:lnTo>
                  <a:lnTo>
                    <a:pt x="0" y="38008"/>
                  </a:lnTo>
                  <a:lnTo>
                    <a:pt x="542" y="38473"/>
                  </a:lnTo>
                  <a:lnTo>
                    <a:pt x="4383" y="37036"/>
                  </a:lnTo>
                  <a:lnTo>
                    <a:pt x="9584" y="32445"/>
                  </a:lnTo>
                  <a:lnTo>
                    <a:pt x="7351" y="30855"/>
                  </a:lnTo>
                  <a:lnTo>
                    <a:pt x="17377" y="30327"/>
                  </a:lnTo>
                  <a:lnTo>
                    <a:pt x="23538" y="31975"/>
                  </a:lnTo>
                  <a:lnTo>
                    <a:pt x="25658" y="29516"/>
                  </a:lnTo>
                  <a:lnTo>
                    <a:pt x="23392" y="28537"/>
                  </a:lnTo>
                  <a:lnTo>
                    <a:pt x="21525" y="29165"/>
                  </a:lnTo>
                  <a:lnTo>
                    <a:pt x="20387" y="26898"/>
                  </a:lnTo>
                  <a:lnTo>
                    <a:pt x="20047" y="20291"/>
                  </a:lnTo>
                  <a:lnTo>
                    <a:pt x="25596" y="20501"/>
                  </a:lnTo>
                  <a:lnTo>
                    <a:pt x="27072" y="18937"/>
                  </a:lnTo>
                  <a:lnTo>
                    <a:pt x="27826" y="10564"/>
                  </a:lnTo>
                  <a:lnTo>
                    <a:pt x="28271" y="9378"/>
                  </a:lnTo>
                  <a:lnTo>
                    <a:pt x="28984" y="9418"/>
                  </a:lnTo>
                  <a:lnTo>
                    <a:pt x="30215" y="11291"/>
                  </a:lnTo>
                  <a:lnTo>
                    <a:pt x="36317" y="8992"/>
                  </a:lnTo>
                  <a:lnTo>
                    <a:pt x="37816" y="4296"/>
                  </a:lnTo>
                  <a:lnTo>
                    <a:pt x="43540" y="0"/>
                  </a:lnTo>
                  <a:lnTo>
                    <a:pt x="50923" y="86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h543"/>
            <p:cNvSpPr/>
            <p:nvPr/>
          </p:nvSpPr>
          <p:spPr>
            <a:xfrm>
              <a:off x="2751921" y="3343677"/>
              <a:ext cx="51228" cy="63881"/>
            </a:xfrm>
            <a:custGeom>
              <a:avLst/>
              <a:pathLst>
                <a:path w="51228" h="63881">
                  <a:moveTo>
                    <a:pt x="22743" y="6287"/>
                  </a:moveTo>
                  <a:lnTo>
                    <a:pt x="25276" y="6133"/>
                  </a:lnTo>
                  <a:lnTo>
                    <a:pt x="28407" y="7125"/>
                  </a:lnTo>
                  <a:lnTo>
                    <a:pt x="27477" y="8974"/>
                  </a:lnTo>
                  <a:lnTo>
                    <a:pt x="27882" y="11276"/>
                  </a:lnTo>
                  <a:lnTo>
                    <a:pt x="33536" y="12341"/>
                  </a:lnTo>
                  <a:lnTo>
                    <a:pt x="33411" y="16041"/>
                  </a:lnTo>
                  <a:lnTo>
                    <a:pt x="42305" y="19870"/>
                  </a:lnTo>
                  <a:lnTo>
                    <a:pt x="43321" y="25522"/>
                  </a:lnTo>
                  <a:lnTo>
                    <a:pt x="44327" y="25243"/>
                  </a:lnTo>
                  <a:lnTo>
                    <a:pt x="46885" y="28374"/>
                  </a:lnTo>
                  <a:lnTo>
                    <a:pt x="43836" y="31267"/>
                  </a:lnTo>
                  <a:lnTo>
                    <a:pt x="44388" y="36276"/>
                  </a:lnTo>
                  <a:lnTo>
                    <a:pt x="50920" y="38578"/>
                  </a:lnTo>
                  <a:lnTo>
                    <a:pt x="51228" y="39386"/>
                  </a:lnTo>
                  <a:lnTo>
                    <a:pt x="51151" y="41922"/>
                  </a:lnTo>
                  <a:lnTo>
                    <a:pt x="50141" y="42541"/>
                  </a:lnTo>
                  <a:lnTo>
                    <a:pt x="45041" y="40750"/>
                  </a:lnTo>
                  <a:lnTo>
                    <a:pt x="47918" y="40926"/>
                  </a:lnTo>
                  <a:lnTo>
                    <a:pt x="47415" y="39183"/>
                  </a:lnTo>
                  <a:lnTo>
                    <a:pt x="42320" y="36791"/>
                  </a:lnTo>
                  <a:lnTo>
                    <a:pt x="41834" y="34352"/>
                  </a:lnTo>
                  <a:lnTo>
                    <a:pt x="39268" y="31711"/>
                  </a:lnTo>
                  <a:lnTo>
                    <a:pt x="36724" y="29910"/>
                  </a:lnTo>
                  <a:lnTo>
                    <a:pt x="28973" y="28021"/>
                  </a:lnTo>
                  <a:lnTo>
                    <a:pt x="25390" y="24014"/>
                  </a:lnTo>
                  <a:lnTo>
                    <a:pt x="24481" y="22792"/>
                  </a:lnTo>
                  <a:lnTo>
                    <a:pt x="24459" y="20525"/>
                  </a:lnTo>
                  <a:lnTo>
                    <a:pt x="27732" y="17846"/>
                  </a:lnTo>
                  <a:lnTo>
                    <a:pt x="18720" y="11596"/>
                  </a:lnTo>
                  <a:lnTo>
                    <a:pt x="17120" y="9404"/>
                  </a:lnTo>
                  <a:lnTo>
                    <a:pt x="10196" y="18058"/>
                  </a:lnTo>
                  <a:lnTo>
                    <a:pt x="12514" y="37589"/>
                  </a:lnTo>
                  <a:lnTo>
                    <a:pt x="11958" y="42065"/>
                  </a:lnTo>
                  <a:lnTo>
                    <a:pt x="16552" y="49405"/>
                  </a:lnTo>
                  <a:lnTo>
                    <a:pt x="20539" y="52565"/>
                  </a:lnTo>
                  <a:lnTo>
                    <a:pt x="26573" y="52723"/>
                  </a:lnTo>
                  <a:lnTo>
                    <a:pt x="27589" y="53723"/>
                  </a:lnTo>
                  <a:lnTo>
                    <a:pt x="27852" y="61346"/>
                  </a:lnTo>
                  <a:lnTo>
                    <a:pt x="25334" y="61485"/>
                  </a:lnTo>
                  <a:lnTo>
                    <a:pt x="24510" y="60170"/>
                  </a:lnTo>
                  <a:lnTo>
                    <a:pt x="23034" y="60432"/>
                  </a:lnTo>
                  <a:lnTo>
                    <a:pt x="21188" y="63881"/>
                  </a:lnTo>
                  <a:lnTo>
                    <a:pt x="20504" y="60669"/>
                  </a:lnTo>
                  <a:lnTo>
                    <a:pt x="12429" y="59507"/>
                  </a:lnTo>
                  <a:lnTo>
                    <a:pt x="7637" y="59434"/>
                  </a:lnTo>
                  <a:lnTo>
                    <a:pt x="8471" y="55593"/>
                  </a:lnTo>
                  <a:lnTo>
                    <a:pt x="11139" y="51117"/>
                  </a:lnTo>
                  <a:lnTo>
                    <a:pt x="13278" y="47985"/>
                  </a:lnTo>
                  <a:lnTo>
                    <a:pt x="8556" y="41988"/>
                  </a:lnTo>
                  <a:lnTo>
                    <a:pt x="5917" y="36725"/>
                  </a:lnTo>
                  <a:lnTo>
                    <a:pt x="4432" y="33660"/>
                  </a:lnTo>
                  <a:lnTo>
                    <a:pt x="4462" y="31275"/>
                  </a:lnTo>
                  <a:lnTo>
                    <a:pt x="0" y="25990"/>
                  </a:lnTo>
                  <a:lnTo>
                    <a:pt x="146" y="24802"/>
                  </a:lnTo>
                  <a:lnTo>
                    <a:pt x="1362" y="25389"/>
                  </a:lnTo>
                  <a:lnTo>
                    <a:pt x="3506" y="23787"/>
                  </a:lnTo>
                  <a:lnTo>
                    <a:pt x="9486" y="17132"/>
                  </a:lnTo>
                  <a:lnTo>
                    <a:pt x="10612" y="14973"/>
                  </a:lnTo>
                  <a:lnTo>
                    <a:pt x="9594" y="12310"/>
                  </a:lnTo>
                  <a:lnTo>
                    <a:pt x="10018" y="10193"/>
                  </a:lnTo>
                  <a:lnTo>
                    <a:pt x="12319" y="9165"/>
                  </a:lnTo>
                  <a:lnTo>
                    <a:pt x="13333" y="6521"/>
                  </a:lnTo>
                  <a:lnTo>
                    <a:pt x="12892" y="4508"/>
                  </a:lnTo>
                  <a:lnTo>
                    <a:pt x="14126" y="3248"/>
                  </a:lnTo>
                  <a:lnTo>
                    <a:pt x="15026" y="338"/>
                  </a:lnTo>
                  <a:lnTo>
                    <a:pt x="1781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h544"/>
            <p:cNvSpPr/>
            <p:nvPr/>
          </p:nvSpPr>
          <p:spPr>
            <a:xfrm>
              <a:off x="2675846" y="3421217"/>
              <a:ext cx="23774" cy="25969"/>
            </a:xfrm>
            <a:custGeom>
              <a:avLst/>
              <a:pathLst>
                <a:path w="23774" h="25969">
                  <a:moveTo>
                    <a:pt x="7498" y="0"/>
                  </a:moveTo>
                  <a:lnTo>
                    <a:pt x="7944" y="1025"/>
                  </a:lnTo>
                  <a:lnTo>
                    <a:pt x="12422" y="660"/>
                  </a:lnTo>
                  <a:lnTo>
                    <a:pt x="18059" y="1856"/>
                  </a:lnTo>
                  <a:lnTo>
                    <a:pt x="23774" y="8630"/>
                  </a:lnTo>
                  <a:lnTo>
                    <a:pt x="18734" y="13357"/>
                  </a:lnTo>
                  <a:lnTo>
                    <a:pt x="18266" y="14756"/>
                  </a:lnTo>
                  <a:lnTo>
                    <a:pt x="20036" y="20738"/>
                  </a:lnTo>
                  <a:lnTo>
                    <a:pt x="20518" y="20055"/>
                  </a:lnTo>
                  <a:lnTo>
                    <a:pt x="22564" y="21154"/>
                  </a:lnTo>
                  <a:lnTo>
                    <a:pt x="23428" y="25282"/>
                  </a:lnTo>
                  <a:lnTo>
                    <a:pt x="19407" y="25969"/>
                  </a:lnTo>
                  <a:lnTo>
                    <a:pt x="0" y="21005"/>
                  </a:lnTo>
                  <a:lnTo>
                    <a:pt x="2028" y="20254"/>
                  </a:lnTo>
                  <a:lnTo>
                    <a:pt x="2926" y="17882"/>
                  </a:lnTo>
                  <a:lnTo>
                    <a:pt x="4166" y="6308"/>
                  </a:lnTo>
                  <a:lnTo>
                    <a:pt x="3375" y="3347"/>
                  </a:lnTo>
                  <a:lnTo>
                    <a:pt x="4354" y="159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h545"/>
            <p:cNvSpPr/>
            <p:nvPr/>
          </p:nvSpPr>
          <p:spPr>
            <a:xfrm>
              <a:off x="2505104" y="3183437"/>
              <a:ext cx="33972" cy="41748"/>
            </a:xfrm>
            <a:custGeom>
              <a:avLst/>
              <a:pathLst>
                <a:path w="33972" h="41748">
                  <a:moveTo>
                    <a:pt x="15728" y="2559"/>
                  </a:moveTo>
                  <a:lnTo>
                    <a:pt x="14829" y="2936"/>
                  </a:lnTo>
                  <a:lnTo>
                    <a:pt x="13330" y="8196"/>
                  </a:lnTo>
                  <a:lnTo>
                    <a:pt x="15839" y="14158"/>
                  </a:lnTo>
                  <a:lnTo>
                    <a:pt x="18142" y="12850"/>
                  </a:lnTo>
                  <a:lnTo>
                    <a:pt x="20045" y="10230"/>
                  </a:lnTo>
                  <a:lnTo>
                    <a:pt x="20942" y="10265"/>
                  </a:lnTo>
                  <a:lnTo>
                    <a:pt x="22850" y="11697"/>
                  </a:lnTo>
                  <a:lnTo>
                    <a:pt x="24364" y="15919"/>
                  </a:lnTo>
                  <a:lnTo>
                    <a:pt x="22132" y="21356"/>
                  </a:lnTo>
                  <a:lnTo>
                    <a:pt x="21541" y="25191"/>
                  </a:lnTo>
                  <a:lnTo>
                    <a:pt x="31867" y="32892"/>
                  </a:lnTo>
                  <a:lnTo>
                    <a:pt x="33322" y="30958"/>
                  </a:lnTo>
                  <a:lnTo>
                    <a:pt x="33972" y="33739"/>
                  </a:lnTo>
                  <a:lnTo>
                    <a:pt x="29444" y="39555"/>
                  </a:lnTo>
                  <a:lnTo>
                    <a:pt x="26674" y="39297"/>
                  </a:lnTo>
                  <a:lnTo>
                    <a:pt x="22328" y="41748"/>
                  </a:lnTo>
                  <a:lnTo>
                    <a:pt x="15103" y="39518"/>
                  </a:lnTo>
                  <a:lnTo>
                    <a:pt x="12635" y="36382"/>
                  </a:lnTo>
                  <a:lnTo>
                    <a:pt x="7148" y="34644"/>
                  </a:lnTo>
                  <a:lnTo>
                    <a:pt x="6483" y="35625"/>
                  </a:lnTo>
                  <a:lnTo>
                    <a:pt x="7316" y="38826"/>
                  </a:lnTo>
                  <a:lnTo>
                    <a:pt x="4267" y="38395"/>
                  </a:lnTo>
                  <a:lnTo>
                    <a:pt x="2756" y="34897"/>
                  </a:lnTo>
                  <a:lnTo>
                    <a:pt x="1591" y="32421"/>
                  </a:lnTo>
                  <a:lnTo>
                    <a:pt x="1672" y="30196"/>
                  </a:lnTo>
                  <a:lnTo>
                    <a:pt x="0" y="29333"/>
                  </a:lnTo>
                  <a:lnTo>
                    <a:pt x="3264" y="24850"/>
                  </a:lnTo>
                  <a:lnTo>
                    <a:pt x="4059" y="25327"/>
                  </a:lnTo>
                  <a:lnTo>
                    <a:pt x="6499" y="20441"/>
                  </a:lnTo>
                  <a:lnTo>
                    <a:pt x="6835" y="18101"/>
                  </a:lnTo>
                  <a:lnTo>
                    <a:pt x="4845" y="14918"/>
                  </a:lnTo>
                  <a:lnTo>
                    <a:pt x="7999" y="10514"/>
                  </a:lnTo>
                  <a:lnTo>
                    <a:pt x="10482" y="1513"/>
                  </a:lnTo>
                  <a:lnTo>
                    <a:pt x="1011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h546"/>
            <p:cNvSpPr/>
            <p:nvPr/>
          </p:nvSpPr>
          <p:spPr>
            <a:xfrm>
              <a:off x="2501826" y="3218082"/>
              <a:ext cx="34396" cy="20068"/>
            </a:xfrm>
            <a:custGeom>
              <a:avLst/>
              <a:pathLst>
                <a:path w="34396" h="20068">
                  <a:moveTo>
                    <a:pt x="15914" y="1738"/>
                  </a:moveTo>
                  <a:lnTo>
                    <a:pt x="18381" y="4873"/>
                  </a:lnTo>
                  <a:lnTo>
                    <a:pt x="25606" y="7103"/>
                  </a:lnTo>
                  <a:lnTo>
                    <a:pt x="29953" y="4653"/>
                  </a:lnTo>
                  <a:lnTo>
                    <a:pt x="32722" y="4911"/>
                  </a:lnTo>
                  <a:lnTo>
                    <a:pt x="34316" y="7334"/>
                  </a:lnTo>
                  <a:lnTo>
                    <a:pt x="34396" y="9869"/>
                  </a:lnTo>
                  <a:lnTo>
                    <a:pt x="33006" y="14989"/>
                  </a:lnTo>
                  <a:lnTo>
                    <a:pt x="32486" y="14251"/>
                  </a:lnTo>
                  <a:lnTo>
                    <a:pt x="14783" y="16753"/>
                  </a:lnTo>
                  <a:lnTo>
                    <a:pt x="10058" y="18519"/>
                  </a:lnTo>
                  <a:lnTo>
                    <a:pt x="8349" y="20068"/>
                  </a:lnTo>
                  <a:lnTo>
                    <a:pt x="5267" y="19222"/>
                  </a:lnTo>
                  <a:lnTo>
                    <a:pt x="5299" y="16041"/>
                  </a:lnTo>
                  <a:lnTo>
                    <a:pt x="0" y="9901"/>
                  </a:lnTo>
                  <a:lnTo>
                    <a:pt x="2650" y="6144"/>
                  </a:lnTo>
                  <a:lnTo>
                    <a:pt x="2330" y="4936"/>
                  </a:lnTo>
                  <a:lnTo>
                    <a:pt x="1312" y="5150"/>
                  </a:lnTo>
                  <a:lnTo>
                    <a:pt x="2164" y="389"/>
                  </a:lnTo>
                  <a:lnTo>
                    <a:pt x="4077" y="1288"/>
                  </a:lnTo>
                  <a:lnTo>
                    <a:pt x="5071" y="3048"/>
                  </a:lnTo>
                  <a:lnTo>
                    <a:pt x="6261" y="3055"/>
                  </a:lnTo>
                  <a:lnTo>
                    <a:pt x="6034" y="253"/>
                  </a:lnTo>
                  <a:lnTo>
                    <a:pt x="7545" y="3751"/>
                  </a:lnTo>
                  <a:lnTo>
                    <a:pt x="10595" y="4182"/>
                  </a:lnTo>
                  <a:lnTo>
                    <a:pt x="9761" y="98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h547"/>
            <p:cNvSpPr/>
            <p:nvPr/>
          </p:nvSpPr>
          <p:spPr>
            <a:xfrm>
              <a:off x="2588308" y="3418801"/>
              <a:ext cx="2113" cy="594"/>
            </a:xfrm>
            <a:custGeom>
              <a:avLst/>
              <a:pathLst>
                <a:path w="2113" h="594">
                  <a:moveTo>
                    <a:pt x="1657" y="594"/>
                  </a:moveTo>
                  <a:lnTo>
                    <a:pt x="0" y="0"/>
                  </a:lnTo>
                  <a:lnTo>
                    <a:pt x="2113" y="15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h548"/>
            <p:cNvSpPr/>
            <p:nvPr/>
          </p:nvSpPr>
          <p:spPr>
            <a:xfrm>
              <a:off x="2577472" y="3364776"/>
              <a:ext cx="66874" cy="71843"/>
            </a:xfrm>
            <a:custGeom>
              <a:avLst/>
              <a:pathLst>
                <a:path w="66874" h="71843">
                  <a:moveTo>
                    <a:pt x="41474" y="0"/>
                  </a:moveTo>
                  <a:lnTo>
                    <a:pt x="42400" y="1086"/>
                  </a:lnTo>
                  <a:lnTo>
                    <a:pt x="41352" y="1843"/>
                  </a:lnTo>
                  <a:lnTo>
                    <a:pt x="42305" y="4351"/>
                  </a:lnTo>
                  <a:lnTo>
                    <a:pt x="45168" y="5754"/>
                  </a:lnTo>
                  <a:lnTo>
                    <a:pt x="45922" y="4210"/>
                  </a:lnTo>
                  <a:lnTo>
                    <a:pt x="47142" y="8119"/>
                  </a:lnTo>
                  <a:lnTo>
                    <a:pt x="55741" y="13098"/>
                  </a:lnTo>
                  <a:lnTo>
                    <a:pt x="57799" y="21680"/>
                  </a:lnTo>
                  <a:lnTo>
                    <a:pt x="54456" y="23695"/>
                  </a:lnTo>
                  <a:lnTo>
                    <a:pt x="56023" y="26745"/>
                  </a:lnTo>
                  <a:lnTo>
                    <a:pt x="55005" y="27354"/>
                  </a:lnTo>
                  <a:lnTo>
                    <a:pt x="51920" y="26998"/>
                  </a:lnTo>
                  <a:lnTo>
                    <a:pt x="49438" y="27581"/>
                  </a:lnTo>
                  <a:lnTo>
                    <a:pt x="49537" y="31333"/>
                  </a:lnTo>
                  <a:lnTo>
                    <a:pt x="52329" y="33865"/>
                  </a:lnTo>
                  <a:lnTo>
                    <a:pt x="56069" y="34157"/>
                  </a:lnTo>
                  <a:lnTo>
                    <a:pt x="59485" y="33149"/>
                  </a:lnTo>
                  <a:lnTo>
                    <a:pt x="63194" y="30474"/>
                  </a:lnTo>
                  <a:lnTo>
                    <a:pt x="64714" y="30679"/>
                  </a:lnTo>
                  <a:lnTo>
                    <a:pt x="66590" y="32131"/>
                  </a:lnTo>
                  <a:lnTo>
                    <a:pt x="66874" y="33502"/>
                  </a:lnTo>
                  <a:lnTo>
                    <a:pt x="63296" y="39069"/>
                  </a:lnTo>
                  <a:lnTo>
                    <a:pt x="60677" y="39076"/>
                  </a:lnTo>
                  <a:lnTo>
                    <a:pt x="59371" y="39863"/>
                  </a:lnTo>
                  <a:lnTo>
                    <a:pt x="61238" y="43888"/>
                  </a:lnTo>
                  <a:lnTo>
                    <a:pt x="61638" y="47132"/>
                  </a:lnTo>
                  <a:lnTo>
                    <a:pt x="60107" y="51571"/>
                  </a:lnTo>
                  <a:lnTo>
                    <a:pt x="56534" y="54981"/>
                  </a:lnTo>
                  <a:lnTo>
                    <a:pt x="51885" y="57145"/>
                  </a:lnTo>
                  <a:lnTo>
                    <a:pt x="48430" y="63264"/>
                  </a:lnTo>
                  <a:lnTo>
                    <a:pt x="50407" y="71843"/>
                  </a:lnTo>
                  <a:lnTo>
                    <a:pt x="43341" y="70021"/>
                  </a:lnTo>
                  <a:lnTo>
                    <a:pt x="31180" y="64248"/>
                  </a:lnTo>
                  <a:lnTo>
                    <a:pt x="23459" y="58385"/>
                  </a:lnTo>
                  <a:lnTo>
                    <a:pt x="18283" y="55997"/>
                  </a:lnTo>
                  <a:lnTo>
                    <a:pt x="18556" y="52520"/>
                  </a:lnTo>
                  <a:lnTo>
                    <a:pt x="19276" y="52108"/>
                  </a:lnTo>
                  <a:lnTo>
                    <a:pt x="18411" y="50052"/>
                  </a:lnTo>
                  <a:lnTo>
                    <a:pt x="15420" y="49142"/>
                  </a:lnTo>
                  <a:lnTo>
                    <a:pt x="13669" y="49742"/>
                  </a:lnTo>
                  <a:lnTo>
                    <a:pt x="11691" y="51447"/>
                  </a:lnTo>
                  <a:lnTo>
                    <a:pt x="12487" y="52234"/>
                  </a:lnTo>
                  <a:lnTo>
                    <a:pt x="11088" y="51232"/>
                  </a:lnTo>
                  <a:lnTo>
                    <a:pt x="5506" y="44917"/>
                  </a:lnTo>
                  <a:lnTo>
                    <a:pt x="0" y="42204"/>
                  </a:lnTo>
                  <a:lnTo>
                    <a:pt x="132" y="41553"/>
                  </a:lnTo>
                  <a:lnTo>
                    <a:pt x="3949" y="40685"/>
                  </a:lnTo>
                  <a:lnTo>
                    <a:pt x="8745" y="42805"/>
                  </a:lnTo>
                  <a:lnTo>
                    <a:pt x="14227" y="42306"/>
                  </a:lnTo>
                  <a:lnTo>
                    <a:pt x="13988" y="39976"/>
                  </a:lnTo>
                  <a:lnTo>
                    <a:pt x="9831" y="38120"/>
                  </a:lnTo>
                  <a:lnTo>
                    <a:pt x="13236" y="34361"/>
                  </a:lnTo>
                  <a:lnTo>
                    <a:pt x="19290" y="24942"/>
                  </a:lnTo>
                  <a:lnTo>
                    <a:pt x="14744" y="22779"/>
                  </a:lnTo>
                  <a:lnTo>
                    <a:pt x="12734" y="16989"/>
                  </a:lnTo>
                  <a:lnTo>
                    <a:pt x="14565" y="14681"/>
                  </a:lnTo>
                  <a:lnTo>
                    <a:pt x="18736" y="14271"/>
                  </a:lnTo>
                  <a:lnTo>
                    <a:pt x="19378" y="8583"/>
                  </a:lnTo>
                  <a:lnTo>
                    <a:pt x="24372" y="7658"/>
                  </a:lnTo>
                  <a:lnTo>
                    <a:pt x="34346" y="7114"/>
                  </a:lnTo>
                  <a:lnTo>
                    <a:pt x="35355" y="455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h549"/>
            <p:cNvSpPr/>
            <p:nvPr/>
          </p:nvSpPr>
          <p:spPr>
            <a:xfrm>
              <a:off x="2672780" y="3244373"/>
              <a:ext cx="46103" cy="40235"/>
            </a:xfrm>
            <a:custGeom>
              <a:avLst/>
              <a:pathLst>
                <a:path w="46103" h="40235">
                  <a:moveTo>
                    <a:pt x="25547" y="787"/>
                  </a:moveTo>
                  <a:lnTo>
                    <a:pt x="23794" y="5391"/>
                  </a:lnTo>
                  <a:lnTo>
                    <a:pt x="27575" y="3726"/>
                  </a:lnTo>
                  <a:lnTo>
                    <a:pt x="30191" y="1434"/>
                  </a:lnTo>
                  <a:lnTo>
                    <a:pt x="34159" y="2939"/>
                  </a:lnTo>
                  <a:lnTo>
                    <a:pt x="32846" y="5355"/>
                  </a:lnTo>
                  <a:lnTo>
                    <a:pt x="30013" y="6676"/>
                  </a:lnTo>
                  <a:lnTo>
                    <a:pt x="29950" y="9723"/>
                  </a:lnTo>
                  <a:lnTo>
                    <a:pt x="32038" y="10690"/>
                  </a:lnTo>
                  <a:lnTo>
                    <a:pt x="39889" y="8011"/>
                  </a:lnTo>
                  <a:lnTo>
                    <a:pt x="41610" y="1509"/>
                  </a:lnTo>
                  <a:lnTo>
                    <a:pt x="43579" y="139"/>
                  </a:lnTo>
                  <a:lnTo>
                    <a:pt x="46103" y="203"/>
                  </a:lnTo>
                  <a:lnTo>
                    <a:pt x="46080" y="4998"/>
                  </a:lnTo>
                  <a:lnTo>
                    <a:pt x="44970" y="9638"/>
                  </a:lnTo>
                  <a:lnTo>
                    <a:pt x="42296" y="11007"/>
                  </a:lnTo>
                  <a:lnTo>
                    <a:pt x="41076" y="14182"/>
                  </a:lnTo>
                  <a:lnTo>
                    <a:pt x="41719" y="16541"/>
                  </a:lnTo>
                  <a:lnTo>
                    <a:pt x="41103" y="22129"/>
                  </a:lnTo>
                  <a:lnTo>
                    <a:pt x="43282" y="24835"/>
                  </a:lnTo>
                  <a:lnTo>
                    <a:pt x="45229" y="25468"/>
                  </a:lnTo>
                  <a:lnTo>
                    <a:pt x="45460" y="26201"/>
                  </a:lnTo>
                  <a:lnTo>
                    <a:pt x="42483" y="27892"/>
                  </a:lnTo>
                  <a:lnTo>
                    <a:pt x="37619" y="27855"/>
                  </a:lnTo>
                  <a:lnTo>
                    <a:pt x="35844" y="26737"/>
                  </a:lnTo>
                  <a:lnTo>
                    <a:pt x="33527" y="27449"/>
                  </a:lnTo>
                  <a:lnTo>
                    <a:pt x="32786" y="26696"/>
                  </a:lnTo>
                  <a:lnTo>
                    <a:pt x="29563" y="26267"/>
                  </a:lnTo>
                  <a:lnTo>
                    <a:pt x="26907" y="28885"/>
                  </a:lnTo>
                  <a:lnTo>
                    <a:pt x="27229" y="30054"/>
                  </a:lnTo>
                  <a:lnTo>
                    <a:pt x="24064" y="33264"/>
                  </a:lnTo>
                  <a:lnTo>
                    <a:pt x="19013" y="33038"/>
                  </a:lnTo>
                  <a:lnTo>
                    <a:pt x="16735" y="37571"/>
                  </a:lnTo>
                  <a:lnTo>
                    <a:pt x="17090" y="38145"/>
                  </a:lnTo>
                  <a:lnTo>
                    <a:pt x="13279" y="40235"/>
                  </a:lnTo>
                  <a:lnTo>
                    <a:pt x="6851" y="38270"/>
                  </a:lnTo>
                  <a:lnTo>
                    <a:pt x="2733" y="37918"/>
                  </a:lnTo>
                  <a:lnTo>
                    <a:pt x="1184" y="36953"/>
                  </a:lnTo>
                  <a:lnTo>
                    <a:pt x="0" y="30240"/>
                  </a:lnTo>
                  <a:lnTo>
                    <a:pt x="4944" y="23672"/>
                  </a:lnTo>
                  <a:lnTo>
                    <a:pt x="1974" y="17135"/>
                  </a:lnTo>
                  <a:lnTo>
                    <a:pt x="5437" y="16328"/>
                  </a:lnTo>
                  <a:lnTo>
                    <a:pt x="5290" y="13032"/>
                  </a:lnTo>
                  <a:lnTo>
                    <a:pt x="7148" y="11635"/>
                  </a:lnTo>
                  <a:lnTo>
                    <a:pt x="12542" y="17230"/>
                  </a:lnTo>
                  <a:lnTo>
                    <a:pt x="14116" y="17874"/>
                  </a:lnTo>
                  <a:lnTo>
                    <a:pt x="14925" y="17150"/>
                  </a:lnTo>
                  <a:lnTo>
                    <a:pt x="14970" y="10649"/>
                  </a:lnTo>
                  <a:lnTo>
                    <a:pt x="13064" y="7363"/>
                  </a:lnTo>
                  <a:lnTo>
                    <a:pt x="15536" y="4797"/>
                  </a:lnTo>
                  <a:lnTo>
                    <a:pt x="2271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h550"/>
            <p:cNvSpPr/>
            <p:nvPr/>
          </p:nvSpPr>
          <p:spPr>
            <a:xfrm>
              <a:off x="2704373" y="3252815"/>
              <a:ext cx="46940" cy="47806"/>
            </a:xfrm>
            <a:custGeom>
              <a:avLst/>
              <a:pathLst>
                <a:path w="46940" h="47806">
                  <a:moveTo>
                    <a:pt x="25619" y="2016"/>
                  </a:moveTo>
                  <a:lnTo>
                    <a:pt x="30274" y="2353"/>
                  </a:lnTo>
                  <a:lnTo>
                    <a:pt x="26402" y="5853"/>
                  </a:lnTo>
                  <a:lnTo>
                    <a:pt x="22362" y="5502"/>
                  </a:lnTo>
                  <a:lnTo>
                    <a:pt x="20316" y="8176"/>
                  </a:lnTo>
                  <a:lnTo>
                    <a:pt x="31596" y="10983"/>
                  </a:lnTo>
                  <a:lnTo>
                    <a:pt x="42081" y="16799"/>
                  </a:lnTo>
                  <a:lnTo>
                    <a:pt x="42901" y="22141"/>
                  </a:lnTo>
                  <a:lnTo>
                    <a:pt x="45248" y="24383"/>
                  </a:lnTo>
                  <a:lnTo>
                    <a:pt x="46940" y="26901"/>
                  </a:lnTo>
                  <a:lnTo>
                    <a:pt x="46251" y="27955"/>
                  </a:lnTo>
                  <a:lnTo>
                    <a:pt x="39069" y="30822"/>
                  </a:lnTo>
                  <a:lnTo>
                    <a:pt x="33187" y="36262"/>
                  </a:lnTo>
                  <a:lnTo>
                    <a:pt x="33674" y="40226"/>
                  </a:lnTo>
                  <a:lnTo>
                    <a:pt x="32931" y="43500"/>
                  </a:lnTo>
                  <a:lnTo>
                    <a:pt x="29861" y="45321"/>
                  </a:lnTo>
                  <a:lnTo>
                    <a:pt x="28754" y="47806"/>
                  </a:lnTo>
                  <a:lnTo>
                    <a:pt x="26530" y="46051"/>
                  </a:lnTo>
                  <a:lnTo>
                    <a:pt x="26579" y="44457"/>
                  </a:lnTo>
                  <a:lnTo>
                    <a:pt x="25253" y="42044"/>
                  </a:lnTo>
                  <a:lnTo>
                    <a:pt x="20305" y="41315"/>
                  </a:lnTo>
                  <a:lnTo>
                    <a:pt x="18046" y="37612"/>
                  </a:lnTo>
                  <a:lnTo>
                    <a:pt x="20383" y="34358"/>
                  </a:lnTo>
                  <a:lnTo>
                    <a:pt x="14949" y="28379"/>
                  </a:lnTo>
                  <a:lnTo>
                    <a:pt x="12072" y="26764"/>
                  </a:lnTo>
                  <a:lnTo>
                    <a:pt x="9443" y="26513"/>
                  </a:lnTo>
                  <a:lnTo>
                    <a:pt x="6595" y="24559"/>
                  </a:lnTo>
                  <a:lnTo>
                    <a:pt x="5806" y="22016"/>
                  </a:lnTo>
                  <a:lnTo>
                    <a:pt x="0" y="23500"/>
                  </a:lnTo>
                  <a:lnTo>
                    <a:pt x="341" y="19012"/>
                  </a:lnTo>
                  <a:lnTo>
                    <a:pt x="1934" y="19007"/>
                  </a:lnTo>
                  <a:lnTo>
                    <a:pt x="4250" y="18295"/>
                  </a:lnTo>
                  <a:lnTo>
                    <a:pt x="6026" y="19413"/>
                  </a:lnTo>
                  <a:lnTo>
                    <a:pt x="10890" y="19451"/>
                  </a:lnTo>
                  <a:lnTo>
                    <a:pt x="13866" y="17760"/>
                  </a:lnTo>
                  <a:lnTo>
                    <a:pt x="13635" y="17027"/>
                  </a:lnTo>
                  <a:lnTo>
                    <a:pt x="11689" y="16394"/>
                  </a:lnTo>
                  <a:lnTo>
                    <a:pt x="9509" y="13688"/>
                  </a:lnTo>
                  <a:lnTo>
                    <a:pt x="10126" y="8100"/>
                  </a:lnTo>
                  <a:lnTo>
                    <a:pt x="9482" y="5741"/>
                  </a:lnTo>
                  <a:lnTo>
                    <a:pt x="10703" y="2566"/>
                  </a:lnTo>
                  <a:lnTo>
                    <a:pt x="13377" y="1197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h551"/>
            <p:cNvSpPr/>
            <p:nvPr/>
          </p:nvSpPr>
          <p:spPr>
            <a:xfrm>
              <a:off x="2671398" y="3226177"/>
              <a:ext cx="47485" cy="36070"/>
            </a:xfrm>
            <a:custGeom>
              <a:avLst/>
              <a:pathLst>
                <a:path w="47485" h="36070">
                  <a:moveTo>
                    <a:pt x="30830" y="2905"/>
                  </a:moveTo>
                  <a:lnTo>
                    <a:pt x="29610" y="10706"/>
                  </a:lnTo>
                  <a:lnTo>
                    <a:pt x="34996" y="10791"/>
                  </a:lnTo>
                  <a:lnTo>
                    <a:pt x="44156" y="13443"/>
                  </a:lnTo>
                  <a:lnTo>
                    <a:pt x="47485" y="18399"/>
                  </a:lnTo>
                  <a:lnTo>
                    <a:pt x="44961" y="18335"/>
                  </a:lnTo>
                  <a:lnTo>
                    <a:pt x="42992" y="19705"/>
                  </a:lnTo>
                  <a:lnTo>
                    <a:pt x="41271" y="26207"/>
                  </a:lnTo>
                  <a:lnTo>
                    <a:pt x="33421" y="28886"/>
                  </a:lnTo>
                  <a:lnTo>
                    <a:pt x="31332" y="27919"/>
                  </a:lnTo>
                  <a:lnTo>
                    <a:pt x="31395" y="24872"/>
                  </a:lnTo>
                  <a:lnTo>
                    <a:pt x="34228" y="23551"/>
                  </a:lnTo>
                  <a:lnTo>
                    <a:pt x="35541" y="21135"/>
                  </a:lnTo>
                  <a:lnTo>
                    <a:pt x="31573" y="19631"/>
                  </a:lnTo>
                  <a:lnTo>
                    <a:pt x="28957" y="21922"/>
                  </a:lnTo>
                  <a:lnTo>
                    <a:pt x="25176" y="23587"/>
                  </a:lnTo>
                  <a:lnTo>
                    <a:pt x="26930" y="18983"/>
                  </a:lnTo>
                  <a:lnTo>
                    <a:pt x="24097" y="18196"/>
                  </a:lnTo>
                  <a:lnTo>
                    <a:pt x="16918" y="22993"/>
                  </a:lnTo>
                  <a:lnTo>
                    <a:pt x="14446" y="25559"/>
                  </a:lnTo>
                  <a:lnTo>
                    <a:pt x="16352" y="28845"/>
                  </a:lnTo>
                  <a:lnTo>
                    <a:pt x="16307" y="35347"/>
                  </a:lnTo>
                  <a:lnTo>
                    <a:pt x="15499" y="36070"/>
                  </a:lnTo>
                  <a:lnTo>
                    <a:pt x="13925" y="35426"/>
                  </a:lnTo>
                  <a:lnTo>
                    <a:pt x="8530" y="29831"/>
                  </a:lnTo>
                  <a:lnTo>
                    <a:pt x="6673" y="31228"/>
                  </a:lnTo>
                  <a:lnTo>
                    <a:pt x="4318" y="30751"/>
                  </a:lnTo>
                  <a:lnTo>
                    <a:pt x="0" y="25522"/>
                  </a:lnTo>
                  <a:lnTo>
                    <a:pt x="1187" y="21691"/>
                  </a:lnTo>
                  <a:lnTo>
                    <a:pt x="2815" y="20880"/>
                  </a:lnTo>
                  <a:lnTo>
                    <a:pt x="4972" y="8224"/>
                  </a:lnTo>
                  <a:lnTo>
                    <a:pt x="8056" y="5196"/>
                  </a:lnTo>
                  <a:lnTo>
                    <a:pt x="21453" y="4813"/>
                  </a:lnTo>
                  <a:lnTo>
                    <a:pt x="23320" y="3429"/>
                  </a:lnTo>
                  <a:lnTo>
                    <a:pt x="22664" y="2687"/>
                  </a:lnTo>
                  <a:lnTo>
                    <a:pt x="2541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h552"/>
            <p:cNvSpPr/>
            <p:nvPr/>
          </p:nvSpPr>
          <p:spPr>
            <a:xfrm>
              <a:off x="2747877" y="3347339"/>
              <a:ext cx="17378" cy="21726"/>
            </a:xfrm>
            <a:custGeom>
              <a:avLst/>
              <a:pathLst>
                <a:path w="17378" h="21726">
                  <a:moveTo>
                    <a:pt x="13723" y="1503"/>
                  </a:moveTo>
                  <a:lnTo>
                    <a:pt x="16937" y="845"/>
                  </a:lnTo>
                  <a:lnTo>
                    <a:pt x="17378" y="2858"/>
                  </a:lnTo>
                  <a:lnTo>
                    <a:pt x="16363" y="5502"/>
                  </a:lnTo>
                  <a:lnTo>
                    <a:pt x="14062" y="6530"/>
                  </a:lnTo>
                  <a:lnTo>
                    <a:pt x="13639" y="8647"/>
                  </a:lnTo>
                  <a:lnTo>
                    <a:pt x="14657" y="11310"/>
                  </a:lnTo>
                  <a:lnTo>
                    <a:pt x="13530" y="13469"/>
                  </a:lnTo>
                  <a:lnTo>
                    <a:pt x="7551" y="20124"/>
                  </a:lnTo>
                  <a:lnTo>
                    <a:pt x="5406" y="21726"/>
                  </a:lnTo>
                  <a:lnTo>
                    <a:pt x="4190" y="21139"/>
                  </a:lnTo>
                  <a:lnTo>
                    <a:pt x="2213" y="16171"/>
                  </a:lnTo>
                  <a:lnTo>
                    <a:pt x="2477" y="12508"/>
                  </a:lnTo>
                  <a:lnTo>
                    <a:pt x="3090" y="8695"/>
                  </a:lnTo>
                  <a:lnTo>
                    <a:pt x="3930" y="7663"/>
                  </a:lnTo>
                  <a:lnTo>
                    <a:pt x="4842" y="8419"/>
                  </a:lnTo>
                  <a:lnTo>
                    <a:pt x="6375" y="7420"/>
                  </a:lnTo>
                  <a:lnTo>
                    <a:pt x="4582" y="3764"/>
                  </a:lnTo>
                  <a:lnTo>
                    <a:pt x="1575" y="4234"/>
                  </a:lnTo>
                  <a:lnTo>
                    <a:pt x="0" y="3395"/>
                  </a:lnTo>
                  <a:lnTo>
                    <a:pt x="681" y="1979"/>
                  </a:lnTo>
                  <a:lnTo>
                    <a:pt x="2414" y="1080"/>
                  </a:lnTo>
                  <a:lnTo>
                    <a:pt x="3321" y="0"/>
                  </a:lnTo>
                  <a:lnTo>
                    <a:pt x="5332" y="1962"/>
                  </a:lnTo>
                  <a:lnTo>
                    <a:pt x="8723" y="113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h553"/>
            <p:cNvSpPr/>
            <p:nvPr/>
          </p:nvSpPr>
          <p:spPr>
            <a:xfrm>
              <a:off x="2768762" y="3418099"/>
              <a:ext cx="38992" cy="33266"/>
            </a:xfrm>
            <a:custGeom>
              <a:avLst/>
              <a:pathLst>
                <a:path w="38992" h="33266">
                  <a:moveTo>
                    <a:pt x="26596" y="6407"/>
                  </a:moveTo>
                  <a:lnTo>
                    <a:pt x="28484" y="5909"/>
                  </a:lnTo>
                  <a:lnTo>
                    <a:pt x="28504" y="5151"/>
                  </a:lnTo>
                  <a:lnTo>
                    <a:pt x="27513" y="4864"/>
                  </a:lnTo>
                  <a:lnTo>
                    <a:pt x="27566" y="2160"/>
                  </a:lnTo>
                  <a:lnTo>
                    <a:pt x="30279" y="2107"/>
                  </a:lnTo>
                  <a:lnTo>
                    <a:pt x="31681" y="3285"/>
                  </a:lnTo>
                  <a:lnTo>
                    <a:pt x="33134" y="6849"/>
                  </a:lnTo>
                  <a:lnTo>
                    <a:pt x="31346" y="10524"/>
                  </a:lnTo>
                  <a:lnTo>
                    <a:pt x="33081" y="11598"/>
                  </a:lnTo>
                  <a:lnTo>
                    <a:pt x="32203" y="16454"/>
                  </a:lnTo>
                  <a:lnTo>
                    <a:pt x="36182" y="22381"/>
                  </a:lnTo>
                  <a:lnTo>
                    <a:pt x="38992" y="22772"/>
                  </a:lnTo>
                  <a:lnTo>
                    <a:pt x="37623" y="27493"/>
                  </a:lnTo>
                  <a:lnTo>
                    <a:pt x="37382" y="26977"/>
                  </a:lnTo>
                  <a:lnTo>
                    <a:pt x="34624" y="28236"/>
                  </a:lnTo>
                  <a:lnTo>
                    <a:pt x="32066" y="30595"/>
                  </a:lnTo>
                  <a:lnTo>
                    <a:pt x="26626" y="31492"/>
                  </a:lnTo>
                  <a:lnTo>
                    <a:pt x="23560" y="29978"/>
                  </a:lnTo>
                  <a:lnTo>
                    <a:pt x="21856" y="29641"/>
                  </a:lnTo>
                  <a:lnTo>
                    <a:pt x="13660" y="33266"/>
                  </a:lnTo>
                  <a:lnTo>
                    <a:pt x="8299" y="31031"/>
                  </a:lnTo>
                  <a:lnTo>
                    <a:pt x="2870" y="27456"/>
                  </a:lnTo>
                  <a:lnTo>
                    <a:pt x="1812" y="28043"/>
                  </a:lnTo>
                  <a:lnTo>
                    <a:pt x="296" y="27348"/>
                  </a:lnTo>
                  <a:lnTo>
                    <a:pt x="0" y="24981"/>
                  </a:lnTo>
                  <a:lnTo>
                    <a:pt x="864" y="22998"/>
                  </a:lnTo>
                  <a:lnTo>
                    <a:pt x="176" y="20537"/>
                  </a:lnTo>
                  <a:lnTo>
                    <a:pt x="4134" y="15748"/>
                  </a:lnTo>
                  <a:lnTo>
                    <a:pt x="1000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h554"/>
            <p:cNvSpPr/>
            <p:nvPr/>
          </p:nvSpPr>
          <p:spPr>
            <a:xfrm>
              <a:off x="2758300" y="3403184"/>
              <a:ext cx="20467" cy="35451"/>
            </a:xfrm>
            <a:custGeom>
              <a:avLst/>
              <a:pathLst>
                <a:path w="20467" h="35451">
                  <a:moveTo>
                    <a:pt x="14126" y="1162"/>
                  </a:moveTo>
                  <a:lnTo>
                    <a:pt x="14810" y="4373"/>
                  </a:lnTo>
                  <a:lnTo>
                    <a:pt x="14359" y="5825"/>
                  </a:lnTo>
                  <a:lnTo>
                    <a:pt x="11428" y="7176"/>
                  </a:lnTo>
                  <a:lnTo>
                    <a:pt x="10495" y="10294"/>
                  </a:lnTo>
                  <a:lnTo>
                    <a:pt x="11077" y="12723"/>
                  </a:lnTo>
                  <a:lnTo>
                    <a:pt x="14500" y="11834"/>
                  </a:lnTo>
                  <a:lnTo>
                    <a:pt x="20467" y="14914"/>
                  </a:lnTo>
                  <a:lnTo>
                    <a:pt x="14596" y="30662"/>
                  </a:lnTo>
                  <a:lnTo>
                    <a:pt x="10638" y="35451"/>
                  </a:lnTo>
                  <a:lnTo>
                    <a:pt x="9847" y="34191"/>
                  </a:lnTo>
                  <a:lnTo>
                    <a:pt x="10164" y="28714"/>
                  </a:lnTo>
                  <a:lnTo>
                    <a:pt x="12454" y="23750"/>
                  </a:lnTo>
                  <a:lnTo>
                    <a:pt x="11120" y="18607"/>
                  </a:lnTo>
                  <a:lnTo>
                    <a:pt x="9447" y="16333"/>
                  </a:lnTo>
                  <a:lnTo>
                    <a:pt x="4706" y="17391"/>
                  </a:lnTo>
                  <a:lnTo>
                    <a:pt x="3764" y="15847"/>
                  </a:lnTo>
                  <a:lnTo>
                    <a:pt x="5341" y="13678"/>
                  </a:lnTo>
                  <a:lnTo>
                    <a:pt x="4454" y="12655"/>
                  </a:lnTo>
                  <a:lnTo>
                    <a:pt x="2038" y="13871"/>
                  </a:lnTo>
                  <a:lnTo>
                    <a:pt x="0" y="9729"/>
                  </a:lnTo>
                  <a:lnTo>
                    <a:pt x="502" y="8736"/>
                  </a:lnTo>
                  <a:lnTo>
                    <a:pt x="3199" y="8116"/>
                  </a:lnTo>
                  <a:lnTo>
                    <a:pt x="605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h555"/>
            <p:cNvSpPr/>
            <p:nvPr/>
          </p:nvSpPr>
          <p:spPr>
            <a:xfrm>
              <a:off x="2643447" y="3325005"/>
              <a:ext cx="25666" cy="47820"/>
            </a:xfrm>
            <a:custGeom>
              <a:avLst/>
              <a:pathLst>
                <a:path w="25666" h="47820">
                  <a:moveTo>
                    <a:pt x="23952" y="181"/>
                  </a:moveTo>
                  <a:lnTo>
                    <a:pt x="23586" y="5034"/>
                  </a:lnTo>
                  <a:lnTo>
                    <a:pt x="22144" y="7089"/>
                  </a:lnTo>
                  <a:lnTo>
                    <a:pt x="20553" y="12068"/>
                  </a:lnTo>
                  <a:lnTo>
                    <a:pt x="19336" y="18420"/>
                  </a:lnTo>
                  <a:lnTo>
                    <a:pt x="21188" y="28332"/>
                  </a:lnTo>
                  <a:lnTo>
                    <a:pt x="25666" y="30824"/>
                  </a:lnTo>
                  <a:lnTo>
                    <a:pt x="23949" y="37029"/>
                  </a:lnTo>
                  <a:lnTo>
                    <a:pt x="20420" y="40839"/>
                  </a:lnTo>
                  <a:lnTo>
                    <a:pt x="20684" y="44736"/>
                  </a:lnTo>
                  <a:lnTo>
                    <a:pt x="19732" y="47503"/>
                  </a:lnTo>
                  <a:lnTo>
                    <a:pt x="17684" y="47820"/>
                  </a:lnTo>
                  <a:lnTo>
                    <a:pt x="11203" y="43427"/>
                  </a:lnTo>
                  <a:lnTo>
                    <a:pt x="5384" y="37221"/>
                  </a:lnTo>
                  <a:lnTo>
                    <a:pt x="3650" y="36323"/>
                  </a:lnTo>
                  <a:lnTo>
                    <a:pt x="1790" y="36493"/>
                  </a:lnTo>
                  <a:lnTo>
                    <a:pt x="0" y="25317"/>
                  </a:lnTo>
                  <a:lnTo>
                    <a:pt x="3441" y="17333"/>
                  </a:lnTo>
                  <a:lnTo>
                    <a:pt x="4923" y="6516"/>
                  </a:lnTo>
                  <a:lnTo>
                    <a:pt x="7955" y="6411"/>
                  </a:lnTo>
                  <a:lnTo>
                    <a:pt x="8358" y="4841"/>
                  </a:lnTo>
                  <a:lnTo>
                    <a:pt x="9183" y="6757"/>
                  </a:lnTo>
                  <a:lnTo>
                    <a:pt x="10853" y="6999"/>
                  </a:lnTo>
                  <a:lnTo>
                    <a:pt x="21505" y="2674"/>
                  </a:lnTo>
                  <a:lnTo>
                    <a:pt x="2287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h556"/>
            <p:cNvSpPr/>
            <p:nvPr/>
          </p:nvSpPr>
          <p:spPr>
            <a:xfrm>
              <a:off x="2631192" y="3268535"/>
              <a:ext cx="42771" cy="39755"/>
            </a:xfrm>
            <a:custGeom>
              <a:avLst/>
              <a:pathLst>
                <a:path w="42771" h="39755">
                  <a:moveTo>
                    <a:pt x="25198" y="3576"/>
                  </a:moveTo>
                  <a:lnTo>
                    <a:pt x="28871" y="4983"/>
                  </a:lnTo>
                  <a:lnTo>
                    <a:pt x="33488" y="3071"/>
                  </a:lnTo>
                  <a:lnTo>
                    <a:pt x="38379" y="4154"/>
                  </a:lnTo>
                  <a:lnTo>
                    <a:pt x="41587" y="6078"/>
                  </a:lnTo>
                  <a:lnTo>
                    <a:pt x="42771" y="12791"/>
                  </a:lnTo>
                  <a:lnTo>
                    <a:pt x="41281" y="21456"/>
                  </a:lnTo>
                  <a:lnTo>
                    <a:pt x="39460" y="26526"/>
                  </a:lnTo>
                  <a:lnTo>
                    <a:pt x="37094" y="29629"/>
                  </a:lnTo>
                  <a:lnTo>
                    <a:pt x="35845" y="39755"/>
                  </a:lnTo>
                  <a:lnTo>
                    <a:pt x="33141" y="39531"/>
                  </a:lnTo>
                  <a:lnTo>
                    <a:pt x="30245" y="38201"/>
                  </a:lnTo>
                  <a:lnTo>
                    <a:pt x="29883" y="36286"/>
                  </a:lnTo>
                  <a:lnTo>
                    <a:pt x="26746" y="33369"/>
                  </a:lnTo>
                  <a:lnTo>
                    <a:pt x="24657" y="36402"/>
                  </a:lnTo>
                  <a:lnTo>
                    <a:pt x="21673" y="32467"/>
                  </a:lnTo>
                  <a:lnTo>
                    <a:pt x="20192" y="28629"/>
                  </a:lnTo>
                  <a:lnTo>
                    <a:pt x="22003" y="27915"/>
                  </a:lnTo>
                  <a:lnTo>
                    <a:pt x="20233" y="19343"/>
                  </a:lnTo>
                  <a:lnTo>
                    <a:pt x="16365" y="13375"/>
                  </a:lnTo>
                  <a:lnTo>
                    <a:pt x="9800" y="12148"/>
                  </a:lnTo>
                  <a:lnTo>
                    <a:pt x="2566" y="14028"/>
                  </a:lnTo>
                  <a:lnTo>
                    <a:pt x="0" y="13167"/>
                  </a:lnTo>
                  <a:lnTo>
                    <a:pt x="307" y="6214"/>
                  </a:lnTo>
                  <a:lnTo>
                    <a:pt x="4477" y="3950"/>
                  </a:lnTo>
                  <a:lnTo>
                    <a:pt x="4755" y="5365"/>
                  </a:lnTo>
                  <a:lnTo>
                    <a:pt x="6581" y="4612"/>
                  </a:lnTo>
                  <a:lnTo>
                    <a:pt x="7181" y="3087"/>
                  </a:lnTo>
                  <a:lnTo>
                    <a:pt x="1455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h557"/>
            <p:cNvSpPr/>
            <p:nvPr/>
          </p:nvSpPr>
          <p:spPr>
            <a:xfrm>
              <a:off x="2581613" y="3289901"/>
              <a:ext cx="43055" cy="42233"/>
            </a:xfrm>
            <a:custGeom>
              <a:avLst/>
              <a:pathLst>
                <a:path w="43055" h="42233">
                  <a:moveTo>
                    <a:pt x="19434" y="1101"/>
                  </a:moveTo>
                  <a:lnTo>
                    <a:pt x="20684" y="3671"/>
                  </a:lnTo>
                  <a:lnTo>
                    <a:pt x="22091" y="11376"/>
                  </a:lnTo>
                  <a:lnTo>
                    <a:pt x="25500" y="11906"/>
                  </a:lnTo>
                  <a:lnTo>
                    <a:pt x="35541" y="9451"/>
                  </a:lnTo>
                  <a:lnTo>
                    <a:pt x="39668" y="9701"/>
                  </a:lnTo>
                  <a:lnTo>
                    <a:pt x="38273" y="16755"/>
                  </a:lnTo>
                  <a:lnTo>
                    <a:pt x="43055" y="14568"/>
                  </a:lnTo>
                  <a:lnTo>
                    <a:pt x="41164" y="26225"/>
                  </a:lnTo>
                  <a:lnTo>
                    <a:pt x="40040" y="27754"/>
                  </a:lnTo>
                  <a:lnTo>
                    <a:pt x="28157" y="32001"/>
                  </a:lnTo>
                  <a:lnTo>
                    <a:pt x="26822" y="36965"/>
                  </a:lnTo>
                  <a:lnTo>
                    <a:pt x="24931" y="39568"/>
                  </a:lnTo>
                  <a:lnTo>
                    <a:pt x="18589" y="42233"/>
                  </a:lnTo>
                  <a:lnTo>
                    <a:pt x="14372" y="41316"/>
                  </a:lnTo>
                  <a:lnTo>
                    <a:pt x="12186" y="38623"/>
                  </a:lnTo>
                  <a:lnTo>
                    <a:pt x="13076" y="35793"/>
                  </a:lnTo>
                  <a:lnTo>
                    <a:pt x="12462" y="32850"/>
                  </a:lnTo>
                  <a:lnTo>
                    <a:pt x="7768" y="33744"/>
                  </a:lnTo>
                  <a:lnTo>
                    <a:pt x="5126" y="34183"/>
                  </a:lnTo>
                  <a:lnTo>
                    <a:pt x="2284" y="31895"/>
                  </a:lnTo>
                  <a:lnTo>
                    <a:pt x="1003" y="29695"/>
                  </a:lnTo>
                  <a:lnTo>
                    <a:pt x="0" y="24049"/>
                  </a:lnTo>
                  <a:lnTo>
                    <a:pt x="5982" y="20470"/>
                  </a:lnTo>
                  <a:lnTo>
                    <a:pt x="5974" y="19720"/>
                  </a:lnTo>
                  <a:lnTo>
                    <a:pt x="3633" y="19477"/>
                  </a:lnTo>
                  <a:lnTo>
                    <a:pt x="2840" y="20715"/>
                  </a:lnTo>
                  <a:lnTo>
                    <a:pt x="785" y="18264"/>
                  </a:lnTo>
                  <a:lnTo>
                    <a:pt x="4159" y="14662"/>
                  </a:lnTo>
                  <a:lnTo>
                    <a:pt x="7334" y="13898"/>
                  </a:lnTo>
                  <a:lnTo>
                    <a:pt x="11991" y="4436"/>
                  </a:lnTo>
                  <a:lnTo>
                    <a:pt x="1724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h558"/>
            <p:cNvSpPr/>
            <p:nvPr/>
          </p:nvSpPr>
          <p:spPr>
            <a:xfrm>
              <a:off x="2680625" y="3346360"/>
              <a:ext cx="44841" cy="46925"/>
            </a:xfrm>
            <a:custGeom>
              <a:avLst/>
              <a:pathLst>
                <a:path w="44841" h="46925">
                  <a:moveTo>
                    <a:pt x="40763" y="58"/>
                  </a:moveTo>
                  <a:lnTo>
                    <a:pt x="42690" y="2501"/>
                  </a:lnTo>
                  <a:lnTo>
                    <a:pt x="44841" y="7469"/>
                  </a:lnTo>
                  <a:lnTo>
                    <a:pt x="42804" y="9001"/>
                  </a:lnTo>
                  <a:lnTo>
                    <a:pt x="40058" y="9598"/>
                  </a:lnTo>
                  <a:lnTo>
                    <a:pt x="36985" y="15853"/>
                  </a:lnTo>
                  <a:lnTo>
                    <a:pt x="32314" y="13791"/>
                  </a:lnTo>
                  <a:lnTo>
                    <a:pt x="30840" y="14342"/>
                  </a:lnTo>
                  <a:lnTo>
                    <a:pt x="32586" y="24026"/>
                  </a:lnTo>
                  <a:lnTo>
                    <a:pt x="33364" y="24717"/>
                  </a:lnTo>
                  <a:lnTo>
                    <a:pt x="37766" y="24262"/>
                  </a:lnTo>
                  <a:lnTo>
                    <a:pt x="41203" y="26358"/>
                  </a:lnTo>
                  <a:lnTo>
                    <a:pt x="42914" y="29162"/>
                  </a:lnTo>
                  <a:lnTo>
                    <a:pt x="43342" y="32453"/>
                  </a:lnTo>
                  <a:lnTo>
                    <a:pt x="42507" y="34854"/>
                  </a:lnTo>
                  <a:lnTo>
                    <a:pt x="38480" y="36889"/>
                  </a:lnTo>
                  <a:lnTo>
                    <a:pt x="36610" y="37627"/>
                  </a:lnTo>
                  <a:lnTo>
                    <a:pt x="34220" y="42377"/>
                  </a:lnTo>
                  <a:lnTo>
                    <a:pt x="33612" y="46925"/>
                  </a:lnTo>
                  <a:lnTo>
                    <a:pt x="29901" y="46065"/>
                  </a:lnTo>
                  <a:lnTo>
                    <a:pt x="29032" y="43584"/>
                  </a:lnTo>
                  <a:lnTo>
                    <a:pt x="18981" y="33780"/>
                  </a:lnTo>
                  <a:lnTo>
                    <a:pt x="4638" y="30578"/>
                  </a:lnTo>
                  <a:lnTo>
                    <a:pt x="3256" y="29513"/>
                  </a:lnTo>
                  <a:lnTo>
                    <a:pt x="2010" y="26968"/>
                  </a:lnTo>
                  <a:lnTo>
                    <a:pt x="500" y="26708"/>
                  </a:lnTo>
                  <a:lnTo>
                    <a:pt x="0" y="27829"/>
                  </a:lnTo>
                  <a:lnTo>
                    <a:pt x="393" y="23844"/>
                  </a:lnTo>
                  <a:lnTo>
                    <a:pt x="1440" y="22466"/>
                  </a:lnTo>
                  <a:lnTo>
                    <a:pt x="11398" y="21884"/>
                  </a:lnTo>
                  <a:lnTo>
                    <a:pt x="19545" y="15219"/>
                  </a:lnTo>
                  <a:lnTo>
                    <a:pt x="21706" y="8129"/>
                  </a:lnTo>
                  <a:lnTo>
                    <a:pt x="23041" y="7418"/>
                  </a:lnTo>
                  <a:lnTo>
                    <a:pt x="26198" y="8464"/>
                  </a:lnTo>
                  <a:lnTo>
                    <a:pt x="31537" y="8489"/>
                  </a:lnTo>
                  <a:lnTo>
                    <a:pt x="33600" y="2030"/>
                  </a:lnTo>
                  <a:lnTo>
                    <a:pt x="3726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h559"/>
            <p:cNvSpPr/>
            <p:nvPr/>
          </p:nvSpPr>
          <p:spPr>
            <a:xfrm>
              <a:off x="2598336" y="3258383"/>
              <a:ext cx="54859" cy="58282"/>
            </a:xfrm>
            <a:custGeom>
              <a:avLst/>
              <a:pathLst>
                <a:path w="54859" h="58282">
                  <a:moveTo>
                    <a:pt x="44800" y="271"/>
                  </a:moveTo>
                  <a:lnTo>
                    <a:pt x="46178" y="1292"/>
                  </a:lnTo>
                  <a:lnTo>
                    <a:pt x="46643" y="5970"/>
                  </a:lnTo>
                  <a:lnTo>
                    <a:pt x="42671" y="7464"/>
                  </a:lnTo>
                  <a:lnTo>
                    <a:pt x="38541" y="11839"/>
                  </a:lnTo>
                  <a:lnTo>
                    <a:pt x="37334" y="14103"/>
                  </a:lnTo>
                  <a:lnTo>
                    <a:pt x="33163" y="16366"/>
                  </a:lnTo>
                  <a:lnTo>
                    <a:pt x="32856" y="23319"/>
                  </a:lnTo>
                  <a:lnTo>
                    <a:pt x="35423" y="24180"/>
                  </a:lnTo>
                  <a:lnTo>
                    <a:pt x="42657" y="22300"/>
                  </a:lnTo>
                  <a:lnTo>
                    <a:pt x="49221" y="23527"/>
                  </a:lnTo>
                  <a:lnTo>
                    <a:pt x="53090" y="29495"/>
                  </a:lnTo>
                  <a:lnTo>
                    <a:pt x="54859" y="38067"/>
                  </a:lnTo>
                  <a:lnTo>
                    <a:pt x="53049" y="38781"/>
                  </a:lnTo>
                  <a:lnTo>
                    <a:pt x="49861" y="39583"/>
                  </a:lnTo>
                  <a:lnTo>
                    <a:pt x="48105" y="43268"/>
                  </a:lnTo>
                  <a:lnTo>
                    <a:pt x="47643" y="49938"/>
                  </a:lnTo>
                  <a:lnTo>
                    <a:pt x="45430" y="58282"/>
                  </a:lnTo>
                  <a:lnTo>
                    <a:pt x="41548" y="57220"/>
                  </a:lnTo>
                  <a:lnTo>
                    <a:pt x="24442" y="57743"/>
                  </a:lnTo>
                  <a:lnTo>
                    <a:pt x="26332" y="46086"/>
                  </a:lnTo>
                  <a:lnTo>
                    <a:pt x="21550" y="48272"/>
                  </a:lnTo>
                  <a:lnTo>
                    <a:pt x="22945" y="41219"/>
                  </a:lnTo>
                  <a:lnTo>
                    <a:pt x="18818" y="40969"/>
                  </a:lnTo>
                  <a:lnTo>
                    <a:pt x="8778" y="43424"/>
                  </a:lnTo>
                  <a:lnTo>
                    <a:pt x="5368" y="42893"/>
                  </a:lnTo>
                  <a:lnTo>
                    <a:pt x="3961" y="35189"/>
                  </a:lnTo>
                  <a:lnTo>
                    <a:pt x="2712" y="32619"/>
                  </a:lnTo>
                  <a:lnTo>
                    <a:pt x="525" y="31517"/>
                  </a:lnTo>
                  <a:lnTo>
                    <a:pt x="1702" y="19804"/>
                  </a:lnTo>
                  <a:lnTo>
                    <a:pt x="0" y="18781"/>
                  </a:lnTo>
                  <a:lnTo>
                    <a:pt x="1784" y="19065"/>
                  </a:lnTo>
                  <a:lnTo>
                    <a:pt x="3594" y="17605"/>
                  </a:lnTo>
                  <a:lnTo>
                    <a:pt x="4002" y="9804"/>
                  </a:lnTo>
                  <a:lnTo>
                    <a:pt x="2803" y="8150"/>
                  </a:lnTo>
                  <a:lnTo>
                    <a:pt x="2571" y="5529"/>
                  </a:lnTo>
                  <a:lnTo>
                    <a:pt x="5596" y="4817"/>
                  </a:lnTo>
                  <a:lnTo>
                    <a:pt x="11201" y="7648"/>
                  </a:lnTo>
                  <a:lnTo>
                    <a:pt x="24067" y="11489"/>
                  </a:lnTo>
                  <a:lnTo>
                    <a:pt x="25285" y="14268"/>
                  </a:lnTo>
                  <a:lnTo>
                    <a:pt x="29790" y="13210"/>
                  </a:lnTo>
                  <a:lnTo>
                    <a:pt x="32793" y="10100"/>
                  </a:lnTo>
                  <a:lnTo>
                    <a:pt x="37272" y="8807"/>
                  </a:lnTo>
                  <a:lnTo>
                    <a:pt x="40939" y="6512"/>
                  </a:lnTo>
                  <a:lnTo>
                    <a:pt x="41697" y="5447"/>
                  </a:lnTo>
                  <a:lnTo>
                    <a:pt x="41486" y="3449"/>
                  </a:lnTo>
                  <a:lnTo>
                    <a:pt x="4329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h560"/>
            <p:cNvSpPr/>
            <p:nvPr/>
          </p:nvSpPr>
          <p:spPr>
            <a:xfrm>
              <a:off x="2667038" y="3281327"/>
              <a:ext cx="23831" cy="26963"/>
            </a:xfrm>
            <a:custGeom>
              <a:avLst/>
              <a:pathLst>
                <a:path w="23831" h="26963">
                  <a:moveTo>
                    <a:pt x="8475" y="965"/>
                  </a:moveTo>
                  <a:lnTo>
                    <a:pt x="12593" y="1317"/>
                  </a:lnTo>
                  <a:lnTo>
                    <a:pt x="19021" y="3282"/>
                  </a:lnTo>
                  <a:lnTo>
                    <a:pt x="22832" y="1192"/>
                  </a:lnTo>
                  <a:lnTo>
                    <a:pt x="22476" y="618"/>
                  </a:lnTo>
                  <a:lnTo>
                    <a:pt x="22874" y="919"/>
                  </a:lnTo>
                  <a:lnTo>
                    <a:pt x="23831" y="4374"/>
                  </a:lnTo>
                  <a:lnTo>
                    <a:pt x="23065" y="9585"/>
                  </a:lnTo>
                  <a:lnTo>
                    <a:pt x="21615" y="17119"/>
                  </a:lnTo>
                  <a:lnTo>
                    <a:pt x="18621" y="22498"/>
                  </a:lnTo>
                  <a:lnTo>
                    <a:pt x="10594" y="25092"/>
                  </a:lnTo>
                  <a:lnTo>
                    <a:pt x="8370" y="26677"/>
                  </a:lnTo>
                  <a:lnTo>
                    <a:pt x="0" y="26963"/>
                  </a:lnTo>
                  <a:lnTo>
                    <a:pt x="1248" y="16838"/>
                  </a:lnTo>
                  <a:lnTo>
                    <a:pt x="3614" y="13734"/>
                  </a:lnTo>
                  <a:lnTo>
                    <a:pt x="5435" y="8664"/>
                  </a:lnTo>
                  <a:lnTo>
                    <a:pt x="692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h561"/>
            <p:cNvSpPr/>
            <p:nvPr/>
          </p:nvSpPr>
          <p:spPr>
            <a:xfrm>
              <a:off x="2711465" y="3328448"/>
              <a:ext cx="24268" cy="44271"/>
            </a:xfrm>
            <a:custGeom>
              <a:avLst/>
              <a:pathLst>
                <a:path w="24268" h="44271">
                  <a:moveTo>
                    <a:pt x="24268" y="7608"/>
                  </a:moveTo>
                  <a:lnTo>
                    <a:pt x="21798" y="14627"/>
                  </a:lnTo>
                  <a:lnTo>
                    <a:pt x="21573" y="19118"/>
                  </a:lnTo>
                  <a:lnTo>
                    <a:pt x="20488" y="21000"/>
                  </a:lnTo>
                  <a:lnTo>
                    <a:pt x="18423" y="21337"/>
                  </a:lnTo>
                  <a:lnTo>
                    <a:pt x="16662" y="22901"/>
                  </a:lnTo>
                  <a:lnTo>
                    <a:pt x="14305" y="27465"/>
                  </a:lnTo>
                  <a:lnTo>
                    <a:pt x="14698" y="29182"/>
                  </a:lnTo>
                  <a:lnTo>
                    <a:pt x="10495" y="33612"/>
                  </a:lnTo>
                  <a:lnTo>
                    <a:pt x="9788" y="37312"/>
                  </a:lnTo>
                  <a:lnTo>
                    <a:pt x="10362" y="44271"/>
                  </a:lnTo>
                  <a:lnTo>
                    <a:pt x="6925" y="42175"/>
                  </a:lnTo>
                  <a:lnTo>
                    <a:pt x="2523" y="42630"/>
                  </a:lnTo>
                  <a:lnTo>
                    <a:pt x="1745" y="41939"/>
                  </a:lnTo>
                  <a:lnTo>
                    <a:pt x="0" y="32255"/>
                  </a:lnTo>
                  <a:lnTo>
                    <a:pt x="1473" y="31703"/>
                  </a:lnTo>
                  <a:lnTo>
                    <a:pt x="6144" y="33766"/>
                  </a:lnTo>
                  <a:lnTo>
                    <a:pt x="9217" y="27511"/>
                  </a:lnTo>
                  <a:lnTo>
                    <a:pt x="11963" y="26913"/>
                  </a:lnTo>
                  <a:lnTo>
                    <a:pt x="14000" y="25382"/>
                  </a:lnTo>
                  <a:lnTo>
                    <a:pt x="11849" y="20414"/>
                  </a:lnTo>
                  <a:lnTo>
                    <a:pt x="9922" y="17971"/>
                  </a:lnTo>
                  <a:lnTo>
                    <a:pt x="6427" y="17912"/>
                  </a:lnTo>
                  <a:lnTo>
                    <a:pt x="8255" y="14310"/>
                  </a:lnTo>
                  <a:lnTo>
                    <a:pt x="10359" y="13726"/>
                  </a:lnTo>
                  <a:lnTo>
                    <a:pt x="14796" y="10611"/>
                  </a:lnTo>
                  <a:lnTo>
                    <a:pt x="18206" y="6983"/>
                  </a:lnTo>
                  <a:lnTo>
                    <a:pt x="17635" y="1147"/>
                  </a:lnTo>
                  <a:lnTo>
                    <a:pt x="2148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h562"/>
            <p:cNvSpPr/>
            <p:nvPr/>
          </p:nvSpPr>
          <p:spPr>
            <a:xfrm>
              <a:off x="2799041" y="3381867"/>
              <a:ext cx="30868" cy="49044"/>
            </a:xfrm>
            <a:custGeom>
              <a:avLst/>
              <a:pathLst>
                <a:path w="30868" h="49044">
                  <a:moveTo>
                    <a:pt x="22507" y="260"/>
                  </a:moveTo>
                  <a:lnTo>
                    <a:pt x="30868" y="3223"/>
                  </a:lnTo>
                  <a:lnTo>
                    <a:pt x="28676" y="6040"/>
                  </a:lnTo>
                  <a:lnTo>
                    <a:pt x="28059" y="6513"/>
                  </a:lnTo>
                  <a:lnTo>
                    <a:pt x="27406" y="5825"/>
                  </a:lnTo>
                  <a:lnTo>
                    <a:pt x="24567" y="5553"/>
                  </a:lnTo>
                  <a:lnTo>
                    <a:pt x="22380" y="7794"/>
                  </a:lnTo>
                  <a:lnTo>
                    <a:pt x="19746" y="12917"/>
                  </a:lnTo>
                  <a:lnTo>
                    <a:pt x="17989" y="14285"/>
                  </a:lnTo>
                  <a:lnTo>
                    <a:pt x="21676" y="21581"/>
                  </a:lnTo>
                  <a:lnTo>
                    <a:pt x="22125" y="23912"/>
                  </a:lnTo>
                  <a:lnTo>
                    <a:pt x="23227" y="25292"/>
                  </a:lnTo>
                  <a:lnTo>
                    <a:pt x="23006" y="27907"/>
                  </a:lnTo>
                  <a:lnTo>
                    <a:pt x="19111" y="40241"/>
                  </a:lnTo>
                  <a:lnTo>
                    <a:pt x="17545" y="41199"/>
                  </a:lnTo>
                  <a:lnTo>
                    <a:pt x="15649" y="40900"/>
                  </a:lnTo>
                  <a:lnTo>
                    <a:pt x="17090" y="41882"/>
                  </a:lnTo>
                  <a:lnTo>
                    <a:pt x="16942" y="43278"/>
                  </a:lnTo>
                  <a:lnTo>
                    <a:pt x="15309" y="45339"/>
                  </a:lnTo>
                  <a:lnTo>
                    <a:pt x="11897" y="45703"/>
                  </a:lnTo>
                  <a:lnTo>
                    <a:pt x="7623" y="49044"/>
                  </a:lnTo>
                  <a:lnTo>
                    <a:pt x="3604" y="46427"/>
                  </a:lnTo>
                  <a:lnTo>
                    <a:pt x="2802" y="47830"/>
                  </a:lnTo>
                  <a:lnTo>
                    <a:pt x="1067" y="46756"/>
                  </a:lnTo>
                  <a:lnTo>
                    <a:pt x="2855" y="43081"/>
                  </a:lnTo>
                  <a:lnTo>
                    <a:pt x="1402" y="39518"/>
                  </a:lnTo>
                  <a:lnTo>
                    <a:pt x="0" y="38340"/>
                  </a:lnTo>
                  <a:lnTo>
                    <a:pt x="1135" y="35930"/>
                  </a:lnTo>
                  <a:lnTo>
                    <a:pt x="955" y="31334"/>
                  </a:lnTo>
                  <a:lnTo>
                    <a:pt x="2486" y="28816"/>
                  </a:lnTo>
                  <a:lnTo>
                    <a:pt x="3915" y="28299"/>
                  </a:lnTo>
                  <a:lnTo>
                    <a:pt x="12305" y="29330"/>
                  </a:lnTo>
                  <a:lnTo>
                    <a:pt x="13795" y="28966"/>
                  </a:lnTo>
                  <a:lnTo>
                    <a:pt x="14935" y="26310"/>
                  </a:lnTo>
                  <a:lnTo>
                    <a:pt x="12655" y="23343"/>
                  </a:lnTo>
                  <a:lnTo>
                    <a:pt x="8537" y="19939"/>
                  </a:lnTo>
                  <a:lnTo>
                    <a:pt x="2986" y="20020"/>
                  </a:lnTo>
                  <a:lnTo>
                    <a:pt x="850" y="18068"/>
                  </a:lnTo>
                  <a:lnTo>
                    <a:pt x="2661" y="13761"/>
                  </a:lnTo>
                  <a:lnTo>
                    <a:pt x="2200" y="9833"/>
                  </a:lnTo>
                  <a:lnTo>
                    <a:pt x="4174" y="8430"/>
                  </a:lnTo>
                  <a:lnTo>
                    <a:pt x="7919" y="9757"/>
                  </a:lnTo>
                  <a:lnTo>
                    <a:pt x="10975" y="9761"/>
                  </a:lnTo>
                  <a:lnTo>
                    <a:pt x="12538" y="8274"/>
                  </a:lnTo>
                  <a:lnTo>
                    <a:pt x="11915" y="6978"/>
                  </a:lnTo>
                  <a:lnTo>
                    <a:pt x="13303" y="5975"/>
                  </a:lnTo>
                  <a:lnTo>
                    <a:pt x="21071" y="8491"/>
                  </a:lnTo>
                  <a:lnTo>
                    <a:pt x="23399" y="3706"/>
                  </a:lnTo>
                  <a:lnTo>
                    <a:pt x="2144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h563"/>
            <p:cNvSpPr/>
            <p:nvPr/>
          </p:nvSpPr>
          <p:spPr>
            <a:xfrm>
              <a:off x="2746454" y="3261298"/>
              <a:ext cx="27935" cy="26833"/>
            </a:xfrm>
            <a:custGeom>
              <a:avLst/>
              <a:pathLst>
                <a:path w="27935" h="26833">
                  <a:moveTo>
                    <a:pt x="15094" y="0"/>
                  </a:moveTo>
                  <a:lnTo>
                    <a:pt x="19662" y="327"/>
                  </a:lnTo>
                  <a:lnTo>
                    <a:pt x="24524" y="219"/>
                  </a:lnTo>
                  <a:lnTo>
                    <a:pt x="27468" y="1958"/>
                  </a:lnTo>
                  <a:lnTo>
                    <a:pt x="27852" y="6485"/>
                  </a:lnTo>
                  <a:lnTo>
                    <a:pt x="26886" y="8467"/>
                  </a:lnTo>
                  <a:lnTo>
                    <a:pt x="27857" y="16541"/>
                  </a:lnTo>
                  <a:lnTo>
                    <a:pt x="27935" y="20012"/>
                  </a:lnTo>
                  <a:lnTo>
                    <a:pt x="22300" y="26833"/>
                  </a:lnTo>
                  <a:lnTo>
                    <a:pt x="20924" y="25497"/>
                  </a:lnTo>
                  <a:lnTo>
                    <a:pt x="15754" y="23602"/>
                  </a:lnTo>
                  <a:lnTo>
                    <a:pt x="13092" y="16370"/>
                  </a:lnTo>
                  <a:lnTo>
                    <a:pt x="13277" y="13668"/>
                  </a:lnTo>
                  <a:lnTo>
                    <a:pt x="14083" y="12824"/>
                  </a:lnTo>
                  <a:lnTo>
                    <a:pt x="20134" y="9268"/>
                  </a:lnTo>
                  <a:lnTo>
                    <a:pt x="21533" y="2910"/>
                  </a:lnTo>
                  <a:lnTo>
                    <a:pt x="20792" y="2493"/>
                  </a:lnTo>
                  <a:lnTo>
                    <a:pt x="15658" y="4468"/>
                  </a:lnTo>
                  <a:lnTo>
                    <a:pt x="13748" y="7700"/>
                  </a:lnTo>
                  <a:lnTo>
                    <a:pt x="9386" y="12267"/>
                  </a:lnTo>
                  <a:lnTo>
                    <a:pt x="3481" y="14275"/>
                  </a:lnTo>
                  <a:lnTo>
                    <a:pt x="3167" y="15899"/>
                  </a:lnTo>
                  <a:lnTo>
                    <a:pt x="820" y="13657"/>
                  </a:lnTo>
                  <a:lnTo>
                    <a:pt x="0" y="8316"/>
                  </a:lnTo>
                  <a:lnTo>
                    <a:pt x="7372" y="284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h564"/>
            <p:cNvSpPr/>
            <p:nvPr/>
          </p:nvSpPr>
          <p:spPr>
            <a:xfrm>
              <a:off x="2745422" y="3322069"/>
              <a:ext cx="28006" cy="27233"/>
            </a:xfrm>
            <a:custGeom>
              <a:avLst/>
              <a:pathLst>
                <a:path w="28006" h="27233">
                  <a:moveTo>
                    <a:pt x="28006" y="8720"/>
                  </a:moveTo>
                  <a:lnTo>
                    <a:pt x="27461" y="9823"/>
                  </a:lnTo>
                  <a:lnTo>
                    <a:pt x="25435" y="10008"/>
                  </a:lnTo>
                  <a:lnTo>
                    <a:pt x="25096" y="18643"/>
                  </a:lnTo>
                  <a:lnTo>
                    <a:pt x="26315" y="20259"/>
                  </a:lnTo>
                  <a:lnTo>
                    <a:pt x="24310" y="21607"/>
                  </a:lnTo>
                  <a:lnTo>
                    <a:pt x="21525" y="21946"/>
                  </a:lnTo>
                  <a:lnTo>
                    <a:pt x="20625" y="24856"/>
                  </a:lnTo>
                  <a:lnTo>
                    <a:pt x="19392" y="26116"/>
                  </a:lnTo>
                  <a:lnTo>
                    <a:pt x="16178" y="26773"/>
                  </a:lnTo>
                  <a:lnTo>
                    <a:pt x="11178" y="26410"/>
                  </a:lnTo>
                  <a:lnTo>
                    <a:pt x="7787" y="27233"/>
                  </a:lnTo>
                  <a:lnTo>
                    <a:pt x="5776" y="25270"/>
                  </a:lnTo>
                  <a:lnTo>
                    <a:pt x="6580" y="24012"/>
                  </a:lnTo>
                  <a:lnTo>
                    <a:pt x="10660" y="22086"/>
                  </a:lnTo>
                  <a:lnTo>
                    <a:pt x="10580" y="21443"/>
                  </a:lnTo>
                  <a:lnTo>
                    <a:pt x="6946" y="14511"/>
                  </a:lnTo>
                  <a:lnTo>
                    <a:pt x="4979" y="12401"/>
                  </a:lnTo>
                  <a:lnTo>
                    <a:pt x="848" y="11828"/>
                  </a:lnTo>
                  <a:lnTo>
                    <a:pt x="0" y="7230"/>
                  </a:lnTo>
                  <a:lnTo>
                    <a:pt x="6041" y="7249"/>
                  </a:lnTo>
                  <a:lnTo>
                    <a:pt x="9456" y="5086"/>
                  </a:lnTo>
                  <a:lnTo>
                    <a:pt x="11992" y="7094"/>
                  </a:lnTo>
                  <a:lnTo>
                    <a:pt x="13560" y="10342"/>
                  </a:lnTo>
                  <a:lnTo>
                    <a:pt x="9212" y="10848"/>
                  </a:lnTo>
                  <a:lnTo>
                    <a:pt x="8212" y="15091"/>
                  </a:lnTo>
                  <a:lnTo>
                    <a:pt x="11151" y="15936"/>
                  </a:lnTo>
                  <a:lnTo>
                    <a:pt x="13833" y="15176"/>
                  </a:lnTo>
                  <a:lnTo>
                    <a:pt x="13950" y="14423"/>
                  </a:lnTo>
                  <a:lnTo>
                    <a:pt x="19389" y="14766"/>
                  </a:lnTo>
                  <a:lnTo>
                    <a:pt x="16092" y="20212"/>
                  </a:lnTo>
                  <a:lnTo>
                    <a:pt x="16853" y="24789"/>
                  </a:lnTo>
                  <a:lnTo>
                    <a:pt x="19602" y="24836"/>
                  </a:lnTo>
                  <a:lnTo>
                    <a:pt x="21758" y="20301"/>
                  </a:lnTo>
                  <a:lnTo>
                    <a:pt x="21510" y="15085"/>
                  </a:lnTo>
                  <a:lnTo>
                    <a:pt x="19990" y="10159"/>
                  </a:lnTo>
                  <a:lnTo>
                    <a:pt x="17072" y="12019"/>
                  </a:lnTo>
                  <a:lnTo>
                    <a:pt x="15721" y="11693"/>
                  </a:lnTo>
                  <a:lnTo>
                    <a:pt x="15868" y="6311"/>
                  </a:lnTo>
                  <a:lnTo>
                    <a:pt x="19528" y="2919"/>
                  </a:lnTo>
                  <a:lnTo>
                    <a:pt x="22956" y="971"/>
                  </a:lnTo>
                  <a:lnTo>
                    <a:pt x="23477" y="3159"/>
                  </a:lnTo>
                  <a:lnTo>
                    <a:pt x="25394" y="2884"/>
                  </a:lnTo>
                  <a:lnTo>
                    <a:pt x="2622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h565"/>
            <p:cNvSpPr/>
            <p:nvPr/>
          </p:nvSpPr>
          <p:spPr>
            <a:xfrm>
              <a:off x="2710409" y="3380221"/>
              <a:ext cx="53941" cy="57989"/>
            </a:xfrm>
            <a:custGeom>
              <a:avLst/>
              <a:pathLst>
                <a:path w="53941" h="57989">
                  <a:moveTo>
                    <a:pt x="19664" y="1898"/>
                  </a:moveTo>
                  <a:lnTo>
                    <a:pt x="21680" y="6362"/>
                  </a:lnTo>
                  <a:lnTo>
                    <a:pt x="19240" y="6341"/>
                  </a:lnTo>
                  <a:lnTo>
                    <a:pt x="17855" y="7932"/>
                  </a:lnTo>
                  <a:lnTo>
                    <a:pt x="18406" y="9073"/>
                  </a:lnTo>
                  <a:lnTo>
                    <a:pt x="22028" y="11821"/>
                  </a:lnTo>
                  <a:lnTo>
                    <a:pt x="25215" y="20031"/>
                  </a:lnTo>
                  <a:lnTo>
                    <a:pt x="30813" y="23825"/>
                  </a:lnTo>
                  <a:lnTo>
                    <a:pt x="31577" y="23022"/>
                  </a:lnTo>
                  <a:lnTo>
                    <a:pt x="30392" y="16282"/>
                  </a:lnTo>
                  <a:lnTo>
                    <a:pt x="31457" y="14282"/>
                  </a:lnTo>
                  <a:lnTo>
                    <a:pt x="34245" y="14048"/>
                  </a:lnTo>
                  <a:lnTo>
                    <a:pt x="39057" y="16170"/>
                  </a:lnTo>
                  <a:lnTo>
                    <a:pt x="50442" y="10704"/>
                  </a:lnTo>
                  <a:lnTo>
                    <a:pt x="52652" y="14573"/>
                  </a:lnTo>
                  <a:lnTo>
                    <a:pt x="49984" y="19049"/>
                  </a:lnTo>
                  <a:lnTo>
                    <a:pt x="49150" y="22890"/>
                  </a:lnTo>
                  <a:lnTo>
                    <a:pt x="53941" y="22963"/>
                  </a:lnTo>
                  <a:lnTo>
                    <a:pt x="51090" y="31080"/>
                  </a:lnTo>
                  <a:lnTo>
                    <a:pt x="48393" y="31699"/>
                  </a:lnTo>
                  <a:lnTo>
                    <a:pt x="47890" y="32692"/>
                  </a:lnTo>
                  <a:lnTo>
                    <a:pt x="49929" y="36835"/>
                  </a:lnTo>
                  <a:lnTo>
                    <a:pt x="52345" y="35618"/>
                  </a:lnTo>
                  <a:lnTo>
                    <a:pt x="53232" y="36642"/>
                  </a:lnTo>
                  <a:lnTo>
                    <a:pt x="51655" y="38810"/>
                  </a:lnTo>
                  <a:lnTo>
                    <a:pt x="43354" y="38043"/>
                  </a:lnTo>
                  <a:lnTo>
                    <a:pt x="40850" y="39227"/>
                  </a:lnTo>
                  <a:lnTo>
                    <a:pt x="38955" y="42972"/>
                  </a:lnTo>
                  <a:lnTo>
                    <a:pt x="35362" y="43814"/>
                  </a:lnTo>
                  <a:lnTo>
                    <a:pt x="35600" y="45325"/>
                  </a:lnTo>
                  <a:lnTo>
                    <a:pt x="34787" y="44747"/>
                  </a:lnTo>
                  <a:lnTo>
                    <a:pt x="23853" y="49463"/>
                  </a:lnTo>
                  <a:lnTo>
                    <a:pt x="23463" y="52511"/>
                  </a:lnTo>
                  <a:lnTo>
                    <a:pt x="21239" y="55636"/>
                  </a:lnTo>
                  <a:lnTo>
                    <a:pt x="17550" y="57989"/>
                  </a:lnTo>
                  <a:lnTo>
                    <a:pt x="14073" y="57867"/>
                  </a:lnTo>
                  <a:lnTo>
                    <a:pt x="13162" y="55741"/>
                  </a:lnTo>
                  <a:lnTo>
                    <a:pt x="16326" y="53564"/>
                  </a:lnTo>
                  <a:lnTo>
                    <a:pt x="16742" y="47847"/>
                  </a:lnTo>
                  <a:lnTo>
                    <a:pt x="12114" y="46387"/>
                  </a:lnTo>
                  <a:lnTo>
                    <a:pt x="11540" y="43312"/>
                  </a:lnTo>
                  <a:lnTo>
                    <a:pt x="3847" y="42889"/>
                  </a:lnTo>
                  <a:lnTo>
                    <a:pt x="2349" y="38491"/>
                  </a:lnTo>
                  <a:lnTo>
                    <a:pt x="0" y="39930"/>
                  </a:lnTo>
                  <a:lnTo>
                    <a:pt x="8595" y="28029"/>
                  </a:lnTo>
                  <a:lnTo>
                    <a:pt x="13069" y="23293"/>
                  </a:lnTo>
                  <a:lnTo>
                    <a:pt x="7516" y="17872"/>
                  </a:lnTo>
                  <a:lnTo>
                    <a:pt x="5770" y="17432"/>
                  </a:lnTo>
                  <a:lnTo>
                    <a:pt x="3828" y="13065"/>
                  </a:lnTo>
                  <a:lnTo>
                    <a:pt x="4436" y="8516"/>
                  </a:lnTo>
                  <a:lnTo>
                    <a:pt x="6826" y="3767"/>
                  </a:lnTo>
                  <a:lnTo>
                    <a:pt x="8696" y="3028"/>
                  </a:lnTo>
                  <a:lnTo>
                    <a:pt x="9160" y="3721"/>
                  </a:lnTo>
                  <a:lnTo>
                    <a:pt x="18236" y="1331"/>
                  </a:lnTo>
                  <a:lnTo>
                    <a:pt x="18573" y="661"/>
                  </a:lnTo>
                  <a:lnTo>
                    <a:pt x="2071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h566"/>
            <p:cNvSpPr/>
            <p:nvPr/>
          </p:nvSpPr>
          <p:spPr>
            <a:xfrm>
              <a:off x="2728265" y="3347215"/>
              <a:ext cx="29573" cy="41678"/>
            </a:xfrm>
            <a:custGeom>
              <a:avLst/>
              <a:pathLst>
                <a:path w="29573" h="41678">
                  <a:moveTo>
                    <a:pt x="22026" y="1204"/>
                  </a:moveTo>
                  <a:lnTo>
                    <a:pt x="20293" y="2103"/>
                  </a:lnTo>
                  <a:lnTo>
                    <a:pt x="19612" y="3519"/>
                  </a:lnTo>
                  <a:lnTo>
                    <a:pt x="21187" y="4358"/>
                  </a:lnTo>
                  <a:lnTo>
                    <a:pt x="24194" y="3889"/>
                  </a:lnTo>
                  <a:lnTo>
                    <a:pt x="25987" y="7545"/>
                  </a:lnTo>
                  <a:lnTo>
                    <a:pt x="24454" y="8544"/>
                  </a:lnTo>
                  <a:lnTo>
                    <a:pt x="23542" y="7788"/>
                  </a:lnTo>
                  <a:lnTo>
                    <a:pt x="22702" y="8819"/>
                  </a:lnTo>
                  <a:lnTo>
                    <a:pt x="22090" y="12633"/>
                  </a:lnTo>
                  <a:lnTo>
                    <a:pt x="21825" y="16295"/>
                  </a:lnTo>
                  <a:lnTo>
                    <a:pt x="23802" y="21263"/>
                  </a:lnTo>
                  <a:lnTo>
                    <a:pt x="23656" y="22452"/>
                  </a:lnTo>
                  <a:lnTo>
                    <a:pt x="28118" y="27737"/>
                  </a:lnTo>
                  <a:lnTo>
                    <a:pt x="28088" y="30122"/>
                  </a:lnTo>
                  <a:lnTo>
                    <a:pt x="29573" y="33187"/>
                  </a:lnTo>
                  <a:lnTo>
                    <a:pt x="25460" y="28580"/>
                  </a:lnTo>
                  <a:lnTo>
                    <a:pt x="23899" y="27846"/>
                  </a:lnTo>
                  <a:lnTo>
                    <a:pt x="21995" y="29658"/>
                  </a:lnTo>
                  <a:lnTo>
                    <a:pt x="21308" y="31793"/>
                  </a:lnTo>
                  <a:lnTo>
                    <a:pt x="13941" y="30203"/>
                  </a:lnTo>
                  <a:lnTo>
                    <a:pt x="10295" y="32426"/>
                  </a:lnTo>
                  <a:lnTo>
                    <a:pt x="6019" y="36734"/>
                  </a:lnTo>
                  <a:lnTo>
                    <a:pt x="6402" y="37466"/>
                  </a:lnTo>
                  <a:lnTo>
                    <a:pt x="10247" y="36189"/>
                  </a:lnTo>
                  <a:lnTo>
                    <a:pt x="12043" y="38273"/>
                  </a:lnTo>
                  <a:lnTo>
                    <a:pt x="13453" y="41678"/>
                  </a:lnTo>
                  <a:lnTo>
                    <a:pt x="10355" y="41523"/>
                  </a:lnTo>
                  <a:lnTo>
                    <a:pt x="6747" y="39366"/>
                  </a:lnTo>
                  <a:lnTo>
                    <a:pt x="3823" y="39368"/>
                  </a:lnTo>
                  <a:lnTo>
                    <a:pt x="1808" y="34904"/>
                  </a:lnTo>
                  <a:lnTo>
                    <a:pt x="2855" y="33005"/>
                  </a:lnTo>
                  <a:lnTo>
                    <a:pt x="717" y="33667"/>
                  </a:lnTo>
                  <a:lnTo>
                    <a:pt x="0" y="28898"/>
                  </a:lnTo>
                  <a:lnTo>
                    <a:pt x="1319" y="25089"/>
                  </a:lnTo>
                  <a:lnTo>
                    <a:pt x="11514" y="12893"/>
                  </a:lnTo>
                  <a:lnTo>
                    <a:pt x="14463" y="5764"/>
                  </a:lnTo>
                  <a:lnTo>
                    <a:pt x="14669" y="4600"/>
                  </a:lnTo>
                  <a:lnTo>
                    <a:pt x="12205" y="571"/>
                  </a:lnTo>
                  <a:lnTo>
                    <a:pt x="1665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h567"/>
            <p:cNvSpPr/>
            <p:nvPr/>
          </p:nvSpPr>
          <p:spPr>
            <a:xfrm>
              <a:off x="2768795" y="3364500"/>
              <a:ext cx="53644" cy="60006"/>
            </a:xfrm>
            <a:custGeom>
              <a:avLst/>
              <a:pathLst>
                <a:path w="53644" h="60006">
                  <a:moveTo>
                    <a:pt x="33958" y="1999"/>
                  </a:moveTo>
                  <a:lnTo>
                    <a:pt x="33560" y="10533"/>
                  </a:lnTo>
                  <a:lnTo>
                    <a:pt x="38530" y="10988"/>
                  </a:lnTo>
                  <a:lnTo>
                    <a:pt x="42357" y="11846"/>
                  </a:lnTo>
                  <a:lnTo>
                    <a:pt x="42817" y="12884"/>
                  </a:lnTo>
                  <a:lnTo>
                    <a:pt x="49368" y="15155"/>
                  </a:lnTo>
                  <a:lnTo>
                    <a:pt x="51692" y="17366"/>
                  </a:lnTo>
                  <a:lnTo>
                    <a:pt x="53644" y="21073"/>
                  </a:lnTo>
                  <a:lnTo>
                    <a:pt x="51316" y="25857"/>
                  </a:lnTo>
                  <a:lnTo>
                    <a:pt x="43549" y="23342"/>
                  </a:lnTo>
                  <a:lnTo>
                    <a:pt x="42160" y="24344"/>
                  </a:lnTo>
                  <a:lnTo>
                    <a:pt x="42783" y="25640"/>
                  </a:lnTo>
                  <a:lnTo>
                    <a:pt x="41220" y="27128"/>
                  </a:lnTo>
                  <a:lnTo>
                    <a:pt x="38164" y="27124"/>
                  </a:lnTo>
                  <a:lnTo>
                    <a:pt x="34420" y="25796"/>
                  </a:lnTo>
                  <a:lnTo>
                    <a:pt x="32445" y="27200"/>
                  </a:lnTo>
                  <a:lnTo>
                    <a:pt x="32906" y="31128"/>
                  </a:lnTo>
                  <a:lnTo>
                    <a:pt x="31096" y="35434"/>
                  </a:lnTo>
                  <a:lnTo>
                    <a:pt x="33231" y="37387"/>
                  </a:lnTo>
                  <a:lnTo>
                    <a:pt x="38782" y="37306"/>
                  </a:lnTo>
                  <a:lnTo>
                    <a:pt x="42900" y="40709"/>
                  </a:lnTo>
                  <a:lnTo>
                    <a:pt x="45180" y="43677"/>
                  </a:lnTo>
                  <a:lnTo>
                    <a:pt x="44040" y="46332"/>
                  </a:lnTo>
                  <a:lnTo>
                    <a:pt x="42551" y="46697"/>
                  </a:lnTo>
                  <a:lnTo>
                    <a:pt x="34160" y="45665"/>
                  </a:lnTo>
                  <a:lnTo>
                    <a:pt x="32731" y="46182"/>
                  </a:lnTo>
                  <a:lnTo>
                    <a:pt x="31201" y="48701"/>
                  </a:lnTo>
                  <a:lnTo>
                    <a:pt x="31380" y="53297"/>
                  </a:lnTo>
                  <a:lnTo>
                    <a:pt x="30245" y="55706"/>
                  </a:lnTo>
                  <a:lnTo>
                    <a:pt x="27532" y="55759"/>
                  </a:lnTo>
                  <a:lnTo>
                    <a:pt x="27480" y="58462"/>
                  </a:lnTo>
                  <a:lnTo>
                    <a:pt x="28470" y="58750"/>
                  </a:lnTo>
                  <a:lnTo>
                    <a:pt x="28450" y="59507"/>
                  </a:lnTo>
                  <a:lnTo>
                    <a:pt x="26562" y="60006"/>
                  </a:lnTo>
                  <a:lnTo>
                    <a:pt x="9971" y="53598"/>
                  </a:lnTo>
                  <a:lnTo>
                    <a:pt x="4004" y="50518"/>
                  </a:lnTo>
                  <a:lnTo>
                    <a:pt x="581" y="51408"/>
                  </a:lnTo>
                  <a:lnTo>
                    <a:pt x="0" y="48978"/>
                  </a:lnTo>
                  <a:lnTo>
                    <a:pt x="933" y="45860"/>
                  </a:lnTo>
                  <a:lnTo>
                    <a:pt x="3863" y="44509"/>
                  </a:lnTo>
                  <a:lnTo>
                    <a:pt x="4314" y="43058"/>
                  </a:lnTo>
                  <a:lnTo>
                    <a:pt x="6160" y="39609"/>
                  </a:lnTo>
                  <a:lnTo>
                    <a:pt x="7636" y="39346"/>
                  </a:lnTo>
                  <a:lnTo>
                    <a:pt x="8461" y="40661"/>
                  </a:lnTo>
                  <a:lnTo>
                    <a:pt x="10978" y="40522"/>
                  </a:lnTo>
                  <a:lnTo>
                    <a:pt x="10715" y="32899"/>
                  </a:lnTo>
                  <a:lnTo>
                    <a:pt x="9699" y="31899"/>
                  </a:lnTo>
                  <a:lnTo>
                    <a:pt x="12783" y="33839"/>
                  </a:lnTo>
                  <a:lnTo>
                    <a:pt x="19421" y="31446"/>
                  </a:lnTo>
                  <a:lnTo>
                    <a:pt x="25898" y="25060"/>
                  </a:lnTo>
                  <a:lnTo>
                    <a:pt x="26194" y="22384"/>
                  </a:lnTo>
                  <a:lnTo>
                    <a:pt x="28167" y="19927"/>
                  </a:lnTo>
                  <a:lnTo>
                    <a:pt x="33267" y="21717"/>
                  </a:lnTo>
                  <a:lnTo>
                    <a:pt x="34277" y="21098"/>
                  </a:lnTo>
                  <a:lnTo>
                    <a:pt x="34355" y="18562"/>
                  </a:lnTo>
                  <a:lnTo>
                    <a:pt x="34046" y="17755"/>
                  </a:lnTo>
                  <a:lnTo>
                    <a:pt x="27514" y="15453"/>
                  </a:lnTo>
                  <a:lnTo>
                    <a:pt x="26962" y="10444"/>
                  </a:lnTo>
                  <a:lnTo>
                    <a:pt x="30011" y="7551"/>
                  </a:lnTo>
                  <a:lnTo>
                    <a:pt x="27453" y="4420"/>
                  </a:lnTo>
                  <a:lnTo>
                    <a:pt x="29627" y="1250"/>
                  </a:lnTo>
                  <a:lnTo>
                    <a:pt x="3153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h568"/>
            <p:cNvSpPr/>
            <p:nvPr/>
          </p:nvSpPr>
          <p:spPr>
            <a:xfrm>
              <a:off x="2740869" y="3445555"/>
              <a:ext cx="47698" cy="30719"/>
            </a:xfrm>
            <a:custGeom>
              <a:avLst/>
              <a:pathLst>
                <a:path w="47698" h="30719">
                  <a:moveTo>
                    <a:pt x="30763" y="0"/>
                  </a:moveTo>
                  <a:lnTo>
                    <a:pt x="36191" y="3575"/>
                  </a:lnTo>
                  <a:lnTo>
                    <a:pt x="41553" y="5809"/>
                  </a:lnTo>
                  <a:lnTo>
                    <a:pt x="42708" y="12248"/>
                  </a:lnTo>
                  <a:lnTo>
                    <a:pt x="45323" y="12078"/>
                  </a:lnTo>
                  <a:lnTo>
                    <a:pt x="46490" y="12837"/>
                  </a:lnTo>
                  <a:lnTo>
                    <a:pt x="46652" y="14835"/>
                  </a:lnTo>
                  <a:lnTo>
                    <a:pt x="46454" y="16318"/>
                  </a:lnTo>
                  <a:lnTo>
                    <a:pt x="47698" y="19006"/>
                  </a:lnTo>
                  <a:lnTo>
                    <a:pt x="45679" y="21943"/>
                  </a:lnTo>
                  <a:lnTo>
                    <a:pt x="41545" y="27744"/>
                  </a:lnTo>
                  <a:lnTo>
                    <a:pt x="34574" y="27222"/>
                  </a:lnTo>
                  <a:lnTo>
                    <a:pt x="28103" y="30719"/>
                  </a:lnTo>
                  <a:lnTo>
                    <a:pt x="27657" y="30390"/>
                  </a:lnTo>
                  <a:lnTo>
                    <a:pt x="27175" y="24890"/>
                  </a:lnTo>
                  <a:lnTo>
                    <a:pt x="27760" y="22415"/>
                  </a:lnTo>
                  <a:lnTo>
                    <a:pt x="31282" y="21958"/>
                  </a:lnTo>
                  <a:lnTo>
                    <a:pt x="31315" y="16696"/>
                  </a:lnTo>
                  <a:lnTo>
                    <a:pt x="30049" y="10109"/>
                  </a:lnTo>
                  <a:lnTo>
                    <a:pt x="25674" y="7803"/>
                  </a:lnTo>
                  <a:lnTo>
                    <a:pt x="23719" y="7757"/>
                  </a:lnTo>
                  <a:lnTo>
                    <a:pt x="23936" y="12736"/>
                  </a:lnTo>
                  <a:lnTo>
                    <a:pt x="17813" y="16076"/>
                  </a:lnTo>
                  <a:lnTo>
                    <a:pt x="17899" y="17218"/>
                  </a:lnTo>
                  <a:lnTo>
                    <a:pt x="21248" y="19226"/>
                  </a:lnTo>
                  <a:lnTo>
                    <a:pt x="21630" y="23849"/>
                  </a:lnTo>
                  <a:lnTo>
                    <a:pt x="13061" y="25657"/>
                  </a:lnTo>
                  <a:lnTo>
                    <a:pt x="14428" y="27880"/>
                  </a:lnTo>
                  <a:lnTo>
                    <a:pt x="3496" y="18238"/>
                  </a:lnTo>
                  <a:lnTo>
                    <a:pt x="0" y="13629"/>
                  </a:lnTo>
                  <a:lnTo>
                    <a:pt x="7585" y="11634"/>
                  </a:lnTo>
                  <a:lnTo>
                    <a:pt x="12318" y="8648"/>
                  </a:lnTo>
                  <a:lnTo>
                    <a:pt x="13996" y="11774"/>
                  </a:lnTo>
                  <a:lnTo>
                    <a:pt x="19519" y="10421"/>
                  </a:lnTo>
                  <a:lnTo>
                    <a:pt x="20556" y="6528"/>
                  </a:lnTo>
                  <a:lnTo>
                    <a:pt x="22889" y="3938"/>
                  </a:lnTo>
                  <a:lnTo>
                    <a:pt x="27088" y="2967"/>
                  </a:lnTo>
                  <a:lnTo>
                    <a:pt x="29705" y="58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h569"/>
            <p:cNvSpPr/>
            <p:nvPr/>
          </p:nvSpPr>
          <p:spPr>
            <a:xfrm>
              <a:off x="2745771" y="3418265"/>
              <a:ext cx="24983" cy="39064"/>
            </a:xfrm>
            <a:custGeom>
              <a:avLst/>
              <a:pathLst>
                <a:path w="24983" h="39064">
                  <a:moveTo>
                    <a:pt x="16293" y="766"/>
                  </a:moveTo>
                  <a:lnTo>
                    <a:pt x="17234" y="2311"/>
                  </a:lnTo>
                  <a:lnTo>
                    <a:pt x="21975" y="1252"/>
                  </a:lnTo>
                  <a:lnTo>
                    <a:pt x="23648" y="3526"/>
                  </a:lnTo>
                  <a:lnTo>
                    <a:pt x="24983" y="8670"/>
                  </a:lnTo>
                  <a:lnTo>
                    <a:pt x="22693" y="13633"/>
                  </a:lnTo>
                  <a:lnTo>
                    <a:pt x="22375" y="19110"/>
                  </a:lnTo>
                  <a:lnTo>
                    <a:pt x="23167" y="20370"/>
                  </a:lnTo>
                  <a:lnTo>
                    <a:pt x="23855" y="22831"/>
                  </a:lnTo>
                  <a:lnTo>
                    <a:pt x="22990" y="24815"/>
                  </a:lnTo>
                  <a:lnTo>
                    <a:pt x="23287" y="27182"/>
                  </a:lnTo>
                  <a:lnTo>
                    <a:pt x="24803" y="27877"/>
                  </a:lnTo>
                  <a:lnTo>
                    <a:pt x="22186" y="30258"/>
                  </a:lnTo>
                  <a:lnTo>
                    <a:pt x="17987" y="31228"/>
                  </a:lnTo>
                  <a:lnTo>
                    <a:pt x="15654" y="33818"/>
                  </a:lnTo>
                  <a:lnTo>
                    <a:pt x="14616" y="37711"/>
                  </a:lnTo>
                  <a:lnTo>
                    <a:pt x="9093" y="39064"/>
                  </a:lnTo>
                  <a:lnTo>
                    <a:pt x="7416" y="35939"/>
                  </a:lnTo>
                  <a:lnTo>
                    <a:pt x="15950" y="32324"/>
                  </a:lnTo>
                  <a:lnTo>
                    <a:pt x="8714" y="21350"/>
                  </a:lnTo>
                  <a:lnTo>
                    <a:pt x="6174" y="19840"/>
                  </a:lnTo>
                  <a:lnTo>
                    <a:pt x="1463" y="19314"/>
                  </a:lnTo>
                  <a:lnTo>
                    <a:pt x="2493" y="15599"/>
                  </a:lnTo>
                  <a:lnTo>
                    <a:pt x="2484" y="10693"/>
                  </a:lnTo>
                  <a:lnTo>
                    <a:pt x="1399" y="8046"/>
                  </a:lnTo>
                  <a:lnTo>
                    <a:pt x="238" y="7281"/>
                  </a:lnTo>
                  <a:lnTo>
                    <a:pt x="0" y="5770"/>
                  </a:lnTo>
                  <a:lnTo>
                    <a:pt x="3592" y="4928"/>
                  </a:lnTo>
                  <a:lnTo>
                    <a:pt x="5487" y="1183"/>
                  </a:lnTo>
                  <a:lnTo>
                    <a:pt x="799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h570"/>
            <p:cNvSpPr/>
            <p:nvPr/>
          </p:nvSpPr>
          <p:spPr>
            <a:xfrm>
              <a:off x="2732336" y="3279716"/>
              <a:ext cx="22626" cy="32318"/>
            </a:xfrm>
            <a:custGeom>
              <a:avLst/>
              <a:pathLst>
                <a:path w="22626" h="32318">
                  <a:moveTo>
                    <a:pt x="18733" y="7066"/>
                  </a:moveTo>
                  <a:lnTo>
                    <a:pt x="20283" y="15066"/>
                  </a:lnTo>
                  <a:lnTo>
                    <a:pt x="22626" y="18788"/>
                  </a:lnTo>
                  <a:lnTo>
                    <a:pt x="17228" y="22068"/>
                  </a:lnTo>
                  <a:lnTo>
                    <a:pt x="5604" y="25642"/>
                  </a:lnTo>
                  <a:lnTo>
                    <a:pt x="4373" y="31697"/>
                  </a:lnTo>
                  <a:lnTo>
                    <a:pt x="1084" y="32318"/>
                  </a:lnTo>
                  <a:lnTo>
                    <a:pt x="0" y="26907"/>
                  </a:lnTo>
                  <a:lnTo>
                    <a:pt x="3163" y="24287"/>
                  </a:lnTo>
                  <a:lnTo>
                    <a:pt x="743" y="22899"/>
                  </a:lnTo>
                  <a:lnTo>
                    <a:pt x="791" y="20904"/>
                  </a:lnTo>
                  <a:lnTo>
                    <a:pt x="1898" y="18420"/>
                  </a:lnTo>
                  <a:lnTo>
                    <a:pt x="4968" y="16598"/>
                  </a:lnTo>
                  <a:lnTo>
                    <a:pt x="5712" y="13325"/>
                  </a:lnTo>
                  <a:lnTo>
                    <a:pt x="5225" y="9360"/>
                  </a:lnTo>
                  <a:lnTo>
                    <a:pt x="11106" y="3920"/>
                  </a:lnTo>
                  <a:lnTo>
                    <a:pt x="18288" y="1053"/>
                  </a:lnTo>
                  <a:lnTo>
                    <a:pt x="1897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h571"/>
            <p:cNvSpPr/>
            <p:nvPr/>
          </p:nvSpPr>
          <p:spPr>
            <a:xfrm>
              <a:off x="2474381" y="3148432"/>
              <a:ext cx="47162" cy="64338"/>
            </a:xfrm>
            <a:custGeom>
              <a:avLst/>
              <a:pathLst>
                <a:path w="47162" h="64338">
                  <a:moveTo>
                    <a:pt x="26605" y="3686"/>
                  </a:moveTo>
                  <a:lnTo>
                    <a:pt x="32579" y="6592"/>
                  </a:lnTo>
                  <a:lnTo>
                    <a:pt x="32485" y="5552"/>
                  </a:lnTo>
                  <a:lnTo>
                    <a:pt x="37060" y="7244"/>
                  </a:lnTo>
                  <a:lnTo>
                    <a:pt x="40177" y="11796"/>
                  </a:lnTo>
                  <a:lnTo>
                    <a:pt x="41749" y="11979"/>
                  </a:lnTo>
                  <a:lnTo>
                    <a:pt x="46036" y="14561"/>
                  </a:lnTo>
                  <a:lnTo>
                    <a:pt x="47162" y="15989"/>
                  </a:lnTo>
                  <a:lnTo>
                    <a:pt x="45307" y="17704"/>
                  </a:lnTo>
                  <a:lnTo>
                    <a:pt x="44126" y="24150"/>
                  </a:lnTo>
                  <a:lnTo>
                    <a:pt x="40197" y="26216"/>
                  </a:lnTo>
                  <a:lnTo>
                    <a:pt x="38989" y="31190"/>
                  </a:lnTo>
                  <a:lnTo>
                    <a:pt x="40842" y="35004"/>
                  </a:lnTo>
                  <a:lnTo>
                    <a:pt x="41205" y="36518"/>
                  </a:lnTo>
                  <a:lnTo>
                    <a:pt x="38722" y="45519"/>
                  </a:lnTo>
                  <a:lnTo>
                    <a:pt x="35568" y="49923"/>
                  </a:lnTo>
                  <a:lnTo>
                    <a:pt x="37558" y="53106"/>
                  </a:lnTo>
                  <a:lnTo>
                    <a:pt x="37222" y="55446"/>
                  </a:lnTo>
                  <a:lnTo>
                    <a:pt x="34782" y="60332"/>
                  </a:lnTo>
                  <a:lnTo>
                    <a:pt x="33987" y="59855"/>
                  </a:lnTo>
                  <a:lnTo>
                    <a:pt x="30722" y="64338"/>
                  </a:lnTo>
                  <a:lnTo>
                    <a:pt x="26573" y="62022"/>
                  </a:lnTo>
                  <a:lnTo>
                    <a:pt x="21382" y="58948"/>
                  </a:lnTo>
                  <a:lnTo>
                    <a:pt x="18719" y="55515"/>
                  </a:lnTo>
                  <a:lnTo>
                    <a:pt x="7153" y="48619"/>
                  </a:lnTo>
                  <a:lnTo>
                    <a:pt x="4514" y="42974"/>
                  </a:lnTo>
                  <a:lnTo>
                    <a:pt x="6136" y="32391"/>
                  </a:lnTo>
                  <a:lnTo>
                    <a:pt x="4532" y="26983"/>
                  </a:lnTo>
                  <a:lnTo>
                    <a:pt x="1140" y="19150"/>
                  </a:lnTo>
                  <a:lnTo>
                    <a:pt x="299" y="18701"/>
                  </a:lnTo>
                  <a:lnTo>
                    <a:pt x="0" y="13678"/>
                  </a:lnTo>
                  <a:lnTo>
                    <a:pt x="2038" y="11412"/>
                  </a:lnTo>
                  <a:lnTo>
                    <a:pt x="1017" y="8298"/>
                  </a:lnTo>
                  <a:lnTo>
                    <a:pt x="845" y="7152"/>
                  </a:lnTo>
                  <a:lnTo>
                    <a:pt x="2673" y="3777"/>
                  </a:lnTo>
                  <a:lnTo>
                    <a:pt x="6174" y="2649"/>
                  </a:lnTo>
                  <a:lnTo>
                    <a:pt x="11122" y="6842"/>
                  </a:lnTo>
                  <a:lnTo>
                    <a:pt x="11634" y="12017"/>
                  </a:lnTo>
                  <a:lnTo>
                    <a:pt x="12859" y="12306"/>
                  </a:lnTo>
                  <a:lnTo>
                    <a:pt x="22000" y="2672"/>
                  </a:lnTo>
                  <a:lnTo>
                    <a:pt x="23119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h572"/>
            <p:cNvSpPr/>
            <p:nvPr/>
          </p:nvSpPr>
          <p:spPr>
            <a:xfrm>
              <a:off x="2594838" y="3190967"/>
              <a:ext cx="18880" cy="23381"/>
            </a:xfrm>
            <a:custGeom>
              <a:avLst/>
              <a:pathLst>
                <a:path w="18880" h="23381">
                  <a:moveTo>
                    <a:pt x="14212" y="2204"/>
                  </a:moveTo>
                  <a:lnTo>
                    <a:pt x="18880" y="11650"/>
                  </a:lnTo>
                  <a:lnTo>
                    <a:pt x="16118" y="17286"/>
                  </a:lnTo>
                  <a:lnTo>
                    <a:pt x="17555" y="18309"/>
                  </a:lnTo>
                  <a:lnTo>
                    <a:pt x="17075" y="19546"/>
                  </a:lnTo>
                  <a:lnTo>
                    <a:pt x="10629" y="23381"/>
                  </a:lnTo>
                  <a:lnTo>
                    <a:pt x="5682" y="22016"/>
                  </a:lnTo>
                  <a:lnTo>
                    <a:pt x="3564" y="19471"/>
                  </a:lnTo>
                  <a:lnTo>
                    <a:pt x="2155" y="15859"/>
                  </a:lnTo>
                  <a:lnTo>
                    <a:pt x="844" y="15374"/>
                  </a:lnTo>
                  <a:lnTo>
                    <a:pt x="1163" y="14439"/>
                  </a:lnTo>
                  <a:lnTo>
                    <a:pt x="0" y="11429"/>
                  </a:lnTo>
                  <a:lnTo>
                    <a:pt x="1659" y="6033"/>
                  </a:lnTo>
                  <a:lnTo>
                    <a:pt x="3316" y="3613"/>
                  </a:lnTo>
                  <a:lnTo>
                    <a:pt x="6552" y="981"/>
                  </a:lnTo>
                  <a:lnTo>
                    <a:pt x="972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h573"/>
            <p:cNvSpPr/>
            <p:nvPr/>
          </p:nvSpPr>
          <p:spPr>
            <a:xfrm>
              <a:off x="2603426" y="3173102"/>
              <a:ext cx="43596" cy="42084"/>
            </a:xfrm>
            <a:custGeom>
              <a:avLst/>
              <a:pathLst>
                <a:path w="43596" h="42084">
                  <a:moveTo>
                    <a:pt x="36066" y="0"/>
                  </a:moveTo>
                  <a:lnTo>
                    <a:pt x="38203" y="5333"/>
                  </a:lnTo>
                  <a:lnTo>
                    <a:pt x="42718" y="12445"/>
                  </a:lnTo>
                  <a:lnTo>
                    <a:pt x="43596" y="15958"/>
                  </a:lnTo>
                  <a:lnTo>
                    <a:pt x="41105" y="15454"/>
                  </a:lnTo>
                  <a:lnTo>
                    <a:pt x="38450" y="15981"/>
                  </a:lnTo>
                  <a:lnTo>
                    <a:pt x="34344" y="18786"/>
                  </a:lnTo>
                  <a:lnTo>
                    <a:pt x="35656" y="23641"/>
                  </a:lnTo>
                  <a:lnTo>
                    <a:pt x="35019" y="29223"/>
                  </a:lnTo>
                  <a:lnTo>
                    <a:pt x="31870" y="35903"/>
                  </a:lnTo>
                  <a:lnTo>
                    <a:pt x="31158" y="36093"/>
                  </a:lnTo>
                  <a:lnTo>
                    <a:pt x="29165" y="33449"/>
                  </a:lnTo>
                  <a:lnTo>
                    <a:pt x="24997" y="39292"/>
                  </a:lnTo>
                  <a:lnTo>
                    <a:pt x="16317" y="42084"/>
                  </a:lnTo>
                  <a:lnTo>
                    <a:pt x="12221" y="39533"/>
                  </a:lnTo>
                  <a:lnTo>
                    <a:pt x="12963" y="37398"/>
                  </a:lnTo>
                  <a:lnTo>
                    <a:pt x="11509" y="35860"/>
                  </a:lnTo>
                  <a:lnTo>
                    <a:pt x="8967" y="36174"/>
                  </a:lnTo>
                  <a:lnTo>
                    <a:pt x="7531" y="35151"/>
                  </a:lnTo>
                  <a:lnTo>
                    <a:pt x="10293" y="29516"/>
                  </a:lnTo>
                  <a:lnTo>
                    <a:pt x="5625" y="20069"/>
                  </a:lnTo>
                  <a:lnTo>
                    <a:pt x="1136" y="17865"/>
                  </a:lnTo>
                  <a:lnTo>
                    <a:pt x="2089" y="13830"/>
                  </a:lnTo>
                  <a:lnTo>
                    <a:pt x="1134" y="13036"/>
                  </a:lnTo>
                  <a:lnTo>
                    <a:pt x="0" y="14389"/>
                  </a:lnTo>
                  <a:lnTo>
                    <a:pt x="274" y="10352"/>
                  </a:lnTo>
                  <a:lnTo>
                    <a:pt x="9238" y="8807"/>
                  </a:lnTo>
                  <a:lnTo>
                    <a:pt x="18838" y="14002"/>
                  </a:lnTo>
                  <a:lnTo>
                    <a:pt x="21716" y="13083"/>
                  </a:lnTo>
                  <a:lnTo>
                    <a:pt x="21613" y="10235"/>
                  </a:lnTo>
                  <a:lnTo>
                    <a:pt x="26646" y="9504"/>
                  </a:lnTo>
                  <a:lnTo>
                    <a:pt x="28829" y="7101"/>
                  </a:lnTo>
                  <a:lnTo>
                    <a:pt x="29092" y="4358"/>
                  </a:lnTo>
                  <a:lnTo>
                    <a:pt x="32206" y="453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h574"/>
            <p:cNvSpPr/>
            <p:nvPr/>
          </p:nvSpPr>
          <p:spPr>
            <a:xfrm>
              <a:off x="2693905" y="3418712"/>
              <a:ext cx="33245" cy="23242"/>
            </a:xfrm>
            <a:custGeom>
              <a:avLst/>
              <a:pathLst>
                <a:path w="33245" h="23242">
                  <a:moveTo>
                    <a:pt x="20350" y="4397"/>
                  </a:moveTo>
                  <a:lnTo>
                    <a:pt x="28043" y="4821"/>
                  </a:lnTo>
                  <a:lnTo>
                    <a:pt x="28617" y="7896"/>
                  </a:lnTo>
                  <a:lnTo>
                    <a:pt x="33245" y="9355"/>
                  </a:lnTo>
                  <a:lnTo>
                    <a:pt x="32830" y="15073"/>
                  </a:lnTo>
                  <a:lnTo>
                    <a:pt x="29666" y="17250"/>
                  </a:lnTo>
                  <a:lnTo>
                    <a:pt x="27546" y="19702"/>
                  </a:lnTo>
                  <a:lnTo>
                    <a:pt x="25868" y="20097"/>
                  </a:lnTo>
                  <a:lnTo>
                    <a:pt x="24121" y="19350"/>
                  </a:lnTo>
                  <a:lnTo>
                    <a:pt x="25408" y="17188"/>
                  </a:lnTo>
                  <a:lnTo>
                    <a:pt x="25881" y="12497"/>
                  </a:lnTo>
                  <a:lnTo>
                    <a:pt x="24292" y="11237"/>
                  </a:lnTo>
                  <a:lnTo>
                    <a:pt x="20506" y="12705"/>
                  </a:lnTo>
                  <a:lnTo>
                    <a:pt x="22511" y="14294"/>
                  </a:lnTo>
                  <a:lnTo>
                    <a:pt x="23199" y="14027"/>
                  </a:lnTo>
                  <a:lnTo>
                    <a:pt x="23628" y="15528"/>
                  </a:lnTo>
                  <a:lnTo>
                    <a:pt x="23422" y="16506"/>
                  </a:lnTo>
                  <a:lnTo>
                    <a:pt x="20571" y="19132"/>
                  </a:lnTo>
                  <a:lnTo>
                    <a:pt x="14380" y="21167"/>
                  </a:lnTo>
                  <a:lnTo>
                    <a:pt x="9683" y="20579"/>
                  </a:lnTo>
                  <a:lnTo>
                    <a:pt x="7483" y="18706"/>
                  </a:lnTo>
                  <a:lnTo>
                    <a:pt x="4407" y="18723"/>
                  </a:lnTo>
                  <a:lnTo>
                    <a:pt x="2458" y="22559"/>
                  </a:lnTo>
                  <a:lnTo>
                    <a:pt x="1976" y="23242"/>
                  </a:lnTo>
                  <a:lnTo>
                    <a:pt x="207" y="17261"/>
                  </a:lnTo>
                  <a:lnTo>
                    <a:pt x="675" y="15861"/>
                  </a:lnTo>
                  <a:lnTo>
                    <a:pt x="5715" y="11135"/>
                  </a:lnTo>
                  <a:lnTo>
                    <a:pt x="0" y="4360"/>
                  </a:lnTo>
                  <a:lnTo>
                    <a:pt x="2366" y="5105"/>
                  </a:lnTo>
                  <a:lnTo>
                    <a:pt x="11670" y="3440"/>
                  </a:lnTo>
                  <a:lnTo>
                    <a:pt x="10980" y="2017"/>
                  </a:lnTo>
                  <a:lnTo>
                    <a:pt x="11616" y="807"/>
                  </a:lnTo>
                  <a:lnTo>
                    <a:pt x="13207" y="862"/>
                  </a:lnTo>
                  <a:lnTo>
                    <a:pt x="14799" y="4010"/>
                  </a:lnTo>
                  <a:lnTo>
                    <a:pt x="16503" y="1438"/>
                  </a:lnTo>
                  <a:lnTo>
                    <a:pt x="1885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h575"/>
            <p:cNvSpPr/>
            <p:nvPr/>
          </p:nvSpPr>
          <p:spPr>
            <a:xfrm>
              <a:off x="2587313" y="3222673"/>
              <a:ext cx="23469" cy="54776"/>
            </a:xfrm>
            <a:custGeom>
              <a:avLst/>
              <a:pathLst>
                <a:path w="23469" h="54776">
                  <a:moveTo>
                    <a:pt x="20288" y="363"/>
                  </a:moveTo>
                  <a:lnTo>
                    <a:pt x="22072" y="6190"/>
                  </a:lnTo>
                  <a:lnTo>
                    <a:pt x="23353" y="7651"/>
                  </a:lnTo>
                  <a:lnTo>
                    <a:pt x="23469" y="10241"/>
                  </a:lnTo>
                  <a:lnTo>
                    <a:pt x="17927" y="16217"/>
                  </a:lnTo>
                  <a:lnTo>
                    <a:pt x="16648" y="20653"/>
                  </a:lnTo>
                  <a:lnTo>
                    <a:pt x="13663" y="24649"/>
                  </a:lnTo>
                  <a:lnTo>
                    <a:pt x="13807" y="32495"/>
                  </a:lnTo>
                  <a:lnTo>
                    <a:pt x="11723" y="39465"/>
                  </a:lnTo>
                  <a:lnTo>
                    <a:pt x="10154" y="39475"/>
                  </a:lnTo>
                  <a:lnTo>
                    <a:pt x="8526" y="38035"/>
                  </a:lnTo>
                  <a:lnTo>
                    <a:pt x="7228" y="39785"/>
                  </a:lnTo>
                  <a:lnTo>
                    <a:pt x="12237" y="44582"/>
                  </a:lnTo>
                  <a:lnTo>
                    <a:pt x="13826" y="43860"/>
                  </a:lnTo>
                  <a:lnTo>
                    <a:pt x="15025" y="45514"/>
                  </a:lnTo>
                  <a:lnTo>
                    <a:pt x="14617" y="53316"/>
                  </a:lnTo>
                  <a:lnTo>
                    <a:pt x="12807" y="54776"/>
                  </a:lnTo>
                  <a:lnTo>
                    <a:pt x="11023" y="54491"/>
                  </a:lnTo>
                  <a:lnTo>
                    <a:pt x="8297" y="52433"/>
                  </a:lnTo>
                  <a:lnTo>
                    <a:pt x="5950" y="49070"/>
                  </a:lnTo>
                  <a:lnTo>
                    <a:pt x="4741" y="45003"/>
                  </a:lnTo>
                  <a:lnTo>
                    <a:pt x="3126" y="44730"/>
                  </a:lnTo>
                  <a:lnTo>
                    <a:pt x="3615" y="43012"/>
                  </a:lnTo>
                  <a:lnTo>
                    <a:pt x="2893" y="39870"/>
                  </a:lnTo>
                  <a:lnTo>
                    <a:pt x="4555" y="33878"/>
                  </a:lnTo>
                  <a:lnTo>
                    <a:pt x="5840" y="14288"/>
                  </a:lnTo>
                  <a:lnTo>
                    <a:pt x="3326" y="12624"/>
                  </a:lnTo>
                  <a:lnTo>
                    <a:pt x="1601" y="13883"/>
                  </a:lnTo>
                  <a:lnTo>
                    <a:pt x="0" y="13474"/>
                  </a:lnTo>
                  <a:lnTo>
                    <a:pt x="816" y="11044"/>
                  </a:lnTo>
                  <a:lnTo>
                    <a:pt x="4075" y="8727"/>
                  </a:lnTo>
                  <a:lnTo>
                    <a:pt x="6377" y="9712"/>
                  </a:lnTo>
                  <a:lnTo>
                    <a:pt x="7330" y="14041"/>
                  </a:lnTo>
                  <a:lnTo>
                    <a:pt x="9065" y="14583"/>
                  </a:lnTo>
                  <a:lnTo>
                    <a:pt x="13364" y="9245"/>
                  </a:lnTo>
                  <a:lnTo>
                    <a:pt x="13142" y="6419"/>
                  </a:lnTo>
                  <a:lnTo>
                    <a:pt x="11326" y="5781"/>
                  </a:lnTo>
                  <a:lnTo>
                    <a:pt x="12344" y="2614"/>
                  </a:lnTo>
                  <a:lnTo>
                    <a:pt x="1747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h576"/>
            <p:cNvSpPr/>
            <p:nvPr/>
          </p:nvSpPr>
          <p:spPr>
            <a:xfrm>
              <a:off x="2621707" y="3219039"/>
              <a:ext cx="39244" cy="54861"/>
            </a:xfrm>
            <a:custGeom>
              <a:avLst/>
              <a:pathLst>
                <a:path w="39244" h="54861">
                  <a:moveTo>
                    <a:pt x="32819" y="1269"/>
                  </a:moveTo>
                  <a:lnTo>
                    <a:pt x="30189" y="3529"/>
                  </a:lnTo>
                  <a:lnTo>
                    <a:pt x="28498" y="1801"/>
                  </a:lnTo>
                  <a:lnTo>
                    <a:pt x="27119" y="4970"/>
                  </a:lnTo>
                  <a:lnTo>
                    <a:pt x="28083" y="8110"/>
                  </a:lnTo>
                  <a:lnTo>
                    <a:pt x="30901" y="8968"/>
                  </a:lnTo>
                  <a:lnTo>
                    <a:pt x="32272" y="11098"/>
                  </a:lnTo>
                  <a:lnTo>
                    <a:pt x="31693" y="18433"/>
                  </a:lnTo>
                  <a:lnTo>
                    <a:pt x="30502" y="20318"/>
                  </a:lnTo>
                  <a:lnTo>
                    <a:pt x="32594" y="23915"/>
                  </a:lnTo>
                  <a:lnTo>
                    <a:pt x="39244" y="25916"/>
                  </a:lnTo>
                  <a:lnTo>
                    <a:pt x="37361" y="31989"/>
                  </a:lnTo>
                  <a:lnTo>
                    <a:pt x="37685" y="37595"/>
                  </a:lnTo>
                  <a:lnTo>
                    <a:pt x="34574" y="43827"/>
                  </a:lnTo>
                  <a:lnTo>
                    <a:pt x="34684" y="53072"/>
                  </a:lnTo>
                  <a:lnTo>
                    <a:pt x="24042" y="49496"/>
                  </a:lnTo>
                  <a:lnTo>
                    <a:pt x="16666" y="52583"/>
                  </a:lnTo>
                  <a:lnTo>
                    <a:pt x="16067" y="54108"/>
                  </a:lnTo>
                  <a:lnTo>
                    <a:pt x="14241" y="54861"/>
                  </a:lnTo>
                  <a:lnTo>
                    <a:pt x="13963" y="53447"/>
                  </a:lnTo>
                  <a:lnTo>
                    <a:pt x="15170" y="51183"/>
                  </a:lnTo>
                  <a:lnTo>
                    <a:pt x="19300" y="46808"/>
                  </a:lnTo>
                  <a:lnTo>
                    <a:pt x="23272" y="45314"/>
                  </a:lnTo>
                  <a:lnTo>
                    <a:pt x="22807" y="40636"/>
                  </a:lnTo>
                  <a:lnTo>
                    <a:pt x="21429" y="39615"/>
                  </a:lnTo>
                  <a:lnTo>
                    <a:pt x="19919" y="39343"/>
                  </a:lnTo>
                  <a:lnTo>
                    <a:pt x="18115" y="42793"/>
                  </a:lnTo>
                  <a:lnTo>
                    <a:pt x="18326" y="44791"/>
                  </a:lnTo>
                  <a:lnTo>
                    <a:pt x="17568" y="45856"/>
                  </a:lnTo>
                  <a:lnTo>
                    <a:pt x="13901" y="48151"/>
                  </a:lnTo>
                  <a:lnTo>
                    <a:pt x="9423" y="49444"/>
                  </a:lnTo>
                  <a:lnTo>
                    <a:pt x="6419" y="52554"/>
                  </a:lnTo>
                  <a:lnTo>
                    <a:pt x="1914" y="53612"/>
                  </a:lnTo>
                  <a:lnTo>
                    <a:pt x="697" y="50833"/>
                  </a:lnTo>
                  <a:lnTo>
                    <a:pt x="1072" y="50410"/>
                  </a:lnTo>
                  <a:lnTo>
                    <a:pt x="3251" y="49812"/>
                  </a:lnTo>
                  <a:lnTo>
                    <a:pt x="4368" y="48524"/>
                  </a:lnTo>
                  <a:lnTo>
                    <a:pt x="726" y="45916"/>
                  </a:lnTo>
                  <a:lnTo>
                    <a:pt x="0" y="43865"/>
                  </a:lnTo>
                  <a:lnTo>
                    <a:pt x="713" y="41008"/>
                  </a:lnTo>
                  <a:lnTo>
                    <a:pt x="5140" y="33618"/>
                  </a:lnTo>
                  <a:lnTo>
                    <a:pt x="4943" y="23610"/>
                  </a:lnTo>
                  <a:lnTo>
                    <a:pt x="5653" y="21494"/>
                  </a:lnTo>
                  <a:lnTo>
                    <a:pt x="10805" y="18338"/>
                  </a:lnTo>
                  <a:lnTo>
                    <a:pt x="15273" y="17996"/>
                  </a:lnTo>
                  <a:lnTo>
                    <a:pt x="17889" y="16687"/>
                  </a:lnTo>
                  <a:lnTo>
                    <a:pt x="18106" y="13281"/>
                  </a:lnTo>
                  <a:lnTo>
                    <a:pt x="16893" y="8126"/>
                  </a:lnTo>
                  <a:lnTo>
                    <a:pt x="15153" y="4886"/>
                  </a:lnTo>
                  <a:lnTo>
                    <a:pt x="20983" y="4921"/>
                  </a:lnTo>
                  <a:lnTo>
                    <a:pt x="22699" y="3510"/>
                  </a:lnTo>
                  <a:lnTo>
                    <a:pt x="21693" y="1668"/>
                  </a:lnTo>
                  <a:lnTo>
                    <a:pt x="24940" y="520"/>
                  </a:lnTo>
                  <a:lnTo>
                    <a:pt x="2623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h577"/>
            <p:cNvSpPr/>
            <p:nvPr/>
          </p:nvSpPr>
          <p:spPr>
            <a:xfrm>
              <a:off x="2724367" y="3424968"/>
              <a:ext cx="24086" cy="34216"/>
            </a:xfrm>
            <a:custGeom>
              <a:avLst/>
              <a:pathLst>
                <a:path w="24086" h="34216">
                  <a:moveTo>
                    <a:pt x="21641" y="577"/>
                  </a:moveTo>
                  <a:lnTo>
                    <a:pt x="22803" y="1342"/>
                  </a:lnTo>
                  <a:lnTo>
                    <a:pt x="23888" y="3989"/>
                  </a:lnTo>
                  <a:lnTo>
                    <a:pt x="23896" y="8895"/>
                  </a:lnTo>
                  <a:lnTo>
                    <a:pt x="22867" y="12610"/>
                  </a:lnTo>
                  <a:lnTo>
                    <a:pt x="18251" y="12059"/>
                  </a:lnTo>
                  <a:lnTo>
                    <a:pt x="14878" y="13026"/>
                  </a:lnTo>
                  <a:lnTo>
                    <a:pt x="10622" y="15050"/>
                  </a:lnTo>
                  <a:lnTo>
                    <a:pt x="7910" y="18326"/>
                  </a:lnTo>
                  <a:lnTo>
                    <a:pt x="7906" y="19528"/>
                  </a:lnTo>
                  <a:lnTo>
                    <a:pt x="8912" y="23597"/>
                  </a:lnTo>
                  <a:lnTo>
                    <a:pt x="12058" y="27142"/>
                  </a:lnTo>
                  <a:lnTo>
                    <a:pt x="13613" y="26522"/>
                  </a:lnTo>
                  <a:lnTo>
                    <a:pt x="14258" y="25061"/>
                  </a:lnTo>
                  <a:lnTo>
                    <a:pt x="16413" y="25869"/>
                  </a:lnTo>
                  <a:lnTo>
                    <a:pt x="21996" y="29343"/>
                  </a:lnTo>
                  <a:lnTo>
                    <a:pt x="24086" y="32221"/>
                  </a:lnTo>
                  <a:lnTo>
                    <a:pt x="16501" y="34216"/>
                  </a:lnTo>
                  <a:lnTo>
                    <a:pt x="10093" y="26522"/>
                  </a:lnTo>
                  <a:lnTo>
                    <a:pt x="4871" y="26636"/>
                  </a:lnTo>
                  <a:lnTo>
                    <a:pt x="3381" y="25137"/>
                  </a:lnTo>
                  <a:lnTo>
                    <a:pt x="3779" y="22773"/>
                  </a:lnTo>
                  <a:lnTo>
                    <a:pt x="3077" y="17768"/>
                  </a:lnTo>
                  <a:lnTo>
                    <a:pt x="0" y="14661"/>
                  </a:lnTo>
                  <a:lnTo>
                    <a:pt x="115" y="13119"/>
                  </a:lnTo>
                  <a:lnTo>
                    <a:pt x="3592" y="13241"/>
                  </a:lnTo>
                  <a:lnTo>
                    <a:pt x="7281" y="10889"/>
                  </a:lnTo>
                  <a:lnTo>
                    <a:pt x="9504" y="7763"/>
                  </a:lnTo>
                  <a:lnTo>
                    <a:pt x="9894" y="4716"/>
                  </a:lnTo>
                  <a:lnTo>
                    <a:pt x="2082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h578"/>
            <p:cNvSpPr/>
            <p:nvPr/>
          </p:nvSpPr>
          <p:spPr>
            <a:xfrm>
              <a:off x="2762118" y="3353081"/>
              <a:ext cx="37721" cy="45258"/>
            </a:xfrm>
            <a:custGeom>
              <a:avLst/>
              <a:pathLst>
                <a:path w="37721" h="45258">
                  <a:moveTo>
                    <a:pt x="8523" y="2191"/>
                  </a:moveTo>
                  <a:lnTo>
                    <a:pt x="17536" y="8442"/>
                  </a:lnTo>
                  <a:lnTo>
                    <a:pt x="14263" y="11121"/>
                  </a:lnTo>
                  <a:lnTo>
                    <a:pt x="14284" y="13388"/>
                  </a:lnTo>
                  <a:lnTo>
                    <a:pt x="15194" y="14609"/>
                  </a:lnTo>
                  <a:lnTo>
                    <a:pt x="18776" y="18617"/>
                  </a:lnTo>
                  <a:lnTo>
                    <a:pt x="26527" y="20506"/>
                  </a:lnTo>
                  <a:lnTo>
                    <a:pt x="29071" y="22306"/>
                  </a:lnTo>
                  <a:lnTo>
                    <a:pt x="31638" y="24948"/>
                  </a:lnTo>
                  <a:lnTo>
                    <a:pt x="32123" y="27387"/>
                  </a:lnTo>
                  <a:lnTo>
                    <a:pt x="37218" y="29779"/>
                  </a:lnTo>
                  <a:lnTo>
                    <a:pt x="37721" y="31522"/>
                  </a:lnTo>
                  <a:lnTo>
                    <a:pt x="34845" y="31346"/>
                  </a:lnTo>
                  <a:lnTo>
                    <a:pt x="32872" y="33803"/>
                  </a:lnTo>
                  <a:lnTo>
                    <a:pt x="32575" y="36479"/>
                  </a:lnTo>
                  <a:lnTo>
                    <a:pt x="26099" y="42865"/>
                  </a:lnTo>
                  <a:lnTo>
                    <a:pt x="19460" y="45258"/>
                  </a:lnTo>
                  <a:lnTo>
                    <a:pt x="16377" y="43319"/>
                  </a:lnTo>
                  <a:lnTo>
                    <a:pt x="10342" y="43160"/>
                  </a:lnTo>
                  <a:lnTo>
                    <a:pt x="6355" y="40001"/>
                  </a:lnTo>
                  <a:lnTo>
                    <a:pt x="1762" y="32661"/>
                  </a:lnTo>
                  <a:lnTo>
                    <a:pt x="2318" y="28185"/>
                  </a:lnTo>
                  <a:lnTo>
                    <a:pt x="0" y="8654"/>
                  </a:lnTo>
                  <a:lnTo>
                    <a:pt x="692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h579"/>
            <p:cNvSpPr/>
            <p:nvPr/>
          </p:nvSpPr>
          <p:spPr>
            <a:xfrm>
              <a:off x="2643767" y="3297164"/>
              <a:ext cx="25137" cy="34840"/>
            </a:xfrm>
            <a:custGeom>
              <a:avLst/>
              <a:pathLst>
                <a:path w="25137" h="34840">
                  <a:moveTo>
                    <a:pt x="9098" y="3838"/>
                  </a:moveTo>
                  <a:lnTo>
                    <a:pt x="12082" y="7773"/>
                  </a:lnTo>
                  <a:lnTo>
                    <a:pt x="14172" y="4740"/>
                  </a:lnTo>
                  <a:lnTo>
                    <a:pt x="17309" y="7657"/>
                  </a:lnTo>
                  <a:lnTo>
                    <a:pt x="17670" y="9572"/>
                  </a:lnTo>
                  <a:lnTo>
                    <a:pt x="20567" y="10902"/>
                  </a:lnTo>
                  <a:lnTo>
                    <a:pt x="23271" y="11126"/>
                  </a:lnTo>
                  <a:lnTo>
                    <a:pt x="24711" y="14761"/>
                  </a:lnTo>
                  <a:lnTo>
                    <a:pt x="25137" y="21588"/>
                  </a:lnTo>
                  <a:lnTo>
                    <a:pt x="23631" y="28022"/>
                  </a:lnTo>
                  <a:lnTo>
                    <a:pt x="22558" y="27841"/>
                  </a:lnTo>
                  <a:lnTo>
                    <a:pt x="21185" y="30515"/>
                  </a:lnTo>
                  <a:lnTo>
                    <a:pt x="10532" y="34840"/>
                  </a:lnTo>
                  <a:lnTo>
                    <a:pt x="8863" y="34598"/>
                  </a:lnTo>
                  <a:lnTo>
                    <a:pt x="8037" y="32682"/>
                  </a:lnTo>
                  <a:lnTo>
                    <a:pt x="10267" y="30223"/>
                  </a:lnTo>
                  <a:lnTo>
                    <a:pt x="6654" y="27364"/>
                  </a:lnTo>
                  <a:lnTo>
                    <a:pt x="3520" y="22873"/>
                  </a:lnTo>
                  <a:lnTo>
                    <a:pt x="0" y="19500"/>
                  </a:lnTo>
                  <a:lnTo>
                    <a:pt x="2212" y="11157"/>
                  </a:lnTo>
                  <a:lnTo>
                    <a:pt x="2674" y="4487"/>
                  </a:lnTo>
                  <a:lnTo>
                    <a:pt x="4430" y="802"/>
                  </a:lnTo>
                  <a:lnTo>
                    <a:pt x="761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h580"/>
            <p:cNvSpPr/>
            <p:nvPr/>
          </p:nvSpPr>
          <p:spPr>
            <a:xfrm>
              <a:off x="2695253" y="3429950"/>
              <a:ext cx="33986" cy="25246"/>
            </a:xfrm>
            <a:custGeom>
              <a:avLst/>
              <a:pathLst>
                <a:path w="33986" h="25246">
                  <a:moveTo>
                    <a:pt x="24533" y="1260"/>
                  </a:moveTo>
                  <a:lnTo>
                    <a:pt x="24060" y="5951"/>
                  </a:lnTo>
                  <a:lnTo>
                    <a:pt x="22773" y="8112"/>
                  </a:lnTo>
                  <a:lnTo>
                    <a:pt x="24520" y="8860"/>
                  </a:lnTo>
                  <a:lnTo>
                    <a:pt x="26198" y="8465"/>
                  </a:lnTo>
                  <a:lnTo>
                    <a:pt x="28318" y="6012"/>
                  </a:lnTo>
                  <a:lnTo>
                    <a:pt x="29229" y="8138"/>
                  </a:lnTo>
                  <a:lnTo>
                    <a:pt x="29114" y="9680"/>
                  </a:lnTo>
                  <a:lnTo>
                    <a:pt x="32192" y="12786"/>
                  </a:lnTo>
                  <a:lnTo>
                    <a:pt x="32894" y="17792"/>
                  </a:lnTo>
                  <a:lnTo>
                    <a:pt x="32495" y="20156"/>
                  </a:lnTo>
                  <a:lnTo>
                    <a:pt x="33986" y="21655"/>
                  </a:lnTo>
                  <a:lnTo>
                    <a:pt x="30134" y="22664"/>
                  </a:lnTo>
                  <a:lnTo>
                    <a:pt x="28524" y="25246"/>
                  </a:lnTo>
                  <a:lnTo>
                    <a:pt x="20186" y="23634"/>
                  </a:lnTo>
                  <a:lnTo>
                    <a:pt x="0" y="17236"/>
                  </a:lnTo>
                  <a:lnTo>
                    <a:pt x="4021" y="16549"/>
                  </a:lnTo>
                  <a:lnTo>
                    <a:pt x="3157" y="12421"/>
                  </a:lnTo>
                  <a:lnTo>
                    <a:pt x="1110" y="11322"/>
                  </a:lnTo>
                  <a:lnTo>
                    <a:pt x="3059" y="7485"/>
                  </a:lnTo>
                  <a:lnTo>
                    <a:pt x="6135" y="7468"/>
                  </a:lnTo>
                  <a:lnTo>
                    <a:pt x="8335" y="9342"/>
                  </a:lnTo>
                  <a:lnTo>
                    <a:pt x="13032" y="9930"/>
                  </a:lnTo>
                  <a:lnTo>
                    <a:pt x="19223" y="7895"/>
                  </a:lnTo>
                  <a:lnTo>
                    <a:pt x="22074" y="5269"/>
                  </a:lnTo>
                  <a:lnTo>
                    <a:pt x="22280" y="4290"/>
                  </a:lnTo>
                  <a:lnTo>
                    <a:pt x="21851" y="2790"/>
                  </a:lnTo>
                  <a:lnTo>
                    <a:pt x="21163" y="3056"/>
                  </a:lnTo>
                  <a:lnTo>
                    <a:pt x="19158" y="1468"/>
                  </a:lnTo>
                  <a:lnTo>
                    <a:pt x="2294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h581"/>
            <p:cNvSpPr/>
            <p:nvPr/>
          </p:nvSpPr>
          <p:spPr>
            <a:xfrm>
              <a:off x="2644099" y="3373105"/>
              <a:ext cx="39895" cy="49702"/>
            </a:xfrm>
            <a:custGeom>
              <a:avLst/>
              <a:pathLst>
                <a:path w="39895" h="49702">
                  <a:moveTo>
                    <a:pt x="21997" y="2730"/>
                  </a:moveTo>
                  <a:lnTo>
                    <a:pt x="26688" y="2065"/>
                  </a:lnTo>
                  <a:lnTo>
                    <a:pt x="28032" y="11062"/>
                  </a:lnTo>
                  <a:lnTo>
                    <a:pt x="26417" y="13350"/>
                  </a:lnTo>
                  <a:lnTo>
                    <a:pt x="26159" y="15034"/>
                  </a:lnTo>
                  <a:lnTo>
                    <a:pt x="27903" y="16781"/>
                  </a:lnTo>
                  <a:lnTo>
                    <a:pt x="31725" y="17957"/>
                  </a:lnTo>
                  <a:lnTo>
                    <a:pt x="37538" y="16191"/>
                  </a:lnTo>
                  <a:lnTo>
                    <a:pt x="39895" y="20521"/>
                  </a:lnTo>
                  <a:lnTo>
                    <a:pt x="39244" y="48111"/>
                  </a:lnTo>
                  <a:lnTo>
                    <a:pt x="36100" y="49702"/>
                  </a:lnTo>
                  <a:lnTo>
                    <a:pt x="35329" y="47081"/>
                  </a:lnTo>
                  <a:lnTo>
                    <a:pt x="33934" y="45530"/>
                  </a:lnTo>
                  <a:lnTo>
                    <a:pt x="30526" y="44099"/>
                  </a:lnTo>
                  <a:lnTo>
                    <a:pt x="28495" y="43350"/>
                  </a:lnTo>
                  <a:lnTo>
                    <a:pt x="26983" y="38489"/>
                  </a:lnTo>
                  <a:lnTo>
                    <a:pt x="23995" y="36423"/>
                  </a:lnTo>
                  <a:lnTo>
                    <a:pt x="21275" y="38846"/>
                  </a:lnTo>
                  <a:lnTo>
                    <a:pt x="18698" y="34215"/>
                  </a:lnTo>
                  <a:lnTo>
                    <a:pt x="11838" y="31758"/>
                  </a:lnTo>
                  <a:lnTo>
                    <a:pt x="12263" y="35154"/>
                  </a:lnTo>
                  <a:lnTo>
                    <a:pt x="9005" y="34638"/>
                  </a:lnTo>
                  <a:lnTo>
                    <a:pt x="6757" y="32331"/>
                  </a:lnTo>
                  <a:lnTo>
                    <a:pt x="7268" y="29097"/>
                  </a:lnTo>
                  <a:lnTo>
                    <a:pt x="11276" y="29252"/>
                  </a:lnTo>
                  <a:lnTo>
                    <a:pt x="12608" y="26324"/>
                  </a:lnTo>
                  <a:lnTo>
                    <a:pt x="7668" y="23355"/>
                  </a:lnTo>
                  <a:lnTo>
                    <a:pt x="3846" y="19158"/>
                  </a:lnTo>
                  <a:lnTo>
                    <a:pt x="5460" y="14498"/>
                  </a:lnTo>
                  <a:lnTo>
                    <a:pt x="2383" y="13744"/>
                  </a:lnTo>
                  <a:lnTo>
                    <a:pt x="2355" y="12819"/>
                  </a:lnTo>
                  <a:lnTo>
                    <a:pt x="0" y="4498"/>
                  </a:lnTo>
                  <a:lnTo>
                    <a:pt x="2141" y="4183"/>
                  </a:lnTo>
                  <a:lnTo>
                    <a:pt x="12682" y="7280"/>
                  </a:lnTo>
                  <a:lnTo>
                    <a:pt x="17593" y="10911"/>
                  </a:lnTo>
                  <a:lnTo>
                    <a:pt x="20202" y="10057"/>
                  </a:lnTo>
                  <a:lnTo>
                    <a:pt x="18770" y="778"/>
                  </a:lnTo>
                  <a:lnTo>
                    <a:pt x="1993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h582"/>
            <p:cNvSpPr/>
            <p:nvPr/>
          </p:nvSpPr>
          <p:spPr>
            <a:xfrm>
              <a:off x="2467522" y="3227604"/>
              <a:ext cx="68078" cy="92758"/>
            </a:xfrm>
            <a:custGeom>
              <a:avLst/>
              <a:pathLst>
                <a:path w="68078" h="92758">
                  <a:moveTo>
                    <a:pt x="34304" y="379"/>
                  </a:moveTo>
                  <a:lnTo>
                    <a:pt x="39604" y="6519"/>
                  </a:lnTo>
                  <a:lnTo>
                    <a:pt x="39572" y="9700"/>
                  </a:lnTo>
                  <a:lnTo>
                    <a:pt x="42653" y="10546"/>
                  </a:lnTo>
                  <a:lnTo>
                    <a:pt x="44362" y="8997"/>
                  </a:lnTo>
                  <a:lnTo>
                    <a:pt x="49088" y="7231"/>
                  </a:lnTo>
                  <a:lnTo>
                    <a:pt x="66790" y="4729"/>
                  </a:lnTo>
                  <a:lnTo>
                    <a:pt x="67310" y="5467"/>
                  </a:lnTo>
                  <a:lnTo>
                    <a:pt x="68078" y="11122"/>
                  </a:lnTo>
                  <a:lnTo>
                    <a:pt x="63757" y="15672"/>
                  </a:lnTo>
                  <a:lnTo>
                    <a:pt x="60335" y="13410"/>
                  </a:lnTo>
                  <a:lnTo>
                    <a:pt x="59307" y="10500"/>
                  </a:lnTo>
                  <a:lnTo>
                    <a:pt x="56237" y="11219"/>
                  </a:lnTo>
                  <a:lnTo>
                    <a:pt x="52163" y="14925"/>
                  </a:lnTo>
                  <a:lnTo>
                    <a:pt x="50568" y="19567"/>
                  </a:lnTo>
                  <a:lnTo>
                    <a:pt x="54587" y="27238"/>
                  </a:lnTo>
                  <a:lnTo>
                    <a:pt x="55450" y="31323"/>
                  </a:lnTo>
                  <a:lnTo>
                    <a:pt x="51832" y="39244"/>
                  </a:lnTo>
                  <a:lnTo>
                    <a:pt x="49394" y="42639"/>
                  </a:lnTo>
                  <a:lnTo>
                    <a:pt x="45273" y="43412"/>
                  </a:lnTo>
                  <a:lnTo>
                    <a:pt x="45170" y="53324"/>
                  </a:lnTo>
                  <a:lnTo>
                    <a:pt x="44575" y="56477"/>
                  </a:lnTo>
                  <a:lnTo>
                    <a:pt x="42623" y="59884"/>
                  </a:lnTo>
                  <a:lnTo>
                    <a:pt x="41629" y="66495"/>
                  </a:lnTo>
                  <a:lnTo>
                    <a:pt x="42618" y="69918"/>
                  </a:lnTo>
                  <a:lnTo>
                    <a:pt x="46481" y="74645"/>
                  </a:lnTo>
                  <a:lnTo>
                    <a:pt x="48419" y="79871"/>
                  </a:lnTo>
                  <a:lnTo>
                    <a:pt x="48023" y="85317"/>
                  </a:lnTo>
                  <a:lnTo>
                    <a:pt x="44418" y="90169"/>
                  </a:lnTo>
                  <a:lnTo>
                    <a:pt x="39085" y="92758"/>
                  </a:lnTo>
                  <a:lnTo>
                    <a:pt x="35905" y="90498"/>
                  </a:lnTo>
                  <a:lnTo>
                    <a:pt x="33721" y="87234"/>
                  </a:lnTo>
                  <a:lnTo>
                    <a:pt x="28604" y="83871"/>
                  </a:lnTo>
                  <a:lnTo>
                    <a:pt x="19337" y="81046"/>
                  </a:lnTo>
                  <a:lnTo>
                    <a:pt x="14118" y="83380"/>
                  </a:lnTo>
                  <a:lnTo>
                    <a:pt x="5379" y="77514"/>
                  </a:lnTo>
                  <a:lnTo>
                    <a:pt x="6278" y="77102"/>
                  </a:lnTo>
                  <a:lnTo>
                    <a:pt x="4524" y="75201"/>
                  </a:lnTo>
                  <a:lnTo>
                    <a:pt x="0" y="73257"/>
                  </a:lnTo>
                  <a:lnTo>
                    <a:pt x="61" y="68504"/>
                  </a:lnTo>
                  <a:lnTo>
                    <a:pt x="2225" y="63009"/>
                  </a:lnTo>
                  <a:lnTo>
                    <a:pt x="7020" y="56081"/>
                  </a:lnTo>
                  <a:lnTo>
                    <a:pt x="16699" y="48550"/>
                  </a:lnTo>
                  <a:lnTo>
                    <a:pt x="18062" y="40324"/>
                  </a:lnTo>
                  <a:lnTo>
                    <a:pt x="18596" y="25926"/>
                  </a:lnTo>
                  <a:lnTo>
                    <a:pt x="32654" y="15233"/>
                  </a:lnTo>
                  <a:lnTo>
                    <a:pt x="28745" y="8682"/>
                  </a:lnTo>
                  <a:lnTo>
                    <a:pt x="2999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h583"/>
            <p:cNvSpPr/>
            <p:nvPr/>
          </p:nvSpPr>
          <p:spPr>
            <a:xfrm>
              <a:off x="2685660" y="3270641"/>
              <a:ext cx="49839" cy="42584"/>
            </a:xfrm>
            <a:custGeom>
              <a:avLst/>
              <a:pathLst>
                <a:path w="49839" h="42584">
                  <a:moveTo>
                    <a:pt x="19906" y="428"/>
                  </a:moveTo>
                  <a:lnTo>
                    <a:pt x="20647" y="1181"/>
                  </a:lnTo>
                  <a:lnTo>
                    <a:pt x="19055" y="1186"/>
                  </a:lnTo>
                  <a:lnTo>
                    <a:pt x="18713" y="5674"/>
                  </a:lnTo>
                  <a:lnTo>
                    <a:pt x="24520" y="4190"/>
                  </a:lnTo>
                  <a:lnTo>
                    <a:pt x="25309" y="6733"/>
                  </a:lnTo>
                  <a:lnTo>
                    <a:pt x="28157" y="8687"/>
                  </a:lnTo>
                  <a:lnTo>
                    <a:pt x="30786" y="8938"/>
                  </a:lnTo>
                  <a:lnTo>
                    <a:pt x="33662" y="10552"/>
                  </a:lnTo>
                  <a:lnTo>
                    <a:pt x="39097" y="16532"/>
                  </a:lnTo>
                  <a:lnTo>
                    <a:pt x="36759" y="19786"/>
                  </a:lnTo>
                  <a:lnTo>
                    <a:pt x="39019" y="23488"/>
                  </a:lnTo>
                  <a:lnTo>
                    <a:pt x="43966" y="24218"/>
                  </a:lnTo>
                  <a:lnTo>
                    <a:pt x="45292" y="26631"/>
                  </a:lnTo>
                  <a:lnTo>
                    <a:pt x="45243" y="28225"/>
                  </a:lnTo>
                  <a:lnTo>
                    <a:pt x="47467" y="29980"/>
                  </a:lnTo>
                  <a:lnTo>
                    <a:pt x="47419" y="31974"/>
                  </a:lnTo>
                  <a:lnTo>
                    <a:pt x="49839" y="33363"/>
                  </a:lnTo>
                  <a:lnTo>
                    <a:pt x="46676" y="35983"/>
                  </a:lnTo>
                  <a:lnTo>
                    <a:pt x="43141" y="35255"/>
                  </a:lnTo>
                  <a:lnTo>
                    <a:pt x="38680" y="41079"/>
                  </a:lnTo>
                  <a:lnTo>
                    <a:pt x="34466" y="42584"/>
                  </a:lnTo>
                  <a:lnTo>
                    <a:pt x="19588" y="37182"/>
                  </a:lnTo>
                  <a:lnTo>
                    <a:pt x="12232" y="36048"/>
                  </a:lnTo>
                  <a:lnTo>
                    <a:pt x="10275" y="36814"/>
                  </a:lnTo>
                  <a:lnTo>
                    <a:pt x="7691" y="40272"/>
                  </a:lnTo>
                  <a:lnTo>
                    <a:pt x="6128" y="39411"/>
                  </a:lnTo>
                  <a:lnTo>
                    <a:pt x="3855" y="35404"/>
                  </a:lnTo>
                  <a:lnTo>
                    <a:pt x="750" y="32948"/>
                  </a:lnTo>
                  <a:lnTo>
                    <a:pt x="0" y="33184"/>
                  </a:lnTo>
                  <a:lnTo>
                    <a:pt x="2994" y="27805"/>
                  </a:lnTo>
                  <a:lnTo>
                    <a:pt x="4443" y="20271"/>
                  </a:lnTo>
                  <a:lnTo>
                    <a:pt x="5210" y="15060"/>
                  </a:lnTo>
                  <a:lnTo>
                    <a:pt x="4252" y="11605"/>
                  </a:lnTo>
                  <a:lnTo>
                    <a:pt x="3855" y="11304"/>
                  </a:lnTo>
                  <a:lnTo>
                    <a:pt x="6133" y="6771"/>
                  </a:lnTo>
                  <a:lnTo>
                    <a:pt x="11184" y="6996"/>
                  </a:lnTo>
                  <a:lnTo>
                    <a:pt x="14349" y="3786"/>
                  </a:lnTo>
                  <a:lnTo>
                    <a:pt x="14027" y="2617"/>
                  </a:lnTo>
                  <a:lnTo>
                    <a:pt x="1668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h584"/>
            <p:cNvSpPr/>
            <p:nvPr/>
          </p:nvSpPr>
          <p:spPr>
            <a:xfrm>
              <a:off x="2611381" y="3206551"/>
              <a:ext cx="35265" cy="62898"/>
            </a:xfrm>
            <a:custGeom>
              <a:avLst/>
              <a:pathLst>
                <a:path w="35265" h="62898">
                  <a:moveTo>
                    <a:pt x="23202" y="2644"/>
                  </a:moveTo>
                  <a:lnTo>
                    <a:pt x="24239" y="4778"/>
                  </a:lnTo>
                  <a:lnTo>
                    <a:pt x="31834" y="5495"/>
                  </a:lnTo>
                  <a:lnTo>
                    <a:pt x="35125" y="8508"/>
                  </a:lnTo>
                  <a:lnTo>
                    <a:pt x="35265" y="13008"/>
                  </a:lnTo>
                  <a:lnTo>
                    <a:pt x="32019" y="14156"/>
                  </a:lnTo>
                  <a:lnTo>
                    <a:pt x="33024" y="15998"/>
                  </a:lnTo>
                  <a:lnTo>
                    <a:pt x="31309" y="17409"/>
                  </a:lnTo>
                  <a:lnTo>
                    <a:pt x="25479" y="17375"/>
                  </a:lnTo>
                  <a:lnTo>
                    <a:pt x="27218" y="20614"/>
                  </a:lnTo>
                  <a:lnTo>
                    <a:pt x="28432" y="25769"/>
                  </a:lnTo>
                  <a:lnTo>
                    <a:pt x="28214" y="29175"/>
                  </a:lnTo>
                  <a:lnTo>
                    <a:pt x="25599" y="30484"/>
                  </a:lnTo>
                  <a:lnTo>
                    <a:pt x="21130" y="30826"/>
                  </a:lnTo>
                  <a:lnTo>
                    <a:pt x="15978" y="33982"/>
                  </a:lnTo>
                  <a:lnTo>
                    <a:pt x="15269" y="36098"/>
                  </a:lnTo>
                  <a:lnTo>
                    <a:pt x="15466" y="46106"/>
                  </a:lnTo>
                  <a:lnTo>
                    <a:pt x="11039" y="53496"/>
                  </a:lnTo>
                  <a:lnTo>
                    <a:pt x="10325" y="56354"/>
                  </a:lnTo>
                  <a:lnTo>
                    <a:pt x="11051" y="58404"/>
                  </a:lnTo>
                  <a:lnTo>
                    <a:pt x="14693" y="61012"/>
                  </a:lnTo>
                  <a:lnTo>
                    <a:pt x="13576" y="62300"/>
                  </a:lnTo>
                  <a:lnTo>
                    <a:pt x="11398" y="62898"/>
                  </a:lnTo>
                  <a:lnTo>
                    <a:pt x="8801" y="57550"/>
                  </a:lnTo>
                  <a:lnTo>
                    <a:pt x="3594" y="54552"/>
                  </a:lnTo>
                  <a:lnTo>
                    <a:pt x="1718" y="50086"/>
                  </a:lnTo>
                  <a:lnTo>
                    <a:pt x="0" y="42757"/>
                  </a:lnTo>
                  <a:lnTo>
                    <a:pt x="699" y="39461"/>
                  </a:lnTo>
                  <a:lnTo>
                    <a:pt x="3683" y="41318"/>
                  </a:lnTo>
                  <a:lnTo>
                    <a:pt x="6297" y="38318"/>
                  </a:lnTo>
                  <a:lnTo>
                    <a:pt x="4292" y="34462"/>
                  </a:lnTo>
                  <a:lnTo>
                    <a:pt x="6793" y="32160"/>
                  </a:lnTo>
                  <a:lnTo>
                    <a:pt x="16733" y="26837"/>
                  </a:lnTo>
                  <a:lnTo>
                    <a:pt x="15838" y="22287"/>
                  </a:lnTo>
                  <a:lnTo>
                    <a:pt x="10658" y="24502"/>
                  </a:lnTo>
                  <a:lnTo>
                    <a:pt x="8474" y="27425"/>
                  </a:lnTo>
                  <a:lnTo>
                    <a:pt x="7076" y="25500"/>
                  </a:lnTo>
                  <a:lnTo>
                    <a:pt x="6642" y="22909"/>
                  </a:lnTo>
                  <a:lnTo>
                    <a:pt x="7190" y="22438"/>
                  </a:lnTo>
                  <a:lnTo>
                    <a:pt x="8516" y="22571"/>
                  </a:lnTo>
                  <a:lnTo>
                    <a:pt x="8969" y="23447"/>
                  </a:lnTo>
                  <a:lnTo>
                    <a:pt x="10155" y="23077"/>
                  </a:lnTo>
                  <a:lnTo>
                    <a:pt x="11089" y="21240"/>
                  </a:lnTo>
                  <a:lnTo>
                    <a:pt x="10048" y="17838"/>
                  </a:lnTo>
                  <a:lnTo>
                    <a:pt x="12232" y="16106"/>
                  </a:lnTo>
                  <a:lnTo>
                    <a:pt x="10457" y="13322"/>
                  </a:lnTo>
                  <a:lnTo>
                    <a:pt x="7218" y="12480"/>
                  </a:lnTo>
                  <a:lnTo>
                    <a:pt x="8361" y="8635"/>
                  </a:lnTo>
                  <a:lnTo>
                    <a:pt x="17041" y="5843"/>
                  </a:lnTo>
                  <a:lnTo>
                    <a:pt x="2120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h585"/>
            <p:cNvSpPr/>
            <p:nvPr/>
          </p:nvSpPr>
          <p:spPr>
            <a:xfrm>
              <a:off x="2335812" y="3185439"/>
              <a:ext cx="71629" cy="83434"/>
            </a:xfrm>
            <a:custGeom>
              <a:avLst/>
              <a:pathLst>
                <a:path w="71629" h="83434">
                  <a:moveTo>
                    <a:pt x="24226" y="160"/>
                  </a:moveTo>
                  <a:lnTo>
                    <a:pt x="24934" y="1320"/>
                  </a:lnTo>
                  <a:lnTo>
                    <a:pt x="34810" y="1410"/>
                  </a:lnTo>
                  <a:lnTo>
                    <a:pt x="37812" y="4808"/>
                  </a:lnTo>
                  <a:lnTo>
                    <a:pt x="40529" y="11842"/>
                  </a:lnTo>
                  <a:lnTo>
                    <a:pt x="46582" y="14974"/>
                  </a:lnTo>
                  <a:lnTo>
                    <a:pt x="50851" y="16269"/>
                  </a:lnTo>
                  <a:lnTo>
                    <a:pt x="48727" y="18508"/>
                  </a:lnTo>
                  <a:lnTo>
                    <a:pt x="45900" y="25101"/>
                  </a:lnTo>
                  <a:lnTo>
                    <a:pt x="51753" y="30510"/>
                  </a:lnTo>
                  <a:lnTo>
                    <a:pt x="58268" y="38884"/>
                  </a:lnTo>
                  <a:lnTo>
                    <a:pt x="54434" y="44852"/>
                  </a:lnTo>
                  <a:lnTo>
                    <a:pt x="54872" y="48529"/>
                  </a:lnTo>
                  <a:lnTo>
                    <a:pt x="71629" y="59311"/>
                  </a:lnTo>
                  <a:lnTo>
                    <a:pt x="67969" y="65036"/>
                  </a:lnTo>
                  <a:lnTo>
                    <a:pt x="69816" y="69916"/>
                  </a:lnTo>
                  <a:lnTo>
                    <a:pt x="67724" y="72143"/>
                  </a:lnTo>
                  <a:lnTo>
                    <a:pt x="62000" y="76440"/>
                  </a:lnTo>
                  <a:lnTo>
                    <a:pt x="60501" y="81135"/>
                  </a:lnTo>
                  <a:lnTo>
                    <a:pt x="54399" y="83434"/>
                  </a:lnTo>
                  <a:lnTo>
                    <a:pt x="53168" y="81561"/>
                  </a:lnTo>
                  <a:lnTo>
                    <a:pt x="52455" y="81521"/>
                  </a:lnTo>
                  <a:lnTo>
                    <a:pt x="52010" y="82707"/>
                  </a:lnTo>
                  <a:lnTo>
                    <a:pt x="48769" y="81719"/>
                  </a:lnTo>
                  <a:lnTo>
                    <a:pt x="44492" y="78839"/>
                  </a:lnTo>
                  <a:lnTo>
                    <a:pt x="35266" y="79142"/>
                  </a:lnTo>
                  <a:lnTo>
                    <a:pt x="25323" y="72212"/>
                  </a:lnTo>
                  <a:lnTo>
                    <a:pt x="16929" y="68281"/>
                  </a:lnTo>
                  <a:lnTo>
                    <a:pt x="16314" y="70509"/>
                  </a:lnTo>
                  <a:lnTo>
                    <a:pt x="12071" y="68790"/>
                  </a:lnTo>
                  <a:lnTo>
                    <a:pt x="6509" y="64341"/>
                  </a:lnTo>
                  <a:lnTo>
                    <a:pt x="2916" y="63097"/>
                  </a:lnTo>
                  <a:lnTo>
                    <a:pt x="716" y="59788"/>
                  </a:lnTo>
                  <a:lnTo>
                    <a:pt x="3451" y="57030"/>
                  </a:lnTo>
                  <a:lnTo>
                    <a:pt x="10409" y="53683"/>
                  </a:lnTo>
                  <a:lnTo>
                    <a:pt x="11149" y="52625"/>
                  </a:lnTo>
                  <a:lnTo>
                    <a:pt x="10917" y="50543"/>
                  </a:lnTo>
                  <a:lnTo>
                    <a:pt x="2708" y="47745"/>
                  </a:lnTo>
                  <a:lnTo>
                    <a:pt x="321" y="47803"/>
                  </a:lnTo>
                  <a:lnTo>
                    <a:pt x="0" y="46053"/>
                  </a:lnTo>
                  <a:lnTo>
                    <a:pt x="1292" y="43959"/>
                  </a:lnTo>
                  <a:lnTo>
                    <a:pt x="3898" y="44788"/>
                  </a:lnTo>
                  <a:lnTo>
                    <a:pt x="5775" y="37990"/>
                  </a:lnTo>
                  <a:lnTo>
                    <a:pt x="5731" y="33621"/>
                  </a:lnTo>
                  <a:lnTo>
                    <a:pt x="2216" y="27407"/>
                  </a:lnTo>
                  <a:lnTo>
                    <a:pt x="4168" y="22883"/>
                  </a:lnTo>
                  <a:lnTo>
                    <a:pt x="2257" y="14800"/>
                  </a:lnTo>
                  <a:lnTo>
                    <a:pt x="3171" y="9913"/>
                  </a:lnTo>
                  <a:lnTo>
                    <a:pt x="6386" y="6851"/>
                  </a:lnTo>
                  <a:lnTo>
                    <a:pt x="8645" y="4426"/>
                  </a:lnTo>
                  <a:lnTo>
                    <a:pt x="15555" y="1486"/>
                  </a:lnTo>
                  <a:lnTo>
                    <a:pt x="2179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h586"/>
            <p:cNvSpPr/>
            <p:nvPr/>
          </p:nvSpPr>
          <p:spPr>
            <a:xfrm>
              <a:off x="2594542" y="3220574"/>
              <a:ext cx="33573" cy="49298"/>
            </a:xfrm>
            <a:custGeom>
              <a:avLst/>
              <a:pathLst>
                <a:path w="33573" h="49298">
                  <a:moveTo>
                    <a:pt x="21084" y="0"/>
                  </a:moveTo>
                  <a:lnTo>
                    <a:pt x="26888" y="3815"/>
                  </a:lnTo>
                  <a:lnTo>
                    <a:pt x="27929" y="7217"/>
                  </a:lnTo>
                  <a:lnTo>
                    <a:pt x="26994" y="9053"/>
                  </a:lnTo>
                  <a:lnTo>
                    <a:pt x="25808" y="9424"/>
                  </a:lnTo>
                  <a:lnTo>
                    <a:pt x="25356" y="8548"/>
                  </a:lnTo>
                  <a:lnTo>
                    <a:pt x="24029" y="8415"/>
                  </a:lnTo>
                  <a:lnTo>
                    <a:pt x="23482" y="8885"/>
                  </a:lnTo>
                  <a:lnTo>
                    <a:pt x="23916" y="11477"/>
                  </a:lnTo>
                  <a:lnTo>
                    <a:pt x="25314" y="13402"/>
                  </a:lnTo>
                  <a:lnTo>
                    <a:pt x="27498" y="10478"/>
                  </a:lnTo>
                  <a:lnTo>
                    <a:pt x="32677" y="8263"/>
                  </a:lnTo>
                  <a:lnTo>
                    <a:pt x="33573" y="12813"/>
                  </a:lnTo>
                  <a:lnTo>
                    <a:pt x="23632" y="18137"/>
                  </a:lnTo>
                  <a:lnTo>
                    <a:pt x="21132" y="20439"/>
                  </a:lnTo>
                  <a:lnTo>
                    <a:pt x="23137" y="24295"/>
                  </a:lnTo>
                  <a:lnTo>
                    <a:pt x="20523" y="27295"/>
                  </a:lnTo>
                  <a:lnTo>
                    <a:pt x="17539" y="25437"/>
                  </a:lnTo>
                  <a:lnTo>
                    <a:pt x="16839" y="28734"/>
                  </a:lnTo>
                  <a:lnTo>
                    <a:pt x="18558" y="36063"/>
                  </a:lnTo>
                  <a:lnTo>
                    <a:pt x="20433" y="40529"/>
                  </a:lnTo>
                  <a:lnTo>
                    <a:pt x="25640" y="43527"/>
                  </a:lnTo>
                  <a:lnTo>
                    <a:pt x="28237" y="48875"/>
                  </a:lnTo>
                  <a:lnTo>
                    <a:pt x="27862" y="49298"/>
                  </a:lnTo>
                  <a:lnTo>
                    <a:pt x="14995" y="45457"/>
                  </a:lnTo>
                  <a:lnTo>
                    <a:pt x="9390" y="42626"/>
                  </a:lnTo>
                  <a:lnTo>
                    <a:pt x="6366" y="43337"/>
                  </a:lnTo>
                  <a:lnTo>
                    <a:pt x="6597" y="45959"/>
                  </a:lnTo>
                  <a:lnTo>
                    <a:pt x="5008" y="46680"/>
                  </a:lnTo>
                  <a:lnTo>
                    <a:pt x="0" y="41884"/>
                  </a:lnTo>
                  <a:lnTo>
                    <a:pt x="1297" y="40134"/>
                  </a:lnTo>
                  <a:lnTo>
                    <a:pt x="2926" y="41574"/>
                  </a:lnTo>
                  <a:lnTo>
                    <a:pt x="4495" y="41564"/>
                  </a:lnTo>
                  <a:lnTo>
                    <a:pt x="6579" y="34593"/>
                  </a:lnTo>
                  <a:lnTo>
                    <a:pt x="6434" y="26748"/>
                  </a:lnTo>
                  <a:lnTo>
                    <a:pt x="9419" y="22751"/>
                  </a:lnTo>
                  <a:lnTo>
                    <a:pt x="10699" y="18316"/>
                  </a:lnTo>
                  <a:lnTo>
                    <a:pt x="16240" y="12339"/>
                  </a:lnTo>
                  <a:lnTo>
                    <a:pt x="16124" y="9750"/>
                  </a:lnTo>
                  <a:lnTo>
                    <a:pt x="14843" y="8288"/>
                  </a:lnTo>
                  <a:lnTo>
                    <a:pt x="13059" y="2461"/>
                  </a:lnTo>
                  <a:lnTo>
                    <a:pt x="13157" y="135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h587"/>
            <p:cNvSpPr/>
            <p:nvPr/>
          </p:nvSpPr>
          <p:spPr>
            <a:xfrm>
              <a:off x="2723269" y="3321492"/>
              <a:ext cx="32813" cy="26927"/>
            </a:xfrm>
            <a:custGeom>
              <a:avLst/>
              <a:pathLst>
                <a:path w="32813" h="26927">
                  <a:moveTo>
                    <a:pt x="21780" y="3655"/>
                  </a:moveTo>
                  <a:lnTo>
                    <a:pt x="23342" y="5471"/>
                  </a:lnTo>
                  <a:lnTo>
                    <a:pt x="22152" y="7807"/>
                  </a:lnTo>
                  <a:lnTo>
                    <a:pt x="23000" y="12404"/>
                  </a:lnTo>
                  <a:lnTo>
                    <a:pt x="27131" y="12977"/>
                  </a:lnTo>
                  <a:lnTo>
                    <a:pt x="29098" y="15087"/>
                  </a:lnTo>
                  <a:lnTo>
                    <a:pt x="32732" y="22019"/>
                  </a:lnTo>
                  <a:lnTo>
                    <a:pt x="32813" y="22662"/>
                  </a:lnTo>
                  <a:lnTo>
                    <a:pt x="28732" y="24589"/>
                  </a:lnTo>
                  <a:lnTo>
                    <a:pt x="27929" y="25847"/>
                  </a:lnTo>
                  <a:lnTo>
                    <a:pt x="27022" y="26927"/>
                  </a:lnTo>
                  <a:lnTo>
                    <a:pt x="21652" y="25722"/>
                  </a:lnTo>
                  <a:lnTo>
                    <a:pt x="17201" y="26294"/>
                  </a:lnTo>
                  <a:lnTo>
                    <a:pt x="9769" y="26073"/>
                  </a:lnTo>
                  <a:lnTo>
                    <a:pt x="9994" y="21582"/>
                  </a:lnTo>
                  <a:lnTo>
                    <a:pt x="12464" y="14564"/>
                  </a:lnTo>
                  <a:lnTo>
                    <a:pt x="9682" y="6955"/>
                  </a:lnTo>
                  <a:lnTo>
                    <a:pt x="5831" y="8102"/>
                  </a:lnTo>
                  <a:lnTo>
                    <a:pt x="0" y="6377"/>
                  </a:lnTo>
                  <a:lnTo>
                    <a:pt x="4976" y="1348"/>
                  </a:lnTo>
                  <a:lnTo>
                    <a:pt x="780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h588"/>
            <p:cNvSpPr/>
            <p:nvPr/>
          </p:nvSpPr>
          <p:spPr>
            <a:xfrm>
              <a:off x="2440622" y="3305118"/>
              <a:ext cx="78403" cy="76818"/>
            </a:xfrm>
            <a:custGeom>
              <a:avLst/>
              <a:pathLst>
                <a:path w="78403" h="76818">
                  <a:moveTo>
                    <a:pt x="41018" y="5866"/>
                  </a:moveTo>
                  <a:lnTo>
                    <a:pt x="46236" y="3532"/>
                  </a:lnTo>
                  <a:lnTo>
                    <a:pt x="55504" y="6357"/>
                  </a:lnTo>
                  <a:lnTo>
                    <a:pt x="60621" y="9720"/>
                  </a:lnTo>
                  <a:lnTo>
                    <a:pt x="62804" y="12984"/>
                  </a:lnTo>
                  <a:lnTo>
                    <a:pt x="65984" y="15244"/>
                  </a:lnTo>
                  <a:lnTo>
                    <a:pt x="71317" y="12655"/>
                  </a:lnTo>
                  <a:lnTo>
                    <a:pt x="74923" y="7802"/>
                  </a:lnTo>
                  <a:lnTo>
                    <a:pt x="77090" y="10906"/>
                  </a:lnTo>
                  <a:lnTo>
                    <a:pt x="76588" y="16973"/>
                  </a:lnTo>
                  <a:lnTo>
                    <a:pt x="76876" y="18499"/>
                  </a:lnTo>
                  <a:lnTo>
                    <a:pt x="75083" y="21121"/>
                  </a:lnTo>
                  <a:lnTo>
                    <a:pt x="77451" y="25514"/>
                  </a:lnTo>
                  <a:lnTo>
                    <a:pt x="73760" y="27512"/>
                  </a:lnTo>
                  <a:lnTo>
                    <a:pt x="74337" y="35399"/>
                  </a:lnTo>
                  <a:lnTo>
                    <a:pt x="78297" y="35772"/>
                  </a:lnTo>
                  <a:lnTo>
                    <a:pt x="78403" y="36550"/>
                  </a:lnTo>
                  <a:lnTo>
                    <a:pt x="75358" y="40646"/>
                  </a:lnTo>
                  <a:lnTo>
                    <a:pt x="72904" y="47839"/>
                  </a:lnTo>
                  <a:lnTo>
                    <a:pt x="74534" y="50757"/>
                  </a:lnTo>
                  <a:lnTo>
                    <a:pt x="74906" y="53527"/>
                  </a:lnTo>
                  <a:lnTo>
                    <a:pt x="73695" y="57409"/>
                  </a:lnTo>
                  <a:lnTo>
                    <a:pt x="70901" y="60082"/>
                  </a:lnTo>
                  <a:lnTo>
                    <a:pt x="71048" y="61663"/>
                  </a:lnTo>
                  <a:lnTo>
                    <a:pt x="68735" y="68757"/>
                  </a:lnTo>
                  <a:lnTo>
                    <a:pt x="66204" y="69544"/>
                  </a:lnTo>
                  <a:lnTo>
                    <a:pt x="65454" y="70726"/>
                  </a:lnTo>
                  <a:lnTo>
                    <a:pt x="70202" y="74592"/>
                  </a:lnTo>
                  <a:lnTo>
                    <a:pt x="67808" y="76601"/>
                  </a:lnTo>
                  <a:lnTo>
                    <a:pt x="66256" y="76818"/>
                  </a:lnTo>
                  <a:lnTo>
                    <a:pt x="58830" y="74290"/>
                  </a:lnTo>
                  <a:lnTo>
                    <a:pt x="58784" y="75217"/>
                  </a:lnTo>
                  <a:lnTo>
                    <a:pt x="51166" y="73406"/>
                  </a:lnTo>
                  <a:lnTo>
                    <a:pt x="5119" y="56488"/>
                  </a:lnTo>
                  <a:lnTo>
                    <a:pt x="2861" y="51491"/>
                  </a:lnTo>
                  <a:lnTo>
                    <a:pt x="0" y="48815"/>
                  </a:lnTo>
                  <a:lnTo>
                    <a:pt x="6365" y="39697"/>
                  </a:lnTo>
                  <a:lnTo>
                    <a:pt x="4355" y="34053"/>
                  </a:lnTo>
                  <a:lnTo>
                    <a:pt x="5045" y="32367"/>
                  </a:lnTo>
                  <a:lnTo>
                    <a:pt x="7062" y="30198"/>
                  </a:lnTo>
                  <a:lnTo>
                    <a:pt x="13158" y="27268"/>
                  </a:lnTo>
                  <a:lnTo>
                    <a:pt x="10297" y="21364"/>
                  </a:lnTo>
                  <a:lnTo>
                    <a:pt x="13002" y="14032"/>
                  </a:lnTo>
                  <a:lnTo>
                    <a:pt x="16694" y="16658"/>
                  </a:lnTo>
                  <a:lnTo>
                    <a:pt x="21877" y="17116"/>
                  </a:lnTo>
                  <a:lnTo>
                    <a:pt x="23959" y="13444"/>
                  </a:lnTo>
                  <a:lnTo>
                    <a:pt x="24730" y="10943"/>
                  </a:lnTo>
                  <a:lnTo>
                    <a:pt x="21928" y="11487"/>
                  </a:lnTo>
                  <a:lnTo>
                    <a:pt x="24938" y="1006"/>
                  </a:lnTo>
                  <a:lnTo>
                    <a:pt x="3227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h589"/>
            <p:cNvSpPr/>
            <p:nvPr/>
          </p:nvSpPr>
          <p:spPr>
            <a:xfrm>
              <a:off x="2538849" y="3335575"/>
              <a:ext cx="62996" cy="72006"/>
            </a:xfrm>
            <a:custGeom>
              <a:avLst/>
              <a:pathLst>
                <a:path w="62996" h="72006">
                  <a:moveTo>
                    <a:pt x="23330" y="461"/>
                  </a:moveTo>
                  <a:lnTo>
                    <a:pt x="27082" y="4355"/>
                  </a:lnTo>
                  <a:lnTo>
                    <a:pt x="28890" y="7599"/>
                  </a:lnTo>
                  <a:lnTo>
                    <a:pt x="31936" y="7093"/>
                  </a:lnTo>
                  <a:lnTo>
                    <a:pt x="33299" y="10584"/>
                  </a:lnTo>
                  <a:lnTo>
                    <a:pt x="40292" y="19153"/>
                  </a:lnTo>
                  <a:lnTo>
                    <a:pt x="44067" y="25518"/>
                  </a:lnTo>
                  <a:lnTo>
                    <a:pt x="48189" y="26862"/>
                  </a:lnTo>
                  <a:lnTo>
                    <a:pt x="49327" y="25150"/>
                  </a:lnTo>
                  <a:lnTo>
                    <a:pt x="56410" y="22963"/>
                  </a:lnTo>
                  <a:lnTo>
                    <a:pt x="59198" y="23276"/>
                  </a:lnTo>
                  <a:lnTo>
                    <a:pt x="56771" y="27528"/>
                  </a:lnTo>
                  <a:lnTo>
                    <a:pt x="62996" y="36859"/>
                  </a:lnTo>
                  <a:lnTo>
                    <a:pt x="58001" y="37784"/>
                  </a:lnTo>
                  <a:lnTo>
                    <a:pt x="57360" y="43472"/>
                  </a:lnTo>
                  <a:lnTo>
                    <a:pt x="53188" y="43882"/>
                  </a:lnTo>
                  <a:lnTo>
                    <a:pt x="51357" y="46190"/>
                  </a:lnTo>
                  <a:lnTo>
                    <a:pt x="53367" y="51980"/>
                  </a:lnTo>
                  <a:lnTo>
                    <a:pt x="57913" y="54143"/>
                  </a:lnTo>
                  <a:lnTo>
                    <a:pt x="51859" y="63562"/>
                  </a:lnTo>
                  <a:lnTo>
                    <a:pt x="48455" y="67321"/>
                  </a:lnTo>
                  <a:lnTo>
                    <a:pt x="52612" y="69177"/>
                  </a:lnTo>
                  <a:lnTo>
                    <a:pt x="52851" y="71507"/>
                  </a:lnTo>
                  <a:lnTo>
                    <a:pt x="47369" y="72006"/>
                  </a:lnTo>
                  <a:lnTo>
                    <a:pt x="42573" y="69886"/>
                  </a:lnTo>
                  <a:lnTo>
                    <a:pt x="38755" y="70754"/>
                  </a:lnTo>
                  <a:lnTo>
                    <a:pt x="38623" y="71405"/>
                  </a:lnTo>
                  <a:lnTo>
                    <a:pt x="23418" y="66995"/>
                  </a:lnTo>
                  <a:lnTo>
                    <a:pt x="9773" y="61742"/>
                  </a:lnTo>
                  <a:lnTo>
                    <a:pt x="10358" y="61431"/>
                  </a:lnTo>
                  <a:lnTo>
                    <a:pt x="9328" y="59932"/>
                  </a:lnTo>
                  <a:lnTo>
                    <a:pt x="6273" y="57685"/>
                  </a:lnTo>
                  <a:lnTo>
                    <a:pt x="2593" y="56786"/>
                  </a:lnTo>
                  <a:lnTo>
                    <a:pt x="555" y="52069"/>
                  </a:lnTo>
                  <a:lnTo>
                    <a:pt x="0" y="48121"/>
                  </a:lnTo>
                  <a:lnTo>
                    <a:pt x="3319" y="40539"/>
                  </a:lnTo>
                  <a:lnTo>
                    <a:pt x="7221" y="40359"/>
                  </a:lnTo>
                  <a:lnTo>
                    <a:pt x="10489" y="38804"/>
                  </a:lnTo>
                  <a:lnTo>
                    <a:pt x="6768" y="36412"/>
                  </a:lnTo>
                  <a:lnTo>
                    <a:pt x="10551" y="30898"/>
                  </a:lnTo>
                  <a:lnTo>
                    <a:pt x="11120" y="20714"/>
                  </a:lnTo>
                  <a:lnTo>
                    <a:pt x="24600" y="13264"/>
                  </a:lnTo>
                  <a:lnTo>
                    <a:pt x="18152" y="7142"/>
                  </a:lnTo>
                  <a:lnTo>
                    <a:pt x="2087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h590"/>
            <p:cNvSpPr/>
            <p:nvPr/>
          </p:nvSpPr>
          <p:spPr>
            <a:xfrm>
              <a:off x="2403536" y="3201513"/>
              <a:ext cx="96639" cy="104611"/>
            </a:xfrm>
            <a:custGeom>
              <a:avLst/>
              <a:pathLst>
                <a:path w="96639" h="104611">
                  <a:moveTo>
                    <a:pt x="66342" y="1566"/>
                  </a:moveTo>
                  <a:lnTo>
                    <a:pt x="67985" y="1388"/>
                  </a:lnTo>
                  <a:lnTo>
                    <a:pt x="71683" y="720"/>
                  </a:lnTo>
                  <a:lnTo>
                    <a:pt x="73578" y="4314"/>
                  </a:lnTo>
                  <a:lnTo>
                    <a:pt x="76672" y="7306"/>
                  </a:lnTo>
                  <a:lnTo>
                    <a:pt x="80195" y="10225"/>
                  </a:lnTo>
                  <a:lnTo>
                    <a:pt x="82140" y="9190"/>
                  </a:lnTo>
                  <a:lnTo>
                    <a:pt x="85743" y="12703"/>
                  </a:lnTo>
                  <a:lnTo>
                    <a:pt x="84269" y="13770"/>
                  </a:lnTo>
                  <a:lnTo>
                    <a:pt x="82945" y="17245"/>
                  </a:lnTo>
                  <a:lnTo>
                    <a:pt x="84690" y="21170"/>
                  </a:lnTo>
                  <a:lnTo>
                    <a:pt x="85763" y="22049"/>
                  </a:lnTo>
                  <a:lnTo>
                    <a:pt x="86926" y="21605"/>
                  </a:lnTo>
                  <a:lnTo>
                    <a:pt x="87128" y="19615"/>
                  </a:lnTo>
                  <a:lnTo>
                    <a:pt x="89173" y="18205"/>
                  </a:lnTo>
                  <a:lnTo>
                    <a:pt x="91645" y="20435"/>
                  </a:lnTo>
                  <a:lnTo>
                    <a:pt x="93976" y="26091"/>
                  </a:lnTo>
                  <a:lnTo>
                    <a:pt x="92730" y="34773"/>
                  </a:lnTo>
                  <a:lnTo>
                    <a:pt x="96639" y="41324"/>
                  </a:lnTo>
                  <a:lnTo>
                    <a:pt x="82581" y="52017"/>
                  </a:lnTo>
                  <a:lnTo>
                    <a:pt x="82047" y="66415"/>
                  </a:lnTo>
                  <a:lnTo>
                    <a:pt x="80684" y="74641"/>
                  </a:lnTo>
                  <a:lnTo>
                    <a:pt x="71005" y="82172"/>
                  </a:lnTo>
                  <a:lnTo>
                    <a:pt x="66210" y="89100"/>
                  </a:lnTo>
                  <a:lnTo>
                    <a:pt x="64046" y="94595"/>
                  </a:lnTo>
                  <a:lnTo>
                    <a:pt x="63985" y="99348"/>
                  </a:lnTo>
                  <a:lnTo>
                    <a:pt x="68509" y="101292"/>
                  </a:lnTo>
                  <a:lnTo>
                    <a:pt x="70263" y="103193"/>
                  </a:lnTo>
                  <a:lnTo>
                    <a:pt x="69364" y="103605"/>
                  </a:lnTo>
                  <a:lnTo>
                    <a:pt x="62024" y="104611"/>
                  </a:lnTo>
                  <a:lnTo>
                    <a:pt x="56270" y="99173"/>
                  </a:lnTo>
                  <a:lnTo>
                    <a:pt x="51091" y="97077"/>
                  </a:lnTo>
                  <a:lnTo>
                    <a:pt x="46865" y="90293"/>
                  </a:lnTo>
                  <a:lnTo>
                    <a:pt x="39893" y="92663"/>
                  </a:lnTo>
                  <a:lnTo>
                    <a:pt x="40542" y="97573"/>
                  </a:lnTo>
                  <a:lnTo>
                    <a:pt x="32417" y="101253"/>
                  </a:lnTo>
                  <a:lnTo>
                    <a:pt x="26915" y="82922"/>
                  </a:lnTo>
                  <a:lnTo>
                    <a:pt x="29250" y="76456"/>
                  </a:lnTo>
                  <a:lnTo>
                    <a:pt x="21250" y="74689"/>
                  </a:lnTo>
                  <a:lnTo>
                    <a:pt x="18895" y="68563"/>
                  </a:lnTo>
                  <a:lnTo>
                    <a:pt x="19017" y="66468"/>
                  </a:lnTo>
                  <a:lnTo>
                    <a:pt x="16111" y="61803"/>
                  </a:lnTo>
                  <a:lnTo>
                    <a:pt x="7382" y="56933"/>
                  </a:lnTo>
                  <a:lnTo>
                    <a:pt x="0" y="56069"/>
                  </a:lnTo>
                  <a:lnTo>
                    <a:pt x="2091" y="53843"/>
                  </a:lnTo>
                  <a:lnTo>
                    <a:pt x="245" y="48963"/>
                  </a:lnTo>
                  <a:lnTo>
                    <a:pt x="3904" y="43237"/>
                  </a:lnTo>
                  <a:lnTo>
                    <a:pt x="6330" y="44594"/>
                  </a:lnTo>
                  <a:lnTo>
                    <a:pt x="11631" y="44782"/>
                  </a:lnTo>
                  <a:lnTo>
                    <a:pt x="13768" y="42502"/>
                  </a:lnTo>
                  <a:lnTo>
                    <a:pt x="15776" y="41533"/>
                  </a:lnTo>
                  <a:lnTo>
                    <a:pt x="20083" y="45189"/>
                  </a:lnTo>
                  <a:lnTo>
                    <a:pt x="37790" y="49183"/>
                  </a:lnTo>
                  <a:lnTo>
                    <a:pt x="40889" y="43249"/>
                  </a:lnTo>
                  <a:lnTo>
                    <a:pt x="41275" y="38537"/>
                  </a:lnTo>
                  <a:lnTo>
                    <a:pt x="44833" y="35429"/>
                  </a:lnTo>
                  <a:lnTo>
                    <a:pt x="48033" y="35165"/>
                  </a:lnTo>
                  <a:lnTo>
                    <a:pt x="49685" y="32458"/>
                  </a:lnTo>
                  <a:lnTo>
                    <a:pt x="48996" y="23023"/>
                  </a:lnTo>
                  <a:lnTo>
                    <a:pt x="51478" y="21682"/>
                  </a:lnTo>
                  <a:lnTo>
                    <a:pt x="52807" y="19805"/>
                  </a:lnTo>
                  <a:lnTo>
                    <a:pt x="54365" y="14661"/>
                  </a:lnTo>
                  <a:lnTo>
                    <a:pt x="52834" y="10472"/>
                  </a:lnTo>
                  <a:lnTo>
                    <a:pt x="53123" y="8859"/>
                  </a:lnTo>
                  <a:lnTo>
                    <a:pt x="55531" y="8430"/>
                  </a:lnTo>
                  <a:lnTo>
                    <a:pt x="56383" y="4972"/>
                  </a:lnTo>
                  <a:lnTo>
                    <a:pt x="55950" y="5228"/>
                  </a:lnTo>
                  <a:lnTo>
                    <a:pt x="56666" y="3501"/>
                  </a:lnTo>
                  <a:lnTo>
                    <a:pt x="6077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h591"/>
            <p:cNvSpPr/>
            <p:nvPr/>
          </p:nvSpPr>
          <p:spPr>
            <a:xfrm>
              <a:off x="2601366" y="3166708"/>
              <a:ext cx="31152" cy="20396"/>
            </a:xfrm>
            <a:custGeom>
              <a:avLst/>
              <a:pathLst>
                <a:path w="31152" h="20396">
                  <a:moveTo>
                    <a:pt x="10701" y="4724"/>
                  </a:moveTo>
                  <a:lnTo>
                    <a:pt x="12809" y="5913"/>
                  </a:lnTo>
                  <a:lnTo>
                    <a:pt x="16825" y="6247"/>
                  </a:lnTo>
                  <a:lnTo>
                    <a:pt x="21485" y="10402"/>
                  </a:lnTo>
                  <a:lnTo>
                    <a:pt x="25013" y="10366"/>
                  </a:lnTo>
                  <a:lnTo>
                    <a:pt x="28340" y="7625"/>
                  </a:lnTo>
                  <a:lnTo>
                    <a:pt x="29604" y="8258"/>
                  </a:lnTo>
                  <a:lnTo>
                    <a:pt x="31152" y="10752"/>
                  </a:lnTo>
                  <a:lnTo>
                    <a:pt x="30889" y="13495"/>
                  </a:lnTo>
                  <a:lnTo>
                    <a:pt x="28706" y="15898"/>
                  </a:lnTo>
                  <a:lnTo>
                    <a:pt x="23673" y="16630"/>
                  </a:lnTo>
                  <a:lnTo>
                    <a:pt x="23776" y="19477"/>
                  </a:lnTo>
                  <a:lnTo>
                    <a:pt x="20897" y="20396"/>
                  </a:lnTo>
                  <a:lnTo>
                    <a:pt x="11297" y="15201"/>
                  </a:lnTo>
                  <a:lnTo>
                    <a:pt x="2333" y="16746"/>
                  </a:lnTo>
                  <a:lnTo>
                    <a:pt x="0" y="12930"/>
                  </a:lnTo>
                  <a:lnTo>
                    <a:pt x="725" y="9204"/>
                  </a:lnTo>
                  <a:lnTo>
                    <a:pt x="571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h592"/>
            <p:cNvSpPr/>
            <p:nvPr/>
          </p:nvSpPr>
          <p:spPr>
            <a:xfrm>
              <a:off x="2719105" y="3347566"/>
              <a:ext cx="23829" cy="36376"/>
            </a:xfrm>
            <a:custGeom>
              <a:avLst/>
              <a:pathLst>
                <a:path w="23829" h="36376">
                  <a:moveTo>
                    <a:pt x="21365" y="221"/>
                  </a:moveTo>
                  <a:lnTo>
                    <a:pt x="23829" y="4249"/>
                  </a:lnTo>
                  <a:lnTo>
                    <a:pt x="23622" y="5414"/>
                  </a:lnTo>
                  <a:lnTo>
                    <a:pt x="20673" y="12542"/>
                  </a:lnTo>
                  <a:lnTo>
                    <a:pt x="10479" y="24738"/>
                  </a:lnTo>
                  <a:lnTo>
                    <a:pt x="9159" y="28548"/>
                  </a:lnTo>
                  <a:lnTo>
                    <a:pt x="9877" y="33316"/>
                  </a:lnTo>
                  <a:lnTo>
                    <a:pt x="9540" y="33986"/>
                  </a:lnTo>
                  <a:lnTo>
                    <a:pt x="463" y="36376"/>
                  </a:lnTo>
                  <a:lnTo>
                    <a:pt x="0" y="35683"/>
                  </a:lnTo>
                  <a:lnTo>
                    <a:pt x="4027" y="33649"/>
                  </a:lnTo>
                  <a:lnTo>
                    <a:pt x="4861" y="31248"/>
                  </a:lnTo>
                  <a:lnTo>
                    <a:pt x="4433" y="27957"/>
                  </a:lnTo>
                  <a:lnTo>
                    <a:pt x="2722" y="25153"/>
                  </a:lnTo>
                  <a:lnTo>
                    <a:pt x="2148" y="18194"/>
                  </a:lnTo>
                  <a:lnTo>
                    <a:pt x="2855" y="14494"/>
                  </a:lnTo>
                  <a:lnTo>
                    <a:pt x="7058" y="10064"/>
                  </a:lnTo>
                  <a:lnTo>
                    <a:pt x="6665" y="8347"/>
                  </a:lnTo>
                  <a:lnTo>
                    <a:pt x="9022" y="3783"/>
                  </a:lnTo>
                  <a:lnTo>
                    <a:pt x="10783" y="2219"/>
                  </a:lnTo>
                  <a:lnTo>
                    <a:pt x="12848" y="1882"/>
                  </a:lnTo>
                  <a:lnTo>
                    <a:pt x="1393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h593"/>
            <p:cNvSpPr/>
            <p:nvPr/>
          </p:nvSpPr>
          <p:spPr>
            <a:xfrm>
              <a:off x="2562776" y="3184778"/>
              <a:ext cx="60838" cy="57357"/>
            </a:xfrm>
            <a:custGeom>
              <a:avLst/>
              <a:pathLst>
                <a:path w="60838" h="57357">
                  <a:moveTo>
                    <a:pt x="9174" y="0"/>
                  </a:moveTo>
                  <a:lnTo>
                    <a:pt x="13224" y="4414"/>
                  </a:lnTo>
                  <a:lnTo>
                    <a:pt x="16766" y="6561"/>
                  </a:lnTo>
                  <a:lnTo>
                    <a:pt x="17294" y="7645"/>
                  </a:lnTo>
                  <a:lnTo>
                    <a:pt x="16305" y="13599"/>
                  </a:lnTo>
                  <a:lnTo>
                    <a:pt x="18666" y="20531"/>
                  </a:lnTo>
                  <a:lnTo>
                    <a:pt x="17879" y="21420"/>
                  </a:lnTo>
                  <a:lnTo>
                    <a:pt x="18154" y="23150"/>
                  </a:lnTo>
                  <a:lnTo>
                    <a:pt x="19736" y="24520"/>
                  </a:lnTo>
                  <a:lnTo>
                    <a:pt x="21084" y="24578"/>
                  </a:lnTo>
                  <a:lnTo>
                    <a:pt x="21620" y="17172"/>
                  </a:lnTo>
                  <a:lnTo>
                    <a:pt x="24030" y="15059"/>
                  </a:lnTo>
                  <a:lnTo>
                    <a:pt x="29762" y="18007"/>
                  </a:lnTo>
                  <a:lnTo>
                    <a:pt x="32907" y="21563"/>
                  </a:lnTo>
                  <a:lnTo>
                    <a:pt x="34217" y="22047"/>
                  </a:lnTo>
                  <a:lnTo>
                    <a:pt x="35627" y="25660"/>
                  </a:lnTo>
                  <a:lnTo>
                    <a:pt x="37744" y="28204"/>
                  </a:lnTo>
                  <a:lnTo>
                    <a:pt x="42692" y="29569"/>
                  </a:lnTo>
                  <a:lnTo>
                    <a:pt x="49137" y="25735"/>
                  </a:lnTo>
                  <a:lnTo>
                    <a:pt x="49617" y="24498"/>
                  </a:lnTo>
                  <a:lnTo>
                    <a:pt x="52158" y="24184"/>
                  </a:lnTo>
                  <a:lnTo>
                    <a:pt x="53613" y="25722"/>
                  </a:lnTo>
                  <a:lnTo>
                    <a:pt x="52870" y="27857"/>
                  </a:lnTo>
                  <a:lnTo>
                    <a:pt x="56967" y="30408"/>
                  </a:lnTo>
                  <a:lnTo>
                    <a:pt x="55823" y="34253"/>
                  </a:lnTo>
                  <a:lnTo>
                    <a:pt x="59063" y="35094"/>
                  </a:lnTo>
                  <a:lnTo>
                    <a:pt x="60838" y="37878"/>
                  </a:lnTo>
                  <a:lnTo>
                    <a:pt x="58654" y="39610"/>
                  </a:lnTo>
                  <a:lnTo>
                    <a:pt x="52850" y="35795"/>
                  </a:lnTo>
                  <a:lnTo>
                    <a:pt x="44922" y="37146"/>
                  </a:lnTo>
                  <a:lnTo>
                    <a:pt x="44825" y="38257"/>
                  </a:lnTo>
                  <a:lnTo>
                    <a:pt x="42014" y="37894"/>
                  </a:lnTo>
                  <a:lnTo>
                    <a:pt x="36882" y="40509"/>
                  </a:lnTo>
                  <a:lnTo>
                    <a:pt x="35863" y="43676"/>
                  </a:lnTo>
                  <a:lnTo>
                    <a:pt x="37679" y="44313"/>
                  </a:lnTo>
                  <a:lnTo>
                    <a:pt x="37901" y="47139"/>
                  </a:lnTo>
                  <a:lnTo>
                    <a:pt x="33603" y="52477"/>
                  </a:lnTo>
                  <a:lnTo>
                    <a:pt x="31867" y="51935"/>
                  </a:lnTo>
                  <a:lnTo>
                    <a:pt x="30914" y="47607"/>
                  </a:lnTo>
                  <a:lnTo>
                    <a:pt x="28612" y="46622"/>
                  </a:lnTo>
                  <a:lnTo>
                    <a:pt x="25353" y="48939"/>
                  </a:lnTo>
                  <a:lnTo>
                    <a:pt x="24537" y="51368"/>
                  </a:lnTo>
                  <a:lnTo>
                    <a:pt x="22470" y="55248"/>
                  </a:lnTo>
                  <a:lnTo>
                    <a:pt x="13970" y="57357"/>
                  </a:lnTo>
                  <a:lnTo>
                    <a:pt x="12357" y="56575"/>
                  </a:lnTo>
                  <a:lnTo>
                    <a:pt x="10497" y="53059"/>
                  </a:lnTo>
                  <a:lnTo>
                    <a:pt x="17074" y="51400"/>
                  </a:lnTo>
                  <a:lnTo>
                    <a:pt x="22896" y="51111"/>
                  </a:lnTo>
                  <a:lnTo>
                    <a:pt x="23136" y="48816"/>
                  </a:lnTo>
                  <a:lnTo>
                    <a:pt x="18018" y="47140"/>
                  </a:lnTo>
                  <a:lnTo>
                    <a:pt x="8815" y="49404"/>
                  </a:lnTo>
                  <a:lnTo>
                    <a:pt x="899" y="52505"/>
                  </a:lnTo>
                  <a:lnTo>
                    <a:pt x="0" y="50738"/>
                  </a:lnTo>
                  <a:lnTo>
                    <a:pt x="4894" y="43092"/>
                  </a:lnTo>
                  <a:lnTo>
                    <a:pt x="3671" y="41958"/>
                  </a:lnTo>
                  <a:lnTo>
                    <a:pt x="781" y="41639"/>
                  </a:lnTo>
                  <a:lnTo>
                    <a:pt x="122" y="39245"/>
                  </a:lnTo>
                  <a:lnTo>
                    <a:pt x="4440" y="32964"/>
                  </a:lnTo>
                  <a:lnTo>
                    <a:pt x="4556" y="31056"/>
                  </a:lnTo>
                  <a:lnTo>
                    <a:pt x="3837" y="29173"/>
                  </a:lnTo>
                  <a:lnTo>
                    <a:pt x="7319" y="28734"/>
                  </a:lnTo>
                  <a:lnTo>
                    <a:pt x="9154" y="26032"/>
                  </a:lnTo>
                  <a:lnTo>
                    <a:pt x="9932" y="23402"/>
                  </a:lnTo>
                  <a:lnTo>
                    <a:pt x="9600" y="21900"/>
                  </a:lnTo>
                  <a:lnTo>
                    <a:pt x="11626" y="19355"/>
                  </a:lnTo>
                  <a:lnTo>
                    <a:pt x="3483" y="11017"/>
                  </a:lnTo>
                  <a:lnTo>
                    <a:pt x="2344" y="7315"/>
                  </a:lnTo>
                  <a:lnTo>
                    <a:pt x="3313" y="5242"/>
                  </a:lnTo>
                  <a:lnTo>
                    <a:pt x="3362" y="172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h594"/>
            <p:cNvSpPr/>
            <p:nvPr/>
          </p:nvSpPr>
          <p:spPr>
            <a:xfrm>
              <a:off x="2662783" y="3328155"/>
              <a:ext cx="39548" cy="47681"/>
            </a:xfrm>
            <a:custGeom>
              <a:avLst/>
              <a:pathLst>
                <a:path w="39548" h="47681">
                  <a:moveTo>
                    <a:pt x="9499" y="466"/>
                  </a:moveTo>
                  <a:lnTo>
                    <a:pt x="11639" y="1929"/>
                  </a:lnTo>
                  <a:lnTo>
                    <a:pt x="11849" y="4832"/>
                  </a:lnTo>
                  <a:lnTo>
                    <a:pt x="13839" y="6809"/>
                  </a:lnTo>
                  <a:lnTo>
                    <a:pt x="18075" y="7874"/>
                  </a:lnTo>
                  <a:lnTo>
                    <a:pt x="23008" y="8051"/>
                  </a:lnTo>
                  <a:lnTo>
                    <a:pt x="30421" y="10058"/>
                  </a:lnTo>
                  <a:lnTo>
                    <a:pt x="33026" y="14964"/>
                  </a:lnTo>
                  <a:lnTo>
                    <a:pt x="32355" y="15767"/>
                  </a:lnTo>
                  <a:lnTo>
                    <a:pt x="34609" y="20893"/>
                  </a:lnTo>
                  <a:lnTo>
                    <a:pt x="39548" y="26334"/>
                  </a:lnTo>
                  <a:lnTo>
                    <a:pt x="37387" y="33425"/>
                  </a:lnTo>
                  <a:lnTo>
                    <a:pt x="29240" y="40089"/>
                  </a:lnTo>
                  <a:lnTo>
                    <a:pt x="19282" y="40672"/>
                  </a:lnTo>
                  <a:lnTo>
                    <a:pt x="18235" y="42050"/>
                  </a:lnTo>
                  <a:lnTo>
                    <a:pt x="17841" y="46034"/>
                  </a:lnTo>
                  <a:lnTo>
                    <a:pt x="14914" y="43195"/>
                  </a:lnTo>
                  <a:lnTo>
                    <a:pt x="8005" y="47015"/>
                  </a:lnTo>
                  <a:lnTo>
                    <a:pt x="3313" y="47681"/>
                  </a:lnTo>
                  <a:lnTo>
                    <a:pt x="1255" y="44950"/>
                  </a:lnTo>
                  <a:lnTo>
                    <a:pt x="396" y="44353"/>
                  </a:lnTo>
                  <a:lnTo>
                    <a:pt x="1348" y="41586"/>
                  </a:lnTo>
                  <a:lnTo>
                    <a:pt x="1084" y="37690"/>
                  </a:lnTo>
                  <a:lnTo>
                    <a:pt x="4613" y="33879"/>
                  </a:lnTo>
                  <a:lnTo>
                    <a:pt x="6330" y="27675"/>
                  </a:lnTo>
                  <a:lnTo>
                    <a:pt x="1852" y="25183"/>
                  </a:lnTo>
                  <a:lnTo>
                    <a:pt x="0" y="15270"/>
                  </a:lnTo>
                  <a:lnTo>
                    <a:pt x="1217" y="8918"/>
                  </a:lnTo>
                  <a:lnTo>
                    <a:pt x="2808" y="3939"/>
                  </a:lnTo>
                  <a:lnTo>
                    <a:pt x="4250" y="1884"/>
                  </a:lnTo>
                  <a:lnTo>
                    <a:pt x="730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h595"/>
            <p:cNvSpPr/>
            <p:nvPr/>
          </p:nvSpPr>
          <p:spPr>
            <a:xfrm>
              <a:off x="2486482" y="3210455"/>
              <a:ext cx="21604" cy="17527"/>
            </a:xfrm>
            <a:custGeom>
              <a:avLst/>
              <a:pathLst>
                <a:path w="21604" h="17527">
                  <a:moveTo>
                    <a:pt x="18621" y="2316"/>
                  </a:moveTo>
                  <a:lnTo>
                    <a:pt x="20293" y="3178"/>
                  </a:lnTo>
                  <a:lnTo>
                    <a:pt x="20213" y="5403"/>
                  </a:lnTo>
                  <a:lnTo>
                    <a:pt x="21378" y="7880"/>
                  </a:lnTo>
                  <a:lnTo>
                    <a:pt x="21604" y="10682"/>
                  </a:lnTo>
                  <a:lnTo>
                    <a:pt x="20414" y="10675"/>
                  </a:lnTo>
                  <a:lnTo>
                    <a:pt x="19420" y="8915"/>
                  </a:lnTo>
                  <a:lnTo>
                    <a:pt x="17508" y="8015"/>
                  </a:lnTo>
                  <a:lnTo>
                    <a:pt x="16656" y="12777"/>
                  </a:lnTo>
                  <a:lnTo>
                    <a:pt x="17674" y="12563"/>
                  </a:lnTo>
                  <a:lnTo>
                    <a:pt x="17993" y="13771"/>
                  </a:lnTo>
                  <a:lnTo>
                    <a:pt x="15343" y="17527"/>
                  </a:lnTo>
                  <a:lnTo>
                    <a:pt x="11030" y="17148"/>
                  </a:lnTo>
                  <a:lnTo>
                    <a:pt x="8699" y="11492"/>
                  </a:lnTo>
                  <a:lnTo>
                    <a:pt x="6227" y="9262"/>
                  </a:lnTo>
                  <a:lnTo>
                    <a:pt x="4182" y="10673"/>
                  </a:lnTo>
                  <a:lnTo>
                    <a:pt x="3980" y="12663"/>
                  </a:lnTo>
                  <a:lnTo>
                    <a:pt x="2817" y="13107"/>
                  </a:lnTo>
                  <a:lnTo>
                    <a:pt x="1744" y="12228"/>
                  </a:lnTo>
                  <a:lnTo>
                    <a:pt x="0" y="8303"/>
                  </a:lnTo>
                  <a:lnTo>
                    <a:pt x="1323" y="4827"/>
                  </a:lnTo>
                  <a:lnTo>
                    <a:pt x="2797" y="3761"/>
                  </a:lnTo>
                  <a:lnTo>
                    <a:pt x="3765" y="5732"/>
                  </a:lnTo>
                  <a:lnTo>
                    <a:pt x="7952" y="9069"/>
                  </a:lnTo>
                  <a:lnTo>
                    <a:pt x="12648" y="3428"/>
                  </a:lnTo>
                  <a:lnTo>
                    <a:pt x="1447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h596"/>
            <p:cNvSpPr/>
            <p:nvPr/>
          </p:nvSpPr>
          <p:spPr>
            <a:xfrm>
              <a:off x="2734284" y="3375061"/>
              <a:ext cx="30915" cy="21330"/>
            </a:xfrm>
            <a:custGeom>
              <a:avLst/>
              <a:pathLst>
                <a:path w="30915" h="21330">
                  <a:moveTo>
                    <a:pt x="19441" y="734"/>
                  </a:moveTo>
                  <a:lnTo>
                    <a:pt x="23554" y="5340"/>
                  </a:lnTo>
                  <a:lnTo>
                    <a:pt x="26193" y="10603"/>
                  </a:lnTo>
                  <a:lnTo>
                    <a:pt x="30915" y="16600"/>
                  </a:lnTo>
                  <a:lnTo>
                    <a:pt x="28776" y="19733"/>
                  </a:lnTo>
                  <a:lnTo>
                    <a:pt x="26566" y="15864"/>
                  </a:lnTo>
                  <a:lnTo>
                    <a:pt x="15181" y="21330"/>
                  </a:lnTo>
                  <a:lnTo>
                    <a:pt x="10369" y="19208"/>
                  </a:lnTo>
                  <a:lnTo>
                    <a:pt x="7582" y="19441"/>
                  </a:lnTo>
                  <a:lnTo>
                    <a:pt x="7433" y="13832"/>
                  </a:lnTo>
                  <a:lnTo>
                    <a:pt x="6023" y="10427"/>
                  </a:lnTo>
                  <a:lnTo>
                    <a:pt x="4227" y="8343"/>
                  </a:lnTo>
                  <a:lnTo>
                    <a:pt x="383" y="9620"/>
                  </a:lnTo>
                  <a:lnTo>
                    <a:pt x="0" y="8888"/>
                  </a:lnTo>
                  <a:lnTo>
                    <a:pt x="4276" y="4580"/>
                  </a:lnTo>
                  <a:lnTo>
                    <a:pt x="7922" y="2357"/>
                  </a:lnTo>
                  <a:lnTo>
                    <a:pt x="15289" y="3946"/>
                  </a:lnTo>
                  <a:lnTo>
                    <a:pt x="15976" y="1812"/>
                  </a:lnTo>
                  <a:lnTo>
                    <a:pt x="1787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h597"/>
            <p:cNvSpPr/>
            <p:nvPr/>
          </p:nvSpPr>
          <p:spPr>
            <a:xfrm>
              <a:off x="2732274" y="3437028"/>
              <a:ext cx="29448" cy="20161"/>
            </a:xfrm>
            <a:custGeom>
              <a:avLst/>
              <a:pathLst>
                <a:path w="29448" h="20161">
                  <a:moveTo>
                    <a:pt x="14961" y="551"/>
                  </a:moveTo>
                  <a:lnTo>
                    <a:pt x="19672" y="1077"/>
                  </a:lnTo>
                  <a:lnTo>
                    <a:pt x="22212" y="2587"/>
                  </a:lnTo>
                  <a:lnTo>
                    <a:pt x="29448" y="13561"/>
                  </a:lnTo>
                  <a:lnTo>
                    <a:pt x="20914" y="17176"/>
                  </a:lnTo>
                  <a:lnTo>
                    <a:pt x="16180" y="20161"/>
                  </a:lnTo>
                  <a:lnTo>
                    <a:pt x="14090" y="17284"/>
                  </a:lnTo>
                  <a:lnTo>
                    <a:pt x="8507" y="13809"/>
                  </a:lnTo>
                  <a:lnTo>
                    <a:pt x="6352" y="13001"/>
                  </a:lnTo>
                  <a:lnTo>
                    <a:pt x="5707" y="14462"/>
                  </a:lnTo>
                  <a:lnTo>
                    <a:pt x="4152" y="15082"/>
                  </a:lnTo>
                  <a:lnTo>
                    <a:pt x="1006" y="11537"/>
                  </a:lnTo>
                  <a:lnTo>
                    <a:pt x="0" y="7469"/>
                  </a:lnTo>
                  <a:lnTo>
                    <a:pt x="4" y="6266"/>
                  </a:lnTo>
                  <a:lnTo>
                    <a:pt x="2716" y="2990"/>
                  </a:lnTo>
                  <a:lnTo>
                    <a:pt x="6972" y="96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h598"/>
            <p:cNvSpPr/>
            <p:nvPr/>
          </p:nvSpPr>
          <p:spPr>
            <a:xfrm>
              <a:off x="2757645" y="3299414"/>
              <a:ext cx="12880" cy="18436"/>
            </a:xfrm>
            <a:custGeom>
              <a:avLst/>
              <a:pathLst>
                <a:path w="12880" h="18436">
                  <a:moveTo>
                    <a:pt x="11507" y="3274"/>
                  </a:moveTo>
                  <a:lnTo>
                    <a:pt x="12880" y="9522"/>
                  </a:lnTo>
                  <a:lnTo>
                    <a:pt x="10369" y="9890"/>
                  </a:lnTo>
                  <a:lnTo>
                    <a:pt x="8729" y="11531"/>
                  </a:lnTo>
                  <a:lnTo>
                    <a:pt x="10797" y="17293"/>
                  </a:lnTo>
                  <a:lnTo>
                    <a:pt x="8922" y="18436"/>
                  </a:lnTo>
                  <a:lnTo>
                    <a:pt x="1396" y="11352"/>
                  </a:lnTo>
                  <a:lnTo>
                    <a:pt x="506" y="9830"/>
                  </a:lnTo>
                  <a:lnTo>
                    <a:pt x="1039" y="7817"/>
                  </a:lnTo>
                  <a:lnTo>
                    <a:pt x="2100" y="7387"/>
                  </a:lnTo>
                  <a:lnTo>
                    <a:pt x="0" y="2568"/>
                  </a:lnTo>
                  <a:lnTo>
                    <a:pt x="3959" y="2325"/>
                  </a:lnTo>
                  <a:lnTo>
                    <a:pt x="903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h599"/>
            <p:cNvSpPr/>
            <p:nvPr/>
          </p:nvSpPr>
          <p:spPr>
            <a:xfrm>
              <a:off x="2499407" y="3372567"/>
              <a:ext cx="49800" cy="24750"/>
            </a:xfrm>
            <a:custGeom>
              <a:avLst/>
              <a:pathLst>
                <a:path w="49800" h="24750">
                  <a:moveTo>
                    <a:pt x="15404" y="0"/>
                  </a:moveTo>
                  <a:lnTo>
                    <a:pt x="21641" y="3462"/>
                  </a:lnTo>
                  <a:lnTo>
                    <a:pt x="27181" y="5129"/>
                  </a:lnTo>
                  <a:lnTo>
                    <a:pt x="29709" y="6411"/>
                  </a:lnTo>
                  <a:lnTo>
                    <a:pt x="29868" y="11021"/>
                  </a:lnTo>
                  <a:lnTo>
                    <a:pt x="33100" y="14047"/>
                  </a:lnTo>
                  <a:lnTo>
                    <a:pt x="38755" y="15673"/>
                  </a:lnTo>
                  <a:lnTo>
                    <a:pt x="39997" y="15077"/>
                  </a:lnTo>
                  <a:lnTo>
                    <a:pt x="42035" y="19793"/>
                  </a:lnTo>
                  <a:lnTo>
                    <a:pt x="45716" y="20692"/>
                  </a:lnTo>
                  <a:lnTo>
                    <a:pt x="48771" y="22940"/>
                  </a:lnTo>
                  <a:lnTo>
                    <a:pt x="49800" y="24438"/>
                  </a:lnTo>
                  <a:lnTo>
                    <a:pt x="49215" y="24750"/>
                  </a:lnTo>
                  <a:lnTo>
                    <a:pt x="0" y="7768"/>
                  </a:lnTo>
                  <a:lnTo>
                    <a:pt x="45" y="6841"/>
                  </a:lnTo>
                  <a:lnTo>
                    <a:pt x="7472" y="9369"/>
                  </a:lnTo>
                  <a:lnTo>
                    <a:pt x="9024" y="9152"/>
                  </a:lnTo>
                  <a:lnTo>
                    <a:pt x="11418" y="7142"/>
                  </a:lnTo>
                  <a:lnTo>
                    <a:pt x="6669" y="3277"/>
                  </a:lnTo>
                  <a:lnTo>
                    <a:pt x="7419" y="2094"/>
                  </a:lnTo>
                  <a:lnTo>
                    <a:pt x="9950" y="1307"/>
                  </a:lnTo>
                  <a:lnTo>
                    <a:pt x="9625" y="2490"/>
                  </a:lnTo>
                  <a:lnTo>
                    <a:pt x="13301" y="260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h600"/>
            <p:cNvSpPr/>
            <p:nvPr/>
          </p:nvSpPr>
          <p:spPr>
            <a:xfrm>
              <a:off x="2634584" y="3188556"/>
              <a:ext cx="32021" cy="26549"/>
            </a:xfrm>
            <a:custGeom>
              <a:avLst/>
              <a:pathLst>
                <a:path w="32021" h="26549">
                  <a:moveTo>
                    <a:pt x="9947" y="0"/>
                  </a:moveTo>
                  <a:lnTo>
                    <a:pt x="12438" y="504"/>
                  </a:lnTo>
                  <a:lnTo>
                    <a:pt x="14341" y="1258"/>
                  </a:lnTo>
                  <a:lnTo>
                    <a:pt x="16610" y="5209"/>
                  </a:lnTo>
                  <a:lnTo>
                    <a:pt x="18007" y="5861"/>
                  </a:lnTo>
                  <a:lnTo>
                    <a:pt x="22620" y="12793"/>
                  </a:lnTo>
                  <a:lnTo>
                    <a:pt x="32021" y="14431"/>
                  </a:lnTo>
                  <a:lnTo>
                    <a:pt x="28000" y="19221"/>
                  </a:lnTo>
                  <a:lnTo>
                    <a:pt x="22193" y="19661"/>
                  </a:lnTo>
                  <a:lnTo>
                    <a:pt x="16510" y="21803"/>
                  </a:lnTo>
                  <a:lnTo>
                    <a:pt x="14484" y="25410"/>
                  </a:lnTo>
                  <a:lnTo>
                    <a:pt x="13092" y="26549"/>
                  </a:lnTo>
                  <a:lnTo>
                    <a:pt x="11923" y="26503"/>
                  </a:lnTo>
                  <a:lnTo>
                    <a:pt x="8632" y="23490"/>
                  </a:lnTo>
                  <a:lnTo>
                    <a:pt x="1036" y="22773"/>
                  </a:lnTo>
                  <a:lnTo>
                    <a:pt x="0" y="20639"/>
                  </a:lnTo>
                  <a:lnTo>
                    <a:pt x="712" y="20449"/>
                  </a:lnTo>
                  <a:lnTo>
                    <a:pt x="3861" y="13768"/>
                  </a:lnTo>
                  <a:lnTo>
                    <a:pt x="4498" y="8187"/>
                  </a:lnTo>
                  <a:lnTo>
                    <a:pt x="3186" y="3332"/>
                  </a:lnTo>
                  <a:lnTo>
                    <a:pt x="7292" y="52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h601"/>
            <p:cNvSpPr/>
            <p:nvPr/>
          </p:nvSpPr>
          <p:spPr>
            <a:xfrm>
              <a:off x="2607079" y="3160190"/>
              <a:ext cx="32413" cy="17442"/>
            </a:xfrm>
            <a:custGeom>
              <a:avLst/>
              <a:pathLst>
                <a:path w="32413" h="17442">
                  <a:moveTo>
                    <a:pt x="9608" y="1901"/>
                  </a:moveTo>
                  <a:lnTo>
                    <a:pt x="13461" y="8475"/>
                  </a:lnTo>
                  <a:lnTo>
                    <a:pt x="14690" y="7890"/>
                  </a:lnTo>
                  <a:lnTo>
                    <a:pt x="14437" y="6115"/>
                  </a:lnTo>
                  <a:lnTo>
                    <a:pt x="15011" y="5760"/>
                  </a:lnTo>
                  <a:lnTo>
                    <a:pt x="18627" y="5955"/>
                  </a:lnTo>
                  <a:lnTo>
                    <a:pt x="19867" y="6402"/>
                  </a:lnTo>
                  <a:lnTo>
                    <a:pt x="19785" y="7121"/>
                  </a:lnTo>
                  <a:lnTo>
                    <a:pt x="19849" y="8632"/>
                  </a:lnTo>
                  <a:lnTo>
                    <a:pt x="21221" y="10351"/>
                  </a:lnTo>
                  <a:lnTo>
                    <a:pt x="25503" y="11795"/>
                  </a:lnTo>
                  <a:lnTo>
                    <a:pt x="30618" y="8214"/>
                  </a:lnTo>
                  <a:lnTo>
                    <a:pt x="32413" y="12911"/>
                  </a:lnTo>
                  <a:lnTo>
                    <a:pt x="28553" y="17442"/>
                  </a:lnTo>
                  <a:lnTo>
                    <a:pt x="25439" y="17270"/>
                  </a:lnTo>
                  <a:lnTo>
                    <a:pt x="23891" y="14776"/>
                  </a:lnTo>
                  <a:lnTo>
                    <a:pt x="22627" y="14143"/>
                  </a:lnTo>
                  <a:lnTo>
                    <a:pt x="19301" y="16883"/>
                  </a:lnTo>
                  <a:lnTo>
                    <a:pt x="15772" y="16919"/>
                  </a:lnTo>
                  <a:lnTo>
                    <a:pt x="11113" y="12764"/>
                  </a:lnTo>
                  <a:lnTo>
                    <a:pt x="7097" y="12431"/>
                  </a:lnTo>
                  <a:lnTo>
                    <a:pt x="4988" y="11241"/>
                  </a:lnTo>
                  <a:lnTo>
                    <a:pt x="0" y="6517"/>
                  </a:lnTo>
                  <a:lnTo>
                    <a:pt x="4271" y="6765"/>
                  </a:lnTo>
                  <a:lnTo>
                    <a:pt x="7425" y="9722"/>
                  </a:lnTo>
                  <a:lnTo>
                    <a:pt x="8415" y="9513"/>
                  </a:lnTo>
                  <a:lnTo>
                    <a:pt x="3646" y="2322"/>
                  </a:lnTo>
                  <a:lnTo>
                    <a:pt x="513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h602"/>
            <p:cNvSpPr/>
            <p:nvPr/>
          </p:nvSpPr>
          <p:spPr>
            <a:xfrm>
              <a:off x="2696205" y="3325841"/>
              <a:ext cx="14687" cy="19420"/>
            </a:xfrm>
            <a:custGeom>
              <a:avLst/>
              <a:pathLst>
                <a:path w="14687" h="19420">
                  <a:moveTo>
                    <a:pt x="13798" y="7365"/>
                  </a:moveTo>
                  <a:lnTo>
                    <a:pt x="14687" y="10946"/>
                  </a:lnTo>
                  <a:lnTo>
                    <a:pt x="12950" y="14370"/>
                  </a:lnTo>
                  <a:lnTo>
                    <a:pt x="13058" y="16512"/>
                  </a:lnTo>
                  <a:lnTo>
                    <a:pt x="12501" y="18950"/>
                  </a:lnTo>
                  <a:lnTo>
                    <a:pt x="10815" y="19420"/>
                  </a:lnTo>
                  <a:lnTo>
                    <a:pt x="7360" y="15844"/>
                  </a:lnTo>
                  <a:lnTo>
                    <a:pt x="4618" y="14761"/>
                  </a:lnTo>
                  <a:lnTo>
                    <a:pt x="702" y="15791"/>
                  </a:lnTo>
                  <a:lnTo>
                    <a:pt x="0" y="13376"/>
                  </a:lnTo>
                  <a:lnTo>
                    <a:pt x="1655" y="4362"/>
                  </a:lnTo>
                  <a:lnTo>
                    <a:pt x="4703" y="0"/>
                  </a:lnTo>
                  <a:lnTo>
                    <a:pt x="7416" y="17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h603"/>
            <p:cNvSpPr/>
            <p:nvPr/>
          </p:nvSpPr>
          <p:spPr>
            <a:xfrm>
              <a:off x="2646507" y="3200435"/>
              <a:ext cx="48211" cy="74178"/>
            </a:xfrm>
            <a:custGeom>
              <a:avLst/>
              <a:pathLst>
                <a:path w="48211" h="74178">
                  <a:moveTo>
                    <a:pt x="36311" y="0"/>
                  </a:moveTo>
                  <a:lnTo>
                    <a:pt x="37769" y="5624"/>
                  </a:lnTo>
                  <a:lnTo>
                    <a:pt x="42703" y="9116"/>
                  </a:lnTo>
                  <a:lnTo>
                    <a:pt x="45489" y="13087"/>
                  </a:lnTo>
                  <a:lnTo>
                    <a:pt x="45618" y="14472"/>
                  </a:lnTo>
                  <a:lnTo>
                    <a:pt x="44556" y="16589"/>
                  </a:lnTo>
                  <a:lnTo>
                    <a:pt x="45841" y="17913"/>
                  </a:lnTo>
                  <a:lnTo>
                    <a:pt x="45368" y="19018"/>
                  </a:lnTo>
                  <a:lnTo>
                    <a:pt x="46316" y="21428"/>
                  </a:lnTo>
                  <a:lnTo>
                    <a:pt x="46342" y="28561"/>
                  </a:lnTo>
                  <a:lnTo>
                    <a:pt x="47555" y="28428"/>
                  </a:lnTo>
                  <a:lnTo>
                    <a:pt x="48211" y="29170"/>
                  </a:lnTo>
                  <a:lnTo>
                    <a:pt x="46343" y="30554"/>
                  </a:lnTo>
                  <a:lnTo>
                    <a:pt x="32947" y="30937"/>
                  </a:lnTo>
                  <a:lnTo>
                    <a:pt x="29862" y="33966"/>
                  </a:lnTo>
                  <a:lnTo>
                    <a:pt x="27706" y="46621"/>
                  </a:lnTo>
                  <a:lnTo>
                    <a:pt x="26078" y="47433"/>
                  </a:lnTo>
                  <a:lnTo>
                    <a:pt x="24890" y="51264"/>
                  </a:lnTo>
                  <a:lnTo>
                    <a:pt x="29209" y="56493"/>
                  </a:lnTo>
                  <a:lnTo>
                    <a:pt x="31563" y="56970"/>
                  </a:lnTo>
                  <a:lnTo>
                    <a:pt x="31710" y="60265"/>
                  </a:lnTo>
                  <a:lnTo>
                    <a:pt x="28247" y="61073"/>
                  </a:lnTo>
                  <a:lnTo>
                    <a:pt x="31217" y="67610"/>
                  </a:lnTo>
                  <a:lnTo>
                    <a:pt x="26273" y="74178"/>
                  </a:lnTo>
                  <a:lnTo>
                    <a:pt x="23064" y="72254"/>
                  </a:lnTo>
                  <a:lnTo>
                    <a:pt x="18173" y="71170"/>
                  </a:lnTo>
                  <a:lnTo>
                    <a:pt x="13556" y="73083"/>
                  </a:lnTo>
                  <a:lnTo>
                    <a:pt x="9884" y="71675"/>
                  </a:lnTo>
                  <a:lnTo>
                    <a:pt x="9774" y="62431"/>
                  </a:lnTo>
                  <a:lnTo>
                    <a:pt x="12885" y="56199"/>
                  </a:lnTo>
                  <a:lnTo>
                    <a:pt x="12561" y="50592"/>
                  </a:lnTo>
                  <a:lnTo>
                    <a:pt x="14444" y="44520"/>
                  </a:lnTo>
                  <a:lnTo>
                    <a:pt x="7795" y="42519"/>
                  </a:lnTo>
                  <a:lnTo>
                    <a:pt x="5702" y="38922"/>
                  </a:lnTo>
                  <a:lnTo>
                    <a:pt x="6893" y="37036"/>
                  </a:lnTo>
                  <a:lnTo>
                    <a:pt x="7472" y="29701"/>
                  </a:lnTo>
                  <a:lnTo>
                    <a:pt x="6101" y="27572"/>
                  </a:lnTo>
                  <a:lnTo>
                    <a:pt x="3283" y="26713"/>
                  </a:lnTo>
                  <a:lnTo>
                    <a:pt x="2319" y="23573"/>
                  </a:lnTo>
                  <a:lnTo>
                    <a:pt x="3698" y="20405"/>
                  </a:lnTo>
                  <a:lnTo>
                    <a:pt x="5389" y="22133"/>
                  </a:lnTo>
                  <a:lnTo>
                    <a:pt x="8019" y="19872"/>
                  </a:lnTo>
                  <a:lnTo>
                    <a:pt x="1437" y="18603"/>
                  </a:lnTo>
                  <a:lnTo>
                    <a:pt x="140" y="19124"/>
                  </a:lnTo>
                  <a:lnTo>
                    <a:pt x="0" y="14623"/>
                  </a:lnTo>
                  <a:lnTo>
                    <a:pt x="1169" y="14669"/>
                  </a:lnTo>
                  <a:lnTo>
                    <a:pt x="2560" y="13531"/>
                  </a:lnTo>
                  <a:lnTo>
                    <a:pt x="4587" y="9923"/>
                  </a:lnTo>
                  <a:lnTo>
                    <a:pt x="10270" y="7781"/>
                  </a:lnTo>
                  <a:lnTo>
                    <a:pt x="16076" y="7341"/>
                  </a:lnTo>
                  <a:lnTo>
                    <a:pt x="20098" y="2551"/>
                  </a:lnTo>
                  <a:lnTo>
                    <a:pt x="28153" y="2138"/>
                  </a:lnTo>
                  <a:lnTo>
                    <a:pt x="27892" y="3175"/>
                  </a:lnTo>
                  <a:lnTo>
                    <a:pt x="30162" y="4737"/>
                  </a:lnTo>
                  <a:lnTo>
                    <a:pt x="31068" y="2983"/>
                  </a:lnTo>
                  <a:lnTo>
                    <a:pt x="34180" y="56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h604"/>
            <p:cNvSpPr/>
            <p:nvPr/>
          </p:nvSpPr>
          <p:spPr>
            <a:xfrm>
              <a:off x="2753931" y="3453312"/>
              <a:ext cx="18253" cy="28977"/>
            </a:xfrm>
            <a:custGeom>
              <a:avLst/>
              <a:pathLst>
                <a:path w="18253" h="28977">
                  <a:moveTo>
                    <a:pt x="12612" y="46"/>
                  </a:moveTo>
                  <a:lnTo>
                    <a:pt x="16987" y="2352"/>
                  </a:lnTo>
                  <a:lnTo>
                    <a:pt x="18253" y="8939"/>
                  </a:lnTo>
                  <a:lnTo>
                    <a:pt x="18220" y="14201"/>
                  </a:lnTo>
                  <a:lnTo>
                    <a:pt x="14698" y="14658"/>
                  </a:lnTo>
                  <a:lnTo>
                    <a:pt x="14113" y="17133"/>
                  </a:lnTo>
                  <a:lnTo>
                    <a:pt x="14595" y="22633"/>
                  </a:lnTo>
                  <a:lnTo>
                    <a:pt x="10937" y="24913"/>
                  </a:lnTo>
                  <a:lnTo>
                    <a:pt x="9205" y="28977"/>
                  </a:lnTo>
                  <a:lnTo>
                    <a:pt x="7064" y="25546"/>
                  </a:lnTo>
                  <a:lnTo>
                    <a:pt x="1366" y="20123"/>
                  </a:lnTo>
                  <a:lnTo>
                    <a:pt x="0" y="17900"/>
                  </a:lnTo>
                  <a:lnTo>
                    <a:pt x="8568" y="16091"/>
                  </a:lnTo>
                  <a:lnTo>
                    <a:pt x="8186" y="11469"/>
                  </a:lnTo>
                  <a:lnTo>
                    <a:pt x="4837" y="9460"/>
                  </a:lnTo>
                  <a:lnTo>
                    <a:pt x="4751" y="8318"/>
                  </a:lnTo>
                  <a:lnTo>
                    <a:pt x="10874" y="4979"/>
                  </a:lnTo>
                  <a:lnTo>
                    <a:pt x="1065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h605"/>
            <p:cNvSpPr/>
            <p:nvPr/>
          </p:nvSpPr>
          <p:spPr>
            <a:xfrm>
              <a:off x="2728264" y="3386563"/>
              <a:ext cx="13722" cy="17483"/>
            </a:xfrm>
            <a:custGeom>
              <a:avLst/>
              <a:pathLst>
                <a:path w="13722" h="17483">
                  <a:moveTo>
                    <a:pt x="3824" y="20"/>
                  </a:moveTo>
                  <a:lnTo>
                    <a:pt x="6748" y="18"/>
                  </a:lnTo>
                  <a:lnTo>
                    <a:pt x="10356" y="2175"/>
                  </a:lnTo>
                  <a:lnTo>
                    <a:pt x="13453" y="2330"/>
                  </a:lnTo>
                  <a:lnTo>
                    <a:pt x="13602" y="7940"/>
                  </a:lnTo>
                  <a:lnTo>
                    <a:pt x="12537" y="9941"/>
                  </a:lnTo>
                  <a:lnTo>
                    <a:pt x="13722" y="16680"/>
                  </a:lnTo>
                  <a:lnTo>
                    <a:pt x="12958" y="17483"/>
                  </a:lnTo>
                  <a:lnTo>
                    <a:pt x="7359" y="13689"/>
                  </a:lnTo>
                  <a:lnTo>
                    <a:pt x="4173" y="5479"/>
                  </a:lnTo>
                  <a:lnTo>
                    <a:pt x="550" y="2731"/>
                  </a:lnTo>
                  <a:lnTo>
                    <a:pt x="0" y="1591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h606"/>
            <p:cNvSpPr/>
            <p:nvPr/>
          </p:nvSpPr>
          <p:spPr>
            <a:xfrm>
              <a:off x="2762076" y="2941160"/>
              <a:ext cx="19695" cy="16255"/>
            </a:xfrm>
            <a:custGeom>
              <a:avLst/>
              <a:pathLst>
                <a:path w="19695" h="16255">
                  <a:moveTo>
                    <a:pt x="19695" y="3098"/>
                  </a:moveTo>
                  <a:lnTo>
                    <a:pt x="18534" y="7287"/>
                  </a:lnTo>
                  <a:lnTo>
                    <a:pt x="15401" y="13145"/>
                  </a:lnTo>
                  <a:lnTo>
                    <a:pt x="14975" y="15333"/>
                  </a:lnTo>
                  <a:lnTo>
                    <a:pt x="11787" y="16255"/>
                  </a:lnTo>
                  <a:lnTo>
                    <a:pt x="9335" y="14692"/>
                  </a:lnTo>
                  <a:lnTo>
                    <a:pt x="7860" y="15059"/>
                  </a:lnTo>
                  <a:lnTo>
                    <a:pt x="6311" y="14329"/>
                  </a:lnTo>
                  <a:lnTo>
                    <a:pt x="4491" y="13540"/>
                  </a:lnTo>
                  <a:lnTo>
                    <a:pt x="3913" y="13740"/>
                  </a:lnTo>
                  <a:lnTo>
                    <a:pt x="0" y="12908"/>
                  </a:lnTo>
                  <a:lnTo>
                    <a:pt x="4824" y="6703"/>
                  </a:lnTo>
                  <a:lnTo>
                    <a:pt x="8714" y="3639"/>
                  </a:lnTo>
                  <a:lnTo>
                    <a:pt x="11985" y="3931"/>
                  </a:lnTo>
                  <a:lnTo>
                    <a:pt x="16355" y="1339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h607"/>
            <p:cNvSpPr/>
            <p:nvPr/>
          </p:nvSpPr>
          <p:spPr>
            <a:xfrm>
              <a:off x="2660342" y="2987146"/>
              <a:ext cx="17371" cy="9736"/>
            </a:xfrm>
            <a:custGeom>
              <a:avLst/>
              <a:pathLst>
                <a:path w="17371" h="9736">
                  <a:moveTo>
                    <a:pt x="14024" y="1093"/>
                  </a:moveTo>
                  <a:lnTo>
                    <a:pt x="12092" y="3118"/>
                  </a:lnTo>
                  <a:lnTo>
                    <a:pt x="17371" y="6763"/>
                  </a:lnTo>
                  <a:lnTo>
                    <a:pt x="17134" y="7976"/>
                  </a:lnTo>
                  <a:lnTo>
                    <a:pt x="11068" y="7916"/>
                  </a:lnTo>
                  <a:lnTo>
                    <a:pt x="6964" y="9736"/>
                  </a:lnTo>
                  <a:lnTo>
                    <a:pt x="3305" y="9259"/>
                  </a:lnTo>
                  <a:lnTo>
                    <a:pt x="0" y="7704"/>
                  </a:lnTo>
                  <a:lnTo>
                    <a:pt x="3229" y="4394"/>
                  </a:lnTo>
                  <a:lnTo>
                    <a:pt x="10069" y="1896"/>
                  </a:lnTo>
                  <a:lnTo>
                    <a:pt x="10280" y="514"/>
                  </a:lnTo>
                  <a:lnTo>
                    <a:pt x="1334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h608"/>
            <p:cNvSpPr/>
            <p:nvPr/>
          </p:nvSpPr>
          <p:spPr>
            <a:xfrm>
              <a:off x="2729605" y="2899545"/>
              <a:ext cx="35198" cy="26045"/>
            </a:xfrm>
            <a:custGeom>
              <a:avLst/>
              <a:pathLst>
                <a:path w="35198" h="26045">
                  <a:moveTo>
                    <a:pt x="34849" y="4272"/>
                  </a:moveTo>
                  <a:lnTo>
                    <a:pt x="26987" y="13915"/>
                  </a:lnTo>
                  <a:lnTo>
                    <a:pt x="28974" y="21123"/>
                  </a:lnTo>
                  <a:lnTo>
                    <a:pt x="25782" y="20252"/>
                  </a:lnTo>
                  <a:lnTo>
                    <a:pt x="25344" y="17695"/>
                  </a:lnTo>
                  <a:lnTo>
                    <a:pt x="24001" y="16538"/>
                  </a:lnTo>
                  <a:lnTo>
                    <a:pt x="21692" y="16383"/>
                  </a:lnTo>
                  <a:lnTo>
                    <a:pt x="16570" y="20659"/>
                  </a:lnTo>
                  <a:lnTo>
                    <a:pt x="9132" y="22503"/>
                  </a:lnTo>
                  <a:lnTo>
                    <a:pt x="9397" y="24139"/>
                  </a:lnTo>
                  <a:lnTo>
                    <a:pt x="8475" y="26045"/>
                  </a:lnTo>
                  <a:lnTo>
                    <a:pt x="3962" y="24345"/>
                  </a:lnTo>
                  <a:lnTo>
                    <a:pt x="4243" y="24966"/>
                  </a:lnTo>
                  <a:lnTo>
                    <a:pt x="2361" y="24725"/>
                  </a:lnTo>
                  <a:lnTo>
                    <a:pt x="2289" y="24010"/>
                  </a:lnTo>
                  <a:lnTo>
                    <a:pt x="4264" y="23516"/>
                  </a:lnTo>
                  <a:lnTo>
                    <a:pt x="4261" y="19998"/>
                  </a:lnTo>
                  <a:lnTo>
                    <a:pt x="1343" y="14840"/>
                  </a:lnTo>
                  <a:lnTo>
                    <a:pt x="1495" y="9893"/>
                  </a:lnTo>
                  <a:lnTo>
                    <a:pt x="0" y="8265"/>
                  </a:lnTo>
                  <a:lnTo>
                    <a:pt x="5324" y="6342"/>
                  </a:lnTo>
                  <a:lnTo>
                    <a:pt x="8532" y="10130"/>
                  </a:lnTo>
                  <a:lnTo>
                    <a:pt x="13713" y="8185"/>
                  </a:lnTo>
                  <a:lnTo>
                    <a:pt x="19648" y="2227"/>
                  </a:lnTo>
                  <a:lnTo>
                    <a:pt x="22032" y="3369"/>
                  </a:lnTo>
                  <a:lnTo>
                    <a:pt x="22187" y="4993"/>
                  </a:lnTo>
                  <a:lnTo>
                    <a:pt x="21263" y="7608"/>
                  </a:lnTo>
                  <a:lnTo>
                    <a:pt x="23142" y="9092"/>
                  </a:lnTo>
                  <a:lnTo>
                    <a:pt x="30275" y="5191"/>
                  </a:lnTo>
                  <a:lnTo>
                    <a:pt x="3519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h609"/>
            <p:cNvSpPr/>
            <p:nvPr/>
          </p:nvSpPr>
          <p:spPr>
            <a:xfrm>
              <a:off x="2720775" y="2843389"/>
              <a:ext cx="17599" cy="47099"/>
            </a:xfrm>
            <a:custGeom>
              <a:avLst/>
              <a:pathLst>
                <a:path w="17599" h="47099">
                  <a:moveTo>
                    <a:pt x="6485" y="0"/>
                  </a:moveTo>
                  <a:lnTo>
                    <a:pt x="5102" y="4534"/>
                  </a:lnTo>
                  <a:lnTo>
                    <a:pt x="4763" y="16878"/>
                  </a:lnTo>
                  <a:lnTo>
                    <a:pt x="6174" y="25293"/>
                  </a:lnTo>
                  <a:lnTo>
                    <a:pt x="8978" y="32743"/>
                  </a:lnTo>
                  <a:lnTo>
                    <a:pt x="8786" y="35283"/>
                  </a:lnTo>
                  <a:lnTo>
                    <a:pt x="10294" y="36897"/>
                  </a:lnTo>
                  <a:lnTo>
                    <a:pt x="15978" y="34363"/>
                  </a:lnTo>
                  <a:lnTo>
                    <a:pt x="17599" y="35678"/>
                  </a:lnTo>
                  <a:lnTo>
                    <a:pt x="14445" y="42055"/>
                  </a:lnTo>
                  <a:lnTo>
                    <a:pt x="15669" y="44224"/>
                  </a:lnTo>
                  <a:lnTo>
                    <a:pt x="9695" y="47099"/>
                  </a:lnTo>
                  <a:lnTo>
                    <a:pt x="6463" y="46222"/>
                  </a:lnTo>
                  <a:lnTo>
                    <a:pt x="5404" y="44539"/>
                  </a:lnTo>
                  <a:lnTo>
                    <a:pt x="5250" y="43600"/>
                  </a:lnTo>
                  <a:lnTo>
                    <a:pt x="6183" y="44191"/>
                  </a:lnTo>
                  <a:lnTo>
                    <a:pt x="9066" y="41929"/>
                  </a:lnTo>
                  <a:lnTo>
                    <a:pt x="7774" y="39629"/>
                  </a:lnTo>
                  <a:lnTo>
                    <a:pt x="7103" y="39509"/>
                  </a:lnTo>
                  <a:lnTo>
                    <a:pt x="6872" y="40526"/>
                  </a:lnTo>
                  <a:lnTo>
                    <a:pt x="2282" y="38129"/>
                  </a:lnTo>
                  <a:lnTo>
                    <a:pt x="0" y="31760"/>
                  </a:lnTo>
                  <a:lnTo>
                    <a:pt x="1460" y="31383"/>
                  </a:lnTo>
                  <a:lnTo>
                    <a:pt x="3363" y="30367"/>
                  </a:lnTo>
                  <a:lnTo>
                    <a:pt x="4608" y="22772"/>
                  </a:lnTo>
                  <a:lnTo>
                    <a:pt x="2114" y="19593"/>
                  </a:lnTo>
                  <a:lnTo>
                    <a:pt x="699" y="16135"/>
                  </a:lnTo>
                  <a:lnTo>
                    <a:pt x="4159" y="6656"/>
                  </a:lnTo>
                  <a:lnTo>
                    <a:pt x="3814" y="4210"/>
                  </a:lnTo>
                  <a:lnTo>
                    <a:pt x="470" y="141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h610"/>
            <p:cNvSpPr/>
            <p:nvPr/>
          </p:nvSpPr>
          <p:spPr>
            <a:xfrm>
              <a:off x="2761071" y="2867665"/>
              <a:ext cx="19189" cy="18687"/>
            </a:xfrm>
            <a:custGeom>
              <a:avLst/>
              <a:pathLst>
                <a:path w="19189" h="18687">
                  <a:moveTo>
                    <a:pt x="9149" y="1316"/>
                  </a:moveTo>
                  <a:lnTo>
                    <a:pt x="12404" y="3751"/>
                  </a:lnTo>
                  <a:lnTo>
                    <a:pt x="13144" y="5449"/>
                  </a:lnTo>
                  <a:lnTo>
                    <a:pt x="12092" y="6284"/>
                  </a:lnTo>
                  <a:lnTo>
                    <a:pt x="13544" y="7539"/>
                  </a:lnTo>
                  <a:lnTo>
                    <a:pt x="14751" y="7888"/>
                  </a:lnTo>
                  <a:lnTo>
                    <a:pt x="16782" y="7086"/>
                  </a:lnTo>
                  <a:lnTo>
                    <a:pt x="17473" y="9457"/>
                  </a:lnTo>
                  <a:lnTo>
                    <a:pt x="19189" y="9621"/>
                  </a:lnTo>
                  <a:lnTo>
                    <a:pt x="17446" y="12904"/>
                  </a:lnTo>
                  <a:lnTo>
                    <a:pt x="13250" y="16441"/>
                  </a:lnTo>
                  <a:lnTo>
                    <a:pt x="11531" y="17541"/>
                  </a:lnTo>
                  <a:lnTo>
                    <a:pt x="6954" y="17594"/>
                  </a:lnTo>
                  <a:lnTo>
                    <a:pt x="3449" y="18687"/>
                  </a:lnTo>
                  <a:lnTo>
                    <a:pt x="1792" y="17329"/>
                  </a:lnTo>
                  <a:lnTo>
                    <a:pt x="2536" y="16752"/>
                  </a:lnTo>
                  <a:lnTo>
                    <a:pt x="840" y="14093"/>
                  </a:lnTo>
                  <a:lnTo>
                    <a:pt x="1078" y="10326"/>
                  </a:lnTo>
                  <a:lnTo>
                    <a:pt x="3191" y="9568"/>
                  </a:lnTo>
                  <a:lnTo>
                    <a:pt x="3531" y="7518"/>
                  </a:lnTo>
                  <a:lnTo>
                    <a:pt x="2660" y="4226"/>
                  </a:lnTo>
                  <a:lnTo>
                    <a:pt x="0" y="3532"/>
                  </a:lnTo>
                  <a:lnTo>
                    <a:pt x="801" y="1901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h611"/>
            <p:cNvSpPr/>
            <p:nvPr/>
          </p:nvSpPr>
          <p:spPr>
            <a:xfrm>
              <a:off x="2727916" y="2881821"/>
              <a:ext cx="26585" cy="25988"/>
            </a:xfrm>
            <a:custGeom>
              <a:avLst/>
              <a:pathLst>
                <a:path w="26585" h="25988">
                  <a:moveTo>
                    <a:pt x="26585" y="0"/>
                  </a:moveTo>
                  <a:lnTo>
                    <a:pt x="26114" y="2350"/>
                  </a:lnTo>
                  <a:lnTo>
                    <a:pt x="23734" y="5292"/>
                  </a:lnTo>
                  <a:lnTo>
                    <a:pt x="19233" y="6790"/>
                  </a:lnTo>
                  <a:lnTo>
                    <a:pt x="16965" y="6158"/>
                  </a:lnTo>
                  <a:lnTo>
                    <a:pt x="16465" y="6665"/>
                  </a:lnTo>
                  <a:lnTo>
                    <a:pt x="15745" y="10459"/>
                  </a:lnTo>
                  <a:lnTo>
                    <a:pt x="19698" y="12794"/>
                  </a:lnTo>
                  <a:lnTo>
                    <a:pt x="17576" y="16012"/>
                  </a:lnTo>
                  <a:lnTo>
                    <a:pt x="13898" y="17773"/>
                  </a:lnTo>
                  <a:lnTo>
                    <a:pt x="7357" y="17947"/>
                  </a:lnTo>
                  <a:lnTo>
                    <a:pt x="4596" y="20636"/>
                  </a:lnTo>
                  <a:lnTo>
                    <a:pt x="5189" y="22752"/>
                  </a:lnTo>
                  <a:lnTo>
                    <a:pt x="7014" y="24065"/>
                  </a:lnTo>
                  <a:lnTo>
                    <a:pt x="1689" y="25988"/>
                  </a:lnTo>
                  <a:lnTo>
                    <a:pt x="0" y="22047"/>
                  </a:lnTo>
                  <a:lnTo>
                    <a:pt x="2552" y="17497"/>
                  </a:lnTo>
                  <a:lnTo>
                    <a:pt x="2511" y="15349"/>
                  </a:lnTo>
                  <a:lnTo>
                    <a:pt x="730" y="12891"/>
                  </a:lnTo>
                  <a:lnTo>
                    <a:pt x="2555" y="8667"/>
                  </a:lnTo>
                  <a:lnTo>
                    <a:pt x="8528" y="5792"/>
                  </a:lnTo>
                  <a:lnTo>
                    <a:pt x="11043" y="6303"/>
                  </a:lnTo>
                  <a:lnTo>
                    <a:pt x="15626" y="5274"/>
                  </a:lnTo>
                  <a:lnTo>
                    <a:pt x="21705" y="124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h612"/>
            <p:cNvSpPr/>
            <p:nvPr/>
          </p:nvSpPr>
          <p:spPr>
            <a:xfrm>
              <a:off x="2657276" y="2958225"/>
              <a:ext cx="24316" cy="21742"/>
            </a:xfrm>
            <a:custGeom>
              <a:avLst/>
              <a:pathLst>
                <a:path w="24316" h="21742">
                  <a:moveTo>
                    <a:pt x="22415" y="0"/>
                  </a:moveTo>
                  <a:lnTo>
                    <a:pt x="24131" y="3207"/>
                  </a:lnTo>
                  <a:lnTo>
                    <a:pt x="21837" y="6213"/>
                  </a:lnTo>
                  <a:lnTo>
                    <a:pt x="21175" y="11418"/>
                  </a:lnTo>
                  <a:lnTo>
                    <a:pt x="24316" y="15227"/>
                  </a:lnTo>
                  <a:lnTo>
                    <a:pt x="20935" y="15862"/>
                  </a:lnTo>
                  <a:lnTo>
                    <a:pt x="16646" y="21742"/>
                  </a:lnTo>
                  <a:lnTo>
                    <a:pt x="14819" y="21364"/>
                  </a:lnTo>
                  <a:lnTo>
                    <a:pt x="12166" y="20632"/>
                  </a:lnTo>
                  <a:lnTo>
                    <a:pt x="9866" y="19707"/>
                  </a:lnTo>
                  <a:lnTo>
                    <a:pt x="7448" y="15196"/>
                  </a:lnTo>
                  <a:lnTo>
                    <a:pt x="7660" y="12612"/>
                  </a:lnTo>
                  <a:lnTo>
                    <a:pt x="567" y="10819"/>
                  </a:lnTo>
                  <a:lnTo>
                    <a:pt x="0" y="10370"/>
                  </a:lnTo>
                  <a:lnTo>
                    <a:pt x="745" y="9218"/>
                  </a:lnTo>
                  <a:lnTo>
                    <a:pt x="11191" y="10331"/>
                  </a:lnTo>
                  <a:lnTo>
                    <a:pt x="12470" y="9871"/>
                  </a:lnTo>
                  <a:lnTo>
                    <a:pt x="13184" y="8523"/>
                  </a:lnTo>
                  <a:lnTo>
                    <a:pt x="13688" y="11359"/>
                  </a:lnTo>
                  <a:lnTo>
                    <a:pt x="15552" y="11053"/>
                  </a:lnTo>
                  <a:lnTo>
                    <a:pt x="18030" y="9187"/>
                  </a:lnTo>
                  <a:lnTo>
                    <a:pt x="18192" y="7267"/>
                  </a:lnTo>
                  <a:lnTo>
                    <a:pt x="16877" y="36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h613"/>
            <p:cNvSpPr/>
            <p:nvPr/>
          </p:nvSpPr>
          <p:spPr>
            <a:xfrm>
              <a:off x="2746778" y="2841148"/>
              <a:ext cx="8459" cy="9692"/>
            </a:xfrm>
            <a:custGeom>
              <a:avLst/>
              <a:pathLst>
                <a:path w="8459" h="9692">
                  <a:moveTo>
                    <a:pt x="8289" y="4825"/>
                  </a:moveTo>
                  <a:lnTo>
                    <a:pt x="8459" y="6660"/>
                  </a:lnTo>
                  <a:lnTo>
                    <a:pt x="6830" y="9439"/>
                  </a:lnTo>
                  <a:lnTo>
                    <a:pt x="4980" y="9692"/>
                  </a:lnTo>
                  <a:lnTo>
                    <a:pt x="1501" y="8588"/>
                  </a:lnTo>
                  <a:lnTo>
                    <a:pt x="0" y="5672"/>
                  </a:lnTo>
                  <a:lnTo>
                    <a:pt x="4588" y="1790"/>
                  </a:lnTo>
                  <a:lnTo>
                    <a:pt x="413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h614"/>
            <p:cNvSpPr/>
            <p:nvPr/>
          </p:nvSpPr>
          <p:spPr>
            <a:xfrm>
              <a:off x="2650822" y="2945743"/>
              <a:ext cx="23997" cy="22813"/>
            </a:xfrm>
            <a:custGeom>
              <a:avLst/>
              <a:pathLst>
                <a:path w="23997" h="22813">
                  <a:moveTo>
                    <a:pt x="13185" y="0"/>
                  </a:moveTo>
                  <a:lnTo>
                    <a:pt x="23884" y="193"/>
                  </a:lnTo>
                  <a:lnTo>
                    <a:pt x="23997" y="5230"/>
                  </a:lnTo>
                  <a:lnTo>
                    <a:pt x="21069" y="7748"/>
                  </a:lnTo>
                  <a:lnTo>
                    <a:pt x="18611" y="7201"/>
                  </a:lnTo>
                  <a:lnTo>
                    <a:pt x="15736" y="7886"/>
                  </a:lnTo>
                  <a:lnTo>
                    <a:pt x="15682" y="9002"/>
                  </a:lnTo>
                  <a:lnTo>
                    <a:pt x="20881" y="18544"/>
                  </a:lnTo>
                  <a:lnTo>
                    <a:pt x="19638" y="21005"/>
                  </a:lnTo>
                  <a:lnTo>
                    <a:pt x="18924" y="22353"/>
                  </a:lnTo>
                  <a:lnTo>
                    <a:pt x="17645" y="22813"/>
                  </a:lnTo>
                  <a:lnTo>
                    <a:pt x="7198" y="21700"/>
                  </a:lnTo>
                  <a:lnTo>
                    <a:pt x="2880" y="21278"/>
                  </a:lnTo>
                  <a:lnTo>
                    <a:pt x="2623" y="18257"/>
                  </a:lnTo>
                  <a:lnTo>
                    <a:pt x="0" y="14458"/>
                  </a:lnTo>
                  <a:lnTo>
                    <a:pt x="2395" y="14166"/>
                  </a:lnTo>
                  <a:lnTo>
                    <a:pt x="7256" y="11362"/>
                  </a:lnTo>
                  <a:lnTo>
                    <a:pt x="8874" y="3350"/>
                  </a:lnTo>
                  <a:lnTo>
                    <a:pt x="8313" y="101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h615"/>
            <p:cNvSpPr/>
            <p:nvPr/>
          </p:nvSpPr>
          <p:spPr>
            <a:xfrm>
              <a:off x="2705968" y="2992954"/>
              <a:ext cx="16152" cy="15994"/>
            </a:xfrm>
            <a:custGeom>
              <a:avLst/>
              <a:pathLst>
                <a:path w="16152" h="15994">
                  <a:moveTo>
                    <a:pt x="8559" y="1442"/>
                  </a:moveTo>
                  <a:lnTo>
                    <a:pt x="11026" y="2090"/>
                  </a:lnTo>
                  <a:lnTo>
                    <a:pt x="13485" y="3023"/>
                  </a:lnTo>
                  <a:lnTo>
                    <a:pt x="16152" y="7598"/>
                  </a:lnTo>
                  <a:lnTo>
                    <a:pt x="14840" y="9470"/>
                  </a:lnTo>
                  <a:lnTo>
                    <a:pt x="9755" y="15704"/>
                  </a:lnTo>
                  <a:lnTo>
                    <a:pt x="6202" y="13612"/>
                  </a:lnTo>
                  <a:lnTo>
                    <a:pt x="5619" y="14893"/>
                  </a:lnTo>
                  <a:lnTo>
                    <a:pt x="5193" y="15994"/>
                  </a:lnTo>
                  <a:lnTo>
                    <a:pt x="4098" y="14918"/>
                  </a:lnTo>
                  <a:lnTo>
                    <a:pt x="4173" y="10793"/>
                  </a:lnTo>
                  <a:lnTo>
                    <a:pt x="1026" y="5054"/>
                  </a:lnTo>
                  <a:lnTo>
                    <a:pt x="0" y="262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h616"/>
            <p:cNvSpPr/>
            <p:nvPr/>
          </p:nvSpPr>
          <p:spPr>
            <a:xfrm>
              <a:off x="2666505" y="2950974"/>
              <a:ext cx="13981" cy="18610"/>
            </a:xfrm>
            <a:custGeom>
              <a:avLst/>
              <a:pathLst>
                <a:path w="13981" h="18610">
                  <a:moveTo>
                    <a:pt x="12896" y="3998"/>
                  </a:moveTo>
                  <a:lnTo>
                    <a:pt x="13981" y="6899"/>
                  </a:lnTo>
                  <a:lnTo>
                    <a:pt x="13186" y="7251"/>
                  </a:lnTo>
                  <a:lnTo>
                    <a:pt x="7648" y="10905"/>
                  </a:lnTo>
                  <a:lnTo>
                    <a:pt x="8963" y="14519"/>
                  </a:lnTo>
                  <a:lnTo>
                    <a:pt x="8802" y="16439"/>
                  </a:lnTo>
                  <a:lnTo>
                    <a:pt x="6323" y="18305"/>
                  </a:lnTo>
                  <a:lnTo>
                    <a:pt x="4459" y="18610"/>
                  </a:lnTo>
                  <a:lnTo>
                    <a:pt x="3955" y="15775"/>
                  </a:lnTo>
                  <a:lnTo>
                    <a:pt x="5198" y="13314"/>
                  </a:lnTo>
                  <a:lnTo>
                    <a:pt x="0" y="3772"/>
                  </a:lnTo>
                  <a:lnTo>
                    <a:pt x="53" y="2656"/>
                  </a:lnTo>
                  <a:lnTo>
                    <a:pt x="2928" y="1970"/>
                  </a:lnTo>
                  <a:lnTo>
                    <a:pt x="5386" y="2517"/>
                  </a:lnTo>
                  <a:lnTo>
                    <a:pt x="8314" y="0"/>
                  </a:lnTo>
                  <a:lnTo>
                    <a:pt x="9835" y="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h617"/>
            <p:cNvSpPr/>
            <p:nvPr/>
          </p:nvSpPr>
          <p:spPr>
            <a:xfrm>
              <a:off x="2716995" y="2995044"/>
              <a:ext cx="37812" cy="27905"/>
            </a:xfrm>
            <a:custGeom>
              <a:avLst/>
              <a:pathLst>
                <a:path w="37812" h="27905">
                  <a:moveTo>
                    <a:pt x="7011" y="534"/>
                  </a:moveTo>
                  <a:lnTo>
                    <a:pt x="8994" y="1711"/>
                  </a:lnTo>
                  <a:lnTo>
                    <a:pt x="7402" y="5590"/>
                  </a:lnTo>
                  <a:lnTo>
                    <a:pt x="11190" y="5873"/>
                  </a:lnTo>
                  <a:lnTo>
                    <a:pt x="13922" y="4720"/>
                  </a:lnTo>
                  <a:lnTo>
                    <a:pt x="20000" y="5271"/>
                  </a:lnTo>
                  <a:lnTo>
                    <a:pt x="21537" y="6808"/>
                  </a:lnTo>
                  <a:lnTo>
                    <a:pt x="21652" y="9320"/>
                  </a:lnTo>
                  <a:lnTo>
                    <a:pt x="23623" y="9381"/>
                  </a:lnTo>
                  <a:lnTo>
                    <a:pt x="27613" y="6933"/>
                  </a:lnTo>
                  <a:lnTo>
                    <a:pt x="30264" y="4165"/>
                  </a:lnTo>
                  <a:lnTo>
                    <a:pt x="31174" y="4746"/>
                  </a:lnTo>
                  <a:lnTo>
                    <a:pt x="29460" y="8902"/>
                  </a:lnTo>
                  <a:lnTo>
                    <a:pt x="35601" y="11816"/>
                  </a:lnTo>
                  <a:lnTo>
                    <a:pt x="37594" y="13898"/>
                  </a:lnTo>
                  <a:lnTo>
                    <a:pt x="37812" y="15181"/>
                  </a:lnTo>
                  <a:lnTo>
                    <a:pt x="36752" y="17736"/>
                  </a:lnTo>
                  <a:lnTo>
                    <a:pt x="32272" y="17328"/>
                  </a:lnTo>
                  <a:lnTo>
                    <a:pt x="31988" y="21059"/>
                  </a:lnTo>
                  <a:lnTo>
                    <a:pt x="25907" y="24037"/>
                  </a:lnTo>
                  <a:lnTo>
                    <a:pt x="21616" y="25014"/>
                  </a:lnTo>
                  <a:lnTo>
                    <a:pt x="19869" y="25380"/>
                  </a:lnTo>
                  <a:lnTo>
                    <a:pt x="20204" y="27429"/>
                  </a:lnTo>
                  <a:lnTo>
                    <a:pt x="19628" y="27905"/>
                  </a:lnTo>
                  <a:lnTo>
                    <a:pt x="17035" y="25483"/>
                  </a:lnTo>
                  <a:lnTo>
                    <a:pt x="18651" y="22564"/>
                  </a:lnTo>
                  <a:lnTo>
                    <a:pt x="15086" y="22682"/>
                  </a:lnTo>
                  <a:lnTo>
                    <a:pt x="13009" y="21264"/>
                  </a:lnTo>
                  <a:lnTo>
                    <a:pt x="9822" y="19786"/>
                  </a:lnTo>
                  <a:lnTo>
                    <a:pt x="11140" y="13742"/>
                  </a:lnTo>
                  <a:lnTo>
                    <a:pt x="3814" y="7379"/>
                  </a:lnTo>
                  <a:lnTo>
                    <a:pt x="5125" y="5508"/>
                  </a:lnTo>
                  <a:lnTo>
                    <a:pt x="2458" y="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h618"/>
            <p:cNvSpPr/>
            <p:nvPr/>
          </p:nvSpPr>
          <p:spPr>
            <a:xfrm>
              <a:off x="2688020" y="2840159"/>
              <a:ext cx="26404" cy="22894"/>
            </a:xfrm>
            <a:custGeom>
              <a:avLst/>
              <a:pathLst>
                <a:path w="26404" h="22894">
                  <a:moveTo>
                    <a:pt x="26404" y="6522"/>
                  </a:moveTo>
                  <a:lnTo>
                    <a:pt x="20940" y="9178"/>
                  </a:lnTo>
                  <a:lnTo>
                    <a:pt x="20999" y="11630"/>
                  </a:lnTo>
                  <a:lnTo>
                    <a:pt x="19895" y="13456"/>
                  </a:lnTo>
                  <a:lnTo>
                    <a:pt x="13894" y="16154"/>
                  </a:lnTo>
                  <a:lnTo>
                    <a:pt x="12019" y="19386"/>
                  </a:lnTo>
                  <a:lnTo>
                    <a:pt x="11709" y="21918"/>
                  </a:lnTo>
                  <a:lnTo>
                    <a:pt x="10725" y="22569"/>
                  </a:lnTo>
                  <a:lnTo>
                    <a:pt x="9895" y="22112"/>
                  </a:lnTo>
                  <a:lnTo>
                    <a:pt x="9624" y="21241"/>
                  </a:lnTo>
                  <a:lnTo>
                    <a:pt x="6865" y="22894"/>
                  </a:lnTo>
                  <a:lnTo>
                    <a:pt x="5518" y="22580"/>
                  </a:lnTo>
                  <a:lnTo>
                    <a:pt x="2308" y="19343"/>
                  </a:lnTo>
                  <a:lnTo>
                    <a:pt x="759" y="16726"/>
                  </a:lnTo>
                  <a:lnTo>
                    <a:pt x="0" y="12865"/>
                  </a:lnTo>
                  <a:lnTo>
                    <a:pt x="1588" y="11054"/>
                  </a:lnTo>
                  <a:lnTo>
                    <a:pt x="59" y="8368"/>
                  </a:lnTo>
                  <a:lnTo>
                    <a:pt x="4653" y="4672"/>
                  </a:lnTo>
                  <a:lnTo>
                    <a:pt x="11545" y="3979"/>
                  </a:lnTo>
                  <a:lnTo>
                    <a:pt x="1653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h619"/>
            <p:cNvSpPr/>
            <p:nvPr/>
          </p:nvSpPr>
          <p:spPr>
            <a:xfrm>
              <a:off x="2768542" y="2954306"/>
              <a:ext cx="18517" cy="18441"/>
            </a:xfrm>
            <a:custGeom>
              <a:avLst/>
              <a:pathLst>
                <a:path w="18517" h="18441">
                  <a:moveTo>
                    <a:pt x="11230" y="1918"/>
                  </a:moveTo>
                  <a:lnTo>
                    <a:pt x="14099" y="4737"/>
                  </a:lnTo>
                  <a:lnTo>
                    <a:pt x="15299" y="8505"/>
                  </a:lnTo>
                  <a:lnTo>
                    <a:pt x="16264" y="13738"/>
                  </a:lnTo>
                  <a:lnTo>
                    <a:pt x="18517" y="14655"/>
                  </a:lnTo>
                  <a:lnTo>
                    <a:pt x="16559" y="15994"/>
                  </a:lnTo>
                  <a:lnTo>
                    <a:pt x="14861" y="15139"/>
                  </a:lnTo>
                  <a:lnTo>
                    <a:pt x="9451" y="18441"/>
                  </a:lnTo>
                  <a:lnTo>
                    <a:pt x="5581" y="15808"/>
                  </a:lnTo>
                  <a:lnTo>
                    <a:pt x="1360" y="13822"/>
                  </a:lnTo>
                  <a:lnTo>
                    <a:pt x="0" y="7212"/>
                  </a:lnTo>
                  <a:lnTo>
                    <a:pt x="1756" y="3877"/>
                  </a:lnTo>
                  <a:lnTo>
                    <a:pt x="1395" y="1913"/>
                  </a:lnTo>
                  <a:lnTo>
                    <a:pt x="2869" y="1547"/>
                  </a:lnTo>
                  <a:lnTo>
                    <a:pt x="5322" y="3109"/>
                  </a:lnTo>
                  <a:lnTo>
                    <a:pt x="8509" y="2187"/>
                  </a:lnTo>
                  <a:lnTo>
                    <a:pt x="8935" y="0"/>
                  </a:lnTo>
                  <a:lnTo>
                    <a:pt x="11814" y="77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h620"/>
            <p:cNvSpPr/>
            <p:nvPr/>
          </p:nvSpPr>
          <p:spPr>
            <a:xfrm>
              <a:off x="2765990" y="2954700"/>
              <a:ext cx="2397" cy="1668"/>
            </a:xfrm>
            <a:custGeom>
              <a:avLst/>
              <a:pathLst>
                <a:path w="2397" h="1668">
                  <a:moveTo>
                    <a:pt x="214" y="1668"/>
                  </a:moveTo>
                  <a:lnTo>
                    <a:pt x="0" y="200"/>
                  </a:lnTo>
                  <a:lnTo>
                    <a:pt x="578" y="0"/>
                  </a:lnTo>
                  <a:lnTo>
                    <a:pt x="2397" y="78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h621"/>
            <p:cNvSpPr/>
            <p:nvPr/>
          </p:nvSpPr>
          <p:spPr>
            <a:xfrm>
              <a:off x="2733193" y="2915928"/>
              <a:ext cx="22194" cy="28129"/>
            </a:xfrm>
            <a:custGeom>
              <a:avLst/>
              <a:pathLst>
                <a:path w="22194" h="28129">
                  <a:moveTo>
                    <a:pt x="20414" y="154"/>
                  </a:moveTo>
                  <a:lnTo>
                    <a:pt x="21756" y="1311"/>
                  </a:lnTo>
                  <a:lnTo>
                    <a:pt x="22194" y="3868"/>
                  </a:lnTo>
                  <a:lnTo>
                    <a:pt x="20139" y="5783"/>
                  </a:lnTo>
                  <a:lnTo>
                    <a:pt x="20017" y="10152"/>
                  </a:lnTo>
                  <a:lnTo>
                    <a:pt x="18614" y="12849"/>
                  </a:lnTo>
                  <a:lnTo>
                    <a:pt x="15825" y="15401"/>
                  </a:lnTo>
                  <a:lnTo>
                    <a:pt x="11226" y="17306"/>
                  </a:lnTo>
                  <a:lnTo>
                    <a:pt x="16685" y="23566"/>
                  </a:lnTo>
                  <a:lnTo>
                    <a:pt x="17210" y="25457"/>
                  </a:lnTo>
                  <a:lnTo>
                    <a:pt x="12418" y="24534"/>
                  </a:lnTo>
                  <a:lnTo>
                    <a:pt x="11127" y="24998"/>
                  </a:lnTo>
                  <a:lnTo>
                    <a:pt x="10516" y="26568"/>
                  </a:lnTo>
                  <a:lnTo>
                    <a:pt x="8209" y="28129"/>
                  </a:lnTo>
                  <a:lnTo>
                    <a:pt x="3374" y="25095"/>
                  </a:lnTo>
                  <a:lnTo>
                    <a:pt x="4042" y="23791"/>
                  </a:lnTo>
                  <a:lnTo>
                    <a:pt x="0" y="15037"/>
                  </a:lnTo>
                  <a:lnTo>
                    <a:pt x="655" y="8583"/>
                  </a:lnTo>
                  <a:lnTo>
                    <a:pt x="374" y="7962"/>
                  </a:lnTo>
                  <a:lnTo>
                    <a:pt x="4888" y="9662"/>
                  </a:lnTo>
                  <a:lnTo>
                    <a:pt x="5809" y="7756"/>
                  </a:lnTo>
                  <a:lnTo>
                    <a:pt x="5544" y="6120"/>
                  </a:lnTo>
                  <a:lnTo>
                    <a:pt x="12983" y="4275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h622"/>
            <p:cNvSpPr/>
            <p:nvPr/>
          </p:nvSpPr>
          <p:spPr>
            <a:xfrm>
              <a:off x="2698862" y="2901564"/>
              <a:ext cx="38373" cy="46217"/>
            </a:xfrm>
            <a:custGeom>
              <a:avLst/>
              <a:pathLst>
                <a:path w="38373" h="46217">
                  <a:moveTo>
                    <a:pt x="29053" y="2304"/>
                  </a:moveTo>
                  <a:lnTo>
                    <a:pt x="30743" y="6246"/>
                  </a:lnTo>
                  <a:lnTo>
                    <a:pt x="32238" y="7874"/>
                  </a:lnTo>
                  <a:lnTo>
                    <a:pt x="32086" y="12821"/>
                  </a:lnTo>
                  <a:lnTo>
                    <a:pt x="35004" y="17979"/>
                  </a:lnTo>
                  <a:lnTo>
                    <a:pt x="35007" y="21497"/>
                  </a:lnTo>
                  <a:lnTo>
                    <a:pt x="33032" y="21991"/>
                  </a:lnTo>
                  <a:lnTo>
                    <a:pt x="33104" y="22706"/>
                  </a:lnTo>
                  <a:lnTo>
                    <a:pt x="34986" y="22947"/>
                  </a:lnTo>
                  <a:lnTo>
                    <a:pt x="34330" y="29401"/>
                  </a:lnTo>
                  <a:lnTo>
                    <a:pt x="38373" y="38155"/>
                  </a:lnTo>
                  <a:lnTo>
                    <a:pt x="37704" y="39460"/>
                  </a:lnTo>
                  <a:lnTo>
                    <a:pt x="37020" y="38578"/>
                  </a:lnTo>
                  <a:lnTo>
                    <a:pt x="31003" y="38328"/>
                  </a:lnTo>
                  <a:lnTo>
                    <a:pt x="24063" y="39927"/>
                  </a:lnTo>
                  <a:lnTo>
                    <a:pt x="19938" y="46137"/>
                  </a:lnTo>
                  <a:lnTo>
                    <a:pt x="18899" y="46217"/>
                  </a:lnTo>
                  <a:lnTo>
                    <a:pt x="18898" y="44576"/>
                  </a:lnTo>
                  <a:lnTo>
                    <a:pt x="17479" y="43040"/>
                  </a:lnTo>
                  <a:lnTo>
                    <a:pt x="15423" y="44056"/>
                  </a:lnTo>
                  <a:lnTo>
                    <a:pt x="10124" y="42099"/>
                  </a:lnTo>
                  <a:lnTo>
                    <a:pt x="7777" y="40372"/>
                  </a:lnTo>
                  <a:lnTo>
                    <a:pt x="9017" y="36866"/>
                  </a:lnTo>
                  <a:lnTo>
                    <a:pt x="6276" y="32425"/>
                  </a:lnTo>
                  <a:lnTo>
                    <a:pt x="2024" y="28685"/>
                  </a:lnTo>
                  <a:lnTo>
                    <a:pt x="459" y="26841"/>
                  </a:lnTo>
                  <a:lnTo>
                    <a:pt x="0" y="23730"/>
                  </a:lnTo>
                  <a:lnTo>
                    <a:pt x="4276" y="13726"/>
                  </a:lnTo>
                  <a:lnTo>
                    <a:pt x="3803" y="12016"/>
                  </a:lnTo>
                  <a:lnTo>
                    <a:pt x="8628" y="9291"/>
                  </a:lnTo>
                  <a:lnTo>
                    <a:pt x="7953" y="6080"/>
                  </a:lnTo>
                  <a:lnTo>
                    <a:pt x="8857" y="3670"/>
                  </a:lnTo>
                  <a:lnTo>
                    <a:pt x="13445" y="3373"/>
                  </a:lnTo>
                  <a:lnTo>
                    <a:pt x="14421" y="3958"/>
                  </a:lnTo>
                  <a:lnTo>
                    <a:pt x="15106" y="6349"/>
                  </a:lnTo>
                  <a:lnTo>
                    <a:pt x="25590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h623"/>
            <p:cNvSpPr/>
            <p:nvPr/>
          </p:nvSpPr>
          <p:spPr>
            <a:xfrm>
              <a:off x="2695779" y="2888555"/>
              <a:ext cx="28673" cy="26390"/>
            </a:xfrm>
            <a:custGeom>
              <a:avLst/>
              <a:pathLst>
                <a:path w="28673" h="26390">
                  <a:moveTo>
                    <a:pt x="12029" y="0"/>
                  </a:moveTo>
                  <a:lnTo>
                    <a:pt x="13544" y="2572"/>
                  </a:lnTo>
                  <a:lnTo>
                    <a:pt x="13456" y="6491"/>
                  </a:lnTo>
                  <a:lnTo>
                    <a:pt x="17196" y="9577"/>
                  </a:lnTo>
                  <a:lnTo>
                    <a:pt x="19460" y="9265"/>
                  </a:lnTo>
                  <a:lnTo>
                    <a:pt x="25295" y="5422"/>
                  </a:lnTo>
                  <a:lnTo>
                    <a:pt x="28673" y="13008"/>
                  </a:lnTo>
                  <a:lnTo>
                    <a:pt x="18190" y="19358"/>
                  </a:lnTo>
                  <a:lnTo>
                    <a:pt x="17505" y="16967"/>
                  </a:lnTo>
                  <a:lnTo>
                    <a:pt x="16528" y="16382"/>
                  </a:lnTo>
                  <a:lnTo>
                    <a:pt x="11940" y="16678"/>
                  </a:lnTo>
                  <a:lnTo>
                    <a:pt x="11036" y="19088"/>
                  </a:lnTo>
                  <a:lnTo>
                    <a:pt x="11712" y="22300"/>
                  </a:lnTo>
                  <a:lnTo>
                    <a:pt x="6886" y="25025"/>
                  </a:lnTo>
                  <a:lnTo>
                    <a:pt x="5269" y="26390"/>
                  </a:lnTo>
                  <a:lnTo>
                    <a:pt x="0" y="14285"/>
                  </a:lnTo>
                  <a:lnTo>
                    <a:pt x="5457" y="7892"/>
                  </a:lnTo>
                  <a:lnTo>
                    <a:pt x="10531" y="27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h624"/>
            <p:cNvSpPr/>
            <p:nvPr/>
          </p:nvSpPr>
          <p:spPr>
            <a:xfrm>
              <a:off x="2729832" y="2982188"/>
              <a:ext cx="18074" cy="22238"/>
            </a:xfrm>
            <a:custGeom>
              <a:avLst/>
              <a:pathLst>
                <a:path w="18074" h="22238">
                  <a:moveTo>
                    <a:pt x="16897" y="6275"/>
                  </a:moveTo>
                  <a:lnTo>
                    <a:pt x="18074" y="7114"/>
                  </a:lnTo>
                  <a:lnTo>
                    <a:pt x="13228" y="13659"/>
                  </a:lnTo>
                  <a:lnTo>
                    <a:pt x="17944" y="16056"/>
                  </a:lnTo>
                  <a:lnTo>
                    <a:pt x="17427" y="17022"/>
                  </a:lnTo>
                  <a:lnTo>
                    <a:pt x="14775" y="19790"/>
                  </a:lnTo>
                  <a:lnTo>
                    <a:pt x="10785" y="22238"/>
                  </a:lnTo>
                  <a:lnTo>
                    <a:pt x="8815" y="22177"/>
                  </a:lnTo>
                  <a:lnTo>
                    <a:pt x="8700" y="19665"/>
                  </a:lnTo>
                  <a:lnTo>
                    <a:pt x="7163" y="18127"/>
                  </a:lnTo>
                  <a:lnTo>
                    <a:pt x="1084" y="17576"/>
                  </a:lnTo>
                  <a:lnTo>
                    <a:pt x="0" y="15298"/>
                  </a:lnTo>
                  <a:lnTo>
                    <a:pt x="471" y="13507"/>
                  </a:lnTo>
                  <a:lnTo>
                    <a:pt x="3622" y="12385"/>
                  </a:lnTo>
                  <a:lnTo>
                    <a:pt x="7632" y="1862"/>
                  </a:lnTo>
                  <a:lnTo>
                    <a:pt x="8806" y="3095"/>
                  </a:lnTo>
                  <a:lnTo>
                    <a:pt x="12719" y="4037"/>
                  </a:lnTo>
                  <a:lnTo>
                    <a:pt x="14794" y="646"/>
                  </a:lnTo>
                  <a:lnTo>
                    <a:pt x="15187" y="588"/>
                  </a:lnTo>
                  <a:lnTo>
                    <a:pt x="1741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h625"/>
            <p:cNvSpPr/>
            <p:nvPr/>
          </p:nvSpPr>
          <p:spPr>
            <a:xfrm>
              <a:off x="2678211" y="2961367"/>
              <a:ext cx="15576" cy="14101"/>
            </a:xfrm>
            <a:custGeom>
              <a:avLst/>
              <a:pathLst>
                <a:path w="15576" h="14101">
                  <a:moveTo>
                    <a:pt x="8935" y="2108"/>
                  </a:moveTo>
                  <a:lnTo>
                    <a:pt x="9551" y="5280"/>
                  </a:lnTo>
                  <a:lnTo>
                    <a:pt x="15454" y="3339"/>
                  </a:lnTo>
                  <a:lnTo>
                    <a:pt x="15576" y="6238"/>
                  </a:lnTo>
                  <a:lnTo>
                    <a:pt x="12331" y="13314"/>
                  </a:lnTo>
                  <a:lnTo>
                    <a:pt x="10537" y="12703"/>
                  </a:lnTo>
                  <a:lnTo>
                    <a:pt x="5960" y="12871"/>
                  </a:lnTo>
                  <a:lnTo>
                    <a:pt x="4612" y="13033"/>
                  </a:lnTo>
                  <a:lnTo>
                    <a:pt x="4067" y="14101"/>
                  </a:lnTo>
                  <a:lnTo>
                    <a:pt x="147" y="13441"/>
                  </a:lnTo>
                  <a:lnTo>
                    <a:pt x="0" y="12720"/>
                  </a:lnTo>
                  <a:lnTo>
                    <a:pt x="3380" y="12085"/>
                  </a:lnTo>
                  <a:lnTo>
                    <a:pt x="239" y="8277"/>
                  </a:lnTo>
                  <a:lnTo>
                    <a:pt x="901" y="3071"/>
                  </a:lnTo>
                  <a:lnTo>
                    <a:pt x="3195" y="65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h626"/>
            <p:cNvSpPr/>
            <p:nvPr/>
          </p:nvSpPr>
          <p:spPr>
            <a:xfrm>
              <a:off x="2686586" y="2974636"/>
              <a:ext cx="36139" cy="29419"/>
            </a:xfrm>
            <a:custGeom>
              <a:avLst/>
              <a:pathLst>
                <a:path w="36139" h="29419">
                  <a:moveTo>
                    <a:pt x="15562" y="667"/>
                  </a:moveTo>
                  <a:lnTo>
                    <a:pt x="29224" y="4242"/>
                  </a:lnTo>
                  <a:lnTo>
                    <a:pt x="30263" y="4943"/>
                  </a:lnTo>
                  <a:lnTo>
                    <a:pt x="32331" y="1338"/>
                  </a:lnTo>
                  <a:lnTo>
                    <a:pt x="36139" y="1376"/>
                  </a:lnTo>
                  <a:lnTo>
                    <a:pt x="35446" y="5462"/>
                  </a:lnTo>
                  <a:lnTo>
                    <a:pt x="33735" y="7938"/>
                  </a:lnTo>
                  <a:lnTo>
                    <a:pt x="32468" y="7019"/>
                  </a:lnTo>
                  <a:lnTo>
                    <a:pt x="28374" y="7981"/>
                  </a:lnTo>
                  <a:lnTo>
                    <a:pt x="26575" y="9701"/>
                  </a:lnTo>
                  <a:lnTo>
                    <a:pt x="27941" y="19760"/>
                  </a:lnTo>
                  <a:lnTo>
                    <a:pt x="19862" y="18318"/>
                  </a:lnTo>
                  <a:lnTo>
                    <a:pt x="14168" y="19231"/>
                  </a:lnTo>
                  <a:lnTo>
                    <a:pt x="10696" y="16420"/>
                  </a:lnTo>
                  <a:lnTo>
                    <a:pt x="8615" y="17739"/>
                  </a:lnTo>
                  <a:lnTo>
                    <a:pt x="7785" y="23303"/>
                  </a:lnTo>
                  <a:lnTo>
                    <a:pt x="9046" y="29307"/>
                  </a:lnTo>
                  <a:lnTo>
                    <a:pt x="6129" y="29419"/>
                  </a:lnTo>
                  <a:lnTo>
                    <a:pt x="3313" y="23819"/>
                  </a:lnTo>
                  <a:lnTo>
                    <a:pt x="619" y="22520"/>
                  </a:lnTo>
                  <a:lnTo>
                    <a:pt x="0" y="19995"/>
                  </a:lnTo>
                  <a:lnTo>
                    <a:pt x="1199" y="15438"/>
                  </a:lnTo>
                  <a:lnTo>
                    <a:pt x="5025" y="15373"/>
                  </a:lnTo>
                  <a:lnTo>
                    <a:pt x="7989" y="13961"/>
                  </a:lnTo>
                  <a:lnTo>
                    <a:pt x="8795" y="9187"/>
                  </a:lnTo>
                  <a:lnTo>
                    <a:pt x="7592" y="6749"/>
                  </a:lnTo>
                  <a:lnTo>
                    <a:pt x="9430" y="3704"/>
                  </a:lnTo>
                  <a:lnTo>
                    <a:pt x="11497" y="4447"/>
                  </a:lnTo>
                  <a:lnTo>
                    <a:pt x="12461" y="3611"/>
                  </a:lnTo>
                  <a:lnTo>
                    <a:pt x="1284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h627"/>
            <p:cNvSpPr/>
            <p:nvPr/>
          </p:nvSpPr>
          <p:spPr>
            <a:xfrm>
              <a:off x="2740194" y="2952544"/>
              <a:ext cx="20922" cy="32420"/>
            </a:xfrm>
            <a:custGeom>
              <a:avLst/>
              <a:pathLst>
                <a:path w="20922" h="32420">
                  <a:moveTo>
                    <a:pt x="20510" y="1371"/>
                  </a:moveTo>
                  <a:lnTo>
                    <a:pt x="17802" y="3988"/>
                  </a:lnTo>
                  <a:lnTo>
                    <a:pt x="17065" y="6437"/>
                  </a:lnTo>
                  <a:lnTo>
                    <a:pt x="20922" y="17715"/>
                  </a:lnTo>
                  <a:lnTo>
                    <a:pt x="19768" y="25304"/>
                  </a:lnTo>
                  <a:lnTo>
                    <a:pt x="17441" y="30065"/>
                  </a:lnTo>
                  <a:lnTo>
                    <a:pt x="15366" y="32420"/>
                  </a:lnTo>
                  <a:lnTo>
                    <a:pt x="8323" y="29667"/>
                  </a:lnTo>
                  <a:lnTo>
                    <a:pt x="9729" y="26424"/>
                  </a:lnTo>
                  <a:lnTo>
                    <a:pt x="9964" y="22451"/>
                  </a:lnTo>
                  <a:lnTo>
                    <a:pt x="9681" y="22025"/>
                  </a:lnTo>
                  <a:lnTo>
                    <a:pt x="9048" y="23045"/>
                  </a:lnTo>
                  <a:lnTo>
                    <a:pt x="6602" y="23881"/>
                  </a:lnTo>
                  <a:lnTo>
                    <a:pt x="1228" y="20878"/>
                  </a:lnTo>
                  <a:lnTo>
                    <a:pt x="746" y="15542"/>
                  </a:lnTo>
                  <a:lnTo>
                    <a:pt x="1435" y="14288"/>
                  </a:lnTo>
                  <a:lnTo>
                    <a:pt x="0" y="11955"/>
                  </a:lnTo>
                  <a:lnTo>
                    <a:pt x="616" y="9723"/>
                  </a:lnTo>
                  <a:lnTo>
                    <a:pt x="5714" y="5472"/>
                  </a:lnTo>
                  <a:lnTo>
                    <a:pt x="9936" y="3802"/>
                  </a:lnTo>
                  <a:lnTo>
                    <a:pt x="1245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h628"/>
            <p:cNvSpPr/>
            <p:nvPr/>
          </p:nvSpPr>
          <p:spPr>
            <a:xfrm>
              <a:off x="2702149" y="2960029"/>
              <a:ext cx="16149" cy="18848"/>
            </a:xfrm>
            <a:custGeom>
              <a:avLst/>
              <a:pathLst>
                <a:path w="16149" h="18848">
                  <a:moveTo>
                    <a:pt x="9832" y="0"/>
                  </a:moveTo>
                  <a:lnTo>
                    <a:pt x="9996" y="496"/>
                  </a:lnTo>
                  <a:lnTo>
                    <a:pt x="9052" y="4611"/>
                  </a:lnTo>
                  <a:lnTo>
                    <a:pt x="13306" y="6817"/>
                  </a:lnTo>
                  <a:lnTo>
                    <a:pt x="16149" y="6332"/>
                  </a:lnTo>
                  <a:lnTo>
                    <a:pt x="14485" y="17539"/>
                  </a:lnTo>
                  <a:lnTo>
                    <a:pt x="13661" y="18848"/>
                  </a:lnTo>
                  <a:lnTo>
                    <a:pt x="0" y="15274"/>
                  </a:lnTo>
                  <a:lnTo>
                    <a:pt x="661" y="14058"/>
                  </a:lnTo>
                  <a:lnTo>
                    <a:pt x="858" y="5964"/>
                  </a:lnTo>
                  <a:lnTo>
                    <a:pt x="3671" y="3230"/>
                  </a:lnTo>
                  <a:lnTo>
                    <a:pt x="8233" y="42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h629"/>
            <p:cNvSpPr/>
            <p:nvPr/>
          </p:nvSpPr>
          <p:spPr>
            <a:xfrm>
              <a:off x="2715810" y="2959819"/>
              <a:ext cx="21926" cy="20279"/>
            </a:xfrm>
            <a:custGeom>
              <a:avLst/>
              <a:pathLst>
                <a:path w="21926" h="20279">
                  <a:moveTo>
                    <a:pt x="12267" y="0"/>
                  </a:moveTo>
                  <a:lnTo>
                    <a:pt x="17030" y="3119"/>
                  </a:lnTo>
                  <a:lnTo>
                    <a:pt x="14703" y="6751"/>
                  </a:lnTo>
                  <a:lnTo>
                    <a:pt x="14913" y="8273"/>
                  </a:lnTo>
                  <a:lnTo>
                    <a:pt x="16190" y="7937"/>
                  </a:lnTo>
                  <a:lnTo>
                    <a:pt x="18523" y="3719"/>
                  </a:lnTo>
                  <a:lnTo>
                    <a:pt x="21136" y="6429"/>
                  </a:lnTo>
                  <a:lnTo>
                    <a:pt x="20345" y="7462"/>
                  </a:lnTo>
                  <a:lnTo>
                    <a:pt x="20401" y="9477"/>
                  </a:lnTo>
                  <a:lnTo>
                    <a:pt x="21926" y="10918"/>
                  </a:lnTo>
                  <a:lnTo>
                    <a:pt x="21704" y="11845"/>
                  </a:lnTo>
                  <a:lnTo>
                    <a:pt x="16576" y="15673"/>
                  </a:lnTo>
                  <a:lnTo>
                    <a:pt x="13011" y="14487"/>
                  </a:lnTo>
                  <a:lnTo>
                    <a:pt x="10969" y="17403"/>
                  </a:lnTo>
                  <a:lnTo>
                    <a:pt x="6222" y="20279"/>
                  </a:lnTo>
                  <a:lnTo>
                    <a:pt x="6915" y="16193"/>
                  </a:lnTo>
                  <a:lnTo>
                    <a:pt x="3107" y="16155"/>
                  </a:lnTo>
                  <a:lnTo>
                    <a:pt x="1038" y="19759"/>
                  </a:lnTo>
                  <a:lnTo>
                    <a:pt x="0" y="19059"/>
                  </a:lnTo>
                  <a:lnTo>
                    <a:pt x="824" y="17749"/>
                  </a:lnTo>
                  <a:lnTo>
                    <a:pt x="2487" y="6542"/>
                  </a:lnTo>
                  <a:lnTo>
                    <a:pt x="4432" y="671"/>
                  </a:lnTo>
                  <a:lnTo>
                    <a:pt x="6766" y="175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h630"/>
            <p:cNvSpPr/>
            <p:nvPr/>
          </p:nvSpPr>
          <p:spPr>
            <a:xfrm>
              <a:off x="2681153" y="2863984"/>
              <a:ext cx="31525" cy="52314"/>
            </a:xfrm>
            <a:custGeom>
              <a:avLst/>
              <a:pathLst>
                <a:path w="31525" h="52314">
                  <a:moveTo>
                    <a:pt x="17234" y="0"/>
                  </a:moveTo>
                  <a:lnTo>
                    <a:pt x="23641" y="4931"/>
                  </a:lnTo>
                  <a:lnTo>
                    <a:pt x="27110" y="4605"/>
                  </a:lnTo>
                  <a:lnTo>
                    <a:pt x="28888" y="5452"/>
                  </a:lnTo>
                  <a:lnTo>
                    <a:pt x="30074" y="6535"/>
                  </a:lnTo>
                  <a:lnTo>
                    <a:pt x="29461" y="7573"/>
                  </a:lnTo>
                  <a:lnTo>
                    <a:pt x="31525" y="12138"/>
                  </a:lnTo>
                  <a:lnTo>
                    <a:pt x="29641" y="14261"/>
                  </a:lnTo>
                  <a:lnTo>
                    <a:pt x="29333" y="16715"/>
                  </a:lnTo>
                  <a:lnTo>
                    <a:pt x="25157" y="24847"/>
                  </a:lnTo>
                  <a:lnTo>
                    <a:pt x="20083" y="32463"/>
                  </a:lnTo>
                  <a:lnTo>
                    <a:pt x="14626" y="38856"/>
                  </a:lnTo>
                  <a:lnTo>
                    <a:pt x="19895" y="50961"/>
                  </a:lnTo>
                  <a:lnTo>
                    <a:pt x="18387" y="52314"/>
                  </a:lnTo>
                  <a:lnTo>
                    <a:pt x="12821" y="49804"/>
                  </a:lnTo>
                  <a:lnTo>
                    <a:pt x="10279" y="42235"/>
                  </a:lnTo>
                  <a:lnTo>
                    <a:pt x="10943" y="39780"/>
                  </a:lnTo>
                  <a:lnTo>
                    <a:pt x="12301" y="38687"/>
                  </a:lnTo>
                  <a:lnTo>
                    <a:pt x="10713" y="35076"/>
                  </a:lnTo>
                  <a:lnTo>
                    <a:pt x="8623" y="34107"/>
                  </a:lnTo>
                  <a:lnTo>
                    <a:pt x="2554" y="37138"/>
                  </a:lnTo>
                  <a:lnTo>
                    <a:pt x="2869" y="34804"/>
                  </a:lnTo>
                  <a:lnTo>
                    <a:pt x="2241" y="33031"/>
                  </a:lnTo>
                  <a:lnTo>
                    <a:pt x="462" y="33792"/>
                  </a:lnTo>
                  <a:lnTo>
                    <a:pt x="0" y="33080"/>
                  </a:lnTo>
                  <a:lnTo>
                    <a:pt x="1323" y="30056"/>
                  </a:lnTo>
                  <a:lnTo>
                    <a:pt x="4494" y="27118"/>
                  </a:lnTo>
                  <a:lnTo>
                    <a:pt x="9419" y="28032"/>
                  </a:lnTo>
                  <a:lnTo>
                    <a:pt x="10490" y="26853"/>
                  </a:lnTo>
                  <a:lnTo>
                    <a:pt x="7766" y="21202"/>
                  </a:lnTo>
                  <a:lnTo>
                    <a:pt x="5894" y="20762"/>
                  </a:lnTo>
                  <a:lnTo>
                    <a:pt x="4134" y="18096"/>
                  </a:lnTo>
                  <a:lnTo>
                    <a:pt x="5185" y="9773"/>
                  </a:lnTo>
                  <a:lnTo>
                    <a:pt x="7698" y="9483"/>
                  </a:lnTo>
                  <a:lnTo>
                    <a:pt x="9292" y="7855"/>
                  </a:lnTo>
                  <a:lnTo>
                    <a:pt x="8627" y="6693"/>
                  </a:lnTo>
                  <a:lnTo>
                    <a:pt x="11407" y="5488"/>
                  </a:lnTo>
                  <a:lnTo>
                    <a:pt x="15382" y="89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h631"/>
            <p:cNvSpPr/>
            <p:nvPr/>
          </p:nvSpPr>
          <p:spPr>
            <a:xfrm>
              <a:off x="2637476" y="2965119"/>
              <a:ext cx="16076" cy="20471"/>
            </a:xfrm>
            <a:custGeom>
              <a:avLst/>
              <a:pathLst>
                <a:path w="16076" h="20471">
                  <a:moveTo>
                    <a:pt x="15800" y="1747"/>
                  </a:moveTo>
                  <a:lnTo>
                    <a:pt x="13629" y="4078"/>
                  </a:lnTo>
                  <a:lnTo>
                    <a:pt x="13608" y="8222"/>
                  </a:lnTo>
                  <a:lnTo>
                    <a:pt x="15971" y="16239"/>
                  </a:lnTo>
                  <a:lnTo>
                    <a:pt x="16076" y="17078"/>
                  </a:lnTo>
                  <a:lnTo>
                    <a:pt x="12074" y="20471"/>
                  </a:lnTo>
                  <a:lnTo>
                    <a:pt x="3460" y="14018"/>
                  </a:lnTo>
                  <a:lnTo>
                    <a:pt x="0" y="13799"/>
                  </a:lnTo>
                  <a:lnTo>
                    <a:pt x="308" y="12093"/>
                  </a:lnTo>
                  <a:lnTo>
                    <a:pt x="2589" y="8556"/>
                  </a:lnTo>
                  <a:lnTo>
                    <a:pt x="3004" y="5044"/>
                  </a:lnTo>
                  <a:lnTo>
                    <a:pt x="2185" y="2547"/>
                  </a:lnTo>
                  <a:lnTo>
                    <a:pt x="620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h632"/>
            <p:cNvSpPr/>
            <p:nvPr/>
          </p:nvSpPr>
          <p:spPr>
            <a:xfrm>
              <a:off x="2777477" y="2915932"/>
              <a:ext cx="35339" cy="39144"/>
            </a:xfrm>
            <a:custGeom>
              <a:avLst/>
              <a:pathLst>
                <a:path w="35339" h="39144">
                  <a:moveTo>
                    <a:pt x="27860" y="244"/>
                  </a:moveTo>
                  <a:lnTo>
                    <a:pt x="35339" y="14219"/>
                  </a:lnTo>
                  <a:lnTo>
                    <a:pt x="29007" y="16942"/>
                  </a:lnTo>
                  <a:lnTo>
                    <a:pt x="27385" y="22709"/>
                  </a:lnTo>
                  <a:lnTo>
                    <a:pt x="19346" y="27175"/>
                  </a:lnTo>
                  <a:lnTo>
                    <a:pt x="15444" y="30943"/>
                  </a:lnTo>
                  <a:lnTo>
                    <a:pt x="9777" y="31160"/>
                  </a:lnTo>
                  <a:lnTo>
                    <a:pt x="7495" y="33020"/>
                  </a:lnTo>
                  <a:lnTo>
                    <a:pt x="5192" y="37994"/>
                  </a:lnTo>
                  <a:lnTo>
                    <a:pt x="2878" y="39144"/>
                  </a:lnTo>
                  <a:lnTo>
                    <a:pt x="0" y="38373"/>
                  </a:lnTo>
                  <a:lnTo>
                    <a:pt x="3133" y="32515"/>
                  </a:lnTo>
                  <a:lnTo>
                    <a:pt x="4294" y="28326"/>
                  </a:lnTo>
                  <a:lnTo>
                    <a:pt x="1743" y="25227"/>
                  </a:lnTo>
                  <a:lnTo>
                    <a:pt x="1879" y="23007"/>
                  </a:lnTo>
                  <a:lnTo>
                    <a:pt x="8154" y="16854"/>
                  </a:lnTo>
                  <a:lnTo>
                    <a:pt x="14420" y="11802"/>
                  </a:lnTo>
                  <a:lnTo>
                    <a:pt x="16895" y="12183"/>
                  </a:lnTo>
                  <a:lnTo>
                    <a:pt x="19227" y="11533"/>
                  </a:lnTo>
                  <a:lnTo>
                    <a:pt x="25601" y="3070"/>
                  </a:lnTo>
                  <a:lnTo>
                    <a:pt x="26942" y="615"/>
                  </a:lnTo>
                  <a:lnTo>
                    <a:pt x="2653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h633"/>
            <p:cNvSpPr/>
            <p:nvPr/>
          </p:nvSpPr>
          <p:spPr>
            <a:xfrm>
              <a:off x="2751478" y="3015571"/>
              <a:ext cx="33888" cy="34560"/>
            </a:xfrm>
            <a:custGeom>
              <a:avLst/>
              <a:pathLst>
                <a:path w="33888" h="34560">
                  <a:moveTo>
                    <a:pt x="26809" y="567"/>
                  </a:moveTo>
                  <a:lnTo>
                    <a:pt x="27261" y="1921"/>
                  </a:lnTo>
                  <a:lnTo>
                    <a:pt x="29002" y="2479"/>
                  </a:lnTo>
                  <a:lnTo>
                    <a:pt x="30021" y="861"/>
                  </a:lnTo>
                  <a:lnTo>
                    <a:pt x="33888" y="1751"/>
                  </a:lnTo>
                  <a:lnTo>
                    <a:pt x="32992" y="3783"/>
                  </a:lnTo>
                  <a:lnTo>
                    <a:pt x="29799" y="5872"/>
                  </a:lnTo>
                  <a:lnTo>
                    <a:pt x="26415" y="5461"/>
                  </a:lnTo>
                  <a:lnTo>
                    <a:pt x="24579" y="9292"/>
                  </a:lnTo>
                  <a:lnTo>
                    <a:pt x="15273" y="18416"/>
                  </a:lnTo>
                  <a:lnTo>
                    <a:pt x="14656" y="21370"/>
                  </a:lnTo>
                  <a:lnTo>
                    <a:pt x="15727" y="22162"/>
                  </a:lnTo>
                  <a:lnTo>
                    <a:pt x="18045" y="21662"/>
                  </a:lnTo>
                  <a:lnTo>
                    <a:pt x="19105" y="22140"/>
                  </a:lnTo>
                  <a:lnTo>
                    <a:pt x="20144" y="24441"/>
                  </a:lnTo>
                  <a:lnTo>
                    <a:pt x="19239" y="25876"/>
                  </a:lnTo>
                  <a:lnTo>
                    <a:pt x="19588" y="28793"/>
                  </a:lnTo>
                  <a:lnTo>
                    <a:pt x="24258" y="30705"/>
                  </a:lnTo>
                  <a:lnTo>
                    <a:pt x="22495" y="33223"/>
                  </a:lnTo>
                  <a:lnTo>
                    <a:pt x="19007" y="32349"/>
                  </a:lnTo>
                  <a:lnTo>
                    <a:pt x="8985" y="32488"/>
                  </a:lnTo>
                  <a:lnTo>
                    <a:pt x="8840" y="33824"/>
                  </a:lnTo>
                  <a:lnTo>
                    <a:pt x="5422" y="34560"/>
                  </a:lnTo>
                  <a:lnTo>
                    <a:pt x="3289" y="30409"/>
                  </a:lnTo>
                  <a:lnTo>
                    <a:pt x="4615" y="28731"/>
                  </a:lnTo>
                  <a:lnTo>
                    <a:pt x="4135" y="26908"/>
                  </a:lnTo>
                  <a:lnTo>
                    <a:pt x="0" y="22881"/>
                  </a:lnTo>
                  <a:lnTo>
                    <a:pt x="1087" y="21573"/>
                  </a:lnTo>
                  <a:lnTo>
                    <a:pt x="2625" y="15456"/>
                  </a:lnTo>
                  <a:lnTo>
                    <a:pt x="16284" y="7410"/>
                  </a:lnTo>
                  <a:lnTo>
                    <a:pt x="21071" y="2862"/>
                  </a:lnTo>
                  <a:lnTo>
                    <a:pt x="21256" y="1452"/>
                  </a:lnTo>
                  <a:lnTo>
                    <a:pt x="2392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h634"/>
            <p:cNvSpPr/>
            <p:nvPr/>
          </p:nvSpPr>
          <p:spPr>
            <a:xfrm>
              <a:off x="2766134" y="3017322"/>
              <a:ext cx="30409" cy="28954"/>
            </a:xfrm>
            <a:custGeom>
              <a:avLst/>
              <a:pathLst>
                <a:path w="30409" h="28954">
                  <a:moveTo>
                    <a:pt x="21277" y="423"/>
                  </a:moveTo>
                  <a:lnTo>
                    <a:pt x="23592" y="6212"/>
                  </a:lnTo>
                  <a:lnTo>
                    <a:pt x="25517" y="9011"/>
                  </a:lnTo>
                  <a:lnTo>
                    <a:pt x="28016" y="9231"/>
                  </a:lnTo>
                  <a:lnTo>
                    <a:pt x="30409" y="10715"/>
                  </a:lnTo>
                  <a:lnTo>
                    <a:pt x="30318" y="13520"/>
                  </a:lnTo>
                  <a:lnTo>
                    <a:pt x="23171" y="16712"/>
                  </a:lnTo>
                  <a:lnTo>
                    <a:pt x="16215" y="15725"/>
                  </a:lnTo>
                  <a:lnTo>
                    <a:pt x="13678" y="16499"/>
                  </a:lnTo>
                  <a:lnTo>
                    <a:pt x="13952" y="19241"/>
                  </a:lnTo>
                  <a:lnTo>
                    <a:pt x="15080" y="19260"/>
                  </a:lnTo>
                  <a:lnTo>
                    <a:pt x="14779" y="21330"/>
                  </a:lnTo>
                  <a:lnTo>
                    <a:pt x="9601" y="28954"/>
                  </a:lnTo>
                  <a:lnTo>
                    <a:pt x="4931" y="27041"/>
                  </a:lnTo>
                  <a:lnTo>
                    <a:pt x="4582" y="24124"/>
                  </a:lnTo>
                  <a:lnTo>
                    <a:pt x="5488" y="22690"/>
                  </a:lnTo>
                  <a:lnTo>
                    <a:pt x="4448" y="20389"/>
                  </a:lnTo>
                  <a:lnTo>
                    <a:pt x="3388" y="19911"/>
                  </a:lnTo>
                  <a:lnTo>
                    <a:pt x="1071" y="20410"/>
                  </a:lnTo>
                  <a:lnTo>
                    <a:pt x="0" y="19618"/>
                  </a:lnTo>
                  <a:lnTo>
                    <a:pt x="616" y="16665"/>
                  </a:lnTo>
                  <a:lnTo>
                    <a:pt x="9922" y="7541"/>
                  </a:lnTo>
                  <a:lnTo>
                    <a:pt x="11758" y="3710"/>
                  </a:lnTo>
                  <a:lnTo>
                    <a:pt x="15143" y="4120"/>
                  </a:lnTo>
                  <a:lnTo>
                    <a:pt x="18335" y="2032"/>
                  </a:lnTo>
                  <a:lnTo>
                    <a:pt x="1923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h635"/>
            <p:cNvSpPr/>
            <p:nvPr/>
          </p:nvSpPr>
          <p:spPr>
            <a:xfrm>
              <a:off x="2732513" y="2881821"/>
              <a:ext cx="32007" cy="27854"/>
            </a:xfrm>
            <a:custGeom>
              <a:avLst/>
              <a:pathLst>
                <a:path w="32007" h="27854">
                  <a:moveTo>
                    <a:pt x="26549" y="2023"/>
                  </a:moveTo>
                  <a:lnTo>
                    <a:pt x="28054" y="1784"/>
                  </a:lnTo>
                  <a:lnTo>
                    <a:pt x="30350" y="3173"/>
                  </a:lnTo>
                  <a:lnTo>
                    <a:pt x="32007" y="4531"/>
                  </a:lnTo>
                  <a:lnTo>
                    <a:pt x="29773" y="6590"/>
                  </a:lnTo>
                  <a:lnTo>
                    <a:pt x="27524" y="13089"/>
                  </a:lnTo>
                  <a:lnTo>
                    <a:pt x="27430" y="14829"/>
                  </a:lnTo>
                  <a:lnTo>
                    <a:pt x="29298" y="17481"/>
                  </a:lnTo>
                  <a:lnTo>
                    <a:pt x="22718" y="20149"/>
                  </a:lnTo>
                  <a:lnTo>
                    <a:pt x="22246" y="19397"/>
                  </a:lnTo>
                  <a:lnTo>
                    <a:pt x="19280" y="22716"/>
                  </a:lnTo>
                  <a:lnTo>
                    <a:pt x="19124" y="21092"/>
                  </a:lnTo>
                  <a:lnTo>
                    <a:pt x="16740" y="19950"/>
                  </a:lnTo>
                  <a:lnTo>
                    <a:pt x="10805" y="25908"/>
                  </a:lnTo>
                  <a:lnTo>
                    <a:pt x="5625" y="27854"/>
                  </a:lnTo>
                  <a:lnTo>
                    <a:pt x="2417" y="24065"/>
                  </a:lnTo>
                  <a:lnTo>
                    <a:pt x="593" y="22752"/>
                  </a:lnTo>
                  <a:lnTo>
                    <a:pt x="0" y="20636"/>
                  </a:lnTo>
                  <a:lnTo>
                    <a:pt x="2761" y="17947"/>
                  </a:lnTo>
                  <a:lnTo>
                    <a:pt x="9301" y="17773"/>
                  </a:lnTo>
                  <a:lnTo>
                    <a:pt x="12979" y="16012"/>
                  </a:lnTo>
                  <a:lnTo>
                    <a:pt x="15101" y="12794"/>
                  </a:lnTo>
                  <a:lnTo>
                    <a:pt x="11148" y="10459"/>
                  </a:lnTo>
                  <a:lnTo>
                    <a:pt x="11868" y="6665"/>
                  </a:lnTo>
                  <a:lnTo>
                    <a:pt x="12368" y="6158"/>
                  </a:lnTo>
                  <a:lnTo>
                    <a:pt x="14636" y="6790"/>
                  </a:lnTo>
                  <a:lnTo>
                    <a:pt x="19137" y="5292"/>
                  </a:lnTo>
                  <a:lnTo>
                    <a:pt x="21517" y="2350"/>
                  </a:lnTo>
                  <a:lnTo>
                    <a:pt x="2198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h636"/>
            <p:cNvSpPr/>
            <p:nvPr/>
          </p:nvSpPr>
          <p:spPr>
            <a:xfrm>
              <a:off x="2693890" y="3011446"/>
              <a:ext cx="14293" cy="13476"/>
            </a:xfrm>
            <a:custGeom>
              <a:avLst/>
              <a:pathLst>
                <a:path w="14293" h="13476">
                  <a:moveTo>
                    <a:pt x="13182" y="3803"/>
                  </a:moveTo>
                  <a:lnTo>
                    <a:pt x="14293" y="5534"/>
                  </a:lnTo>
                  <a:lnTo>
                    <a:pt x="14244" y="7951"/>
                  </a:lnTo>
                  <a:lnTo>
                    <a:pt x="12981" y="8739"/>
                  </a:lnTo>
                  <a:lnTo>
                    <a:pt x="11567" y="8237"/>
                  </a:lnTo>
                  <a:lnTo>
                    <a:pt x="9461" y="13476"/>
                  </a:lnTo>
                  <a:lnTo>
                    <a:pt x="6381" y="12899"/>
                  </a:lnTo>
                  <a:lnTo>
                    <a:pt x="1610" y="10414"/>
                  </a:lnTo>
                  <a:lnTo>
                    <a:pt x="0" y="5763"/>
                  </a:lnTo>
                  <a:lnTo>
                    <a:pt x="3819" y="3409"/>
                  </a:lnTo>
                  <a:lnTo>
                    <a:pt x="6671" y="2009"/>
                  </a:lnTo>
                  <a:lnTo>
                    <a:pt x="827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h637"/>
            <p:cNvSpPr/>
            <p:nvPr/>
          </p:nvSpPr>
          <p:spPr>
            <a:xfrm>
              <a:off x="2633052" y="2978208"/>
              <a:ext cx="30594" cy="29695"/>
            </a:xfrm>
            <a:custGeom>
              <a:avLst/>
              <a:pathLst>
                <a:path w="30594" h="29695">
                  <a:moveTo>
                    <a:pt x="4423" y="710"/>
                  </a:moveTo>
                  <a:lnTo>
                    <a:pt x="7884" y="929"/>
                  </a:lnTo>
                  <a:lnTo>
                    <a:pt x="16497" y="7382"/>
                  </a:lnTo>
                  <a:lnTo>
                    <a:pt x="20500" y="3989"/>
                  </a:lnTo>
                  <a:lnTo>
                    <a:pt x="20395" y="3150"/>
                  </a:lnTo>
                  <a:lnTo>
                    <a:pt x="20924" y="2733"/>
                  </a:lnTo>
                  <a:lnTo>
                    <a:pt x="26650" y="9571"/>
                  </a:lnTo>
                  <a:lnTo>
                    <a:pt x="30518" y="13331"/>
                  </a:lnTo>
                  <a:lnTo>
                    <a:pt x="27289" y="16642"/>
                  </a:lnTo>
                  <a:lnTo>
                    <a:pt x="30594" y="18196"/>
                  </a:lnTo>
                  <a:lnTo>
                    <a:pt x="28710" y="23923"/>
                  </a:lnTo>
                  <a:lnTo>
                    <a:pt x="24733" y="26319"/>
                  </a:lnTo>
                  <a:lnTo>
                    <a:pt x="25011" y="28656"/>
                  </a:lnTo>
                  <a:lnTo>
                    <a:pt x="26831" y="29695"/>
                  </a:lnTo>
                  <a:lnTo>
                    <a:pt x="20687" y="29265"/>
                  </a:lnTo>
                  <a:lnTo>
                    <a:pt x="19503" y="28298"/>
                  </a:lnTo>
                  <a:lnTo>
                    <a:pt x="17456" y="23919"/>
                  </a:lnTo>
                  <a:lnTo>
                    <a:pt x="19187" y="22911"/>
                  </a:lnTo>
                  <a:lnTo>
                    <a:pt x="17401" y="21918"/>
                  </a:lnTo>
                  <a:lnTo>
                    <a:pt x="14779" y="20672"/>
                  </a:lnTo>
                  <a:lnTo>
                    <a:pt x="8332" y="20436"/>
                  </a:lnTo>
                  <a:lnTo>
                    <a:pt x="5855" y="13646"/>
                  </a:lnTo>
                  <a:lnTo>
                    <a:pt x="3183" y="11497"/>
                  </a:lnTo>
                  <a:lnTo>
                    <a:pt x="2371" y="8501"/>
                  </a:lnTo>
                  <a:lnTo>
                    <a:pt x="0" y="1288"/>
                  </a:lnTo>
                  <a:lnTo>
                    <a:pt x="1095" y="1979"/>
                  </a:lnTo>
                  <a:lnTo>
                    <a:pt x="2274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h638"/>
            <p:cNvSpPr/>
            <p:nvPr/>
          </p:nvSpPr>
          <p:spPr>
            <a:xfrm>
              <a:off x="2773466" y="2873014"/>
              <a:ext cx="15656" cy="21632"/>
            </a:xfrm>
            <a:custGeom>
              <a:avLst/>
              <a:pathLst>
                <a:path w="15656" h="21632">
                  <a:moveTo>
                    <a:pt x="8584" y="1918"/>
                  </a:moveTo>
                  <a:lnTo>
                    <a:pt x="12649" y="2709"/>
                  </a:lnTo>
                  <a:lnTo>
                    <a:pt x="13908" y="2087"/>
                  </a:lnTo>
                  <a:lnTo>
                    <a:pt x="15522" y="5236"/>
                  </a:lnTo>
                  <a:lnTo>
                    <a:pt x="12341" y="6541"/>
                  </a:lnTo>
                  <a:lnTo>
                    <a:pt x="11430" y="9499"/>
                  </a:lnTo>
                  <a:lnTo>
                    <a:pt x="11281" y="13595"/>
                  </a:lnTo>
                  <a:lnTo>
                    <a:pt x="12256" y="16482"/>
                  </a:lnTo>
                  <a:lnTo>
                    <a:pt x="15656" y="16870"/>
                  </a:lnTo>
                  <a:lnTo>
                    <a:pt x="14816" y="19553"/>
                  </a:lnTo>
                  <a:lnTo>
                    <a:pt x="13080" y="20669"/>
                  </a:lnTo>
                  <a:lnTo>
                    <a:pt x="11954" y="20248"/>
                  </a:lnTo>
                  <a:lnTo>
                    <a:pt x="3219" y="21632"/>
                  </a:lnTo>
                  <a:lnTo>
                    <a:pt x="1276" y="19854"/>
                  </a:lnTo>
                  <a:lnTo>
                    <a:pt x="4772" y="18207"/>
                  </a:lnTo>
                  <a:lnTo>
                    <a:pt x="3184" y="15675"/>
                  </a:lnTo>
                  <a:lnTo>
                    <a:pt x="0" y="14895"/>
                  </a:lnTo>
                  <a:lnTo>
                    <a:pt x="855" y="11092"/>
                  </a:lnTo>
                  <a:lnTo>
                    <a:pt x="5050" y="7555"/>
                  </a:lnTo>
                  <a:lnTo>
                    <a:pt x="6793" y="4272"/>
                  </a:lnTo>
                  <a:lnTo>
                    <a:pt x="5077" y="4107"/>
                  </a:lnTo>
                  <a:lnTo>
                    <a:pt x="4387" y="1737"/>
                  </a:lnTo>
                  <a:lnTo>
                    <a:pt x="4597" y="353"/>
                  </a:lnTo>
                  <a:lnTo>
                    <a:pt x="582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h639"/>
            <p:cNvSpPr/>
            <p:nvPr/>
          </p:nvSpPr>
          <p:spPr>
            <a:xfrm>
              <a:off x="2659703" y="2982633"/>
              <a:ext cx="15413" cy="8906"/>
            </a:xfrm>
            <a:custGeom>
              <a:avLst/>
              <a:pathLst>
                <a:path w="15413" h="8906">
                  <a:moveTo>
                    <a:pt x="14884" y="1419"/>
                  </a:moveTo>
                  <a:lnTo>
                    <a:pt x="12452" y="2965"/>
                  </a:lnTo>
                  <a:lnTo>
                    <a:pt x="13982" y="4512"/>
                  </a:lnTo>
                  <a:lnTo>
                    <a:pt x="10919" y="5027"/>
                  </a:lnTo>
                  <a:lnTo>
                    <a:pt x="10707" y="6409"/>
                  </a:lnTo>
                  <a:lnTo>
                    <a:pt x="3867" y="8906"/>
                  </a:lnTo>
                  <a:lnTo>
                    <a:pt x="0" y="5146"/>
                  </a:lnTo>
                  <a:lnTo>
                    <a:pt x="1969" y="3767"/>
                  </a:lnTo>
                  <a:lnTo>
                    <a:pt x="3331" y="4192"/>
                  </a:lnTo>
                  <a:lnTo>
                    <a:pt x="7926" y="3028"/>
                  </a:lnTo>
                  <a:lnTo>
                    <a:pt x="1541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h640"/>
            <p:cNvSpPr/>
            <p:nvPr/>
          </p:nvSpPr>
          <p:spPr>
            <a:xfrm>
              <a:off x="2723434" y="2980021"/>
              <a:ext cx="14030" cy="20896"/>
            </a:xfrm>
            <a:custGeom>
              <a:avLst/>
              <a:pathLst>
                <a:path w="14030" h="20896">
                  <a:moveTo>
                    <a:pt x="14030" y="4029"/>
                  </a:moveTo>
                  <a:lnTo>
                    <a:pt x="10020" y="14551"/>
                  </a:lnTo>
                  <a:lnTo>
                    <a:pt x="6869" y="15673"/>
                  </a:lnTo>
                  <a:lnTo>
                    <a:pt x="6397" y="17464"/>
                  </a:lnTo>
                  <a:lnTo>
                    <a:pt x="7482" y="19742"/>
                  </a:lnTo>
                  <a:lnTo>
                    <a:pt x="4750" y="20896"/>
                  </a:lnTo>
                  <a:lnTo>
                    <a:pt x="962" y="20613"/>
                  </a:lnTo>
                  <a:lnTo>
                    <a:pt x="2554" y="16734"/>
                  </a:lnTo>
                  <a:lnTo>
                    <a:pt x="571" y="15557"/>
                  </a:lnTo>
                  <a:lnTo>
                    <a:pt x="0" y="11083"/>
                  </a:lnTo>
                  <a:lnTo>
                    <a:pt x="1057" y="9518"/>
                  </a:lnTo>
                  <a:lnTo>
                    <a:pt x="3184" y="8369"/>
                  </a:lnTo>
                  <a:lnTo>
                    <a:pt x="1008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h641"/>
            <p:cNvSpPr/>
            <p:nvPr/>
          </p:nvSpPr>
          <p:spPr>
            <a:xfrm>
              <a:off x="2657912" y="2906871"/>
              <a:ext cx="26399" cy="44379"/>
            </a:xfrm>
            <a:custGeom>
              <a:avLst/>
              <a:pathLst>
                <a:path w="26399" h="44379">
                  <a:moveTo>
                    <a:pt x="14403" y="0"/>
                  </a:moveTo>
                  <a:lnTo>
                    <a:pt x="15335" y="4423"/>
                  </a:lnTo>
                  <a:lnTo>
                    <a:pt x="14745" y="6948"/>
                  </a:lnTo>
                  <a:lnTo>
                    <a:pt x="17838" y="12180"/>
                  </a:lnTo>
                  <a:lnTo>
                    <a:pt x="18358" y="18637"/>
                  </a:lnTo>
                  <a:lnTo>
                    <a:pt x="17068" y="19908"/>
                  </a:lnTo>
                  <a:lnTo>
                    <a:pt x="24530" y="24273"/>
                  </a:lnTo>
                  <a:lnTo>
                    <a:pt x="21608" y="30065"/>
                  </a:lnTo>
                  <a:lnTo>
                    <a:pt x="25593" y="35722"/>
                  </a:lnTo>
                  <a:lnTo>
                    <a:pt x="26399" y="42543"/>
                  </a:lnTo>
                  <a:lnTo>
                    <a:pt x="24273" y="44379"/>
                  </a:lnTo>
                  <a:lnTo>
                    <a:pt x="22177" y="42589"/>
                  </a:lnTo>
                  <a:lnTo>
                    <a:pt x="23032" y="41031"/>
                  </a:lnTo>
                  <a:lnTo>
                    <a:pt x="21059" y="39450"/>
                  </a:lnTo>
                  <a:lnTo>
                    <a:pt x="16794" y="39065"/>
                  </a:lnTo>
                  <a:lnTo>
                    <a:pt x="6095" y="38871"/>
                  </a:lnTo>
                  <a:lnTo>
                    <a:pt x="1223" y="39890"/>
                  </a:lnTo>
                  <a:lnTo>
                    <a:pt x="0" y="34588"/>
                  </a:lnTo>
                  <a:lnTo>
                    <a:pt x="1310" y="33780"/>
                  </a:lnTo>
                  <a:lnTo>
                    <a:pt x="1714" y="31729"/>
                  </a:lnTo>
                  <a:lnTo>
                    <a:pt x="662" y="29930"/>
                  </a:lnTo>
                  <a:lnTo>
                    <a:pt x="6082" y="25167"/>
                  </a:lnTo>
                  <a:lnTo>
                    <a:pt x="2653" y="19589"/>
                  </a:lnTo>
                  <a:lnTo>
                    <a:pt x="2900" y="16504"/>
                  </a:lnTo>
                  <a:lnTo>
                    <a:pt x="3651" y="11788"/>
                  </a:lnTo>
                  <a:lnTo>
                    <a:pt x="1737" y="7739"/>
                  </a:lnTo>
                  <a:lnTo>
                    <a:pt x="2369" y="150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h642"/>
            <p:cNvSpPr/>
            <p:nvPr/>
          </p:nvSpPr>
          <p:spPr>
            <a:xfrm>
              <a:off x="2660412" y="2852130"/>
              <a:ext cx="31230" cy="41957"/>
            </a:xfrm>
            <a:custGeom>
              <a:avLst/>
              <a:pathLst>
                <a:path w="31230" h="41957">
                  <a:moveTo>
                    <a:pt x="13480" y="2111"/>
                  </a:moveTo>
                  <a:lnTo>
                    <a:pt x="25925" y="21627"/>
                  </a:lnTo>
                  <a:lnTo>
                    <a:pt x="24874" y="29950"/>
                  </a:lnTo>
                  <a:lnTo>
                    <a:pt x="26634" y="32615"/>
                  </a:lnTo>
                  <a:lnTo>
                    <a:pt x="28506" y="33056"/>
                  </a:lnTo>
                  <a:lnTo>
                    <a:pt x="31230" y="38707"/>
                  </a:lnTo>
                  <a:lnTo>
                    <a:pt x="30159" y="39886"/>
                  </a:lnTo>
                  <a:lnTo>
                    <a:pt x="25234" y="38972"/>
                  </a:lnTo>
                  <a:lnTo>
                    <a:pt x="22063" y="41910"/>
                  </a:lnTo>
                  <a:lnTo>
                    <a:pt x="20891" y="41957"/>
                  </a:lnTo>
                  <a:lnTo>
                    <a:pt x="16360" y="38843"/>
                  </a:lnTo>
                  <a:lnTo>
                    <a:pt x="18829" y="33508"/>
                  </a:lnTo>
                  <a:lnTo>
                    <a:pt x="17316" y="32202"/>
                  </a:lnTo>
                  <a:lnTo>
                    <a:pt x="13639" y="30083"/>
                  </a:lnTo>
                  <a:lnTo>
                    <a:pt x="9706" y="30960"/>
                  </a:lnTo>
                  <a:lnTo>
                    <a:pt x="8723" y="30459"/>
                  </a:lnTo>
                  <a:lnTo>
                    <a:pt x="7202" y="26846"/>
                  </a:lnTo>
                  <a:lnTo>
                    <a:pt x="7761" y="25400"/>
                  </a:lnTo>
                  <a:lnTo>
                    <a:pt x="7081" y="23980"/>
                  </a:lnTo>
                  <a:lnTo>
                    <a:pt x="5843" y="22699"/>
                  </a:lnTo>
                  <a:lnTo>
                    <a:pt x="4988" y="23521"/>
                  </a:lnTo>
                  <a:lnTo>
                    <a:pt x="3493" y="16836"/>
                  </a:lnTo>
                  <a:lnTo>
                    <a:pt x="3526" y="12553"/>
                  </a:lnTo>
                  <a:lnTo>
                    <a:pt x="109" y="10708"/>
                  </a:lnTo>
                  <a:lnTo>
                    <a:pt x="0" y="8884"/>
                  </a:lnTo>
                  <a:lnTo>
                    <a:pt x="2099" y="7144"/>
                  </a:lnTo>
                  <a:lnTo>
                    <a:pt x="3076" y="3746"/>
                  </a:lnTo>
                  <a:lnTo>
                    <a:pt x="2664" y="3135"/>
                  </a:lnTo>
                  <a:lnTo>
                    <a:pt x="1031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h643"/>
            <p:cNvSpPr/>
            <p:nvPr/>
          </p:nvSpPr>
          <p:spPr>
            <a:xfrm>
              <a:off x="2589031" y="2933435"/>
              <a:ext cx="44565" cy="32608"/>
            </a:xfrm>
            <a:custGeom>
              <a:avLst/>
              <a:pathLst>
                <a:path w="44565" h="32608">
                  <a:moveTo>
                    <a:pt x="39548" y="1108"/>
                  </a:moveTo>
                  <a:lnTo>
                    <a:pt x="38216" y="4238"/>
                  </a:lnTo>
                  <a:lnTo>
                    <a:pt x="38595" y="5382"/>
                  </a:lnTo>
                  <a:lnTo>
                    <a:pt x="39734" y="6721"/>
                  </a:lnTo>
                  <a:lnTo>
                    <a:pt x="42719" y="4944"/>
                  </a:lnTo>
                  <a:lnTo>
                    <a:pt x="44565" y="10751"/>
                  </a:lnTo>
                  <a:lnTo>
                    <a:pt x="39762" y="18801"/>
                  </a:lnTo>
                  <a:lnTo>
                    <a:pt x="39067" y="23982"/>
                  </a:lnTo>
                  <a:lnTo>
                    <a:pt x="40486" y="24426"/>
                  </a:lnTo>
                  <a:lnTo>
                    <a:pt x="37346" y="28574"/>
                  </a:lnTo>
                  <a:lnTo>
                    <a:pt x="34294" y="27723"/>
                  </a:lnTo>
                  <a:lnTo>
                    <a:pt x="26105" y="30774"/>
                  </a:lnTo>
                  <a:lnTo>
                    <a:pt x="22511" y="28122"/>
                  </a:lnTo>
                  <a:lnTo>
                    <a:pt x="19326" y="27672"/>
                  </a:lnTo>
                  <a:lnTo>
                    <a:pt x="17855" y="28971"/>
                  </a:lnTo>
                  <a:lnTo>
                    <a:pt x="9044" y="29911"/>
                  </a:lnTo>
                  <a:lnTo>
                    <a:pt x="4272" y="29528"/>
                  </a:lnTo>
                  <a:lnTo>
                    <a:pt x="3363" y="28790"/>
                  </a:lnTo>
                  <a:lnTo>
                    <a:pt x="0" y="32608"/>
                  </a:lnTo>
                  <a:lnTo>
                    <a:pt x="2513" y="5119"/>
                  </a:lnTo>
                  <a:lnTo>
                    <a:pt x="2551" y="4698"/>
                  </a:lnTo>
                  <a:lnTo>
                    <a:pt x="9826" y="7906"/>
                  </a:lnTo>
                  <a:lnTo>
                    <a:pt x="9792" y="9785"/>
                  </a:lnTo>
                  <a:lnTo>
                    <a:pt x="11796" y="12528"/>
                  </a:lnTo>
                  <a:lnTo>
                    <a:pt x="13781" y="11068"/>
                  </a:lnTo>
                  <a:lnTo>
                    <a:pt x="15262" y="7427"/>
                  </a:lnTo>
                  <a:lnTo>
                    <a:pt x="21641" y="4302"/>
                  </a:lnTo>
                  <a:lnTo>
                    <a:pt x="23637" y="4518"/>
                  </a:lnTo>
                  <a:lnTo>
                    <a:pt x="25216" y="6958"/>
                  </a:lnTo>
                  <a:lnTo>
                    <a:pt x="28092" y="8323"/>
                  </a:lnTo>
                  <a:lnTo>
                    <a:pt x="29334" y="7867"/>
                  </a:lnTo>
                  <a:lnTo>
                    <a:pt x="29466" y="4639"/>
                  </a:lnTo>
                  <a:lnTo>
                    <a:pt x="32199" y="1702"/>
                  </a:lnTo>
                  <a:lnTo>
                    <a:pt x="3887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h644"/>
            <p:cNvSpPr/>
            <p:nvPr/>
          </p:nvSpPr>
          <p:spPr>
            <a:xfrm>
              <a:off x="2661673" y="2978858"/>
              <a:ext cx="13443" cy="7968"/>
            </a:xfrm>
            <a:custGeom>
              <a:avLst/>
              <a:pathLst>
                <a:path w="13443" h="7968">
                  <a:moveTo>
                    <a:pt x="10422" y="732"/>
                  </a:moveTo>
                  <a:lnTo>
                    <a:pt x="13443" y="3775"/>
                  </a:lnTo>
                  <a:lnTo>
                    <a:pt x="5957" y="6803"/>
                  </a:lnTo>
                  <a:lnTo>
                    <a:pt x="1361" y="7968"/>
                  </a:lnTo>
                  <a:lnTo>
                    <a:pt x="0" y="7543"/>
                  </a:lnTo>
                  <a:lnTo>
                    <a:pt x="3028" y="4828"/>
                  </a:lnTo>
                  <a:lnTo>
                    <a:pt x="5120" y="686"/>
                  </a:lnTo>
                  <a:lnTo>
                    <a:pt x="776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h645"/>
            <p:cNvSpPr/>
            <p:nvPr/>
          </p:nvSpPr>
          <p:spPr>
            <a:xfrm>
              <a:off x="2774634" y="2846324"/>
              <a:ext cx="23091" cy="29400"/>
            </a:xfrm>
            <a:custGeom>
              <a:avLst/>
              <a:pathLst>
                <a:path w="23091" h="29400">
                  <a:moveTo>
                    <a:pt x="14619" y="97"/>
                  </a:moveTo>
                  <a:lnTo>
                    <a:pt x="15991" y="1540"/>
                  </a:lnTo>
                  <a:lnTo>
                    <a:pt x="16877" y="4307"/>
                  </a:lnTo>
                  <a:lnTo>
                    <a:pt x="18235" y="5055"/>
                  </a:lnTo>
                  <a:lnTo>
                    <a:pt x="21839" y="7598"/>
                  </a:lnTo>
                  <a:lnTo>
                    <a:pt x="23091" y="10096"/>
                  </a:lnTo>
                  <a:lnTo>
                    <a:pt x="22980" y="13265"/>
                  </a:lnTo>
                  <a:lnTo>
                    <a:pt x="21362" y="17104"/>
                  </a:lnTo>
                  <a:lnTo>
                    <a:pt x="17403" y="17429"/>
                  </a:lnTo>
                  <a:lnTo>
                    <a:pt x="12740" y="28777"/>
                  </a:lnTo>
                  <a:lnTo>
                    <a:pt x="11481" y="29400"/>
                  </a:lnTo>
                  <a:lnTo>
                    <a:pt x="7417" y="28608"/>
                  </a:lnTo>
                  <a:lnTo>
                    <a:pt x="4654" y="26690"/>
                  </a:lnTo>
                  <a:lnTo>
                    <a:pt x="3429" y="27044"/>
                  </a:lnTo>
                  <a:lnTo>
                    <a:pt x="1262" y="25765"/>
                  </a:lnTo>
                  <a:lnTo>
                    <a:pt x="0" y="21946"/>
                  </a:lnTo>
                  <a:lnTo>
                    <a:pt x="3820" y="13563"/>
                  </a:lnTo>
                  <a:lnTo>
                    <a:pt x="4218" y="10346"/>
                  </a:lnTo>
                  <a:lnTo>
                    <a:pt x="2436" y="8379"/>
                  </a:lnTo>
                  <a:lnTo>
                    <a:pt x="4116" y="7377"/>
                  </a:lnTo>
                  <a:lnTo>
                    <a:pt x="6898" y="3257"/>
                  </a:lnTo>
                  <a:lnTo>
                    <a:pt x="6519" y="2007"/>
                  </a:lnTo>
                  <a:lnTo>
                    <a:pt x="8192" y="1551"/>
                  </a:lnTo>
                  <a:lnTo>
                    <a:pt x="10606" y="2820"/>
                  </a:lnTo>
                  <a:lnTo>
                    <a:pt x="1321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h646"/>
            <p:cNvSpPr/>
            <p:nvPr/>
          </p:nvSpPr>
          <p:spPr>
            <a:xfrm>
              <a:off x="2674706" y="2945937"/>
              <a:ext cx="26585" cy="28744"/>
            </a:xfrm>
            <a:custGeom>
              <a:avLst/>
              <a:pathLst>
                <a:path w="26585" h="28744">
                  <a:moveTo>
                    <a:pt x="4265" y="384"/>
                  </a:moveTo>
                  <a:lnTo>
                    <a:pt x="6238" y="1966"/>
                  </a:lnTo>
                  <a:lnTo>
                    <a:pt x="5382" y="3523"/>
                  </a:lnTo>
                  <a:lnTo>
                    <a:pt x="7479" y="5314"/>
                  </a:lnTo>
                  <a:lnTo>
                    <a:pt x="9139" y="8053"/>
                  </a:lnTo>
                  <a:lnTo>
                    <a:pt x="15306" y="6813"/>
                  </a:lnTo>
                  <a:lnTo>
                    <a:pt x="16993" y="7055"/>
                  </a:lnTo>
                  <a:lnTo>
                    <a:pt x="19073" y="8588"/>
                  </a:lnTo>
                  <a:lnTo>
                    <a:pt x="23740" y="9038"/>
                  </a:lnTo>
                  <a:lnTo>
                    <a:pt x="25481" y="7088"/>
                  </a:lnTo>
                  <a:lnTo>
                    <a:pt x="26585" y="12092"/>
                  </a:lnTo>
                  <a:lnTo>
                    <a:pt x="21903" y="14019"/>
                  </a:lnTo>
                  <a:lnTo>
                    <a:pt x="21589" y="16199"/>
                  </a:lnTo>
                  <a:lnTo>
                    <a:pt x="23350" y="27269"/>
                  </a:lnTo>
                  <a:lnTo>
                    <a:pt x="21948" y="28612"/>
                  </a:lnTo>
                  <a:lnTo>
                    <a:pt x="15836" y="28744"/>
                  </a:lnTo>
                  <a:lnTo>
                    <a:pt x="19081" y="21668"/>
                  </a:lnTo>
                  <a:lnTo>
                    <a:pt x="18959" y="18769"/>
                  </a:lnTo>
                  <a:lnTo>
                    <a:pt x="13056" y="20710"/>
                  </a:lnTo>
                  <a:lnTo>
                    <a:pt x="12440" y="17538"/>
                  </a:lnTo>
                  <a:lnTo>
                    <a:pt x="9065" y="15430"/>
                  </a:lnTo>
                  <a:lnTo>
                    <a:pt x="6700" y="15496"/>
                  </a:lnTo>
                  <a:lnTo>
                    <a:pt x="4984" y="12288"/>
                  </a:lnTo>
                  <a:lnTo>
                    <a:pt x="5779" y="11936"/>
                  </a:lnTo>
                  <a:lnTo>
                    <a:pt x="4694" y="9035"/>
                  </a:lnTo>
                  <a:lnTo>
                    <a:pt x="1634" y="5044"/>
                  </a:lnTo>
                  <a:lnTo>
                    <a:pt x="113" y="50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h647"/>
            <p:cNvSpPr/>
            <p:nvPr/>
          </p:nvSpPr>
          <p:spPr>
            <a:xfrm>
              <a:off x="2682185" y="2930250"/>
              <a:ext cx="25693" cy="26084"/>
            </a:xfrm>
            <a:custGeom>
              <a:avLst/>
              <a:pathLst>
                <a:path w="25693" h="26084">
                  <a:moveTo>
                    <a:pt x="22953" y="3739"/>
                  </a:moveTo>
                  <a:lnTo>
                    <a:pt x="25693" y="8180"/>
                  </a:lnTo>
                  <a:lnTo>
                    <a:pt x="24454" y="11686"/>
                  </a:lnTo>
                  <a:lnTo>
                    <a:pt x="23431" y="13157"/>
                  </a:lnTo>
                  <a:lnTo>
                    <a:pt x="24365" y="18244"/>
                  </a:lnTo>
                  <a:lnTo>
                    <a:pt x="24411" y="24610"/>
                  </a:lnTo>
                  <a:lnTo>
                    <a:pt x="20129" y="26084"/>
                  </a:lnTo>
                  <a:lnTo>
                    <a:pt x="19885" y="23079"/>
                  </a:lnTo>
                  <a:lnTo>
                    <a:pt x="17863" y="22169"/>
                  </a:lnTo>
                  <a:lnTo>
                    <a:pt x="18002" y="22775"/>
                  </a:lnTo>
                  <a:lnTo>
                    <a:pt x="16261" y="24725"/>
                  </a:lnTo>
                  <a:lnTo>
                    <a:pt x="11594" y="24275"/>
                  </a:lnTo>
                  <a:lnTo>
                    <a:pt x="9513" y="22742"/>
                  </a:lnTo>
                  <a:lnTo>
                    <a:pt x="7827" y="22500"/>
                  </a:lnTo>
                  <a:lnTo>
                    <a:pt x="1660" y="23740"/>
                  </a:lnTo>
                  <a:lnTo>
                    <a:pt x="0" y="21001"/>
                  </a:lnTo>
                  <a:lnTo>
                    <a:pt x="2126" y="19165"/>
                  </a:lnTo>
                  <a:lnTo>
                    <a:pt x="1320" y="12343"/>
                  </a:lnTo>
                  <a:lnTo>
                    <a:pt x="4722" y="14666"/>
                  </a:lnTo>
                  <a:lnTo>
                    <a:pt x="6978" y="14147"/>
                  </a:lnTo>
                  <a:lnTo>
                    <a:pt x="12708" y="9401"/>
                  </a:lnTo>
                  <a:lnTo>
                    <a:pt x="17260" y="51"/>
                  </a:lnTo>
                  <a:lnTo>
                    <a:pt x="1870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h648"/>
            <p:cNvSpPr/>
            <p:nvPr/>
          </p:nvSpPr>
          <p:spPr>
            <a:xfrm>
              <a:off x="2628099" y="2933996"/>
              <a:ext cx="31597" cy="25913"/>
            </a:xfrm>
            <a:custGeom>
              <a:avLst/>
              <a:pathLst>
                <a:path w="31597" h="25913">
                  <a:moveTo>
                    <a:pt x="21382" y="0"/>
                  </a:moveTo>
                  <a:lnTo>
                    <a:pt x="26525" y="1560"/>
                  </a:lnTo>
                  <a:lnTo>
                    <a:pt x="26709" y="4961"/>
                  </a:lnTo>
                  <a:lnTo>
                    <a:pt x="27581" y="6833"/>
                  </a:lnTo>
                  <a:lnTo>
                    <a:pt x="29624" y="5160"/>
                  </a:lnTo>
                  <a:lnTo>
                    <a:pt x="30475" y="2806"/>
                  </a:lnTo>
                  <a:lnTo>
                    <a:pt x="31528" y="4605"/>
                  </a:lnTo>
                  <a:lnTo>
                    <a:pt x="31124" y="6655"/>
                  </a:lnTo>
                  <a:lnTo>
                    <a:pt x="29813" y="7464"/>
                  </a:lnTo>
                  <a:lnTo>
                    <a:pt x="31036" y="12766"/>
                  </a:lnTo>
                  <a:lnTo>
                    <a:pt x="31597" y="15097"/>
                  </a:lnTo>
                  <a:lnTo>
                    <a:pt x="29979" y="23109"/>
                  </a:lnTo>
                  <a:lnTo>
                    <a:pt x="25118" y="25913"/>
                  </a:lnTo>
                  <a:lnTo>
                    <a:pt x="23894" y="24090"/>
                  </a:lnTo>
                  <a:lnTo>
                    <a:pt x="24247" y="22569"/>
                  </a:lnTo>
                  <a:lnTo>
                    <a:pt x="23523" y="21708"/>
                  </a:lnTo>
                  <a:lnTo>
                    <a:pt x="21289" y="21928"/>
                  </a:lnTo>
                  <a:lnTo>
                    <a:pt x="17959" y="24406"/>
                  </a:lnTo>
                  <a:lnTo>
                    <a:pt x="5609" y="22652"/>
                  </a:lnTo>
                  <a:lnTo>
                    <a:pt x="4674" y="23868"/>
                  </a:lnTo>
                  <a:lnTo>
                    <a:pt x="1418" y="23866"/>
                  </a:lnTo>
                  <a:lnTo>
                    <a:pt x="0" y="23421"/>
                  </a:lnTo>
                  <a:lnTo>
                    <a:pt x="694" y="18240"/>
                  </a:lnTo>
                  <a:lnTo>
                    <a:pt x="5497" y="10191"/>
                  </a:lnTo>
                  <a:lnTo>
                    <a:pt x="3651" y="4383"/>
                  </a:lnTo>
                  <a:lnTo>
                    <a:pt x="8735" y="1576"/>
                  </a:lnTo>
                  <a:lnTo>
                    <a:pt x="9651" y="1979"/>
                  </a:lnTo>
                  <a:lnTo>
                    <a:pt x="13864" y="12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h649"/>
            <p:cNvSpPr/>
            <p:nvPr/>
          </p:nvSpPr>
          <p:spPr>
            <a:xfrm>
              <a:off x="2713161" y="2974306"/>
              <a:ext cx="20353" cy="21272"/>
            </a:xfrm>
            <a:custGeom>
              <a:avLst/>
              <a:pathLst>
                <a:path w="20353" h="21272">
                  <a:moveTo>
                    <a:pt x="19225" y="1185"/>
                  </a:moveTo>
                  <a:lnTo>
                    <a:pt x="20353" y="5715"/>
                  </a:lnTo>
                  <a:lnTo>
                    <a:pt x="13457" y="14085"/>
                  </a:lnTo>
                  <a:lnTo>
                    <a:pt x="11330" y="15233"/>
                  </a:lnTo>
                  <a:lnTo>
                    <a:pt x="10273" y="16798"/>
                  </a:lnTo>
                  <a:lnTo>
                    <a:pt x="10844" y="21272"/>
                  </a:lnTo>
                  <a:lnTo>
                    <a:pt x="3833" y="20737"/>
                  </a:lnTo>
                  <a:lnTo>
                    <a:pt x="1366" y="20089"/>
                  </a:lnTo>
                  <a:lnTo>
                    <a:pt x="0" y="10030"/>
                  </a:lnTo>
                  <a:lnTo>
                    <a:pt x="1799" y="8310"/>
                  </a:lnTo>
                  <a:lnTo>
                    <a:pt x="5892" y="7348"/>
                  </a:lnTo>
                  <a:lnTo>
                    <a:pt x="7160" y="8268"/>
                  </a:lnTo>
                  <a:lnTo>
                    <a:pt x="8871" y="5792"/>
                  </a:lnTo>
                  <a:lnTo>
                    <a:pt x="13618" y="2915"/>
                  </a:lnTo>
                  <a:lnTo>
                    <a:pt x="15660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h650"/>
            <p:cNvSpPr/>
            <p:nvPr/>
          </p:nvSpPr>
          <p:spPr>
            <a:xfrm>
              <a:off x="2748794" y="2860232"/>
              <a:ext cx="16221" cy="15555"/>
            </a:xfrm>
            <a:custGeom>
              <a:avLst/>
              <a:pathLst>
                <a:path w="16221" h="15555">
                  <a:moveTo>
                    <a:pt x="16221" y="645"/>
                  </a:moveTo>
                  <a:lnTo>
                    <a:pt x="13078" y="9334"/>
                  </a:lnTo>
                  <a:lnTo>
                    <a:pt x="12276" y="10966"/>
                  </a:lnTo>
                  <a:lnTo>
                    <a:pt x="7981" y="11354"/>
                  </a:lnTo>
                  <a:lnTo>
                    <a:pt x="7472" y="13678"/>
                  </a:lnTo>
                  <a:lnTo>
                    <a:pt x="5745" y="15528"/>
                  </a:lnTo>
                  <a:lnTo>
                    <a:pt x="1353" y="15555"/>
                  </a:lnTo>
                  <a:lnTo>
                    <a:pt x="1801" y="14096"/>
                  </a:lnTo>
                  <a:lnTo>
                    <a:pt x="0" y="10408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h651"/>
            <p:cNvSpPr/>
            <p:nvPr/>
          </p:nvSpPr>
          <p:spPr>
            <a:xfrm>
              <a:off x="2796824" y="2909058"/>
              <a:ext cx="23117" cy="36967"/>
            </a:xfrm>
            <a:custGeom>
              <a:avLst/>
              <a:pathLst>
                <a:path w="23117" h="36967">
                  <a:moveTo>
                    <a:pt x="18277" y="5178"/>
                  </a:moveTo>
                  <a:lnTo>
                    <a:pt x="18776" y="8452"/>
                  </a:lnTo>
                  <a:lnTo>
                    <a:pt x="17460" y="10061"/>
                  </a:lnTo>
                  <a:lnTo>
                    <a:pt x="20188" y="17463"/>
                  </a:lnTo>
                  <a:lnTo>
                    <a:pt x="23117" y="19434"/>
                  </a:lnTo>
                  <a:lnTo>
                    <a:pt x="22733" y="22285"/>
                  </a:lnTo>
                  <a:lnTo>
                    <a:pt x="19878" y="26123"/>
                  </a:lnTo>
                  <a:lnTo>
                    <a:pt x="18362" y="28544"/>
                  </a:lnTo>
                  <a:lnTo>
                    <a:pt x="12880" y="31097"/>
                  </a:lnTo>
                  <a:lnTo>
                    <a:pt x="12133" y="34678"/>
                  </a:lnTo>
                  <a:lnTo>
                    <a:pt x="10144" y="36895"/>
                  </a:lnTo>
                  <a:lnTo>
                    <a:pt x="8541" y="35882"/>
                  </a:lnTo>
                  <a:lnTo>
                    <a:pt x="2074" y="36967"/>
                  </a:lnTo>
                  <a:lnTo>
                    <a:pt x="0" y="34050"/>
                  </a:lnTo>
                  <a:lnTo>
                    <a:pt x="8039" y="29583"/>
                  </a:lnTo>
                  <a:lnTo>
                    <a:pt x="9661" y="23816"/>
                  </a:lnTo>
                  <a:lnTo>
                    <a:pt x="15993" y="21093"/>
                  </a:lnTo>
                  <a:lnTo>
                    <a:pt x="8514" y="7118"/>
                  </a:lnTo>
                  <a:lnTo>
                    <a:pt x="1205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h652"/>
            <p:cNvSpPr/>
            <p:nvPr/>
          </p:nvSpPr>
          <p:spPr>
            <a:xfrm>
              <a:off x="2740120" y="2833948"/>
              <a:ext cx="41660" cy="27246"/>
            </a:xfrm>
            <a:custGeom>
              <a:avLst/>
              <a:pathLst>
                <a:path w="41660" h="27246">
                  <a:moveTo>
                    <a:pt x="17680" y="152"/>
                  </a:moveTo>
                  <a:lnTo>
                    <a:pt x="18216" y="4062"/>
                  </a:lnTo>
                  <a:lnTo>
                    <a:pt x="20712" y="9225"/>
                  </a:lnTo>
                  <a:lnTo>
                    <a:pt x="23501" y="10787"/>
                  </a:lnTo>
                  <a:lnTo>
                    <a:pt x="24602" y="12377"/>
                  </a:lnTo>
                  <a:lnTo>
                    <a:pt x="25906" y="12546"/>
                  </a:lnTo>
                  <a:lnTo>
                    <a:pt x="30775" y="11328"/>
                  </a:lnTo>
                  <a:lnTo>
                    <a:pt x="32536" y="11885"/>
                  </a:lnTo>
                  <a:lnTo>
                    <a:pt x="33726" y="10196"/>
                  </a:lnTo>
                  <a:lnTo>
                    <a:pt x="37519" y="8106"/>
                  </a:lnTo>
                  <a:lnTo>
                    <a:pt x="39142" y="7676"/>
                  </a:lnTo>
                  <a:lnTo>
                    <a:pt x="40345" y="6890"/>
                  </a:lnTo>
                  <a:lnTo>
                    <a:pt x="41660" y="7495"/>
                  </a:lnTo>
                  <a:lnTo>
                    <a:pt x="40430" y="11125"/>
                  </a:lnTo>
                  <a:lnTo>
                    <a:pt x="41034" y="14384"/>
                  </a:lnTo>
                  <a:lnTo>
                    <a:pt x="41413" y="15633"/>
                  </a:lnTo>
                  <a:lnTo>
                    <a:pt x="38631" y="19753"/>
                  </a:lnTo>
                  <a:lnTo>
                    <a:pt x="36951" y="20756"/>
                  </a:lnTo>
                  <a:lnTo>
                    <a:pt x="35092" y="20347"/>
                  </a:lnTo>
                  <a:lnTo>
                    <a:pt x="35123" y="18713"/>
                  </a:lnTo>
                  <a:lnTo>
                    <a:pt x="29944" y="19496"/>
                  </a:lnTo>
                  <a:lnTo>
                    <a:pt x="27669" y="21945"/>
                  </a:lnTo>
                  <a:lnTo>
                    <a:pt x="28256" y="24317"/>
                  </a:lnTo>
                  <a:lnTo>
                    <a:pt x="26426" y="26509"/>
                  </a:lnTo>
                  <a:lnTo>
                    <a:pt x="24896" y="26929"/>
                  </a:lnTo>
                  <a:lnTo>
                    <a:pt x="13665" y="26284"/>
                  </a:lnTo>
                  <a:lnTo>
                    <a:pt x="10071" y="27246"/>
                  </a:lnTo>
                  <a:lnTo>
                    <a:pt x="0" y="20989"/>
                  </a:lnTo>
                  <a:lnTo>
                    <a:pt x="224" y="17285"/>
                  </a:lnTo>
                  <a:lnTo>
                    <a:pt x="4712" y="15034"/>
                  </a:lnTo>
                  <a:lnTo>
                    <a:pt x="6657" y="12873"/>
                  </a:lnTo>
                  <a:lnTo>
                    <a:pt x="8159" y="15789"/>
                  </a:lnTo>
                  <a:lnTo>
                    <a:pt x="11638" y="16893"/>
                  </a:lnTo>
                  <a:lnTo>
                    <a:pt x="13488" y="16640"/>
                  </a:lnTo>
                  <a:lnTo>
                    <a:pt x="15117" y="13861"/>
                  </a:lnTo>
                  <a:lnTo>
                    <a:pt x="14947" y="12026"/>
                  </a:lnTo>
                  <a:lnTo>
                    <a:pt x="10788" y="7200"/>
                  </a:lnTo>
                  <a:lnTo>
                    <a:pt x="9943" y="6133"/>
                  </a:lnTo>
                  <a:lnTo>
                    <a:pt x="7663" y="6757"/>
                  </a:lnTo>
                  <a:lnTo>
                    <a:pt x="7481" y="5774"/>
                  </a:lnTo>
                  <a:lnTo>
                    <a:pt x="9064" y="2745"/>
                  </a:lnTo>
                  <a:lnTo>
                    <a:pt x="11887" y="979"/>
                  </a:lnTo>
                  <a:lnTo>
                    <a:pt x="1442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h653"/>
            <p:cNvSpPr/>
            <p:nvPr/>
          </p:nvSpPr>
          <p:spPr>
            <a:xfrm>
              <a:off x="2660282" y="2882213"/>
              <a:ext cx="23740" cy="26158"/>
            </a:xfrm>
            <a:custGeom>
              <a:avLst/>
              <a:pathLst>
                <a:path w="23740" h="26158">
                  <a:moveTo>
                    <a:pt x="13770" y="0"/>
                  </a:moveTo>
                  <a:lnTo>
                    <a:pt x="17447" y="2118"/>
                  </a:lnTo>
                  <a:lnTo>
                    <a:pt x="18960" y="3424"/>
                  </a:lnTo>
                  <a:lnTo>
                    <a:pt x="16491" y="8759"/>
                  </a:lnTo>
                  <a:lnTo>
                    <a:pt x="21022" y="11874"/>
                  </a:lnTo>
                  <a:lnTo>
                    <a:pt x="22194" y="11826"/>
                  </a:lnTo>
                  <a:lnTo>
                    <a:pt x="20870" y="14851"/>
                  </a:lnTo>
                  <a:lnTo>
                    <a:pt x="21333" y="15562"/>
                  </a:lnTo>
                  <a:lnTo>
                    <a:pt x="23112" y="14801"/>
                  </a:lnTo>
                  <a:lnTo>
                    <a:pt x="23740" y="16574"/>
                  </a:lnTo>
                  <a:lnTo>
                    <a:pt x="17510" y="21867"/>
                  </a:lnTo>
                  <a:lnTo>
                    <a:pt x="17299" y="23844"/>
                  </a:lnTo>
                  <a:lnTo>
                    <a:pt x="12034" y="24657"/>
                  </a:lnTo>
                  <a:lnTo>
                    <a:pt x="0" y="26158"/>
                  </a:lnTo>
                  <a:lnTo>
                    <a:pt x="2091" y="22872"/>
                  </a:lnTo>
                  <a:lnTo>
                    <a:pt x="6080" y="11681"/>
                  </a:lnTo>
                  <a:lnTo>
                    <a:pt x="8854" y="376"/>
                  </a:lnTo>
                  <a:lnTo>
                    <a:pt x="9836" y="87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h654"/>
            <p:cNvSpPr/>
            <p:nvPr/>
          </p:nvSpPr>
          <p:spPr>
            <a:xfrm>
              <a:off x="2672095" y="2979590"/>
              <a:ext cx="10689" cy="11764"/>
            </a:xfrm>
            <a:custGeom>
              <a:avLst/>
              <a:pathLst>
                <a:path w="10689" h="11764">
                  <a:moveTo>
                    <a:pt x="1826" y="378"/>
                  </a:moveTo>
                  <a:lnTo>
                    <a:pt x="10689" y="1476"/>
                  </a:lnTo>
                  <a:lnTo>
                    <a:pt x="8047" y="3863"/>
                  </a:lnTo>
                  <a:lnTo>
                    <a:pt x="6896" y="11540"/>
                  </a:lnTo>
                  <a:lnTo>
                    <a:pt x="5039" y="11764"/>
                  </a:lnTo>
                  <a:lnTo>
                    <a:pt x="2271" y="8648"/>
                  </a:lnTo>
                  <a:lnTo>
                    <a:pt x="1590" y="7555"/>
                  </a:lnTo>
                  <a:lnTo>
                    <a:pt x="60" y="6008"/>
                  </a:lnTo>
                  <a:lnTo>
                    <a:pt x="2492" y="4462"/>
                  </a:lnTo>
                  <a:lnTo>
                    <a:pt x="3021" y="30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h655"/>
            <p:cNvSpPr/>
            <p:nvPr/>
          </p:nvSpPr>
          <p:spPr>
            <a:xfrm>
              <a:off x="2636275" y="2998645"/>
              <a:ext cx="30846" cy="30833"/>
            </a:xfrm>
            <a:custGeom>
              <a:avLst/>
              <a:pathLst>
                <a:path w="30846" h="30833">
                  <a:moveTo>
                    <a:pt x="11556" y="235"/>
                  </a:moveTo>
                  <a:lnTo>
                    <a:pt x="14178" y="1481"/>
                  </a:lnTo>
                  <a:lnTo>
                    <a:pt x="15964" y="2474"/>
                  </a:lnTo>
                  <a:lnTo>
                    <a:pt x="14233" y="3482"/>
                  </a:lnTo>
                  <a:lnTo>
                    <a:pt x="16280" y="7862"/>
                  </a:lnTo>
                  <a:lnTo>
                    <a:pt x="17465" y="8829"/>
                  </a:lnTo>
                  <a:lnTo>
                    <a:pt x="23608" y="9258"/>
                  </a:lnTo>
                  <a:lnTo>
                    <a:pt x="26403" y="5952"/>
                  </a:lnTo>
                  <a:lnTo>
                    <a:pt x="27733" y="6488"/>
                  </a:lnTo>
                  <a:lnTo>
                    <a:pt x="28788" y="8419"/>
                  </a:lnTo>
                  <a:lnTo>
                    <a:pt x="27687" y="11671"/>
                  </a:lnTo>
                  <a:lnTo>
                    <a:pt x="30846" y="17869"/>
                  </a:lnTo>
                  <a:lnTo>
                    <a:pt x="30161" y="17650"/>
                  </a:lnTo>
                  <a:lnTo>
                    <a:pt x="26645" y="19828"/>
                  </a:lnTo>
                  <a:lnTo>
                    <a:pt x="23373" y="23032"/>
                  </a:lnTo>
                  <a:lnTo>
                    <a:pt x="21748" y="25755"/>
                  </a:lnTo>
                  <a:lnTo>
                    <a:pt x="18264" y="27491"/>
                  </a:lnTo>
                  <a:lnTo>
                    <a:pt x="17431" y="28711"/>
                  </a:lnTo>
                  <a:lnTo>
                    <a:pt x="17730" y="30317"/>
                  </a:lnTo>
                  <a:lnTo>
                    <a:pt x="12232" y="30833"/>
                  </a:lnTo>
                  <a:lnTo>
                    <a:pt x="12277" y="26465"/>
                  </a:lnTo>
                  <a:lnTo>
                    <a:pt x="13864" y="21068"/>
                  </a:lnTo>
                  <a:lnTo>
                    <a:pt x="11548" y="20011"/>
                  </a:lnTo>
                  <a:lnTo>
                    <a:pt x="8686" y="21295"/>
                  </a:lnTo>
                  <a:lnTo>
                    <a:pt x="6764" y="18662"/>
                  </a:lnTo>
                  <a:lnTo>
                    <a:pt x="6432" y="18091"/>
                  </a:lnTo>
                  <a:lnTo>
                    <a:pt x="0" y="14280"/>
                  </a:lnTo>
                  <a:lnTo>
                    <a:pt x="1171" y="7797"/>
                  </a:lnTo>
                  <a:lnTo>
                    <a:pt x="4714" y="3718"/>
                  </a:lnTo>
                  <a:lnTo>
                    <a:pt x="510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h656"/>
            <p:cNvSpPr/>
            <p:nvPr/>
          </p:nvSpPr>
          <p:spPr>
            <a:xfrm>
              <a:off x="2706310" y="2880699"/>
              <a:ext cx="14764" cy="17433"/>
            </a:xfrm>
            <a:custGeom>
              <a:avLst/>
              <a:pathLst>
                <a:path w="14764" h="17433">
                  <a:moveTo>
                    <a:pt x="5562" y="2444"/>
                  </a:moveTo>
                  <a:lnTo>
                    <a:pt x="8663" y="4178"/>
                  </a:lnTo>
                  <a:lnTo>
                    <a:pt x="12027" y="3289"/>
                  </a:lnTo>
                  <a:lnTo>
                    <a:pt x="13932" y="6421"/>
                  </a:lnTo>
                  <a:lnTo>
                    <a:pt x="14764" y="13278"/>
                  </a:lnTo>
                  <a:lnTo>
                    <a:pt x="8929" y="17121"/>
                  </a:lnTo>
                  <a:lnTo>
                    <a:pt x="6664" y="17433"/>
                  </a:lnTo>
                  <a:lnTo>
                    <a:pt x="2925" y="14347"/>
                  </a:lnTo>
                  <a:lnTo>
                    <a:pt x="3012" y="10427"/>
                  </a:lnTo>
                  <a:lnTo>
                    <a:pt x="1497" y="7855"/>
                  </a:lnTo>
                  <a:lnTo>
                    <a:pt x="0" y="813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h657"/>
            <p:cNvSpPr/>
            <p:nvPr/>
          </p:nvSpPr>
          <p:spPr>
            <a:xfrm>
              <a:off x="2657786" y="2995062"/>
              <a:ext cx="20526" cy="21451"/>
            </a:xfrm>
            <a:custGeom>
              <a:avLst/>
              <a:pathLst>
                <a:path w="20526" h="21451">
                  <a:moveTo>
                    <a:pt x="19690" y="59"/>
                  </a:moveTo>
                  <a:lnTo>
                    <a:pt x="20526" y="1098"/>
                  </a:lnTo>
                  <a:lnTo>
                    <a:pt x="18532" y="1110"/>
                  </a:lnTo>
                  <a:lnTo>
                    <a:pt x="11820" y="9583"/>
                  </a:lnTo>
                  <a:lnTo>
                    <a:pt x="11679" y="10764"/>
                  </a:lnTo>
                  <a:lnTo>
                    <a:pt x="10154" y="11259"/>
                  </a:lnTo>
                  <a:lnTo>
                    <a:pt x="11354" y="14361"/>
                  </a:lnTo>
                  <a:lnTo>
                    <a:pt x="11486" y="19366"/>
                  </a:lnTo>
                  <a:lnTo>
                    <a:pt x="9335" y="21451"/>
                  </a:lnTo>
                  <a:lnTo>
                    <a:pt x="6176" y="15254"/>
                  </a:lnTo>
                  <a:lnTo>
                    <a:pt x="7277" y="12002"/>
                  </a:lnTo>
                  <a:lnTo>
                    <a:pt x="6222" y="10071"/>
                  </a:lnTo>
                  <a:lnTo>
                    <a:pt x="4893" y="9535"/>
                  </a:lnTo>
                  <a:lnTo>
                    <a:pt x="2097" y="12841"/>
                  </a:lnTo>
                  <a:lnTo>
                    <a:pt x="277" y="11802"/>
                  </a:lnTo>
                  <a:lnTo>
                    <a:pt x="0" y="9465"/>
                  </a:lnTo>
                  <a:lnTo>
                    <a:pt x="3976" y="7069"/>
                  </a:lnTo>
                  <a:lnTo>
                    <a:pt x="5861" y="1342"/>
                  </a:lnTo>
                  <a:lnTo>
                    <a:pt x="9521" y="1819"/>
                  </a:lnTo>
                  <a:lnTo>
                    <a:pt x="1362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h658"/>
            <p:cNvSpPr/>
            <p:nvPr/>
          </p:nvSpPr>
          <p:spPr>
            <a:xfrm>
              <a:off x="2735220" y="2871198"/>
              <a:ext cx="29382" cy="16927"/>
            </a:xfrm>
            <a:custGeom>
              <a:avLst/>
              <a:pathLst>
                <a:path w="29382" h="16927">
                  <a:moveTo>
                    <a:pt x="25850" y="0"/>
                  </a:moveTo>
                  <a:lnTo>
                    <a:pt x="28510" y="693"/>
                  </a:lnTo>
                  <a:lnTo>
                    <a:pt x="29382" y="3985"/>
                  </a:lnTo>
                  <a:lnTo>
                    <a:pt x="29041" y="6035"/>
                  </a:lnTo>
                  <a:lnTo>
                    <a:pt x="26929" y="6793"/>
                  </a:lnTo>
                  <a:lnTo>
                    <a:pt x="26690" y="10560"/>
                  </a:lnTo>
                  <a:lnTo>
                    <a:pt x="28386" y="13219"/>
                  </a:lnTo>
                  <a:lnTo>
                    <a:pt x="27642" y="13797"/>
                  </a:lnTo>
                  <a:lnTo>
                    <a:pt x="25346" y="12407"/>
                  </a:lnTo>
                  <a:lnTo>
                    <a:pt x="23842" y="12646"/>
                  </a:lnTo>
                  <a:lnTo>
                    <a:pt x="19280" y="10623"/>
                  </a:lnTo>
                  <a:lnTo>
                    <a:pt x="14401" y="11863"/>
                  </a:lnTo>
                  <a:lnTo>
                    <a:pt x="8321" y="15898"/>
                  </a:lnTo>
                  <a:lnTo>
                    <a:pt x="3738" y="16927"/>
                  </a:lnTo>
                  <a:lnTo>
                    <a:pt x="1224" y="16416"/>
                  </a:lnTo>
                  <a:lnTo>
                    <a:pt x="0" y="14246"/>
                  </a:lnTo>
                  <a:lnTo>
                    <a:pt x="3154" y="7870"/>
                  </a:lnTo>
                  <a:lnTo>
                    <a:pt x="1533" y="6555"/>
                  </a:lnTo>
                  <a:lnTo>
                    <a:pt x="3516" y="3474"/>
                  </a:lnTo>
                  <a:lnTo>
                    <a:pt x="6287" y="1902"/>
                  </a:lnTo>
                  <a:lnTo>
                    <a:pt x="9435" y="1535"/>
                  </a:lnTo>
                  <a:lnTo>
                    <a:pt x="12904" y="2171"/>
                  </a:lnTo>
                  <a:lnTo>
                    <a:pt x="13339" y="4597"/>
                  </a:lnTo>
                  <a:lnTo>
                    <a:pt x="14926" y="4588"/>
                  </a:lnTo>
                  <a:lnTo>
                    <a:pt x="19319" y="4562"/>
                  </a:lnTo>
                  <a:lnTo>
                    <a:pt x="21046" y="2712"/>
                  </a:lnTo>
                  <a:lnTo>
                    <a:pt x="21554" y="38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h659"/>
            <p:cNvSpPr/>
            <p:nvPr/>
          </p:nvSpPr>
          <p:spPr>
            <a:xfrm>
              <a:off x="2672316" y="2898092"/>
              <a:ext cx="30822" cy="46823"/>
            </a:xfrm>
            <a:custGeom>
              <a:avLst/>
              <a:pathLst>
                <a:path w="30822" h="46823">
                  <a:moveTo>
                    <a:pt x="17459" y="0"/>
                  </a:moveTo>
                  <a:lnTo>
                    <a:pt x="19550" y="968"/>
                  </a:lnTo>
                  <a:lnTo>
                    <a:pt x="21138" y="4579"/>
                  </a:lnTo>
                  <a:lnTo>
                    <a:pt x="19780" y="5672"/>
                  </a:lnTo>
                  <a:lnTo>
                    <a:pt x="19116" y="8128"/>
                  </a:lnTo>
                  <a:lnTo>
                    <a:pt x="21658" y="15696"/>
                  </a:lnTo>
                  <a:lnTo>
                    <a:pt x="27224" y="18207"/>
                  </a:lnTo>
                  <a:lnTo>
                    <a:pt x="28732" y="16853"/>
                  </a:lnTo>
                  <a:lnTo>
                    <a:pt x="30349" y="15488"/>
                  </a:lnTo>
                  <a:lnTo>
                    <a:pt x="30822" y="17198"/>
                  </a:lnTo>
                  <a:lnTo>
                    <a:pt x="26546" y="27202"/>
                  </a:lnTo>
                  <a:lnTo>
                    <a:pt x="27005" y="30313"/>
                  </a:lnTo>
                  <a:lnTo>
                    <a:pt x="28571" y="32157"/>
                  </a:lnTo>
                  <a:lnTo>
                    <a:pt x="27130" y="32209"/>
                  </a:lnTo>
                  <a:lnTo>
                    <a:pt x="22578" y="41559"/>
                  </a:lnTo>
                  <a:lnTo>
                    <a:pt x="16848" y="46305"/>
                  </a:lnTo>
                  <a:lnTo>
                    <a:pt x="14592" y="46823"/>
                  </a:lnTo>
                  <a:lnTo>
                    <a:pt x="11189" y="44501"/>
                  </a:lnTo>
                  <a:lnTo>
                    <a:pt x="7204" y="38845"/>
                  </a:lnTo>
                  <a:lnTo>
                    <a:pt x="10126" y="33053"/>
                  </a:lnTo>
                  <a:lnTo>
                    <a:pt x="2664" y="28688"/>
                  </a:lnTo>
                  <a:lnTo>
                    <a:pt x="3954" y="27417"/>
                  </a:lnTo>
                  <a:lnTo>
                    <a:pt x="3434" y="20959"/>
                  </a:lnTo>
                  <a:lnTo>
                    <a:pt x="341" y="15728"/>
                  </a:lnTo>
                  <a:lnTo>
                    <a:pt x="931" y="13202"/>
                  </a:lnTo>
                  <a:lnTo>
                    <a:pt x="0" y="8779"/>
                  </a:lnTo>
                  <a:lnTo>
                    <a:pt x="5265" y="7966"/>
                  </a:lnTo>
                  <a:lnTo>
                    <a:pt x="5476" y="5989"/>
                  </a:lnTo>
                  <a:lnTo>
                    <a:pt x="11706" y="696"/>
                  </a:lnTo>
                  <a:lnTo>
                    <a:pt x="11391" y="303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h660"/>
            <p:cNvSpPr/>
            <p:nvPr/>
          </p:nvSpPr>
          <p:spPr>
            <a:xfrm>
              <a:off x="2772735" y="2984738"/>
              <a:ext cx="27405" cy="33312"/>
            </a:xfrm>
            <a:custGeom>
              <a:avLst/>
              <a:pathLst>
                <a:path w="27405" h="33312">
                  <a:moveTo>
                    <a:pt x="14121" y="0"/>
                  </a:moveTo>
                  <a:lnTo>
                    <a:pt x="12711" y="1096"/>
                  </a:lnTo>
                  <a:lnTo>
                    <a:pt x="13187" y="2471"/>
                  </a:lnTo>
                  <a:lnTo>
                    <a:pt x="14343" y="2858"/>
                  </a:lnTo>
                  <a:lnTo>
                    <a:pt x="27405" y="1070"/>
                  </a:lnTo>
                  <a:lnTo>
                    <a:pt x="25617" y="7735"/>
                  </a:lnTo>
                  <a:lnTo>
                    <a:pt x="26655" y="15836"/>
                  </a:lnTo>
                  <a:lnTo>
                    <a:pt x="24997" y="17461"/>
                  </a:lnTo>
                  <a:lnTo>
                    <a:pt x="19816" y="17035"/>
                  </a:lnTo>
                  <a:lnTo>
                    <a:pt x="16246" y="19214"/>
                  </a:lnTo>
                  <a:lnTo>
                    <a:pt x="16621" y="22092"/>
                  </a:lnTo>
                  <a:lnTo>
                    <a:pt x="15773" y="23573"/>
                  </a:lnTo>
                  <a:lnTo>
                    <a:pt x="8764" y="31693"/>
                  </a:lnTo>
                  <a:lnTo>
                    <a:pt x="7745" y="33312"/>
                  </a:lnTo>
                  <a:lnTo>
                    <a:pt x="6005" y="32754"/>
                  </a:lnTo>
                  <a:lnTo>
                    <a:pt x="5552" y="31400"/>
                  </a:lnTo>
                  <a:lnTo>
                    <a:pt x="2670" y="30832"/>
                  </a:lnTo>
                  <a:lnTo>
                    <a:pt x="0" y="32285"/>
                  </a:lnTo>
                  <a:lnTo>
                    <a:pt x="279" y="25640"/>
                  </a:lnTo>
                  <a:lnTo>
                    <a:pt x="1297" y="24718"/>
                  </a:lnTo>
                  <a:lnTo>
                    <a:pt x="1764" y="16351"/>
                  </a:lnTo>
                  <a:lnTo>
                    <a:pt x="2709" y="14283"/>
                  </a:lnTo>
                  <a:lnTo>
                    <a:pt x="3723" y="6652"/>
                  </a:lnTo>
                  <a:lnTo>
                    <a:pt x="2971" y="4269"/>
                  </a:lnTo>
                  <a:lnTo>
                    <a:pt x="5275" y="3843"/>
                  </a:lnTo>
                  <a:lnTo>
                    <a:pt x="6835" y="5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h661"/>
            <p:cNvSpPr/>
            <p:nvPr/>
          </p:nvSpPr>
          <p:spPr>
            <a:xfrm>
              <a:off x="2738644" y="3033843"/>
              <a:ext cx="17449" cy="17239"/>
            </a:xfrm>
            <a:custGeom>
              <a:avLst/>
              <a:pathLst>
                <a:path w="17449" h="17239">
                  <a:moveTo>
                    <a:pt x="6829" y="463"/>
                  </a:moveTo>
                  <a:lnTo>
                    <a:pt x="7597" y="1670"/>
                  </a:lnTo>
                  <a:lnTo>
                    <a:pt x="9486" y="781"/>
                  </a:lnTo>
                  <a:lnTo>
                    <a:pt x="9403" y="0"/>
                  </a:lnTo>
                  <a:lnTo>
                    <a:pt x="11664" y="878"/>
                  </a:lnTo>
                  <a:lnTo>
                    <a:pt x="12833" y="4609"/>
                  </a:lnTo>
                  <a:lnTo>
                    <a:pt x="16969" y="8637"/>
                  </a:lnTo>
                  <a:lnTo>
                    <a:pt x="17449" y="10460"/>
                  </a:lnTo>
                  <a:lnTo>
                    <a:pt x="16123" y="12137"/>
                  </a:lnTo>
                  <a:lnTo>
                    <a:pt x="14331" y="14259"/>
                  </a:lnTo>
                  <a:lnTo>
                    <a:pt x="12908" y="11798"/>
                  </a:lnTo>
                  <a:lnTo>
                    <a:pt x="10650" y="11843"/>
                  </a:lnTo>
                  <a:lnTo>
                    <a:pt x="9363" y="14275"/>
                  </a:lnTo>
                  <a:lnTo>
                    <a:pt x="6559" y="16743"/>
                  </a:lnTo>
                  <a:lnTo>
                    <a:pt x="3919" y="17239"/>
                  </a:lnTo>
                  <a:lnTo>
                    <a:pt x="2494" y="15990"/>
                  </a:lnTo>
                  <a:lnTo>
                    <a:pt x="54" y="16228"/>
                  </a:lnTo>
                  <a:lnTo>
                    <a:pt x="0" y="9109"/>
                  </a:lnTo>
                  <a:lnTo>
                    <a:pt x="2581" y="10568"/>
                  </a:lnTo>
                  <a:lnTo>
                    <a:pt x="5284" y="9346"/>
                  </a:lnTo>
                  <a:lnTo>
                    <a:pt x="3854" y="2013"/>
                  </a:lnTo>
                  <a:lnTo>
                    <a:pt x="4760" y="20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h662"/>
            <p:cNvSpPr/>
            <p:nvPr/>
          </p:nvSpPr>
          <p:spPr>
            <a:xfrm>
              <a:off x="2672434" y="2974071"/>
              <a:ext cx="26998" cy="23085"/>
            </a:xfrm>
            <a:custGeom>
              <a:avLst/>
              <a:pathLst>
                <a:path w="26998" h="23085">
                  <a:moveTo>
                    <a:pt x="18109" y="610"/>
                  </a:moveTo>
                  <a:lnTo>
                    <a:pt x="24221" y="478"/>
                  </a:lnTo>
                  <a:lnTo>
                    <a:pt x="26998" y="565"/>
                  </a:lnTo>
                  <a:lnTo>
                    <a:pt x="26613" y="4176"/>
                  </a:lnTo>
                  <a:lnTo>
                    <a:pt x="25649" y="5012"/>
                  </a:lnTo>
                  <a:lnTo>
                    <a:pt x="23582" y="4269"/>
                  </a:lnTo>
                  <a:lnTo>
                    <a:pt x="21744" y="7314"/>
                  </a:lnTo>
                  <a:lnTo>
                    <a:pt x="22948" y="9752"/>
                  </a:lnTo>
                  <a:lnTo>
                    <a:pt x="22141" y="14526"/>
                  </a:lnTo>
                  <a:lnTo>
                    <a:pt x="19177" y="15938"/>
                  </a:lnTo>
                  <a:lnTo>
                    <a:pt x="15351" y="16003"/>
                  </a:lnTo>
                  <a:lnTo>
                    <a:pt x="14152" y="20560"/>
                  </a:lnTo>
                  <a:lnTo>
                    <a:pt x="14771" y="23085"/>
                  </a:lnTo>
                  <a:lnTo>
                    <a:pt x="8891" y="21724"/>
                  </a:lnTo>
                  <a:lnTo>
                    <a:pt x="5878" y="22090"/>
                  </a:lnTo>
                  <a:lnTo>
                    <a:pt x="5042" y="21051"/>
                  </a:lnTo>
                  <a:lnTo>
                    <a:pt x="5278" y="19838"/>
                  </a:lnTo>
                  <a:lnTo>
                    <a:pt x="0" y="16193"/>
                  </a:lnTo>
                  <a:lnTo>
                    <a:pt x="1932" y="14168"/>
                  </a:lnTo>
                  <a:lnTo>
                    <a:pt x="4700" y="17284"/>
                  </a:lnTo>
                  <a:lnTo>
                    <a:pt x="6557" y="17060"/>
                  </a:lnTo>
                  <a:lnTo>
                    <a:pt x="7708" y="9382"/>
                  </a:lnTo>
                  <a:lnTo>
                    <a:pt x="10350" y="6996"/>
                  </a:lnTo>
                  <a:lnTo>
                    <a:pt x="1487" y="5897"/>
                  </a:lnTo>
                  <a:lnTo>
                    <a:pt x="5777" y="17"/>
                  </a:lnTo>
                  <a:lnTo>
                    <a:pt x="5925" y="737"/>
                  </a:lnTo>
                  <a:lnTo>
                    <a:pt x="9844" y="1397"/>
                  </a:lnTo>
                  <a:lnTo>
                    <a:pt x="10389" y="329"/>
                  </a:lnTo>
                  <a:lnTo>
                    <a:pt x="11737" y="168"/>
                  </a:lnTo>
                  <a:lnTo>
                    <a:pt x="1631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h663"/>
            <p:cNvSpPr/>
            <p:nvPr/>
          </p:nvSpPr>
          <p:spPr>
            <a:xfrm>
              <a:off x="2622244" y="2955704"/>
              <a:ext cx="31458" cy="24483"/>
            </a:xfrm>
            <a:custGeom>
              <a:avLst/>
              <a:pathLst>
                <a:path w="31458" h="24483">
                  <a:moveTo>
                    <a:pt x="30102" y="861"/>
                  </a:moveTo>
                  <a:lnTo>
                    <a:pt x="29748" y="2381"/>
                  </a:lnTo>
                  <a:lnTo>
                    <a:pt x="30973" y="4205"/>
                  </a:lnTo>
                  <a:lnTo>
                    <a:pt x="28577" y="4497"/>
                  </a:lnTo>
                  <a:lnTo>
                    <a:pt x="31201" y="8296"/>
                  </a:lnTo>
                  <a:lnTo>
                    <a:pt x="31458" y="11317"/>
                  </a:lnTo>
                  <a:lnTo>
                    <a:pt x="31032" y="11163"/>
                  </a:lnTo>
                  <a:lnTo>
                    <a:pt x="21442" y="9415"/>
                  </a:lnTo>
                  <a:lnTo>
                    <a:pt x="17417" y="11962"/>
                  </a:lnTo>
                  <a:lnTo>
                    <a:pt x="18236" y="14459"/>
                  </a:lnTo>
                  <a:lnTo>
                    <a:pt x="17821" y="17971"/>
                  </a:lnTo>
                  <a:lnTo>
                    <a:pt x="15540" y="21508"/>
                  </a:lnTo>
                  <a:lnTo>
                    <a:pt x="15232" y="23214"/>
                  </a:lnTo>
                  <a:lnTo>
                    <a:pt x="13082" y="22504"/>
                  </a:lnTo>
                  <a:lnTo>
                    <a:pt x="11903" y="24483"/>
                  </a:lnTo>
                  <a:lnTo>
                    <a:pt x="10808" y="23792"/>
                  </a:lnTo>
                  <a:lnTo>
                    <a:pt x="9911" y="21888"/>
                  </a:lnTo>
                  <a:lnTo>
                    <a:pt x="8635" y="19623"/>
                  </a:lnTo>
                  <a:lnTo>
                    <a:pt x="7478" y="20448"/>
                  </a:lnTo>
                  <a:lnTo>
                    <a:pt x="4416" y="17844"/>
                  </a:lnTo>
                  <a:lnTo>
                    <a:pt x="154" y="12562"/>
                  </a:lnTo>
                  <a:lnTo>
                    <a:pt x="0" y="9373"/>
                  </a:lnTo>
                  <a:lnTo>
                    <a:pt x="1791" y="8290"/>
                  </a:lnTo>
                  <a:lnTo>
                    <a:pt x="4627" y="8744"/>
                  </a:lnTo>
                  <a:lnTo>
                    <a:pt x="4134" y="6305"/>
                  </a:lnTo>
                  <a:lnTo>
                    <a:pt x="7273" y="2157"/>
                  </a:lnTo>
                  <a:lnTo>
                    <a:pt x="10529" y="2159"/>
                  </a:lnTo>
                  <a:lnTo>
                    <a:pt x="11464" y="943"/>
                  </a:lnTo>
                  <a:lnTo>
                    <a:pt x="23813" y="2698"/>
                  </a:lnTo>
                  <a:lnTo>
                    <a:pt x="27143" y="220"/>
                  </a:lnTo>
                  <a:lnTo>
                    <a:pt x="2937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h664"/>
            <p:cNvSpPr/>
            <p:nvPr/>
          </p:nvSpPr>
          <p:spPr>
            <a:xfrm>
              <a:off x="2711587" y="3002424"/>
              <a:ext cx="16547" cy="15191"/>
            </a:xfrm>
            <a:custGeom>
              <a:avLst/>
              <a:pathLst>
                <a:path w="16547" h="15191">
                  <a:moveTo>
                    <a:pt x="16547" y="6362"/>
                  </a:moveTo>
                  <a:lnTo>
                    <a:pt x="15229" y="12406"/>
                  </a:lnTo>
                  <a:lnTo>
                    <a:pt x="10268" y="15191"/>
                  </a:lnTo>
                  <a:lnTo>
                    <a:pt x="7796" y="13747"/>
                  </a:lnTo>
                  <a:lnTo>
                    <a:pt x="796" y="10343"/>
                  </a:lnTo>
                  <a:lnTo>
                    <a:pt x="0" y="5423"/>
                  </a:lnTo>
                  <a:lnTo>
                    <a:pt x="582" y="4142"/>
                  </a:lnTo>
                  <a:lnTo>
                    <a:pt x="4135" y="6234"/>
                  </a:lnTo>
                  <a:lnTo>
                    <a:pt x="922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h665"/>
            <p:cNvSpPr/>
            <p:nvPr/>
          </p:nvSpPr>
          <p:spPr>
            <a:xfrm>
              <a:off x="2651084" y="2966867"/>
              <a:ext cx="18357" cy="20912"/>
            </a:xfrm>
            <a:custGeom>
              <a:avLst/>
              <a:pathLst>
                <a:path w="18357" h="20912">
                  <a:moveTo>
                    <a:pt x="2618" y="154"/>
                  </a:moveTo>
                  <a:lnTo>
                    <a:pt x="6936" y="576"/>
                  </a:lnTo>
                  <a:lnTo>
                    <a:pt x="6191" y="1729"/>
                  </a:lnTo>
                  <a:lnTo>
                    <a:pt x="6758" y="2178"/>
                  </a:lnTo>
                  <a:lnTo>
                    <a:pt x="13851" y="3970"/>
                  </a:lnTo>
                  <a:lnTo>
                    <a:pt x="13639" y="6554"/>
                  </a:lnTo>
                  <a:lnTo>
                    <a:pt x="16057" y="11065"/>
                  </a:lnTo>
                  <a:lnTo>
                    <a:pt x="18357" y="11990"/>
                  </a:lnTo>
                  <a:lnTo>
                    <a:pt x="15708" y="12677"/>
                  </a:lnTo>
                  <a:lnTo>
                    <a:pt x="13616" y="16819"/>
                  </a:lnTo>
                  <a:lnTo>
                    <a:pt x="10588" y="19534"/>
                  </a:lnTo>
                  <a:lnTo>
                    <a:pt x="8618" y="20912"/>
                  </a:lnTo>
                  <a:lnTo>
                    <a:pt x="2892" y="14074"/>
                  </a:lnTo>
                  <a:lnTo>
                    <a:pt x="2363" y="14491"/>
                  </a:lnTo>
                  <a:lnTo>
                    <a:pt x="0" y="6474"/>
                  </a:lnTo>
                  <a:lnTo>
                    <a:pt x="21" y="2330"/>
                  </a:lnTo>
                  <a:lnTo>
                    <a:pt x="219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h666"/>
            <p:cNvSpPr/>
            <p:nvPr/>
          </p:nvSpPr>
          <p:spPr>
            <a:xfrm>
              <a:off x="2589031" y="2961108"/>
              <a:ext cx="43124" cy="20588"/>
            </a:xfrm>
            <a:custGeom>
              <a:avLst/>
              <a:pathLst>
                <a:path w="43124" h="20588">
                  <a:moveTo>
                    <a:pt x="34294" y="50"/>
                  </a:moveTo>
                  <a:lnTo>
                    <a:pt x="37346" y="901"/>
                  </a:lnTo>
                  <a:lnTo>
                    <a:pt x="37840" y="3339"/>
                  </a:lnTo>
                  <a:lnTo>
                    <a:pt x="35004" y="2886"/>
                  </a:lnTo>
                  <a:lnTo>
                    <a:pt x="33212" y="3968"/>
                  </a:lnTo>
                  <a:lnTo>
                    <a:pt x="33367" y="7158"/>
                  </a:lnTo>
                  <a:lnTo>
                    <a:pt x="37629" y="12439"/>
                  </a:lnTo>
                  <a:lnTo>
                    <a:pt x="40690" y="15044"/>
                  </a:lnTo>
                  <a:lnTo>
                    <a:pt x="41848" y="14219"/>
                  </a:lnTo>
                  <a:lnTo>
                    <a:pt x="43124" y="16484"/>
                  </a:lnTo>
                  <a:lnTo>
                    <a:pt x="38418" y="17705"/>
                  </a:lnTo>
                  <a:lnTo>
                    <a:pt x="32326" y="17380"/>
                  </a:lnTo>
                  <a:lnTo>
                    <a:pt x="28535" y="20588"/>
                  </a:lnTo>
                  <a:lnTo>
                    <a:pt x="25245" y="17569"/>
                  </a:lnTo>
                  <a:lnTo>
                    <a:pt x="20011" y="17218"/>
                  </a:lnTo>
                  <a:lnTo>
                    <a:pt x="17408" y="17926"/>
                  </a:lnTo>
                  <a:lnTo>
                    <a:pt x="13498" y="15162"/>
                  </a:lnTo>
                  <a:lnTo>
                    <a:pt x="7983" y="10156"/>
                  </a:lnTo>
                  <a:lnTo>
                    <a:pt x="8866" y="9841"/>
                  </a:lnTo>
                  <a:lnTo>
                    <a:pt x="8559" y="8802"/>
                  </a:lnTo>
                  <a:lnTo>
                    <a:pt x="2103" y="3145"/>
                  </a:lnTo>
                  <a:lnTo>
                    <a:pt x="0" y="4935"/>
                  </a:lnTo>
                  <a:lnTo>
                    <a:pt x="3363" y="1117"/>
                  </a:lnTo>
                  <a:lnTo>
                    <a:pt x="4272" y="1856"/>
                  </a:lnTo>
                  <a:lnTo>
                    <a:pt x="9044" y="2238"/>
                  </a:lnTo>
                  <a:lnTo>
                    <a:pt x="17855" y="1298"/>
                  </a:lnTo>
                  <a:lnTo>
                    <a:pt x="19326" y="0"/>
                  </a:lnTo>
                  <a:lnTo>
                    <a:pt x="22511" y="449"/>
                  </a:lnTo>
                  <a:lnTo>
                    <a:pt x="26105" y="310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h667"/>
            <p:cNvSpPr/>
            <p:nvPr/>
          </p:nvSpPr>
          <p:spPr>
            <a:xfrm>
              <a:off x="2736155" y="2965529"/>
              <a:ext cx="14003" cy="17304"/>
            </a:xfrm>
            <a:custGeom>
              <a:avLst/>
              <a:pathLst>
                <a:path w="14003" h="17304">
                  <a:moveTo>
                    <a:pt x="3721" y="306"/>
                  </a:moveTo>
                  <a:lnTo>
                    <a:pt x="4785" y="2557"/>
                  </a:lnTo>
                  <a:lnTo>
                    <a:pt x="5267" y="7893"/>
                  </a:lnTo>
                  <a:lnTo>
                    <a:pt x="10641" y="10896"/>
                  </a:lnTo>
                  <a:lnTo>
                    <a:pt x="13087" y="10060"/>
                  </a:lnTo>
                  <a:lnTo>
                    <a:pt x="13720" y="9040"/>
                  </a:lnTo>
                  <a:lnTo>
                    <a:pt x="14003" y="9466"/>
                  </a:lnTo>
                  <a:lnTo>
                    <a:pt x="13768" y="13439"/>
                  </a:lnTo>
                  <a:lnTo>
                    <a:pt x="12362" y="16682"/>
                  </a:lnTo>
                  <a:lnTo>
                    <a:pt x="10461" y="16087"/>
                  </a:lnTo>
                  <a:lnTo>
                    <a:pt x="8864" y="17246"/>
                  </a:lnTo>
                  <a:lnTo>
                    <a:pt x="8471" y="17304"/>
                  </a:lnTo>
                  <a:lnTo>
                    <a:pt x="7162" y="15890"/>
                  </a:lnTo>
                  <a:lnTo>
                    <a:pt x="5430" y="15927"/>
                  </a:lnTo>
                  <a:lnTo>
                    <a:pt x="2534" y="13908"/>
                  </a:lnTo>
                  <a:lnTo>
                    <a:pt x="900" y="11891"/>
                  </a:lnTo>
                  <a:lnTo>
                    <a:pt x="1358" y="6135"/>
                  </a:lnTo>
                  <a:lnTo>
                    <a:pt x="1581" y="5208"/>
                  </a:lnTo>
                  <a:lnTo>
                    <a:pt x="56" y="3767"/>
                  </a:lnTo>
                  <a:lnTo>
                    <a:pt x="0" y="1752"/>
                  </a:lnTo>
                  <a:lnTo>
                    <a:pt x="791" y="719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h668"/>
            <p:cNvSpPr/>
            <p:nvPr/>
          </p:nvSpPr>
          <p:spPr>
            <a:xfrm>
              <a:off x="2730443" y="2815886"/>
              <a:ext cx="27170" cy="39050"/>
            </a:xfrm>
            <a:custGeom>
              <a:avLst/>
              <a:pathLst>
                <a:path w="27170" h="39050">
                  <a:moveTo>
                    <a:pt x="27170" y="1296"/>
                  </a:moveTo>
                  <a:lnTo>
                    <a:pt x="25932" y="5415"/>
                  </a:lnTo>
                  <a:lnTo>
                    <a:pt x="25075" y="5078"/>
                  </a:lnTo>
                  <a:lnTo>
                    <a:pt x="23825" y="6384"/>
                  </a:lnTo>
                  <a:lnTo>
                    <a:pt x="23592" y="8032"/>
                  </a:lnTo>
                  <a:lnTo>
                    <a:pt x="18140" y="16378"/>
                  </a:lnTo>
                  <a:lnTo>
                    <a:pt x="21563" y="19041"/>
                  </a:lnTo>
                  <a:lnTo>
                    <a:pt x="18741" y="20807"/>
                  </a:lnTo>
                  <a:lnTo>
                    <a:pt x="17157" y="23835"/>
                  </a:lnTo>
                  <a:lnTo>
                    <a:pt x="17339" y="24819"/>
                  </a:lnTo>
                  <a:lnTo>
                    <a:pt x="19620" y="24195"/>
                  </a:lnTo>
                  <a:lnTo>
                    <a:pt x="20464" y="25262"/>
                  </a:lnTo>
                  <a:lnTo>
                    <a:pt x="20922" y="27053"/>
                  </a:lnTo>
                  <a:lnTo>
                    <a:pt x="16334" y="30934"/>
                  </a:lnTo>
                  <a:lnTo>
                    <a:pt x="14388" y="33095"/>
                  </a:lnTo>
                  <a:lnTo>
                    <a:pt x="9901" y="35347"/>
                  </a:lnTo>
                  <a:lnTo>
                    <a:pt x="9676" y="39050"/>
                  </a:lnTo>
                  <a:lnTo>
                    <a:pt x="5531" y="36538"/>
                  </a:lnTo>
                  <a:lnTo>
                    <a:pt x="2603" y="30050"/>
                  </a:lnTo>
                  <a:lnTo>
                    <a:pt x="360" y="29608"/>
                  </a:lnTo>
                  <a:lnTo>
                    <a:pt x="0" y="27421"/>
                  </a:lnTo>
                  <a:lnTo>
                    <a:pt x="1296" y="25240"/>
                  </a:lnTo>
                  <a:lnTo>
                    <a:pt x="4343" y="27506"/>
                  </a:lnTo>
                  <a:lnTo>
                    <a:pt x="6640" y="27409"/>
                  </a:lnTo>
                  <a:lnTo>
                    <a:pt x="10488" y="24708"/>
                  </a:lnTo>
                  <a:lnTo>
                    <a:pt x="11682" y="13894"/>
                  </a:lnTo>
                  <a:lnTo>
                    <a:pt x="10668" y="11942"/>
                  </a:lnTo>
                  <a:lnTo>
                    <a:pt x="2422" y="8951"/>
                  </a:lnTo>
                  <a:lnTo>
                    <a:pt x="754" y="6732"/>
                  </a:lnTo>
                  <a:lnTo>
                    <a:pt x="1038" y="6189"/>
                  </a:lnTo>
                  <a:lnTo>
                    <a:pt x="17287" y="797"/>
                  </a:lnTo>
                  <a:lnTo>
                    <a:pt x="21253" y="2270"/>
                  </a:lnTo>
                  <a:lnTo>
                    <a:pt x="2259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h669"/>
            <p:cNvSpPr/>
            <p:nvPr/>
          </p:nvSpPr>
          <p:spPr>
            <a:xfrm>
              <a:off x="2732386" y="2971665"/>
              <a:ext cx="12240" cy="14560"/>
            </a:xfrm>
            <a:custGeom>
              <a:avLst/>
              <a:pathLst>
                <a:path w="12240" h="14560">
                  <a:moveTo>
                    <a:pt x="5127" y="0"/>
                  </a:moveTo>
                  <a:lnTo>
                    <a:pt x="4669" y="5756"/>
                  </a:lnTo>
                  <a:lnTo>
                    <a:pt x="6303" y="7773"/>
                  </a:lnTo>
                  <a:lnTo>
                    <a:pt x="9199" y="9792"/>
                  </a:lnTo>
                  <a:lnTo>
                    <a:pt x="10931" y="9755"/>
                  </a:lnTo>
                  <a:lnTo>
                    <a:pt x="12240" y="11169"/>
                  </a:lnTo>
                  <a:lnTo>
                    <a:pt x="10165" y="14560"/>
                  </a:lnTo>
                  <a:lnTo>
                    <a:pt x="6252" y="13618"/>
                  </a:lnTo>
                  <a:lnTo>
                    <a:pt x="5078" y="12386"/>
                  </a:lnTo>
                  <a:lnTo>
                    <a:pt x="1128" y="8356"/>
                  </a:lnTo>
                  <a:lnTo>
                    <a:pt x="0" y="382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h670"/>
            <p:cNvSpPr/>
            <p:nvPr/>
          </p:nvSpPr>
          <p:spPr>
            <a:xfrm>
              <a:off x="2643722" y="2849741"/>
              <a:ext cx="22244" cy="36866"/>
            </a:xfrm>
            <a:custGeom>
              <a:avLst/>
              <a:pathLst>
                <a:path w="22244" h="36866">
                  <a:moveTo>
                    <a:pt x="11327" y="0"/>
                  </a:moveTo>
                  <a:lnTo>
                    <a:pt x="13754" y="1445"/>
                  </a:lnTo>
                  <a:lnTo>
                    <a:pt x="16257" y="4585"/>
                  </a:lnTo>
                  <a:lnTo>
                    <a:pt x="18796" y="5863"/>
                  </a:lnTo>
                  <a:lnTo>
                    <a:pt x="19354" y="5524"/>
                  </a:lnTo>
                  <a:lnTo>
                    <a:pt x="19766" y="6135"/>
                  </a:lnTo>
                  <a:lnTo>
                    <a:pt x="18789" y="9533"/>
                  </a:lnTo>
                  <a:lnTo>
                    <a:pt x="16690" y="11273"/>
                  </a:lnTo>
                  <a:lnTo>
                    <a:pt x="16799" y="13097"/>
                  </a:lnTo>
                  <a:lnTo>
                    <a:pt x="20216" y="14942"/>
                  </a:lnTo>
                  <a:lnTo>
                    <a:pt x="20183" y="19225"/>
                  </a:lnTo>
                  <a:lnTo>
                    <a:pt x="21678" y="25910"/>
                  </a:lnTo>
                  <a:lnTo>
                    <a:pt x="22244" y="26585"/>
                  </a:lnTo>
                  <a:lnTo>
                    <a:pt x="18450" y="32329"/>
                  </a:lnTo>
                  <a:lnTo>
                    <a:pt x="12280" y="36866"/>
                  </a:lnTo>
                  <a:lnTo>
                    <a:pt x="8707" y="36080"/>
                  </a:lnTo>
                  <a:lnTo>
                    <a:pt x="5506" y="34344"/>
                  </a:lnTo>
                  <a:lnTo>
                    <a:pt x="4036" y="34997"/>
                  </a:lnTo>
                  <a:lnTo>
                    <a:pt x="0" y="28783"/>
                  </a:lnTo>
                  <a:lnTo>
                    <a:pt x="1635" y="25722"/>
                  </a:lnTo>
                  <a:lnTo>
                    <a:pt x="864" y="21960"/>
                  </a:lnTo>
                  <a:lnTo>
                    <a:pt x="2319" y="18181"/>
                  </a:lnTo>
                  <a:lnTo>
                    <a:pt x="4177" y="16207"/>
                  </a:lnTo>
                  <a:lnTo>
                    <a:pt x="4758" y="13867"/>
                  </a:lnTo>
                  <a:lnTo>
                    <a:pt x="4171" y="10252"/>
                  </a:lnTo>
                  <a:lnTo>
                    <a:pt x="3167" y="9823"/>
                  </a:lnTo>
                  <a:lnTo>
                    <a:pt x="1751" y="10595"/>
                  </a:lnTo>
                  <a:lnTo>
                    <a:pt x="343" y="7885"/>
                  </a:lnTo>
                  <a:lnTo>
                    <a:pt x="432" y="6146"/>
                  </a:lnTo>
                  <a:lnTo>
                    <a:pt x="1367" y="6049"/>
                  </a:lnTo>
                  <a:lnTo>
                    <a:pt x="6868" y="5856"/>
                  </a:lnTo>
                  <a:lnTo>
                    <a:pt x="7920" y="230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h671"/>
            <p:cNvSpPr/>
            <p:nvPr/>
          </p:nvSpPr>
          <p:spPr>
            <a:xfrm>
              <a:off x="2685761" y="2827341"/>
              <a:ext cx="18798" cy="21185"/>
            </a:xfrm>
            <a:custGeom>
              <a:avLst/>
              <a:pathLst>
                <a:path w="18798" h="21185">
                  <a:moveTo>
                    <a:pt x="13767" y="1130"/>
                  </a:moveTo>
                  <a:lnTo>
                    <a:pt x="18798" y="12817"/>
                  </a:lnTo>
                  <a:lnTo>
                    <a:pt x="13804" y="16796"/>
                  </a:lnTo>
                  <a:lnTo>
                    <a:pt x="6912" y="17490"/>
                  </a:lnTo>
                  <a:lnTo>
                    <a:pt x="2318" y="21185"/>
                  </a:lnTo>
                  <a:lnTo>
                    <a:pt x="374" y="20180"/>
                  </a:lnTo>
                  <a:lnTo>
                    <a:pt x="1761" y="17630"/>
                  </a:lnTo>
                  <a:lnTo>
                    <a:pt x="564" y="12442"/>
                  </a:lnTo>
                  <a:lnTo>
                    <a:pt x="0" y="4055"/>
                  </a:lnTo>
                  <a:lnTo>
                    <a:pt x="1389" y="4407"/>
                  </a:lnTo>
                  <a:lnTo>
                    <a:pt x="1344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h672"/>
            <p:cNvSpPr/>
            <p:nvPr/>
          </p:nvSpPr>
          <p:spPr>
            <a:xfrm>
              <a:off x="2757519" y="2969445"/>
              <a:ext cx="31455" cy="21459"/>
            </a:xfrm>
            <a:custGeom>
              <a:avLst/>
              <a:pathLst>
                <a:path w="31455" h="21459">
                  <a:moveTo>
                    <a:pt x="27582" y="855"/>
                  </a:moveTo>
                  <a:lnTo>
                    <a:pt x="27970" y="2106"/>
                  </a:lnTo>
                  <a:lnTo>
                    <a:pt x="25541" y="2492"/>
                  </a:lnTo>
                  <a:lnTo>
                    <a:pt x="25811" y="3582"/>
                  </a:lnTo>
                  <a:lnTo>
                    <a:pt x="31455" y="10571"/>
                  </a:lnTo>
                  <a:lnTo>
                    <a:pt x="31416" y="13197"/>
                  </a:lnTo>
                  <a:lnTo>
                    <a:pt x="29337" y="15292"/>
                  </a:lnTo>
                  <a:lnTo>
                    <a:pt x="22051" y="15344"/>
                  </a:lnTo>
                  <a:lnTo>
                    <a:pt x="20491" y="19136"/>
                  </a:lnTo>
                  <a:lnTo>
                    <a:pt x="18187" y="19562"/>
                  </a:lnTo>
                  <a:lnTo>
                    <a:pt x="17308" y="20534"/>
                  </a:lnTo>
                  <a:lnTo>
                    <a:pt x="11618" y="19147"/>
                  </a:lnTo>
                  <a:lnTo>
                    <a:pt x="7084" y="20188"/>
                  </a:lnTo>
                  <a:lnTo>
                    <a:pt x="5382" y="21459"/>
                  </a:lnTo>
                  <a:lnTo>
                    <a:pt x="696" y="19997"/>
                  </a:lnTo>
                  <a:lnTo>
                    <a:pt x="0" y="17750"/>
                  </a:lnTo>
                  <a:lnTo>
                    <a:pt x="2762" y="18354"/>
                  </a:lnTo>
                  <a:lnTo>
                    <a:pt x="3348" y="18607"/>
                  </a:lnTo>
                  <a:lnTo>
                    <a:pt x="7085" y="14218"/>
                  </a:lnTo>
                  <a:lnTo>
                    <a:pt x="11901" y="10325"/>
                  </a:lnTo>
                  <a:lnTo>
                    <a:pt x="12958" y="11135"/>
                  </a:lnTo>
                  <a:lnTo>
                    <a:pt x="16219" y="9650"/>
                  </a:lnTo>
                  <a:lnTo>
                    <a:pt x="14923" y="6801"/>
                  </a:lnTo>
                  <a:lnTo>
                    <a:pt x="16604" y="669"/>
                  </a:lnTo>
                  <a:lnTo>
                    <a:pt x="20474" y="3302"/>
                  </a:lnTo>
                  <a:lnTo>
                    <a:pt x="2588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h673"/>
            <p:cNvSpPr/>
            <p:nvPr/>
          </p:nvSpPr>
          <p:spPr>
            <a:xfrm>
              <a:off x="2697916" y="2842445"/>
              <a:ext cx="27468" cy="32328"/>
            </a:xfrm>
            <a:custGeom>
              <a:avLst/>
              <a:pathLst>
                <a:path w="27468" h="32328">
                  <a:moveTo>
                    <a:pt x="23330" y="2359"/>
                  </a:moveTo>
                  <a:lnTo>
                    <a:pt x="26674" y="5155"/>
                  </a:lnTo>
                  <a:lnTo>
                    <a:pt x="27019" y="7601"/>
                  </a:lnTo>
                  <a:lnTo>
                    <a:pt x="23558" y="17080"/>
                  </a:lnTo>
                  <a:lnTo>
                    <a:pt x="24973" y="20537"/>
                  </a:lnTo>
                  <a:lnTo>
                    <a:pt x="27468" y="23716"/>
                  </a:lnTo>
                  <a:lnTo>
                    <a:pt x="26222" y="31312"/>
                  </a:lnTo>
                  <a:lnTo>
                    <a:pt x="24320" y="32328"/>
                  </a:lnTo>
                  <a:lnTo>
                    <a:pt x="24909" y="29772"/>
                  </a:lnTo>
                  <a:lnTo>
                    <a:pt x="24350" y="29364"/>
                  </a:lnTo>
                  <a:lnTo>
                    <a:pt x="12697" y="29112"/>
                  </a:lnTo>
                  <a:lnTo>
                    <a:pt x="13310" y="28074"/>
                  </a:lnTo>
                  <a:lnTo>
                    <a:pt x="12124" y="26991"/>
                  </a:lnTo>
                  <a:lnTo>
                    <a:pt x="10347" y="26144"/>
                  </a:lnTo>
                  <a:lnTo>
                    <a:pt x="6878" y="26470"/>
                  </a:lnTo>
                  <a:lnTo>
                    <a:pt x="471" y="21539"/>
                  </a:lnTo>
                  <a:lnTo>
                    <a:pt x="0" y="19826"/>
                  </a:lnTo>
                  <a:lnTo>
                    <a:pt x="829" y="20283"/>
                  </a:lnTo>
                  <a:lnTo>
                    <a:pt x="1813" y="19632"/>
                  </a:lnTo>
                  <a:lnTo>
                    <a:pt x="2124" y="17100"/>
                  </a:lnTo>
                  <a:lnTo>
                    <a:pt x="3998" y="13868"/>
                  </a:lnTo>
                  <a:lnTo>
                    <a:pt x="9999" y="11171"/>
                  </a:lnTo>
                  <a:lnTo>
                    <a:pt x="11103" y="9345"/>
                  </a:lnTo>
                  <a:lnTo>
                    <a:pt x="11044" y="6892"/>
                  </a:lnTo>
                  <a:lnTo>
                    <a:pt x="16508" y="4236"/>
                  </a:lnTo>
                  <a:lnTo>
                    <a:pt x="19879" y="3770"/>
                  </a:lnTo>
                  <a:lnTo>
                    <a:pt x="1843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h674"/>
            <p:cNvSpPr/>
            <p:nvPr/>
          </p:nvSpPr>
          <p:spPr>
            <a:xfrm>
              <a:off x="2696296" y="2941937"/>
              <a:ext cx="25603" cy="33367"/>
            </a:xfrm>
            <a:custGeom>
              <a:avLst/>
              <a:pathLst>
                <a:path w="25603" h="33367">
                  <a:moveTo>
                    <a:pt x="12690" y="1726"/>
                  </a:moveTo>
                  <a:lnTo>
                    <a:pt x="17989" y="3683"/>
                  </a:lnTo>
                  <a:lnTo>
                    <a:pt x="20045" y="2667"/>
                  </a:lnTo>
                  <a:lnTo>
                    <a:pt x="21465" y="4204"/>
                  </a:lnTo>
                  <a:lnTo>
                    <a:pt x="21466" y="5845"/>
                  </a:lnTo>
                  <a:lnTo>
                    <a:pt x="23449" y="9196"/>
                  </a:lnTo>
                  <a:lnTo>
                    <a:pt x="22814" y="12957"/>
                  </a:lnTo>
                  <a:lnTo>
                    <a:pt x="25603" y="15966"/>
                  </a:lnTo>
                  <a:lnTo>
                    <a:pt x="23946" y="18554"/>
                  </a:lnTo>
                  <a:lnTo>
                    <a:pt x="22002" y="24425"/>
                  </a:lnTo>
                  <a:lnTo>
                    <a:pt x="19160" y="24910"/>
                  </a:lnTo>
                  <a:lnTo>
                    <a:pt x="14905" y="22704"/>
                  </a:lnTo>
                  <a:lnTo>
                    <a:pt x="15849" y="18589"/>
                  </a:lnTo>
                  <a:lnTo>
                    <a:pt x="15685" y="18092"/>
                  </a:lnTo>
                  <a:lnTo>
                    <a:pt x="14086" y="18518"/>
                  </a:lnTo>
                  <a:lnTo>
                    <a:pt x="9524" y="21323"/>
                  </a:lnTo>
                  <a:lnTo>
                    <a:pt x="6711" y="24056"/>
                  </a:lnTo>
                  <a:lnTo>
                    <a:pt x="6514" y="32151"/>
                  </a:lnTo>
                  <a:lnTo>
                    <a:pt x="5853" y="33367"/>
                  </a:lnTo>
                  <a:lnTo>
                    <a:pt x="3136" y="32699"/>
                  </a:lnTo>
                  <a:lnTo>
                    <a:pt x="359" y="32612"/>
                  </a:lnTo>
                  <a:lnTo>
                    <a:pt x="1760" y="31269"/>
                  </a:lnTo>
                  <a:lnTo>
                    <a:pt x="0" y="20199"/>
                  </a:lnTo>
                  <a:lnTo>
                    <a:pt x="314" y="18019"/>
                  </a:lnTo>
                  <a:lnTo>
                    <a:pt x="4996" y="16092"/>
                  </a:lnTo>
                  <a:lnTo>
                    <a:pt x="3891" y="11088"/>
                  </a:lnTo>
                  <a:lnTo>
                    <a:pt x="3753" y="10482"/>
                  </a:lnTo>
                  <a:lnTo>
                    <a:pt x="5775" y="11392"/>
                  </a:lnTo>
                  <a:lnTo>
                    <a:pt x="6018" y="14397"/>
                  </a:lnTo>
                  <a:lnTo>
                    <a:pt x="10301" y="12923"/>
                  </a:lnTo>
                  <a:lnTo>
                    <a:pt x="10255" y="6557"/>
                  </a:lnTo>
                  <a:lnTo>
                    <a:pt x="9320" y="1470"/>
                  </a:lnTo>
                  <a:lnTo>
                    <a:pt x="1034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h675"/>
            <p:cNvSpPr/>
            <p:nvPr/>
          </p:nvSpPr>
          <p:spPr>
            <a:xfrm>
              <a:off x="2783060" y="2963121"/>
              <a:ext cx="22050" cy="24476"/>
            </a:xfrm>
            <a:custGeom>
              <a:avLst/>
              <a:pathLst>
                <a:path w="22050" h="24476">
                  <a:moveTo>
                    <a:pt x="17929" y="4769"/>
                  </a:moveTo>
                  <a:lnTo>
                    <a:pt x="16943" y="5213"/>
                  </a:lnTo>
                  <a:lnTo>
                    <a:pt x="17220" y="6376"/>
                  </a:lnTo>
                  <a:lnTo>
                    <a:pt x="20201" y="8891"/>
                  </a:lnTo>
                  <a:lnTo>
                    <a:pt x="20213" y="10476"/>
                  </a:lnTo>
                  <a:lnTo>
                    <a:pt x="20069" y="14113"/>
                  </a:lnTo>
                  <a:lnTo>
                    <a:pt x="22050" y="17845"/>
                  </a:lnTo>
                  <a:lnTo>
                    <a:pt x="20648" y="19573"/>
                  </a:lnTo>
                  <a:lnTo>
                    <a:pt x="17079" y="22687"/>
                  </a:lnTo>
                  <a:lnTo>
                    <a:pt x="4017" y="24476"/>
                  </a:lnTo>
                  <a:lnTo>
                    <a:pt x="2862" y="24089"/>
                  </a:lnTo>
                  <a:lnTo>
                    <a:pt x="2386" y="22714"/>
                  </a:lnTo>
                  <a:lnTo>
                    <a:pt x="3796" y="21617"/>
                  </a:lnTo>
                  <a:lnTo>
                    <a:pt x="5874" y="19521"/>
                  </a:lnTo>
                  <a:lnTo>
                    <a:pt x="5913" y="16895"/>
                  </a:lnTo>
                  <a:lnTo>
                    <a:pt x="269" y="9906"/>
                  </a:lnTo>
                  <a:lnTo>
                    <a:pt x="0" y="8816"/>
                  </a:lnTo>
                  <a:lnTo>
                    <a:pt x="2429" y="8431"/>
                  </a:lnTo>
                  <a:lnTo>
                    <a:pt x="2041" y="7179"/>
                  </a:lnTo>
                  <a:lnTo>
                    <a:pt x="3999" y="5840"/>
                  </a:lnTo>
                  <a:lnTo>
                    <a:pt x="122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h676"/>
            <p:cNvSpPr/>
            <p:nvPr/>
          </p:nvSpPr>
          <p:spPr>
            <a:xfrm>
              <a:off x="2755560" y="2953916"/>
              <a:ext cx="18562" cy="34136"/>
            </a:xfrm>
            <a:custGeom>
              <a:avLst/>
              <a:pathLst>
                <a:path w="18562" h="34136">
                  <a:moveTo>
                    <a:pt x="6515" y="152"/>
                  </a:moveTo>
                  <a:lnTo>
                    <a:pt x="10429" y="984"/>
                  </a:lnTo>
                  <a:lnTo>
                    <a:pt x="10643" y="2453"/>
                  </a:lnTo>
                  <a:lnTo>
                    <a:pt x="12826" y="1573"/>
                  </a:lnTo>
                  <a:lnTo>
                    <a:pt x="14376" y="2303"/>
                  </a:lnTo>
                  <a:lnTo>
                    <a:pt x="14737" y="4267"/>
                  </a:lnTo>
                  <a:lnTo>
                    <a:pt x="12981" y="7602"/>
                  </a:lnTo>
                  <a:lnTo>
                    <a:pt x="14341" y="14212"/>
                  </a:lnTo>
                  <a:lnTo>
                    <a:pt x="18562" y="16198"/>
                  </a:lnTo>
                  <a:lnTo>
                    <a:pt x="16881" y="22330"/>
                  </a:lnTo>
                  <a:lnTo>
                    <a:pt x="18177" y="25180"/>
                  </a:lnTo>
                  <a:lnTo>
                    <a:pt x="14916" y="26664"/>
                  </a:lnTo>
                  <a:lnTo>
                    <a:pt x="13859" y="25854"/>
                  </a:lnTo>
                  <a:lnTo>
                    <a:pt x="9043" y="29748"/>
                  </a:lnTo>
                  <a:lnTo>
                    <a:pt x="5306" y="34136"/>
                  </a:lnTo>
                  <a:lnTo>
                    <a:pt x="4720" y="33883"/>
                  </a:lnTo>
                  <a:lnTo>
                    <a:pt x="0" y="31049"/>
                  </a:lnTo>
                  <a:lnTo>
                    <a:pt x="2075" y="28694"/>
                  </a:lnTo>
                  <a:lnTo>
                    <a:pt x="4402" y="23933"/>
                  </a:lnTo>
                  <a:lnTo>
                    <a:pt x="5556" y="16344"/>
                  </a:lnTo>
                  <a:lnTo>
                    <a:pt x="1699" y="5066"/>
                  </a:lnTo>
                  <a:lnTo>
                    <a:pt x="2436" y="2617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h677"/>
            <p:cNvSpPr/>
            <p:nvPr/>
          </p:nvSpPr>
          <p:spPr>
            <a:xfrm>
              <a:off x="2745473" y="3008885"/>
              <a:ext cx="27540" cy="29567"/>
            </a:xfrm>
            <a:custGeom>
              <a:avLst/>
              <a:pathLst>
                <a:path w="27540" h="29567">
                  <a:moveTo>
                    <a:pt x="26942" y="165"/>
                  </a:moveTo>
                  <a:lnTo>
                    <a:pt x="27540" y="1493"/>
                  </a:lnTo>
                  <a:lnTo>
                    <a:pt x="27261" y="8138"/>
                  </a:lnTo>
                  <a:lnTo>
                    <a:pt x="27075" y="9548"/>
                  </a:lnTo>
                  <a:lnTo>
                    <a:pt x="22289" y="14095"/>
                  </a:lnTo>
                  <a:lnTo>
                    <a:pt x="8629" y="22142"/>
                  </a:lnTo>
                  <a:lnTo>
                    <a:pt x="7092" y="28259"/>
                  </a:lnTo>
                  <a:lnTo>
                    <a:pt x="6004" y="29567"/>
                  </a:lnTo>
                  <a:lnTo>
                    <a:pt x="4835" y="25836"/>
                  </a:lnTo>
                  <a:lnTo>
                    <a:pt x="2573" y="24957"/>
                  </a:lnTo>
                  <a:lnTo>
                    <a:pt x="2656" y="25739"/>
                  </a:lnTo>
                  <a:lnTo>
                    <a:pt x="768" y="26628"/>
                  </a:lnTo>
                  <a:lnTo>
                    <a:pt x="0" y="25420"/>
                  </a:lnTo>
                  <a:lnTo>
                    <a:pt x="1268" y="20041"/>
                  </a:lnTo>
                  <a:lnTo>
                    <a:pt x="3471" y="17017"/>
                  </a:lnTo>
                  <a:lnTo>
                    <a:pt x="3747" y="12342"/>
                  </a:lnTo>
                  <a:lnTo>
                    <a:pt x="5415" y="8931"/>
                  </a:lnTo>
                  <a:lnTo>
                    <a:pt x="5972" y="8373"/>
                  </a:lnTo>
                  <a:lnTo>
                    <a:pt x="11176" y="9505"/>
                  </a:lnTo>
                  <a:lnTo>
                    <a:pt x="12917" y="6281"/>
                  </a:lnTo>
                  <a:lnTo>
                    <a:pt x="14651" y="5429"/>
                  </a:lnTo>
                  <a:lnTo>
                    <a:pt x="17745" y="5666"/>
                  </a:lnTo>
                  <a:lnTo>
                    <a:pt x="20420" y="4923"/>
                  </a:lnTo>
                  <a:lnTo>
                    <a:pt x="21192" y="1007"/>
                  </a:lnTo>
                  <a:lnTo>
                    <a:pt x="2242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h678"/>
            <p:cNvSpPr/>
            <p:nvPr/>
          </p:nvSpPr>
          <p:spPr>
            <a:xfrm>
              <a:off x="2634173" y="2920638"/>
              <a:ext cx="29821" cy="20190"/>
            </a:xfrm>
            <a:custGeom>
              <a:avLst/>
              <a:pathLst>
                <a:path w="29821" h="20190">
                  <a:moveTo>
                    <a:pt x="26639" y="2737"/>
                  </a:moveTo>
                  <a:lnTo>
                    <a:pt x="26392" y="5822"/>
                  </a:lnTo>
                  <a:lnTo>
                    <a:pt x="29821" y="11400"/>
                  </a:lnTo>
                  <a:lnTo>
                    <a:pt x="24401" y="16163"/>
                  </a:lnTo>
                  <a:lnTo>
                    <a:pt x="23550" y="18518"/>
                  </a:lnTo>
                  <a:lnTo>
                    <a:pt x="21507" y="20190"/>
                  </a:lnTo>
                  <a:lnTo>
                    <a:pt x="20635" y="18318"/>
                  </a:lnTo>
                  <a:lnTo>
                    <a:pt x="20451" y="14917"/>
                  </a:lnTo>
                  <a:lnTo>
                    <a:pt x="15308" y="13357"/>
                  </a:lnTo>
                  <a:lnTo>
                    <a:pt x="7790" y="13485"/>
                  </a:lnTo>
                  <a:lnTo>
                    <a:pt x="3577" y="15336"/>
                  </a:lnTo>
                  <a:lnTo>
                    <a:pt x="2661" y="14933"/>
                  </a:lnTo>
                  <a:lnTo>
                    <a:pt x="504" y="14018"/>
                  </a:lnTo>
                  <a:lnTo>
                    <a:pt x="702" y="8006"/>
                  </a:lnTo>
                  <a:lnTo>
                    <a:pt x="0" y="6325"/>
                  </a:lnTo>
                  <a:lnTo>
                    <a:pt x="2057" y="562"/>
                  </a:lnTo>
                  <a:lnTo>
                    <a:pt x="4260" y="0"/>
                  </a:lnTo>
                  <a:lnTo>
                    <a:pt x="7206" y="56"/>
                  </a:lnTo>
                  <a:lnTo>
                    <a:pt x="17312" y="4097"/>
                  </a:lnTo>
                  <a:lnTo>
                    <a:pt x="22555" y="4045"/>
                  </a:lnTo>
                  <a:lnTo>
                    <a:pt x="25169" y="22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h679"/>
            <p:cNvSpPr/>
            <p:nvPr/>
          </p:nvSpPr>
          <p:spPr>
            <a:xfrm>
              <a:off x="2725539" y="2843214"/>
              <a:ext cx="28246" cy="37072"/>
            </a:xfrm>
            <a:custGeom>
              <a:avLst/>
              <a:pathLst>
                <a:path w="28246" h="37072">
                  <a:moveTo>
                    <a:pt x="3856" y="0"/>
                  </a:moveTo>
                  <a:lnTo>
                    <a:pt x="5264" y="2280"/>
                  </a:lnTo>
                  <a:lnTo>
                    <a:pt x="7507" y="2722"/>
                  </a:lnTo>
                  <a:lnTo>
                    <a:pt x="10435" y="9209"/>
                  </a:lnTo>
                  <a:lnTo>
                    <a:pt x="14580" y="11722"/>
                  </a:lnTo>
                  <a:lnTo>
                    <a:pt x="24651" y="17979"/>
                  </a:lnTo>
                  <a:lnTo>
                    <a:pt x="28246" y="17017"/>
                  </a:lnTo>
                  <a:lnTo>
                    <a:pt x="23255" y="27425"/>
                  </a:lnTo>
                  <a:lnTo>
                    <a:pt x="25056" y="31113"/>
                  </a:lnTo>
                  <a:lnTo>
                    <a:pt x="24608" y="32572"/>
                  </a:lnTo>
                  <a:lnTo>
                    <a:pt x="23020" y="32581"/>
                  </a:lnTo>
                  <a:lnTo>
                    <a:pt x="22586" y="30154"/>
                  </a:lnTo>
                  <a:lnTo>
                    <a:pt x="19116" y="29518"/>
                  </a:lnTo>
                  <a:lnTo>
                    <a:pt x="15969" y="29885"/>
                  </a:lnTo>
                  <a:lnTo>
                    <a:pt x="13197" y="31457"/>
                  </a:lnTo>
                  <a:lnTo>
                    <a:pt x="11214" y="34538"/>
                  </a:lnTo>
                  <a:lnTo>
                    <a:pt x="5531" y="37072"/>
                  </a:lnTo>
                  <a:lnTo>
                    <a:pt x="4022" y="35457"/>
                  </a:lnTo>
                  <a:lnTo>
                    <a:pt x="4215" y="32918"/>
                  </a:lnTo>
                  <a:lnTo>
                    <a:pt x="1411" y="25468"/>
                  </a:lnTo>
                  <a:lnTo>
                    <a:pt x="0" y="17052"/>
                  </a:lnTo>
                  <a:lnTo>
                    <a:pt x="339" y="4709"/>
                  </a:lnTo>
                  <a:lnTo>
                    <a:pt x="1721" y="17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h680"/>
            <p:cNvSpPr/>
            <p:nvPr/>
          </p:nvSpPr>
          <p:spPr>
            <a:xfrm>
              <a:off x="2738611" y="3012373"/>
              <a:ext cx="19779" cy="16553"/>
            </a:xfrm>
            <a:custGeom>
              <a:avLst/>
              <a:pathLst>
                <a:path w="19779" h="16553">
                  <a:moveTo>
                    <a:pt x="15136" y="408"/>
                  </a:moveTo>
                  <a:lnTo>
                    <a:pt x="19779" y="2794"/>
                  </a:lnTo>
                  <a:lnTo>
                    <a:pt x="18038" y="6017"/>
                  </a:lnTo>
                  <a:lnTo>
                    <a:pt x="12834" y="4885"/>
                  </a:lnTo>
                  <a:lnTo>
                    <a:pt x="12278" y="5444"/>
                  </a:lnTo>
                  <a:lnTo>
                    <a:pt x="10609" y="8854"/>
                  </a:lnTo>
                  <a:lnTo>
                    <a:pt x="10334" y="13529"/>
                  </a:lnTo>
                  <a:lnTo>
                    <a:pt x="8130" y="16553"/>
                  </a:lnTo>
                  <a:lnTo>
                    <a:pt x="2666" y="10773"/>
                  </a:lnTo>
                  <a:lnTo>
                    <a:pt x="0" y="7686"/>
                  </a:lnTo>
                  <a:lnTo>
                    <a:pt x="4291" y="6709"/>
                  </a:lnTo>
                  <a:lnTo>
                    <a:pt x="10371" y="3731"/>
                  </a:lnTo>
                  <a:lnTo>
                    <a:pt x="1065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h681"/>
            <p:cNvSpPr/>
            <p:nvPr/>
          </p:nvSpPr>
          <p:spPr>
            <a:xfrm>
              <a:off x="2591583" y="2914144"/>
              <a:ext cx="47180" cy="31819"/>
            </a:xfrm>
            <a:custGeom>
              <a:avLst/>
              <a:pathLst>
                <a:path w="47180" h="31819">
                  <a:moveTo>
                    <a:pt x="40744" y="0"/>
                  </a:moveTo>
                  <a:lnTo>
                    <a:pt x="43504" y="3039"/>
                  </a:lnTo>
                  <a:lnTo>
                    <a:pt x="47180" y="4173"/>
                  </a:lnTo>
                  <a:lnTo>
                    <a:pt x="46849" y="6493"/>
                  </a:lnTo>
                  <a:lnTo>
                    <a:pt x="44647" y="7056"/>
                  </a:lnTo>
                  <a:lnTo>
                    <a:pt x="42589" y="12819"/>
                  </a:lnTo>
                  <a:lnTo>
                    <a:pt x="43292" y="14500"/>
                  </a:lnTo>
                  <a:lnTo>
                    <a:pt x="43094" y="20512"/>
                  </a:lnTo>
                  <a:lnTo>
                    <a:pt x="45251" y="21427"/>
                  </a:lnTo>
                  <a:lnTo>
                    <a:pt x="40167" y="24235"/>
                  </a:lnTo>
                  <a:lnTo>
                    <a:pt x="37182" y="26012"/>
                  </a:lnTo>
                  <a:lnTo>
                    <a:pt x="36043" y="24673"/>
                  </a:lnTo>
                  <a:lnTo>
                    <a:pt x="35664" y="23529"/>
                  </a:lnTo>
                  <a:lnTo>
                    <a:pt x="36996" y="20399"/>
                  </a:lnTo>
                  <a:lnTo>
                    <a:pt x="36320" y="19290"/>
                  </a:lnTo>
                  <a:lnTo>
                    <a:pt x="29647" y="20993"/>
                  </a:lnTo>
                  <a:lnTo>
                    <a:pt x="26914" y="23929"/>
                  </a:lnTo>
                  <a:lnTo>
                    <a:pt x="26782" y="27158"/>
                  </a:lnTo>
                  <a:lnTo>
                    <a:pt x="25540" y="27613"/>
                  </a:lnTo>
                  <a:lnTo>
                    <a:pt x="22664" y="26249"/>
                  </a:lnTo>
                  <a:lnTo>
                    <a:pt x="21085" y="23809"/>
                  </a:lnTo>
                  <a:lnTo>
                    <a:pt x="19089" y="23593"/>
                  </a:lnTo>
                  <a:lnTo>
                    <a:pt x="12710" y="26717"/>
                  </a:lnTo>
                  <a:lnTo>
                    <a:pt x="11229" y="30359"/>
                  </a:lnTo>
                  <a:lnTo>
                    <a:pt x="9244" y="31819"/>
                  </a:lnTo>
                  <a:lnTo>
                    <a:pt x="7240" y="29076"/>
                  </a:lnTo>
                  <a:lnTo>
                    <a:pt x="7275" y="27196"/>
                  </a:lnTo>
                  <a:lnTo>
                    <a:pt x="0" y="23989"/>
                  </a:lnTo>
                  <a:lnTo>
                    <a:pt x="737" y="15914"/>
                  </a:lnTo>
                  <a:lnTo>
                    <a:pt x="2378" y="15991"/>
                  </a:lnTo>
                  <a:lnTo>
                    <a:pt x="7402" y="13521"/>
                  </a:lnTo>
                  <a:lnTo>
                    <a:pt x="12154" y="12811"/>
                  </a:lnTo>
                  <a:lnTo>
                    <a:pt x="13001" y="11454"/>
                  </a:lnTo>
                  <a:lnTo>
                    <a:pt x="20975" y="8839"/>
                  </a:lnTo>
                  <a:lnTo>
                    <a:pt x="26484" y="8938"/>
                  </a:lnTo>
                  <a:lnTo>
                    <a:pt x="32962" y="2568"/>
                  </a:lnTo>
                  <a:lnTo>
                    <a:pt x="37651" y="35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h682"/>
            <p:cNvSpPr/>
            <p:nvPr/>
          </p:nvSpPr>
          <p:spPr>
            <a:xfrm>
              <a:off x="2779773" y="2943108"/>
              <a:ext cx="27196" cy="19703"/>
            </a:xfrm>
            <a:custGeom>
              <a:avLst/>
              <a:pathLst>
                <a:path w="27196" h="19703">
                  <a:moveTo>
                    <a:pt x="25592" y="1832"/>
                  </a:moveTo>
                  <a:lnTo>
                    <a:pt x="27196" y="2845"/>
                  </a:lnTo>
                  <a:lnTo>
                    <a:pt x="26489" y="3415"/>
                  </a:lnTo>
                  <a:lnTo>
                    <a:pt x="25010" y="7146"/>
                  </a:lnTo>
                  <a:lnTo>
                    <a:pt x="23605" y="8864"/>
                  </a:lnTo>
                  <a:lnTo>
                    <a:pt x="16775" y="10525"/>
                  </a:lnTo>
                  <a:lnTo>
                    <a:pt x="16879" y="14553"/>
                  </a:lnTo>
                  <a:lnTo>
                    <a:pt x="15606" y="15304"/>
                  </a:lnTo>
                  <a:lnTo>
                    <a:pt x="10603" y="15252"/>
                  </a:lnTo>
                  <a:lnTo>
                    <a:pt x="7349" y="16664"/>
                  </a:lnTo>
                  <a:lnTo>
                    <a:pt x="4068" y="19703"/>
                  </a:lnTo>
                  <a:lnTo>
                    <a:pt x="2868" y="15935"/>
                  </a:lnTo>
                  <a:lnTo>
                    <a:pt x="0" y="13116"/>
                  </a:lnTo>
                  <a:lnTo>
                    <a:pt x="583" y="11968"/>
                  </a:lnTo>
                  <a:lnTo>
                    <a:pt x="2897" y="10818"/>
                  </a:lnTo>
                  <a:lnTo>
                    <a:pt x="5200" y="5844"/>
                  </a:lnTo>
                  <a:lnTo>
                    <a:pt x="7482" y="3984"/>
                  </a:lnTo>
                  <a:lnTo>
                    <a:pt x="13148" y="3767"/>
                  </a:lnTo>
                  <a:lnTo>
                    <a:pt x="17051" y="0"/>
                  </a:lnTo>
                  <a:lnTo>
                    <a:pt x="19125" y="291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h683"/>
            <p:cNvSpPr/>
            <p:nvPr/>
          </p:nvSpPr>
          <p:spPr>
            <a:xfrm>
              <a:off x="2717762" y="2939892"/>
              <a:ext cx="34883" cy="28200"/>
            </a:xfrm>
            <a:custGeom>
              <a:avLst/>
              <a:pathLst>
                <a:path w="34883" h="28200">
                  <a:moveTo>
                    <a:pt x="12103" y="0"/>
                  </a:moveTo>
                  <a:lnTo>
                    <a:pt x="18121" y="249"/>
                  </a:lnTo>
                  <a:lnTo>
                    <a:pt x="18805" y="1131"/>
                  </a:lnTo>
                  <a:lnTo>
                    <a:pt x="23640" y="4165"/>
                  </a:lnTo>
                  <a:lnTo>
                    <a:pt x="25947" y="2604"/>
                  </a:lnTo>
                  <a:lnTo>
                    <a:pt x="26558" y="1034"/>
                  </a:lnTo>
                  <a:lnTo>
                    <a:pt x="27849" y="570"/>
                  </a:lnTo>
                  <a:lnTo>
                    <a:pt x="32641" y="1493"/>
                  </a:lnTo>
                  <a:lnTo>
                    <a:pt x="32789" y="6318"/>
                  </a:lnTo>
                  <a:lnTo>
                    <a:pt x="34883" y="12652"/>
                  </a:lnTo>
                  <a:lnTo>
                    <a:pt x="32369" y="16454"/>
                  </a:lnTo>
                  <a:lnTo>
                    <a:pt x="28147" y="18124"/>
                  </a:lnTo>
                  <a:lnTo>
                    <a:pt x="23049" y="22375"/>
                  </a:lnTo>
                  <a:lnTo>
                    <a:pt x="22432" y="24608"/>
                  </a:lnTo>
                  <a:lnTo>
                    <a:pt x="23868" y="26940"/>
                  </a:lnTo>
                  <a:lnTo>
                    <a:pt x="23178" y="28194"/>
                  </a:lnTo>
                  <a:lnTo>
                    <a:pt x="22115" y="25944"/>
                  </a:lnTo>
                  <a:lnTo>
                    <a:pt x="20788" y="25637"/>
                  </a:lnTo>
                  <a:lnTo>
                    <a:pt x="19185" y="26356"/>
                  </a:lnTo>
                  <a:lnTo>
                    <a:pt x="16572" y="23647"/>
                  </a:lnTo>
                  <a:lnTo>
                    <a:pt x="14238" y="27864"/>
                  </a:lnTo>
                  <a:lnTo>
                    <a:pt x="12961" y="28200"/>
                  </a:lnTo>
                  <a:lnTo>
                    <a:pt x="12751" y="26678"/>
                  </a:lnTo>
                  <a:lnTo>
                    <a:pt x="15078" y="23046"/>
                  </a:lnTo>
                  <a:lnTo>
                    <a:pt x="10315" y="19927"/>
                  </a:lnTo>
                  <a:lnTo>
                    <a:pt x="4814" y="21681"/>
                  </a:lnTo>
                  <a:lnTo>
                    <a:pt x="2480" y="20598"/>
                  </a:lnTo>
                  <a:lnTo>
                    <a:pt x="4137" y="18010"/>
                  </a:lnTo>
                  <a:lnTo>
                    <a:pt x="1348" y="15001"/>
                  </a:lnTo>
                  <a:lnTo>
                    <a:pt x="1982" y="11240"/>
                  </a:lnTo>
                  <a:lnTo>
                    <a:pt x="0" y="7889"/>
                  </a:lnTo>
                  <a:lnTo>
                    <a:pt x="1038" y="7808"/>
                  </a:lnTo>
                  <a:lnTo>
                    <a:pt x="5164" y="159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h684"/>
            <p:cNvSpPr/>
            <p:nvPr/>
          </p:nvSpPr>
          <p:spPr>
            <a:xfrm>
              <a:off x="2761873" y="2852661"/>
              <a:ext cx="16980" cy="22892"/>
            </a:xfrm>
            <a:custGeom>
              <a:avLst/>
              <a:pathLst>
                <a:path w="16980" h="22892">
                  <a:moveTo>
                    <a:pt x="13370" y="0"/>
                  </a:moveTo>
                  <a:lnTo>
                    <a:pt x="13339" y="1634"/>
                  </a:lnTo>
                  <a:lnTo>
                    <a:pt x="15198" y="2043"/>
                  </a:lnTo>
                  <a:lnTo>
                    <a:pt x="16980" y="4010"/>
                  </a:lnTo>
                  <a:lnTo>
                    <a:pt x="16582" y="7226"/>
                  </a:lnTo>
                  <a:lnTo>
                    <a:pt x="12761" y="15609"/>
                  </a:lnTo>
                  <a:lnTo>
                    <a:pt x="14024" y="19428"/>
                  </a:lnTo>
                  <a:lnTo>
                    <a:pt x="16190" y="20707"/>
                  </a:lnTo>
                  <a:lnTo>
                    <a:pt x="15980" y="22091"/>
                  </a:lnTo>
                  <a:lnTo>
                    <a:pt x="13949" y="22892"/>
                  </a:lnTo>
                  <a:lnTo>
                    <a:pt x="12742" y="22543"/>
                  </a:lnTo>
                  <a:lnTo>
                    <a:pt x="11290" y="21289"/>
                  </a:lnTo>
                  <a:lnTo>
                    <a:pt x="12342" y="20453"/>
                  </a:lnTo>
                  <a:lnTo>
                    <a:pt x="11602" y="18755"/>
                  </a:lnTo>
                  <a:lnTo>
                    <a:pt x="8347" y="16320"/>
                  </a:lnTo>
                  <a:lnTo>
                    <a:pt x="2860" y="15004"/>
                  </a:lnTo>
                  <a:lnTo>
                    <a:pt x="0" y="16905"/>
                  </a:lnTo>
                  <a:lnTo>
                    <a:pt x="3142" y="8216"/>
                  </a:lnTo>
                  <a:lnTo>
                    <a:pt x="4673" y="7796"/>
                  </a:lnTo>
                  <a:lnTo>
                    <a:pt x="6502" y="5603"/>
                  </a:lnTo>
                  <a:lnTo>
                    <a:pt x="5916" y="3232"/>
                  </a:lnTo>
                  <a:lnTo>
                    <a:pt x="8191" y="78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h685"/>
            <p:cNvSpPr/>
            <p:nvPr/>
          </p:nvSpPr>
          <p:spPr>
            <a:xfrm>
              <a:off x="2670725" y="2847522"/>
              <a:ext cx="27662" cy="26236"/>
            </a:xfrm>
            <a:custGeom>
              <a:avLst/>
              <a:pathLst>
                <a:path w="27662" h="26236">
                  <a:moveTo>
                    <a:pt x="15410" y="0"/>
                  </a:moveTo>
                  <a:lnTo>
                    <a:pt x="17354" y="1005"/>
                  </a:lnTo>
                  <a:lnTo>
                    <a:pt x="18883" y="3692"/>
                  </a:lnTo>
                  <a:lnTo>
                    <a:pt x="17295" y="5502"/>
                  </a:lnTo>
                  <a:lnTo>
                    <a:pt x="18054" y="9363"/>
                  </a:lnTo>
                  <a:lnTo>
                    <a:pt x="19603" y="11980"/>
                  </a:lnTo>
                  <a:lnTo>
                    <a:pt x="22813" y="15217"/>
                  </a:lnTo>
                  <a:lnTo>
                    <a:pt x="24160" y="15531"/>
                  </a:lnTo>
                  <a:lnTo>
                    <a:pt x="26919" y="13878"/>
                  </a:lnTo>
                  <a:lnTo>
                    <a:pt x="27191" y="14749"/>
                  </a:lnTo>
                  <a:lnTo>
                    <a:pt x="27662" y="16462"/>
                  </a:lnTo>
                  <a:lnTo>
                    <a:pt x="25809" y="17355"/>
                  </a:lnTo>
                  <a:lnTo>
                    <a:pt x="21834" y="21951"/>
                  </a:lnTo>
                  <a:lnTo>
                    <a:pt x="19054" y="23155"/>
                  </a:lnTo>
                  <a:lnTo>
                    <a:pt x="19720" y="24317"/>
                  </a:lnTo>
                  <a:lnTo>
                    <a:pt x="18125" y="25945"/>
                  </a:lnTo>
                  <a:lnTo>
                    <a:pt x="15613" y="26236"/>
                  </a:lnTo>
                  <a:lnTo>
                    <a:pt x="3168" y="6719"/>
                  </a:lnTo>
                  <a:lnTo>
                    <a:pt x="0" y="4608"/>
                  </a:lnTo>
                  <a:lnTo>
                    <a:pt x="423" y="3698"/>
                  </a:lnTo>
                  <a:lnTo>
                    <a:pt x="5869" y="103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h686"/>
            <p:cNvSpPr/>
            <p:nvPr/>
          </p:nvSpPr>
          <p:spPr>
            <a:xfrm>
              <a:off x="2710486" y="2871557"/>
              <a:ext cx="19985" cy="32311"/>
            </a:xfrm>
            <a:custGeom>
              <a:avLst/>
              <a:pathLst>
                <a:path w="19985" h="32311">
                  <a:moveTo>
                    <a:pt x="11780" y="252"/>
                  </a:moveTo>
                  <a:lnTo>
                    <a:pt x="12340" y="660"/>
                  </a:lnTo>
                  <a:lnTo>
                    <a:pt x="11750" y="3215"/>
                  </a:lnTo>
                  <a:lnTo>
                    <a:pt x="10289" y="3593"/>
                  </a:lnTo>
                  <a:lnTo>
                    <a:pt x="12571" y="9961"/>
                  </a:lnTo>
                  <a:lnTo>
                    <a:pt x="17161" y="12358"/>
                  </a:lnTo>
                  <a:lnTo>
                    <a:pt x="17393" y="11341"/>
                  </a:lnTo>
                  <a:lnTo>
                    <a:pt x="18064" y="11461"/>
                  </a:lnTo>
                  <a:lnTo>
                    <a:pt x="19355" y="13761"/>
                  </a:lnTo>
                  <a:lnTo>
                    <a:pt x="16473" y="16023"/>
                  </a:lnTo>
                  <a:lnTo>
                    <a:pt x="15539" y="15432"/>
                  </a:lnTo>
                  <a:lnTo>
                    <a:pt x="15693" y="16371"/>
                  </a:lnTo>
                  <a:lnTo>
                    <a:pt x="16753" y="18054"/>
                  </a:lnTo>
                  <a:lnTo>
                    <a:pt x="19985" y="18931"/>
                  </a:lnTo>
                  <a:lnTo>
                    <a:pt x="18160" y="23155"/>
                  </a:lnTo>
                  <a:lnTo>
                    <a:pt x="19941" y="25613"/>
                  </a:lnTo>
                  <a:lnTo>
                    <a:pt x="19982" y="27761"/>
                  </a:lnTo>
                  <a:lnTo>
                    <a:pt x="17429" y="32311"/>
                  </a:lnTo>
                  <a:lnTo>
                    <a:pt x="13966" y="30006"/>
                  </a:lnTo>
                  <a:lnTo>
                    <a:pt x="10588" y="22420"/>
                  </a:lnTo>
                  <a:lnTo>
                    <a:pt x="9756" y="15563"/>
                  </a:lnTo>
                  <a:lnTo>
                    <a:pt x="7851" y="12431"/>
                  </a:lnTo>
                  <a:lnTo>
                    <a:pt x="4487" y="13321"/>
                  </a:lnTo>
                  <a:lnTo>
                    <a:pt x="1387" y="11586"/>
                  </a:lnTo>
                  <a:lnTo>
                    <a:pt x="0" y="9142"/>
                  </a:lnTo>
                  <a:lnTo>
                    <a:pt x="307" y="6688"/>
                  </a:lnTo>
                  <a:lnTo>
                    <a:pt x="2192" y="4565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h687"/>
            <p:cNvSpPr/>
            <p:nvPr/>
          </p:nvSpPr>
          <p:spPr>
            <a:xfrm>
              <a:off x="2762010" y="2988593"/>
              <a:ext cx="14447" cy="10429"/>
            </a:xfrm>
            <a:custGeom>
              <a:avLst/>
              <a:pathLst>
                <a:path w="14447" h="10429">
                  <a:moveTo>
                    <a:pt x="12817" y="1386"/>
                  </a:moveTo>
                  <a:lnTo>
                    <a:pt x="13696" y="414"/>
                  </a:lnTo>
                  <a:lnTo>
                    <a:pt x="14447" y="2797"/>
                  </a:lnTo>
                  <a:lnTo>
                    <a:pt x="13433" y="10429"/>
                  </a:lnTo>
                  <a:lnTo>
                    <a:pt x="9347" y="10389"/>
                  </a:lnTo>
                  <a:lnTo>
                    <a:pt x="7293" y="5960"/>
                  </a:lnTo>
                  <a:lnTo>
                    <a:pt x="0" y="4325"/>
                  </a:lnTo>
                  <a:lnTo>
                    <a:pt x="890" y="2312"/>
                  </a:lnTo>
                  <a:lnTo>
                    <a:pt x="2593" y="1040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h688"/>
            <p:cNvSpPr/>
            <p:nvPr/>
          </p:nvSpPr>
          <p:spPr>
            <a:xfrm>
              <a:off x="2743060" y="2981617"/>
              <a:ext cx="32383" cy="33549"/>
            </a:xfrm>
            <a:custGeom>
              <a:avLst/>
              <a:pathLst>
                <a:path w="32383" h="33549">
                  <a:moveTo>
                    <a:pt x="5457" y="595"/>
                  </a:moveTo>
                  <a:lnTo>
                    <a:pt x="12499" y="3348"/>
                  </a:lnTo>
                  <a:lnTo>
                    <a:pt x="17220" y="6182"/>
                  </a:lnTo>
                  <a:lnTo>
                    <a:pt x="14458" y="5578"/>
                  </a:lnTo>
                  <a:lnTo>
                    <a:pt x="15154" y="7825"/>
                  </a:lnTo>
                  <a:lnTo>
                    <a:pt x="19840" y="9287"/>
                  </a:lnTo>
                  <a:lnTo>
                    <a:pt x="18949" y="11300"/>
                  </a:lnTo>
                  <a:lnTo>
                    <a:pt x="26243" y="12936"/>
                  </a:lnTo>
                  <a:lnTo>
                    <a:pt x="28296" y="17364"/>
                  </a:lnTo>
                  <a:lnTo>
                    <a:pt x="32383" y="17404"/>
                  </a:lnTo>
                  <a:lnTo>
                    <a:pt x="31438" y="19472"/>
                  </a:lnTo>
                  <a:lnTo>
                    <a:pt x="30971" y="27839"/>
                  </a:lnTo>
                  <a:lnTo>
                    <a:pt x="29953" y="28761"/>
                  </a:lnTo>
                  <a:lnTo>
                    <a:pt x="29355" y="27433"/>
                  </a:lnTo>
                  <a:lnTo>
                    <a:pt x="24842" y="27268"/>
                  </a:lnTo>
                  <a:lnTo>
                    <a:pt x="23605" y="28275"/>
                  </a:lnTo>
                  <a:lnTo>
                    <a:pt x="22833" y="32191"/>
                  </a:lnTo>
                  <a:lnTo>
                    <a:pt x="20158" y="32934"/>
                  </a:lnTo>
                  <a:lnTo>
                    <a:pt x="17064" y="32697"/>
                  </a:lnTo>
                  <a:lnTo>
                    <a:pt x="15330" y="33549"/>
                  </a:lnTo>
                  <a:lnTo>
                    <a:pt x="10686" y="31163"/>
                  </a:lnTo>
                  <a:lnTo>
                    <a:pt x="11746" y="28609"/>
                  </a:lnTo>
                  <a:lnTo>
                    <a:pt x="11528" y="27325"/>
                  </a:lnTo>
                  <a:lnTo>
                    <a:pt x="9535" y="25243"/>
                  </a:lnTo>
                  <a:lnTo>
                    <a:pt x="3394" y="22329"/>
                  </a:lnTo>
                  <a:lnTo>
                    <a:pt x="5108" y="18174"/>
                  </a:lnTo>
                  <a:lnTo>
                    <a:pt x="4199" y="17593"/>
                  </a:lnTo>
                  <a:lnTo>
                    <a:pt x="4716" y="16627"/>
                  </a:lnTo>
                  <a:lnTo>
                    <a:pt x="0" y="14230"/>
                  </a:lnTo>
                  <a:lnTo>
                    <a:pt x="4846" y="7685"/>
                  </a:lnTo>
                  <a:lnTo>
                    <a:pt x="3669" y="6846"/>
                  </a:lnTo>
                  <a:lnTo>
                    <a:pt x="4183" y="570"/>
                  </a:lnTo>
                  <a:lnTo>
                    <a:pt x="1959" y="1158"/>
                  </a:lnTo>
                  <a:lnTo>
                    <a:pt x="3555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h689"/>
            <p:cNvSpPr/>
            <p:nvPr/>
          </p:nvSpPr>
          <p:spPr>
            <a:xfrm>
              <a:off x="2626411" y="2874829"/>
              <a:ext cx="42725" cy="49906"/>
            </a:xfrm>
            <a:custGeom>
              <a:avLst/>
              <a:pathLst>
                <a:path w="42725" h="49906">
                  <a:moveTo>
                    <a:pt x="41083" y="1281"/>
                  </a:moveTo>
                  <a:lnTo>
                    <a:pt x="41762" y="2700"/>
                  </a:lnTo>
                  <a:lnTo>
                    <a:pt x="41203" y="4147"/>
                  </a:lnTo>
                  <a:lnTo>
                    <a:pt x="42725" y="7760"/>
                  </a:lnTo>
                  <a:lnTo>
                    <a:pt x="39951" y="19065"/>
                  </a:lnTo>
                  <a:lnTo>
                    <a:pt x="35962" y="30256"/>
                  </a:lnTo>
                  <a:lnTo>
                    <a:pt x="33870" y="33542"/>
                  </a:lnTo>
                  <a:lnTo>
                    <a:pt x="33238" y="39781"/>
                  </a:lnTo>
                  <a:lnTo>
                    <a:pt x="35152" y="43830"/>
                  </a:lnTo>
                  <a:lnTo>
                    <a:pt x="34402" y="48546"/>
                  </a:lnTo>
                  <a:lnTo>
                    <a:pt x="32931" y="46030"/>
                  </a:lnTo>
                  <a:lnTo>
                    <a:pt x="30318" y="49853"/>
                  </a:lnTo>
                  <a:lnTo>
                    <a:pt x="25074" y="49906"/>
                  </a:lnTo>
                  <a:lnTo>
                    <a:pt x="14968" y="45865"/>
                  </a:lnTo>
                  <a:lnTo>
                    <a:pt x="12022" y="45808"/>
                  </a:lnTo>
                  <a:lnTo>
                    <a:pt x="12352" y="43488"/>
                  </a:lnTo>
                  <a:lnTo>
                    <a:pt x="8676" y="42355"/>
                  </a:lnTo>
                  <a:lnTo>
                    <a:pt x="5917" y="39315"/>
                  </a:lnTo>
                  <a:lnTo>
                    <a:pt x="5412" y="35949"/>
                  </a:lnTo>
                  <a:lnTo>
                    <a:pt x="1807" y="33163"/>
                  </a:lnTo>
                  <a:lnTo>
                    <a:pt x="0" y="29161"/>
                  </a:lnTo>
                  <a:lnTo>
                    <a:pt x="681" y="27967"/>
                  </a:lnTo>
                  <a:lnTo>
                    <a:pt x="5371" y="24884"/>
                  </a:lnTo>
                  <a:lnTo>
                    <a:pt x="7657" y="17338"/>
                  </a:lnTo>
                  <a:lnTo>
                    <a:pt x="12056" y="13255"/>
                  </a:lnTo>
                  <a:lnTo>
                    <a:pt x="14668" y="7414"/>
                  </a:lnTo>
                  <a:lnTo>
                    <a:pt x="17311" y="3695"/>
                  </a:lnTo>
                  <a:lnTo>
                    <a:pt x="21347" y="9909"/>
                  </a:lnTo>
                  <a:lnTo>
                    <a:pt x="22818" y="9256"/>
                  </a:lnTo>
                  <a:lnTo>
                    <a:pt x="26018" y="10991"/>
                  </a:lnTo>
                  <a:lnTo>
                    <a:pt x="29592" y="11778"/>
                  </a:lnTo>
                  <a:lnTo>
                    <a:pt x="35762" y="7241"/>
                  </a:lnTo>
                  <a:lnTo>
                    <a:pt x="39556" y="1497"/>
                  </a:lnTo>
                  <a:lnTo>
                    <a:pt x="38989" y="821"/>
                  </a:lnTo>
                  <a:lnTo>
                    <a:pt x="3984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h690"/>
            <p:cNvSpPr/>
            <p:nvPr/>
          </p:nvSpPr>
          <p:spPr>
            <a:xfrm>
              <a:off x="2696234" y="2992954"/>
              <a:ext cx="16149" cy="22295"/>
            </a:xfrm>
            <a:custGeom>
              <a:avLst/>
              <a:pathLst>
                <a:path w="16149" h="22295">
                  <a:moveTo>
                    <a:pt x="10214" y="0"/>
                  </a:moveTo>
                  <a:lnTo>
                    <a:pt x="9733" y="262"/>
                  </a:lnTo>
                  <a:lnTo>
                    <a:pt x="10759" y="5054"/>
                  </a:lnTo>
                  <a:lnTo>
                    <a:pt x="13906" y="10793"/>
                  </a:lnTo>
                  <a:lnTo>
                    <a:pt x="13832" y="14918"/>
                  </a:lnTo>
                  <a:lnTo>
                    <a:pt x="14927" y="15994"/>
                  </a:lnTo>
                  <a:lnTo>
                    <a:pt x="15353" y="14893"/>
                  </a:lnTo>
                  <a:lnTo>
                    <a:pt x="16149" y="19814"/>
                  </a:lnTo>
                  <a:lnTo>
                    <a:pt x="10838" y="22295"/>
                  </a:lnTo>
                  <a:lnTo>
                    <a:pt x="5932" y="18491"/>
                  </a:lnTo>
                  <a:lnTo>
                    <a:pt x="5452" y="15685"/>
                  </a:lnTo>
                  <a:lnTo>
                    <a:pt x="0" y="14010"/>
                  </a:lnTo>
                  <a:lnTo>
                    <a:pt x="473" y="12024"/>
                  </a:lnTo>
                  <a:lnTo>
                    <a:pt x="4193" y="9709"/>
                  </a:lnTo>
                  <a:lnTo>
                    <a:pt x="6901" y="9279"/>
                  </a:lnTo>
                  <a:lnTo>
                    <a:pt x="6548" y="3217"/>
                  </a:lnTo>
                  <a:lnTo>
                    <a:pt x="4520" y="91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h691"/>
            <p:cNvSpPr/>
            <p:nvPr/>
          </p:nvSpPr>
          <p:spPr>
            <a:xfrm>
              <a:off x="2088439" y="3055454"/>
              <a:ext cx="34367" cy="21481"/>
            </a:xfrm>
            <a:custGeom>
              <a:avLst/>
              <a:pathLst>
                <a:path w="34367" h="21481">
                  <a:moveTo>
                    <a:pt x="29520" y="2871"/>
                  </a:moveTo>
                  <a:lnTo>
                    <a:pt x="31081" y="3239"/>
                  </a:lnTo>
                  <a:lnTo>
                    <a:pt x="31980" y="6436"/>
                  </a:lnTo>
                  <a:lnTo>
                    <a:pt x="31258" y="6906"/>
                  </a:lnTo>
                  <a:lnTo>
                    <a:pt x="30873" y="10403"/>
                  </a:lnTo>
                  <a:lnTo>
                    <a:pt x="34367" y="10586"/>
                  </a:lnTo>
                  <a:lnTo>
                    <a:pt x="25407" y="13116"/>
                  </a:lnTo>
                  <a:lnTo>
                    <a:pt x="23312" y="15566"/>
                  </a:lnTo>
                  <a:lnTo>
                    <a:pt x="17790" y="19164"/>
                  </a:lnTo>
                  <a:lnTo>
                    <a:pt x="12523" y="21481"/>
                  </a:lnTo>
                  <a:lnTo>
                    <a:pt x="7342" y="19798"/>
                  </a:lnTo>
                  <a:lnTo>
                    <a:pt x="8016" y="14590"/>
                  </a:lnTo>
                  <a:lnTo>
                    <a:pt x="5922" y="12286"/>
                  </a:lnTo>
                  <a:lnTo>
                    <a:pt x="3288" y="12163"/>
                  </a:lnTo>
                  <a:lnTo>
                    <a:pt x="0" y="6384"/>
                  </a:lnTo>
                  <a:lnTo>
                    <a:pt x="7382" y="3541"/>
                  </a:lnTo>
                  <a:lnTo>
                    <a:pt x="17543" y="2927"/>
                  </a:lnTo>
                  <a:lnTo>
                    <a:pt x="21392" y="429"/>
                  </a:lnTo>
                  <a:lnTo>
                    <a:pt x="24500" y="83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h692"/>
            <p:cNvSpPr/>
            <p:nvPr/>
          </p:nvSpPr>
          <p:spPr>
            <a:xfrm>
              <a:off x="2055228" y="2736516"/>
              <a:ext cx="65386" cy="33025"/>
            </a:xfrm>
            <a:custGeom>
              <a:avLst/>
              <a:pathLst>
                <a:path w="65386" h="33025">
                  <a:moveTo>
                    <a:pt x="44206" y="1756"/>
                  </a:moveTo>
                  <a:lnTo>
                    <a:pt x="44723" y="4739"/>
                  </a:lnTo>
                  <a:lnTo>
                    <a:pt x="44143" y="6095"/>
                  </a:lnTo>
                  <a:lnTo>
                    <a:pt x="42849" y="6514"/>
                  </a:lnTo>
                  <a:lnTo>
                    <a:pt x="42778" y="8015"/>
                  </a:lnTo>
                  <a:lnTo>
                    <a:pt x="44192" y="12828"/>
                  </a:lnTo>
                  <a:lnTo>
                    <a:pt x="49227" y="11731"/>
                  </a:lnTo>
                  <a:lnTo>
                    <a:pt x="50354" y="8697"/>
                  </a:lnTo>
                  <a:lnTo>
                    <a:pt x="54620" y="6402"/>
                  </a:lnTo>
                  <a:lnTo>
                    <a:pt x="60232" y="7435"/>
                  </a:lnTo>
                  <a:lnTo>
                    <a:pt x="63631" y="11070"/>
                  </a:lnTo>
                  <a:lnTo>
                    <a:pt x="63211" y="12913"/>
                  </a:lnTo>
                  <a:lnTo>
                    <a:pt x="61006" y="14933"/>
                  </a:lnTo>
                  <a:lnTo>
                    <a:pt x="60350" y="21949"/>
                  </a:lnTo>
                  <a:lnTo>
                    <a:pt x="64093" y="21174"/>
                  </a:lnTo>
                  <a:lnTo>
                    <a:pt x="65331" y="21551"/>
                  </a:lnTo>
                  <a:lnTo>
                    <a:pt x="65386" y="23091"/>
                  </a:lnTo>
                  <a:lnTo>
                    <a:pt x="59732" y="26166"/>
                  </a:lnTo>
                  <a:lnTo>
                    <a:pt x="56021" y="29169"/>
                  </a:lnTo>
                  <a:lnTo>
                    <a:pt x="47263" y="29594"/>
                  </a:lnTo>
                  <a:lnTo>
                    <a:pt x="41304" y="25742"/>
                  </a:lnTo>
                  <a:lnTo>
                    <a:pt x="38942" y="26106"/>
                  </a:lnTo>
                  <a:lnTo>
                    <a:pt x="37795" y="31944"/>
                  </a:lnTo>
                  <a:lnTo>
                    <a:pt x="33687" y="33025"/>
                  </a:lnTo>
                  <a:lnTo>
                    <a:pt x="17868" y="29692"/>
                  </a:lnTo>
                  <a:lnTo>
                    <a:pt x="10857" y="30564"/>
                  </a:lnTo>
                  <a:lnTo>
                    <a:pt x="8303" y="30117"/>
                  </a:lnTo>
                  <a:lnTo>
                    <a:pt x="1448" y="23800"/>
                  </a:lnTo>
                  <a:lnTo>
                    <a:pt x="0" y="16391"/>
                  </a:lnTo>
                  <a:lnTo>
                    <a:pt x="4264" y="16369"/>
                  </a:lnTo>
                  <a:lnTo>
                    <a:pt x="5359" y="14883"/>
                  </a:lnTo>
                  <a:lnTo>
                    <a:pt x="12794" y="16378"/>
                  </a:lnTo>
                  <a:lnTo>
                    <a:pt x="15973" y="13643"/>
                  </a:lnTo>
                  <a:lnTo>
                    <a:pt x="17107" y="10274"/>
                  </a:lnTo>
                  <a:lnTo>
                    <a:pt x="18650" y="9006"/>
                  </a:lnTo>
                  <a:lnTo>
                    <a:pt x="24479" y="11564"/>
                  </a:lnTo>
                  <a:lnTo>
                    <a:pt x="29383" y="11288"/>
                  </a:lnTo>
                  <a:lnTo>
                    <a:pt x="32046" y="12010"/>
                  </a:lnTo>
                  <a:lnTo>
                    <a:pt x="33762" y="11290"/>
                  </a:lnTo>
                  <a:lnTo>
                    <a:pt x="36108" y="4539"/>
                  </a:lnTo>
                  <a:lnTo>
                    <a:pt x="34592" y="1021"/>
                  </a:lnTo>
                  <a:lnTo>
                    <a:pt x="3814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h693"/>
            <p:cNvSpPr/>
            <p:nvPr/>
          </p:nvSpPr>
          <p:spPr>
            <a:xfrm>
              <a:off x="2133621" y="3085312"/>
              <a:ext cx="34705" cy="52779"/>
            </a:xfrm>
            <a:custGeom>
              <a:avLst/>
              <a:pathLst>
                <a:path w="34705" h="52779">
                  <a:moveTo>
                    <a:pt x="32994" y="1675"/>
                  </a:moveTo>
                  <a:lnTo>
                    <a:pt x="33414" y="3193"/>
                  </a:lnTo>
                  <a:lnTo>
                    <a:pt x="32292" y="5742"/>
                  </a:lnTo>
                  <a:lnTo>
                    <a:pt x="28285" y="9164"/>
                  </a:lnTo>
                  <a:lnTo>
                    <a:pt x="31788" y="10322"/>
                  </a:lnTo>
                  <a:lnTo>
                    <a:pt x="33696" y="14905"/>
                  </a:lnTo>
                  <a:lnTo>
                    <a:pt x="33772" y="16021"/>
                  </a:lnTo>
                  <a:lnTo>
                    <a:pt x="31605" y="18408"/>
                  </a:lnTo>
                  <a:lnTo>
                    <a:pt x="30097" y="22205"/>
                  </a:lnTo>
                  <a:lnTo>
                    <a:pt x="33414" y="24021"/>
                  </a:lnTo>
                  <a:lnTo>
                    <a:pt x="34705" y="26373"/>
                  </a:lnTo>
                  <a:lnTo>
                    <a:pt x="28014" y="37126"/>
                  </a:lnTo>
                  <a:lnTo>
                    <a:pt x="25020" y="39400"/>
                  </a:lnTo>
                  <a:lnTo>
                    <a:pt x="27610" y="41857"/>
                  </a:lnTo>
                  <a:lnTo>
                    <a:pt x="33166" y="41377"/>
                  </a:lnTo>
                  <a:lnTo>
                    <a:pt x="34628" y="46546"/>
                  </a:lnTo>
                  <a:lnTo>
                    <a:pt x="32763" y="48094"/>
                  </a:lnTo>
                  <a:lnTo>
                    <a:pt x="24084" y="51873"/>
                  </a:lnTo>
                  <a:lnTo>
                    <a:pt x="21241" y="50930"/>
                  </a:lnTo>
                  <a:lnTo>
                    <a:pt x="16184" y="52585"/>
                  </a:lnTo>
                  <a:lnTo>
                    <a:pt x="12347" y="50737"/>
                  </a:lnTo>
                  <a:lnTo>
                    <a:pt x="6423" y="49636"/>
                  </a:lnTo>
                  <a:lnTo>
                    <a:pt x="4573" y="52779"/>
                  </a:lnTo>
                  <a:lnTo>
                    <a:pt x="4243" y="43857"/>
                  </a:lnTo>
                  <a:lnTo>
                    <a:pt x="2107" y="40586"/>
                  </a:lnTo>
                  <a:lnTo>
                    <a:pt x="470" y="39432"/>
                  </a:lnTo>
                  <a:lnTo>
                    <a:pt x="0" y="37784"/>
                  </a:lnTo>
                  <a:lnTo>
                    <a:pt x="927" y="31791"/>
                  </a:lnTo>
                  <a:lnTo>
                    <a:pt x="3641" y="24738"/>
                  </a:lnTo>
                  <a:lnTo>
                    <a:pt x="1732" y="19625"/>
                  </a:lnTo>
                  <a:lnTo>
                    <a:pt x="2341" y="16407"/>
                  </a:lnTo>
                  <a:lnTo>
                    <a:pt x="5489" y="14728"/>
                  </a:lnTo>
                  <a:lnTo>
                    <a:pt x="10432" y="16356"/>
                  </a:lnTo>
                  <a:lnTo>
                    <a:pt x="13663" y="14217"/>
                  </a:lnTo>
                  <a:lnTo>
                    <a:pt x="17196" y="9604"/>
                  </a:lnTo>
                  <a:lnTo>
                    <a:pt x="16953" y="4264"/>
                  </a:lnTo>
                  <a:lnTo>
                    <a:pt x="21373" y="5229"/>
                  </a:lnTo>
                  <a:lnTo>
                    <a:pt x="24959" y="4251"/>
                  </a:lnTo>
                  <a:lnTo>
                    <a:pt x="25732" y="1473"/>
                  </a:lnTo>
                  <a:lnTo>
                    <a:pt x="28133" y="100"/>
                  </a:lnTo>
                  <a:lnTo>
                    <a:pt x="3173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h694"/>
            <p:cNvSpPr/>
            <p:nvPr/>
          </p:nvSpPr>
          <p:spPr>
            <a:xfrm>
              <a:off x="2165366" y="2910027"/>
              <a:ext cx="18418" cy="22884"/>
            </a:xfrm>
            <a:custGeom>
              <a:avLst/>
              <a:pathLst>
                <a:path w="18418" h="22884">
                  <a:moveTo>
                    <a:pt x="5786" y="272"/>
                  </a:moveTo>
                  <a:lnTo>
                    <a:pt x="12283" y="4625"/>
                  </a:lnTo>
                  <a:lnTo>
                    <a:pt x="17199" y="16434"/>
                  </a:lnTo>
                  <a:lnTo>
                    <a:pt x="18418" y="17672"/>
                  </a:lnTo>
                  <a:lnTo>
                    <a:pt x="14324" y="22884"/>
                  </a:lnTo>
                  <a:lnTo>
                    <a:pt x="12920" y="22586"/>
                  </a:lnTo>
                  <a:lnTo>
                    <a:pt x="12384" y="18577"/>
                  </a:lnTo>
                  <a:lnTo>
                    <a:pt x="3937" y="18459"/>
                  </a:lnTo>
                  <a:lnTo>
                    <a:pt x="4905" y="17200"/>
                  </a:lnTo>
                  <a:lnTo>
                    <a:pt x="3617" y="12299"/>
                  </a:lnTo>
                  <a:lnTo>
                    <a:pt x="784" y="12045"/>
                  </a:lnTo>
                  <a:lnTo>
                    <a:pt x="0" y="10376"/>
                  </a:lnTo>
                  <a:lnTo>
                    <a:pt x="572" y="8424"/>
                  </a:lnTo>
                  <a:lnTo>
                    <a:pt x="2072" y="7764"/>
                  </a:lnTo>
                  <a:lnTo>
                    <a:pt x="2883" y="4865"/>
                  </a:lnTo>
                  <a:lnTo>
                    <a:pt x="2059" y="2012"/>
                  </a:lnTo>
                  <a:lnTo>
                    <a:pt x="267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h695"/>
            <p:cNvSpPr/>
            <p:nvPr/>
          </p:nvSpPr>
          <p:spPr>
            <a:xfrm>
              <a:off x="2088525" y="2768460"/>
              <a:ext cx="36359" cy="54797"/>
            </a:xfrm>
            <a:custGeom>
              <a:avLst/>
              <a:pathLst>
                <a:path w="36359" h="54797">
                  <a:moveTo>
                    <a:pt x="4498" y="0"/>
                  </a:moveTo>
                  <a:lnTo>
                    <a:pt x="3725" y="3934"/>
                  </a:lnTo>
                  <a:lnTo>
                    <a:pt x="6278" y="2716"/>
                  </a:lnTo>
                  <a:lnTo>
                    <a:pt x="11296" y="5464"/>
                  </a:lnTo>
                  <a:lnTo>
                    <a:pt x="22590" y="7396"/>
                  </a:lnTo>
                  <a:lnTo>
                    <a:pt x="26331" y="9558"/>
                  </a:lnTo>
                  <a:lnTo>
                    <a:pt x="34031" y="8290"/>
                  </a:lnTo>
                  <a:lnTo>
                    <a:pt x="31739" y="13341"/>
                  </a:lnTo>
                  <a:lnTo>
                    <a:pt x="28738" y="14760"/>
                  </a:lnTo>
                  <a:lnTo>
                    <a:pt x="27248" y="18065"/>
                  </a:lnTo>
                  <a:lnTo>
                    <a:pt x="29252" y="21285"/>
                  </a:lnTo>
                  <a:lnTo>
                    <a:pt x="29312" y="22715"/>
                  </a:lnTo>
                  <a:lnTo>
                    <a:pt x="26480" y="24318"/>
                  </a:lnTo>
                  <a:lnTo>
                    <a:pt x="28960" y="29543"/>
                  </a:lnTo>
                  <a:lnTo>
                    <a:pt x="28193" y="37613"/>
                  </a:lnTo>
                  <a:lnTo>
                    <a:pt x="28992" y="41717"/>
                  </a:lnTo>
                  <a:lnTo>
                    <a:pt x="36113" y="45609"/>
                  </a:lnTo>
                  <a:lnTo>
                    <a:pt x="36359" y="47707"/>
                  </a:lnTo>
                  <a:lnTo>
                    <a:pt x="33937" y="47561"/>
                  </a:lnTo>
                  <a:lnTo>
                    <a:pt x="27214" y="50759"/>
                  </a:lnTo>
                  <a:lnTo>
                    <a:pt x="21383" y="54797"/>
                  </a:lnTo>
                  <a:lnTo>
                    <a:pt x="20913" y="52295"/>
                  </a:lnTo>
                  <a:lnTo>
                    <a:pt x="21656" y="43661"/>
                  </a:lnTo>
                  <a:lnTo>
                    <a:pt x="19653" y="39223"/>
                  </a:lnTo>
                  <a:lnTo>
                    <a:pt x="18139" y="37311"/>
                  </a:lnTo>
                  <a:lnTo>
                    <a:pt x="14957" y="38270"/>
                  </a:lnTo>
                  <a:lnTo>
                    <a:pt x="12024" y="37646"/>
                  </a:lnTo>
                  <a:lnTo>
                    <a:pt x="7638" y="33437"/>
                  </a:lnTo>
                  <a:lnTo>
                    <a:pt x="7884" y="32581"/>
                  </a:lnTo>
                  <a:lnTo>
                    <a:pt x="6352" y="30277"/>
                  </a:lnTo>
                  <a:lnTo>
                    <a:pt x="694" y="26131"/>
                  </a:lnTo>
                  <a:lnTo>
                    <a:pt x="0" y="24783"/>
                  </a:lnTo>
                  <a:lnTo>
                    <a:pt x="1111" y="14214"/>
                  </a:lnTo>
                  <a:lnTo>
                    <a:pt x="4480" y="10638"/>
                  </a:lnTo>
                  <a:lnTo>
                    <a:pt x="657" y="3722"/>
                  </a:lnTo>
                  <a:lnTo>
                    <a:pt x="389" y="108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h696"/>
            <p:cNvSpPr/>
            <p:nvPr/>
          </p:nvSpPr>
          <p:spPr>
            <a:xfrm>
              <a:off x="2122830" y="3030066"/>
              <a:ext cx="27292" cy="23369"/>
            </a:xfrm>
            <a:custGeom>
              <a:avLst/>
              <a:pathLst>
                <a:path w="27292" h="23369">
                  <a:moveTo>
                    <a:pt x="23346" y="1184"/>
                  </a:moveTo>
                  <a:lnTo>
                    <a:pt x="24020" y="0"/>
                  </a:lnTo>
                  <a:lnTo>
                    <a:pt x="26715" y="7029"/>
                  </a:lnTo>
                  <a:lnTo>
                    <a:pt x="27292" y="9196"/>
                  </a:lnTo>
                  <a:lnTo>
                    <a:pt x="25878" y="11439"/>
                  </a:lnTo>
                  <a:lnTo>
                    <a:pt x="22576" y="13376"/>
                  </a:lnTo>
                  <a:lnTo>
                    <a:pt x="18188" y="17995"/>
                  </a:lnTo>
                  <a:lnTo>
                    <a:pt x="19208" y="21036"/>
                  </a:lnTo>
                  <a:lnTo>
                    <a:pt x="13814" y="23369"/>
                  </a:lnTo>
                  <a:lnTo>
                    <a:pt x="10867" y="23009"/>
                  </a:lnTo>
                  <a:lnTo>
                    <a:pt x="11158" y="20308"/>
                  </a:lnTo>
                  <a:lnTo>
                    <a:pt x="1122" y="10381"/>
                  </a:lnTo>
                  <a:lnTo>
                    <a:pt x="0" y="7760"/>
                  </a:lnTo>
                  <a:lnTo>
                    <a:pt x="612" y="2987"/>
                  </a:lnTo>
                  <a:lnTo>
                    <a:pt x="1545" y="1828"/>
                  </a:lnTo>
                  <a:lnTo>
                    <a:pt x="9640" y="1738"/>
                  </a:lnTo>
                  <a:lnTo>
                    <a:pt x="14353" y="251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h697"/>
            <p:cNvSpPr/>
            <p:nvPr/>
          </p:nvSpPr>
          <p:spPr>
            <a:xfrm>
              <a:off x="2294833" y="2856975"/>
              <a:ext cx="18136" cy="31915"/>
            </a:xfrm>
            <a:custGeom>
              <a:avLst/>
              <a:pathLst>
                <a:path w="18136" h="31915">
                  <a:moveTo>
                    <a:pt x="9894" y="3272"/>
                  </a:moveTo>
                  <a:lnTo>
                    <a:pt x="13246" y="887"/>
                  </a:lnTo>
                  <a:lnTo>
                    <a:pt x="14896" y="1635"/>
                  </a:lnTo>
                  <a:lnTo>
                    <a:pt x="17940" y="4870"/>
                  </a:lnTo>
                  <a:lnTo>
                    <a:pt x="18136" y="6851"/>
                  </a:lnTo>
                  <a:lnTo>
                    <a:pt x="15862" y="7413"/>
                  </a:lnTo>
                  <a:lnTo>
                    <a:pt x="14914" y="10837"/>
                  </a:lnTo>
                  <a:lnTo>
                    <a:pt x="14685" y="17272"/>
                  </a:lnTo>
                  <a:lnTo>
                    <a:pt x="16636" y="24669"/>
                  </a:lnTo>
                  <a:lnTo>
                    <a:pt x="14577" y="31320"/>
                  </a:lnTo>
                  <a:lnTo>
                    <a:pt x="10488" y="31915"/>
                  </a:lnTo>
                  <a:lnTo>
                    <a:pt x="9677" y="31371"/>
                  </a:lnTo>
                  <a:lnTo>
                    <a:pt x="11004" y="28265"/>
                  </a:lnTo>
                  <a:lnTo>
                    <a:pt x="8789" y="27042"/>
                  </a:lnTo>
                  <a:lnTo>
                    <a:pt x="1807" y="26815"/>
                  </a:lnTo>
                  <a:lnTo>
                    <a:pt x="330" y="28497"/>
                  </a:lnTo>
                  <a:lnTo>
                    <a:pt x="0" y="26410"/>
                  </a:lnTo>
                  <a:lnTo>
                    <a:pt x="2242" y="22671"/>
                  </a:lnTo>
                  <a:lnTo>
                    <a:pt x="3559" y="17759"/>
                  </a:lnTo>
                  <a:lnTo>
                    <a:pt x="1848" y="2085"/>
                  </a:lnTo>
                  <a:lnTo>
                    <a:pt x="614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h698"/>
            <p:cNvSpPr/>
            <p:nvPr/>
          </p:nvSpPr>
          <p:spPr>
            <a:xfrm>
              <a:off x="2264314" y="2817995"/>
              <a:ext cx="44720" cy="41414"/>
            </a:xfrm>
            <a:custGeom>
              <a:avLst/>
              <a:pathLst>
                <a:path w="44720" h="41414">
                  <a:moveTo>
                    <a:pt x="14284" y="1804"/>
                  </a:moveTo>
                  <a:lnTo>
                    <a:pt x="19506" y="1755"/>
                  </a:lnTo>
                  <a:lnTo>
                    <a:pt x="20228" y="3026"/>
                  </a:lnTo>
                  <a:lnTo>
                    <a:pt x="23369" y="3963"/>
                  </a:lnTo>
                  <a:lnTo>
                    <a:pt x="29939" y="4068"/>
                  </a:lnTo>
                  <a:lnTo>
                    <a:pt x="37682" y="2688"/>
                  </a:lnTo>
                  <a:lnTo>
                    <a:pt x="40288" y="4138"/>
                  </a:lnTo>
                  <a:lnTo>
                    <a:pt x="41464" y="3306"/>
                  </a:lnTo>
                  <a:lnTo>
                    <a:pt x="39760" y="14371"/>
                  </a:lnTo>
                  <a:lnTo>
                    <a:pt x="43721" y="15113"/>
                  </a:lnTo>
                  <a:lnTo>
                    <a:pt x="44720" y="18100"/>
                  </a:lnTo>
                  <a:lnTo>
                    <a:pt x="44334" y="18877"/>
                  </a:lnTo>
                  <a:lnTo>
                    <a:pt x="43046" y="19459"/>
                  </a:lnTo>
                  <a:lnTo>
                    <a:pt x="41858" y="25484"/>
                  </a:lnTo>
                  <a:lnTo>
                    <a:pt x="36649" y="30337"/>
                  </a:lnTo>
                  <a:lnTo>
                    <a:pt x="35295" y="36705"/>
                  </a:lnTo>
                  <a:lnTo>
                    <a:pt x="36660" y="38979"/>
                  </a:lnTo>
                  <a:lnTo>
                    <a:pt x="32367" y="41064"/>
                  </a:lnTo>
                  <a:lnTo>
                    <a:pt x="32292" y="39885"/>
                  </a:lnTo>
                  <a:lnTo>
                    <a:pt x="29961" y="38303"/>
                  </a:lnTo>
                  <a:lnTo>
                    <a:pt x="29350" y="40479"/>
                  </a:lnTo>
                  <a:lnTo>
                    <a:pt x="28538" y="40894"/>
                  </a:lnTo>
                  <a:lnTo>
                    <a:pt x="24531" y="41414"/>
                  </a:lnTo>
                  <a:lnTo>
                    <a:pt x="21130" y="40285"/>
                  </a:lnTo>
                  <a:lnTo>
                    <a:pt x="21328" y="36246"/>
                  </a:lnTo>
                  <a:lnTo>
                    <a:pt x="20066" y="34406"/>
                  </a:lnTo>
                  <a:lnTo>
                    <a:pt x="15610" y="32556"/>
                  </a:lnTo>
                  <a:lnTo>
                    <a:pt x="10253" y="32828"/>
                  </a:lnTo>
                  <a:lnTo>
                    <a:pt x="8542" y="29829"/>
                  </a:lnTo>
                  <a:lnTo>
                    <a:pt x="11191" y="27716"/>
                  </a:lnTo>
                  <a:lnTo>
                    <a:pt x="6215" y="23828"/>
                  </a:lnTo>
                  <a:lnTo>
                    <a:pt x="8572" y="22690"/>
                  </a:lnTo>
                  <a:lnTo>
                    <a:pt x="8066" y="17468"/>
                  </a:lnTo>
                  <a:lnTo>
                    <a:pt x="4804" y="14639"/>
                  </a:lnTo>
                  <a:lnTo>
                    <a:pt x="6941" y="11123"/>
                  </a:lnTo>
                  <a:lnTo>
                    <a:pt x="2311" y="9942"/>
                  </a:lnTo>
                  <a:lnTo>
                    <a:pt x="670" y="11195"/>
                  </a:lnTo>
                  <a:lnTo>
                    <a:pt x="0" y="9557"/>
                  </a:lnTo>
                  <a:lnTo>
                    <a:pt x="3432" y="4270"/>
                  </a:lnTo>
                  <a:lnTo>
                    <a:pt x="857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h699"/>
            <p:cNvSpPr/>
            <p:nvPr/>
          </p:nvSpPr>
          <p:spPr>
            <a:xfrm>
              <a:off x="1998388" y="2907302"/>
              <a:ext cx="55426" cy="49731"/>
            </a:xfrm>
            <a:custGeom>
              <a:avLst/>
              <a:pathLst>
                <a:path w="55426" h="49731">
                  <a:moveTo>
                    <a:pt x="13315" y="22"/>
                  </a:moveTo>
                  <a:lnTo>
                    <a:pt x="16917" y="6812"/>
                  </a:lnTo>
                  <a:lnTo>
                    <a:pt x="17843" y="10672"/>
                  </a:lnTo>
                  <a:lnTo>
                    <a:pt x="16929" y="10867"/>
                  </a:lnTo>
                  <a:lnTo>
                    <a:pt x="17113" y="12143"/>
                  </a:lnTo>
                  <a:lnTo>
                    <a:pt x="18140" y="15086"/>
                  </a:lnTo>
                  <a:lnTo>
                    <a:pt x="21524" y="18238"/>
                  </a:lnTo>
                  <a:lnTo>
                    <a:pt x="22977" y="22542"/>
                  </a:lnTo>
                  <a:lnTo>
                    <a:pt x="25094" y="25680"/>
                  </a:lnTo>
                  <a:lnTo>
                    <a:pt x="35717" y="26262"/>
                  </a:lnTo>
                  <a:lnTo>
                    <a:pt x="39328" y="29406"/>
                  </a:lnTo>
                  <a:lnTo>
                    <a:pt x="39886" y="31128"/>
                  </a:lnTo>
                  <a:lnTo>
                    <a:pt x="44142" y="33539"/>
                  </a:lnTo>
                  <a:lnTo>
                    <a:pt x="45077" y="31102"/>
                  </a:lnTo>
                  <a:lnTo>
                    <a:pt x="44199" y="28530"/>
                  </a:lnTo>
                  <a:lnTo>
                    <a:pt x="49070" y="29188"/>
                  </a:lnTo>
                  <a:lnTo>
                    <a:pt x="55426" y="34562"/>
                  </a:lnTo>
                  <a:lnTo>
                    <a:pt x="53083" y="37105"/>
                  </a:lnTo>
                  <a:lnTo>
                    <a:pt x="53045" y="37880"/>
                  </a:lnTo>
                  <a:lnTo>
                    <a:pt x="51475" y="38515"/>
                  </a:lnTo>
                  <a:lnTo>
                    <a:pt x="40518" y="38410"/>
                  </a:lnTo>
                  <a:lnTo>
                    <a:pt x="37916" y="42905"/>
                  </a:lnTo>
                  <a:lnTo>
                    <a:pt x="30741" y="44879"/>
                  </a:lnTo>
                  <a:lnTo>
                    <a:pt x="29756" y="49358"/>
                  </a:lnTo>
                  <a:lnTo>
                    <a:pt x="26626" y="49731"/>
                  </a:lnTo>
                  <a:lnTo>
                    <a:pt x="24862" y="48831"/>
                  </a:lnTo>
                  <a:lnTo>
                    <a:pt x="24806" y="48199"/>
                  </a:lnTo>
                  <a:lnTo>
                    <a:pt x="26229" y="48133"/>
                  </a:lnTo>
                  <a:lnTo>
                    <a:pt x="27100" y="45414"/>
                  </a:lnTo>
                  <a:lnTo>
                    <a:pt x="20419" y="31657"/>
                  </a:lnTo>
                  <a:lnTo>
                    <a:pt x="19647" y="26181"/>
                  </a:lnTo>
                  <a:lnTo>
                    <a:pt x="14962" y="25963"/>
                  </a:lnTo>
                  <a:lnTo>
                    <a:pt x="12129" y="28760"/>
                  </a:lnTo>
                  <a:lnTo>
                    <a:pt x="10738" y="32277"/>
                  </a:lnTo>
                  <a:lnTo>
                    <a:pt x="9438" y="33501"/>
                  </a:lnTo>
                  <a:lnTo>
                    <a:pt x="7661" y="33145"/>
                  </a:lnTo>
                  <a:lnTo>
                    <a:pt x="6455" y="31200"/>
                  </a:lnTo>
                  <a:lnTo>
                    <a:pt x="2852" y="31808"/>
                  </a:lnTo>
                  <a:lnTo>
                    <a:pt x="2579" y="28468"/>
                  </a:lnTo>
                  <a:lnTo>
                    <a:pt x="406" y="27151"/>
                  </a:lnTo>
                  <a:lnTo>
                    <a:pt x="0" y="25106"/>
                  </a:lnTo>
                  <a:lnTo>
                    <a:pt x="4766" y="18974"/>
                  </a:lnTo>
                  <a:lnTo>
                    <a:pt x="4033" y="15927"/>
                  </a:lnTo>
                  <a:lnTo>
                    <a:pt x="1287" y="13843"/>
                  </a:lnTo>
                  <a:lnTo>
                    <a:pt x="5674" y="8683"/>
                  </a:lnTo>
                  <a:lnTo>
                    <a:pt x="6416" y="5782"/>
                  </a:lnTo>
                  <a:lnTo>
                    <a:pt x="8324" y="2935"/>
                  </a:lnTo>
                  <a:lnTo>
                    <a:pt x="1189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h700"/>
            <p:cNvSpPr/>
            <p:nvPr/>
          </p:nvSpPr>
          <p:spPr>
            <a:xfrm>
              <a:off x="2082042" y="3023737"/>
              <a:ext cx="51946" cy="34956"/>
            </a:xfrm>
            <a:custGeom>
              <a:avLst/>
              <a:pathLst>
                <a:path w="51946" h="34956">
                  <a:moveTo>
                    <a:pt x="21207" y="895"/>
                  </a:moveTo>
                  <a:lnTo>
                    <a:pt x="34581" y="3693"/>
                  </a:lnTo>
                  <a:lnTo>
                    <a:pt x="37344" y="384"/>
                  </a:lnTo>
                  <a:lnTo>
                    <a:pt x="37343" y="3752"/>
                  </a:lnTo>
                  <a:lnTo>
                    <a:pt x="40562" y="7442"/>
                  </a:lnTo>
                  <a:lnTo>
                    <a:pt x="42333" y="8157"/>
                  </a:lnTo>
                  <a:lnTo>
                    <a:pt x="41400" y="9316"/>
                  </a:lnTo>
                  <a:lnTo>
                    <a:pt x="40788" y="14089"/>
                  </a:lnTo>
                  <a:lnTo>
                    <a:pt x="41910" y="16709"/>
                  </a:lnTo>
                  <a:lnTo>
                    <a:pt x="51946" y="26637"/>
                  </a:lnTo>
                  <a:lnTo>
                    <a:pt x="49004" y="27510"/>
                  </a:lnTo>
                  <a:lnTo>
                    <a:pt x="42323" y="33240"/>
                  </a:lnTo>
                  <a:lnTo>
                    <a:pt x="39664" y="34689"/>
                  </a:lnTo>
                  <a:lnTo>
                    <a:pt x="37478" y="34956"/>
                  </a:lnTo>
                  <a:lnTo>
                    <a:pt x="35917" y="34588"/>
                  </a:lnTo>
                  <a:lnTo>
                    <a:pt x="34851" y="31716"/>
                  </a:lnTo>
                  <a:lnTo>
                    <a:pt x="30897" y="31800"/>
                  </a:lnTo>
                  <a:lnTo>
                    <a:pt x="30101" y="30371"/>
                  </a:lnTo>
                  <a:lnTo>
                    <a:pt x="22400" y="27345"/>
                  </a:lnTo>
                  <a:lnTo>
                    <a:pt x="16245" y="29225"/>
                  </a:lnTo>
                  <a:lnTo>
                    <a:pt x="14727" y="28293"/>
                  </a:lnTo>
                  <a:lnTo>
                    <a:pt x="14992" y="24761"/>
                  </a:lnTo>
                  <a:lnTo>
                    <a:pt x="10465" y="23218"/>
                  </a:lnTo>
                  <a:lnTo>
                    <a:pt x="4994" y="22957"/>
                  </a:lnTo>
                  <a:lnTo>
                    <a:pt x="4668" y="22040"/>
                  </a:lnTo>
                  <a:lnTo>
                    <a:pt x="10726" y="14175"/>
                  </a:lnTo>
                  <a:lnTo>
                    <a:pt x="8194" y="11110"/>
                  </a:lnTo>
                  <a:lnTo>
                    <a:pt x="3865" y="12131"/>
                  </a:lnTo>
                  <a:lnTo>
                    <a:pt x="723" y="9704"/>
                  </a:lnTo>
                  <a:lnTo>
                    <a:pt x="0" y="7245"/>
                  </a:lnTo>
                  <a:lnTo>
                    <a:pt x="2352" y="4244"/>
                  </a:lnTo>
                  <a:lnTo>
                    <a:pt x="4970" y="3817"/>
                  </a:lnTo>
                  <a:lnTo>
                    <a:pt x="8651" y="1678"/>
                  </a:lnTo>
                  <a:lnTo>
                    <a:pt x="12431" y="0"/>
                  </a:lnTo>
                  <a:lnTo>
                    <a:pt x="18873" y="2704"/>
                  </a:lnTo>
                  <a:lnTo>
                    <a:pt x="19322" y="98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h701"/>
            <p:cNvSpPr/>
            <p:nvPr/>
          </p:nvSpPr>
          <p:spPr>
            <a:xfrm>
              <a:off x="2150255" y="3061656"/>
              <a:ext cx="47330" cy="81948"/>
            </a:xfrm>
            <a:custGeom>
              <a:avLst/>
              <a:pathLst>
                <a:path w="47330" h="81948">
                  <a:moveTo>
                    <a:pt x="12169" y="0"/>
                  </a:moveTo>
                  <a:lnTo>
                    <a:pt x="13645" y="1628"/>
                  </a:lnTo>
                  <a:lnTo>
                    <a:pt x="14361" y="6378"/>
                  </a:lnTo>
                  <a:lnTo>
                    <a:pt x="21842" y="8589"/>
                  </a:lnTo>
                  <a:lnTo>
                    <a:pt x="21026" y="10551"/>
                  </a:lnTo>
                  <a:lnTo>
                    <a:pt x="22099" y="13104"/>
                  </a:lnTo>
                  <a:lnTo>
                    <a:pt x="29332" y="13028"/>
                  </a:lnTo>
                  <a:lnTo>
                    <a:pt x="31097" y="12284"/>
                  </a:lnTo>
                  <a:lnTo>
                    <a:pt x="34682" y="14260"/>
                  </a:lnTo>
                  <a:lnTo>
                    <a:pt x="35273" y="17441"/>
                  </a:lnTo>
                  <a:lnTo>
                    <a:pt x="37176" y="16255"/>
                  </a:lnTo>
                  <a:lnTo>
                    <a:pt x="38696" y="18003"/>
                  </a:lnTo>
                  <a:lnTo>
                    <a:pt x="39034" y="19605"/>
                  </a:lnTo>
                  <a:lnTo>
                    <a:pt x="37253" y="22561"/>
                  </a:lnTo>
                  <a:lnTo>
                    <a:pt x="30903" y="27914"/>
                  </a:lnTo>
                  <a:lnTo>
                    <a:pt x="28973" y="30946"/>
                  </a:lnTo>
                  <a:lnTo>
                    <a:pt x="32846" y="35924"/>
                  </a:lnTo>
                  <a:lnTo>
                    <a:pt x="37713" y="37672"/>
                  </a:lnTo>
                  <a:lnTo>
                    <a:pt x="38776" y="37379"/>
                  </a:lnTo>
                  <a:lnTo>
                    <a:pt x="39555" y="38694"/>
                  </a:lnTo>
                  <a:lnTo>
                    <a:pt x="39259" y="40375"/>
                  </a:lnTo>
                  <a:lnTo>
                    <a:pt x="36113" y="43922"/>
                  </a:lnTo>
                  <a:lnTo>
                    <a:pt x="38691" y="46909"/>
                  </a:lnTo>
                  <a:lnTo>
                    <a:pt x="43332" y="48268"/>
                  </a:lnTo>
                  <a:lnTo>
                    <a:pt x="44014" y="55340"/>
                  </a:lnTo>
                  <a:lnTo>
                    <a:pt x="46727" y="54943"/>
                  </a:lnTo>
                  <a:lnTo>
                    <a:pt x="47330" y="65733"/>
                  </a:lnTo>
                  <a:lnTo>
                    <a:pt x="43412" y="68109"/>
                  </a:lnTo>
                  <a:lnTo>
                    <a:pt x="42600" y="67655"/>
                  </a:lnTo>
                  <a:lnTo>
                    <a:pt x="41135" y="68640"/>
                  </a:lnTo>
                  <a:lnTo>
                    <a:pt x="35439" y="78599"/>
                  </a:lnTo>
                  <a:lnTo>
                    <a:pt x="32875" y="81243"/>
                  </a:lnTo>
                  <a:lnTo>
                    <a:pt x="30420" y="81948"/>
                  </a:lnTo>
                  <a:lnTo>
                    <a:pt x="27286" y="80558"/>
                  </a:lnTo>
                  <a:lnTo>
                    <a:pt x="23614" y="76710"/>
                  </a:lnTo>
                  <a:lnTo>
                    <a:pt x="22707" y="72536"/>
                  </a:lnTo>
                  <a:lnTo>
                    <a:pt x="20960" y="69606"/>
                  </a:lnTo>
                  <a:lnTo>
                    <a:pt x="17994" y="70202"/>
                  </a:lnTo>
                  <a:lnTo>
                    <a:pt x="16533" y="65033"/>
                  </a:lnTo>
                  <a:lnTo>
                    <a:pt x="10976" y="65513"/>
                  </a:lnTo>
                  <a:lnTo>
                    <a:pt x="8386" y="63056"/>
                  </a:lnTo>
                  <a:lnTo>
                    <a:pt x="11380" y="60781"/>
                  </a:lnTo>
                  <a:lnTo>
                    <a:pt x="18071" y="50029"/>
                  </a:lnTo>
                  <a:lnTo>
                    <a:pt x="16780" y="47676"/>
                  </a:lnTo>
                  <a:lnTo>
                    <a:pt x="13464" y="45861"/>
                  </a:lnTo>
                  <a:lnTo>
                    <a:pt x="14971" y="42064"/>
                  </a:lnTo>
                  <a:lnTo>
                    <a:pt x="17139" y="39677"/>
                  </a:lnTo>
                  <a:lnTo>
                    <a:pt x="17062" y="38561"/>
                  </a:lnTo>
                  <a:lnTo>
                    <a:pt x="15154" y="33978"/>
                  </a:lnTo>
                  <a:lnTo>
                    <a:pt x="11652" y="32820"/>
                  </a:lnTo>
                  <a:lnTo>
                    <a:pt x="15658" y="29398"/>
                  </a:lnTo>
                  <a:lnTo>
                    <a:pt x="16781" y="26849"/>
                  </a:lnTo>
                  <a:lnTo>
                    <a:pt x="16361" y="25331"/>
                  </a:lnTo>
                  <a:lnTo>
                    <a:pt x="15101" y="23655"/>
                  </a:lnTo>
                  <a:lnTo>
                    <a:pt x="11500" y="23756"/>
                  </a:lnTo>
                  <a:lnTo>
                    <a:pt x="9099" y="25128"/>
                  </a:lnTo>
                  <a:lnTo>
                    <a:pt x="8325" y="27907"/>
                  </a:lnTo>
                  <a:lnTo>
                    <a:pt x="4740" y="28885"/>
                  </a:lnTo>
                  <a:lnTo>
                    <a:pt x="319" y="27920"/>
                  </a:lnTo>
                  <a:lnTo>
                    <a:pt x="0" y="26635"/>
                  </a:lnTo>
                  <a:lnTo>
                    <a:pt x="2441" y="19623"/>
                  </a:lnTo>
                  <a:lnTo>
                    <a:pt x="2039" y="16595"/>
                  </a:lnTo>
                  <a:lnTo>
                    <a:pt x="8931" y="11574"/>
                  </a:lnTo>
                  <a:lnTo>
                    <a:pt x="9143" y="9046"/>
                  </a:lnTo>
                  <a:lnTo>
                    <a:pt x="6431" y="4462"/>
                  </a:lnTo>
                  <a:lnTo>
                    <a:pt x="9061" y="85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h702"/>
            <p:cNvSpPr/>
            <p:nvPr/>
          </p:nvSpPr>
          <p:spPr>
            <a:xfrm>
              <a:off x="2124262" y="2984749"/>
              <a:ext cx="39025" cy="32985"/>
            </a:xfrm>
            <a:custGeom>
              <a:avLst/>
              <a:pathLst>
                <a:path w="39025" h="32985">
                  <a:moveTo>
                    <a:pt x="18256" y="1935"/>
                  </a:moveTo>
                  <a:lnTo>
                    <a:pt x="17924" y="3341"/>
                  </a:lnTo>
                  <a:lnTo>
                    <a:pt x="14601" y="5325"/>
                  </a:lnTo>
                  <a:lnTo>
                    <a:pt x="14892" y="6708"/>
                  </a:lnTo>
                  <a:lnTo>
                    <a:pt x="18340" y="8580"/>
                  </a:lnTo>
                  <a:lnTo>
                    <a:pt x="19189" y="7323"/>
                  </a:lnTo>
                  <a:lnTo>
                    <a:pt x="19004" y="5985"/>
                  </a:lnTo>
                  <a:lnTo>
                    <a:pt x="19706" y="5222"/>
                  </a:lnTo>
                  <a:lnTo>
                    <a:pt x="20663" y="5625"/>
                  </a:lnTo>
                  <a:lnTo>
                    <a:pt x="22268" y="6347"/>
                  </a:lnTo>
                  <a:lnTo>
                    <a:pt x="31456" y="15372"/>
                  </a:lnTo>
                  <a:lnTo>
                    <a:pt x="35206" y="15465"/>
                  </a:lnTo>
                  <a:lnTo>
                    <a:pt x="36324" y="15910"/>
                  </a:lnTo>
                  <a:lnTo>
                    <a:pt x="39025" y="19382"/>
                  </a:lnTo>
                  <a:lnTo>
                    <a:pt x="38994" y="20782"/>
                  </a:lnTo>
                  <a:lnTo>
                    <a:pt x="37725" y="20212"/>
                  </a:lnTo>
                  <a:lnTo>
                    <a:pt x="35798" y="20621"/>
                  </a:lnTo>
                  <a:lnTo>
                    <a:pt x="34628" y="22850"/>
                  </a:lnTo>
                  <a:lnTo>
                    <a:pt x="30368" y="23570"/>
                  </a:lnTo>
                  <a:lnTo>
                    <a:pt x="22858" y="26367"/>
                  </a:lnTo>
                  <a:lnTo>
                    <a:pt x="22251" y="27754"/>
                  </a:lnTo>
                  <a:lnTo>
                    <a:pt x="22638" y="32985"/>
                  </a:lnTo>
                  <a:lnTo>
                    <a:pt x="13871" y="30948"/>
                  </a:lnTo>
                  <a:lnTo>
                    <a:pt x="13849" y="29140"/>
                  </a:lnTo>
                  <a:lnTo>
                    <a:pt x="10948" y="24160"/>
                  </a:lnTo>
                  <a:lnTo>
                    <a:pt x="6224" y="27209"/>
                  </a:lnTo>
                  <a:lnTo>
                    <a:pt x="4176" y="30212"/>
                  </a:lnTo>
                  <a:lnTo>
                    <a:pt x="1754" y="29311"/>
                  </a:lnTo>
                  <a:lnTo>
                    <a:pt x="627" y="26700"/>
                  </a:lnTo>
                  <a:lnTo>
                    <a:pt x="0" y="22899"/>
                  </a:lnTo>
                  <a:lnTo>
                    <a:pt x="5551" y="15411"/>
                  </a:lnTo>
                  <a:lnTo>
                    <a:pt x="8406" y="14095"/>
                  </a:lnTo>
                  <a:lnTo>
                    <a:pt x="7454" y="12357"/>
                  </a:lnTo>
                  <a:lnTo>
                    <a:pt x="9171" y="7576"/>
                  </a:lnTo>
                  <a:lnTo>
                    <a:pt x="8905" y="1520"/>
                  </a:lnTo>
                  <a:lnTo>
                    <a:pt x="9723" y="436"/>
                  </a:lnTo>
                  <a:lnTo>
                    <a:pt x="1176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h703"/>
            <p:cNvSpPr/>
            <p:nvPr/>
          </p:nvSpPr>
          <p:spPr>
            <a:xfrm>
              <a:off x="2017051" y="3010510"/>
              <a:ext cx="41644" cy="44505"/>
            </a:xfrm>
            <a:custGeom>
              <a:avLst/>
              <a:pathLst>
                <a:path w="41644" h="44505">
                  <a:moveTo>
                    <a:pt x="15166" y="4709"/>
                  </a:moveTo>
                  <a:lnTo>
                    <a:pt x="22872" y="9081"/>
                  </a:lnTo>
                  <a:lnTo>
                    <a:pt x="27065" y="13146"/>
                  </a:lnTo>
                  <a:lnTo>
                    <a:pt x="28806" y="13673"/>
                  </a:lnTo>
                  <a:lnTo>
                    <a:pt x="31998" y="21573"/>
                  </a:lnTo>
                  <a:lnTo>
                    <a:pt x="33089" y="22840"/>
                  </a:lnTo>
                  <a:lnTo>
                    <a:pt x="38354" y="25238"/>
                  </a:lnTo>
                  <a:lnTo>
                    <a:pt x="40021" y="29203"/>
                  </a:lnTo>
                  <a:lnTo>
                    <a:pt x="41644" y="31112"/>
                  </a:lnTo>
                  <a:lnTo>
                    <a:pt x="37973" y="35992"/>
                  </a:lnTo>
                  <a:lnTo>
                    <a:pt x="36275" y="38926"/>
                  </a:lnTo>
                  <a:lnTo>
                    <a:pt x="31589" y="43891"/>
                  </a:lnTo>
                  <a:lnTo>
                    <a:pt x="24739" y="44505"/>
                  </a:lnTo>
                  <a:lnTo>
                    <a:pt x="20347" y="42068"/>
                  </a:lnTo>
                  <a:lnTo>
                    <a:pt x="14992" y="42669"/>
                  </a:lnTo>
                  <a:lnTo>
                    <a:pt x="14810" y="41000"/>
                  </a:lnTo>
                  <a:lnTo>
                    <a:pt x="11105" y="39199"/>
                  </a:lnTo>
                  <a:lnTo>
                    <a:pt x="10894" y="24678"/>
                  </a:lnTo>
                  <a:lnTo>
                    <a:pt x="8246" y="25412"/>
                  </a:lnTo>
                  <a:lnTo>
                    <a:pt x="686" y="19366"/>
                  </a:lnTo>
                  <a:lnTo>
                    <a:pt x="0" y="16348"/>
                  </a:lnTo>
                  <a:lnTo>
                    <a:pt x="1353" y="13065"/>
                  </a:lnTo>
                  <a:lnTo>
                    <a:pt x="3264" y="13004"/>
                  </a:lnTo>
                  <a:lnTo>
                    <a:pt x="3186" y="10765"/>
                  </a:lnTo>
                  <a:lnTo>
                    <a:pt x="2292" y="10203"/>
                  </a:lnTo>
                  <a:lnTo>
                    <a:pt x="7082" y="2110"/>
                  </a:lnTo>
                  <a:lnTo>
                    <a:pt x="1341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h704"/>
            <p:cNvSpPr/>
            <p:nvPr/>
          </p:nvSpPr>
          <p:spPr>
            <a:xfrm>
              <a:off x="2126997" y="2923888"/>
              <a:ext cx="49171" cy="31305"/>
            </a:xfrm>
            <a:custGeom>
              <a:avLst/>
              <a:pathLst>
                <a:path w="49171" h="31305">
                  <a:moveTo>
                    <a:pt x="18033" y="249"/>
                  </a:moveTo>
                  <a:lnTo>
                    <a:pt x="20523" y="1341"/>
                  </a:lnTo>
                  <a:lnTo>
                    <a:pt x="20616" y="2505"/>
                  </a:lnTo>
                  <a:lnTo>
                    <a:pt x="17179" y="6240"/>
                  </a:lnTo>
                  <a:lnTo>
                    <a:pt x="18019" y="7443"/>
                  </a:lnTo>
                  <a:lnTo>
                    <a:pt x="19883" y="7837"/>
                  </a:lnTo>
                  <a:lnTo>
                    <a:pt x="25266" y="4697"/>
                  </a:lnTo>
                  <a:lnTo>
                    <a:pt x="28837" y="4727"/>
                  </a:lnTo>
                  <a:lnTo>
                    <a:pt x="29134" y="5693"/>
                  </a:lnTo>
                  <a:lnTo>
                    <a:pt x="32763" y="5955"/>
                  </a:lnTo>
                  <a:lnTo>
                    <a:pt x="32933" y="6704"/>
                  </a:lnTo>
                  <a:lnTo>
                    <a:pt x="38469" y="8738"/>
                  </a:lnTo>
                  <a:lnTo>
                    <a:pt x="44925" y="13591"/>
                  </a:lnTo>
                  <a:lnTo>
                    <a:pt x="49171" y="13644"/>
                  </a:lnTo>
                  <a:lnTo>
                    <a:pt x="47607" y="15737"/>
                  </a:lnTo>
                  <a:lnTo>
                    <a:pt x="42042" y="22412"/>
                  </a:lnTo>
                  <a:lnTo>
                    <a:pt x="37849" y="26066"/>
                  </a:lnTo>
                  <a:lnTo>
                    <a:pt x="35445" y="25895"/>
                  </a:lnTo>
                  <a:lnTo>
                    <a:pt x="32997" y="27086"/>
                  </a:lnTo>
                  <a:lnTo>
                    <a:pt x="31369" y="29787"/>
                  </a:lnTo>
                  <a:lnTo>
                    <a:pt x="29145" y="31106"/>
                  </a:lnTo>
                  <a:lnTo>
                    <a:pt x="21827" y="31305"/>
                  </a:lnTo>
                  <a:lnTo>
                    <a:pt x="17074" y="29172"/>
                  </a:lnTo>
                  <a:lnTo>
                    <a:pt x="13083" y="26172"/>
                  </a:lnTo>
                  <a:lnTo>
                    <a:pt x="8355" y="24406"/>
                  </a:lnTo>
                  <a:lnTo>
                    <a:pt x="7233" y="24797"/>
                  </a:lnTo>
                  <a:lnTo>
                    <a:pt x="6058" y="24406"/>
                  </a:lnTo>
                  <a:lnTo>
                    <a:pt x="3273" y="17638"/>
                  </a:lnTo>
                  <a:lnTo>
                    <a:pt x="0" y="14845"/>
                  </a:lnTo>
                  <a:lnTo>
                    <a:pt x="819" y="13621"/>
                  </a:lnTo>
                  <a:lnTo>
                    <a:pt x="343" y="11370"/>
                  </a:lnTo>
                  <a:lnTo>
                    <a:pt x="2958" y="5887"/>
                  </a:lnTo>
                  <a:lnTo>
                    <a:pt x="7660" y="625"/>
                  </a:lnTo>
                  <a:lnTo>
                    <a:pt x="1496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h705"/>
            <p:cNvSpPr/>
            <p:nvPr/>
          </p:nvSpPr>
          <p:spPr>
            <a:xfrm>
              <a:off x="2045887" y="2869356"/>
              <a:ext cx="46290" cy="25677"/>
            </a:xfrm>
            <a:custGeom>
              <a:avLst/>
              <a:pathLst>
                <a:path w="46290" h="25677">
                  <a:moveTo>
                    <a:pt x="36314" y="9159"/>
                  </a:moveTo>
                  <a:lnTo>
                    <a:pt x="38608" y="13294"/>
                  </a:lnTo>
                  <a:lnTo>
                    <a:pt x="41899" y="13670"/>
                  </a:lnTo>
                  <a:lnTo>
                    <a:pt x="45971" y="15597"/>
                  </a:lnTo>
                  <a:lnTo>
                    <a:pt x="46290" y="18787"/>
                  </a:lnTo>
                  <a:lnTo>
                    <a:pt x="45204" y="24508"/>
                  </a:lnTo>
                  <a:lnTo>
                    <a:pt x="42962" y="25677"/>
                  </a:lnTo>
                  <a:lnTo>
                    <a:pt x="41083" y="24159"/>
                  </a:lnTo>
                  <a:lnTo>
                    <a:pt x="29249" y="21441"/>
                  </a:lnTo>
                  <a:lnTo>
                    <a:pt x="29425" y="15143"/>
                  </a:lnTo>
                  <a:lnTo>
                    <a:pt x="27461" y="12596"/>
                  </a:lnTo>
                  <a:lnTo>
                    <a:pt x="24394" y="12695"/>
                  </a:lnTo>
                  <a:lnTo>
                    <a:pt x="20582" y="15852"/>
                  </a:lnTo>
                  <a:lnTo>
                    <a:pt x="14425" y="15944"/>
                  </a:lnTo>
                  <a:lnTo>
                    <a:pt x="11179" y="13105"/>
                  </a:lnTo>
                  <a:lnTo>
                    <a:pt x="5714" y="10769"/>
                  </a:lnTo>
                  <a:lnTo>
                    <a:pt x="1946" y="14025"/>
                  </a:lnTo>
                  <a:lnTo>
                    <a:pt x="0" y="14478"/>
                  </a:lnTo>
                  <a:lnTo>
                    <a:pt x="4827" y="8321"/>
                  </a:lnTo>
                  <a:lnTo>
                    <a:pt x="6600" y="9023"/>
                  </a:lnTo>
                  <a:lnTo>
                    <a:pt x="7323" y="6289"/>
                  </a:lnTo>
                  <a:lnTo>
                    <a:pt x="6862" y="5944"/>
                  </a:lnTo>
                  <a:lnTo>
                    <a:pt x="19710" y="8590"/>
                  </a:lnTo>
                  <a:lnTo>
                    <a:pt x="24362" y="6379"/>
                  </a:lnTo>
                  <a:lnTo>
                    <a:pt x="29241" y="1789"/>
                  </a:lnTo>
                  <a:lnTo>
                    <a:pt x="29498" y="227"/>
                  </a:lnTo>
                  <a:lnTo>
                    <a:pt x="3072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h706"/>
            <p:cNvSpPr/>
            <p:nvPr/>
          </p:nvSpPr>
          <p:spPr>
            <a:xfrm>
              <a:off x="2215354" y="2939636"/>
              <a:ext cx="35178" cy="25214"/>
            </a:xfrm>
            <a:custGeom>
              <a:avLst/>
              <a:pathLst>
                <a:path w="35178" h="25214">
                  <a:moveTo>
                    <a:pt x="34674" y="4137"/>
                  </a:moveTo>
                  <a:lnTo>
                    <a:pt x="35178" y="5172"/>
                  </a:lnTo>
                  <a:lnTo>
                    <a:pt x="33460" y="8406"/>
                  </a:lnTo>
                  <a:lnTo>
                    <a:pt x="27004" y="14525"/>
                  </a:lnTo>
                  <a:lnTo>
                    <a:pt x="25608" y="14456"/>
                  </a:lnTo>
                  <a:lnTo>
                    <a:pt x="25311" y="16499"/>
                  </a:lnTo>
                  <a:lnTo>
                    <a:pt x="18836" y="18301"/>
                  </a:lnTo>
                  <a:lnTo>
                    <a:pt x="17829" y="19259"/>
                  </a:lnTo>
                  <a:lnTo>
                    <a:pt x="16173" y="21699"/>
                  </a:lnTo>
                  <a:lnTo>
                    <a:pt x="18064" y="22707"/>
                  </a:lnTo>
                  <a:lnTo>
                    <a:pt x="17795" y="25214"/>
                  </a:lnTo>
                  <a:lnTo>
                    <a:pt x="14233" y="24733"/>
                  </a:lnTo>
                  <a:lnTo>
                    <a:pt x="13131" y="23691"/>
                  </a:lnTo>
                  <a:lnTo>
                    <a:pt x="11663" y="20744"/>
                  </a:lnTo>
                  <a:lnTo>
                    <a:pt x="12021" y="17460"/>
                  </a:lnTo>
                  <a:lnTo>
                    <a:pt x="10386" y="14322"/>
                  </a:lnTo>
                  <a:lnTo>
                    <a:pt x="4195" y="11737"/>
                  </a:lnTo>
                  <a:lnTo>
                    <a:pt x="0" y="12516"/>
                  </a:lnTo>
                  <a:lnTo>
                    <a:pt x="166" y="11206"/>
                  </a:lnTo>
                  <a:lnTo>
                    <a:pt x="2593" y="9404"/>
                  </a:lnTo>
                  <a:lnTo>
                    <a:pt x="4964" y="8638"/>
                  </a:lnTo>
                  <a:lnTo>
                    <a:pt x="8866" y="9460"/>
                  </a:lnTo>
                  <a:lnTo>
                    <a:pt x="10971" y="6931"/>
                  </a:lnTo>
                  <a:lnTo>
                    <a:pt x="11395" y="4695"/>
                  </a:lnTo>
                  <a:lnTo>
                    <a:pt x="13930" y="4750"/>
                  </a:lnTo>
                  <a:lnTo>
                    <a:pt x="15108" y="6643"/>
                  </a:lnTo>
                  <a:lnTo>
                    <a:pt x="17426" y="6100"/>
                  </a:lnTo>
                  <a:lnTo>
                    <a:pt x="18875" y="7498"/>
                  </a:lnTo>
                  <a:lnTo>
                    <a:pt x="23128" y="3990"/>
                  </a:lnTo>
                  <a:lnTo>
                    <a:pt x="22979" y="2227"/>
                  </a:lnTo>
                  <a:lnTo>
                    <a:pt x="24960" y="295"/>
                  </a:lnTo>
                  <a:lnTo>
                    <a:pt x="2666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h707"/>
            <p:cNvSpPr/>
            <p:nvPr/>
          </p:nvSpPr>
          <p:spPr>
            <a:xfrm>
              <a:off x="2089348" y="2989681"/>
              <a:ext cx="33870" cy="37748"/>
            </a:xfrm>
            <a:custGeom>
              <a:avLst/>
              <a:pathLst>
                <a:path w="33870" h="37748">
                  <a:moveTo>
                    <a:pt x="16238" y="4212"/>
                  </a:moveTo>
                  <a:lnTo>
                    <a:pt x="18388" y="3849"/>
                  </a:lnTo>
                  <a:lnTo>
                    <a:pt x="19478" y="2035"/>
                  </a:lnTo>
                  <a:lnTo>
                    <a:pt x="22475" y="619"/>
                  </a:lnTo>
                  <a:lnTo>
                    <a:pt x="30971" y="1027"/>
                  </a:lnTo>
                  <a:lnTo>
                    <a:pt x="33870" y="3965"/>
                  </a:lnTo>
                  <a:lnTo>
                    <a:pt x="29862" y="5057"/>
                  </a:lnTo>
                  <a:lnTo>
                    <a:pt x="28645" y="6668"/>
                  </a:lnTo>
                  <a:lnTo>
                    <a:pt x="27219" y="11445"/>
                  </a:lnTo>
                  <a:lnTo>
                    <a:pt x="27317" y="15639"/>
                  </a:lnTo>
                  <a:lnTo>
                    <a:pt x="29294" y="17852"/>
                  </a:lnTo>
                  <a:lnTo>
                    <a:pt x="29707" y="20184"/>
                  </a:lnTo>
                  <a:lnTo>
                    <a:pt x="28723" y="20751"/>
                  </a:lnTo>
                  <a:lnTo>
                    <a:pt x="29333" y="23906"/>
                  </a:lnTo>
                  <a:lnTo>
                    <a:pt x="27570" y="26005"/>
                  </a:lnTo>
                  <a:lnTo>
                    <a:pt x="23902" y="27742"/>
                  </a:lnTo>
                  <a:lnTo>
                    <a:pt x="27833" y="32253"/>
                  </a:lnTo>
                  <a:lnTo>
                    <a:pt x="32556" y="32590"/>
                  </a:lnTo>
                  <a:lnTo>
                    <a:pt x="32005" y="34926"/>
                  </a:lnTo>
                  <a:lnTo>
                    <a:pt x="30037" y="34439"/>
                  </a:lnTo>
                  <a:lnTo>
                    <a:pt x="27274" y="37748"/>
                  </a:lnTo>
                  <a:lnTo>
                    <a:pt x="13901" y="34951"/>
                  </a:lnTo>
                  <a:lnTo>
                    <a:pt x="12016" y="35042"/>
                  </a:lnTo>
                  <a:lnTo>
                    <a:pt x="11567" y="36759"/>
                  </a:lnTo>
                  <a:lnTo>
                    <a:pt x="5125" y="34055"/>
                  </a:lnTo>
                  <a:lnTo>
                    <a:pt x="1345" y="35734"/>
                  </a:lnTo>
                  <a:lnTo>
                    <a:pt x="3397" y="32902"/>
                  </a:lnTo>
                  <a:lnTo>
                    <a:pt x="3324" y="27910"/>
                  </a:lnTo>
                  <a:lnTo>
                    <a:pt x="679" y="24849"/>
                  </a:lnTo>
                  <a:lnTo>
                    <a:pt x="5" y="21119"/>
                  </a:lnTo>
                  <a:lnTo>
                    <a:pt x="0" y="11688"/>
                  </a:lnTo>
                  <a:lnTo>
                    <a:pt x="61" y="10844"/>
                  </a:lnTo>
                  <a:lnTo>
                    <a:pt x="2662" y="9771"/>
                  </a:lnTo>
                  <a:lnTo>
                    <a:pt x="4512" y="9956"/>
                  </a:lnTo>
                  <a:lnTo>
                    <a:pt x="6612" y="7474"/>
                  </a:lnTo>
                  <a:lnTo>
                    <a:pt x="6738" y="4733"/>
                  </a:lnTo>
                  <a:lnTo>
                    <a:pt x="12642" y="591"/>
                  </a:lnTo>
                  <a:lnTo>
                    <a:pt x="1490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h708"/>
            <p:cNvSpPr/>
            <p:nvPr/>
          </p:nvSpPr>
          <p:spPr>
            <a:xfrm>
              <a:off x="1939025" y="3061197"/>
              <a:ext cx="598" cy="420"/>
            </a:xfrm>
            <a:custGeom>
              <a:avLst/>
              <a:pathLst>
                <a:path w="598" h="420">
                  <a:moveTo>
                    <a:pt x="598" y="420"/>
                  </a:moveTo>
                  <a:lnTo>
                    <a:pt x="0" y="55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h709"/>
            <p:cNvSpPr/>
            <p:nvPr/>
          </p:nvSpPr>
          <p:spPr>
            <a:xfrm>
              <a:off x="1939385" y="30607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h710"/>
            <p:cNvSpPr/>
            <p:nvPr/>
          </p:nvSpPr>
          <p:spPr>
            <a:xfrm>
              <a:off x="1939833" y="3060324"/>
              <a:ext cx="206" cy="208"/>
            </a:xfrm>
            <a:custGeom>
              <a:avLst/>
              <a:pathLst>
                <a:path w="206" h="208">
                  <a:moveTo>
                    <a:pt x="0" y="176"/>
                  </a:moveTo>
                  <a:lnTo>
                    <a:pt x="153" y="0"/>
                  </a:lnTo>
                  <a:lnTo>
                    <a:pt x="206" y="20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h711"/>
            <p:cNvSpPr/>
            <p:nvPr/>
          </p:nvSpPr>
          <p:spPr>
            <a:xfrm>
              <a:off x="1939433" y="3059898"/>
              <a:ext cx="90" cy="145"/>
            </a:xfrm>
            <a:custGeom>
              <a:avLst/>
              <a:pathLst>
                <a:path w="90" h="145">
                  <a:moveTo>
                    <a:pt x="90" y="0"/>
                  </a:moveTo>
                  <a:lnTo>
                    <a:pt x="0" y="14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h712"/>
            <p:cNvSpPr/>
            <p:nvPr/>
          </p:nvSpPr>
          <p:spPr>
            <a:xfrm>
              <a:off x="1939157" y="3059360"/>
              <a:ext cx="232" cy="332"/>
            </a:xfrm>
            <a:custGeom>
              <a:avLst/>
              <a:pathLst>
                <a:path w="232" h="332">
                  <a:moveTo>
                    <a:pt x="0" y="215"/>
                  </a:moveTo>
                  <a:lnTo>
                    <a:pt x="145" y="0"/>
                  </a:lnTo>
                  <a:lnTo>
                    <a:pt x="232" y="33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h713"/>
            <p:cNvSpPr/>
            <p:nvPr/>
          </p:nvSpPr>
          <p:spPr>
            <a:xfrm>
              <a:off x="1936914" y="3057971"/>
              <a:ext cx="650" cy="815"/>
            </a:xfrm>
            <a:custGeom>
              <a:avLst/>
              <a:pathLst>
                <a:path w="650" h="815">
                  <a:moveTo>
                    <a:pt x="0" y="683"/>
                  </a:moveTo>
                  <a:lnTo>
                    <a:pt x="614" y="0"/>
                  </a:lnTo>
                  <a:lnTo>
                    <a:pt x="650" y="81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h714"/>
            <p:cNvSpPr/>
            <p:nvPr/>
          </p:nvSpPr>
          <p:spPr>
            <a:xfrm>
              <a:off x="1936584" y="3058275"/>
              <a:ext cx="353" cy="126"/>
            </a:xfrm>
            <a:custGeom>
              <a:avLst/>
              <a:pathLst>
                <a:path w="353" h="126">
                  <a:moveTo>
                    <a:pt x="0" y="126"/>
                  </a:moveTo>
                  <a:lnTo>
                    <a:pt x="35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h715"/>
            <p:cNvSpPr/>
            <p:nvPr/>
          </p:nvSpPr>
          <p:spPr>
            <a:xfrm>
              <a:off x="1937645" y="3057221"/>
              <a:ext cx="157" cy="53"/>
            </a:xfrm>
            <a:custGeom>
              <a:avLst/>
              <a:pathLst>
                <a:path w="157" h="53">
                  <a:moveTo>
                    <a:pt x="157" y="5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h716"/>
            <p:cNvSpPr/>
            <p:nvPr/>
          </p:nvSpPr>
          <p:spPr>
            <a:xfrm>
              <a:off x="1936461" y="3056526"/>
              <a:ext cx="844" cy="866"/>
            </a:xfrm>
            <a:custGeom>
              <a:avLst/>
              <a:pathLst>
                <a:path w="844" h="866">
                  <a:moveTo>
                    <a:pt x="465" y="16"/>
                  </a:moveTo>
                  <a:lnTo>
                    <a:pt x="844" y="0"/>
                  </a:lnTo>
                  <a:lnTo>
                    <a:pt x="0" y="86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h717"/>
            <p:cNvSpPr/>
            <p:nvPr/>
          </p:nvSpPr>
          <p:spPr>
            <a:xfrm>
              <a:off x="1934358" y="3054895"/>
              <a:ext cx="253" cy="3"/>
            </a:xfrm>
            <a:custGeom>
              <a:avLst/>
              <a:pathLst>
                <a:path w="253" h="3">
                  <a:moveTo>
                    <a:pt x="0" y="0"/>
                  </a:moveTo>
                  <a:lnTo>
                    <a:pt x="253" y="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h718"/>
            <p:cNvSpPr/>
            <p:nvPr/>
          </p:nvSpPr>
          <p:spPr>
            <a:xfrm>
              <a:off x="1934058" y="3054713"/>
              <a:ext cx="264" cy="162"/>
            </a:xfrm>
            <a:custGeom>
              <a:avLst/>
              <a:pathLst>
                <a:path w="264" h="162">
                  <a:moveTo>
                    <a:pt x="0" y="81"/>
                  </a:moveTo>
                  <a:lnTo>
                    <a:pt x="264" y="0"/>
                  </a:lnTo>
                  <a:lnTo>
                    <a:pt x="139" y="16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h719"/>
            <p:cNvSpPr/>
            <p:nvPr/>
          </p:nvSpPr>
          <p:spPr>
            <a:xfrm>
              <a:off x="1932868" y="30541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h720"/>
            <p:cNvSpPr/>
            <p:nvPr/>
          </p:nvSpPr>
          <p:spPr>
            <a:xfrm>
              <a:off x="1932926" y="305396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h721"/>
            <p:cNvSpPr/>
            <p:nvPr/>
          </p:nvSpPr>
          <p:spPr>
            <a:xfrm>
              <a:off x="1972934" y="3100936"/>
              <a:ext cx="331" cy="1063"/>
            </a:xfrm>
            <a:custGeom>
              <a:avLst/>
              <a:pathLst>
                <a:path w="331" h="1063">
                  <a:moveTo>
                    <a:pt x="73" y="1063"/>
                  </a:moveTo>
                  <a:lnTo>
                    <a:pt x="0" y="385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h722"/>
            <p:cNvSpPr/>
            <p:nvPr/>
          </p:nvSpPr>
          <p:spPr>
            <a:xfrm>
              <a:off x="1973390" y="3100251"/>
              <a:ext cx="128" cy="439"/>
            </a:xfrm>
            <a:custGeom>
              <a:avLst/>
              <a:pathLst>
                <a:path w="128" h="439">
                  <a:moveTo>
                    <a:pt x="0" y="0"/>
                  </a:moveTo>
                  <a:lnTo>
                    <a:pt x="128" y="167"/>
                  </a:lnTo>
                  <a:lnTo>
                    <a:pt x="13" y="43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h723"/>
            <p:cNvSpPr/>
            <p:nvPr/>
          </p:nvSpPr>
          <p:spPr>
            <a:xfrm>
              <a:off x="1965722" y="309498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h724"/>
            <p:cNvSpPr/>
            <p:nvPr/>
          </p:nvSpPr>
          <p:spPr>
            <a:xfrm>
              <a:off x="1955263" y="3090191"/>
              <a:ext cx="128" cy="273"/>
            </a:xfrm>
            <a:custGeom>
              <a:avLst/>
              <a:pathLst>
                <a:path w="128" h="273">
                  <a:moveTo>
                    <a:pt x="128" y="138"/>
                  </a:moveTo>
                  <a:lnTo>
                    <a:pt x="79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h725"/>
            <p:cNvSpPr/>
            <p:nvPr/>
          </p:nvSpPr>
          <p:spPr>
            <a:xfrm>
              <a:off x="1955769" y="308991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h726"/>
            <p:cNvSpPr/>
            <p:nvPr/>
          </p:nvSpPr>
          <p:spPr>
            <a:xfrm>
              <a:off x="1956415" y="308941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h727"/>
            <p:cNvSpPr/>
            <p:nvPr/>
          </p:nvSpPr>
          <p:spPr>
            <a:xfrm>
              <a:off x="1946093" y="3079134"/>
              <a:ext cx="237" cy="256"/>
            </a:xfrm>
            <a:custGeom>
              <a:avLst/>
              <a:pathLst>
                <a:path w="237" h="256">
                  <a:moveTo>
                    <a:pt x="0" y="244"/>
                  </a:moveTo>
                  <a:lnTo>
                    <a:pt x="95" y="0"/>
                  </a:lnTo>
                  <a:lnTo>
                    <a:pt x="237" y="25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h728"/>
            <p:cNvSpPr/>
            <p:nvPr/>
          </p:nvSpPr>
          <p:spPr>
            <a:xfrm>
              <a:off x="1946268" y="30727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h729"/>
            <p:cNvSpPr/>
            <p:nvPr/>
          </p:nvSpPr>
          <p:spPr>
            <a:xfrm>
              <a:off x="1942570" y="3067748"/>
              <a:ext cx="342" cy="94"/>
            </a:xfrm>
            <a:custGeom>
              <a:avLst/>
              <a:pathLst>
                <a:path w="342" h="94">
                  <a:moveTo>
                    <a:pt x="206" y="0"/>
                  </a:moveTo>
                  <a:lnTo>
                    <a:pt x="342" y="46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h730"/>
            <p:cNvSpPr/>
            <p:nvPr/>
          </p:nvSpPr>
          <p:spPr>
            <a:xfrm>
              <a:off x="1942304" y="3067476"/>
              <a:ext cx="567" cy="176"/>
            </a:xfrm>
            <a:custGeom>
              <a:avLst/>
              <a:pathLst>
                <a:path w="567" h="176">
                  <a:moveTo>
                    <a:pt x="0" y="173"/>
                  </a:moveTo>
                  <a:lnTo>
                    <a:pt x="226" y="0"/>
                  </a:lnTo>
                  <a:lnTo>
                    <a:pt x="567" y="17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h731"/>
            <p:cNvSpPr/>
            <p:nvPr/>
          </p:nvSpPr>
          <p:spPr>
            <a:xfrm>
              <a:off x="1923904" y="3030257"/>
              <a:ext cx="85777" cy="69978"/>
            </a:xfrm>
            <a:custGeom>
              <a:avLst/>
              <a:pathLst>
                <a:path w="85777" h="69978">
                  <a:moveTo>
                    <a:pt x="29625" y="10085"/>
                  </a:moveTo>
                  <a:lnTo>
                    <a:pt x="32552" y="8955"/>
                  </a:lnTo>
                  <a:lnTo>
                    <a:pt x="37462" y="10844"/>
                  </a:lnTo>
                  <a:lnTo>
                    <a:pt x="43384" y="7770"/>
                  </a:lnTo>
                  <a:lnTo>
                    <a:pt x="48425" y="16979"/>
                  </a:lnTo>
                  <a:lnTo>
                    <a:pt x="49754" y="17795"/>
                  </a:lnTo>
                  <a:lnTo>
                    <a:pt x="57922" y="17661"/>
                  </a:lnTo>
                  <a:lnTo>
                    <a:pt x="63907" y="18912"/>
                  </a:lnTo>
                  <a:lnTo>
                    <a:pt x="68684" y="19001"/>
                  </a:lnTo>
                  <a:lnTo>
                    <a:pt x="75424" y="22348"/>
                  </a:lnTo>
                  <a:lnTo>
                    <a:pt x="74819" y="23468"/>
                  </a:lnTo>
                  <a:lnTo>
                    <a:pt x="76291" y="26666"/>
                  </a:lnTo>
                  <a:lnTo>
                    <a:pt x="83791" y="30116"/>
                  </a:lnTo>
                  <a:lnTo>
                    <a:pt x="85777" y="32472"/>
                  </a:lnTo>
                  <a:lnTo>
                    <a:pt x="82803" y="35602"/>
                  </a:lnTo>
                  <a:lnTo>
                    <a:pt x="85481" y="40550"/>
                  </a:lnTo>
                  <a:lnTo>
                    <a:pt x="79510" y="44312"/>
                  </a:lnTo>
                  <a:lnTo>
                    <a:pt x="77768" y="46777"/>
                  </a:lnTo>
                  <a:lnTo>
                    <a:pt x="74771" y="46927"/>
                  </a:lnTo>
                  <a:lnTo>
                    <a:pt x="72682" y="48422"/>
                  </a:lnTo>
                  <a:lnTo>
                    <a:pt x="71976" y="50056"/>
                  </a:lnTo>
                  <a:lnTo>
                    <a:pt x="73634" y="52629"/>
                  </a:lnTo>
                  <a:lnTo>
                    <a:pt x="73149" y="54860"/>
                  </a:lnTo>
                  <a:lnTo>
                    <a:pt x="69319" y="52104"/>
                  </a:lnTo>
                  <a:lnTo>
                    <a:pt x="67422" y="51670"/>
                  </a:lnTo>
                  <a:lnTo>
                    <a:pt x="66448" y="52112"/>
                  </a:lnTo>
                  <a:lnTo>
                    <a:pt x="66661" y="53136"/>
                  </a:lnTo>
                  <a:lnTo>
                    <a:pt x="61669" y="55429"/>
                  </a:lnTo>
                  <a:lnTo>
                    <a:pt x="54897" y="56674"/>
                  </a:lnTo>
                  <a:lnTo>
                    <a:pt x="53006" y="59468"/>
                  </a:lnTo>
                  <a:lnTo>
                    <a:pt x="56646" y="63475"/>
                  </a:lnTo>
                  <a:lnTo>
                    <a:pt x="54275" y="67064"/>
                  </a:lnTo>
                  <a:lnTo>
                    <a:pt x="54276" y="69447"/>
                  </a:lnTo>
                  <a:lnTo>
                    <a:pt x="49859" y="69978"/>
                  </a:lnTo>
                  <a:lnTo>
                    <a:pt x="50526" y="66407"/>
                  </a:lnTo>
                  <a:lnTo>
                    <a:pt x="52711" y="63820"/>
                  </a:lnTo>
                  <a:lnTo>
                    <a:pt x="51166" y="61298"/>
                  </a:lnTo>
                  <a:lnTo>
                    <a:pt x="47282" y="60420"/>
                  </a:lnTo>
                  <a:lnTo>
                    <a:pt x="41621" y="63291"/>
                  </a:lnTo>
                  <a:lnTo>
                    <a:pt x="31900" y="57744"/>
                  </a:lnTo>
                  <a:lnTo>
                    <a:pt x="24421" y="50399"/>
                  </a:lnTo>
                  <a:lnTo>
                    <a:pt x="23563" y="48594"/>
                  </a:lnTo>
                  <a:lnTo>
                    <a:pt x="24547" y="46590"/>
                  </a:lnTo>
                  <a:lnTo>
                    <a:pt x="23467" y="42779"/>
                  </a:lnTo>
                  <a:lnTo>
                    <a:pt x="19544" y="38231"/>
                  </a:lnTo>
                  <a:lnTo>
                    <a:pt x="16081" y="26491"/>
                  </a:lnTo>
                  <a:lnTo>
                    <a:pt x="14052" y="23934"/>
                  </a:lnTo>
                  <a:lnTo>
                    <a:pt x="8529" y="21091"/>
                  </a:lnTo>
                  <a:lnTo>
                    <a:pt x="0" y="14951"/>
                  </a:lnTo>
                  <a:lnTo>
                    <a:pt x="3984" y="15222"/>
                  </a:lnTo>
                  <a:lnTo>
                    <a:pt x="6316" y="13134"/>
                  </a:lnTo>
                  <a:lnTo>
                    <a:pt x="10556" y="4619"/>
                  </a:lnTo>
                  <a:lnTo>
                    <a:pt x="14631" y="5581"/>
                  </a:lnTo>
                  <a:lnTo>
                    <a:pt x="24544" y="0"/>
                  </a:lnTo>
                  <a:lnTo>
                    <a:pt x="26032" y="629"/>
                  </a:lnTo>
                  <a:lnTo>
                    <a:pt x="26383" y="1623"/>
                  </a:lnTo>
                  <a:lnTo>
                    <a:pt x="26300" y="4485"/>
                  </a:lnTo>
                  <a:lnTo>
                    <a:pt x="24510" y="650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h732"/>
            <p:cNvSpPr/>
            <p:nvPr/>
          </p:nvSpPr>
          <p:spPr>
            <a:xfrm>
              <a:off x="1940293" y="306274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h733"/>
            <p:cNvSpPr/>
            <p:nvPr/>
          </p:nvSpPr>
          <p:spPr>
            <a:xfrm>
              <a:off x="1940204" y="3061701"/>
              <a:ext cx="82" cy="219"/>
            </a:xfrm>
            <a:custGeom>
              <a:avLst/>
              <a:pathLst>
                <a:path w="82" h="219">
                  <a:moveTo>
                    <a:pt x="0" y="0"/>
                  </a:moveTo>
                  <a:lnTo>
                    <a:pt x="82" y="21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h734"/>
            <p:cNvSpPr/>
            <p:nvPr/>
          </p:nvSpPr>
          <p:spPr>
            <a:xfrm>
              <a:off x="1939829" y="3059943"/>
              <a:ext cx="300" cy="237"/>
            </a:xfrm>
            <a:custGeom>
              <a:avLst/>
              <a:pathLst>
                <a:path w="300" h="237">
                  <a:moveTo>
                    <a:pt x="0" y="211"/>
                  </a:moveTo>
                  <a:lnTo>
                    <a:pt x="112" y="0"/>
                  </a:lnTo>
                  <a:lnTo>
                    <a:pt x="300" y="23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h735"/>
            <p:cNvSpPr/>
            <p:nvPr/>
          </p:nvSpPr>
          <p:spPr>
            <a:xfrm>
              <a:off x="2232630" y="2771425"/>
              <a:ext cx="40136" cy="26758"/>
            </a:xfrm>
            <a:custGeom>
              <a:avLst/>
              <a:pathLst>
                <a:path w="40136" h="26758">
                  <a:moveTo>
                    <a:pt x="18546" y="3070"/>
                  </a:moveTo>
                  <a:lnTo>
                    <a:pt x="20154" y="3101"/>
                  </a:lnTo>
                  <a:lnTo>
                    <a:pt x="23904" y="3274"/>
                  </a:lnTo>
                  <a:lnTo>
                    <a:pt x="32235" y="8238"/>
                  </a:lnTo>
                  <a:lnTo>
                    <a:pt x="37465" y="12391"/>
                  </a:lnTo>
                  <a:lnTo>
                    <a:pt x="40136" y="12924"/>
                  </a:lnTo>
                  <a:lnTo>
                    <a:pt x="38051" y="16829"/>
                  </a:lnTo>
                  <a:lnTo>
                    <a:pt x="28329" y="23937"/>
                  </a:lnTo>
                  <a:lnTo>
                    <a:pt x="23680" y="25838"/>
                  </a:lnTo>
                  <a:lnTo>
                    <a:pt x="18652" y="26758"/>
                  </a:lnTo>
                  <a:lnTo>
                    <a:pt x="14478" y="24449"/>
                  </a:lnTo>
                  <a:lnTo>
                    <a:pt x="6846" y="18275"/>
                  </a:lnTo>
                  <a:lnTo>
                    <a:pt x="484" y="15265"/>
                  </a:lnTo>
                  <a:lnTo>
                    <a:pt x="70" y="12028"/>
                  </a:lnTo>
                  <a:lnTo>
                    <a:pt x="968" y="9525"/>
                  </a:lnTo>
                  <a:lnTo>
                    <a:pt x="0" y="6659"/>
                  </a:lnTo>
                  <a:lnTo>
                    <a:pt x="293" y="6128"/>
                  </a:lnTo>
                  <a:lnTo>
                    <a:pt x="1266" y="6715"/>
                  </a:lnTo>
                  <a:lnTo>
                    <a:pt x="3046" y="6265"/>
                  </a:lnTo>
                  <a:lnTo>
                    <a:pt x="6162" y="4257"/>
                  </a:lnTo>
                  <a:lnTo>
                    <a:pt x="7000" y="1919"/>
                  </a:lnTo>
                  <a:lnTo>
                    <a:pt x="10036" y="323"/>
                  </a:lnTo>
                  <a:lnTo>
                    <a:pt x="1400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h736"/>
            <p:cNvSpPr/>
            <p:nvPr/>
          </p:nvSpPr>
          <p:spPr>
            <a:xfrm>
              <a:off x="1987822" y="2933266"/>
              <a:ext cx="41322" cy="45538"/>
            </a:xfrm>
            <a:custGeom>
              <a:avLst/>
              <a:pathLst>
                <a:path w="41322" h="45538">
                  <a:moveTo>
                    <a:pt x="30214" y="217"/>
                  </a:moveTo>
                  <a:lnTo>
                    <a:pt x="30986" y="5693"/>
                  </a:lnTo>
                  <a:lnTo>
                    <a:pt x="37667" y="19450"/>
                  </a:lnTo>
                  <a:lnTo>
                    <a:pt x="36795" y="22169"/>
                  </a:lnTo>
                  <a:lnTo>
                    <a:pt x="35373" y="22235"/>
                  </a:lnTo>
                  <a:lnTo>
                    <a:pt x="35428" y="22867"/>
                  </a:lnTo>
                  <a:lnTo>
                    <a:pt x="37193" y="23767"/>
                  </a:lnTo>
                  <a:lnTo>
                    <a:pt x="40323" y="23394"/>
                  </a:lnTo>
                  <a:lnTo>
                    <a:pt x="41322" y="27885"/>
                  </a:lnTo>
                  <a:lnTo>
                    <a:pt x="38579" y="27977"/>
                  </a:lnTo>
                  <a:lnTo>
                    <a:pt x="38245" y="28937"/>
                  </a:lnTo>
                  <a:lnTo>
                    <a:pt x="38849" y="29301"/>
                  </a:lnTo>
                  <a:lnTo>
                    <a:pt x="32814" y="33947"/>
                  </a:lnTo>
                  <a:lnTo>
                    <a:pt x="30380" y="34424"/>
                  </a:lnTo>
                  <a:lnTo>
                    <a:pt x="24420" y="32555"/>
                  </a:lnTo>
                  <a:lnTo>
                    <a:pt x="23007" y="30760"/>
                  </a:lnTo>
                  <a:lnTo>
                    <a:pt x="19674" y="30310"/>
                  </a:lnTo>
                  <a:lnTo>
                    <a:pt x="16138" y="33936"/>
                  </a:lnTo>
                  <a:lnTo>
                    <a:pt x="15766" y="35246"/>
                  </a:lnTo>
                  <a:lnTo>
                    <a:pt x="17054" y="37278"/>
                  </a:lnTo>
                  <a:lnTo>
                    <a:pt x="14618" y="42238"/>
                  </a:lnTo>
                  <a:lnTo>
                    <a:pt x="9382" y="45538"/>
                  </a:lnTo>
                  <a:lnTo>
                    <a:pt x="4874" y="42925"/>
                  </a:lnTo>
                  <a:lnTo>
                    <a:pt x="1367" y="39744"/>
                  </a:lnTo>
                  <a:lnTo>
                    <a:pt x="1221" y="35748"/>
                  </a:lnTo>
                  <a:lnTo>
                    <a:pt x="0" y="32829"/>
                  </a:lnTo>
                  <a:lnTo>
                    <a:pt x="1327" y="31753"/>
                  </a:lnTo>
                  <a:lnTo>
                    <a:pt x="5168" y="31172"/>
                  </a:lnTo>
                  <a:lnTo>
                    <a:pt x="8903" y="27380"/>
                  </a:lnTo>
                  <a:lnTo>
                    <a:pt x="10178" y="23872"/>
                  </a:lnTo>
                  <a:lnTo>
                    <a:pt x="14456" y="18871"/>
                  </a:lnTo>
                  <a:lnTo>
                    <a:pt x="14623" y="17452"/>
                  </a:lnTo>
                  <a:lnTo>
                    <a:pt x="12576" y="12079"/>
                  </a:lnTo>
                  <a:lnTo>
                    <a:pt x="13419" y="5844"/>
                  </a:lnTo>
                  <a:lnTo>
                    <a:pt x="17022" y="5237"/>
                  </a:lnTo>
                  <a:lnTo>
                    <a:pt x="18227" y="7181"/>
                  </a:lnTo>
                  <a:lnTo>
                    <a:pt x="20005" y="7537"/>
                  </a:lnTo>
                  <a:lnTo>
                    <a:pt x="21305" y="6313"/>
                  </a:lnTo>
                  <a:lnTo>
                    <a:pt x="22696" y="2796"/>
                  </a:lnTo>
                  <a:lnTo>
                    <a:pt x="2552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h737"/>
            <p:cNvSpPr/>
            <p:nvPr/>
          </p:nvSpPr>
          <p:spPr>
            <a:xfrm>
              <a:off x="2222970" y="2837196"/>
              <a:ext cx="31082" cy="25545"/>
            </a:xfrm>
            <a:custGeom>
              <a:avLst/>
              <a:pathLst>
                <a:path w="31082" h="25545">
                  <a:moveTo>
                    <a:pt x="30781" y="893"/>
                  </a:moveTo>
                  <a:lnTo>
                    <a:pt x="30001" y="5564"/>
                  </a:lnTo>
                  <a:lnTo>
                    <a:pt x="24691" y="8515"/>
                  </a:lnTo>
                  <a:lnTo>
                    <a:pt x="26345" y="14767"/>
                  </a:lnTo>
                  <a:lnTo>
                    <a:pt x="27851" y="15235"/>
                  </a:lnTo>
                  <a:lnTo>
                    <a:pt x="29323" y="13766"/>
                  </a:lnTo>
                  <a:lnTo>
                    <a:pt x="29969" y="13928"/>
                  </a:lnTo>
                  <a:lnTo>
                    <a:pt x="31082" y="15545"/>
                  </a:lnTo>
                  <a:lnTo>
                    <a:pt x="30150" y="16625"/>
                  </a:lnTo>
                  <a:lnTo>
                    <a:pt x="22320" y="18091"/>
                  </a:lnTo>
                  <a:lnTo>
                    <a:pt x="18359" y="19753"/>
                  </a:lnTo>
                  <a:lnTo>
                    <a:pt x="11895" y="24016"/>
                  </a:lnTo>
                  <a:lnTo>
                    <a:pt x="9473" y="22626"/>
                  </a:lnTo>
                  <a:lnTo>
                    <a:pt x="4680" y="24952"/>
                  </a:lnTo>
                  <a:lnTo>
                    <a:pt x="742" y="25545"/>
                  </a:lnTo>
                  <a:lnTo>
                    <a:pt x="0" y="21288"/>
                  </a:lnTo>
                  <a:lnTo>
                    <a:pt x="2095" y="18171"/>
                  </a:lnTo>
                  <a:lnTo>
                    <a:pt x="265" y="14406"/>
                  </a:lnTo>
                  <a:lnTo>
                    <a:pt x="2197" y="12453"/>
                  </a:lnTo>
                  <a:lnTo>
                    <a:pt x="9283" y="8733"/>
                  </a:lnTo>
                  <a:lnTo>
                    <a:pt x="11888" y="6605"/>
                  </a:lnTo>
                  <a:lnTo>
                    <a:pt x="15956" y="8426"/>
                  </a:lnTo>
                  <a:lnTo>
                    <a:pt x="19450" y="6197"/>
                  </a:lnTo>
                  <a:lnTo>
                    <a:pt x="20955" y="1804"/>
                  </a:lnTo>
                  <a:lnTo>
                    <a:pt x="2507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h738"/>
            <p:cNvSpPr/>
            <p:nvPr/>
          </p:nvSpPr>
          <p:spPr>
            <a:xfrm>
              <a:off x="2189086" y="2837151"/>
              <a:ext cx="37838" cy="35619"/>
            </a:xfrm>
            <a:custGeom>
              <a:avLst/>
              <a:pathLst>
                <a:path w="37838" h="35619">
                  <a:moveTo>
                    <a:pt x="9046" y="2834"/>
                  </a:moveTo>
                  <a:lnTo>
                    <a:pt x="10383" y="2738"/>
                  </a:lnTo>
                  <a:lnTo>
                    <a:pt x="11009" y="975"/>
                  </a:lnTo>
                  <a:lnTo>
                    <a:pt x="13527" y="927"/>
                  </a:lnTo>
                  <a:lnTo>
                    <a:pt x="18117" y="4030"/>
                  </a:lnTo>
                  <a:lnTo>
                    <a:pt x="18611" y="6474"/>
                  </a:lnTo>
                  <a:lnTo>
                    <a:pt x="21844" y="7100"/>
                  </a:lnTo>
                  <a:lnTo>
                    <a:pt x="28993" y="1517"/>
                  </a:lnTo>
                  <a:lnTo>
                    <a:pt x="36080" y="12497"/>
                  </a:lnTo>
                  <a:lnTo>
                    <a:pt x="34149" y="14451"/>
                  </a:lnTo>
                  <a:lnTo>
                    <a:pt x="35979" y="18216"/>
                  </a:lnTo>
                  <a:lnTo>
                    <a:pt x="33883" y="21333"/>
                  </a:lnTo>
                  <a:lnTo>
                    <a:pt x="34625" y="25590"/>
                  </a:lnTo>
                  <a:lnTo>
                    <a:pt x="34256" y="30158"/>
                  </a:lnTo>
                  <a:lnTo>
                    <a:pt x="36891" y="31139"/>
                  </a:lnTo>
                  <a:lnTo>
                    <a:pt x="37838" y="30576"/>
                  </a:lnTo>
                  <a:lnTo>
                    <a:pt x="35996" y="33104"/>
                  </a:lnTo>
                  <a:lnTo>
                    <a:pt x="30369" y="35619"/>
                  </a:lnTo>
                  <a:lnTo>
                    <a:pt x="28215" y="32870"/>
                  </a:lnTo>
                  <a:lnTo>
                    <a:pt x="27323" y="33343"/>
                  </a:lnTo>
                  <a:lnTo>
                    <a:pt x="24699" y="34222"/>
                  </a:lnTo>
                  <a:lnTo>
                    <a:pt x="23408" y="33771"/>
                  </a:lnTo>
                  <a:lnTo>
                    <a:pt x="17744" y="29081"/>
                  </a:lnTo>
                  <a:lnTo>
                    <a:pt x="16481" y="27033"/>
                  </a:lnTo>
                  <a:lnTo>
                    <a:pt x="16496" y="23369"/>
                  </a:lnTo>
                  <a:lnTo>
                    <a:pt x="12361" y="21342"/>
                  </a:lnTo>
                  <a:lnTo>
                    <a:pt x="6417" y="20757"/>
                  </a:lnTo>
                  <a:lnTo>
                    <a:pt x="4921" y="21596"/>
                  </a:lnTo>
                  <a:lnTo>
                    <a:pt x="1095" y="19171"/>
                  </a:lnTo>
                  <a:lnTo>
                    <a:pt x="0" y="17274"/>
                  </a:lnTo>
                  <a:lnTo>
                    <a:pt x="2528" y="16135"/>
                  </a:lnTo>
                  <a:lnTo>
                    <a:pt x="3370" y="14448"/>
                  </a:lnTo>
                  <a:lnTo>
                    <a:pt x="2506" y="7973"/>
                  </a:lnTo>
                  <a:lnTo>
                    <a:pt x="4192" y="974"/>
                  </a:lnTo>
                  <a:lnTo>
                    <a:pt x="615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h739"/>
            <p:cNvSpPr/>
            <p:nvPr/>
          </p:nvSpPr>
          <p:spPr>
            <a:xfrm>
              <a:off x="1993461" y="2969196"/>
              <a:ext cx="59016" cy="52344"/>
            </a:xfrm>
            <a:custGeom>
              <a:avLst/>
              <a:pathLst>
                <a:path w="59016" h="52344">
                  <a:moveTo>
                    <a:pt x="46418" y="2018"/>
                  </a:moveTo>
                  <a:lnTo>
                    <a:pt x="48052" y="4962"/>
                  </a:lnTo>
                  <a:lnTo>
                    <a:pt x="44764" y="5207"/>
                  </a:lnTo>
                  <a:lnTo>
                    <a:pt x="43676" y="6123"/>
                  </a:lnTo>
                  <a:lnTo>
                    <a:pt x="47029" y="10527"/>
                  </a:lnTo>
                  <a:lnTo>
                    <a:pt x="56775" y="7055"/>
                  </a:lnTo>
                  <a:lnTo>
                    <a:pt x="59016" y="8724"/>
                  </a:lnTo>
                  <a:lnTo>
                    <a:pt x="57570" y="13272"/>
                  </a:lnTo>
                  <a:lnTo>
                    <a:pt x="57572" y="14496"/>
                  </a:lnTo>
                  <a:lnTo>
                    <a:pt x="55666" y="16366"/>
                  </a:lnTo>
                  <a:lnTo>
                    <a:pt x="53919" y="16542"/>
                  </a:lnTo>
                  <a:lnTo>
                    <a:pt x="52992" y="15124"/>
                  </a:lnTo>
                  <a:lnTo>
                    <a:pt x="49897" y="16598"/>
                  </a:lnTo>
                  <a:lnTo>
                    <a:pt x="45490" y="20366"/>
                  </a:lnTo>
                  <a:lnTo>
                    <a:pt x="43166" y="25671"/>
                  </a:lnTo>
                  <a:lnTo>
                    <a:pt x="43005" y="28427"/>
                  </a:lnTo>
                  <a:lnTo>
                    <a:pt x="40945" y="32380"/>
                  </a:lnTo>
                  <a:lnTo>
                    <a:pt x="36091" y="34790"/>
                  </a:lnTo>
                  <a:lnTo>
                    <a:pt x="35932" y="40421"/>
                  </a:lnTo>
                  <a:lnTo>
                    <a:pt x="37008" y="41313"/>
                  </a:lnTo>
                  <a:lnTo>
                    <a:pt x="30673" y="43424"/>
                  </a:lnTo>
                  <a:lnTo>
                    <a:pt x="25883" y="51517"/>
                  </a:lnTo>
                  <a:lnTo>
                    <a:pt x="22700" y="49442"/>
                  </a:lnTo>
                  <a:lnTo>
                    <a:pt x="21704" y="51416"/>
                  </a:lnTo>
                  <a:lnTo>
                    <a:pt x="20333" y="52344"/>
                  </a:lnTo>
                  <a:lnTo>
                    <a:pt x="17684" y="50426"/>
                  </a:lnTo>
                  <a:lnTo>
                    <a:pt x="15642" y="44008"/>
                  </a:lnTo>
                  <a:lnTo>
                    <a:pt x="15599" y="35558"/>
                  </a:lnTo>
                  <a:lnTo>
                    <a:pt x="9534" y="29523"/>
                  </a:lnTo>
                  <a:lnTo>
                    <a:pt x="7513" y="29269"/>
                  </a:lnTo>
                  <a:lnTo>
                    <a:pt x="5774" y="25213"/>
                  </a:lnTo>
                  <a:lnTo>
                    <a:pt x="5622" y="22470"/>
                  </a:lnTo>
                  <a:lnTo>
                    <a:pt x="0" y="14778"/>
                  </a:lnTo>
                  <a:lnTo>
                    <a:pt x="864" y="13210"/>
                  </a:lnTo>
                  <a:lnTo>
                    <a:pt x="2374" y="15853"/>
                  </a:lnTo>
                  <a:lnTo>
                    <a:pt x="5542" y="17104"/>
                  </a:lnTo>
                  <a:lnTo>
                    <a:pt x="8910" y="14268"/>
                  </a:lnTo>
                  <a:lnTo>
                    <a:pt x="13352" y="13755"/>
                  </a:lnTo>
                  <a:lnTo>
                    <a:pt x="29381" y="14857"/>
                  </a:lnTo>
                  <a:lnTo>
                    <a:pt x="32478" y="16953"/>
                  </a:lnTo>
                  <a:lnTo>
                    <a:pt x="35895" y="14667"/>
                  </a:lnTo>
                  <a:lnTo>
                    <a:pt x="33841" y="10941"/>
                  </a:lnTo>
                  <a:lnTo>
                    <a:pt x="33656" y="6116"/>
                  </a:lnTo>
                  <a:lnTo>
                    <a:pt x="37206" y="4167"/>
                  </a:lnTo>
                  <a:lnTo>
                    <a:pt x="39183" y="1667"/>
                  </a:lnTo>
                  <a:lnTo>
                    <a:pt x="4047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h740"/>
            <p:cNvSpPr/>
            <p:nvPr/>
          </p:nvSpPr>
          <p:spPr>
            <a:xfrm>
              <a:off x="2109909" y="2956085"/>
              <a:ext cx="35650" cy="30599"/>
            </a:xfrm>
            <a:custGeom>
              <a:avLst/>
              <a:pathLst>
                <a:path w="35650" h="30599">
                  <a:moveTo>
                    <a:pt x="32858" y="10740"/>
                  </a:moveTo>
                  <a:lnTo>
                    <a:pt x="32623" y="14880"/>
                  </a:lnTo>
                  <a:lnTo>
                    <a:pt x="35593" y="19038"/>
                  </a:lnTo>
                  <a:lnTo>
                    <a:pt x="35650" y="27734"/>
                  </a:lnTo>
                  <a:lnTo>
                    <a:pt x="32610" y="30599"/>
                  </a:lnTo>
                  <a:lnTo>
                    <a:pt x="26115" y="28663"/>
                  </a:lnTo>
                  <a:lnTo>
                    <a:pt x="26531" y="27242"/>
                  </a:lnTo>
                  <a:lnTo>
                    <a:pt x="21572" y="27140"/>
                  </a:lnTo>
                  <a:lnTo>
                    <a:pt x="19477" y="28629"/>
                  </a:lnTo>
                  <a:lnTo>
                    <a:pt x="17472" y="28519"/>
                  </a:lnTo>
                  <a:lnTo>
                    <a:pt x="11302" y="24734"/>
                  </a:lnTo>
                  <a:lnTo>
                    <a:pt x="8913" y="22392"/>
                  </a:lnTo>
                  <a:lnTo>
                    <a:pt x="8217" y="14552"/>
                  </a:lnTo>
                  <a:lnTo>
                    <a:pt x="6399" y="14365"/>
                  </a:lnTo>
                  <a:lnTo>
                    <a:pt x="3020" y="16446"/>
                  </a:lnTo>
                  <a:lnTo>
                    <a:pt x="0" y="13941"/>
                  </a:lnTo>
                  <a:lnTo>
                    <a:pt x="2843" y="13014"/>
                  </a:lnTo>
                  <a:lnTo>
                    <a:pt x="2377" y="10021"/>
                  </a:lnTo>
                  <a:lnTo>
                    <a:pt x="6905" y="6625"/>
                  </a:lnTo>
                  <a:lnTo>
                    <a:pt x="8826" y="2388"/>
                  </a:lnTo>
                  <a:lnTo>
                    <a:pt x="13244" y="4195"/>
                  </a:lnTo>
                  <a:lnTo>
                    <a:pt x="14782" y="961"/>
                  </a:lnTo>
                  <a:lnTo>
                    <a:pt x="14768" y="2178"/>
                  </a:lnTo>
                  <a:lnTo>
                    <a:pt x="2376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h741"/>
            <p:cNvSpPr/>
            <p:nvPr/>
          </p:nvSpPr>
          <p:spPr>
            <a:xfrm>
              <a:off x="2119287" y="2872696"/>
              <a:ext cx="43780" cy="52534"/>
            </a:xfrm>
            <a:custGeom>
              <a:avLst/>
              <a:pathLst>
                <a:path w="43780" h="52534">
                  <a:moveTo>
                    <a:pt x="22798" y="382"/>
                  </a:moveTo>
                  <a:lnTo>
                    <a:pt x="28263" y="3161"/>
                  </a:lnTo>
                  <a:lnTo>
                    <a:pt x="28451" y="4814"/>
                  </a:lnTo>
                  <a:lnTo>
                    <a:pt x="30751" y="5436"/>
                  </a:lnTo>
                  <a:lnTo>
                    <a:pt x="35125" y="4691"/>
                  </a:lnTo>
                  <a:lnTo>
                    <a:pt x="36197" y="7082"/>
                  </a:lnTo>
                  <a:lnTo>
                    <a:pt x="41460" y="18299"/>
                  </a:lnTo>
                  <a:lnTo>
                    <a:pt x="40465" y="24537"/>
                  </a:lnTo>
                  <a:lnTo>
                    <a:pt x="43780" y="27632"/>
                  </a:lnTo>
                  <a:lnTo>
                    <a:pt x="43070" y="31112"/>
                  </a:lnTo>
                  <a:lnTo>
                    <a:pt x="38707" y="35712"/>
                  </a:lnTo>
                  <a:lnTo>
                    <a:pt x="33421" y="36642"/>
                  </a:lnTo>
                  <a:lnTo>
                    <a:pt x="32232" y="38171"/>
                  </a:lnTo>
                  <a:lnTo>
                    <a:pt x="31805" y="42195"/>
                  </a:lnTo>
                  <a:lnTo>
                    <a:pt x="32522" y="46225"/>
                  </a:lnTo>
                  <a:lnTo>
                    <a:pt x="29964" y="48892"/>
                  </a:lnTo>
                  <a:lnTo>
                    <a:pt x="29581" y="52354"/>
                  </a:lnTo>
                  <a:lnTo>
                    <a:pt x="28233" y="52534"/>
                  </a:lnTo>
                  <a:lnTo>
                    <a:pt x="25743" y="51442"/>
                  </a:lnTo>
                  <a:lnTo>
                    <a:pt x="22675" y="51192"/>
                  </a:lnTo>
                  <a:lnTo>
                    <a:pt x="15370" y="51817"/>
                  </a:lnTo>
                  <a:lnTo>
                    <a:pt x="15331" y="50257"/>
                  </a:lnTo>
                  <a:lnTo>
                    <a:pt x="12036" y="48758"/>
                  </a:lnTo>
                  <a:lnTo>
                    <a:pt x="7787" y="48766"/>
                  </a:lnTo>
                  <a:lnTo>
                    <a:pt x="4129" y="39353"/>
                  </a:lnTo>
                  <a:lnTo>
                    <a:pt x="1173" y="39234"/>
                  </a:lnTo>
                  <a:lnTo>
                    <a:pt x="204" y="37090"/>
                  </a:lnTo>
                  <a:lnTo>
                    <a:pt x="452" y="35976"/>
                  </a:lnTo>
                  <a:lnTo>
                    <a:pt x="3271" y="35223"/>
                  </a:lnTo>
                  <a:lnTo>
                    <a:pt x="5330" y="36607"/>
                  </a:lnTo>
                  <a:lnTo>
                    <a:pt x="6892" y="32580"/>
                  </a:lnTo>
                  <a:lnTo>
                    <a:pt x="6230" y="28866"/>
                  </a:lnTo>
                  <a:lnTo>
                    <a:pt x="5172" y="28414"/>
                  </a:lnTo>
                  <a:lnTo>
                    <a:pt x="3589" y="30624"/>
                  </a:lnTo>
                  <a:lnTo>
                    <a:pt x="2177" y="30688"/>
                  </a:lnTo>
                  <a:lnTo>
                    <a:pt x="1220" y="30378"/>
                  </a:lnTo>
                  <a:lnTo>
                    <a:pt x="0" y="28314"/>
                  </a:lnTo>
                  <a:lnTo>
                    <a:pt x="149" y="25278"/>
                  </a:lnTo>
                  <a:lnTo>
                    <a:pt x="2099" y="23668"/>
                  </a:lnTo>
                  <a:lnTo>
                    <a:pt x="1756" y="21791"/>
                  </a:lnTo>
                  <a:lnTo>
                    <a:pt x="1026" y="19641"/>
                  </a:lnTo>
                  <a:lnTo>
                    <a:pt x="3709" y="15089"/>
                  </a:lnTo>
                  <a:lnTo>
                    <a:pt x="1022" y="10824"/>
                  </a:lnTo>
                  <a:lnTo>
                    <a:pt x="5993" y="3314"/>
                  </a:lnTo>
                  <a:lnTo>
                    <a:pt x="12278" y="3156"/>
                  </a:lnTo>
                  <a:lnTo>
                    <a:pt x="16884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h742"/>
            <p:cNvSpPr/>
            <p:nvPr/>
          </p:nvSpPr>
          <p:spPr>
            <a:xfrm>
              <a:off x="2141018" y="3036643"/>
              <a:ext cx="33648" cy="33934"/>
            </a:xfrm>
            <a:custGeom>
              <a:avLst/>
              <a:pathLst>
                <a:path w="33648" h="33934">
                  <a:moveTo>
                    <a:pt x="15790" y="0"/>
                  </a:moveTo>
                  <a:lnTo>
                    <a:pt x="14848" y="1093"/>
                  </a:lnTo>
                  <a:lnTo>
                    <a:pt x="14734" y="5610"/>
                  </a:lnTo>
                  <a:lnTo>
                    <a:pt x="18819" y="9717"/>
                  </a:lnTo>
                  <a:lnTo>
                    <a:pt x="18682" y="12394"/>
                  </a:lnTo>
                  <a:lnTo>
                    <a:pt x="20638" y="15802"/>
                  </a:lnTo>
                  <a:lnTo>
                    <a:pt x="28049" y="21360"/>
                  </a:lnTo>
                  <a:lnTo>
                    <a:pt x="27922" y="24023"/>
                  </a:lnTo>
                  <a:lnTo>
                    <a:pt x="30223" y="27415"/>
                  </a:lnTo>
                  <a:lnTo>
                    <a:pt x="33648" y="30345"/>
                  </a:lnTo>
                  <a:lnTo>
                    <a:pt x="32698" y="33934"/>
                  </a:lnTo>
                  <a:lnTo>
                    <a:pt x="31079" y="33603"/>
                  </a:lnTo>
                  <a:lnTo>
                    <a:pt x="23598" y="31391"/>
                  </a:lnTo>
                  <a:lnTo>
                    <a:pt x="22882" y="26641"/>
                  </a:lnTo>
                  <a:lnTo>
                    <a:pt x="21405" y="25013"/>
                  </a:lnTo>
                  <a:lnTo>
                    <a:pt x="18298" y="25869"/>
                  </a:lnTo>
                  <a:lnTo>
                    <a:pt x="18460" y="22258"/>
                  </a:lnTo>
                  <a:lnTo>
                    <a:pt x="20741" y="20909"/>
                  </a:lnTo>
                  <a:lnTo>
                    <a:pt x="19065" y="18610"/>
                  </a:lnTo>
                  <a:lnTo>
                    <a:pt x="14177" y="17829"/>
                  </a:lnTo>
                  <a:lnTo>
                    <a:pt x="11781" y="19180"/>
                  </a:lnTo>
                  <a:lnTo>
                    <a:pt x="7095" y="15958"/>
                  </a:lnTo>
                  <a:lnTo>
                    <a:pt x="1019" y="14459"/>
                  </a:lnTo>
                  <a:lnTo>
                    <a:pt x="0" y="11418"/>
                  </a:lnTo>
                  <a:lnTo>
                    <a:pt x="4388" y="6799"/>
                  </a:lnTo>
                  <a:lnTo>
                    <a:pt x="7690" y="4862"/>
                  </a:lnTo>
                  <a:lnTo>
                    <a:pt x="9104" y="2619"/>
                  </a:lnTo>
                  <a:lnTo>
                    <a:pt x="8526" y="452"/>
                  </a:lnTo>
                  <a:lnTo>
                    <a:pt x="12955" y="82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h743"/>
            <p:cNvSpPr/>
            <p:nvPr/>
          </p:nvSpPr>
          <p:spPr>
            <a:xfrm>
              <a:off x="2189270" y="2931033"/>
              <a:ext cx="41193" cy="21850"/>
            </a:xfrm>
            <a:custGeom>
              <a:avLst/>
              <a:pathLst>
                <a:path w="41193" h="21850">
                  <a:moveTo>
                    <a:pt x="25262" y="9"/>
                  </a:moveTo>
                  <a:lnTo>
                    <a:pt x="30169" y="3110"/>
                  </a:lnTo>
                  <a:lnTo>
                    <a:pt x="33830" y="2640"/>
                  </a:lnTo>
                  <a:lnTo>
                    <a:pt x="40402" y="7546"/>
                  </a:lnTo>
                  <a:lnTo>
                    <a:pt x="41193" y="15247"/>
                  </a:lnTo>
                  <a:lnTo>
                    <a:pt x="40015" y="13353"/>
                  </a:lnTo>
                  <a:lnTo>
                    <a:pt x="37480" y="13298"/>
                  </a:lnTo>
                  <a:lnTo>
                    <a:pt x="37055" y="15534"/>
                  </a:lnTo>
                  <a:lnTo>
                    <a:pt x="34951" y="18064"/>
                  </a:lnTo>
                  <a:lnTo>
                    <a:pt x="31048" y="17241"/>
                  </a:lnTo>
                  <a:lnTo>
                    <a:pt x="28677" y="18007"/>
                  </a:lnTo>
                  <a:lnTo>
                    <a:pt x="26251" y="19809"/>
                  </a:lnTo>
                  <a:lnTo>
                    <a:pt x="26084" y="21120"/>
                  </a:lnTo>
                  <a:lnTo>
                    <a:pt x="23539" y="21850"/>
                  </a:lnTo>
                  <a:lnTo>
                    <a:pt x="19822" y="21184"/>
                  </a:lnTo>
                  <a:lnTo>
                    <a:pt x="17014" y="19058"/>
                  </a:lnTo>
                  <a:lnTo>
                    <a:pt x="5648" y="17910"/>
                  </a:lnTo>
                  <a:lnTo>
                    <a:pt x="855" y="19186"/>
                  </a:lnTo>
                  <a:lnTo>
                    <a:pt x="0" y="17119"/>
                  </a:lnTo>
                  <a:lnTo>
                    <a:pt x="1347" y="7743"/>
                  </a:lnTo>
                  <a:lnTo>
                    <a:pt x="2079" y="6820"/>
                  </a:lnTo>
                  <a:lnTo>
                    <a:pt x="7109" y="7179"/>
                  </a:lnTo>
                  <a:lnTo>
                    <a:pt x="7951" y="4319"/>
                  </a:lnTo>
                  <a:lnTo>
                    <a:pt x="10453" y="2538"/>
                  </a:lnTo>
                  <a:lnTo>
                    <a:pt x="17016" y="5896"/>
                  </a:lnTo>
                  <a:lnTo>
                    <a:pt x="19583" y="5787"/>
                  </a:lnTo>
                  <a:lnTo>
                    <a:pt x="22865" y="3728"/>
                  </a:lnTo>
                  <a:lnTo>
                    <a:pt x="21447" y="2652"/>
                  </a:lnTo>
                  <a:lnTo>
                    <a:pt x="2282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h744"/>
            <p:cNvSpPr/>
            <p:nvPr/>
          </p:nvSpPr>
          <p:spPr>
            <a:xfrm>
              <a:off x="2201465" y="3006068"/>
              <a:ext cx="31955" cy="46635"/>
            </a:xfrm>
            <a:custGeom>
              <a:avLst/>
              <a:pathLst>
                <a:path w="31955" h="46635">
                  <a:moveTo>
                    <a:pt x="25449" y="3288"/>
                  </a:moveTo>
                  <a:lnTo>
                    <a:pt x="27097" y="6099"/>
                  </a:lnTo>
                  <a:lnTo>
                    <a:pt x="31955" y="10183"/>
                  </a:lnTo>
                  <a:lnTo>
                    <a:pt x="30449" y="17301"/>
                  </a:lnTo>
                  <a:lnTo>
                    <a:pt x="30894" y="21078"/>
                  </a:lnTo>
                  <a:lnTo>
                    <a:pt x="28530" y="21884"/>
                  </a:lnTo>
                  <a:lnTo>
                    <a:pt x="24324" y="21267"/>
                  </a:lnTo>
                  <a:lnTo>
                    <a:pt x="20918" y="25993"/>
                  </a:lnTo>
                  <a:lnTo>
                    <a:pt x="22078" y="30593"/>
                  </a:lnTo>
                  <a:lnTo>
                    <a:pt x="25409" y="36549"/>
                  </a:lnTo>
                  <a:lnTo>
                    <a:pt x="24165" y="41148"/>
                  </a:lnTo>
                  <a:lnTo>
                    <a:pt x="15963" y="42002"/>
                  </a:lnTo>
                  <a:lnTo>
                    <a:pt x="13086" y="45455"/>
                  </a:lnTo>
                  <a:lnTo>
                    <a:pt x="7679" y="44616"/>
                  </a:lnTo>
                  <a:lnTo>
                    <a:pt x="4333" y="45479"/>
                  </a:lnTo>
                  <a:lnTo>
                    <a:pt x="3175" y="46635"/>
                  </a:lnTo>
                  <a:lnTo>
                    <a:pt x="1732" y="44654"/>
                  </a:lnTo>
                  <a:lnTo>
                    <a:pt x="5498" y="38655"/>
                  </a:lnTo>
                  <a:lnTo>
                    <a:pt x="2956" y="32690"/>
                  </a:lnTo>
                  <a:lnTo>
                    <a:pt x="0" y="29324"/>
                  </a:lnTo>
                  <a:lnTo>
                    <a:pt x="2056" y="23653"/>
                  </a:lnTo>
                  <a:lnTo>
                    <a:pt x="817" y="15167"/>
                  </a:lnTo>
                  <a:lnTo>
                    <a:pt x="1207" y="14046"/>
                  </a:lnTo>
                  <a:lnTo>
                    <a:pt x="8016" y="10907"/>
                  </a:lnTo>
                  <a:lnTo>
                    <a:pt x="9985" y="640"/>
                  </a:lnTo>
                  <a:lnTo>
                    <a:pt x="1331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h745"/>
            <p:cNvSpPr/>
            <p:nvPr/>
          </p:nvSpPr>
          <p:spPr>
            <a:xfrm>
              <a:off x="2197195" y="3003287"/>
              <a:ext cx="14254" cy="47435"/>
            </a:xfrm>
            <a:custGeom>
              <a:avLst/>
              <a:pathLst>
                <a:path w="14254" h="47435">
                  <a:moveTo>
                    <a:pt x="14254" y="3421"/>
                  </a:moveTo>
                  <a:lnTo>
                    <a:pt x="12286" y="13688"/>
                  </a:lnTo>
                  <a:lnTo>
                    <a:pt x="5476" y="16827"/>
                  </a:lnTo>
                  <a:lnTo>
                    <a:pt x="5087" y="17948"/>
                  </a:lnTo>
                  <a:lnTo>
                    <a:pt x="6326" y="26434"/>
                  </a:lnTo>
                  <a:lnTo>
                    <a:pt x="4269" y="32105"/>
                  </a:lnTo>
                  <a:lnTo>
                    <a:pt x="7226" y="35471"/>
                  </a:lnTo>
                  <a:lnTo>
                    <a:pt x="9768" y="41436"/>
                  </a:lnTo>
                  <a:lnTo>
                    <a:pt x="6002" y="47435"/>
                  </a:lnTo>
                  <a:lnTo>
                    <a:pt x="1964" y="46827"/>
                  </a:lnTo>
                  <a:lnTo>
                    <a:pt x="847" y="43708"/>
                  </a:lnTo>
                  <a:lnTo>
                    <a:pt x="1769" y="40368"/>
                  </a:lnTo>
                  <a:lnTo>
                    <a:pt x="1369" y="32280"/>
                  </a:lnTo>
                  <a:lnTo>
                    <a:pt x="0" y="30510"/>
                  </a:lnTo>
                  <a:lnTo>
                    <a:pt x="784" y="27322"/>
                  </a:lnTo>
                  <a:lnTo>
                    <a:pt x="5110" y="21805"/>
                  </a:lnTo>
                  <a:lnTo>
                    <a:pt x="4104" y="7952"/>
                  </a:lnTo>
                  <a:lnTo>
                    <a:pt x="1024" y="4772"/>
                  </a:lnTo>
                  <a:lnTo>
                    <a:pt x="3733" y="1624"/>
                  </a:lnTo>
                  <a:lnTo>
                    <a:pt x="902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h746"/>
            <p:cNvSpPr/>
            <p:nvPr/>
          </p:nvSpPr>
          <p:spPr>
            <a:xfrm>
              <a:off x="2223343" y="2853821"/>
              <a:ext cx="33992" cy="25515"/>
            </a:xfrm>
            <a:custGeom>
              <a:avLst/>
              <a:pathLst>
                <a:path w="33992" h="25515">
                  <a:moveTo>
                    <a:pt x="29776" y="0"/>
                  </a:moveTo>
                  <a:lnTo>
                    <a:pt x="31757" y="3396"/>
                  </a:lnTo>
                  <a:lnTo>
                    <a:pt x="33170" y="4440"/>
                  </a:lnTo>
                  <a:lnTo>
                    <a:pt x="33219" y="8223"/>
                  </a:lnTo>
                  <a:lnTo>
                    <a:pt x="32682" y="9977"/>
                  </a:lnTo>
                  <a:lnTo>
                    <a:pt x="33992" y="13173"/>
                  </a:lnTo>
                  <a:lnTo>
                    <a:pt x="33141" y="15570"/>
                  </a:lnTo>
                  <a:lnTo>
                    <a:pt x="30327" y="17940"/>
                  </a:lnTo>
                  <a:lnTo>
                    <a:pt x="31296" y="21942"/>
                  </a:lnTo>
                  <a:lnTo>
                    <a:pt x="30240" y="22155"/>
                  </a:lnTo>
                  <a:lnTo>
                    <a:pt x="28794" y="24584"/>
                  </a:lnTo>
                  <a:lnTo>
                    <a:pt x="23217" y="25515"/>
                  </a:lnTo>
                  <a:lnTo>
                    <a:pt x="18440" y="23094"/>
                  </a:lnTo>
                  <a:lnTo>
                    <a:pt x="16243" y="20719"/>
                  </a:lnTo>
                  <a:lnTo>
                    <a:pt x="16409" y="17645"/>
                  </a:lnTo>
                  <a:lnTo>
                    <a:pt x="11439" y="17703"/>
                  </a:lnTo>
                  <a:lnTo>
                    <a:pt x="10997" y="15145"/>
                  </a:lnTo>
                  <a:lnTo>
                    <a:pt x="11565" y="13743"/>
                  </a:lnTo>
                  <a:lnTo>
                    <a:pt x="10886" y="12912"/>
                  </a:lnTo>
                  <a:lnTo>
                    <a:pt x="4961" y="14466"/>
                  </a:lnTo>
                  <a:lnTo>
                    <a:pt x="3581" y="13906"/>
                  </a:lnTo>
                  <a:lnTo>
                    <a:pt x="2634" y="14469"/>
                  </a:lnTo>
                  <a:lnTo>
                    <a:pt x="0" y="13488"/>
                  </a:lnTo>
                  <a:lnTo>
                    <a:pt x="369" y="8920"/>
                  </a:lnTo>
                  <a:lnTo>
                    <a:pt x="4306" y="8327"/>
                  </a:lnTo>
                  <a:lnTo>
                    <a:pt x="9099" y="6001"/>
                  </a:lnTo>
                  <a:lnTo>
                    <a:pt x="11522" y="7391"/>
                  </a:lnTo>
                  <a:lnTo>
                    <a:pt x="17986" y="3128"/>
                  </a:lnTo>
                  <a:lnTo>
                    <a:pt x="21946" y="146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h747"/>
            <p:cNvSpPr/>
            <p:nvPr/>
          </p:nvSpPr>
          <p:spPr>
            <a:xfrm>
              <a:off x="2129891" y="3007599"/>
              <a:ext cx="36756" cy="24976"/>
            </a:xfrm>
            <a:custGeom>
              <a:avLst/>
              <a:pathLst>
                <a:path w="36756" h="24976">
                  <a:moveTo>
                    <a:pt x="29000" y="0"/>
                  </a:moveTo>
                  <a:lnTo>
                    <a:pt x="29109" y="1568"/>
                  </a:lnTo>
                  <a:lnTo>
                    <a:pt x="32269" y="3078"/>
                  </a:lnTo>
                  <a:lnTo>
                    <a:pt x="35447" y="6010"/>
                  </a:lnTo>
                  <a:lnTo>
                    <a:pt x="36756" y="10073"/>
                  </a:lnTo>
                  <a:lnTo>
                    <a:pt x="33012" y="9622"/>
                  </a:lnTo>
                  <a:lnTo>
                    <a:pt x="30216" y="10895"/>
                  </a:lnTo>
                  <a:lnTo>
                    <a:pt x="33183" y="15500"/>
                  </a:lnTo>
                  <a:lnTo>
                    <a:pt x="29372" y="19863"/>
                  </a:lnTo>
                  <a:lnTo>
                    <a:pt x="20091" y="19125"/>
                  </a:lnTo>
                  <a:lnTo>
                    <a:pt x="18890" y="19429"/>
                  </a:lnTo>
                  <a:lnTo>
                    <a:pt x="16959" y="22466"/>
                  </a:lnTo>
                  <a:lnTo>
                    <a:pt x="16285" y="23651"/>
                  </a:lnTo>
                  <a:lnTo>
                    <a:pt x="7293" y="24976"/>
                  </a:lnTo>
                  <a:lnTo>
                    <a:pt x="2579" y="24205"/>
                  </a:lnTo>
                  <a:lnTo>
                    <a:pt x="0" y="17751"/>
                  </a:lnTo>
                  <a:lnTo>
                    <a:pt x="2971" y="12443"/>
                  </a:lnTo>
                  <a:lnTo>
                    <a:pt x="8243" y="8097"/>
                  </a:lnTo>
                  <a:lnTo>
                    <a:pt x="17010" y="10135"/>
                  </a:lnTo>
                  <a:lnTo>
                    <a:pt x="16623" y="4903"/>
                  </a:lnTo>
                  <a:lnTo>
                    <a:pt x="17230" y="3517"/>
                  </a:lnTo>
                  <a:lnTo>
                    <a:pt x="24740" y="72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h748"/>
            <p:cNvSpPr/>
            <p:nvPr/>
          </p:nvSpPr>
          <p:spPr>
            <a:xfrm>
              <a:off x="2253670" y="2856299"/>
              <a:ext cx="44722" cy="33479"/>
            </a:xfrm>
            <a:custGeom>
              <a:avLst/>
              <a:pathLst>
                <a:path w="44722" h="33479">
                  <a:moveTo>
                    <a:pt x="40605" y="0"/>
                  </a:moveTo>
                  <a:lnTo>
                    <a:pt x="42935" y="1581"/>
                  </a:lnTo>
                  <a:lnTo>
                    <a:pt x="43011" y="2760"/>
                  </a:lnTo>
                  <a:lnTo>
                    <a:pt x="44722" y="18435"/>
                  </a:lnTo>
                  <a:lnTo>
                    <a:pt x="43405" y="23346"/>
                  </a:lnTo>
                  <a:lnTo>
                    <a:pt x="41162" y="27086"/>
                  </a:lnTo>
                  <a:lnTo>
                    <a:pt x="41493" y="29172"/>
                  </a:lnTo>
                  <a:lnTo>
                    <a:pt x="41311" y="30877"/>
                  </a:lnTo>
                  <a:lnTo>
                    <a:pt x="40411" y="31146"/>
                  </a:lnTo>
                  <a:lnTo>
                    <a:pt x="34070" y="30204"/>
                  </a:lnTo>
                  <a:lnTo>
                    <a:pt x="19703" y="30744"/>
                  </a:lnTo>
                  <a:lnTo>
                    <a:pt x="16719" y="33248"/>
                  </a:lnTo>
                  <a:lnTo>
                    <a:pt x="13874" y="33479"/>
                  </a:lnTo>
                  <a:lnTo>
                    <a:pt x="11000" y="33366"/>
                  </a:lnTo>
                  <a:lnTo>
                    <a:pt x="9517" y="31308"/>
                  </a:lnTo>
                  <a:lnTo>
                    <a:pt x="9727" y="27783"/>
                  </a:lnTo>
                  <a:lnTo>
                    <a:pt x="8372" y="26486"/>
                  </a:lnTo>
                  <a:lnTo>
                    <a:pt x="2014" y="23528"/>
                  </a:lnTo>
                  <a:lnTo>
                    <a:pt x="629" y="20700"/>
                  </a:lnTo>
                  <a:lnTo>
                    <a:pt x="969" y="19464"/>
                  </a:lnTo>
                  <a:lnTo>
                    <a:pt x="0" y="15462"/>
                  </a:lnTo>
                  <a:lnTo>
                    <a:pt x="2814" y="13091"/>
                  </a:lnTo>
                  <a:lnTo>
                    <a:pt x="3664" y="10695"/>
                  </a:lnTo>
                  <a:lnTo>
                    <a:pt x="2355" y="7499"/>
                  </a:lnTo>
                  <a:lnTo>
                    <a:pt x="2892" y="5745"/>
                  </a:lnTo>
                  <a:lnTo>
                    <a:pt x="6403" y="4004"/>
                  </a:lnTo>
                  <a:lnTo>
                    <a:pt x="8616" y="4549"/>
                  </a:lnTo>
                  <a:lnTo>
                    <a:pt x="9823" y="7035"/>
                  </a:lnTo>
                  <a:lnTo>
                    <a:pt x="10866" y="7121"/>
                  </a:lnTo>
                  <a:lnTo>
                    <a:pt x="17452" y="4807"/>
                  </a:lnTo>
                  <a:lnTo>
                    <a:pt x="18828" y="2081"/>
                  </a:lnTo>
                  <a:lnTo>
                    <a:pt x="24227" y="892"/>
                  </a:lnTo>
                  <a:lnTo>
                    <a:pt x="31774" y="1981"/>
                  </a:lnTo>
                  <a:lnTo>
                    <a:pt x="35175" y="3110"/>
                  </a:lnTo>
                  <a:lnTo>
                    <a:pt x="39182" y="2590"/>
                  </a:lnTo>
                  <a:lnTo>
                    <a:pt x="39993" y="217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h749"/>
            <p:cNvSpPr/>
            <p:nvPr/>
          </p:nvSpPr>
          <p:spPr>
            <a:xfrm>
              <a:off x="2071894" y="2924428"/>
              <a:ext cx="40495" cy="35320"/>
            </a:xfrm>
            <a:custGeom>
              <a:avLst/>
              <a:pathLst>
                <a:path w="40495" h="35320">
                  <a:moveTo>
                    <a:pt x="37694" y="4518"/>
                  </a:moveTo>
                  <a:lnTo>
                    <a:pt x="40495" y="10148"/>
                  </a:lnTo>
                  <a:lnTo>
                    <a:pt x="34114" y="7312"/>
                  </a:lnTo>
                  <a:lnTo>
                    <a:pt x="32670" y="7574"/>
                  </a:lnTo>
                  <a:lnTo>
                    <a:pt x="32556" y="8424"/>
                  </a:lnTo>
                  <a:lnTo>
                    <a:pt x="26615" y="6545"/>
                  </a:lnTo>
                  <a:lnTo>
                    <a:pt x="25147" y="6781"/>
                  </a:lnTo>
                  <a:lnTo>
                    <a:pt x="24502" y="11112"/>
                  </a:lnTo>
                  <a:lnTo>
                    <a:pt x="20430" y="16285"/>
                  </a:lnTo>
                  <a:lnTo>
                    <a:pt x="21314" y="24907"/>
                  </a:lnTo>
                  <a:lnTo>
                    <a:pt x="23425" y="25457"/>
                  </a:lnTo>
                  <a:lnTo>
                    <a:pt x="24424" y="28231"/>
                  </a:lnTo>
                  <a:lnTo>
                    <a:pt x="22786" y="29391"/>
                  </a:lnTo>
                  <a:lnTo>
                    <a:pt x="19788" y="29375"/>
                  </a:lnTo>
                  <a:lnTo>
                    <a:pt x="15893" y="30865"/>
                  </a:lnTo>
                  <a:lnTo>
                    <a:pt x="13232" y="33832"/>
                  </a:lnTo>
                  <a:lnTo>
                    <a:pt x="11427" y="34652"/>
                  </a:lnTo>
                  <a:lnTo>
                    <a:pt x="7498" y="32767"/>
                  </a:lnTo>
                  <a:lnTo>
                    <a:pt x="5374" y="33269"/>
                  </a:lnTo>
                  <a:lnTo>
                    <a:pt x="4870" y="34962"/>
                  </a:lnTo>
                  <a:lnTo>
                    <a:pt x="1632" y="35320"/>
                  </a:lnTo>
                  <a:lnTo>
                    <a:pt x="0" y="25398"/>
                  </a:lnTo>
                  <a:lnTo>
                    <a:pt x="2219" y="26401"/>
                  </a:lnTo>
                  <a:lnTo>
                    <a:pt x="6242" y="25027"/>
                  </a:lnTo>
                  <a:lnTo>
                    <a:pt x="4661" y="22228"/>
                  </a:lnTo>
                  <a:lnTo>
                    <a:pt x="6597" y="15346"/>
                  </a:lnTo>
                  <a:lnTo>
                    <a:pt x="8135" y="13874"/>
                  </a:lnTo>
                  <a:lnTo>
                    <a:pt x="11765" y="15348"/>
                  </a:lnTo>
                  <a:lnTo>
                    <a:pt x="14982" y="12382"/>
                  </a:lnTo>
                  <a:lnTo>
                    <a:pt x="14262" y="9424"/>
                  </a:lnTo>
                  <a:lnTo>
                    <a:pt x="19318" y="7833"/>
                  </a:lnTo>
                  <a:lnTo>
                    <a:pt x="22900" y="1758"/>
                  </a:lnTo>
                  <a:lnTo>
                    <a:pt x="24160" y="661"/>
                  </a:lnTo>
                  <a:lnTo>
                    <a:pt x="2638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h750"/>
            <p:cNvSpPr/>
            <p:nvPr/>
          </p:nvSpPr>
          <p:spPr>
            <a:xfrm>
              <a:off x="2033099" y="2880126"/>
              <a:ext cx="29121" cy="25948"/>
            </a:xfrm>
            <a:custGeom>
              <a:avLst/>
              <a:pathLst>
                <a:path w="29121" h="25948">
                  <a:moveTo>
                    <a:pt x="18502" y="0"/>
                  </a:moveTo>
                  <a:lnTo>
                    <a:pt x="23967" y="2335"/>
                  </a:lnTo>
                  <a:lnTo>
                    <a:pt x="27213" y="5174"/>
                  </a:lnTo>
                  <a:lnTo>
                    <a:pt x="25575" y="7408"/>
                  </a:lnTo>
                  <a:lnTo>
                    <a:pt x="25763" y="8510"/>
                  </a:lnTo>
                  <a:lnTo>
                    <a:pt x="28967" y="10367"/>
                  </a:lnTo>
                  <a:lnTo>
                    <a:pt x="27745" y="18225"/>
                  </a:lnTo>
                  <a:lnTo>
                    <a:pt x="29121" y="19053"/>
                  </a:lnTo>
                  <a:lnTo>
                    <a:pt x="28401" y="20107"/>
                  </a:lnTo>
                  <a:lnTo>
                    <a:pt x="20107" y="18197"/>
                  </a:lnTo>
                  <a:lnTo>
                    <a:pt x="19110" y="19717"/>
                  </a:lnTo>
                  <a:lnTo>
                    <a:pt x="20444" y="22600"/>
                  </a:lnTo>
                  <a:lnTo>
                    <a:pt x="20461" y="24757"/>
                  </a:lnTo>
                  <a:lnTo>
                    <a:pt x="16398" y="25948"/>
                  </a:lnTo>
                  <a:lnTo>
                    <a:pt x="13879" y="25674"/>
                  </a:lnTo>
                  <a:lnTo>
                    <a:pt x="12415" y="24497"/>
                  </a:lnTo>
                  <a:lnTo>
                    <a:pt x="8806" y="18408"/>
                  </a:lnTo>
                  <a:lnTo>
                    <a:pt x="4108" y="16136"/>
                  </a:lnTo>
                  <a:lnTo>
                    <a:pt x="0" y="17732"/>
                  </a:lnTo>
                  <a:lnTo>
                    <a:pt x="79" y="10456"/>
                  </a:lnTo>
                  <a:lnTo>
                    <a:pt x="2127" y="9773"/>
                  </a:lnTo>
                  <a:lnTo>
                    <a:pt x="5414" y="10852"/>
                  </a:lnTo>
                  <a:lnTo>
                    <a:pt x="8648" y="9566"/>
                  </a:lnTo>
                  <a:lnTo>
                    <a:pt x="12788" y="3708"/>
                  </a:lnTo>
                  <a:lnTo>
                    <a:pt x="14734" y="325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h751"/>
            <p:cNvSpPr/>
            <p:nvPr/>
          </p:nvSpPr>
          <p:spPr>
            <a:xfrm>
              <a:off x="2144176" y="2918020"/>
              <a:ext cx="26094" cy="13705"/>
            </a:xfrm>
            <a:custGeom>
              <a:avLst/>
              <a:pathLst>
                <a:path w="26094" h="13705">
                  <a:moveTo>
                    <a:pt x="18136" y="0"/>
                  </a:moveTo>
                  <a:lnTo>
                    <a:pt x="21762" y="431"/>
                  </a:lnTo>
                  <a:lnTo>
                    <a:pt x="21189" y="2382"/>
                  </a:lnTo>
                  <a:lnTo>
                    <a:pt x="21974" y="4052"/>
                  </a:lnTo>
                  <a:lnTo>
                    <a:pt x="24807" y="4306"/>
                  </a:lnTo>
                  <a:lnTo>
                    <a:pt x="26094" y="9206"/>
                  </a:lnTo>
                  <a:lnTo>
                    <a:pt x="25127" y="10466"/>
                  </a:lnTo>
                  <a:lnTo>
                    <a:pt x="17172" y="7734"/>
                  </a:lnTo>
                  <a:lnTo>
                    <a:pt x="15591" y="8623"/>
                  </a:lnTo>
                  <a:lnTo>
                    <a:pt x="15583" y="11822"/>
                  </a:lnTo>
                  <a:lnTo>
                    <a:pt x="11955" y="11561"/>
                  </a:lnTo>
                  <a:lnTo>
                    <a:pt x="11657" y="10594"/>
                  </a:lnTo>
                  <a:lnTo>
                    <a:pt x="8086" y="10565"/>
                  </a:lnTo>
                  <a:lnTo>
                    <a:pt x="2703" y="13705"/>
                  </a:lnTo>
                  <a:lnTo>
                    <a:pt x="839" y="13311"/>
                  </a:lnTo>
                  <a:lnTo>
                    <a:pt x="0" y="12107"/>
                  </a:lnTo>
                  <a:lnTo>
                    <a:pt x="3436" y="8373"/>
                  </a:lnTo>
                  <a:lnTo>
                    <a:pt x="3344" y="7209"/>
                  </a:lnTo>
                  <a:lnTo>
                    <a:pt x="4691" y="7029"/>
                  </a:lnTo>
                  <a:lnTo>
                    <a:pt x="5075" y="3567"/>
                  </a:lnTo>
                  <a:lnTo>
                    <a:pt x="7632" y="900"/>
                  </a:lnTo>
                  <a:lnTo>
                    <a:pt x="7320" y="2256"/>
                  </a:lnTo>
                  <a:lnTo>
                    <a:pt x="8742" y="5225"/>
                  </a:lnTo>
                  <a:lnTo>
                    <a:pt x="14547" y="454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h752"/>
            <p:cNvSpPr/>
            <p:nvPr/>
          </p:nvSpPr>
          <p:spPr>
            <a:xfrm>
              <a:off x="2214532" y="2920647"/>
              <a:ext cx="32816" cy="26488"/>
            </a:xfrm>
            <a:custGeom>
              <a:avLst/>
              <a:pathLst>
                <a:path w="32816" h="26488">
                  <a:moveTo>
                    <a:pt x="24309" y="0"/>
                  </a:moveTo>
                  <a:lnTo>
                    <a:pt x="29054" y="2843"/>
                  </a:lnTo>
                  <a:lnTo>
                    <a:pt x="26958" y="4295"/>
                  </a:lnTo>
                  <a:lnTo>
                    <a:pt x="27145" y="6442"/>
                  </a:lnTo>
                  <a:lnTo>
                    <a:pt x="31121" y="6832"/>
                  </a:lnTo>
                  <a:lnTo>
                    <a:pt x="32816" y="11379"/>
                  </a:lnTo>
                  <a:lnTo>
                    <a:pt x="31758" y="13946"/>
                  </a:lnTo>
                  <a:lnTo>
                    <a:pt x="29520" y="12826"/>
                  </a:lnTo>
                  <a:lnTo>
                    <a:pt x="25448" y="14715"/>
                  </a:lnTo>
                  <a:lnTo>
                    <a:pt x="24563" y="17734"/>
                  </a:lnTo>
                  <a:lnTo>
                    <a:pt x="25782" y="19284"/>
                  </a:lnTo>
                  <a:lnTo>
                    <a:pt x="23801" y="21216"/>
                  </a:lnTo>
                  <a:lnTo>
                    <a:pt x="23950" y="22979"/>
                  </a:lnTo>
                  <a:lnTo>
                    <a:pt x="19697" y="26488"/>
                  </a:lnTo>
                  <a:lnTo>
                    <a:pt x="18248" y="25089"/>
                  </a:lnTo>
                  <a:lnTo>
                    <a:pt x="15930" y="25633"/>
                  </a:lnTo>
                  <a:lnTo>
                    <a:pt x="15140" y="17932"/>
                  </a:lnTo>
                  <a:lnTo>
                    <a:pt x="8567" y="13026"/>
                  </a:lnTo>
                  <a:lnTo>
                    <a:pt x="4907" y="13496"/>
                  </a:lnTo>
                  <a:lnTo>
                    <a:pt x="0" y="10395"/>
                  </a:lnTo>
                  <a:lnTo>
                    <a:pt x="1877" y="3958"/>
                  </a:lnTo>
                  <a:lnTo>
                    <a:pt x="11079" y="717"/>
                  </a:lnTo>
                  <a:lnTo>
                    <a:pt x="17687" y="1888"/>
                  </a:lnTo>
                  <a:lnTo>
                    <a:pt x="19213" y="1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h753"/>
            <p:cNvSpPr/>
            <p:nvPr/>
          </p:nvSpPr>
          <p:spPr>
            <a:xfrm>
              <a:off x="2125798" y="2723235"/>
              <a:ext cx="34759" cy="42571"/>
            </a:xfrm>
            <a:custGeom>
              <a:avLst/>
              <a:pathLst>
                <a:path w="34759" h="42571">
                  <a:moveTo>
                    <a:pt x="13535" y="0"/>
                  </a:moveTo>
                  <a:lnTo>
                    <a:pt x="17142" y="2381"/>
                  </a:lnTo>
                  <a:lnTo>
                    <a:pt x="21447" y="2010"/>
                  </a:lnTo>
                  <a:lnTo>
                    <a:pt x="26738" y="6402"/>
                  </a:lnTo>
                  <a:lnTo>
                    <a:pt x="34759" y="24680"/>
                  </a:lnTo>
                  <a:lnTo>
                    <a:pt x="34141" y="26194"/>
                  </a:lnTo>
                  <a:lnTo>
                    <a:pt x="28474" y="29444"/>
                  </a:lnTo>
                  <a:lnTo>
                    <a:pt x="28544" y="30329"/>
                  </a:lnTo>
                  <a:lnTo>
                    <a:pt x="24894" y="30630"/>
                  </a:lnTo>
                  <a:lnTo>
                    <a:pt x="18482" y="41387"/>
                  </a:lnTo>
                  <a:lnTo>
                    <a:pt x="17202" y="41398"/>
                  </a:lnTo>
                  <a:lnTo>
                    <a:pt x="14875" y="39423"/>
                  </a:lnTo>
                  <a:lnTo>
                    <a:pt x="13711" y="39510"/>
                  </a:lnTo>
                  <a:lnTo>
                    <a:pt x="11040" y="40746"/>
                  </a:lnTo>
                  <a:lnTo>
                    <a:pt x="11679" y="42426"/>
                  </a:lnTo>
                  <a:lnTo>
                    <a:pt x="5980" y="42571"/>
                  </a:lnTo>
                  <a:lnTo>
                    <a:pt x="3699" y="42007"/>
                  </a:lnTo>
                  <a:lnTo>
                    <a:pt x="138" y="38874"/>
                  </a:lnTo>
                  <a:lnTo>
                    <a:pt x="0" y="33870"/>
                  </a:lnTo>
                  <a:lnTo>
                    <a:pt x="3207" y="34082"/>
                  </a:lnTo>
                  <a:lnTo>
                    <a:pt x="4650" y="31669"/>
                  </a:lnTo>
                  <a:lnTo>
                    <a:pt x="9138" y="29651"/>
                  </a:lnTo>
                  <a:lnTo>
                    <a:pt x="8953" y="26738"/>
                  </a:lnTo>
                  <a:lnTo>
                    <a:pt x="5471" y="26887"/>
                  </a:lnTo>
                  <a:lnTo>
                    <a:pt x="8838" y="20213"/>
                  </a:lnTo>
                  <a:lnTo>
                    <a:pt x="11381" y="17249"/>
                  </a:lnTo>
                  <a:lnTo>
                    <a:pt x="9036" y="10583"/>
                  </a:lnTo>
                  <a:lnTo>
                    <a:pt x="9126" y="6410"/>
                  </a:lnTo>
                  <a:lnTo>
                    <a:pt x="11220" y="2969"/>
                  </a:lnTo>
                  <a:lnTo>
                    <a:pt x="10640" y="97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h754"/>
            <p:cNvSpPr/>
            <p:nvPr/>
          </p:nvSpPr>
          <p:spPr>
            <a:xfrm>
              <a:off x="2122807" y="3065386"/>
              <a:ext cx="19193" cy="23739"/>
            </a:xfrm>
            <a:custGeom>
              <a:avLst/>
              <a:pathLst>
                <a:path w="19193" h="23739">
                  <a:moveTo>
                    <a:pt x="10017" y="5639"/>
                  </a:moveTo>
                  <a:lnTo>
                    <a:pt x="18110" y="9817"/>
                  </a:lnTo>
                  <a:lnTo>
                    <a:pt x="19193" y="17539"/>
                  </a:lnTo>
                  <a:lnTo>
                    <a:pt x="16303" y="20585"/>
                  </a:lnTo>
                  <a:lnTo>
                    <a:pt x="16160" y="23739"/>
                  </a:lnTo>
                  <a:lnTo>
                    <a:pt x="10786" y="18597"/>
                  </a:lnTo>
                  <a:lnTo>
                    <a:pt x="307" y="5581"/>
                  </a:lnTo>
                  <a:lnTo>
                    <a:pt x="690" y="3766"/>
                  </a:lnTo>
                  <a:lnTo>
                    <a:pt x="0" y="654"/>
                  </a:lnTo>
                  <a:lnTo>
                    <a:pt x="322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h755"/>
            <p:cNvSpPr/>
            <p:nvPr/>
          </p:nvSpPr>
          <p:spPr>
            <a:xfrm>
              <a:off x="2083304" y="2930974"/>
              <a:ext cx="26015" cy="35994"/>
            </a:xfrm>
            <a:custGeom>
              <a:avLst/>
              <a:pathLst>
                <a:path w="26015" h="35994">
                  <a:moveTo>
                    <a:pt x="21146" y="1878"/>
                  </a:moveTo>
                  <a:lnTo>
                    <a:pt x="22227" y="3096"/>
                  </a:lnTo>
                  <a:lnTo>
                    <a:pt x="19767" y="6117"/>
                  </a:lnTo>
                  <a:lnTo>
                    <a:pt x="21736" y="12270"/>
                  </a:lnTo>
                  <a:lnTo>
                    <a:pt x="24338" y="12544"/>
                  </a:lnTo>
                  <a:lnTo>
                    <a:pt x="24955" y="20958"/>
                  </a:lnTo>
                  <a:lnTo>
                    <a:pt x="26015" y="23736"/>
                  </a:lnTo>
                  <a:lnTo>
                    <a:pt x="20815" y="29676"/>
                  </a:lnTo>
                  <a:lnTo>
                    <a:pt x="22833" y="35994"/>
                  </a:lnTo>
                  <a:lnTo>
                    <a:pt x="19349" y="35193"/>
                  </a:lnTo>
                  <a:lnTo>
                    <a:pt x="15676" y="31756"/>
                  </a:lnTo>
                  <a:lnTo>
                    <a:pt x="12536" y="32780"/>
                  </a:lnTo>
                  <a:lnTo>
                    <a:pt x="11156" y="31387"/>
                  </a:lnTo>
                  <a:lnTo>
                    <a:pt x="7749" y="30730"/>
                  </a:lnTo>
                  <a:lnTo>
                    <a:pt x="5705" y="31096"/>
                  </a:lnTo>
                  <a:lnTo>
                    <a:pt x="5145" y="32565"/>
                  </a:lnTo>
                  <a:lnTo>
                    <a:pt x="0" y="28795"/>
                  </a:lnTo>
                  <a:lnTo>
                    <a:pt x="16" y="28106"/>
                  </a:lnTo>
                  <a:lnTo>
                    <a:pt x="1822" y="27286"/>
                  </a:lnTo>
                  <a:lnTo>
                    <a:pt x="4482" y="24319"/>
                  </a:lnTo>
                  <a:lnTo>
                    <a:pt x="8377" y="22829"/>
                  </a:lnTo>
                  <a:lnTo>
                    <a:pt x="11375" y="22845"/>
                  </a:lnTo>
                  <a:lnTo>
                    <a:pt x="13013" y="21685"/>
                  </a:lnTo>
                  <a:lnTo>
                    <a:pt x="12014" y="18911"/>
                  </a:lnTo>
                  <a:lnTo>
                    <a:pt x="9903" y="18361"/>
                  </a:lnTo>
                  <a:lnTo>
                    <a:pt x="9019" y="9739"/>
                  </a:lnTo>
                  <a:lnTo>
                    <a:pt x="13091" y="4566"/>
                  </a:lnTo>
                  <a:lnTo>
                    <a:pt x="13736" y="235"/>
                  </a:lnTo>
                  <a:lnTo>
                    <a:pt x="1520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h756"/>
            <p:cNvSpPr/>
            <p:nvPr/>
          </p:nvSpPr>
          <p:spPr>
            <a:xfrm>
              <a:off x="2069755" y="3001370"/>
              <a:ext cx="22990" cy="35526"/>
            </a:xfrm>
            <a:custGeom>
              <a:avLst/>
              <a:pathLst>
                <a:path w="22990" h="35526">
                  <a:moveTo>
                    <a:pt x="19593" y="0"/>
                  </a:moveTo>
                  <a:lnTo>
                    <a:pt x="19599" y="9430"/>
                  </a:lnTo>
                  <a:lnTo>
                    <a:pt x="20272" y="13160"/>
                  </a:lnTo>
                  <a:lnTo>
                    <a:pt x="22918" y="16221"/>
                  </a:lnTo>
                  <a:lnTo>
                    <a:pt x="22990" y="21213"/>
                  </a:lnTo>
                  <a:lnTo>
                    <a:pt x="20938" y="24045"/>
                  </a:lnTo>
                  <a:lnTo>
                    <a:pt x="17257" y="26183"/>
                  </a:lnTo>
                  <a:lnTo>
                    <a:pt x="14639" y="26610"/>
                  </a:lnTo>
                  <a:lnTo>
                    <a:pt x="12287" y="29611"/>
                  </a:lnTo>
                  <a:lnTo>
                    <a:pt x="13010" y="32070"/>
                  </a:lnTo>
                  <a:lnTo>
                    <a:pt x="16152" y="34498"/>
                  </a:lnTo>
                  <a:lnTo>
                    <a:pt x="14983" y="35526"/>
                  </a:lnTo>
                  <a:lnTo>
                    <a:pt x="7303" y="34891"/>
                  </a:lnTo>
                  <a:lnTo>
                    <a:pt x="3477" y="33251"/>
                  </a:lnTo>
                  <a:lnTo>
                    <a:pt x="0" y="28739"/>
                  </a:lnTo>
                  <a:lnTo>
                    <a:pt x="493" y="24274"/>
                  </a:lnTo>
                  <a:lnTo>
                    <a:pt x="2382" y="24708"/>
                  </a:lnTo>
                  <a:lnTo>
                    <a:pt x="4667" y="17102"/>
                  </a:lnTo>
                  <a:lnTo>
                    <a:pt x="10039" y="19307"/>
                  </a:lnTo>
                  <a:lnTo>
                    <a:pt x="8790" y="14959"/>
                  </a:lnTo>
                  <a:lnTo>
                    <a:pt x="11423" y="5667"/>
                  </a:lnTo>
                  <a:lnTo>
                    <a:pt x="15074" y="4465"/>
                  </a:lnTo>
                  <a:lnTo>
                    <a:pt x="16240" y="228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h757"/>
            <p:cNvSpPr/>
            <p:nvPr/>
          </p:nvSpPr>
          <p:spPr>
            <a:xfrm>
              <a:off x="1884716" y="2967563"/>
              <a:ext cx="114518" cy="77915"/>
            </a:xfrm>
            <a:custGeom>
              <a:avLst/>
              <a:pathLst>
                <a:path w="114518" h="77915">
                  <a:moveTo>
                    <a:pt x="19333" y="1589"/>
                  </a:moveTo>
                  <a:lnTo>
                    <a:pt x="20995" y="3210"/>
                  </a:lnTo>
                  <a:lnTo>
                    <a:pt x="22671" y="7714"/>
                  </a:lnTo>
                  <a:lnTo>
                    <a:pt x="24175" y="8775"/>
                  </a:lnTo>
                  <a:lnTo>
                    <a:pt x="35187" y="5965"/>
                  </a:lnTo>
                  <a:lnTo>
                    <a:pt x="38164" y="9379"/>
                  </a:lnTo>
                  <a:lnTo>
                    <a:pt x="45352" y="8785"/>
                  </a:lnTo>
                  <a:lnTo>
                    <a:pt x="50982" y="7349"/>
                  </a:lnTo>
                  <a:lnTo>
                    <a:pt x="51831" y="6541"/>
                  </a:lnTo>
                  <a:lnTo>
                    <a:pt x="55072" y="5378"/>
                  </a:lnTo>
                  <a:lnTo>
                    <a:pt x="64562" y="14981"/>
                  </a:lnTo>
                  <a:lnTo>
                    <a:pt x="66962" y="15363"/>
                  </a:lnTo>
                  <a:lnTo>
                    <a:pt x="70305" y="17474"/>
                  </a:lnTo>
                  <a:lnTo>
                    <a:pt x="69924" y="20010"/>
                  </a:lnTo>
                  <a:lnTo>
                    <a:pt x="70573" y="21723"/>
                  </a:lnTo>
                  <a:lnTo>
                    <a:pt x="74661" y="25051"/>
                  </a:lnTo>
                  <a:lnTo>
                    <a:pt x="80784" y="25607"/>
                  </a:lnTo>
                  <a:lnTo>
                    <a:pt x="95397" y="23619"/>
                  </a:lnTo>
                  <a:lnTo>
                    <a:pt x="97048" y="19611"/>
                  </a:lnTo>
                  <a:lnTo>
                    <a:pt x="96095" y="17930"/>
                  </a:lnTo>
                  <a:lnTo>
                    <a:pt x="96465" y="16300"/>
                  </a:lnTo>
                  <a:lnTo>
                    <a:pt x="99655" y="13716"/>
                  </a:lnTo>
                  <a:lnTo>
                    <a:pt x="104349" y="12733"/>
                  </a:lnTo>
                  <a:lnTo>
                    <a:pt x="105224" y="13849"/>
                  </a:lnTo>
                  <a:lnTo>
                    <a:pt x="107565" y="13269"/>
                  </a:lnTo>
                  <a:lnTo>
                    <a:pt x="108024" y="11864"/>
                  </a:lnTo>
                  <a:lnTo>
                    <a:pt x="109608" y="14842"/>
                  </a:lnTo>
                  <a:lnTo>
                    <a:pt x="108744" y="16410"/>
                  </a:lnTo>
                  <a:lnTo>
                    <a:pt x="114366" y="24103"/>
                  </a:lnTo>
                  <a:lnTo>
                    <a:pt x="114518" y="26845"/>
                  </a:lnTo>
                  <a:lnTo>
                    <a:pt x="111602" y="29627"/>
                  </a:lnTo>
                  <a:lnTo>
                    <a:pt x="107717" y="28003"/>
                  </a:lnTo>
                  <a:lnTo>
                    <a:pt x="105926" y="28398"/>
                  </a:lnTo>
                  <a:lnTo>
                    <a:pt x="100038" y="33082"/>
                  </a:lnTo>
                  <a:lnTo>
                    <a:pt x="95111" y="35266"/>
                  </a:lnTo>
                  <a:lnTo>
                    <a:pt x="85942" y="42943"/>
                  </a:lnTo>
                  <a:lnTo>
                    <a:pt x="84792" y="45472"/>
                  </a:lnTo>
                  <a:lnTo>
                    <a:pt x="83782" y="45685"/>
                  </a:lnTo>
                  <a:lnTo>
                    <a:pt x="79202" y="43582"/>
                  </a:lnTo>
                  <a:lnTo>
                    <a:pt x="78685" y="42831"/>
                  </a:lnTo>
                  <a:lnTo>
                    <a:pt x="79391" y="41485"/>
                  </a:lnTo>
                  <a:lnTo>
                    <a:pt x="78350" y="40861"/>
                  </a:lnTo>
                  <a:lnTo>
                    <a:pt x="74579" y="43194"/>
                  </a:lnTo>
                  <a:lnTo>
                    <a:pt x="68743" y="49111"/>
                  </a:lnTo>
                  <a:lnTo>
                    <a:pt x="63731" y="62693"/>
                  </a:lnTo>
                  <a:lnTo>
                    <a:pt x="53818" y="68275"/>
                  </a:lnTo>
                  <a:lnTo>
                    <a:pt x="49743" y="67313"/>
                  </a:lnTo>
                  <a:lnTo>
                    <a:pt x="45504" y="75827"/>
                  </a:lnTo>
                  <a:lnTo>
                    <a:pt x="43171" y="77915"/>
                  </a:lnTo>
                  <a:lnTo>
                    <a:pt x="39187" y="77645"/>
                  </a:lnTo>
                  <a:lnTo>
                    <a:pt x="34185" y="73169"/>
                  </a:lnTo>
                  <a:lnTo>
                    <a:pt x="33961" y="70978"/>
                  </a:lnTo>
                  <a:lnTo>
                    <a:pt x="27262" y="62605"/>
                  </a:lnTo>
                  <a:lnTo>
                    <a:pt x="24223" y="56410"/>
                  </a:lnTo>
                  <a:lnTo>
                    <a:pt x="16142" y="45960"/>
                  </a:lnTo>
                  <a:lnTo>
                    <a:pt x="5047" y="28972"/>
                  </a:lnTo>
                  <a:lnTo>
                    <a:pt x="128" y="18207"/>
                  </a:lnTo>
                  <a:lnTo>
                    <a:pt x="0" y="9290"/>
                  </a:lnTo>
                  <a:lnTo>
                    <a:pt x="796" y="6462"/>
                  </a:lnTo>
                  <a:lnTo>
                    <a:pt x="9287" y="3782"/>
                  </a:lnTo>
                  <a:lnTo>
                    <a:pt x="10570" y="2371"/>
                  </a:lnTo>
                  <a:lnTo>
                    <a:pt x="10942" y="84"/>
                  </a:lnTo>
                  <a:lnTo>
                    <a:pt x="1232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h758"/>
            <p:cNvSpPr/>
            <p:nvPr/>
          </p:nvSpPr>
          <p:spPr>
            <a:xfrm>
              <a:off x="2062143" y="3046694"/>
              <a:ext cx="50796" cy="29639"/>
            </a:xfrm>
            <a:custGeom>
              <a:avLst/>
              <a:pathLst>
                <a:path w="50796" h="29639">
                  <a:moveTo>
                    <a:pt x="24893" y="0"/>
                  </a:moveTo>
                  <a:lnTo>
                    <a:pt x="30364" y="261"/>
                  </a:lnTo>
                  <a:lnTo>
                    <a:pt x="34891" y="1804"/>
                  </a:lnTo>
                  <a:lnTo>
                    <a:pt x="34626" y="5336"/>
                  </a:lnTo>
                  <a:lnTo>
                    <a:pt x="36144" y="6268"/>
                  </a:lnTo>
                  <a:lnTo>
                    <a:pt x="42299" y="4388"/>
                  </a:lnTo>
                  <a:lnTo>
                    <a:pt x="50000" y="7413"/>
                  </a:lnTo>
                  <a:lnTo>
                    <a:pt x="50796" y="8843"/>
                  </a:lnTo>
                  <a:lnTo>
                    <a:pt x="47688" y="9189"/>
                  </a:lnTo>
                  <a:lnTo>
                    <a:pt x="43839" y="11687"/>
                  </a:lnTo>
                  <a:lnTo>
                    <a:pt x="33679" y="12301"/>
                  </a:lnTo>
                  <a:lnTo>
                    <a:pt x="26296" y="15144"/>
                  </a:lnTo>
                  <a:lnTo>
                    <a:pt x="29584" y="20923"/>
                  </a:lnTo>
                  <a:lnTo>
                    <a:pt x="32219" y="21046"/>
                  </a:lnTo>
                  <a:lnTo>
                    <a:pt x="34312" y="23350"/>
                  </a:lnTo>
                  <a:lnTo>
                    <a:pt x="33638" y="28558"/>
                  </a:lnTo>
                  <a:lnTo>
                    <a:pt x="30894" y="29639"/>
                  </a:lnTo>
                  <a:lnTo>
                    <a:pt x="26642" y="25352"/>
                  </a:lnTo>
                  <a:lnTo>
                    <a:pt x="24421" y="26628"/>
                  </a:lnTo>
                  <a:lnTo>
                    <a:pt x="25538" y="29147"/>
                  </a:lnTo>
                  <a:lnTo>
                    <a:pt x="17447" y="26464"/>
                  </a:lnTo>
                  <a:lnTo>
                    <a:pt x="6705" y="20613"/>
                  </a:lnTo>
                  <a:lnTo>
                    <a:pt x="5466" y="20582"/>
                  </a:lnTo>
                  <a:lnTo>
                    <a:pt x="4225" y="22423"/>
                  </a:lnTo>
                  <a:lnTo>
                    <a:pt x="0" y="11049"/>
                  </a:lnTo>
                  <a:lnTo>
                    <a:pt x="250" y="9156"/>
                  </a:lnTo>
                  <a:lnTo>
                    <a:pt x="4535" y="6103"/>
                  </a:lnTo>
                  <a:lnTo>
                    <a:pt x="6523" y="6458"/>
                  </a:lnTo>
                  <a:lnTo>
                    <a:pt x="11499" y="9305"/>
                  </a:lnTo>
                  <a:lnTo>
                    <a:pt x="17504" y="7065"/>
                  </a:lnTo>
                  <a:lnTo>
                    <a:pt x="20806" y="5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h759"/>
            <p:cNvSpPr/>
            <p:nvPr/>
          </p:nvSpPr>
          <p:spPr>
            <a:xfrm>
              <a:off x="2207930" y="2866733"/>
              <a:ext cx="56740" cy="58271"/>
            </a:xfrm>
            <a:custGeom>
              <a:avLst/>
              <a:pathLst>
                <a:path w="56740" h="58271">
                  <a:moveTo>
                    <a:pt x="26299" y="0"/>
                  </a:moveTo>
                  <a:lnTo>
                    <a:pt x="26978" y="831"/>
                  </a:lnTo>
                  <a:lnTo>
                    <a:pt x="26410" y="2233"/>
                  </a:lnTo>
                  <a:lnTo>
                    <a:pt x="26852" y="4791"/>
                  </a:lnTo>
                  <a:lnTo>
                    <a:pt x="31822" y="4733"/>
                  </a:lnTo>
                  <a:lnTo>
                    <a:pt x="31656" y="7807"/>
                  </a:lnTo>
                  <a:lnTo>
                    <a:pt x="33853" y="10182"/>
                  </a:lnTo>
                  <a:lnTo>
                    <a:pt x="38630" y="12603"/>
                  </a:lnTo>
                  <a:lnTo>
                    <a:pt x="44207" y="11672"/>
                  </a:lnTo>
                  <a:lnTo>
                    <a:pt x="45653" y="9243"/>
                  </a:lnTo>
                  <a:lnTo>
                    <a:pt x="46709" y="9030"/>
                  </a:lnTo>
                  <a:lnTo>
                    <a:pt x="46369" y="10267"/>
                  </a:lnTo>
                  <a:lnTo>
                    <a:pt x="47754" y="13095"/>
                  </a:lnTo>
                  <a:lnTo>
                    <a:pt x="54113" y="16053"/>
                  </a:lnTo>
                  <a:lnTo>
                    <a:pt x="55467" y="17349"/>
                  </a:lnTo>
                  <a:lnTo>
                    <a:pt x="55257" y="20875"/>
                  </a:lnTo>
                  <a:lnTo>
                    <a:pt x="56740" y="22933"/>
                  </a:lnTo>
                  <a:lnTo>
                    <a:pt x="50503" y="26929"/>
                  </a:lnTo>
                  <a:lnTo>
                    <a:pt x="43503" y="33737"/>
                  </a:lnTo>
                  <a:lnTo>
                    <a:pt x="43479" y="36685"/>
                  </a:lnTo>
                  <a:lnTo>
                    <a:pt x="44660" y="40509"/>
                  </a:lnTo>
                  <a:lnTo>
                    <a:pt x="49187" y="44162"/>
                  </a:lnTo>
                  <a:lnTo>
                    <a:pt x="49055" y="49051"/>
                  </a:lnTo>
                  <a:lnTo>
                    <a:pt x="41042" y="54802"/>
                  </a:lnTo>
                  <a:lnTo>
                    <a:pt x="35656" y="56757"/>
                  </a:lnTo>
                  <a:lnTo>
                    <a:pt x="30911" y="53913"/>
                  </a:lnTo>
                  <a:lnTo>
                    <a:pt x="25815" y="53932"/>
                  </a:lnTo>
                  <a:lnTo>
                    <a:pt x="24289" y="55801"/>
                  </a:lnTo>
                  <a:lnTo>
                    <a:pt x="17681" y="54631"/>
                  </a:lnTo>
                  <a:lnTo>
                    <a:pt x="8480" y="57872"/>
                  </a:lnTo>
                  <a:lnTo>
                    <a:pt x="6438" y="58271"/>
                  </a:lnTo>
                  <a:lnTo>
                    <a:pt x="2610" y="54926"/>
                  </a:lnTo>
                  <a:lnTo>
                    <a:pt x="3298" y="51565"/>
                  </a:lnTo>
                  <a:lnTo>
                    <a:pt x="5981" y="51651"/>
                  </a:lnTo>
                  <a:lnTo>
                    <a:pt x="5869" y="50328"/>
                  </a:lnTo>
                  <a:lnTo>
                    <a:pt x="4314" y="49186"/>
                  </a:lnTo>
                  <a:lnTo>
                    <a:pt x="5344" y="45272"/>
                  </a:lnTo>
                  <a:lnTo>
                    <a:pt x="15287" y="43701"/>
                  </a:lnTo>
                  <a:lnTo>
                    <a:pt x="15722" y="42017"/>
                  </a:lnTo>
                  <a:lnTo>
                    <a:pt x="14528" y="41249"/>
                  </a:lnTo>
                  <a:lnTo>
                    <a:pt x="16992" y="31710"/>
                  </a:lnTo>
                  <a:lnTo>
                    <a:pt x="14487" y="25226"/>
                  </a:lnTo>
                  <a:lnTo>
                    <a:pt x="10776" y="21832"/>
                  </a:lnTo>
                  <a:lnTo>
                    <a:pt x="9064" y="21738"/>
                  </a:lnTo>
                  <a:lnTo>
                    <a:pt x="5689" y="24462"/>
                  </a:lnTo>
                  <a:lnTo>
                    <a:pt x="2842" y="24265"/>
                  </a:lnTo>
                  <a:lnTo>
                    <a:pt x="103" y="21778"/>
                  </a:lnTo>
                  <a:lnTo>
                    <a:pt x="0" y="17497"/>
                  </a:lnTo>
                  <a:lnTo>
                    <a:pt x="8479" y="3761"/>
                  </a:lnTo>
                  <a:lnTo>
                    <a:pt x="9371" y="3288"/>
                  </a:lnTo>
                  <a:lnTo>
                    <a:pt x="11525" y="6037"/>
                  </a:lnTo>
                  <a:lnTo>
                    <a:pt x="17152" y="3522"/>
                  </a:lnTo>
                  <a:lnTo>
                    <a:pt x="18994" y="994"/>
                  </a:lnTo>
                  <a:lnTo>
                    <a:pt x="20374" y="155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h760"/>
            <p:cNvSpPr/>
            <p:nvPr/>
          </p:nvSpPr>
          <p:spPr>
            <a:xfrm>
              <a:off x="2165916" y="2898881"/>
              <a:ext cx="50493" cy="40463"/>
            </a:xfrm>
            <a:custGeom>
              <a:avLst/>
              <a:pathLst>
                <a:path w="50493" h="40463">
                  <a:moveTo>
                    <a:pt x="31938" y="0"/>
                  </a:moveTo>
                  <a:lnTo>
                    <a:pt x="31647" y="3592"/>
                  </a:lnTo>
                  <a:lnTo>
                    <a:pt x="37926" y="12454"/>
                  </a:lnTo>
                  <a:lnTo>
                    <a:pt x="40386" y="12612"/>
                  </a:lnTo>
                  <a:lnTo>
                    <a:pt x="46328" y="17038"/>
                  </a:lnTo>
                  <a:lnTo>
                    <a:pt x="47883" y="18180"/>
                  </a:lnTo>
                  <a:lnTo>
                    <a:pt x="47995" y="19503"/>
                  </a:lnTo>
                  <a:lnTo>
                    <a:pt x="45311" y="19417"/>
                  </a:lnTo>
                  <a:lnTo>
                    <a:pt x="44623" y="22779"/>
                  </a:lnTo>
                  <a:lnTo>
                    <a:pt x="48452" y="26124"/>
                  </a:lnTo>
                  <a:lnTo>
                    <a:pt x="50493" y="25724"/>
                  </a:lnTo>
                  <a:lnTo>
                    <a:pt x="48616" y="32161"/>
                  </a:lnTo>
                  <a:lnTo>
                    <a:pt x="46178" y="32151"/>
                  </a:lnTo>
                  <a:lnTo>
                    <a:pt x="44801" y="34804"/>
                  </a:lnTo>
                  <a:lnTo>
                    <a:pt x="46218" y="35880"/>
                  </a:lnTo>
                  <a:lnTo>
                    <a:pt x="42936" y="37939"/>
                  </a:lnTo>
                  <a:lnTo>
                    <a:pt x="40370" y="38048"/>
                  </a:lnTo>
                  <a:lnTo>
                    <a:pt x="33806" y="34690"/>
                  </a:lnTo>
                  <a:lnTo>
                    <a:pt x="31305" y="36471"/>
                  </a:lnTo>
                  <a:lnTo>
                    <a:pt x="30463" y="39331"/>
                  </a:lnTo>
                  <a:lnTo>
                    <a:pt x="25433" y="38972"/>
                  </a:lnTo>
                  <a:lnTo>
                    <a:pt x="24701" y="39895"/>
                  </a:lnTo>
                  <a:lnTo>
                    <a:pt x="23033" y="40463"/>
                  </a:lnTo>
                  <a:lnTo>
                    <a:pt x="23243" y="35839"/>
                  </a:lnTo>
                  <a:lnTo>
                    <a:pt x="18331" y="30611"/>
                  </a:lnTo>
                  <a:lnTo>
                    <a:pt x="17868" y="28818"/>
                  </a:lnTo>
                  <a:lnTo>
                    <a:pt x="16648" y="27580"/>
                  </a:lnTo>
                  <a:lnTo>
                    <a:pt x="11733" y="15771"/>
                  </a:lnTo>
                  <a:lnTo>
                    <a:pt x="5236" y="11419"/>
                  </a:lnTo>
                  <a:lnTo>
                    <a:pt x="2120" y="11146"/>
                  </a:lnTo>
                  <a:lnTo>
                    <a:pt x="0" y="7887"/>
                  </a:lnTo>
                  <a:lnTo>
                    <a:pt x="6738" y="10038"/>
                  </a:lnTo>
                  <a:lnTo>
                    <a:pt x="13040" y="7366"/>
                  </a:lnTo>
                  <a:lnTo>
                    <a:pt x="16485" y="4965"/>
                  </a:lnTo>
                  <a:lnTo>
                    <a:pt x="21508" y="3719"/>
                  </a:lnTo>
                  <a:lnTo>
                    <a:pt x="25445" y="9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h761"/>
            <p:cNvSpPr/>
            <p:nvPr/>
          </p:nvSpPr>
          <p:spPr>
            <a:xfrm>
              <a:off x="2098006" y="2717711"/>
              <a:ext cx="39173" cy="39606"/>
            </a:xfrm>
            <a:custGeom>
              <a:avLst/>
              <a:pathLst>
                <a:path w="39173" h="39606">
                  <a:moveTo>
                    <a:pt x="10541" y="0"/>
                  </a:moveTo>
                  <a:lnTo>
                    <a:pt x="14957" y="844"/>
                  </a:lnTo>
                  <a:lnTo>
                    <a:pt x="18063" y="4699"/>
                  </a:lnTo>
                  <a:lnTo>
                    <a:pt x="19820" y="5392"/>
                  </a:lnTo>
                  <a:lnTo>
                    <a:pt x="20639" y="7900"/>
                  </a:lnTo>
                  <a:lnTo>
                    <a:pt x="29526" y="9587"/>
                  </a:lnTo>
                  <a:lnTo>
                    <a:pt x="32670" y="8013"/>
                  </a:lnTo>
                  <a:lnTo>
                    <a:pt x="33344" y="5736"/>
                  </a:lnTo>
                  <a:lnTo>
                    <a:pt x="34953" y="4542"/>
                  </a:lnTo>
                  <a:lnTo>
                    <a:pt x="36776" y="4587"/>
                  </a:lnTo>
                  <a:lnTo>
                    <a:pt x="38432" y="6496"/>
                  </a:lnTo>
                  <a:lnTo>
                    <a:pt x="39013" y="8493"/>
                  </a:lnTo>
                  <a:lnTo>
                    <a:pt x="36918" y="11934"/>
                  </a:lnTo>
                  <a:lnTo>
                    <a:pt x="36829" y="16107"/>
                  </a:lnTo>
                  <a:lnTo>
                    <a:pt x="39173" y="22774"/>
                  </a:lnTo>
                  <a:lnTo>
                    <a:pt x="36631" y="25737"/>
                  </a:lnTo>
                  <a:lnTo>
                    <a:pt x="33264" y="32412"/>
                  </a:lnTo>
                  <a:lnTo>
                    <a:pt x="36745" y="32262"/>
                  </a:lnTo>
                  <a:lnTo>
                    <a:pt x="36931" y="35176"/>
                  </a:lnTo>
                  <a:lnTo>
                    <a:pt x="32443" y="37194"/>
                  </a:lnTo>
                  <a:lnTo>
                    <a:pt x="31000" y="39606"/>
                  </a:lnTo>
                  <a:lnTo>
                    <a:pt x="27792" y="39394"/>
                  </a:lnTo>
                  <a:lnTo>
                    <a:pt x="20433" y="31719"/>
                  </a:lnTo>
                  <a:lnTo>
                    <a:pt x="20852" y="29875"/>
                  </a:lnTo>
                  <a:lnTo>
                    <a:pt x="17454" y="26240"/>
                  </a:lnTo>
                  <a:lnTo>
                    <a:pt x="11842" y="25207"/>
                  </a:lnTo>
                  <a:lnTo>
                    <a:pt x="7576" y="27502"/>
                  </a:lnTo>
                  <a:lnTo>
                    <a:pt x="6449" y="30536"/>
                  </a:lnTo>
                  <a:lnTo>
                    <a:pt x="1414" y="31634"/>
                  </a:lnTo>
                  <a:lnTo>
                    <a:pt x="0" y="26820"/>
                  </a:lnTo>
                  <a:lnTo>
                    <a:pt x="71" y="25320"/>
                  </a:lnTo>
                  <a:lnTo>
                    <a:pt x="1364" y="24900"/>
                  </a:lnTo>
                  <a:lnTo>
                    <a:pt x="1945" y="23544"/>
                  </a:lnTo>
                  <a:lnTo>
                    <a:pt x="1428" y="20561"/>
                  </a:lnTo>
                  <a:lnTo>
                    <a:pt x="3834" y="19940"/>
                  </a:lnTo>
                  <a:lnTo>
                    <a:pt x="6184" y="17956"/>
                  </a:lnTo>
                  <a:lnTo>
                    <a:pt x="3716" y="13947"/>
                  </a:lnTo>
                  <a:lnTo>
                    <a:pt x="792" y="12203"/>
                  </a:lnTo>
                  <a:lnTo>
                    <a:pt x="3169" y="369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h762"/>
            <p:cNvSpPr/>
            <p:nvPr/>
          </p:nvSpPr>
          <p:spPr>
            <a:xfrm>
              <a:off x="1998723" y="3029876"/>
              <a:ext cx="33320" cy="42490"/>
            </a:xfrm>
            <a:custGeom>
              <a:avLst/>
              <a:pathLst>
                <a:path w="33320" h="42490">
                  <a:moveTo>
                    <a:pt x="26574" y="6045"/>
                  </a:moveTo>
                  <a:lnTo>
                    <a:pt x="29222" y="5311"/>
                  </a:lnTo>
                  <a:lnTo>
                    <a:pt x="29433" y="19832"/>
                  </a:lnTo>
                  <a:lnTo>
                    <a:pt x="33138" y="21633"/>
                  </a:lnTo>
                  <a:lnTo>
                    <a:pt x="33320" y="23302"/>
                  </a:lnTo>
                  <a:lnTo>
                    <a:pt x="32069" y="24703"/>
                  </a:lnTo>
                  <a:lnTo>
                    <a:pt x="31295" y="28367"/>
                  </a:lnTo>
                  <a:lnTo>
                    <a:pt x="31865" y="29301"/>
                  </a:lnTo>
                  <a:lnTo>
                    <a:pt x="29576" y="33493"/>
                  </a:lnTo>
                  <a:lnTo>
                    <a:pt x="27704" y="34204"/>
                  </a:lnTo>
                  <a:lnTo>
                    <a:pt x="21950" y="33594"/>
                  </a:lnTo>
                  <a:lnTo>
                    <a:pt x="18271" y="35164"/>
                  </a:lnTo>
                  <a:lnTo>
                    <a:pt x="21008" y="41463"/>
                  </a:lnTo>
                  <a:lnTo>
                    <a:pt x="18942" y="42490"/>
                  </a:lnTo>
                  <a:lnTo>
                    <a:pt x="10662" y="40931"/>
                  </a:lnTo>
                  <a:lnTo>
                    <a:pt x="7984" y="35983"/>
                  </a:lnTo>
                  <a:lnTo>
                    <a:pt x="10958" y="32852"/>
                  </a:lnTo>
                  <a:lnTo>
                    <a:pt x="8971" y="30497"/>
                  </a:lnTo>
                  <a:lnTo>
                    <a:pt x="1471" y="27046"/>
                  </a:lnTo>
                  <a:lnTo>
                    <a:pt x="0" y="23849"/>
                  </a:lnTo>
                  <a:lnTo>
                    <a:pt x="604" y="22729"/>
                  </a:lnTo>
                  <a:lnTo>
                    <a:pt x="2048" y="22414"/>
                  </a:lnTo>
                  <a:lnTo>
                    <a:pt x="2452" y="18625"/>
                  </a:lnTo>
                  <a:lnTo>
                    <a:pt x="3586" y="17016"/>
                  </a:lnTo>
                  <a:lnTo>
                    <a:pt x="7734" y="19272"/>
                  </a:lnTo>
                  <a:lnTo>
                    <a:pt x="11891" y="13032"/>
                  </a:lnTo>
                  <a:lnTo>
                    <a:pt x="17233" y="12877"/>
                  </a:lnTo>
                  <a:lnTo>
                    <a:pt x="18100" y="8617"/>
                  </a:lnTo>
                  <a:lnTo>
                    <a:pt x="18183" y="640"/>
                  </a:lnTo>
                  <a:lnTo>
                    <a:pt x="1901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h763"/>
            <p:cNvSpPr/>
            <p:nvPr/>
          </p:nvSpPr>
          <p:spPr>
            <a:xfrm>
              <a:off x="2159760" y="2925755"/>
              <a:ext cx="19930" cy="11777"/>
            </a:xfrm>
            <a:custGeom>
              <a:avLst/>
              <a:pathLst>
                <a:path w="19930" h="11777">
                  <a:moveTo>
                    <a:pt x="9543" y="2732"/>
                  </a:moveTo>
                  <a:lnTo>
                    <a:pt x="17989" y="2850"/>
                  </a:lnTo>
                  <a:lnTo>
                    <a:pt x="18526" y="6858"/>
                  </a:lnTo>
                  <a:lnTo>
                    <a:pt x="19930" y="7157"/>
                  </a:lnTo>
                  <a:lnTo>
                    <a:pt x="16408" y="11777"/>
                  </a:lnTo>
                  <a:lnTo>
                    <a:pt x="12162" y="11725"/>
                  </a:lnTo>
                  <a:lnTo>
                    <a:pt x="5705" y="6871"/>
                  </a:lnTo>
                  <a:lnTo>
                    <a:pt x="169" y="4837"/>
                  </a:lnTo>
                  <a:lnTo>
                    <a:pt x="0" y="4088"/>
                  </a:lnTo>
                  <a:lnTo>
                    <a:pt x="7" y="889"/>
                  </a:lnTo>
                  <a:lnTo>
                    <a:pt x="158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h764"/>
            <p:cNvSpPr/>
            <p:nvPr/>
          </p:nvSpPr>
          <p:spPr>
            <a:xfrm>
              <a:off x="1867501" y="2931296"/>
              <a:ext cx="69047" cy="45646"/>
            </a:xfrm>
            <a:custGeom>
              <a:avLst/>
              <a:pathLst>
                <a:path w="69047" h="45646">
                  <a:moveTo>
                    <a:pt x="45959" y="0"/>
                  </a:moveTo>
                  <a:lnTo>
                    <a:pt x="46624" y="4535"/>
                  </a:lnTo>
                  <a:lnTo>
                    <a:pt x="49590" y="4041"/>
                  </a:lnTo>
                  <a:lnTo>
                    <a:pt x="48540" y="1730"/>
                  </a:lnTo>
                  <a:lnTo>
                    <a:pt x="48861" y="786"/>
                  </a:lnTo>
                  <a:lnTo>
                    <a:pt x="52281" y="122"/>
                  </a:lnTo>
                  <a:lnTo>
                    <a:pt x="52995" y="1775"/>
                  </a:lnTo>
                  <a:lnTo>
                    <a:pt x="57479" y="3933"/>
                  </a:lnTo>
                  <a:lnTo>
                    <a:pt x="58091" y="5406"/>
                  </a:lnTo>
                  <a:lnTo>
                    <a:pt x="56933" y="7396"/>
                  </a:lnTo>
                  <a:lnTo>
                    <a:pt x="58732" y="14998"/>
                  </a:lnTo>
                  <a:lnTo>
                    <a:pt x="64612" y="19138"/>
                  </a:lnTo>
                  <a:lnTo>
                    <a:pt x="62804" y="27480"/>
                  </a:lnTo>
                  <a:lnTo>
                    <a:pt x="62607" y="33485"/>
                  </a:lnTo>
                  <a:lnTo>
                    <a:pt x="67649" y="42187"/>
                  </a:lnTo>
                  <a:lnTo>
                    <a:pt x="69047" y="42808"/>
                  </a:lnTo>
                  <a:lnTo>
                    <a:pt x="68198" y="43616"/>
                  </a:lnTo>
                  <a:lnTo>
                    <a:pt x="62568" y="45052"/>
                  </a:lnTo>
                  <a:lnTo>
                    <a:pt x="55379" y="45646"/>
                  </a:lnTo>
                  <a:lnTo>
                    <a:pt x="52403" y="42232"/>
                  </a:lnTo>
                  <a:lnTo>
                    <a:pt x="41391" y="45042"/>
                  </a:lnTo>
                  <a:lnTo>
                    <a:pt x="39887" y="43981"/>
                  </a:lnTo>
                  <a:lnTo>
                    <a:pt x="38211" y="39478"/>
                  </a:lnTo>
                  <a:lnTo>
                    <a:pt x="36549" y="37856"/>
                  </a:lnTo>
                  <a:lnTo>
                    <a:pt x="29544" y="36267"/>
                  </a:lnTo>
                  <a:lnTo>
                    <a:pt x="28158" y="36352"/>
                  </a:lnTo>
                  <a:lnTo>
                    <a:pt x="27786" y="38638"/>
                  </a:lnTo>
                  <a:lnTo>
                    <a:pt x="26503" y="40049"/>
                  </a:lnTo>
                  <a:lnTo>
                    <a:pt x="18012" y="42729"/>
                  </a:lnTo>
                  <a:lnTo>
                    <a:pt x="16148" y="36043"/>
                  </a:lnTo>
                  <a:lnTo>
                    <a:pt x="2889" y="21872"/>
                  </a:lnTo>
                  <a:lnTo>
                    <a:pt x="963" y="17992"/>
                  </a:lnTo>
                  <a:lnTo>
                    <a:pt x="0" y="12387"/>
                  </a:lnTo>
                  <a:lnTo>
                    <a:pt x="10171" y="4470"/>
                  </a:lnTo>
                  <a:lnTo>
                    <a:pt x="20706" y="2043"/>
                  </a:lnTo>
                  <a:lnTo>
                    <a:pt x="31087" y="1840"/>
                  </a:lnTo>
                  <a:lnTo>
                    <a:pt x="36594" y="367"/>
                  </a:lnTo>
                  <a:lnTo>
                    <a:pt x="40772" y="81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h765"/>
            <p:cNvSpPr/>
            <p:nvPr/>
          </p:nvSpPr>
          <p:spPr>
            <a:xfrm>
              <a:off x="2241876" y="2943708"/>
              <a:ext cx="40093" cy="25469"/>
            </a:xfrm>
            <a:custGeom>
              <a:avLst/>
              <a:pathLst>
                <a:path w="40093" h="25469">
                  <a:moveTo>
                    <a:pt x="12827" y="0"/>
                  </a:moveTo>
                  <a:lnTo>
                    <a:pt x="26272" y="2037"/>
                  </a:lnTo>
                  <a:lnTo>
                    <a:pt x="28021" y="2300"/>
                  </a:lnTo>
                  <a:lnTo>
                    <a:pt x="33729" y="6928"/>
                  </a:lnTo>
                  <a:lnTo>
                    <a:pt x="39379" y="10228"/>
                  </a:lnTo>
                  <a:lnTo>
                    <a:pt x="40093" y="13231"/>
                  </a:lnTo>
                  <a:lnTo>
                    <a:pt x="39331" y="15572"/>
                  </a:lnTo>
                  <a:lnTo>
                    <a:pt x="36660" y="16441"/>
                  </a:lnTo>
                  <a:lnTo>
                    <a:pt x="28805" y="14717"/>
                  </a:lnTo>
                  <a:lnTo>
                    <a:pt x="26947" y="15046"/>
                  </a:lnTo>
                  <a:lnTo>
                    <a:pt x="17846" y="19957"/>
                  </a:lnTo>
                  <a:lnTo>
                    <a:pt x="17641" y="23252"/>
                  </a:lnTo>
                  <a:lnTo>
                    <a:pt x="9244" y="25469"/>
                  </a:lnTo>
                  <a:lnTo>
                    <a:pt x="6683" y="24127"/>
                  </a:lnTo>
                  <a:lnTo>
                    <a:pt x="7588" y="20982"/>
                  </a:lnTo>
                  <a:lnTo>
                    <a:pt x="0" y="20775"/>
                  </a:lnTo>
                  <a:lnTo>
                    <a:pt x="955" y="10986"/>
                  </a:lnTo>
                  <a:lnTo>
                    <a:pt x="483" y="10453"/>
                  </a:lnTo>
                  <a:lnTo>
                    <a:pt x="6939" y="4335"/>
                  </a:lnTo>
                  <a:lnTo>
                    <a:pt x="9785" y="450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h766"/>
            <p:cNvSpPr/>
            <p:nvPr/>
          </p:nvSpPr>
          <p:spPr>
            <a:xfrm>
              <a:off x="2174604" y="2927699"/>
              <a:ext cx="16013" cy="22520"/>
            </a:xfrm>
            <a:custGeom>
              <a:avLst/>
              <a:pathLst>
                <a:path w="16013" h="22520">
                  <a:moveTo>
                    <a:pt x="9644" y="1792"/>
                  </a:moveTo>
                  <a:lnTo>
                    <a:pt x="14556" y="7020"/>
                  </a:lnTo>
                  <a:lnTo>
                    <a:pt x="14346" y="11644"/>
                  </a:lnTo>
                  <a:lnTo>
                    <a:pt x="16013" y="11076"/>
                  </a:lnTo>
                  <a:lnTo>
                    <a:pt x="14666" y="20452"/>
                  </a:lnTo>
                  <a:lnTo>
                    <a:pt x="15521" y="22520"/>
                  </a:lnTo>
                  <a:lnTo>
                    <a:pt x="10913" y="21810"/>
                  </a:lnTo>
                  <a:lnTo>
                    <a:pt x="4723" y="15527"/>
                  </a:lnTo>
                  <a:lnTo>
                    <a:pt x="1326" y="14735"/>
                  </a:lnTo>
                  <a:lnTo>
                    <a:pt x="0" y="11926"/>
                  </a:lnTo>
                  <a:lnTo>
                    <a:pt x="1564" y="9832"/>
                  </a:lnTo>
                  <a:lnTo>
                    <a:pt x="5086" y="5212"/>
                  </a:lnTo>
                  <a:lnTo>
                    <a:pt x="918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h767"/>
            <p:cNvSpPr/>
            <p:nvPr/>
          </p:nvSpPr>
          <p:spPr>
            <a:xfrm>
              <a:off x="2163570" y="2939626"/>
              <a:ext cx="21946" cy="20154"/>
            </a:xfrm>
            <a:custGeom>
              <a:avLst/>
              <a:pathLst>
                <a:path w="21946" h="20154">
                  <a:moveTo>
                    <a:pt x="12360" y="2809"/>
                  </a:moveTo>
                  <a:lnTo>
                    <a:pt x="15757" y="3601"/>
                  </a:lnTo>
                  <a:lnTo>
                    <a:pt x="21946" y="9884"/>
                  </a:lnTo>
                  <a:lnTo>
                    <a:pt x="21226" y="12318"/>
                  </a:lnTo>
                  <a:lnTo>
                    <a:pt x="21405" y="15697"/>
                  </a:lnTo>
                  <a:lnTo>
                    <a:pt x="18814" y="19001"/>
                  </a:lnTo>
                  <a:lnTo>
                    <a:pt x="13067" y="20154"/>
                  </a:lnTo>
                  <a:lnTo>
                    <a:pt x="8405" y="18630"/>
                  </a:lnTo>
                  <a:lnTo>
                    <a:pt x="3322" y="18105"/>
                  </a:lnTo>
                  <a:lnTo>
                    <a:pt x="1501" y="19254"/>
                  </a:lnTo>
                  <a:lnTo>
                    <a:pt x="0" y="11697"/>
                  </a:lnTo>
                  <a:lnTo>
                    <a:pt x="1275" y="10328"/>
                  </a:lnTo>
                  <a:lnTo>
                    <a:pt x="5468" y="6674"/>
                  </a:lnTo>
                  <a:lnTo>
                    <a:pt x="1103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h768"/>
            <p:cNvSpPr/>
            <p:nvPr/>
          </p:nvSpPr>
          <p:spPr>
            <a:xfrm>
              <a:off x="2151092" y="2903808"/>
              <a:ext cx="17156" cy="19438"/>
            </a:xfrm>
            <a:custGeom>
              <a:avLst/>
              <a:pathLst>
                <a:path w="17156" h="19438">
                  <a:moveTo>
                    <a:pt x="14824" y="2960"/>
                  </a:moveTo>
                  <a:lnTo>
                    <a:pt x="16945" y="6219"/>
                  </a:lnTo>
                  <a:lnTo>
                    <a:pt x="16333" y="8232"/>
                  </a:lnTo>
                  <a:lnTo>
                    <a:pt x="17156" y="11085"/>
                  </a:lnTo>
                  <a:lnTo>
                    <a:pt x="16346" y="13983"/>
                  </a:lnTo>
                  <a:lnTo>
                    <a:pt x="14846" y="14644"/>
                  </a:lnTo>
                  <a:lnTo>
                    <a:pt x="11220" y="14212"/>
                  </a:lnTo>
                  <a:lnTo>
                    <a:pt x="7632" y="18752"/>
                  </a:lnTo>
                  <a:lnTo>
                    <a:pt x="1827" y="19438"/>
                  </a:lnTo>
                  <a:lnTo>
                    <a:pt x="405" y="16468"/>
                  </a:lnTo>
                  <a:lnTo>
                    <a:pt x="717" y="15113"/>
                  </a:lnTo>
                  <a:lnTo>
                    <a:pt x="0" y="11083"/>
                  </a:lnTo>
                  <a:lnTo>
                    <a:pt x="427" y="7059"/>
                  </a:lnTo>
                  <a:lnTo>
                    <a:pt x="1616" y="5530"/>
                  </a:lnTo>
                  <a:lnTo>
                    <a:pt x="6902" y="4599"/>
                  </a:lnTo>
                  <a:lnTo>
                    <a:pt x="1126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h769"/>
            <p:cNvSpPr/>
            <p:nvPr/>
          </p:nvSpPr>
          <p:spPr>
            <a:xfrm>
              <a:off x="1976911" y="3081928"/>
              <a:ext cx="43789" cy="29896"/>
            </a:xfrm>
            <a:custGeom>
              <a:avLst/>
              <a:pathLst>
                <a:path w="43789" h="29896">
                  <a:moveTo>
                    <a:pt x="16313" y="434"/>
                  </a:moveTo>
                  <a:lnTo>
                    <a:pt x="20142" y="3189"/>
                  </a:lnTo>
                  <a:lnTo>
                    <a:pt x="19198" y="2718"/>
                  </a:lnTo>
                  <a:lnTo>
                    <a:pt x="17442" y="3598"/>
                  </a:lnTo>
                  <a:lnTo>
                    <a:pt x="17275" y="5222"/>
                  </a:lnTo>
                  <a:lnTo>
                    <a:pt x="17800" y="7980"/>
                  </a:lnTo>
                  <a:lnTo>
                    <a:pt x="20262" y="9825"/>
                  </a:lnTo>
                  <a:lnTo>
                    <a:pt x="34757" y="2529"/>
                  </a:lnTo>
                  <a:lnTo>
                    <a:pt x="39991" y="1584"/>
                  </a:lnTo>
                  <a:lnTo>
                    <a:pt x="43789" y="10030"/>
                  </a:lnTo>
                  <a:lnTo>
                    <a:pt x="43247" y="13433"/>
                  </a:lnTo>
                  <a:lnTo>
                    <a:pt x="43253" y="15463"/>
                  </a:lnTo>
                  <a:lnTo>
                    <a:pt x="39946" y="19679"/>
                  </a:lnTo>
                  <a:lnTo>
                    <a:pt x="37571" y="19572"/>
                  </a:lnTo>
                  <a:lnTo>
                    <a:pt x="35430" y="16640"/>
                  </a:lnTo>
                  <a:lnTo>
                    <a:pt x="32719" y="15571"/>
                  </a:lnTo>
                  <a:lnTo>
                    <a:pt x="31410" y="15854"/>
                  </a:lnTo>
                  <a:lnTo>
                    <a:pt x="26914" y="20939"/>
                  </a:lnTo>
                  <a:lnTo>
                    <a:pt x="24167" y="29896"/>
                  </a:lnTo>
                  <a:lnTo>
                    <a:pt x="21312" y="29137"/>
                  </a:lnTo>
                  <a:lnTo>
                    <a:pt x="19721" y="26125"/>
                  </a:lnTo>
                  <a:lnTo>
                    <a:pt x="13030" y="24036"/>
                  </a:lnTo>
                  <a:lnTo>
                    <a:pt x="11711" y="26194"/>
                  </a:lnTo>
                  <a:lnTo>
                    <a:pt x="11396" y="26651"/>
                  </a:lnTo>
                  <a:lnTo>
                    <a:pt x="10070" y="25660"/>
                  </a:lnTo>
                  <a:lnTo>
                    <a:pt x="12487" y="23006"/>
                  </a:lnTo>
                  <a:lnTo>
                    <a:pt x="11089" y="20717"/>
                  </a:lnTo>
                  <a:lnTo>
                    <a:pt x="6944" y="18910"/>
                  </a:lnTo>
                  <a:lnTo>
                    <a:pt x="2206" y="18980"/>
                  </a:lnTo>
                  <a:lnTo>
                    <a:pt x="1270" y="17776"/>
                  </a:lnTo>
                  <a:lnTo>
                    <a:pt x="1268" y="15393"/>
                  </a:lnTo>
                  <a:lnTo>
                    <a:pt x="3639" y="11804"/>
                  </a:lnTo>
                  <a:lnTo>
                    <a:pt x="0" y="7797"/>
                  </a:lnTo>
                  <a:lnTo>
                    <a:pt x="1890" y="5003"/>
                  </a:lnTo>
                  <a:lnTo>
                    <a:pt x="8663" y="3758"/>
                  </a:lnTo>
                  <a:lnTo>
                    <a:pt x="13654" y="1465"/>
                  </a:lnTo>
                  <a:lnTo>
                    <a:pt x="13441" y="441"/>
                  </a:lnTo>
                  <a:lnTo>
                    <a:pt x="1441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h770"/>
            <p:cNvSpPr/>
            <p:nvPr/>
          </p:nvSpPr>
          <p:spPr>
            <a:xfrm>
              <a:off x="2268148" y="2924296"/>
              <a:ext cx="28878" cy="34984"/>
            </a:xfrm>
            <a:custGeom>
              <a:avLst/>
              <a:pathLst>
                <a:path w="28878" h="34984">
                  <a:moveTo>
                    <a:pt x="14578" y="884"/>
                  </a:moveTo>
                  <a:lnTo>
                    <a:pt x="20432" y="596"/>
                  </a:lnTo>
                  <a:lnTo>
                    <a:pt x="20893" y="47"/>
                  </a:lnTo>
                  <a:lnTo>
                    <a:pt x="25286" y="6230"/>
                  </a:lnTo>
                  <a:lnTo>
                    <a:pt x="27301" y="11870"/>
                  </a:lnTo>
                  <a:lnTo>
                    <a:pt x="28424" y="12012"/>
                  </a:lnTo>
                  <a:lnTo>
                    <a:pt x="28403" y="13448"/>
                  </a:lnTo>
                  <a:lnTo>
                    <a:pt x="27147" y="14893"/>
                  </a:lnTo>
                  <a:lnTo>
                    <a:pt x="24717" y="15194"/>
                  </a:lnTo>
                  <a:lnTo>
                    <a:pt x="17994" y="19101"/>
                  </a:lnTo>
                  <a:lnTo>
                    <a:pt x="17420" y="22171"/>
                  </a:lnTo>
                  <a:lnTo>
                    <a:pt x="19923" y="31793"/>
                  </a:lnTo>
                  <a:lnTo>
                    <a:pt x="28878" y="32870"/>
                  </a:lnTo>
                  <a:lnTo>
                    <a:pt x="27332" y="34128"/>
                  </a:lnTo>
                  <a:lnTo>
                    <a:pt x="23730" y="34861"/>
                  </a:lnTo>
                  <a:lnTo>
                    <a:pt x="19165" y="32485"/>
                  </a:lnTo>
                  <a:lnTo>
                    <a:pt x="13059" y="34984"/>
                  </a:lnTo>
                  <a:lnTo>
                    <a:pt x="13821" y="32643"/>
                  </a:lnTo>
                  <a:lnTo>
                    <a:pt x="13107" y="29639"/>
                  </a:lnTo>
                  <a:lnTo>
                    <a:pt x="7457" y="26340"/>
                  </a:lnTo>
                  <a:lnTo>
                    <a:pt x="1749" y="21712"/>
                  </a:lnTo>
                  <a:lnTo>
                    <a:pt x="0" y="21449"/>
                  </a:lnTo>
                  <a:lnTo>
                    <a:pt x="1150" y="14986"/>
                  </a:lnTo>
                  <a:lnTo>
                    <a:pt x="4101" y="10333"/>
                  </a:lnTo>
                  <a:lnTo>
                    <a:pt x="5000" y="7562"/>
                  </a:lnTo>
                  <a:lnTo>
                    <a:pt x="3678" y="6680"/>
                  </a:lnTo>
                  <a:lnTo>
                    <a:pt x="3997" y="1735"/>
                  </a:lnTo>
                  <a:lnTo>
                    <a:pt x="5308" y="378"/>
                  </a:lnTo>
                  <a:lnTo>
                    <a:pt x="962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h771"/>
            <p:cNvSpPr/>
            <p:nvPr/>
          </p:nvSpPr>
          <p:spPr>
            <a:xfrm>
              <a:off x="1943955" y="2866511"/>
              <a:ext cx="61468" cy="43052"/>
            </a:xfrm>
            <a:custGeom>
              <a:avLst/>
              <a:pathLst>
                <a:path w="61468" h="43052">
                  <a:moveTo>
                    <a:pt x="38757" y="19"/>
                  </a:moveTo>
                  <a:lnTo>
                    <a:pt x="40273" y="1180"/>
                  </a:lnTo>
                  <a:lnTo>
                    <a:pt x="43137" y="1596"/>
                  </a:lnTo>
                  <a:lnTo>
                    <a:pt x="44085" y="812"/>
                  </a:lnTo>
                  <a:lnTo>
                    <a:pt x="44834" y="1906"/>
                  </a:lnTo>
                  <a:lnTo>
                    <a:pt x="44295" y="4631"/>
                  </a:lnTo>
                  <a:lnTo>
                    <a:pt x="49959" y="9194"/>
                  </a:lnTo>
                  <a:lnTo>
                    <a:pt x="55408" y="11265"/>
                  </a:lnTo>
                  <a:lnTo>
                    <a:pt x="56493" y="12591"/>
                  </a:lnTo>
                  <a:lnTo>
                    <a:pt x="57747" y="12665"/>
                  </a:lnTo>
                  <a:lnTo>
                    <a:pt x="58941" y="17363"/>
                  </a:lnTo>
                  <a:lnTo>
                    <a:pt x="61468" y="22372"/>
                  </a:lnTo>
                  <a:lnTo>
                    <a:pt x="61122" y="23630"/>
                  </a:lnTo>
                  <a:lnTo>
                    <a:pt x="59458" y="24523"/>
                  </a:lnTo>
                  <a:lnTo>
                    <a:pt x="55874" y="24233"/>
                  </a:lnTo>
                  <a:lnTo>
                    <a:pt x="53873" y="25484"/>
                  </a:lnTo>
                  <a:lnTo>
                    <a:pt x="52431" y="30908"/>
                  </a:lnTo>
                  <a:lnTo>
                    <a:pt x="43904" y="37225"/>
                  </a:lnTo>
                  <a:lnTo>
                    <a:pt x="42378" y="41595"/>
                  </a:lnTo>
                  <a:lnTo>
                    <a:pt x="41630" y="41810"/>
                  </a:lnTo>
                  <a:lnTo>
                    <a:pt x="35771" y="38940"/>
                  </a:lnTo>
                  <a:lnTo>
                    <a:pt x="32658" y="38560"/>
                  </a:lnTo>
                  <a:lnTo>
                    <a:pt x="29719" y="41091"/>
                  </a:lnTo>
                  <a:lnTo>
                    <a:pt x="25670" y="43052"/>
                  </a:lnTo>
                  <a:lnTo>
                    <a:pt x="22707" y="39728"/>
                  </a:lnTo>
                  <a:lnTo>
                    <a:pt x="20399" y="39097"/>
                  </a:lnTo>
                  <a:lnTo>
                    <a:pt x="14867" y="41513"/>
                  </a:lnTo>
                  <a:lnTo>
                    <a:pt x="13469" y="40397"/>
                  </a:lnTo>
                  <a:lnTo>
                    <a:pt x="10948" y="35416"/>
                  </a:lnTo>
                  <a:lnTo>
                    <a:pt x="11425" y="35211"/>
                  </a:lnTo>
                  <a:lnTo>
                    <a:pt x="13481" y="34125"/>
                  </a:lnTo>
                  <a:lnTo>
                    <a:pt x="13663" y="30311"/>
                  </a:lnTo>
                  <a:lnTo>
                    <a:pt x="12502" y="28096"/>
                  </a:lnTo>
                  <a:lnTo>
                    <a:pt x="6001" y="23834"/>
                  </a:lnTo>
                  <a:lnTo>
                    <a:pt x="5072" y="17621"/>
                  </a:lnTo>
                  <a:lnTo>
                    <a:pt x="2026" y="15884"/>
                  </a:lnTo>
                  <a:lnTo>
                    <a:pt x="0" y="11595"/>
                  </a:lnTo>
                  <a:lnTo>
                    <a:pt x="1231" y="10581"/>
                  </a:lnTo>
                  <a:lnTo>
                    <a:pt x="5204" y="10362"/>
                  </a:lnTo>
                  <a:lnTo>
                    <a:pt x="14628" y="13758"/>
                  </a:lnTo>
                  <a:lnTo>
                    <a:pt x="16583" y="11146"/>
                  </a:lnTo>
                  <a:lnTo>
                    <a:pt x="21328" y="9417"/>
                  </a:lnTo>
                  <a:lnTo>
                    <a:pt x="27841" y="2633"/>
                  </a:lnTo>
                  <a:lnTo>
                    <a:pt x="32032" y="0"/>
                  </a:lnTo>
                  <a:lnTo>
                    <a:pt x="35740" y="19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h772"/>
            <p:cNvSpPr/>
            <p:nvPr/>
          </p:nvSpPr>
          <p:spPr>
            <a:xfrm>
              <a:off x="2251410" y="2889666"/>
              <a:ext cx="19340" cy="25725"/>
            </a:xfrm>
            <a:custGeom>
              <a:avLst/>
              <a:pathLst>
                <a:path w="19340" h="25725">
                  <a:moveTo>
                    <a:pt x="16135" y="112"/>
                  </a:moveTo>
                  <a:lnTo>
                    <a:pt x="14063" y="2103"/>
                  </a:lnTo>
                  <a:lnTo>
                    <a:pt x="14209" y="4079"/>
                  </a:lnTo>
                  <a:lnTo>
                    <a:pt x="15940" y="5718"/>
                  </a:lnTo>
                  <a:lnTo>
                    <a:pt x="19048" y="4901"/>
                  </a:lnTo>
                  <a:lnTo>
                    <a:pt x="19340" y="10087"/>
                  </a:lnTo>
                  <a:lnTo>
                    <a:pt x="14819" y="25210"/>
                  </a:lnTo>
                  <a:lnTo>
                    <a:pt x="10591" y="25725"/>
                  </a:lnTo>
                  <a:lnTo>
                    <a:pt x="7011" y="23629"/>
                  </a:lnTo>
                  <a:lnTo>
                    <a:pt x="5707" y="21229"/>
                  </a:lnTo>
                  <a:lnTo>
                    <a:pt x="1181" y="17576"/>
                  </a:lnTo>
                  <a:lnTo>
                    <a:pt x="0" y="13752"/>
                  </a:lnTo>
                  <a:lnTo>
                    <a:pt x="24" y="10804"/>
                  </a:lnTo>
                  <a:lnTo>
                    <a:pt x="7024" y="3995"/>
                  </a:lnTo>
                  <a:lnTo>
                    <a:pt x="1326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h773"/>
            <p:cNvSpPr/>
            <p:nvPr/>
          </p:nvSpPr>
          <p:spPr>
            <a:xfrm>
              <a:off x="2309410" y="2863529"/>
              <a:ext cx="28704" cy="28740"/>
            </a:xfrm>
            <a:custGeom>
              <a:avLst/>
              <a:pathLst>
                <a:path w="28704" h="28740">
                  <a:moveTo>
                    <a:pt x="28704" y="586"/>
                  </a:moveTo>
                  <a:lnTo>
                    <a:pt x="26684" y="4416"/>
                  </a:lnTo>
                  <a:lnTo>
                    <a:pt x="22256" y="17694"/>
                  </a:lnTo>
                  <a:lnTo>
                    <a:pt x="19282" y="18756"/>
                  </a:lnTo>
                  <a:lnTo>
                    <a:pt x="17236" y="18451"/>
                  </a:lnTo>
                  <a:lnTo>
                    <a:pt x="13100" y="23970"/>
                  </a:lnTo>
                  <a:lnTo>
                    <a:pt x="12830" y="25818"/>
                  </a:lnTo>
                  <a:lnTo>
                    <a:pt x="10571" y="27857"/>
                  </a:lnTo>
                  <a:lnTo>
                    <a:pt x="7973" y="28740"/>
                  </a:lnTo>
                  <a:lnTo>
                    <a:pt x="7849" y="26656"/>
                  </a:lnTo>
                  <a:lnTo>
                    <a:pt x="0" y="24766"/>
                  </a:lnTo>
                  <a:lnTo>
                    <a:pt x="2059" y="18116"/>
                  </a:lnTo>
                  <a:lnTo>
                    <a:pt x="107" y="10718"/>
                  </a:lnTo>
                  <a:lnTo>
                    <a:pt x="337" y="4284"/>
                  </a:lnTo>
                  <a:lnTo>
                    <a:pt x="1285" y="860"/>
                  </a:lnTo>
                  <a:lnTo>
                    <a:pt x="3559" y="297"/>
                  </a:lnTo>
                  <a:lnTo>
                    <a:pt x="5109" y="3550"/>
                  </a:lnTo>
                  <a:lnTo>
                    <a:pt x="8293" y="3793"/>
                  </a:lnTo>
                  <a:lnTo>
                    <a:pt x="15453" y="3007"/>
                  </a:lnTo>
                  <a:lnTo>
                    <a:pt x="18458" y="1466"/>
                  </a:lnTo>
                  <a:lnTo>
                    <a:pt x="24267" y="2701"/>
                  </a:lnTo>
                  <a:lnTo>
                    <a:pt x="2764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h774"/>
            <p:cNvSpPr/>
            <p:nvPr/>
          </p:nvSpPr>
          <p:spPr>
            <a:xfrm>
              <a:off x="2186166" y="2948944"/>
              <a:ext cx="53822" cy="40084"/>
            </a:xfrm>
            <a:custGeom>
              <a:avLst/>
              <a:pathLst>
                <a:path w="53822" h="40084">
                  <a:moveTo>
                    <a:pt x="20118" y="1147"/>
                  </a:moveTo>
                  <a:lnTo>
                    <a:pt x="22927" y="3273"/>
                  </a:lnTo>
                  <a:lnTo>
                    <a:pt x="26643" y="3939"/>
                  </a:lnTo>
                  <a:lnTo>
                    <a:pt x="29188" y="3209"/>
                  </a:lnTo>
                  <a:lnTo>
                    <a:pt x="33384" y="2429"/>
                  </a:lnTo>
                  <a:lnTo>
                    <a:pt x="39575" y="5015"/>
                  </a:lnTo>
                  <a:lnTo>
                    <a:pt x="41210" y="8153"/>
                  </a:lnTo>
                  <a:lnTo>
                    <a:pt x="40852" y="11437"/>
                  </a:lnTo>
                  <a:lnTo>
                    <a:pt x="42320" y="14383"/>
                  </a:lnTo>
                  <a:lnTo>
                    <a:pt x="43422" y="15426"/>
                  </a:lnTo>
                  <a:lnTo>
                    <a:pt x="46984" y="15907"/>
                  </a:lnTo>
                  <a:lnTo>
                    <a:pt x="45382" y="26309"/>
                  </a:lnTo>
                  <a:lnTo>
                    <a:pt x="53245" y="26259"/>
                  </a:lnTo>
                  <a:lnTo>
                    <a:pt x="53445" y="26979"/>
                  </a:lnTo>
                  <a:lnTo>
                    <a:pt x="53822" y="31593"/>
                  </a:lnTo>
                  <a:lnTo>
                    <a:pt x="52586" y="32304"/>
                  </a:lnTo>
                  <a:lnTo>
                    <a:pt x="47566" y="32202"/>
                  </a:lnTo>
                  <a:lnTo>
                    <a:pt x="40800" y="35969"/>
                  </a:lnTo>
                  <a:lnTo>
                    <a:pt x="39896" y="35448"/>
                  </a:lnTo>
                  <a:lnTo>
                    <a:pt x="36517" y="35994"/>
                  </a:lnTo>
                  <a:lnTo>
                    <a:pt x="37994" y="36606"/>
                  </a:lnTo>
                  <a:lnTo>
                    <a:pt x="38662" y="37870"/>
                  </a:lnTo>
                  <a:lnTo>
                    <a:pt x="36783" y="40084"/>
                  </a:lnTo>
                  <a:lnTo>
                    <a:pt x="33851" y="38751"/>
                  </a:lnTo>
                  <a:lnTo>
                    <a:pt x="30919" y="33344"/>
                  </a:lnTo>
                  <a:lnTo>
                    <a:pt x="19844" y="31481"/>
                  </a:lnTo>
                  <a:lnTo>
                    <a:pt x="16655" y="31213"/>
                  </a:lnTo>
                  <a:lnTo>
                    <a:pt x="11708" y="32563"/>
                  </a:lnTo>
                  <a:lnTo>
                    <a:pt x="9656" y="30027"/>
                  </a:lnTo>
                  <a:lnTo>
                    <a:pt x="11433" y="16219"/>
                  </a:lnTo>
                  <a:lnTo>
                    <a:pt x="10128" y="10015"/>
                  </a:lnTo>
                  <a:lnTo>
                    <a:pt x="4355" y="9825"/>
                  </a:lnTo>
                  <a:lnTo>
                    <a:pt x="375" y="11620"/>
                  </a:lnTo>
                  <a:lnTo>
                    <a:pt x="0" y="10400"/>
                  </a:lnTo>
                  <a:lnTo>
                    <a:pt x="1150" y="8187"/>
                  </a:lnTo>
                  <a:lnTo>
                    <a:pt x="5267" y="6438"/>
                  </a:lnTo>
                  <a:lnTo>
                    <a:pt x="6481" y="4907"/>
                  </a:lnTo>
                  <a:lnTo>
                    <a:pt x="6099" y="4070"/>
                  </a:lnTo>
                  <a:lnTo>
                    <a:pt x="3398" y="2923"/>
                  </a:lnTo>
                  <a:lnTo>
                    <a:pt x="2960" y="1962"/>
                  </a:lnTo>
                  <a:lnTo>
                    <a:pt x="3955" y="1296"/>
                  </a:lnTo>
                  <a:lnTo>
                    <a:pt x="875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h775"/>
            <p:cNvSpPr/>
            <p:nvPr/>
          </p:nvSpPr>
          <p:spPr>
            <a:xfrm>
              <a:off x="2029393" y="2982408"/>
              <a:ext cx="31219" cy="37182"/>
            </a:xfrm>
            <a:custGeom>
              <a:avLst/>
              <a:pathLst>
                <a:path w="31219" h="37182">
                  <a:moveTo>
                    <a:pt x="24846" y="5172"/>
                  </a:moveTo>
                  <a:lnTo>
                    <a:pt x="24814" y="9951"/>
                  </a:lnTo>
                  <a:lnTo>
                    <a:pt x="23176" y="11686"/>
                  </a:lnTo>
                  <a:lnTo>
                    <a:pt x="22800" y="13857"/>
                  </a:lnTo>
                  <a:lnTo>
                    <a:pt x="24063" y="14851"/>
                  </a:lnTo>
                  <a:lnTo>
                    <a:pt x="26425" y="14761"/>
                  </a:lnTo>
                  <a:lnTo>
                    <a:pt x="27531" y="15545"/>
                  </a:lnTo>
                  <a:lnTo>
                    <a:pt x="31219" y="19512"/>
                  </a:lnTo>
                  <a:lnTo>
                    <a:pt x="30120" y="21357"/>
                  </a:lnTo>
                  <a:lnTo>
                    <a:pt x="24964" y="25130"/>
                  </a:lnTo>
                  <a:lnTo>
                    <a:pt x="19990" y="33066"/>
                  </a:lnTo>
                  <a:lnTo>
                    <a:pt x="18092" y="33500"/>
                  </a:lnTo>
                  <a:lnTo>
                    <a:pt x="14876" y="31589"/>
                  </a:lnTo>
                  <a:lnTo>
                    <a:pt x="10602" y="32605"/>
                  </a:lnTo>
                  <a:lnTo>
                    <a:pt x="11206" y="34897"/>
                  </a:lnTo>
                  <a:lnTo>
                    <a:pt x="10530" y="37182"/>
                  </a:lnTo>
                  <a:lnTo>
                    <a:pt x="2825" y="32810"/>
                  </a:lnTo>
                  <a:lnTo>
                    <a:pt x="1076" y="28101"/>
                  </a:lnTo>
                  <a:lnTo>
                    <a:pt x="0" y="27208"/>
                  </a:lnTo>
                  <a:lnTo>
                    <a:pt x="159" y="21577"/>
                  </a:lnTo>
                  <a:lnTo>
                    <a:pt x="5012" y="19168"/>
                  </a:lnTo>
                  <a:lnTo>
                    <a:pt x="7072" y="15215"/>
                  </a:lnTo>
                  <a:lnTo>
                    <a:pt x="7234" y="12458"/>
                  </a:lnTo>
                  <a:lnTo>
                    <a:pt x="9557" y="7154"/>
                  </a:lnTo>
                  <a:lnTo>
                    <a:pt x="13964" y="3385"/>
                  </a:lnTo>
                  <a:lnTo>
                    <a:pt x="17059" y="1912"/>
                  </a:lnTo>
                  <a:lnTo>
                    <a:pt x="17986" y="3329"/>
                  </a:lnTo>
                  <a:lnTo>
                    <a:pt x="19733" y="3154"/>
                  </a:lnTo>
                  <a:lnTo>
                    <a:pt x="21640" y="1283"/>
                  </a:lnTo>
                  <a:lnTo>
                    <a:pt x="21638" y="60"/>
                  </a:lnTo>
                  <a:lnTo>
                    <a:pt x="2430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h776"/>
            <p:cNvSpPr/>
            <p:nvPr/>
          </p:nvSpPr>
          <p:spPr>
            <a:xfrm>
              <a:off x="2138863" y="2975123"/>
              <a:ext cx="37958" cy="25652"/>
            </a:xfrm>
            <a:custGeom>
              <a:avLst/>
              <a:pathLst>
                <a:path w="37958" h="25652">
                  <a:moveTo>
                    <a:pt x="9670" y="16"/>
                  </a:moveTo>
                  <a:lnTo>
                    <a:pt x="8769" y="1335"/>
                  </a:lnTo>
                  <a:lnTo>
                    <a:pt x="10109" y="2696"/>
                  </a:lnTo>
                  <a:lnTo>
                    <a:pt x="15455" y="5192"/>
                  </a:lnTo>
                  <a:lnTo>
                    <a:pt x="18176" y="5256"/>
                  </a:lnTo>
                  <a:lnTo>
                    <a:pt x="19121" y="4514"/>
                  </a:lnTo>
                  <a:lnTo>
                    <a:pt x="23979" y="5070"/>
                  </a:lnTo>
                  <a:lnTo>
                    <a:pt x="29995" y="6983"/>
                  </a:lnTo>
                  <a:lnTo>
                    <a:pt x="37958" y="10542"/>
                  </a:lnTo>
                  <a:lnTo>
                    <a:pt x="37459" y="11954"/>
                  </a:lnTo>
                  <a:lnTo>
                    <a:pt x="31769" y="12559"/>
                  </a:lnTo>
                  <a:lnTo>
                    <a:pt x="31259" y="13527"/>
                  </a:lnTo>
                  <a:lnTo>
                    <a:pt x="32959" y="17024"/>
                  </a:lnTo>
                  <a:lnTo>
                    <a:pt x="32808" y="18010"/>
                  </a:lnTo>
                  <a:lnTo>
                    <a:pt x="28862" y="17469"/>
                  </a:lnTo>
                  <a:lnTo>
                    <a:pt x="26893" y="18914"/>
                  </a:lnTo>
                  <a:lnTo>
                    <a:pt x="26624" y="19458"/>
                  </a:lnTo>
                  <a:lnTo>
                    <a:pt x="28317" y="20935"/>
                  </a:lnTo>
                  <a:lnTo>
                    <a:pt x="27746" y="25652"/>
                  </a:lnTo>
                  <a:lnTo>
                    <a:pt x="22013" y="22807"/>
                  </a:lnTo>
                  <a:lnTo>
                    <a:pt x="20605" y="25091"/>
                  </a:lnTo>
                  <a:lnTo>
                    <a:pt x="16854" y="24998"/>
                  </a:lnTo>
                  <a:lnTo>
                    <a:pt x="7667" y="15973"/>
                  </a:lnTo>
                  <a:lnTo>
                    <a:pt x="6062" y="15250"/>
                  </a:lnTo>
                  <a:lnTo>
                    <a:pt x="5105" y="14847"/>
                  </a:lnTo>
                  <a:lnTo>
                    <a:pt x="4402" y="15611"/>
                  </a:lnTo>
                  <a:lnTo>
                    <a:pt x="4588" y="16949"/>
                  </a:lnTo>
                  <a:lnTo>
                    <a:pt x="3739" y="18206"/>
                  </a:lnTo>
                  <a:lnTo>
                    <a:pt x="291" y="16333"/>
                  </a:lnTo>
                  <a:lnTo>
                    <a:pt x="0" y="14951"/>
                  </a:lnTo>
                  <a:lnTo>
                    <a:pt x="3323" y="12967"/>
                  </a:lnTo>
                  <a:lnTo>
                    <a:pt x="3655" y="11560"/>
                  </a:lnTo>
                  <a:lnTo>
                    <a:pt x="6695" y="8696"/>
                  </a:lnTo>
                  <a:lnTo>
                    <a:pt x="663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h777"/>
            <p:cNvSpPr/>
            <p:nvPr/>
          </p:nvSpPr>
          <p:spPr>
            <a:xfrm>
              <a:off x="2225545" y="2778085"/>
              <a:ext cx="53905" cy="60914"/>
            </a:xfrm>
            <a:custGeom>
              <a:avLst/>
              <a:pathLst>
                <a:path w="53905" h="60914">
                  <a:moveTo>
                    <a:pt x="8053" y="2865"/>
                  </a:moveTo>
                  <a:lnTo>
                    <a:pt x="7155" y="5368"/>
                  </a:lnTo>
                  <a:lnTo>
                    <a:pt x="7569" y="8605"/>
                  </a:lnTo>
                  <a:lnTo>
                    <a:pt x="13931" y="11615"/>
                  </a:lnTo>
                  <a:lnTo>
                    <a:pt x="21563" y="17789"/>
                  </a:lnTo>
                  <a:lnTo>
                    <a:pt x="25737" y="20098"/>
                  </a:lnTo>
                  <a:lnTo>
                    <a:pt x="30765" y="19178"/>
                  </a:lnTo>
                  <a:lnTo>
                    <a:pt x="35414" y="17277"/>
                  </a:lnTo>
                  <a:lnTo>
                    <a:pt x="45136" y="10169"/>
                  </a:lnTo>
                  <a:lnTo>
                    <a:pt x="47221" y="6264"/>
                  </a:lnTo>
                  <a:lnTo>
                    <a:pt x="51529" y="8571"/>
                  </a:lnTo>
                  <a:lnTo>
                    <a:pt x="49400" y="14120"/>
                  </a:lnTo>
                  <a:lnTo>
                    <a:pt x="49189" y="20512"/>
                  </a:lnTo>
                  <a:lnTo>
                    <a:pt x="51066" y="19353"/>
                  </a:lnTo>
                  <a:lnTo>
                    <a:pt x="51384" y="17400"/>
                  </a:lnTo>
                  <a:lnTo>
                    <a:pt x="52809" y="17856"/>
                  </a:lnTo>
                  <a:lnTo>
                    <a:pt x="53905" y="24677"/>
                  </a:lnTo>
                  <a:lnTo>
                    <a:pt x="45370" y="36952"/>
                  </a:lnTo>
                  <a:lnTo>
                    <a:pt x="47339" y="39910"/>
                  </a:lnTo>
                  <a:lnTo>
                    <a:pt x="42201" y="44180"/>
                  </a:lnTo>
                  <a:lnTo>
                    <a:pt x="38769" y="49468"/>
                  </a:lnTo>
                  <a:lnTo>
                    <a:pt x="39439" y="51105"/>
                  </a:lnTo>
                  <a:lnTo>
                    <a:pt x="34271" y="54662"/>
                  </a:lnTo>
                  <a:lnTo>
                    <a:pt x="31204" y="54961"/>
                  </a:lnTo>
                  <a:lnTo>
                    <a:pt x="30549" y="53763"/>
                  </a:lnTo>
                  <a:lnTo>
                    <a:pt x="29284" y="53492"/>
                  </a:lnTo>
                  <a:lnTo>
                    <a:pt x="23980" y="53940"/>
                  </a:lnTo>
                  <a:lnTo>
                    <a:pt x="22192" y="57675"/>
                  </a:lnTo>
                  <a:lnTo>
                    <a:pt x="22502" y="59110"/>
                  </a:lnTo>
                  <a:lnTo>
                    <a:pt x="18379" y="60914"/>
                  </a:lnTo>
                  <a:lnTo>
                    <a:pt x="18239" y="57566"/>
                  </a:lnTo>
                  <a:lnTo>
                    <a:pt x="13575" y="52713"/>
                  </a:lnTo>
                  <a:lnTo>
                    <a:pt x="12007" y="52010"/>
                  </a:lnTo>
                  <a:lnTo>
                    <a:pt x="14908" y="49406"/>
                  </a:lnTo>
                  <a:lnTo>
                    <a:pt x="18681" y="46224"/>
                  </a:lnTo>
                  <a:lnTo>
                    <a:pt x="18666" y="36044"/>
                  </a:lnTo>
                  <a:lnTo>
                    <a:pt x="20358" y="30623"/>
                  </a:lnTo>
                  <a:lnTo>
                    <a:pt x="21997" y="28181"/>
                  </a:lnTo>
                  <a:lnTo>
                    <a:pt x="21231" y="24702"/>
                  </a:lnTo>
                  <a:lnTo>
                    <a:pt x="14955" y="22579"/>
                  </a:lnTo>
                  <a:lnTo>
                    <a:pt x="13429" y="18774"/>
                  </a:lnTo>
                  <a:lnTo>
                    <a:pt x="10684" y="18946"/>
                  </a:lnTo>
                  <a:lnTo>
                    <a:pt x="9968" y="17477"/>
                  </a:lnTo>
                  <a:lnTo>
                    <a:pt x="4911" y="15698"/>
                  </a:lnTo>
                  <a:lnTo>
                    <a:pt x="3629" y="12350"/>
                  </a:lnTo>
                  <a:lnTo>
                    <a:pt x="3894" y="7538"/>
                  </a:lnTo>
                  <a:lnTo>
                    <a:pt x="298" y="6308"/>
                  </a:lnTo>
                  <a:lnTo>
                    <a:pt x="0" y="5852"/>
                  </a:lnTo>
                  <a:lnTo>
                    <a:pt x="2424" y="5285"/>
                  </a:lnTo>
                  <a:lnTo>
                    <a:pt x="5016" y="3420"/>
                  </a:lnTo>
                  <a:lnTo>
                    <a:pt x="708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h778"/>
            <p:cNvSpPr/>
            <p:nvPr/>
          </p:nvSpPr>
          <p:spPr>
            <a:xfrm>
              <a:off x="2115631" y="2936284"/>
              <a:ext cx="18598" cy="21979"/>
            </a:xfrm>
            <a:custGeom>
              <a:avLst/>
              <a:pathLst>
                <a:path w="18598" h="21979">
                  <a:moveTo>
                    <a:pt x="11365" y="2449"/>
                  </a:moveTo>
                  <a:lnTo>
                    <a:pt x="14639" y="5242"/>
                  </a:lnTo>
                  <a:lnTo>
                    <a:pt x="17424" y="12009"/>
                  </a:lnTo>
                  <a:lnTo>
                    <a:pt x="18598" y="12401"/>
                  </a:lnTo>
                  <a:lnTo>
                    <a:pt x="17199" y="13089"/>
                  </a:lnTo>
                  <a:lnTo>
                    <a:pt x="17161" y="17192"/>
                  </a:lnTo>
                  <a:lnTo>
                    <a:pt x="18042" y="19800"/>
                  </a:lnTo>
                  <a:lnTo>
                    <a:pt x="9046" y="21979"/>
                  </a:lnTo>
                  <a:lnTo>
                    <a:pt x="9060" y="20762"/>
                  </a:lnTo>
                  <a:lnTo>
                    <a:pt x="9055" y="15534"/>
                  </a:lnTo>
                  <a:lnTo>
                    <a:pt x="7076" y="12139"/>
                  </a:lnTo>
                  <a:lnTo>
                    <a:pt x="5272" y="11863"/>
                  </a:lnTo>
                  <a:lnTo>
                    <a:pt x="3379" y="10267"/>
                  </a:lnTo>
                  <a:lnTo>
                    <a:pt x="681" y="6715"/>
                  </a:lnTo>
                  <a:lnTo>
                    <a:pt x="0" y="4096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h779"/>
            <p:cNvSpPr/>
            <p:nvPr/>
          </p:nvSpPr>
          <p:spPr>
            <a:xfrm>
              <a:off x="2070486" y="2895572"/>
              <a:ext cx="33465" cy="25766"/>
            </a:xfrm>
            <a:custGeom>
              <a:avLst/>
              <a:pathLst>
                <a:path w="33465" h="25766">
                  <a:moveTo>
                    <a:pt x="20165" y="173"/>
                  </a:moveTo>
                  <a:lnTo>
                    <a:pt x="23896" y="2632"/>
                  </a:lnTo>
                  <a:lnTo>
                    <a:pt x="25972" y="2965"/>
                  </a:lnTo>
                  <a:lnTo>
                    <a:pt x="29677" y="1110"/>
                  </a:lnTo>
                  <a:lnTo>
                    <a:pt x="33281" y="2077"/>
                  </a:lnTo>
                  <a:lnTo>
                    <a:pt x="33465" y="3208"/>
                  </a:lnTo>
                  <a:lnTo>
                    <a:pt x="24034" y="14946"/>
                  </a:lnTo>
                  <a:lnTo>
                    <a:pt x="21385" y="12046"/>
                  </a:lnTo>
                  <a:lnTo>
                    <a:pt x="21494" y="10740"/>
                  </a:lnTo>
                  <a:lnTo>
                    <a:pt x="18718" y="12112"/>
                  </a:lnTo>
                  <a:lnTo>
                    <a:pt x="17297" y="15329"/>
                  </a:lnTo>
                  <a:lnTo>
                    <a:pt x="18000" y="19616"/>
                  </a:lnTo>
                  <a:lnTo>
                    <a:pt x="20969" y="22671"/>
                  </a:lnTo>
                  <a:lnTo>
                    <a:pt x="17947" y="22358"/>
                  </a:lnTo>
                  <a:lnTo>
                    <a:pt x="16755" y="21567"/>
                  </a:lnTo>
                  <a:lnTo>
                    <a:pt x="14809" y="22195"/>
                  </a:lnTo>
                  <a:lnTo>
                    <a:pt x="8393" y="25766"/>
                  </a:lnTo>
                  <a:lnTo>
                    <a:pt x="5144" y="24019"/>
                  </a:lnTo>
                  <a:lnTo>
                    <a:pt x="0" y="19009"/>
                  </a:lnTo>
                  <a:lnTo>
                    <a:pt x="39" y="15743"/>
                  </a:lnTo>
                  <a:lnTo>
                    <a:pt x="3277" y="9914"/>
                  </a:lnTo>
                  <a:lnTo>
                    <a:pt x="7460" y="12079"/>
                  </a:lnTo>
                  <a:lnTo>
                    <a:pt x="9852" y="11597"/>
                  </a:lnTo>
                  <a:lnTo>
                    <a:pt x="14450" y="5982"/>
                  </a:lnTo>
                  <a:lnTo>
                    <a:pt x="1778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h780"/>
            <p:cNvSpPr/>
            <p:nvPr/>
          </p:nvSpPr>
          <p:spPr>
            <a:xfrm>
              <a:off x="2103768" y="2880616"/>
              <a:ext cx="19228" cy="21051"/>
            </a:xfrm>
            <a:custGeom>
              <a:avLst/>
              <a:pathLst>
                <a:path w="19228" h="21051">
                  <a:moveTo>
                    <a:pt x="8073" y="386"/>
                  </a:moveTo>
                  <a:lnTo>
                    <a:pt x="13926" y="3515"/>
                  </a:lnTo>
                  <a:lnTo>
                    <a:pt x="16541" y="2904"/>
                  </a:lnTo>
                  <a:lnTo>
                    <a:pt x="19228" y="7169"/>
                  </a:lnTo>
                  <a:lnTo>
                    <a:pt x="16545" y="11721"/>
                  </a:lnTo>
                  <a:lnTo>
                    <a:pt x="17275" y="13871"/>
                  </a:lnTo>
                  <a:lnTo>
                    <a:pt x="15083" y="15205"/>
                  </a:lnTo>
                  <a:lnTo>
                    <a:pt x="13568" y="14622"/>
                  </a:lnTo>
                  <a:lnTo>
                    <a:pt x="9172" y="19351"/>
                  </a:lnTo>
                  <a:lnTo>
                    <a:pt x="5952" y="21051"/>
                  </a:lnTo>
                  <a:lnTo>
                    <a:pt x="5325" y="21020"/>
                  </a:lnTo>
                  <a:lnTo>
                    <a:pt x="6305" y="20704"/>
                  </a:lnTo>
                  <a:lnTo>
                    <a:pt x="6339" y="19542"/>
                  </a:lnTo>
                  <a:lnTo>
                    <a:pt x="183" y="18163"/>
                  </a:lnTo>
                  <a:lnTo>
                    <a:pt x="0" y="17033"/>
                  </a:lnTo>
                  <a:lnTo>
                    <a:pt x="2349" y="8350"/>
                  </a:lnTo>
                  <a:lnTo>
                    <a:pt x="2520" y="2516"/>
                  </a:lnTo>
                  <a:lnTo>
                    <a:pt x="396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h781"/>
            <p:cNvSpPr/>
            <p:nvPr/>
          </p:nvSpPr>
          <p:spPr>
            <a:xfrm>
              <a:off x="2299609" y="2836054"/>
              <a:ext cx="52335" cy="31267"/>
            </a:xfrm>
            <a:custGeom>
              <a:avLst/>
              <a:pathLst>
                <a:path w="52335" h="31267">
                  <a:moveTo>
                    <a:pt x="27365" y="387"/>
                  </a:moveTo>
                  <a:lnTo>
                    <a:pt x="31077" y="2248"/>
                  </a:lnTo>
                  <a:lnTo>
                    <a:pt x="36079" y="2579"/>
                  </a:lnTo>
                  <a:lnTo>
                    <a:pt x="37874" y="3762"/>
                  </a:lnTo>
                  <a:lnTo>
                    <a:pt x="39827" y="6689"/>
                  </a:lnTo>
                  <a:lnTo>
                    <a:pt x="41409" y="10387"/>
                  </a:lnTo>
                  <a:lnTo>
                    <a:pt x="41482" y="12871"/>
                  </a:lnTo>
                  <a:lnTo>
                    <a:pt x="44590" y="12097"/>
                  </a:lnTo>
                  <a:lnTo>
                    <a:pt x="48019" y="9935"/>
                  </a:lnTo>
                  <a:lnTo>
                    <a:pt x="48057" y="8740"/>
                  </a:lnTo>
                  <a:lnTo>
                    <a:pt x="52335" y="7231"/>
                  </a:lnTo>
                  <a:lnTo>
                    <a:pt x="52257" y="10295"/>
                  </a:lnTo>
                  <a:lnTo>
                    <a:pt x="51126" y="13626"/>
                  </a:lnTo>
                  <a:lnTo>
                    <a:pt x="48629" y="14262"/>
                  </a:lnTo>
                  <a:lnTo>
                    <a:pt x="46340" y="18225"/>
                  </a:lnTo>
                  <a:lnTo>
                    <a:pt x="45838" y="20066"/>
                  </a:lnTo>
                  <a:lnTo>
                    <a:pt x="46961" y="22035"/>
                  </a:lnTo>
                  <a:lnTo>
                    <a:pt x="44524" y="23385"/>
                  </a:lnTo>
                  <a:lnTo>
                    <a:pt x="40004" y="23807"/>
                  </a:lnTo>
                  <a:lnTo>
                    <a:pt x="39921" y="26886"/>
                  </a:lnTo>
                  <a:lnTo>
                    <a:pt x="38505" y="28061"/>
                  </a:lnTo>
                  <a:lnTo>
                    <a:pt x="37442" y="27474"/>
                  </a:lnTo>
                  <a:lnTo>
                    <a:pt x="34068" y="30175"/>
                  </a:lnTo>
                  <a:lnTo>
                    <a:pt x="28259" y="28940"/>
                  </a:lnTo>
                  <a:lnTo>
                    <a:pt x="25254" y="30481"/>
                  </a:lnTo>
                  <a:lnTo>
                    <a:pt x="18094" y="31267"/>
                  </a:lnTo>
                  <a:lnTo>
                    <a:pt x="14910" y="31024"/>
                  </a:lnTo>
                  <a:lnTo>
                    <a:pt x="13360" y="27771"/>
                  </a:lnTo>
                  <a:lnTo>
                    <a:pt x="13164" y="25790"/>
                  </a:lnTo>
                  <a:lnTo>
                    <a:pt x="10120" y="22556"/>
                  </a:lnTo>
                  <a:lnTo>
                    <a:pt x="8470" y="21807"/>
                  </a:lnTo>
                  <a:lnTo>
                    <a:pt x="5117" y="24192"/>
                  </a:lnTo>
                  <a:lnTo>
                    <a:pt x="1364" y="20920"/>
                  </a:lnTo>
                  <a:lnTo>
                    <a:pt x="0" y="18646"/>
                  </a:lnTo>
                  <a:lnTo>
                    <a:pt x="1353" y="12278"/>
                  </a:lnTo>
                  <a:lnTo>
                    <a:pt x="6563" y="7425"/>
                  </a:lnTo>
                  <a:lnTo>
                    <a:pt x="7751" y="1400"/>
                  </a:lnTo>
                  <a:lnTo>
                    <a:pt x="9038" y="818"/>
                  </a:lnTo>
                  <a:lnTo>
                    <a:pt x="10477" y="589"/>
                  </a:lnTo>
                  <a:lnTo>
                    <a:pt x="13862" y="3443"/>
                  </a:lnTo>
                  <a:lnTo>
                    <a:pt x="13634" y="4241"/>
                  </a:lnTo>
                  <a:lnTo>
                    <a:pt x="20546" y="6879"/>
                  </a:lnTo>
                  <a:lnTo>
                    <a:pt x="23036" y="4398"/>
                  </a:lnTo>
                  <a:lnTo>
                    <a:pt x="22324" y="959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h782"/>
            <p:cNvSpPr/>
            <p:nvPr/>
          </p:nvSpPr>
          <p:spPr>
            <a:xfrm>
              <a:off x="2119313" y="3050374"/>
              <a:ext cx="42447" cy="51344"/>
            </a:xfrm>
            <a:custGeom>
              <a:avLst/>
              <a:pathLst>
                <a:path w="42447" h="51344">
                  <a:moveTo>
                    <a:pt x="14384" y="2700"/>
                  </a:moveTo>
                  <a:lnTo>
                    <a:pt x="17331" y="3060"/>
                  </a:lnTo>
                  <a:lnTo>
                    <a:pt x="22725" y="727"/>
                  </a:lnTo>
                  <a:lnTo>
                    <a:pt x="28800" y="2226"/>
                  </a:lnTo>
                  <a:lnTo>
                    <a:pt x="33486" y="5448"/>
                  </a:lnTo>
                  <a:lnTo>
                    <a:pt x="35883" y="4097"/>
                  </a:lnTo>
                  <a:lnTo>
                    <a:pt x="40771" y="4878"/>
                  </a:lnTo>
                  <a:lnTo>
                    <a:pt x="42447" y="7178"/>
                  </a:lnTo>
                  <a:lnTo>
                    <a:pt x="40165" y="8526"/>
                  </a:lnTo>
                  <a:lnTo>
                    <a:pt x="40003" y="12137"/>
                  </a:lnTo>
                  <a:lnTo>
                    <a:pt x="37373" y="15744"/>
                  </a:lnTo>
                  <a:lnTo>
                    <a:pt x="40085" y="20328"/>
                  </a:lnTo>
                  <a:lnTo>
                    <a:pt x="39874" y="22855"/>
                  </a:lnTo>
                  <a:lnTo>
                    <a:pt x="32982" y="27877"/>
                  </a:lnTo>
                  <a:lnTo>
                    <a:pt x="33383" y="30905"/>
                  </a:lnTo>
                  <a:lnTo>
                    <a:pt x="30942" y="37917"/>
                  </a:lnTo>
                  <a:lnTo>
                    <a:pt x="31261" y="39202"/>
                  </a:lnTo>
                  <a:lnTo>
                    <a:pt x="31504" y="44542"/>
                  </a:lnTo>
                  <a:lnTo>
                    <a:pt x="27972" y="49155"/>
                  </a:lnTo>
                  <a:lnTo>
                    <a:pt x="24740" y="51293"/>
                  </a:lnTo>
                  <a:lnTo>
                    <a:pt x="19797" y="49665"/>
                  </a:lnTo>
                  <a:lnTo>
                    <a:pt x="16650" y="51344"/>
                  </a:lnTo>
                  <a:lnTo>
                    <a:pt x="17281" y="43793"/>
                  </a:lnTo>
                  <a:lnTo>
                    <a:pt x="18547" y="42366"/>
                  </a:lnTo>
                  <a:lnTo>
                    <a:pt x="19654" y="38750"/>
                  </a:lnTo>
                  <a:lnTo>
                    <a:pt x="19797" y="35596"/>
                  </a:lnTo>
                  <a:lnTo>
                    <a:pt x="22687" y="32550"/>
                  </a:lnTo>
                  <a:lnTo>
                    <a:pt x="21604" y="24828"/>
                  </a:lnTo>
                  <a:lnTo>
                    <a:pt x="13511" y="20650"/>
                  </a:lnTo>
                  <a:lnTo>
                    <a:pt x="6716" y="15011"/>
                  </a:lnTo>
                  <a:lnTo>
                    <a:pt x="3493" y="15665"/>
                  </a:lnTo>
                  <a:lnTo>
                    <a:pt x="0" y="15482"/>
                  </a:lnTo>
                  <a:lnTo>
                    <a:pt x="384" y="11985"/>
                  </a:lnTo>
                  <a:lnTo>
                    <a:pt x="1106" y="11515"/>
                  </a:lnTo>
                  <a:lnTo>
                    <a:pt x="208" y="8318"/>
                  </a:lnTo>
                  <a:lnTo>
                    <a:pt x="2393" y="8051"/>
                  </a:lnTo>
                  <a:lnTo>
                    <a:pt x="5052" y="6603"/>
                  </a:lnTo>
                  <a:lnTo>
                    <a:pt x="11733" y="872"/>
                  </a:lnTo>
                  <a:lnTo>
                    <a:pt x="1467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h783"/>
            <p:cNvSpPr/>
            <p:nvPr/>
          </p:nvSpPr>
          <p:spPr>
            <a:xfrm>
              <a:off x="2051472" y="2939621"/>
              <a:ext cx="45648" cy="50867"/>
            </a:xfrm>
            <a:custGeom>
              <a:avLst/>
              <a:pathLst>
                <a:path w="45648" h="50867">
                  <a:moveTo>
                    <a:pt x="8019" y="2740"/>
                  </a:moveTo>
                  <a:lnTo>
                    <a:pt x="9755" y="6152"/>
                  </a:lnTo>
                  <a:lnTo>
                    <a:pt x="15153" y="12209"/>
                  </a:lnTo>
                  <a:lnTo>
                    <a:pt x="17774" y="12290"/>
                  </a:lnTo>
                  <a:lnTo>
                    <a:pt x="19344" y="10027"/>
                  </a:lnTo>
                  <a:lnTo>
                    <a:pt x="20421" y="10205"/>
                  </a:lnTo>
                  <a:lnTo>
                    <a:pt x="22053" y="20127"/>
                  </a:lnTo>
                  <a:lnTo>
                    <a:pt x="25291" y="19769"/>
                  </a:lnTo>
                  <a:lnTo>
                    <a:pt x="25796" y="18075"/>
                  </a:lnTo>
                  <a:lnTo>
                    <a:pt x="27919" y="17574"/>
                  </a:lnTo>
                  <a:lnTo>
                    <a:pt x="31848" y="19459"/>
                  </a:lnTo>
                  <a:lnTo>
                    <a:pt x="31832" y="20148"/>
                  </a:lnTo>
                  <a:lnTo>
                    <a:pt x="36977" y="23918"/>
                  </a:lnTo>
                  <a:lnTo>
                    <a:pt x="37537" y="22448"/>
                  </a:lnTo>
                  <a:lnTo>
                    <a:pt x="39581" y="22082"/>
                  </a:lnTo>
                  <a:lnTo>
                    <a:pt x="42988" y="22739"/>
                  </a:lnTo>
                  <a:lnTo>
                    <a:pt x="44368" y="24133"/>
                  </a:lnTo>
                  <a:lnTo>
                    <a:pt x="45648" y="26962"/>
                  </a:lnTo>
                  <a:lnTo>
                    <a:pt x="44791" y="35680"/>
                  </a:lnTo>
                  <a:lnTo>
                    <a:pt x="43885" y="38004"/>
                  </a:lnTo>
                  <a:lnTo>
                    <a:pt x="38121" y="41219"/>
                  </a:lnTo>
                  <a:lnTo>
                    <a:pt x="34705" y="41471"/>
                  </a:lnTo>
                  <a:lnTo>
                    <a:pt x="33794" y="46351"/>
                  </a:lnTo>
                  <a:lnTo>
                    <a:pt x="31877" y="47447"/>
                  </a:lnTo>
                  <a:lnTo>
                    <a:pt x="26051" y="46058"/>
                  </a:lnTo>
                  <a:lnTo>
                    <a:pt x="21280" y="46789"/>
                  </a:lnTo>
                  <a:lnTo>
                    <a:pt x="20595" y="44963"/>
                  </a:lnTo>
                  <a:lnTo>
                    <a:pt x="20809" y="41728"/>
                  </a:lnTo>
                  <a:lnTo>
                    <a:pt x="19496" y="40636"/>
                  </a:lnTo>
                  <a:lnTo>
                    <a:pt x="17099" y="42602"/>
                  </a:lnTo>
                  <a:lnTo>
                    <a:pt x="15611" y="45788"/>
                  </a:lnTo>
                  <a:lnTo>
                    <a:pt x="11537" y="50588"/>
                  </a:lnTo>
                  <a:lnTo>
                    <a:pt x="9436" y="50867"/>
                  </a:lnTo>
                  <a:lnTo>
                    <a:pt x="7966" y="50231"/>
                  </a:lnTo>
                  <a:lnTo>
                    <a:pt x="10585" y="48699"/>
                  </a:lnTo>
                  <a:lnTo>
                    <a:pt x="12573" y="42837"/>
                  </a:lnTo>
                  <a:lnTo>
                    <a:pt x="11307" y="41536"/>
                  </a:lnTo>
                  <a:lnTo>
                    <a:pt x="10263" y="38326"/>
                  </a:lnTo>
                  <a:lnTo>
                    <a:pt x="9185" y="26650"/>
                  </a:lnTo>
                  <a:lnTo>
                    <a:pt x="9797" y="25090"/>
                  </a:lnTo>
                  <a:lnTo>
                    <a:pt x="7111" y="22958"/>
                  </a:lnTo>
                  <a:lnTo>
                    <a:pt x="5931" y="22900"/>
                  </a:lnTo>
                  <a:lnTo>
                    <a:pt x="1507" y="6431"/>
                  </a:lnTo>
                  <a:lnTo>
                    <a:pt x="0" y="4786"/>
                  </a:lnTo>
                  <a:lnTo>
                    <a:pt x="2342" y="2243"/>
                  </a:lnTo>
                  <a:lnTo>
                    <a:pt x="329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h784"/>
            <p:cNvSpPr/>
            <p:nvPr/>
          </p:nvSpPr>
          <p:spPr>
            <a:xfrm>
              <a:off x="2037137" y="2962521"/>
              <a:ext cx="30830" cy="41414"/>
            </a:xfrm>
            <a:custGeom>
              <a:avLst/>
              <a:pathLst>
                <a:path w="30830" h="41414">
                  <a:moveTo>
                    <a:pt x="21447" y="58"/>
                  </a:moveTo>
                  <a:lnTo>
                    <a:pt x="24132" y="2190"/>
                  </a:lnTo>
                  <a:lnTo>
                    <a:pt x="23521" y="3750"/>
                  </a:lnTo>
                  <a:lnTo>
                    <a:pt x="24598" y="15426"/>
                  </a:lnTo>
                  <a:lnTo>
                    <a:pt x="25643" y="18636"/>
                  </a:lnTo>
                  <a:lnTo>
                    <a:pt x="26909" y="19937"/>
                  </a:lnTo>
                  <a:lnTo>
                    <a:pt x="24921" y="25799"/>
                  </a:lnTo>
                  <a:lnTo>
                    <a:pt x="22302" y="27331"/>
                  </a:lnTo>
                  <a:lnTo>
                    <a:pt x="23524" y="28266"/>
                  </a:lnTo>
                  <a:lnTo>
                    <a:pt x="23392" y="31039"/>
                  </a:lnTo>
                  <a:lnTo>
                    <a:pt x="25247" y="33753"/>
                  </a:lnTo>
                  <a:lnTo>
                    <a:pt x="30830" y="39271"/>
                  </a:lnTo>
                  <a:lnTo>
                    <a:pt x="30806" y="40170"/>
                  </a:lnTo>
                  <a:lnTo>
                    <a:pt x="28262" y="41414"/>
                  </a:lnTo>
                  <a:lnTo>
                    <a:pt x="22376" y="41244"/>
                  </a:lnTo>
                  <a:lnTo>
                    <a:pt x="23475" y="39399"/>
                  </a:lnTo>
                  <a:lnTo>
                    <a:pt x="19788" y="35432"/>
                  </a:lnTo>
                  <a:lnTo>
                    <a:pt x="18681" y="34648"/>
                  </a:lnTo>
                  <a:lnTo>
                    <a:pt x="16319" y="34739"/>
                  </a:lnTo>
                  <a:lnTo>
                    <a:pt x="15056" y="33744"/>
                  </a:lnTo>
                  <a:lnTo>
                    <a:pt x="15432" y="31573"/>
                  </a:lnTo>
                  <a:lnTo>
                    <a:pt x="17070" y="29838"/>
                  </a:lnTo>
                  <a:lnTo>
                    <a:pt x="17102" y="25059"/>
                  </a:lnTo>
                  <a:lnTo>
                    <a:pt x="16563" y="19887"/>
                  </a:lnTo>
                  <a:lnTo>
                    <a:pt x="13894" y="19947"/>
                  </a:lnTo>
                  <a:lnTo>
                    <a:pt x="15340" y="15399"/>
                  </a:lnTo>
                  <a:lnTo>
                    <a:pt x="13099" y="13729"/>
                  </a:lnTo>
                  <a:lnTo>
                    <a:pt x="3353" y="17202"/>
                  </a:lnTo>
                  <a:lnTo>
                    <a:pt x="0" y="12798"/>
                  </a:lnTo>
                  <a:lnTo>
                    <a:pt x="1088" y="11882"/>
                  </a:lnTo>
                  <a:lnTo>
                    <a:pt x="4376" y="11637"/>
                  </a:lnTo>
                  <a:lnTo>
                    <a:pt x="10101" y="10758"/>
                  </a:lnTo>
                  <a:lnTo>
                    <a:pt x="15585" y="6182"/>
                  </a:lnTo>
                  <a:lnTo>
                    <a:pt x="17460" y="2293"/>
                  </a:lnTo>
                  <a:lnTo>
                    <a:pt x="2026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h785"/>
            <p:cNvSpPr/>
            <p:nvPr/>
          </p:nvSpPr>
          <p:spPr>
            <a:xfrm>
              <a:off x="2118590" y="2850280"/>
              <a:ext cx="39854" cy="29497"/>
            </a:xfrm>
            <a:custGeom>
              <a:avLst/>
              <a:pathLst>
                <a:path w="39854" h="29497">
                  <a:moveTo>
                    <a:pt x="8644" y="876"/>
                  </a:moveTo>
                  <a:lnTo>
                    <a:pt x="9876" y="3911"/>
                  </a:lnTo>
                  <a:lnTo>
                    <a:pt x="12653" y="5501"/>
                  </a:lnTo>
                  <a:lnTo>
                    <a:pt x="16097" y="4284"/>
                  </a:lnTo>
                  <a:lnTo>
                    <a:pt x="20648" y="4142"/>
                  </a:lnTo>
                  <a:lnTo>
                    <a:pt x="24997" y="2127"/>
                  </a:lnTo>
                  <a:lnTo>
                    <a:pt x="31453" y="3002"/>
                  </a:lnTo>
                  <a:lnTo>
                    <a:pt x="30581" y="4722"/>
                  </a:lnTo>
                  <a:lnTo>
                    <a:pt x="33818" y="9775"/>
                  </a:lnTo>
                  <a:lnTo>
                    <a:pt x="37232" y="13621"/>
                  </a:lnTo>
                  <a:lnTo>
                    <a:pt x="39854" y="15274"/>
                  </a:lnTo>
                  <a:lnTo>
                    <a:pt x="38287" y="25391"/>
                  </a:lnTo>
                  <a:lnTo>
                    <a:pt x="38902" y="28060"/>
                  </a:lnTo>
                  <a:lnTo>
                    <a:pt x="36893" y="29497"/>
                  </a:lnTo>
                  <a:lnTo>
                    <a:pt x="35822" y="27106"/>
                  </a:lnTo>
                  <a:lnTo>
                    <a:pt x="31447" y="27851"/>
                  </a:lnTo>
                  <a:lnTo>
                    <a:pt x="29147" y="27229"/>
                  </a:lnTo>
                  <a:lnTo>
                    <a:pt x="28959" y="25576"/>
                  </a:lnTo>
                  <a:lnTo>
                    <a:pt x="23494" y="22797"/>
                  </a:lnTo>
                  <a:lnTo>
                    <a:pt x="17580" y="22415"/>
                  </a:lnTo>
                  <a:lnTo>
                    <a:pt x="12974" y="25571"/>
                  </a:lnTo>
                  <a:lnTo>
                    <a:pt x="6689" y="25729"/>
                  </a:lnTo>
                  <a:lnTo>
                    <a:pt x="6140" y="24641"/>
                  </a:lnTo>
                  <a:lnTo>
                    <a:pt x="6464" y="21738"/>
                  </a:lnTo>
                  <a:lnTo>
                    <a:pt x="8826" y="18184"/>
                  </a:lnTo>
                  <a:lnTo>
                    <a:pt x="8051" y="15664"/>
                  </a:lnTo>
                  <a:lnTo>
                    <a:pt x="6359" y="15431"/>
                  </a:lnTo>
                  <a:lnTo>
                    <a:pt x="2296" y="17767"/>
                  </a:lnTo>
                  <a:lnTo>
                    <a:pt x="0" y="15171"/>
                  </a:lnTo>
                  <a:lnTo>
                    <a:pt x="3363" y="4841"/>
                  </a:lnTo>
                  <a:lnTo>
                    <a:pt x="710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h786"/>
            <p:cNvSpPr/>
            <p:nvPr/>
          </p:nvSpPr>
          <p:spPr>
            <a:xfrm>
              <a:off x="1948414" y="2994409"/>
              <a:ext cx="71901" cy="58196"/>
            </a:xfrm>
            <a:custGeom>
              <a:avLst/>
              <a:pathLst>
                <a:path w="71901" h="58196">
                  <a:moveTo>
                    <a:pt x="52560" y="4056"/>
                  </a:moveTo>
                  <a:lnTo>
                    <a:pt x="54581" y="4310"/>
                  </a:lnTo>
                  <a:lnTo>
                    <a:pt x="60646" y="10344"/>
                  </a:lnTo>
                  <a:lnTo>
                    <a:pt x="60689" y="18795"/>
                  </a:lnTo>
                  <a:lnTo>
                    <a:pt x="62731" y="25212"/>
                  </a:lnTo>
                  <a:lnTo>
                    <a:pt x="65380" y="27131"/>
                  </a:lnTo>
                  <a:lnTo>
                    <a:pt x="66751" y="26203"/>
                  </a:lnTo>
                  <a:lnTo>
                    <a:pt x="67746" y="24229"/>
                  </a:lnTo>
                  <a:lnTo>
                    <a:pt x="70930" y="26304"/>
                  </a:lnTo>
                  <a:lnTo>
                    <a:pt x="71824" y="26865"/>
                  </a:lnTo>
                  <a:lnTo>
                    <a:pt x="71901" y="29105"/>
                  </a:lnTo>
                  <a:lnTo>
                    <a:pt x="69991" y="29166"/>
                  </a:lnTo>
                  <a:lnTo>
                    <a:pt x="68637" y="32449"/>
                  </a:lnTo>
                  <a:lnTo>
                    <a:pt x="69324" y="35467"/>
                  </a:lnTo>
                  <a:lnTo>
                    <a:pt x="68492" y="36107"/>
                  </a:lnTo>
                  <a:lnTo>
                    <a:pt x="68410" y="44085"/>
                  </a:lnTo>
                  <a:lnTo>
                    <a:pt x="67542" y="48344"/>
                  </a:lnTo>
                  <a:lnTo>
                    <a:pt x="62200" y="48499"/>
                  </a:lnTo>
                  <a:lnTo>
                    <a:pt x="58043" y="54740"/>
                  </a:lnTo>
                  <a:lnTo>
                    <a:pt x="53895" y="52483"/>
                  </a:lnTo>
                  <a:lnTo>
                    <a:pt x="52761" y="54093"/>
                  </a:lnTo>
                  <a:lnTo>
                    <a:pt x="52357" y="57881"/>
                  </a:lnTo>
                  <a:lnTo>
                    <a:pt x="50914" y="58196"/>
                  </a:lnTo>
                  <a:lnTo>
                    <a:pt x="44173" y="54849"/>
                  </a:lnTo>
                  <a:lnTo>
                    <a:pt x="39396" y="54761"/>
                  </a:lnTo>
                  <a:lnTo>
                    <a:pt x="33412" y="53509"/>
                  </a:lnTo>
                  <a:lnTo>
                    <a:pt x="25244" y="53643"/>
                  </a:lnTo>
                  <a:lnTo>
                    <a:pt x="23914" y="52827"/>
                  </a:lnTo>
                  <a:lnTo>
                    <a:pt x="18874" y="43618"/>
                  </a:lnTo>
                  <a:lnTo>
                    <a:pt x="12952" y="46692"/>
                  </a:lnTo>
                  <a:lnTo>
                    <a:pt x="8042" y="44803"/>
                  </a:lnTo>
                  <a:lnTo>
                    <a:pt x="5115" y="45933"/>
                  </a:lnTo>
                  <a:lnTo>
                    <a:pt x="0" y="42350"/>
                  </a:lnTo>
                  <a:lnTo>
                    <a:pt x="1789" y="40333"/>
                  </a:lnTo>
                  <a:lnTo>
                    <a:pt x="1873" y="37471"/>
                  </a:lnTo>
                  <a:lnTo>
                    <a:pt x="1522" y="36478"/>
                  </a:lnTo>
                  <a:lnTo>
                    <a:pt x="33" y="35848"/>
                  </a:lnTo>
                  <a:lnTo>
                    <a:pt x="5045" y="22265"/>
                  </a:lnTo>
                  <a:lnTo>
                    <a:pt x="10882" y="16348"/>
                  </a:lnTo>
                  <a:lnTo>
                    <a:pt x="14652" y="14016"/>
                  </a:lnTo>
                  <a:lnTo>
                    <a:pt x="15694" y="14639"/>
                  </a:lnTo>
                  <a:lnTo>
                    <a:pt x="14987" y="15986"/>
                  </a:lnTo>
                  <a:lnTo>
                    <a:pt x="15504" y="16737"/>
                  </a:lnTo>
                  <a:lnTo>
                    <a:pt x="20085" y="18840"/>
                  </a:lnTo>
                  <a:lnTo>
                    <a:pt x="21095" y="18627"/>
                  </a:lnTo>
                  <a:lnTo>
                    <a:pt x="22244" y="16098"/>
                  </a:lnTo>
                  <a:lnTo>
                    <a:pt x="31414" y="8420"/>
                  </a:lnTo>
                  <a:lnTo>
                    <a:pt x="36340" y="6236"/>
                  </a:lnTo>
                  <a:lnTo>
                    <a:pt x="42228" y="1553"/>
                  </a:lnTo>
                  <a:lnTo>
                    <a:pt x="44019" y="1157"/>
                  </a:lnTo>
                  <a:lnTo>
                    <a:pt x="47905" y="2781"/>
                  </a:lnTo>
                  <a:lnTo>
                    <a:pt x="5082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h787"/>
            <p:cNvSpPr/>
            <p:nvPr/>
          </p:nvSpPr>
          <p:spPr>
            <a:xfrm>
              <a:off x="1917524" y="2927038"/>
              <a:ext cx="254" cy="140"/>
            </a:xfrm>
            <a:custGeom>
              <a:avLst/>
              <a:pathLst>
                <a:path w="254" h="140">
                  <a:moveTo>
                    <a:pt x="0" y="35"/>
                  </a:moveTo>
                  <a:lnTo>
                    <a:pt x="254" y="0"/>
                  </a:lnTo>
                  <a:lnTo>
                    <a:pt x="173" y="14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h788"/>
            <p:cNvSpPr/>
            <p:nvPr/>
          </p:nvSpPr>
          <p:spPr>
            <a:xfrm>
              <a:off x="1913460" y="2878107"/>
              <a:ext cx="44158" cy="58595"/>
            </a:xfrm>
            <a:custGeom>
              <a:avLst/>
              <a:pathLst>
                <a:path w="44158" h="58595">
                  <a:moveTo>
                    <a:pt x="32520" y="4288"/>
                  </a:moveTo>
                  <a:lnTo>
                    <a:pt x="35567" y="6025"/>
                  </a:lnTo>
                  <a:lnTo>
                    <a:pt x="36496" y="12239"/>
                  </a:lnTo>
                  <a:lnTo>
                    <a:pt x="42997" y="16500"/>
                  </a:lnTo>
                  <a:lnTo>
                    <a:pt x="44158" y="18716"/>
                  </a:lnTo>
                  <a:lnTo>
                    <a:pt x="43976" y="22529"/>
                  </a:lnTo>
                  <a:lnTo>
                    <a:pt x="41920" y="23615"/>
                  </a:lnTo>
                  <a:lnTo>
                    <a:pt x="39445" y="23407"/>
                  </a:lnTo>
                  <a:lnTo>
                    <a:pt x="33738" y="26456"/>
                  </a:lnTo>
                  <a:lnTo>
                    <a:pt x="31015" y="30606"/>
                  </a:lnTo>
                  <a:lnTo>
                    <a:pt x="28899" y="31170"/>
                  </a:lnTo>
                  <a:lnTo>
                    <a:pt x="26109" y="29694"/>
                  </a:lnTo>
                  <a:lnTo>
                    <a:pt x="22932" y="30586"/>
                  </a:lnTo>
                  <a:lnTo>
                    <a:pt x="21486" y="32011"/>
                  </a:lnTo>
                  <a:lnTo>
                    <a:pt x="26371" y="45710"/>
                  </a:lnTo>
                  <a:lnTo>
                    <a:pt x="25519" y="51867"/>
                  </a:lnTo>
                  <a:lnTo>
                    <a:pt x="23325" y="53587"/>
                  </a:lnTo>
                  <a:lnTo>
                    <a:pt x="22651" y="51946"/>
                  </a:lnTo>
                  <a:lnTo>
                    <a:pt x="20521" y="51006"/>
                  </a:lnTo>
                  <a:lnTo>
                    <a:pt x="16128" y="53490"/>
                  </a:lnTo>
                  <a:lnTo>
                    <a:pt x="12131" y="58595"/>
                  </a:lnTo>
                  <a:lnTo>
                    <a:pt x="11520" y="57123"/>
                  </a:lnTo>
                  <a:lnTo>
                    <a:pt x="7035" y="54964"/>
                  </a:lnTo>
                  <a:lnTo>
                    <a:pt x="6322" y="53311"/>
                  </a:lnTo>
                  <a:lnTo>
                    <a:pt x="2902" y="53975"/>
                  </a:lnTo>
                  <a:lnTo>
                    <a:pt x="2581" y="54919"/>
                  </a:lnTo>
                  <a:lnTo>
                    <a:pt x="3631" y="57231"/>
                  </a:lnTo>
                  <a:lnTo>
                    <a:pt x="664" y="57724"/>
                  </a:lnTo>
                  <a:lnTo>
                    <a:pt x="0" y="53189"/>
                  </a:lnTo>
                  <a:lnTo>
                    <a:pt x="8454" y="47453"/>
                  </a:lnTo>
                  <a:lnTo>
                    <a:pt x="11725" y="39895"/>
                  </a:lnTo>
                  <a:lnTo>
                    <a:pt x="11700" y="37334"/>
                  </a:lnTo>
                  <a:lnTo>
                    <a:pt x="10354" y="34932"/>
                  </a:lnTo>
                  <a:lnTo>
                    <a:pt x="5979" y="32387"/>
                  </a:lnTo>
                  <a:lnTo>
                    <a:pt x="6329" y="31082"/>
                  </a:lnTo>
                  <a:lnTo>
                    <a:pt x="8555" y="29764"/>
                  </a:lnTo>
                  <a:lnTo>
                    <a:pt x="9667" y="28135"/>
                  </a:lnTo>
                  <a:lnTo>
                    <a:pt x="12154" y="22464"/>
                  </a:lnTo>
                  <a:lnTo>
                    <a:pt x="16137" y="19420"/>
                  </a:lnTo>
                  <a:lnTo>
                    <a:pt x="19527" y="20139"/>
                  </a:lnTo>
                  <a:lnTo>
                    <a:pt x="20969" y="16919"/>
                  </a:lnTo>
                  <a:lnTo>
                    <a:pt x="19908" y="16425"/>
                  </a:lnTo>
                  <a:lnTo>
                    <a:pt x="19575" y="14158"/>
                  </a:lnTo>
                  <a:lnTo>
                    <a:pt x="21943" y="7975"/>
                  </a:lnTo>
                  <a:lnTo>
                    <a:pt x="24020" y="5351"/>
                  </a:lnTo>
                  <a:lnTo>
                    <a:pt x="3049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h789"/>
            <p:cNvSpPr/>
            <p:nvPr/>
          </p:nvSpPr>
          <p:spPr>
            <a:xfrm>
              <a:off x="2103072" y="2931741"/>
              <a:ext cx="21618" cy="38285"/>
            </a:xfrm>
            <a:custGeom>
              <a:avLst/>
              <a:pathLst>
                <a:path w="21618" h="38285">
                  <a:moveTo>
                    <a:pt x="2935" y="0"/>
                  </a:moveTo>
                  <a:lnTo>
                    <a:pt x="9316" y="2835"/>
                  </a:lnTo>
                  <a:lnTo>
                    <a:pt x="12833" y="4543"/>
                  </a:lnTo>
                  <a:lnTo>
                    <a:pt x="12558" y="8639"/>
                  </a:lnTo>
                  <a:lnTo>
                    <a:pt x="13240" y="11258"/>
                  </a:lnTo>
                  <a:lnTo>
                    <a:pt x="15937" y="14811"/>
                  </a:lnTo>
                  <a:lnTo>
                    <a:pt x="17830" y="16407"/>
                  </a:lnTo>
                  <a:lnTo>
                    <a:pt x="19635" y="16683"/>
                  </a:lnTo>
                  <a:lnTo>
                    <a:pt x="21614" y="20077"/>
                  </a:lnTo>
                  <a:lnTo>
                    <a:pt x="21618" y="25305"/>
                  </a:lnTo>
                  <a:lnTo>
                    <a:pt x="20080" y="28540"/>
                  </a:lnTo>
                  <a:lnTo>
                    <a:pt x="15662" y="26732"/>
                  </a:lnTo>
                  <a:lnTo>
                    <a:pt x="13741" y="30969"/>
                  </a:lnTo>
                  <a:lnTo>
                    <a:pt x="9214" y="34366"/>
                  </a:lnTo>
                  <a:lnTo>
                    <a:pt x="9679" y="37358"/>
                  </a:lnTo>
                  <a:lnTo>
                    <a:pt x="6836" y="38285"/>
                  </a:lnTo>
                  <a:lnTo>
                    <a:pt x="3065" y="35227"/>
                  </a:lnTo>
                  <a:lnTo>
                    <a:pt x="1047" y="28909"/>
                  </a:lnTo>
                  <a:lnTo>
                    <a:pt x="6247" y="22969"/>
                  </a:lnTo>
                  <a:lnTo>
                    <a:pt x="5187" y="20192"/>
                  </a:lnTo>
                  <a:lnTo>
                    <a:pt x="4570" y="11777"/>
                  </a:lnTo>
                  <a:lnTo>
                    <a:pt x="1968" y="11503"/>
                  </a:lnTo>
                  <a:lnTo>
                    <a:pt x="0" y="5350"/>
                  </a:lnTo>
                  <a:lnTo>
                    <a:pt x="2459" y="2329"/>
                  </a:lnTo>
                  <a:lnTo>
                    <a:pt x="1378" y="1112"/>
                  </a:lnTo>
                  <a:lnTo>
                    <a:pt x="1491" y="26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h790"/>
            <p:cNvSpPr/>
            <p:nvPr/>
          </p:nvSpPr>
          <p:spPr>
            <a:xfrm>
              <a:off x="2153960" y="2972710"/>
              <a:ext cx="27196" cy="22605"/>
            </a:xfrm>
            <a:custGeom>
              <a:avLst/>
              <a:pathLst>
                <a:path w="27196" h="22605">
                  <a:moveTo>
                    <a:pt x="2143" y="1034"/>
                  </a:moveTo>
                  <a:lnTo>
                    <a:pt x="9102" y="4066"/>
                  </a:lnTo>
                  <a:lnTo>
                    <a:pt x="14477" y="4178"/>
                  </a:lnTo>
                  <a:lnTo>
                    <a:pt x="21625" y="6897"/>
                  </a:lnTo>
                  <a:lnTo>
                    <a:pt x="23625" y="9120"/>
                  </a:lnTo>
                  <a:lnTo>
                    <a:pt x="27196" y="9725"/>
                  </a:lnTo>
                  <a:lnTo>
                    <a:pt x="27155" y="12582"/>
                  </a:lnTo>
                  <a:lnTo>
                    <a:pt x="25294" y="16940"/>
                  </a:lnTo>
                  <a:lnTo>
                    <a:pt x="25662" y="18290"/>
                  </a:lnTo>
                  <a:lnTo>
                    <a:pt x="24537" y="22605"/>
                  </a:lnTo>
                  <a:lnTo>
                    <a:pt x="17861" y="19437"/>
                  </a:lnTo>
                  <a:lnTo>
                    <a:pt x="16162" y="15940"/>
                  </a:lnTo>
                  <a:lnTo>
                    <a:pt x="16672" y="14972"/>
                  </a:lnTo>
                  <a:lnTo>
                    <a:pt x="22362" y="14367"/>
                  </a:lnTo>
                  <a:lnTo>
                    <a:pt x="22861" y="12955"/>
                  </a:lnTo>
                  <a:lnTo>
                    <a:pt x="14898" y="9396"/>
                  </a:lnTo>
                  <a:lnTo>
                    <a:pt x="8882" y="7483"/>
                  </a:lnTo>
                  <a:lnTo>
                    <a:pt x="4024" y="6927"/>
                  </a:lnTo>
                  <a:lnTo>
                    <a:pt x="142" y="3656"/>
                  </a:lnTo>
                  <a:lnTo>
                    <a:pt x="0" y="2303"/>
                  </a:lnTo>
                  <a:lnTo>
                    <a:pt x="176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h791"/>
            <p:cNvSpPr/>
            <p:nvPr/>
          </p:nvSpPr>
          <p:spPr>
            <a:xfrm>
              <a:off x="2055025" y="3026624"/>
              <a:ext cx="37743" cy="31568"/>
            </a:xfrm>
            <a:custGeom>
              <a:avLst/>
              <a:pathLst>
                <a:path w="37743" h="31568">
                  <a:moveTo>
                    <a:pt x="11545" y="4517"/>
                  </a:moveTo>
                  <a:lnTo>
                    <a:pt x="14729" y="3486"/>
                  </a:lnTo>
                  <a:lnTo>
                    <a:pt x="18207" y="7998"/>
                  </a:lnTo>
                  <a:lnTo>
                    <a:pt x="22033" y="9637"/>
                  </a:lnTo>
                  <a:lnTo>
                    <a:pt x="29713" y="10272"/>
                  </a:lnTo>
                  <a:lnTo>
                    <a:pt x="30882" y="9244"/>
                  </a:lnTo>
                  <a:lnTo>
                    <a:pt x="35211" y="8222"/>
                  </a:lnTo>
                  <a:lnTo>
                    <a:pt x="37743" y="11288"/>
                  </a:lnTo>
                  <a:lnTo>
                    <a:pt x="31685" y="19153"/>
                  </a:lnTo>
                  <a:lnTo>
                    <a:pt x="32011" y="20069"/>
                  </a:lnTo>
                  <a:lnTo>
                    <a:pt x="27924" y="20124"/>
                  </a:lnTo>
                  <a:lnTo>
                    <a:pt x="24622" y="27135"/>
                  </a:lnTo>
                  <a:lnTo>
                    <a:pt x="18617" y="29375"/>
                  </a:lnTo>
                  <a:lnTo>
                    <a:pt x="13640" y="26528"/>
                  </a:lnTo>
                  <a:lnTo>
                    <a:pt x="11653" y="26173"/>
                  </a:lnTo>
                  <a:lnTo>
                    <a:pt x="7368" y="29225"/>
                  </a:lnTo>
                  <a:lnTo>
                    <a:pt x="7117" y="31119"/>
                  </a:lnTo>
                  <a:lnTo>
                    <a:pt x="5704" y="31568"/>
                  </a:lnTo>
                  <a:lnTo>
                    <a:pt x="1289" y="26370"/>
                  </a:lnTo>
                  <a:lnTo>
                    <a:pt x="780" y="21034"/>
                  </a:lnTo>
                  <a:lnTo>
                    <a:pt x="0" y="19878"/>
                  </a:lnTo>
                  <a:lnTo>
                    <a:pt x="3670" y="14998"/>
                  </a:lnTo>
                  <a:lnTo>
                    <a:pt x="7047" y="14404"/>
                  </a:lnTo>
                  <a:lnTo>
                    <a:pt x="6523" y="6310"/>
                  </a:lnTo>
                  <a:lnTo>
                    <a:pt x="4364" y="4062"/>
                  </a:lnTo>
                  <a:lnTo>
                    <a:pt x="4915" y="1499"/>
                  </a:lnTo>
                  <a:lnTo>
                    <a:pt x="642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h792"/>
            <p:cNvSpPr/>
            <p:nvPr/>
          </p:nvSpPr>
          <p:spPr>
            <a:xfrm>
              <a:off x="2147245" y="2707141"/>
              <a:ext cx="41838" cy="40774"/>
            </a:xfrm>
            <a:custGeom>
              <a:avLst/>
              <a:pathLst>
                <a:path w="41838" h="40774">
                  <a:moveTo>
                    <a:pt x="20600" y="0"/>
                  </a:moveTo>
                  <a:lnTo>
                    <a:pt x="19022" y="2636"/>
                  </a:lnTo>
                  <a:lnTo>
                    <a:pt x="21868" y="4330"/>
                  </a:lnTo>
                  <a:lnTo>
                    <a:pt x="21231" y="10080"/>
                  </a:lnTo>
                  <a:lnTo>
                    <a:pt x="26495" y="14069"/>
                  </a:lnTo>
                  <a:lnTo>
                    <a:pt x="35282" y="16780"/>
                  </a:lnTo>
                  <a:lnTo>
                    <a:pt x="39401" y="19813"/>
                  </a:lnTo>
                  <a:lnTo>
                    <a:pt x="36188" y="21937"/>
                  </a:lnTo>
                  <a:lnTo>
                    <a:pt x="35931" y="23897"/>
                  </a:lnTo>
                  <a:lnTo>
                    <a:pt x="41641" y="25154"/>
                  </a:lnTo>
                  <a:lnTo>
                    <a:pt x="41838" y="27301"/>
                  </a:lnTo>
                  <a:lnTo>
                    <a:pt x="41155" y="31586"/>
                  </a:lnTo>
                  <a:lnTo>
                    <a:pt x="38560" y="32953"/>
                  </a:lnTo>
                  <a:lnTo>
                    <a:pt x="33680" y="33837"/>
                  </a:lnTo>
                  <a:lnTo>
                    <a:pt x="30064" y="33610"/>
                  </a:lnTo>
                  <a:lnTo>
                    <a:pt x="31205" y="37316"/>
                  </a:lnTo>
                  <a:lnTo>
                    <a:pt x="24825" y="37694"/>
                  </a:lnTo>
                  <a:lnTo>
                    <a:pt x="21345" y="36029"/>
                  </a:lnTo>
                  <a:lnTo>
                    <a:pt x="13312" y="40774"/>
                  </a:lnTo>
                  <a:lnTo>
                    <a:pt x="5291" y="22496"/>
                  </a:lnTo>
                  <a:lnTo>
                    <a:pt x="0" y="18104"/>
                  </a:lnTo>
                  <a:lnTo>
                    <a:pt x="1328" y="17603"/>
                  </a:lnTo>
                  <a:lnTo>
                    <a:pt x="2792" y="14849"/>
                  </a:lnTo>
                  <a:lnTo>
                    <a:pt x="3038" y="10003"/>
                  </a:lnTo>
                  <a:lnTo>
                    <a:pt x="5083" y="4928"/>
                  </a:lnTo>
                  <a:lnTo>
                    <a:pt x="10860" y="1866"/>
                  </a:lnTo>
                  <a:lnTo>
                    <a:pt x="13810" y="1108"/>
                  </a:lnTo>
                  <a:lnTo>
                    <a:pt x="16936" y="2697"/>
                  </a:lnTo>
                  <a:lnTo>
                    <a:pt x="18524" y="63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h793"/>
            <p:cNvSpPr/>
            <p:nvPr/>
          </p:nvSpPr>
          <p:spPr>
            <a:xfrm>
              <a:off x="1994186" y="3046502"/>
              <a:ext cx="72181" cy="49840"/>
            </a:xfrm>
            <a:custGeom>
              <a:avLst/>
              <a:pathLst>
                <a:path w="72181" h="49840">
                  <a:moveTo>
                    <a:pt x="61619" y="1155"/>
                  </a:moveTo>
                  <a:lnTo>
                    <a:pt x="62128" y="6492"/>
                  </a:lnTo>
                  <a:lnTo>
                    <a:pt x="66543" y="11690"/>
                  </a:lnTo>
                  <a:lnTo>
                    <a:pt x="67956" y="11240"/>
                  </a:lnTo>
                  <a:lnTo>
                    <a:pt x="72181" y="22615"/>
                  </a:lnTo>
                  <a:lnTo>
                    <a:pt x="70216" y="28033"/>
                  </a:lnTo>
                  <a:lnTo>
                    <a:pt x="71030" y="29390"/>
                  </a:lnTo>
                  <a:lnTo>
                    <a:pt x="69676" y="34457"/>
                  </a:lnTo>
                  <a:lnTo>
                    <a:pt x="67241" y="35974"/>
                  </a:lnTo>
                  <a:lnTo>
                    <a:pt x="64231" y="39532"/>
                  </a:lnTo>
                  <a:lnTo>
                    <a:pt x="65485" y="44074"/>
                  </a:lnTo>
                  <a:lnTo>
                    <a:pt x="57523" y="46015"/>
                  </a:lnTo>
                  <a:lnTo>
                    <a:pt x="52924" y="46194"/>
                  </a:lnTo>
                  <a:lnTo>
                    <a:pt x="48222" y="44792"/>
                  </a:lnTo>
                  <a:lnTo>
                    <a:pt x="35418" y="49373"/>
                  </a:lnTo>
                  <a:lnTo>
                    <a:pt x="32473" y="49840"/>
                  </a:lnTo>
                  <a:lnTo>
                    <a:pt x="30547" y="48889"/>
                  </a:lnTo>
                  <a:lnTo>
                    <a:pt x="25972" y="48858"/>
                  </a:lnTo>
                  <a:lnTo>
                    <a:pt x="26514" y="45456"/>
                  </a:lnTo>
                  <a:lnTo>
                    <a:pt x="22715" y="37010"/>
                  </a:lnTo>
                  <a:lnTo>
                    <a:pt x="17482" y="37954"/>
                  </a:lnTo>
                  <a:lnTo>
                    <a:pt x="2987" y="45251"/>
                  </a:lnTo>
                  <a:lnTo>
                    <a:pt x="525" y="43405"/>
                  </a:lnTo>
                  <a:lnTo>
                    <a:pt x="0" y="40648"/>
                  </a:lnTo>
                  <a:lnTo>
                    <a:pt x="167" y="39024"/>
                  </a:lnTo>
                  <a:lnTo>
                    <a:pt x="1923" y="38144"/>
                  </a:lnTo>
                  <a:lnTo>
                    <a:pt x="2866" y="38615"/>
                  </a:lnTo>
                  <a:lnTo>
                    <a:pt x="3351" y="36384"/>
                  </a:lnTo>
                  <a:lnTo>
                    <a:pt x="1693" y="33811"/>
                  </a:lnTo>
                  <a:lnTo>
                    <a:pt x="2400" y="32177"/>
                  </a:lnTo>
                  <a:lnTo>
                    <a:pt x="4488" y="30682"/>
                  </a:lnTo>
                  <a:lnTo>
                    <a:pt x="7485" y="30532"/>
                  </a:lnTo>
                  <a:lnTo>
                    <a:pt x="9227" y="28066"/>
                  </a:lnTo>
                  <a:lnTo>
                    <a:pt x="15199" y="24305"/>
                  </a:lnTo>
                  <a:lnTo>
                    <a:pt x="23479" y="25864"/>
                  </a:lnTo>
                  <a:lnTo>
                    <a:pt x="25546" y="24837"/>
                  </a:lnTo>
                  <a:lnTo>
                    <a:pt x="22808" y="18538"/>
                  </a:lnTo>
                  <a:lnTo>
                    <a:pt x="26487" y="16968"/>
                  </a:lnTo>
                  <a:lnTo>
                    <a:pt x="32241" y="17578"/>
                  </a:lnTo>
                  <a:lnTo>
                    <a:pt x="34113" y="16867"/>
                  </a:lnTo>
                  <a:lnTo>
                    <a:pt x="36402" y="12676"/>
                  </a:lnTo>
                  <a:lnTo>
                    <a:pt x="35832" y="11741"/>
                  </a:lnTo>
                  <a:lnTo>
                    <a:pt x="36606" y="8078"/>
                  </a:lnTo>
                  <a:lnTo>
                    <a:pt x="37857" y="6676"/>
                  </a:lnTo>
                  <a:lnTo>
                    <a:pt x="43212" y="6075"/>
                  </a:lnTo>
                  <a:lnTo>
                    <a:pt x="47604" y="8512"/>
                  </a:lnTo>
                  <a:lnTo>
                    <a:pt x="54455" y="7898"/>
                  </a:lnTo>
                  <a:lnTo>
                    <a:pt x="59140" y="2933"/>
                  </a:lnTo>
                  <a:lnTo>
                    <a:pt x="6083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h794"/>
            <p:cNvSpPr/>
            <p:nvPr/>
          </p:nvSpPr>
          <p:spPr>
            <a:xfrm>
              <a:off x="1989066" y="2962567"/>
              <a:ext cx="43578" cy="23733"/>
            </a:xfrm>
            <a:custGeom>
              <a:avLst/>
              <a:pathLst>
                <a:path w="43578" h="23733">
                  <a:moveTo>
                    <a:pt x="21763" y="1459"/>
                  </a:moveTo>
                  <a:lnTo>
                    <a:pt x="23176" y="3254"/>
                  </a:lnTo>
                  <a:lnTo>
                    <a:pt x="29136" y="5123"/>
                  </a:lnTo>
                  <a:lnTo>
                    <a:pt x="31570" y="4646"/>
                  </a:lnTo>
                  <a:lnTo>
                    <a:pt x="37605" y="0"/>
                  </a:lnTo>
                  <a:lnTo>
                    <a:pt x="38887" y="205"/>
                  </a:lnTo>
                  <a:lnTo>
                    <a:pt x="41236" y="3307"/>
                  </a:lnTo>
                  <a:lnTo>
                    <a:pt x="43578" y="8296"/>
                  </a:lnTo>
                  <a:lnTo>
                    <a:pt x="41601" y="10796"/>
                  </a:lnTo>
                  <a:lnTo>
                    <a:pt x="38051" y="12744"/>
                  </a:lnTo>
                  <a:lnTo>
                    <a:pt x="38236" y="17569"/>
                  </a:lnTo>
                  <a:lnTo>
                    <a:pt x="40290" y="21296"/>
                  </a:lnTo>
                  <a:lnTo>
                    <a:pt x="36873" y="23582"/>
                  </a:lnTo>
                  <a:lnTo>
                    <a:pt x="33776" y="21486"/>
                  </a:lnTo>
                  <a:lnTo>
                    <a:pt x="17747" y="20384"/>
                  </a:lnTo>
                  <a:lnTo>
                    <a:pt x="13305" y="20897"/>
                  </a:lnTo>
                  <a:lnTo>
                    <a:pt x="9937" y="23733"/>
                  </a:lnTo>
                  <a:lnTo>
                    <a:pt x="6769" y="22481"/>
                  </a:lnTo>
                  <a:lnTo>
                    <a:pt x="5259" y="19839"/>
                  </a:lnTo>
                  <a:lnTo>
                    <a:pt x="3674" y="16861"/>
                  </a:lnTo>
                  <a:lnTo>
                    <a:pt x="3216" y="18266"/>
                  </a:lnTo>
                  <a:lnTo>
                    <a:pt x="875" y="18846"/>
                  </a:lnTo>
                  <a:lnTo>
                    <a:pt x="0" y="17730"/>
                  </a:lnTo>
                  <a:lnTo>
                    <a:pt x="123" y="10443"/>
                  </a:lnTo>
                  <a:lnTo>
                    <a:pt x="3630" y="13624"/>
                  </a:lnTo>
                  <a:lnTo>
                    <a:pt x="8138" y="16237"/>
                  </a:lnTo>
                  <a:lnTo>
                    <a:pt x="13374" y="12937"/>
                  </a:lnTo>
                  <a:lnTo>
                    <a:pt x="15810" y="7977"/>
                  </a:lnTo>
                  <a:lnTo>
                    <a:pt x="14522" y="5945"/>
                  </a:lnTo>
                  <a:lnTo>
                    <a:pt x="14894" y="4635"/>
                  </a:lnTo>
                  <a:lnTo>
                    <a:pt x="18430" y="100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h795"/>
            <p:cNvSpPr/>
            <p:nvPr/>
          </p:nvSpPr>
          <p:spPr>
            <a:xfrm>
              <a:off x="2026067" y="2944407"/>
              <a:ext cx="31336" cy="29751"/>
            </a:xfrm>
            <a:custGeom>
              <a:avLst/>
              <a:pathLst>
                <a:path w="31336" h="29751">
                  <a:moveTo>
                    <a:pt x="23797" y="1410"/>
                  </a:moveTo>
                  <a:lnTo>
                    <a:pt x="25367" y="775"/>
                  </a:lnTo>
                  <a:lnTo>
                    <a:pt x="25405" y="0"/>
                  </a:lnTo>
                  <a:lnTo>
                    <a:pt x="26913" y="1644"/>
                  </a:lnTo>
                  <a:lnTo>
                    <a:pt x="31336" y="18114"/>
                  </a:lnTo>
                  <a:lnTo>
                    <a:pt x="28530" y="20407"/>
                  </a:lnTo>
                  <a:lnTo>
                    <a:pt x="26655" y="24296"/>
                  </a:lnTo>
                  <a:lnTo>
                    <a:pt x="21171" y="28872"/>
                  </a:lnTo>
                  <a:lnTo>
                    <a:pt x="15445" y="29751"/>
                  </a:lnTo>
                  <a:lnTo>
                    <a:pt x="13811" y="26807"/>
                  </a:lnTo>
                  <a:lnTo>
                    <a:pt x="7867" y="24788"/>
                  </a:lnTo>
                  <a:lnTo>
                    <a:pt x="6577" y="26456"/>
                  </a:lnTo>
                  <a:lnTo>
                    <a:pt x="4235" y="21467"/>
                  </a:lnTo>
                  <a:lnTo>
                    <a:pt x="1885" y="18365"/>
                  </a:lnTo>
                  <a:lnTo>
                    <a:pt x="604" y="18159"/>
                  </a:lnTo>
                  <a:lnTo>
                    <a:pt x="0" y="17796"/>
                  </a:lnTo>
                  <a:lnTo>
                    <a:pt x="334" y="16836"/>
                  </a:lnTo>
                  <a:lnTo>
                    <a:pt x="3076" y="16743"/>
                  </a:lnTo>
                  <a:lnTo>
                    <a:pt x="2078" y="12253"/>
                  </a:lnTo>
                  <a:lnTo>
                    <a:pt x="3062" y="7774"/>
                  </a:lnTo>
                  <a:lnTo>
                    <a:pt x="10237" y="5800"/>
                  </a:lnTo>
                  <a:lnTo>
                    <a:pt x="12840" y="130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h796"/>
            <p:cNvSpPr/>
            <p:nvPr/>
          </p:nvSpPr>
          <p:spPr>
            <a:xfrm>
              <a:off x="2331333" y="2737330"/>
              <a:ext cx="52692" cy="63622"/>
            </a:xfrm>
            <a:custGeom>
              <a:avLst/>
              <a:pathLst>
                <a:path w="52692" h="63622">
                  <a:moveTo>
                    <a:pt x="17011" y="131"/>
                  </a:moveTo>
                  <a:lnTo>
                    <a:pt x="25514" y="4406"/>
                  </a:lnTo>
                  <a:lnTo>
                    <a:pt x="31558" y="8609"/>
                  </a:lnTo>
                  <a:lnTo>
                    <a:pt x="34720" y="11697"/>
                  </a:lnTo>
                  <a:lnTo>
                    <a:pt x="35645" y="14179"/>
                  </a:lnTo>
                  <a:lnTo>
                    <a:pt x="45396" y="14573"/>
                  </a:lnTo>
                  <a:lnTo>
                    <a:pt x="46283" y="22651"/>
                  </a:lnTo>
                  <a:lnTo>
                    <a:pt x="50335" y="28177"/>
                  </a:lnTo>
                  <a:lnTo>
                    <a:pt x="51277" y="27530"/>
                  </a:lnTo>
                  <a:lnTo>
                    <a:pt x="51795" y="27956"/>
                  </a:lnTo>
                  <a:lnTo>
                    <a:pt x="52692" y="30009"/>
                  </a:lnTo>
                  <a:lnTo>
                    <a:pt x="49241" y="32866"/>
                  </a:lnTo>
                  <a:lnTo>
                    <a:pt x="43507" y="32695"/>
                  </a:lnTo>
                  <a:lnTo>
                    <a:pt x="44258" y="38243"/>
                  </a:lnTo>
                  <a:lnTo>
                    <a:pt x="46955" y="38406"/>
                  </a:lnTo>
                  <a:lnTo>
                    <a:pt x="42820" y="50107"/>
                  </a:lnTo>
                  <a:lnTo>
                    <a:pt x="44239" y="52767"/>
                  </a:lnTo>
                  <a:lnTo>
                    <a:pt x="43531" y="55091"/>
                  </a:lnTo>
                  <a:lnTo>
                    <a:pt x="40565" y="59347"/>
                  </a:lnTo>
                  <a:lnTo>
                    <a:pt x="39050" y="63358"/>
                  </a:lnTo>
                  <a:lnTo>
                    <a:pt x="37170" y="63622"/>
                  </a:lnTo>
                  <a:lnTo>
                    <a:pt x="33168" y="61721"/>
                  </a:lnTo>
                  <a:lnTo>
                    <a:pt x="31329" y="58882"/>
                  </a:lnTo>
                  <a:lnTo>
                    <a:pt x="31811" y="54352"/>
                  </a:lnTo>
                  <a:lnTo>
                    <a:pt x="24613" y="49852"/>
                  </a:lnTo>
                  <a:lnTo>
                    <a:pt x="16662" y="41737"/>
                  </a:lnTo>
                  <a:lnTo>
                    <a:pt x="14584" y="39101"/>
                  </a:lnTo>
                  <a:lnTo>
                    <a:pt x="15490" y="35208"/>
                  </a:lnTo>
                  <a:lnTo>
                    <a:pt x="11794" y="31193"/>
                  </a:lnTo>
                  <a:lnTo>
                    <a:pt x="9576" y="26064"/>
                  </a:lnTo>
                  <a:lnTo>
                    <a:pt x="7324" y="23807"/>
                  </a:lnTo>
                  <a:lnTo>
                    <a:pt x="1197" y="22517"/>
                  </a:lnTo>
                  <a:lnTo>
                    <a:pt x="0" y="18265"/>
                  </a:lnTo>
                  <a:lnTo>
                    <a:pt x="7458" y="15554"/>
                  </a:lnTo>
                  <a:lnTo>
                    <a:pt x="12618" y="15916"/>
                  </a:lnTo>
                  <a:lnTo>
                    <a:pt x="12944" y="11406"/>
                  </a:lnTo>
                  <a:lnTo>
                    <a:pt x="7523" y="11133"/>
                  </a:lnTo>
                  <a:lnTo>
                    <a:pt x="5306" y="9237"/>
                  </a:lnTo>
                  <a:lnTo>
                    <a:pt x="6102" y="6852"/>
                  </a:lnTo>
                  <a:lnTo>
                    <a:pt x="9603" y="4915"/>
                  </a:lnTo>
                  <a:lnTo>
                    <a:pt x="971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h797"/>
            <p:cNvSpPr/>
            <p:nvPr/>
          </p:nvSpPr>
          <p:spPr>
            <a:xfrm>
              <a:off x="2077832" y="2975302"/>
              <a:ext cx="27545" cy="31736"/>
            </a:xfrm>
            <a:custGeom>
              <a:avLst/>
              <a:pathLst>
                <a:path w="27545" h="31736">
                  <a:moveTo>
                    <a:pt x="20414" y="2304"/>
                  </a:moveTo>
                  <a:lnTo>
                    <a:pt x="20824" y="6451"/>
                  </a:lnTo>
                  <a:lnTo>
                    <a:pt x="21610" y="7346"/>
                  </a:lnTo>
                  <a:lnTo>
                    <a:pt x="25405" y="8773"/>
                  </a:lnTo>
                  <a:lnTo>
                    <a:pt x="25934" y="7766"/>
                  </a:lnTo>
                  <a:lnTo>
                    <a:pt x="27011" y="7911"/>
                  </a:lnTo>
                  <a:lnTo>
                    <a:pt x="27545" y="10915"/>
                  </a:lnTo>
                  <a:lnTo>
                    <a:pt x="26418" y="14379"/>
                  </a:lnTo>
                  <a:lnTo>
                    <a:pt x="24159" y="14971"/>
                  </a:lnTo>
                  <a:lnTo>
                    <a:pt x="18255" y="19112"/>
                  </a:lnTo>
                  <a:lnTo>
                    <a:pt x="18129" y="21853"/>
                  </a:lnTo>
                  <a:lnTo>
                    <a:pt x="16029" y="24336"/>
                  </a:lnTo>
                  <a:lnTo>
                    <a:pt x="14179" y="24151"/>
                  </a:lnTo>
                  <a:lnTo>
                    <a:pt x="11578" y="25224"/>
                  </a:lnTo>
                  <a:lnTo>
                    <a:pt x="11516" y="26068"/>
                  </a:lnTo>
                  <a:lnTo>
                    <a:pt x="8163" y="28351"/>
                  </a:lnTo>
                  <a:lnTo>
                    <a:pt x="6998" y="30534"/>
                  </a:lnTo>
                  <a:lnTo>
                    <a:pt x="3347" y="31736"/>
                  </a:lnTo>
                  <a:lnTo>
                    <a:pt x="4174" y="27713"/>
                  </a:lnTo>
                  <a:lnTo>
                    <a:pt x="3305" y="24178"/>
                  </a:lnTo>
                  <a:lnTo>
                    <a:pt x="785" y="23750"/>
                  </a:lnTo>
                  <a:lnTo>
                    <a:pt x="0" y="22870"/>
                  </a:lnTo>
                  <a:lnTo>
                    <a:pt x="828" y="20162"/>
                  </a:lnTo>
                  <a:lnTo>
                    <a:pt x="5219" y="13768"/>
                  </a:lnTo>
                  <a:lnTo>
                    <a:pt x="5518" y="11767"/>
                  </a:lnTo>
                  <a:lnTo>
                    <a:pt x="7435" y="10670"/>
                  </a:lnTo>
                  <a:lnTo>
                    <a:pt x="8346" y="5790"/>
                  </a:lnTo>
                  <a:lnTo>
                    <a:pt x="11762" y="5538"/>
                  </a:lnTo>
                  <a:lnTo>
                    <a:pt x="17526" y="2324"/>
                  </a:lnTo>
                  <a:lnTo>
                    <a:pt x="1843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h798"/>
            <p:cNvSpPr/>
            <p:nvPr/>
          </p:nvSpPr>
          <p:spPr>
            <a:xfrm>
              <a:off x="2148263" y="2949510"/>
              <a:ext cx="49336" cy="32925"/>
            </a:xfrm>
            <a:custGeom>
              <a:avLst/>
              <a:pathLst>
                <a:path w="49336" h="32925">
                  <a:moveTo>
                    <a:pt x="41858" y="730"/>
                  </a:moveTo>
                  <a:lnTo>
                    <a:pt x="40863" y="1396"/>
                  </a:lnTo>
                  <a:lnTo>
                    <a:pt x="41301" y="2357"/>
                  </a:lnTo>
                  <a:lnTo>
                    <a:pt x="44002" y="3504"/>
                  </a:lnTo>
                  <a:lnTo>
                    <a:pt x="44384" y="4340"/>
                  </a:lnTo>
                  <a:lnTo>
                    <a:pt x="43170" y="5871"/>
                  </a:lnTo>
                  <a:lnTo>
                    <a:pt x="39053" y="7621"/>
                  </a:lnTo>
                  <a:lnTo>
                    <a:pt x="37902" y="9834"/>
                  </a:lnTo>
                  <a:lnTo>
                    <a:pt x="38278" y="11054"/>
                  </a:lnTo>
                  <a:lnTo>
                    <a:pt x="42258" y="9259"/>
                  </a:lnTo>
                  <a:lnTo>
                    <a:pt x="48031" y="9449"/>
                  </a:lnTo>
                  <a:lnTo>
                    <a:pt x="49336" y="15652"/>
                  </a:lnTo>
                  <a:lnTo>
                    <a:pt x="47558" y="29461"/>
                  </a:lnTo>
                  <a:lnTo>
                    <a:pt x="45003" y="29885"/>
                  </a:lnTo>
                  <a:lnTo>
                    <a:pt x="42422" y="32308"/>
                  </a:lnTo>
                  <a:lnTo>
                    <a:pt x="35336" y="31230"/>
                  </a:lnTo>
                  <a:lnTo>
                    <a:pt x="32894" y="32925"/>
                  </a:lnTo>
                  <a:lnTo>
                    <a:pt x="29323" y="32321"/>
                  </a:lnTo>
                  <a:lnTo>
                    <a:pt x="27323" y="30097"/>
                  </a:lnTo>
                  <a:lnTo>
                    <a:pt x="20175" y="27379"/>
                  </a:lnTo>
                  <a:lnTo>
                    <a:pt x="14799" y="27266"/>
                  </a:lnTo>
                  <a:lnTo>
                    <a:pt x="7841" y="24235"/>
                  </a:lnTo>
                  <a:lnTo>
                    <a:pt x="7466" y="23200"/>
                  </a:lnTo>
                  <a:lnTo>
                    <a:pt x="2287" y="23592"/>
                  </a:lnTo>
                  <a:lnTo>
                    <a:pt x="249" y="22344"/>
                  </a:lnTo>
                  <a:lnTo>
                    <a:pt x="0" y="19139"/>
                  </a:lnTo>
                  <a:lnTo>
                    <a:pt x="1070" y="15250"/>
                  </a:lnTo>
                  <a:lnTo>
                    <a:pt x="5673" y="14448"/>
                  </a:lnTo>
                  <a:lnTo>
                    <a:pt x="11289" y="15722"/>
                  </a:lnTo>
                  <a:lnTo>
                    <a:pt x="14162" y="15462"/>
                  </a:lnTo>
                  <a:lnTo>
                    <a:pt x="16809" y="9370"/>
                  </a:lnTo>
                  <a:lnTo>
                    <a:pt x="18629" y="8221"/>
                  </a:lnTo>
                  <a:lnTo>
                    <a:pt x="23713" y="8746"/>
                  </a:lnTo>
                  <a:lnTo>
                    <a:pt x="28375" y="10270"/>
                  </a:lnTo>
                  <a:lnTo>
                    <a:pt x="34122" y="9117"/>
                  </a:lnTo>
                  <a:lnTo>
                    <a:pt x="36712" y="5813"/>
                  </a:lnTo>
                  <a:lnTo>
                    <a:pt x="36534" y="2434"/>
                  </a:lnTo>
                  <a:lnTo>
                    <a:pt x="3725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h799"/>
            <p:cNvSpPr/>
            <p:nvPr/>
          </p:nvSpPr>
          <p:spPr>
            <a:xfrm>
              <a:off x="2178547" y="2857908"/>
              <a:ext cx="37862" cy="41071"/>
            </a:xfrm>
            <a:custGeom>
              <a:avLst/>
              <a:pathLst>
                <a:path w="37862" h="41071">
                  <a:moveTo>
                    <a:pt x="22900" y="585"/>
                  </a:moveTo>
                  <a:lnTo>
                    <a:pt x="27035" y="2612"/>
                  </a:lnTo>
                  <a:lnTo>
                    <a:pt x="27020" y="6275"/>
                  </a:lnTo>
                  <a:lnTo>
                    <a:pt x="28282" y="8324"/>
                  </a:lnTo>
                  <a:lnTo>
                    <a:pt x="33947" y="13013"/>
                  </a:lnTo>
                  <a:lnTo>
                    <a:pt x="35238" y="13464"/>
                  </a:lnTo>
                  <a:lnTo>
                    <a:pt x="37862" y="12586"/>
                  </a:lnTo>
                  <a:lnTo>
                    <a:pt x="29382" y="26321"/>
                  </a:lnTo>
                  <a:lnTo>
                    <a:pt x="29486" y="30603"/>
                  </a:lnTo>
                  <a:lnTo>
                    <a:pt x="32225" y="33090"/>
                  </a:lnTo>
                  <a:lnTo>
                    <a:pt x="24403" y="39508"/>
                  </a:lnTo>
                  <a:lnTo>
                    <a:pt x="19307" y="40972"/>
                  </a:lnTo>
                  <a:lnTo>
                    <a:pt x="12814" y="41071"/>
                  </a:lnTo>
                  <a:lnTo>
                    <a:pt x="13746" y="39707"/>
                  </a:lnTo>
                  <a:lnTo>
                    <a:pt x="13291" y="36222"/>
                  </a:lnTo>
                  <a:lnTo>
                    <a:pt x="9819" y="29803"/>
                  </a:lnTo>
                  <a:lnTo>
                    <a:pt x="7641" y="28766"/>
                  </a:lnTo>
                  <a:lnTo>
                    <a:pt x="5386" y="29957"/>
                  </a:lnTo>
                  <a:lnTo>
                    <a:pt x="3930" y="27622"/>
                  </a:lnTo>
                  <a:lnTo>
                    <a:pt x="3736" y="23482"/>
                  </a:lnTo>
                  <a:lnTo>
                    <a:pt x="5" y="22247"/>
                  </a:lnTo>
                  <a:lnTo>
                    <a:pt x="0" y="21192"/>
                  </a:lnTo>
                  <a:lnTo>
                    <a:pt x="1167" y="20503"/>
                  </a:lnTo>
                  <a:lnTo>
                    <a:pt x="6268" y="19605"/>
                  </a:lnTo>
                  <a:lnTo>
                    <a:pt x="7456" y="18641"/>
                  </a:lnTo>
                  <a:lnTo>
                    <a:pt x="7893" y="14343"/>
                  </a:lnTo>
                  <a:lnTo>
                    <a:pt x="5836" y="13885"/>
                  </a:lnTo>
                  <a:lnTo>
                    <a:pt x="3988" y="15425"/>
                  </a:lnTo>
                  <a:lnTo>
                    <a:pt x="3563" y="14896"/>
                  </a:lnTo>
                  <a:lnTo>
                    <a:pt x="4246" y="9475"/>
                  </a:lnTo>
                  <a:lnTo>
                    <a:pt x="7096" y="6491"/>
                  </a:lnTo>
                  <a:lnTo>
                    <a:pt x="7656" y="5505"/>
                  </a:lnTo>
                  <a:lnTo>
                    <a:pt x="11726" y="5100"/>
                  </a:lnTo>
                  <a:lnTo>
                    <a:pt x="15460" y="838"/>
                  </a:lnTo>
                  <a:lnTo>
                    <a:pt x="1695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h800"/>
            <p:cNvSpPr/>
            <p:nvPr/>
          </p:nvSpPr>
          <p:spPr>
            <a:xfrm>
              <a:off x="2069504" y="2813015"/>
              <a:ext cx="69595" cy="85521"/>
            </a:xfrm>
            <a:custGeom>
              <a:avLst/>
              <a:pathLst>
                <a:path w="69595" h="85521">
                  <a:moveTo>
                    <a:pt x="66513" y="2997"/>
                  </a:moveTo>
                  <a:lnTo>
                    <a:pt x="68794" y="6193"/>
                  </a:lnTo>
                  <a:lnTo>
                    <a:pt x="69595" y="7117"/>
                  </a:lnTo>
                  <a:lnTo>
                    <a:pt x="69321" y="11638"/>
                  </a:lnTo>
                  <a:lnTo>
                    <a:pt x="59777" y="13359"/>
                  </a:lnTo>
                  <a:lnTo>
                    <a:pt x="56509" y="12128"/>
                  </a:lnTo>
                  <a:lnTo>
                    <a:pt x="45328" y="15220"/>
                  </a:lnTo>
                  <a:lnTo>
                    <a:pt x="43366" y="17495"/>
                  </a:lnTo>
                  <a:lnTo>
                    <a:pt x="43244" y="20216"/>
                  </a:lnTo>
                  <a:lnTo>
                    <a:pt x="44185" y="22913"/>
                  </a:lnTo>
                  <a:lnTo>
                    <a:pt x="46087" y="20956"/>
                  </a:lnTo>
                  <a:lnTo>
                    <a:pt x="49989" y="19865"/>
                  </a:lnTo>
                  <a:lnTo>
                    <a:pt x="53990" y="20982"/>
                  </a:lnTo>
                  <a:lnTo>
                    <a:pt x="53138" y="28864"/>
                  </a:lnTo>
                  <a:lnTo>
                    <a:pt x="50297" y="28557"/>
                  </a:lnTo>
                  <a:lnTo>
                    <a:pt x="50205" y="29340"/>
                  </a:lnTo>
                  <a:lnTo>
                    <a:pt x="54004" y="32632"/>
                  </a:lnTo>
                  <a:lnTo>
                    <a:pt x="55019" y="32676"/>
                  </a:lnTo>
                  <a:lnTo>
                    <a:pt x="56194" y="37265"/>
                  </a:lnTo>
                  <a:lnTo>
                    <a:pt x="52449" y="42106"/>
                  </a:lnTo>
                  <a:lnTo>
                    <a:pt x="49086" y="52436"/>
                  </a:lnTo>
                  <a:lnTo>
                    <a:pt x="51382" y="55032"/>
                  </a:lnTo>
                  <a:lnTo>
                    <a:pt x="55445" y="52696"/>
                  </a:lnTo>
                  <a:lnTo>
                    <a:pt x="57137" y="52929"/>
                  </a:lnTo>
                  <a:lnTo>
                    <a:pt x="57912" y="55449"/>
                  </a:lnTo>
                  <a:lnTo>
                    <a:pt x="55551" y="59003"/>
                  </a:lnTo>
                  <a:lnTo>
                    <a:pt x="55226" y="61906"/>
                  </a:lnTo>
                  <a:lnTo>
                    <a:pt x="55775" y="62994"/>
                  </a:lnTo>
                  <a:lnTo>
                    <a:pt x="50805" y="70504"/>
                  </a:lnTo>
                  <a:lnTo>
                    <a:pt x="48190" y="71116"/>
                  </a:lnTo>
                  <a:lnTo>
                    <a:pt x="42337" y="67986"/>
                  </a:lnTo>
                  <a:lnTo>
                    <a:pt x="38229" y="67600"/>
                  </a:lnTo>
                  <a:lnTo>
                    <a:pt x="36784" y="70117"/>
                  </a:lnTo>
                  <a:lnTo>
                    <a:pt x="36612" y="75950"/>
                  </a:lnTo>
                  <a:lnTo>
                    <a:pt x="34263" y="84633"/>
                  </a:lnTo>
                  <a:lnTo>
                    <a:pt x="30659" y="83666"/>
                  </a:lnTo>
                  <a:lnTo>
                    <a:pt x="26954" y="85521"/>
                  </a:lnTo>
                  <a:lnTo>
                    <a:pt x="24878" y="85188"/>
                  </a:lnTo>
                  <a:lnTo>
                    <a:pt x="21146" y="82729"/>
                  </a:lnTo>
                  <a:lnTo>
                    <a:pt x="18767" y="82556"/>
                  </a:lnTo>
                  <a:lnTo>
                    <a:pt x="19346" y="82017"/>
                  </a:lnTo>
                  <a:lnTo>
                    <a:pt x="21588" y="80849"/>
                  </a:lnTo>
                  <a:lnTo>
                    <a:pt x="22673" y="75128"/>
                  </a:lnTo>
                  <a:lnTo>
                    <a:pt x="22354" y="71938"/>
                  </a:lnTo>
                  <a:lnTo>
                    <a:pt x="18282" y="70011"/>
                  </a:lnTo>
                  <a:lnTo>
                    <a:pt x="14991" y="69634"/>
                  </a:lnTo>
                  <a:lnTo>
                    <a:pt x="12697" y="65499"/>
                  </a:lnTo>
                  <a:lnTo>
                    <a:pt x="15790" y="65757"/>
                  </a:lnTo>
                  <a:lnTo>
                    <a:pt x="17702" y="62530"/>
                  </a:lnTo>
                  <a:lnTo>
                    <a:pt x="22794" y="59578"/>
                  </a:lnTo>
                  <a:lnTo>
                    <a:pt x="25113" y="55542"/>
                  </a:lnTo>
                  <a:lnTo>
                    <a:pt x="26081" y="49321"/>
                  </a:lnTo>
                  <a:lnTo>
                    <a:pt x="21746" y="47633"/>
                  </a:lnTo>
                  <a:lnTo>
                    <a:pt x="20565" y="48117"/>
                  </a:lnTo>
                  <a:lnTo>
                    <a:pt x="17468" y="47057"/>
                  </a:lnTo>
                  <a:lnTo>
                    <a:pt x="13935" y="45132"/>
                  </a:lnTo>
                  <a:lnTo>
                    <a:pt x="9137" y="39297"/>
                  </a:lnTo>
                  <a:lnTo>
                    <a:pt x="4888" y="39451"/>
                  </a:lnTo>
                  <a:lnTo>
                    <a:pt x="0" y="35445"/>
                  </a:lnTo>
                  <a:lnTo>
                    <a:pt x="55" y="32564"/>
                  </a:lnTo>
                  <a:lnTo>
                    <a:pt x="615" y="31252"/>
                  </a:lnTo>
                  <a:lnTo>
                    <a:pt x="4184" y="30546"/>
                  </a:lnTo>
                  <a:lnTo>
                    <a:pt x="12260" y="23860"/>
                  </a:lnTo>
                  <a:lnTo>
                    <a:pt x="18293" y="26793"/>
                  </a:lnTo>
                  <a:lnTo>
                    <a:pt x="25949" y="25020"/>
                  </a:lnTo>
                  <a:lnTo>
                    <a:pt x="28620" y="26240"/>
                  </a:lnTo>
                  <a:lnTo>
                    <a:pt x="31168" y="25144"/>
                  </a:lnTo>
                  <a:lnTo>
                    <a:pt x="31473" y="24139"/>
                  </a:lnTo>
                  <a:lnTo>
                    <a:pt x="30518" y="22144"/>
                  </a:lnTo>
                  <a:lnTo>
                    <a:pt x="31105" y="20871"/>
                  </a:lnTo>
                  <a:lnTo>
                    <a:pt x="33544" y="18119"/>
                  </a:lnTo>
                  <a:lnTo>
                    <a:pt x="36026" y="17333"/>
                  </a:lnTo>
                  <a:lnTo>
                    <a:pt x="39571" y="13776"/>
                  </a:lnTo>
                  <a:lnTo>
                    <a:pt x="40403" y="10242"/>
                  </a:lnTo>
                  <a:lnTo>
                    <a:pt x="46235" y="6204"/>
                  </a:lnTo>
                  <a:lnTo>
                    <a:pt x="52958" y="3006"/>
                  </a:lnTo>
                  <a:lnTo>
                    <a:pt x="55380" y="3152"/>
                  </a:lnTo>
                  <a:lnTo>
                    <a:pt x="58857" y="6582"/>
                  </a:lnTo>
                  <a:lnTo>
                    <a:pt x="59995" y="6627"/>
                  </a:lnTo>
                  <a:lnTo>
                    <a:pt x="61347" y="955"/>
                  </a:lnTo>
                  <a:lnTo>
                    <a:pt x="6566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h801"/>
            <p:cNvSpPr/>
            <p:nvPr/>
          </p:nvSpPr>
          <p:spPr>
            <a:xfrm>
              <a:off x="2087776" y="2898780"/>
              <a:ext cx="22331" cy="27580"/>
            </a:xfrm>
            <a:custGeom>
              <a:avLst/>
              <a:pathLst>
                <a:path w="22331" h="27580">
                  <a:moveTo>
                    <a:pt x="22331" y="1378"/>
                  </a:moveTo>
                  <a:lnTo>
                    <a:pt x="22298" y="2540"/>
                  </a:lnTo>
                  <a:lnTo>
                    <a:pt x="21317" y="2856"/>
                  </a:lnTo>
                  <a:lnTo>
                    <a:pt x="19199" y="6489"/>
                  </a:lnTo>
                  <a:lnTo>
                    <a:pt x="17885" y="6605"/>
                  </a:lnTo>
                  <a:lnTo>
                    <a:pt x="16739" y="8796"/>
                  </a:lnTo>
                  <a:lnTo>
                    <a:pt x="19621" y="13756"/>
                  </a:lnTo>
                  <a:lnTo>
                    <a:pt x="18198" y="17786"/>
                  </a:lnTo>
                  <a:lnTo>
                    <a:pt x="13129" y="20631"/>
                  </a:lnTo>
                  <a:lnTo>
                    <a:pt x="8414" y="25223"/>
                  </a:lnTo>
                  <a:lnTo>
                    <a:pt x="8278" y="26310"/>
                  </a:lnTo>
                  <a:lnTo>
                    <a:pt x="7018" y="27407"/>
                  </a:lnTo>
                  <a:lnTo>
                    <a:pt x="3801" y="27580"/>
                  </a:lnTo>
                  <a:lnTo>
                    <a:pt x="3118" y="24435"/>
                  </a:lnTo>
                  <a:lnTo>
                    <a:pt x="0" y="19324"/>
                  </a:lnTo>
                  <a:lnTo>
                    <a:pt x="657" y="19150"/>
                  </a:lnTo>
                  <a:lnTo>
                    <a:pt x="3679" y="19463"/>
                  </a:lnTo>
                  <a:lnTo>
                    <a:pt x="710" y="16408"/>
                  </a:lnTo>
                  <a:lnTo>
                    <a:pt x="7" y="12120"/>
                  </a:lnTo>
                  <a:lnTo>
                    <a:pt x="1428" y="8903"/>
                  </a:lnTo>
                  <a:lnTo>
                    <a:pt x="4205" y="7532"/>
                  </a:lnTo>
                  <a:lnTo>
                    <a:pt x="4096" y="8838"/>
                  </a:lnTo>
                  <a:lnTo>
                    <a:pt x="6744" y="11738"/>
                  </a:lnTo>
                  <a:lnTo>
                    <a:pt x="1617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h802"/>
            <p:cNvSpPr/>
            <p:nvPr/>
          </p:nvSpPr>
          <p:spPr>
            <a:xfrm>
              <a:off x="2179254" y="2978971"/>
              <a:ext cx="30396" cy="19432"/>
            </a:xfrm>
            <a:custGeom>
              <a:avLst/>
              <a:pathLst>
                <a:path w="30396" h="19432">
                  <a:moveTo>
                    <a:pt x="16567" y="0"/>
                  </a:moveTo>
                  <a:lnTo>
                    <a:pt x="18619" y="2535"/>
                  </a:lnTo>
                  <a:lnTo>
                    <a:pt x="23567" y="1185"/>
                  </a:lnTo>
                  <a:lnTo>
                    <a:pt x="26755" y="1453"/>
                  </a:lnTo>
                  <a:lnTo>
                    <a:pt x="28088" y="4229"/>
                  </a:lnTo>
                  <a:lnTo>
                    <a:pt x="30396" y="6017"/>
                  </a:lnTo>
                  <a:lnTo>
                    <a:pt x="30149" y="6892"/>
                  </a:lnTo>
                  <a:lnTo>
                    <a:pt x="27962" y="6713"/>
                  </a:lnTo>
                  <a:lnTo>
                    <a:pt x="26282" y="5339"/>
                  </a:lnTo>
                  <a:lnTo>
                    <a:pt x="24679" y="7402"/>
                  </a:lnTo>
                  <a:lnTo>
                    <a:pt x="21109" y="7051"/>
                  </a:lnTo>
                  <a:lnTo>
                    <a:pt x="20451" y="5696"/>
                  </a:lnTo>
                  <a:lnTo>
                    <a:pt x="17025" y="5901"/>
                  </a:lnTo>
                  <a:lnTo>
                    <a:pt x="15534" y="7574"/>
                  </a:lnTo>
                  <a:lnTo>
                    <a:pt x="17135" y="15151"/>
                  </a:lnTo>
                  <a:lnTo>
                    <a:pt x="15552" y="14634"/>
                  </a:lnTo>
                  <a:lnTo>
                    <a:pt x="13446" y="15187"/>
                  </a:lnTo>
                  <a:lnTo>
                    <a:pt x="12342" y="17790"/>
                  </a:lnTo>
                  <a:lnTo>
                    <a:pt x="9662" y="19432"/>
                  </a:lnTo>
                  <a:lnTo>
                    <a:pt x="6413" y="17480"/>
                  </a:lnTo>
                  <a:lnTo>
                    <a:pt x="5232" y="14245"/>
                  </a:lnTo>
                  <a:lnTo>
                    <a:pt x="368" y="12029"/>
                  </a:lnTo>
                  <a:lnTo>
                    <a:pt x="0" y="10679"/>
                  </a:lnTo>
                  <a:lnTo>
                    <a:pt x="1861" y="6321"/>
                  </a:lnTo>
                  <a:lnTo>
                    <a:pt x="1902" y="3464"/>
                  </a:lnTo>
                  <a:lnTo>
                    <a:pt x="4344" y="1768"/>
                  </a:lnTo>
                  <a:lnTo>
                    <a:pt x="11430" y="2846"/>
                  </a:lnTo>
                  <a:lnTo>
                    <a:pt x="14012" y="42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h803"/>
            <p:cNvSpPr/>
            <p:nvPr/>
          </p:nvSpPr>
          <p:spPr>
            <a:xfrm>
              <a:off x="2034506" y="2664661"/>
              <a:ext cx="99113" cy="88246"/>
            </a:xfrm>
            <a:custGeom>
              <a:avLst/>
              <a:pathLst>
                <a:path w="99113" h="88246">
                  <a:moveTo>
                    <a:pt x="87106" y="2875"/>
                  </a:moveTo>
                  <a:lnTo>
                    <a:pt x="92312" y="1532"/>
                  </a:lnTo>
                  <a:lnTo>
                    <a:pt x="93784" y="2080"/>
                  </a:lnTo>
                  <a:lnTo>
                    <a:pt x="94760" y="3087"/>
                  </a:lnTo>
                  <a:lnTo>
                    <a:pt x="99113" y="18430"/>
                  </a:lnTo>
                  <a:lnTo>
                    <a:pt x="94392" y="28100"/>
                  </a:lnTo>
                  <a:lnTo>
                    <a:pt x="89579" y="30669"/>
                  </a:lnTo>
                  <a:lnTo>
                    <a:pt x="89219" y="34057"/>
                  </a:lnTo>
                  <a:lnTo>
                    <a:pt x="90037" y="36652"/>
                  </a:lnTo>
                  <a:lnTo>
                    <a:pt x="94264" y="40010"/>
                  </a:lnTo>
                  <a:lnTo>
                    <a:pt x="90793" y="44037"/>
                  </a:lnTo>
                  <a:lnTo>
                    <a:pt x="87014" y="53419"/>
                  </a:lnTo>
                  <a:lnTo>
                    <a:pt x="83319" y="58442"/>
                  </a:lnTo>
                  <a:lnTo>
                    <a:pt x="81562" y="57749"/>
                  </a:lnTo>
                  <a:lnTo>
                    <a:pt x="78456" y="53894"/>
                  </a:lnTo>
                  <a:lnTo>
                    <a:pt x="74040" y="53049"/>
                  </a:lnTo>
                  <a:lnTo>
                    <a:pt x="66669" y="56744"/>
                  </a:lnTo>
                  <a:lnTo>
                    <a:pt x="64291" y="65252"/>
                  </a:lnTo>
                  <a:lnTo>
                    <a:pt x="67215" y="66997"/>
                  </a:lnTo>
                  <a:lnTo>
                    <a:pt x="69684" y="71005"/>
                  </a:lnTo>
                  <a:lnTo>
                    <a:pt x="67334" y="72989"/>
                  </a:lnTo>
                  <a:lnTo>
                    <a:pt x="64927" y="73611"/>
                  </a:lnTo>
                  <a:lnTo>
                    <a:pt x="58865" y="71855"/>
                  </a:lnTo>
                  <a:lnTo>
                    <a:pt x="55314" y="72876"/>
                  </a:lnTo>
                  <a:lnTo>
                    <a:pt x="56830" y="76394"/>
                  </a:lnTo>
                  <a:lnTo>
                    <a:pt x="54483" y="83145"/>
                  </a:lnTo>
                  <a:lnTo>
                    <a:pt x="52768" y="83865"/>
                  </a:lnTo>
                  <a:lnTo>
                    <a:pt x="50105" y="83143"/>
                  </a:lnTo>
                  <a:lnTo>
                    <a:pt x="45201" y="83419"/>
                  </a:lnTo>
                  <a:lnTo>
                    <a:pt x="39371" y="80861"/>
                  </a:lnTo>
                  <a:lnTo>
                    <a:pt x="37828" y="82129"/>
                  </a:lnTo>
                  <a:lnTo>
                    <a:pt x="36695" y="85498"/>
                  </a:lnTo>
                  <a:lnTo>
                    <a:pt x="33515" y="88233"/>
                  </a:lnTo>
                  <a:lnTo>
                    <a:pt x="26080" y="86738"/>
                  </a:lnTo>
                  <a:lnTo>
                    <a:pt x="24985" y="88224"/>
                  </a:lnTo>
                  <a:lnTo>
                    <a:pt x="20721" y="88246"/>
                  </a:lnTo>
                  <a:lnTo>
                    <a:pt x="20718" y="86255"/>
                  </a:lnTo>
                  <a:lnTo>
                    <a:pt x="22135" y="85028"/>
                  </a:lnTo>
                  <a:lnTo>
                    <a:pt x="24015" y="78935"/>
                  </a:lnTo>
                  <a:lnTo>
                    <a:pt x="23359" y="77442"/>
                  </a:lnTo>
                  <a:lnTo>
                    <a:pt x="21716" y="76321"/>
                  </a:lnTo>
                  <a:lnTo>
                    <a:pt x="19339" y="76617"/>
                  </a:lnTo>
                  <a:lnTo>
                    <a:pt x="15243" y="78642"/>
                  </a:lnTo>
                  <a:lnTo>
                    <a:pt x="11675" y="76793"/>
                  </a:lnTo>
                  <a:lnTo>
                    <a:pt x="10989" y="74288"/>
                  </a:lnTo>
                  <a:lnTo>
                    <a:pt x="9445" y="73857"/>
                  </a:lnTo>
                  <a:lnTo>
                    <a:pt x="6858" y="75382"/>
                  </a:lnTo>
                  <a:lnTo>
                    <a:pt x="5383" y="77380"/>
                  </a:lnTo>
                  <a:lnTo>
                    <a:pt x="878" y="77485"/>
                  </a:lnTo>
                  <a:lnTo>
                    <a:pt x="31" y="77187"/>
                  </a:lnTo>
                  <a:lnTo>
                    <a:pt x="1124" y="64372"/>
                  </a:lnTo>
                  <a:lnTo>
                    <a:pt x="0" y="60630"/>
                  </a:lnTo>
                  <a:lnTo>
                    <a:pt x="5926" y="41686"/>
                  </a:lnTo>
                  <a:lnTo>
                    <a:pt x="9603" y="38099"/>
                  </a:lnTo>
                  <a:lnTo>
                    <a:pt x="11184" y="35330"/>
                  </a:lnTo>
                  <a:lnTo>
                    <a:pt x="9666" y="31866"/>
                  </a:lnTo>
                  <a:lnTo>
                    <a:pt x="9644" y="28662"/>
                  </a:lnTo>
                  <a:lnTo>
                    <a:pt x="10345" y="29131"/>
                  </a:lnTo>
                  <a:lnTo>
                    <a:pt x="13506" y="29321"/>
                  </a:lnTo>
                  <a:lnTo>
                    <a:pt x="14962" y="28618"/>
                  </a:lnTo>
                  <a:lnTo>
                    <a:pt x="14598" y="23914"/>
                  </a:lnTo>
                  <a:lnTo>
                    <a:pt x="16769" y="20266"/>
                  </a:lnTo>
                  <a:lnTo>
                    <a:pt x="19165" y="19244"/>
                  </a:lnTo>
                  <a:lnTo>
                    <a:pt x="20820" y="19093"/>
                  </a:lnTo>
                  <a:lnTo>
                    <a:pt x="22485" y="21898"/>
                  </a:lnTo>
                  <a:lnTo>
                    <a:pt x="25716" y="23697"/>
                  </a:lnTo>
                  <a:lnTo>
                    <a:pt x="25920" y="22376"/>
                  </a:lnTo>
                  <a:lnTo>
                    <a:pt x="24362" y="18463"/>
                  </a:lnTo>
                  <a:lnTo>
                    <a:pt x="21861" y="14642"/>
                  </a:lnTo>
                  <a:lnTo>
                    <a:pt x="21517" y="10719"/>
                  </a:lnTo>
                  <a:lnTo>
                    <a:pt x="23138" y="7942"/>
                  </a:lnTo>
                  <a:lnTo>
                    <a:pt x="27243" y="7009"/>
                  </a:lnTo>
                  <a:lnTo>
                    <a:pt x="28867" y="8416"/>
                  </a:lnTo>
                  <a:lnTo>
                    <a:pt x="32451" y="9523"/>
                  </a:lnTo>
                  <a:lnTo>
                    <a:pt x="32590" y="7871"/>
                  </a:lnTo>
                  <a:lnTo>
                    <a:pt x="31604" y="6833"/>
                  </a:lnTo>
                  <a:lnTo>
                    <a:pt x="33734" y="5025"/>
                  </a:lnTo>
                  <a:lnTo>
                    <a:pt x="35623" y="4755"/>
                  </a:lnTo>
                  <a:lnTo>
                    <a:pt x="36874" y="4912"/>
                  </a:lnTo>
                  <a:lnTo>
                    <a:pt x="37940" y="6277"/>
                  </a:lnTo>
                  <a:lnTo>
                    <a:pt x="39939" y="13459"/>
                  </a:lnTo>
                  <a:lnTo>
                    <a:pt x="36202" y="23570"/>
                  </a:lnTo>
                  <a:lnTo>
                    <a:pt x="34178" y="26024"/>
                  </a:lnTo>
                  <a:lnTo>
                    <a:pt x="34152" y="27726"/>
                  </a:lnTo>
                  <a:lnTo>
                    <a:pt x="37299" y="27251"/>
                  </a:lnTo>
                  <a:lnTo>
                    <a:pt x="40106" y="25373"/>
                  </a:lnTo>
                  <a:lnTo>
                    <a:pt x="43199" y="26982"/>
                  </a:lnTo>
                  <a:lnTo>
                    <a:pt x="45020" y="30756"/>
                  </a:lnTo>
                  <a:lnTo>
                    <a:pt x="48204" y="34426"/>
                  </a:lnTo>
                  <a:lnTo>
                    <a:pt x="54975" y="31451"/>
                  </a:lnTo>
                  <a:lnTo>
                    <a:pt x="57779" y="43871"/>
                  </a:lnTo>
                  <a:lnTo>
                    <a:pt x="62381" y="53126"/>
                  </a:lnTo>
                  <a:lnTo>
                    <a:pt x="66767" y="37500"/>
                  </a:lnTo>
                  <a:lnTo>
                    <a:pt x="64727" y="31745"/>
                  </a:lnTo>
                  <a:lnTo>
                    <a:pt x="64812" y="30121"/>
                  </a:lnTo>
                  <a:lnTo>
                    <a:pt x="66970" y="28644"/>
                  </a:lnTo>
                  <a:lnTo>
                    <a:pt x="69045" y="25723"/>
                  </a:lnTo>
                  <a:lnTo>
                    <a:pt x="69748" y="17207"/>
                  </a:lnTo>
                  <a:lnTo>
                    <a:pt x="72153" y="12531"/>
                  </a:lnTo>
                  <a:lnTo>
                    <a:pt x="72511" y="8301"/>
                  </a:lnTo>
                  <a:lnTo>
                    <a:pt x="74455" y="2340"/>
                  </a:lnTo>
                  <a:lnTo>
                    <a:pt x="7965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h804"/>
            <p:cNvSpPr/>
            <p:nvPr/>
          </p:nvSpPr>
          <p:spPr>
            <a:xfrm>
              <a:off x="2218080" y="2821149"/>
              <a:ext cx="25845" cy="28500"/>
            </a:xfrm>
            <a:custGeom>
              <a:avLst/>
              <a:pathLst>
                <a:path w="25845" h="28500">
                  <a:moveTo>
                    <a:pt x="22373" y="6343"/>
                  </a:moveTo>
                  <a:lnTo>
                    <a:pt x="19472" y="8947"/>
                  </a:lnTo>
                  <a:lnTo>
                    <a:pt x="21040" y="9650"/>
                  </a:lnTo>
                  <a:lnTo>
                    <a:pt x="25705" y="14503"/>
                  </a:lnTo>
                  <a:lnTo>
                    <a:pt x="25845" y="17851"/>
                  </a:lnTo>
                  <a:lnTo>
                    <a:pt x="24340" y="22244"/>
                  </a:lnTo>
                  <a:lnTo>
                    <a:pt x="20846" y="24473"/>
                  </a:lnTo>
                  <a:lnTo>
                    <a:pt x="16778" y="22652"/>
                  </a:lnTo>
                  <a:lnTo>
                    <a:pt x="14173" y="24780"/>
                  </a:lnTo>
                  <a:lnTo>
                    <a:pt x="7087" y="28500"/>
                  </a:lnTo>
                  <a:lnTo>
                    <a:pt x="0" y="17519"/>
                  </a:lnTo>
                  <a:lnTo>
                    <a:pt x="1846" y="12258"/>
                  </a:lnTo>
                  <a:lnTo>
                    <a:pt x="5693" y="8957"/>
                  </a:lnTo>
                  <a:lnTo>
                    <a:pt x="11312" y="9320"/>
                  </a:lnTo>
                  <a:lnTo>
                    <a:pt x="13347" y="8394"/>
                  </a:lnTo>
                  <a:lnTo>
                    <a:pt x="16724" y="3966"/>
                  </a:lnTo>
                  <a:lnTo>
                    <a:pt x="1660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h805"/>
            <p:cNvSpPr/>
            <p:nvPr/>
          </p:nvSpPr>
          <p:spPr>
            <a:xfrm>
              <a:off x="2175882" y="3003199"/>
              <a:ext cx="26423" cy="27410"/>
            </a:xfrm>
            <a:custGeom>
              <a:avLst/>
              <a:pathLst>
                <a:path w="26423" h="27410">
                  <a:moveTo>
                    <a:pt x="18057" y="0"/>
                  </a:moveTo>
                  <a:lnTo>
                    <a:pt x="22337" y="4860"/>
                  </a:lnTo>
                  <a:lnTo>
                    <a:pt x="25417" y="8040"/>
                  </a:lnTo>
                  <a:lnTo>
                    <a:pt x="26423" y="21894"/>
                  </a:lnTo>
                  <a:lnTo>
                    <a:pt x="22098" y="27410"/>
                  </a:lnTo>
                  <a:lnTo>
                    <a:pt x="21162" y="25507"/>
                  </a:lnTo>
                  <a:lnTo>
                    <a:pt x="10065" y="17819"/>
                  </a:lnTo>
                  <a:lnTo>
                    <a:pt x="8480" y="18270"/>
                  </a:lnTo>
                  <a:lnTo>
                    <a:pt x="7918" y="19552"/>
                  </a:lnTo>
                  <a:lnTo>
                    <a:pt x="6041" y="19972"/>
                  </a:lnTo>
                  <a:lnTo>
                    <a:pt x="1228" y="17854"/>
                  </a:lnTo>
                  <a:lnTo>
                    <a:pt x="0" y="15677"/>
                  </a:lnTo>
                  <a:lnTo>
                    <a:pt x="1676" y="14548"/>
                  </a:lnTo>
                  <a:lnTo>
                    <a:pt x="3624" y="14919"/>
                  </a:lnTo>
                  <a:lnTo>
                    <a:pt x="5066" y="4014"/>
                  </a:lnTo>
                  <a:lnTo>
                    <a:pt x="5933" y="2708"/>
                  </a:lnTo>
                  <a:lnTo>
                    <a:pt x="10987" y="3279"/>
                  </a:lnTo>
                  <a:lnTo>
                    <a:pt x="13917" y="4522"/>
                  </a:lnTo>
                  <a:lnTo>
                    <a:pt x="15684" y="2760"/>
                  </a:lnTo>
                  <a:lnTo>
                    <a:pt x="16260" y="97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h806"/>
            <p:cNvSpPr/>
            <p:nvPr/>
          </p:nvSpPr>
          <p:spPr>
            <a:xfrm>
              <a:off x="1934946" y="2890142"/>
              <a:ext cx="76757" cy="74877"/>
            </a:xfrm>
            <a:custGeom>
              <a:avLst/>
              <a:pathLst>
                <a:path w="76757" h="74877">
                  <a:moveTo>
                    <a:pt x="69521" y="2970"/>
                  </a:moveTo>
                  <a:lnTo>
                    <a:pt x="72370" y="10002"/>
                  </a:lnTo>
                  <a:lnTo>
                    <a:pt x="76225" y="12908"/>
                  </a:lnTo>
                  <a:lnTo>
                    <a:pt x="76757" y="17183"/>
                  </a:lnTo>
                  <a:lnTo>
                    <a:pt x="75333" y="17160"/>
                  </a:lnTo>
                  <a:lnTo>
                    <a:pt x="71766" y="20095"/>
                  </a:lnTo>
                  <a:lnTo>
                    <a:pt x="69858" y="22942"/>
                  </a:lnTo>
                  <a:lnTo>
                    <a:pt x="69116" y="25843"/>
                  </a:lnTo>
                  <a:lnTo>
                    <a:pt x="64729" y="31003"/>
                  </a:lnTo>
                  <a:lnTo>
                    <a:pt x="67475" y="33088"/>
                  </a:lnTo>
                  <a:lnTo>
                    <a:pt x="68208" y="36134"/>
                  </a:lnTo>
                  <a:lnTo>
                    <a:pt x="63442" y="42266"/>
                  </a:lnTo>
                  <a:lnTo>
                    <a:pt x="63848" y="44311"/>
                  </a:lnTo>
                  <a:lnTo>
                    <a:pt x="66021" y="45628"/>
                  </a:lnTo>
                  <a:lnTo>
                    <a:pt x="66294" y="48968"/>
                  </a:lnTo>
                  <a:lnTo>
                    <a:pt x="65451" y="55203"/>
                  </a:lnTo>
                  <a:lnTo>
                    <a:pt x="67498" y="60576"/>
                  </a:lnTo>
                  <a:lnTo>
                    <a:pt x="67331" y="61995"/>
                  </a:lnTo>
                  <a:lnTo>
                    <a:pt x="63054" y="66996"/>
                  </a:lnTo>
                  <a:lnTo>
                    <a:pt x="61778" y="70504"/>
                  </a:lnTo>
                  <a:lnTo>
                    <a:pt x="58043" y="74296"/>
                  </a:lnTo>
                  <a:lnTo>
                    <a:pt x="54202" y="74877"/>
                  </a:lnTo>
                  <a:lnTo>
                    <a:pt x="52671" y="74590"/>
                  </a:lnTo>
                  <a:lnTo>
                    <a:pt x="47997" y="57821"/>
                  </a:lnTo>
                  <a:lnTo>
                    <a:pt x="42113" y="55718"/>
                  </a:lnTo>
                  <a:lnTo>
                    <a:pt x="40164" y="51228"/>
                  </a:lnTo>
                  <a:lnTo>
                    <a:pt x="41519" y="49944"/>
                  </a:lnTo>
                  <a:lnTo>
                    <a:pt x="41751" y="48253"/>
                  </a:lnTo>
                  <a:lnTo>
                    <a:pt x="40436" y="43821"/>
                  </a:lnTo>
                  <a:lnTo>
                    <a:pt x="39210" y="42502"/>
                  </a:lnTo>
                  <a:lnTo>
                    <a:pt x="32703" y="40474"/>
                  </a:lnTo>
                  <a:lnTo>
                    <a:pt x="30517" y="38090"/>
                  </a:lnTo>
                  <a:lnTo>
                    <a:pt x="25589" y="39315"/>
                  </a:lnTo>
                  <a:lnTo>
                    <a:pt x="23187" y="43147"/>
                  </a:lnTo>
                  <a:lnTo>
                    <a:pt x="22888" y="47480"/>
                  </a:lnTo>
                  <a:lnTo>
                    <a:pt x="21343" y="52104"/>
                  </a:lnTo>
                  <a:lnTo>
                    <a:pt x="12852" y="51050"/>
                  </a:lnTo>
                  <a:lnTo>
                    <a:pt x="11782" y="49584"/>
                  </a:lnTo>
                  <a:lnTo>
                    <a:pt x="11533" y="46504"/>
                  </a:lnTo>
                  <a:lnTo>
                    <a:pt x="10096" y="44902"/>
                  </a:lnTo>
                  <a:lnTo>
                    <a:pt x="4713" y="43198"/>
                  </a:lnTo>
                  <a:lnTo>
                    <a:pt x="5825" y="39592"/>
                  </a:lnTo>
                  <a:lnTo>
                    <a:pt x="4032" y="39832"/>
                  </a:lnTo>
                  <a:lnTo>
                    <a:pt x="4885" y="33676"/>
                  </a:lnTo>
                  <a:lnTo>
                    <a:pt x="0" y="19976"/>
                  </a:lnTo>
                  <a:lnTo>
                    <a:pt x="1446" y="18551"/>
                  </a:lnTo>
                  <a:lnTo>
                    <a:pt x="4622" y="17660"/>
                  </a:lnTo>
                  <a:lnTo>
                    <a:pt x="7412" y="19136"/>
                  </a:lnTo>
                  <a:lnTo>
                    <a:pt x="9529" y="18572"/>
                  </a:lnTo>
                  <a:lnTo>
                    <a:pt x="12252" y="14421"/>
                  </a:lnTo>
                  <a:lnTo>
                    <a:pt x="17958" y="11373"/>
                  </a:lnTo>
                  <a:lnTo>
                    <a:pt x="20434" y="11581"/>
                  </a:lnTo>
                  <a:lnTo>
                    <a:pt x="19956" y="11786"/>
                  </a:lnTo>
                  <a:lnTo>
                    <a:pt x="22477" y="16767"/>
                  </a:lnTo>
                  <a:lnTo>
                    <a:pt x="23875" y="17883"/>
                  </a:lnTo>
                  <a:lnTo>
                    <a:pt x="29407" y="15467"/>
                  </a:lnTo>
                  <a:lnTo>
                    <a:pt x="31715" y="16098"/>
                  </a:lnTo>
                  <a:lnTo>
                    <a:pt x="34678" y="19422"/>
                  </a:lnTo>
                  <a:lnTo>
                    <a:pt x="38727" y="17460"/>
                  </a:lnTo>
                  <a:lnTo>
                    <a:pt x="41666" y="14930"/>
                  </a:lnTo>
                  <a:lnTo>
                    <a:pt x="44779" y="15309"/>
                  </a:lnTo>
                  <a:lnTo>
                    <a:pt x="50639" y="18180"/>
                  </a:lnTo>
                  <a:lnTo>
                    <a:pt x="51386" y="17964"/>
                  </a:lnTo>
                  <a:lnTo>
                    <a:pt x="52912" y="13595"/>
                  </a:lnTo>
                  <a:lnTo>
                    <a:pt x="61439" y="7278"/>
                  </a:lnTo>
                  <a:lnTo>
                    <a:pt x="62882" y="1854"/>
                  </a:lnTo>
                  <a:lnTo>
                    <a:pt x="64882" y="603"/>
                  </a:lnTo>
                  <a:lnTo>
                    <a:pt x="68467" y="893"/>
                  </a:lnTo>
                  <a:lnTo>
                    <a:pt x="701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h807"/>
            <p:cNvSpPr/>
            <p:nvPr/>
          </p:nvSpPr>
          <p:spPr>
            <a:xfrm>
              <a:off x="2178497" y="2991001"/>
              <a:ext cx="18382" cy="16720"/>
            </a:xfrm>
            <a:custGeom>
              <a:avLst/>
              <a:pathLst>
                <a:path w="18382" h="16720">
                  <a:moveTo>
                    <a:pt x="5989" y="2215"/>
                  </a:moveTo>
                  <a:lnTo>
                    <a:pt x="7170" y="5451"/>
                  </a:lnTo>
                  <a:lnTo>
                    <a:pt x="10418" y="7403"/>
                  </a:lnTo>
                  <a:lnTo>
                    <a:pt x="13099" y="5760"/>
                  </a:lnTo>
                  <a:lnTo>
                    <a:pt x="14203" y="3157"/>
                  </a:lnTo>
                  <a:lnTo>
                    <a:pt x="16309" y="2605"/>
                  </a:lnTo>
                  <a:lnTo>
                    <a:pt x="17892" y="3121"/>
                  </a:lnTo>
                  <a:lnTo>
                    <a:pt x="18382" y="6882"/>
                  </a:lnTo>
                  <a:lnTo>
                    <a:pt x="15441" y="12198"/>
                  </a:lnTo>
                  <a:lnTo>
                    <a:pt x="13644" y="13169"/>
                  </a:lnTo>
                  <a:lnTo>
                    <a:pt x="13068" y="14958"/>
                  </a:lnTo>
                  <a:lnTo>
                    <a:pt x="11301" y="16720"/>
                  </a:lnTo>
                  <a:lnTo>
                    <a:pt x="8372" y="15477"/>
                  </a:lnTo>
                  <a:lnTo>
                    <a:pt x="3317" y="14906"/>
                  </a:lnTo>
                  <a:lnTo>
                    <a:pt x="2450" y="16212"/>
                  </a:lnTo>
                  <a:lnTo>
                    <a:pt x="917" y="14135"/>
                  </a:lnTo>
                  <a:lnTo>
                    <a:pt x="173" y="10784"/>
                  </a:lnTo>
                  <a:lnTo>
                    <a:pt x="152" y="9646"/>
                  </a:lnTo>
                  <a:lnTo>
                    <a:pt x="2034" y="8371"/>
                  </a:lnTo>
                  <a:lnTo>
                    <a:pt x="0" y="431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h808"/>
            <p:cNvSpPr/>
            <p:nvPr/>
          </p:nvSpPr>
          <p:spPr>
            <a:xfrm>
              <a:off x="2192445" y="3047217"/>
              <a:ext cx="60552" cy="36181"/>
            </a:xfrm>
            <a:custGeom>
              <a:avLst/>
              <a:pathLst>
                <a:path w="60552" h="36181">
                  <a:moveTo>
                    <a:pt x="33185" y="0"/>
                  </a:moveTo>
                  <a:lnTo>
                    <a:pt x="33241" y="1174"/>
                  </a:lnTo>
                  <a:lnTo>
                    <a:pt x="35137" y="3743"/>
                  </a:lnTo>
                  <a:lnTo>
                    <a:pt x="38061" y="5946"/>
                  </a:lnTo>
                  <a:lnTo>
                    <a:pt x="42101" y="6855"/>
                  </a:lnTo>
                  <a:lnTo>
                    <a:pt x="42678" y="8213"/>
                  </a:lnTo>
                  <a:lnTo>
                    <a:pt x="41390" y="10205"/>
                  </a:lnTo>
                  <a:lnTo>
                    <a:pt x="42648" y="12669"/>
                  </a:lnTo>
                  <a:lnTo>
                    <a:pt x="43069" y="16480"/>
                  </a:lnTo>
                  <a:lnTo>
                    <a:pt x="41403" y="20218"/>
                  </a:lnTo>
                  <a:lnTo>
                    <a:pt x="39763" y="21539"/>
                  </a:lnTo>
                  <a:lnTo>
                    <a:pt x="39911" y="22289"/>
                  </a:lnTo>
                  <a:lnTo>
                    <a:pt x="41414" y="22271"/>
                  </a:lnTo>
                  <a:lnTo>
                    <a:pt x="45919" y="19634"/>
                  </a:lnTo>
                  <a:lnTo>
                    <a:pt x="47910" y="20259"/>
                  </a:lnTo>
                  <a:lnTo>
                    <a:pt x="48213" y="22636"/>
                  </a:lnTo>
                  <a:lnTo>
                    <a:pt x="49879" y="23088"/>
                  </a:lnTo>
                  <a:lnTo>
                    <a:pt x="53722" y="21587"/>
                  </a:lnTo>
                  <a:lnTo>
                    <a:pt x="59049" y="18475"/>
                  </a:lnTo>
                  <a:lnTo>
                    <a:pt x="59260" y="17737"/>
                  </a:lnTo>
                  <a:lnTo>
                    <a:pt x="60552" y="19991"/>
                  </a:lnTo>
                  <a:lnTo>
                    <a:pt x="60043" y="21713"/>
                  </a:lnTo>
                  <a:lnTo>
                    <a:pt x="59063" y="23296"/>
                  </a:lnTo>
                  <a:lnTo>
                    <a:pt x="50585" y="29166"/>
                  </a:lnTo>
                  <a:lnTo>
                    <a:pt x="47491" y="27704"/>
                  </a:lnTo>
                  <a:lnTo>
                    <a:pt x="39581" y="28471"/>
                  </a:lnTo>
                  <a:lnTo>
                    <a:pt x="39789" y="30690"/>
                  </a:lnTo>
                  <a:lnTo>
                    <a:pt x="35828" y="36048"/>
                  </a:lnTo>
                  <a:lnTo>
                    <a:pt x="30757" y="30316"/>
                  </a:lnTo>
                  <a:lnTo>
                    <a:pt x="29419" y="32891"/>
                  </a:lnTo>
                  <a:lnTo>
                    <a:pt x="24788" y="36181"/>
                  </a:lnTo>
                  <a:lnTo>
                    <a:pt x="23373" y="29516"/>
                  </a:lnTo>
                  <a:lnTo>
                    <a:pt x="20094" y="26027"/>
                  </a:lnTo>
                  <a:lnTo>
                    <a:pt x="17411" y="27801"/>
                  </a:lnTo>
                  <a:lnTo>
                    <a:pt x="14122" y="27239"/>
                  </a:lnTo>
                  <a:lnTo>
                    <a:pt x="8131" y="24851"/>
                  </a:lnTo>
                  <a:lnTo>
                    <a:pt x="0" y="20170"/>
                  </a:lnTo>
                  <a:lnTo>
                    <a:pt x="1486" y="20429"/>
                  </a:lnTo>
                  <a:lnTo>
                    <a:pt x="4258" y="18362"/>
                  </a:lnTo>
                  <a:lnTo>
                    <a:pt x="6827" y="13909"/>
                  </a:lnTo>
                  <a:lnTo>
                    <a:pt x="4660" y="13101"/>
                  </a:lnTo>
                  <a:lnTo>
                    <a:pt x="3743" y="9787"/>
                  </a:lnTo>
                  <a:lnTo>
                    <a:pt x="6487" y="6580"/>
                  </a:lnTo>
                  <a:lnTo>
                    <a:pt x="6714" y="2897"/>
                  </a:lnTo>
                  <a:lnTo>
                    <a:pt x="10752" y="3505"/>
                  </a:lnTo>
                  <a:lnTo>
                    <a:pt x="12195" y="5486"/>
                  </a:lnTo>
                  <a:lnTo>
                    <a:pt x="13353" y="4330"/>
                  </a:lnTo>
                  <a:lnTo>
                    <a:pt x="16698" y="3468"/>
                  </a:lnTo>
                  <a:lnTo>
                    <a:pt x="22106" y="4306"/>
                  </a:lnTo>
                  <a:lnTo>
                    <a:pt x="24983" y="85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h809"/>
            <p:cNvSpPr/>
            <p:nvPr/>
          </p:nvSpPr>
          <p:spPr>
            <a:xfrm>
              <a:off x="2052045" y="3010667"/>
              <a:ext cx="20210" cy="20474"/>
            </a:xfrm>
            <a:custGeom>
              <a:avLst/>
              <a:pathLst>
                <a:path w="20210" h="20474">
                  <a:moveTo>
                    <a:pt x="18037" y="0"/>
                  </a:moveTo>
                  <a:lnTo>
                    <a:pt x="20090" y="2154"/>
                  </a:lnTo>
                  <a:lnTo>
                    <a:pt x="20210" y="5192"/>
                  </a:lnTo>
                  <a:lnTo>
                    <a:pt x="15720" y="10687"/>
                  </a:lnTo>
                  <a:lnTo>
                    <a:pt x="14764" y="10271"/>
                  </a:lnTo>
                  <a:lnTo>
                    <a:pt x="14326" y="13434"/>
                  </a:lnTo>
                  <a:lnTo>
                    <a:pt x="18203" y="14977"/>
                  </a:lnTo>
                  <a:lnTo>
                    <a:pt x="17710" y="19443"/>
                  </a:lnTo>
                  <a:lnTo>
                    <a:pt x="14525" y="20474"/>
                  </a:lnTo>
                  <a:lnTo>
                    <a:pt x="9409" y="15956"/>
                  </a:lnTo>
                  <a:lnTo>
                    <a:pt x="8228" y="15139"/>
                  </a:lnTo>
                  <a:lnTo>
                    <a:pt x="760" y="15930"/>
                  </a:lnTo>
                  <a:lnTo>
                    <a:pt x="0" y="14754"/>
                  </a:lnTo>
                  <a:lnTo>
                    <a:pt x="2046" y="12445"/>
                  </a:lnTo>
                  <a:lnTo>
                    <a:pt x="2420" y="10859"/>
                  </a:lnTo>
                  <a:lnTo>
                    <a:pt x="1806" y="9665"/>
                  </a:lnTo>
                  <a:lnTo>
                    <a:pt x="5226" y="8279"/>
                  </a:lnTo>
                  <a:lnTo>
                    <a:pt x="8543" y="8343"/>
                  </a:lnTo>
                  <a:lnTo>
                    <a:pt x="15211" y="6737"/>
                  </a:lnTo>
                  <a:lnTo>
                    <a:pt x="16150" y="199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h810"/>
            <p:cNvSpPr/>
            <p:nvPr/>
          </p:nvSpPr>
          <p:spPr>
            <a:xfrm>
              <a:off x="2146850" y="3011348"/>
              <a:ext cx="52422" cy="64568"/>
            </a:xfrm>
            <a:custGeom>
              <a:avLst/>
              <a:pathLst>
                <a:path w="52422" h="64568">
                  <a:moveTo>
                    <a:pt x="29995" y="2700"/>
                  </a:moveTo>
                  <a:lnTo>
                    <a:pt x="30708" y="6399"/>
                  </a:lnTo>
                  <a:lnTo>
                    <a:pt x="29031" y="7528"/>
                  </a:lnTo>
                  <a:lnTo>
                    <a:pt x="30259" y="9705"/>
                  </a:lnTo>
                  <a:lnTo>
                    <a:pt x="35072" y="11823"/>
                  </a:lnTo>
                  <a:lnTo>
                    <a:pt x="36950" y="11403"/>
                  </a:lnTo>
                  <a:lnTo>
                    <a:pt x="37511" y="10121"/>
                  </a:lnTo>
                  <a:lnTo>
                    <a:pt x="39097" y="9670"/>
                  </a:lnTo>
                  <a:lnTo>
                    <a:pt x="50193" y="17358"/>
                  </a:lnTo>
                  <a:lnTo>
                    <a:pt x="51129" y="19261"/>
                  </a:lnTo>
                  <a:lnTo>
                    <a:pt x="50344" y="22449"/>
                  </a:lnTo>
                  <a:lnTo>
                    <a:pt x="51713" y="24220"/>
                  </a:lnTo>
                  <a:lnTo>
                    <a:pt x="52113" y="32307"/>
                  </a:lnTo>
                  <a:lnTo>
                    <a:pt x="51192" y="35647"/>
                  </a:lnTo>
                  <a:lnTo>
                    <a:pt x="52309" y="38766"/>
                  </a:lnTo>
                  <a:lnTo>
                    <a:pt x="52082" y="42449"/>
                  </a:lnTo>
                  <a:lnTo>
                    <a:pt x="49338" y="45656"/>
                  </a:lnTo>
                  <a:lnTo>
                    <a:pt x="50255" y="48970"/>
                  </a:lnTo>
                  <a:lnTo>
                    <a:pt x="52422" y="49778"/>
                  </a:lnTo>
                  <a:lnTo>
                    <a:pt x="49852" y="54232"/>
                  </a:lnTo>
                  <a:lnTo>
                    <a:pt x="47081" y="56298"/>
                  </a:lnTo>
                  <a:lnTo>
                    <a:pt x="45594" y="56039"/>
                  </a:lnTo>
                  <a:lnTo>
                    <a:pt x="43994" y="55095"/>
                  </a:lnTo>
                  <a:lnTo>
                    <a:pt x="42395" y="56057"/>
                  </a:lnTo>
                  <a:lnTo>
                    <a:pt x="41480" y="57633"/>
                  </a:lnTo>
                  <a:lnTo>
                    <a:pt x="42479" y="58334"/>
                  </a:lnTo>
                  <a:lnTo>
                    <a:pt x="41029" y="63676"/>
                  </a:lnTo>
                  <a:lnTo>
                    <a:pt x="38087" y="64568"/>
                  </a:lnTo>
                  <a:lnTo>
                    <a:pt x="34502" y="62592"/>
                  </a:lnTo>
                  <a:lnTo>
                    <a:pt x="32737" y="63336"/>
                  </a:lnTo>
                  <a:lnTo>
                    <a:pt x="25504" y="63412"/>
                  </a:lnTo>
                  <a:lnTo>
                    <a:pt x="24431" y="60859"/>
                  </a:lnTo>
                  <a:lnTo>
                    <a:pt x="25247" y="58898"/>
                  </a:lnTo>
                  <a:lnTo>
                    <a:pt x="26866" y="59229"/>
                  </a:lnTo>
                  <a:lnTo>
                    <a:pt x="27817" y="55640"/>
                  </a:lnTo>
                  <a:lnTo>
                    <a:pt x="24391" y="52710"/>
                  </a:lnTo>
                  <a:lnTo>
                    <a:pt x="22090" y="49318"/>
                  </a:lnTo>
                  <a:lnTo>
                    <a:pt x="22218" y="46655"/>
                  </a:lnTo>
                  <a:lnTo>
                    <a:pt x="14806" y="41096"/>
                  </a:lnTo>
                  <a:lnTo>
                    <a:pt x="12850" y="37689"/>
                  </a:lnTo>
                  <a:lnTo>
                    <a:pt x="12987" y="35012"/>
                  </a:lnTo>
                  <a:lnTo>
                    <a:pt x="8902" y="30905"/>
                  </a:lnTo>
                  <a:lnTo>
                    <a:pt x="9017" y="26388"/>
                  </a:lnTo>
                  <a:lnTo>
                    <a:pt x="9958" y="25294"/>
                  </a:lnTo>
                  <a:lnTo>
                    <a:pt x="7124" y="26120"/>
                  </a:lnTo>
                  <a:lnTo>
                    <a:pt x="2695" y="25747"/>
                  </a:lnTo>
                  <a:lnTo>
                    <a:pt x="0" y="18717"/>
                  </a:lnTo>
                  <a:lnTo>
                    <a:pt x="1931" y="15681"/>
                  </a:lnTo>
                  <a:lnTo>
                    <a:pt x="3131" y="15377"/>
                  </a:lnTo>
                  <a:lnTo>
                    <a:pt x="12413" y="16114"/>
                  </a:lnTo>
                  <a:lnTo>
                    <a:pt x="16223" y="11752"/>
                  </a:lnTo>
                  <a:lnTo>
                    <a:pt x="13257" y="7146"/>
                  </a:lnTo>
                  <a:lnTo>
                    <a:pt x="16053" y="5873"/>
                  </a:lnTo>
                  <a:lnTo>
                    <a:pt x="19797" y="6324"/>
                  </a:lnTo>
                  <a:lnTo>
                    <a:pt x="20751" y="6408"/>
                  </a:lnTo>
                  <a:lnTo>
                    <a:pt x="24030" y="4039"/>
                  </a:lnTo>
                  <a:lnTo>
                    <a:pt x="24606" y="2099"/>
                  </a:lnTo>
                  <a:lnTo>
                    <a:pt x="23673" y="514"/>
                  </a:lnTo>
                  <a:lnTo>
                    <a:pt x="2531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h811"/>
            <p:cNvSpPr/>
            <p:nvPr/>
          </p:nvSpPr>
          <p:spPr>
            <a:xfrm>
              <a:off x="1924434" y="2928232"/>
              <a:ext cx="64754" cy="64938"/>
            </a:xfrm>
            <a:custGeom>
              <a:avLst/>
              <a:pathLst>
                <a:path w="64754" h="64938">
                  <a:moveTo>
                    <a:pt x="41029" y="0"/>
                  </a:moveTo>
                  <a:lnTo>
                    <a:pt x="43215" y="2383"/>
                  </a:lnTo>
                  <a:lnTo>
                    <a:pt x="49722" y="4412"/>
                  </a:lnTo>
                  <a:lnTo>
                    <a:pt x="50948" y="5730"/>
                  </a:lnTo>
                  <a:lnTo>
                    <a:pt x="52263" y="10162"/>
                  </a:lnTo>
                  <a:lnTo>
                    <a:pt x="52031" y="11853"/>
                  </a:lnTo>
                  <a:lnTo>
                    <a:pt x="50676" y="13137"/>
                  </a:lnTo>
                  <a:lnTo>
                    <a:pt x="52625" y="17628"/>
                  </a:lnTo>
                  <a:lnTo>
                    <a:pt x="58509" y="19731"/>
                  </a:lnTo>
                  <a:lnTo>
                    <a:pt x="63183" y="36499"/>
                  </a:lnTo>
                  <a:lnTo>
                    <a:pt x="64714" y="36786"/>
                  </a:lnTo>
                  <a:lnTo>
                    <a:pt x="63387" y="37862"/>
                  </a:lnTo>
                  <a:lnTo>
                    <a:pt x="64609" y="40781"/>
                  </a:lnTo>
                  <a:lnTo>
                    <a:pt x="64754" y="44777"/>
                  </a:lnTo>
                  <a:lnTo>
                    <a:pt x="64631" y="52064"/>
                  </a:lnTo>
                  <a:lnTo>
                    <a:pt x="59937" y="53047"/>
                  </a:lnTo>
                  <a:lnTo>
                    <a:pt x="56747" y="55631"/>
                  </a:lnTo>
                  <a:lnTo>
                    <a:pt x="56377" y="57261"/>
                  </a:lnTo>
                  <a:lnTo>
                    <a:pt x="57330" y="58942"/>
                  </a:lnTo>
                  <a:lnTo>
                    <a:pt x="55679" y="62950"/>
                  </a:lnTo>
                  <a:lnTo>
                    <a:pt x="41066" y="64938"/>
                  </a:lnTo>
                  <a:lnTo>
                    <a:pt x="34943" y="64382"/>
                  </a:lnTo>
                  <a:lnTo>
                    <a:pt x="30855" y="61054"/>
                  </a:lnTo>
                  <a:lnTo>
                    <a:pt x="30206" y="59341"/>
                  </a:lnTo>
                  <a:lnTo>
                    <a:pt x="30587" y="56806"/>
                  </a:lnTo>
                  <a:lnTo>
                    <a:pt x="27244" y="54694"/>
                  </a:lnTo>
                  <a:lnTo>
                    <a:pt x="24844" y="54312"/>
                  </a:lnTo>
                  <a:lnTo>
                    <a:pt x="15354" y="44709"/>
                  </a:lnTo>
                  <a:lnTo>
                    <a:pt x="12113" y="45872"/>
                  </a:lnTo>
                  <a:lnTo>
                    <a:pt x="10715" y="45251"/>
                  </a:lnTo>
                  <a:lnTo>
                    <a:pt x="5673" y="36549"/>
                  </a:lnTo>
                  <a:lnTo>
                    <a:pt x="5870" y="30544"/>
                  </a:lnTo>
                  <a:lnTo>
                    <a:pt x="7678" y="22202"/>
                  </a:lnTo>
                  <a:lnTo>
                    <a:pt x="1798" y="18062"/>
                  </a:lnTo>
                  <a:lnTo>
                    <a:pt x="0" y="10460"/>
                  </a:lnTo>
                  <a:lnTo>
                    <a:pt x="1157" y="8470"/>
                  </a:lnTo>
                  <a:lnTo>
                    <a:pt x="5154" y="3365"/>
                  </a:lnTo>
                  <a:lnTo>
                    <a:pt x="9546" y="881"/>
                  </a:lnTo>
                  <a:lnTo>
                    <a:pt x="11676" y="1821"/>
                  </a:lnTo>
                  <a:lnTo>
                    <a:pt x="12350" y="3462"/>
                  </a:lnTo>
                  <a:lnTo>
                    <a:pt x="14544" y="1742"/>
                  </a:lnTo>
                  <a:lnTo>
                    <a:pt x="16337" y="1502"/>
                  </a:lnTo>
                  <a:lnTo>
                    <a:pt x="15225" y="5107"/>
                  </a:lnTo>
                  <a:lnTo>
                    <a:pt x="20608" y="6811"/>
                  </a:lnTo>
                  <a:lnTo>
                    <a:pt x="22045" y="8414"/>
                  </a:lnTo>
                  <a:lnTo>
                    <a:pt x="22294" y="11493"/>
                  </a:lnTo>
                  <a:lnTo>
                    <a:pt x="23364" y="12959"/>
                  </a:lnTo>
                  <a:lnTo>
                    <a:pt x="31855" y="14013"/>
                  </a:lnTo>
                  <a:lnTo>
                    <a:pt x="33400" y="9389"/>
                  </a:lnTo>
                  <a:lnTo>
                    <a:pt x="33699" y="5056"/>
                  </a:lnTo>
                  <a:lnTo>
                    <a:pt x="36101" y="122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h812"/>
            <p:cNvSpPr/>
            <p:nvPr/>
          </p:nvSpPr>
          <p:spPr>
            <a:xfrm>
              <a:off x="2304075" y="2755595"/>
              <a:ext cx="72775" cy="93331"/>
            </a:xfrm>
            <a:custGeom>
              <a:avLst/>
              <a:pathLst>
                <a:path w="72775" h="93331">
                  <a:moveTo>
                    <a:pt x="28455" y="4251"/>
                  </a:moveTo>
                  <a:lnTo>
                    <a:pt x="34582" y="5541"/>
                  </a:lnTo>
                  <a:lnTo>
                    <a:pt x="36834" y="7798"/>
                  </a:lnTo>
                  <a:lnTo>
                    <a:pt x="39052" y="12928"/>
                  </a:lnTo>
                  <a:lnTo>
                    <a:pt x="42748" y="16943"/>
                  </a:lnTo>
                  <a:lnTo>
                    <a:pt x="41842" y="20835"/>
                  </a:lnTo>
                  <a:lnTo>
                    <a:pt x="43921" y="23472"/>
                  </a:lnTo>
                  <a:lnTo>
                    <a:pt x="51871" y="31587"/>
                  </a:lnTo>
                  <a:lnTo>
                    <a:pt x="59069" y="36086"/>
                  </a:lnTo>
                  <a:lnTo>
                    <a:pt x="58587" y="40616"/>
                  </a:lnTo>
                  <a:lnTo>
                    <a:pt x="60426" y="43456"/>
                  </a:lnTo>
                  <a:lnTo>
                    <a:pt x="64428" y="45356"/>
                  </a:lnTo>
                  <a:lnTo>
                    <a:pt x="66308" y="45093"/>
                  </a:lnTo>
                  <a:lnTo>
                    <a:pt x="64562" y="48805"/>
                  </a:lnTo>
                  <a:lnTo>
                    <a:pt x="70473" y="55549"/>
                  </a:lnTo>
                  <a:lnTo>
                    <a:pt x="70622" y="58495"/>
                  </a:lnTo>
                  <a:lnTo>
                    <a:pt x="72775" y="61616"/>
                  </a:lnTo>
                  <a:lnTo>
                    <a:pt x="61971" y="63183"/>
                  </a:lnTo>
                  <a:lnTo>
                    <a:pt x="59469" y="64940"/>
                  </a:lnTo>
                  <a:lnTo>
                    <a:pt x="63911" y="69951"/>
                  </a:lnTo>
                  <a:lnTo>
                    <a:pt x="63546" y="73460"/>
                  </a:lnTo>
                  <a:lnTo>
                    <a:pt x="63974" y="77058"/>
                  </a:lnTo>
                  <a:lnTo>
                    <a:pt x="61717" y="78859"/>
                  </a:lnTo>
                  <a:lnTo>
                    <a:pt x="52522" y="80171"/>
                  </a:lnTo>
                  <a:lnTo>
                    <a:pt x="49585" y="81443"/>
                  </a:lnTo>
                  <a:lnTo>
                    <a:pt x="48546" y="82741"/>
                  </a:lnTo>
                  <a:lnTo>
                    <a:pt x="47870" y="87690"/>
                  </a:lnTo>
                  <a:lnTo>
                    <a:pt x="43592" y="89199"/>
                  </a:lnTo>
                  <a:lnTo>
                    <a:pt x="43554" y="90395"/>
                  </a:lnTo>
                  <a:lnTo>
                    <a:pt x="40125" y="92556"/>
                  </a:lnTo>
                  <a:lnTo>
                    <a:pt x="37017" y="93331"/>
                  </a:lnTo>
                  <a:lnTo>
                    <a:pt x="36944" y="90846"/>
                  </a:lnTo>
                  <a:lnTo>
                    <a:pt x="35361" y="87149"/>
                  </a:lnTo>
                  <a:lnTo>
                    <a:pt x="33409" y="84221"/>
                  </a:lnTo>
                  <a:lnTo>
                    <a:pt x="31614" y="83038"/>
                  </a:lnTo>
                  <a:lnTo>
                    <a:pt x="26611" y="82708"/>
                  </a:lnTo>
                  <a:lnTo>
                    <a:pt x="22900" y="80846"/>
                  </a:lnTo>
                  <a:lnTo>
                    <a:pt x="20312" y="80459"/>
                  </a:lnTo>
                  <a:lnTo>
                    <a:pt x="17859" y="81419"/>
                  </a:lnTo>
                  <a:lnTo>
                    <a:pt x="18570" y="84857"/>
                  </a:lnTo>
                  <a:lnTo>
                    <a:pt x="16080" y="87338"/>
                  </a:lnTo>
                  <a:lnTo>
                    <a:pt x="9169" y="84700"/>
                  </a:lnTo>
                  <a:lnTo>
                    <a:pt x="9397" y="83902"/>
                  </a:lnTo>
                  <a:lnTo>
                    <a:pt x="6012" y="81048"/>
                  </a:lnTo>
                  <a:lnTo>
                    <a:pt x="4573" y="81277"/>
                  </a:lnTo>
                  <a:lnTo>
                    <a:pt x="4959" y="80501"/>
                  </a:lnTo>
                  <a:lnTo>
                    <a:pt x="3961" y="77513"/>
                  </a:lnTo>
                  <a:lnTo>
                    <a:pt x="0" y="76772"/>
                  </a:lnTo>
                  <a:lnTo>
                    <a:pt x="1703" y="65707"/>
                  </a:lnTo>
                  <a:lnTo>
                    <a:pt x="4475" y="63418"/>
                  </a:lnTo>
                  <a:lnTo>
                    <a:pt x="5773" y="60692"/>
                  </a:lnTo>
                  <a:lnTo>
                    <a:pt x="3238" y="59540"/>
                  </a:lnTo>
                  <a:lnTo>
                    <a:pt x="3326" y="58893"/>
                  </a:lnTo>
                  <a:lnTo>
                    <a:pt x="10298" y="56333"/>
                  </a:lnTo>
                  <a:lnTo>
                    <a:pt x="14206" y="53043"/>
                  </a:lnTo>
                  <a:lnTo>
                    <a:pt x="18587" y="47375"/>
                  </a:lnTo>
                  <a:lnTo>
                    <a:pt x="22334" y="39824"/>
                  </a:lnTo>
                  <a:lnTo>
                    <a:pt x="23488" y="33688"/>
                  </a:lnTo>
                  <a:lnTo>
                    <a:pt x="22704" y="29876"/>
                  </a:lnTo>
                  <a:lnTo>
                    <a:pt x="23483" y="24374"/>
                  </a:lnTo>
                  <a:lnTo>
                    <a:pt x="22016" y="21827"/>
                  </a:lnTo>
                  <a:lnTo>
                    <a:pt x="20137" y="23014"/>
                  </a:lnTo>
                  <a:lnTo>
                    <a:pt x="19121" y="22656"/>
                  </a:lnTo>
                  <a:lnTo>
                    <a:pt x="17151" y="20758"/>
                  </a:lnTo>
                  <a:lnTo>
                    <a:pt x="17279" y="18200"/>
                  </a:lnTo>
                  <a:lnTo>
                    <a:pt x="7267" y="18025"/>
                  </a:lnTo>
                  <a:lnTo>
                    <a:pt x="8504" y="14640"/>
                  </a:lnTo>
                  <a:lnTo>
                    <a:pt x="9911" y="13414"/>
                  </a:lnTo>
                  <a:lnTo>
                    <a:pt x="11270" y="13993"/>
                  </a:lnTo>
                  <a:lnTo>
                    <a:pt x="12183" y="12218"/>
                  </a:lnTo>
                  <a:lnTo>
                    <a:pt x="14969" y="8700"/>
                  </a:lnTo>
                  <a:lnTo>
                    <a:pt x="15377" y="4754"/>
                  </a:lnTo>
                  <a:lnTo>
                    <a:pt x="272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h813"/>
            <p:cNvSpPr/>
            <p:nvPr/>
          </p:nvSpPr>
          <p:spPr>
            <a:xfrm>
              <a:off x="2059439" y="2980258"/>
              <a:ext cx="23910" cy="25872"/>
            </a:xfrm>
            <a:custGeom>
              <a:avLst/>
              <a:pathLst>
                <a:path w="23910" h="25872">
                  <a:moveTo>
                    <a:pt x="11529" y="0"/>
                  </a:moveTo>
                  <a:lnTo>
                    <a:pt x="12842" y="1091"/>
                  </a:lnTo>
                  <a:lnTo>
                    <a:pt x="12628" y="4327"/>
                  </a:lnTo>
                  <a:lnTo>
                    <a:pt x="13313" y="6152"/>
                  </a:lnTo>
                  <a:lnTo>
                    <a:pt x="18084" y="5421"/>
                  </a:lnTo>
                  <a:lnTo>
                    <a:pt x="23910" y="6811"/>
                  </a:lnTo>
                  <a:lnTo>
                    <a:pt x="23611" y="8812"/>
                  </a:lnTo>
                  <a:lnTo>
                    <a:pt x="19220" y="15206"/>
                  </a:lnTo>
                  <a:lnTo>
                    <a:pt x="18392" y="17914"/>
                  </a:lnTo>
                  <a:lnTo>
                    <a:pt x="19177" y="18794"/>
                  </a:lnTo>
                  <a:lnTo>
                    <a:pt x="21697" y="19222"/>
                  </a:lnTo>
                  <a:lnTo>
                    <a:pt x="22566" y="22757"/>
                  </a:lnTo>
                  <a:lnTo>
                    <a:pt x="13929" y="25621"/>
                  </a:lnTo>
                  <a:lnTo>
                    <a:pt x="11298" y="25814"/>
                  </a:lnTo>
                  <a:lnTo>
                    <a:pt x="9943" y="25872"/>
                  </a:lnTo>
                  <a:lnTo>
                    <a:pt x="5960" y="23678"/>
                  </a:lnTo>
                  <a:lnTo>
                    <a:pt x="8503" y="22433"/>
                  </a:lnTo>
                  <a:lnTo>
                    <a:pt x="8527" y="21535"/>
                  </a:lnTo>
                  <a:lnTo>
                    <a:pt x="2944" y="16016"/>
                  </a:lnTo>
                  <a:lnTo>
                    <a:pt x="1090" y="13302"/>
                  </a:lnTo>
                  <a:lnTo>
                    <a:pt x="1221" y="10530"/>
                  </a:lnTo>
                  <a:lnTo>
                    <a:pt x="0" y="9595"/>
                  </a:lnTo>
                  <a:lnTo>
                    <a:pt x="1470" y="10230"/>
                  </a:lnTo>
                  <a:lnTo>
                    <a:pt x="3570" y="9951"/>
                  </a:lnTo>
                  <a:lnTo>
                    <a:pt x="7644" y="5152"/>
                  </a:lnTo>
                  <a:lnTo>
                    <a:pt x="9132" y="196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h814"/>
            <p:cNvSpPr/>
            <p:nvPr/>
          </p:nvSpPr>
          <p:spPr>
            <a:xfrm>
              <a:off x="2132792" y="2948294"/>
              <a:ext cx="32279" cy="32085"/>
            </a:xfrm>
            <a:custGeom>
              <a:avLst/>
              <a:pathLst>
                <a:path w="32279" h="32085">
                  <a:moveTo>
                    <a:pt x="2559" y="0"/>
                  </a:moveTo>
                  <a:lnTo>
                    <a:pt x="7288" y="1766"/>
                  </a:lnTo>
                  <a:lnTo>
                    <a:pt x="11278" y="4766"/>
                  </a:lnTo>
                  <a:lnTo>
                    <a:pt x="16031" y="6899"/>
                  </a:lnTo>
                  <a:lnTo>
                    <a:pt x="23349" y="6700"/>
                  </a:lnTo>
                  <a:lnTo>
                    <a:pt x="25573" y="5381"/>
                  </a:lnTo>
                  <a:lnTo>
                    <a:pt x="27201" y="2680"/>
                  </a:lnTo>
                  <a:lnTo>
                    <a:pt x="29649" y="1489"/>
                  </a:lnTo>
                  <a:lnTo>
                    <a:pt x="32053" y="1660"/>
                  </a:lnTo>
                  <a:lnTo>
                    <a:pt x="30778" y="3028"/>
                  </a:lnTo>
                  <a:lnTo>
                    <a:pt x="32279" y="10586"/>
                  </a:lnTo>
                  <a:lnTo>
                    <a:pt x="29632" y="16678"/>
                  </a:lnTo>
                  <a:lnTo>
                    <a:pt x="26759" y="16938"/>
                  </a:lnTo>
                  <a:lnTo>
                    <a:pt x="21143" y="15664"/>
                  </a:lnTo>
                  <a:lnTo>
                    <a:pt x="16540" y="16465"/>
                  </a:lnTo>
                  <a:lnTo>
                    <a:pt x="15470" y="20355"/>
                  </a:lnTo>
                  <a:lnTo>
                    <a:pt x="15719" y="23560"/>
                  </a:lnTo>
                  <a:lnTo>
                    <a:pt x="17757" y="24807"/>
                  </a:lnTo>
                  <a:lnTo>
                    <a:pt x="22936" y="24416"/>
                  </a:lnTo>
                  <a:lnTo>
                    <a:pt x="21167" y="26719"/>
                  </a:lnTo>
                  <a:lnTo>
                    <a:pt x="21309" y="28072"/>
                  </a:lnTo>
                  <a:lnTo>
                    <a:pt x="25192" y="31343"/>
                  </a:lnTo>
                  <a:lnTo>
                    <a:pt x="24247" y="32085"/>
                  </a:lnTo>
                  <a:lnTo>
                    <a:pt x="21526" y="32021"/>
                  </a:lnTo>
                  <a:lnTo>
                    <a:pt x="16180" y="29525"/>
                  </a:lnTo>
                  <a:lnTo>
                    <a:pt x="14839" y="28164"/>
                  </a:lnTo>
                  <a:lnTo>
                    <a:pt x="15741" y="26845"/>
                  </a:lnTo>
                  <a:lnTo>
                    <a:pt x="12709" y="26829"/>
                  </a:lnTo>
                  <a:lnTo>
                    <a:pt x="9739" y="22671"/>
                  </a:lnTo>
                  <a:lnTo>
                    <a:pt x="9974" y="18531"/>
                  </a:lnTo>
                  <a:lnTo>
                    <a:pt x="880" y="7790"/>
                  </a:lnTo>
                  <a:lnTo>
                    <a:pt x="0" y="5182"/>
                  </a:lnTo>
                  <a:lnTo>
                    <a:pt x="37" y="1079"/>
                  </a:lnTo>
                  <a:lnTo>
                    <a:pt x="1437" y="39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h815"/>
            <p:cNvSpPr/>
            <p:nvPr/>
          </p:nvSpPr>
          <p:spPr>
            <a:xfrm>
              <a:off x="2092251" y="2749430"/>
              <a:ext cx="47287" cy="48617"/>
            </a:xfrm>
            <a:custGeom>
              <a:avLst/>
              <a:pathLst>
                <a:path w="47287" h="48617">
                  <a:moveTo>
                    <a:pt x="33547" y="7675"/>
                  </a:moveTo>
                  <a:lnTo>
                    <a:pt x="33685" y="12679"/>
                  </a:lnTo>
                  <a:lnTo>
                    <a:pt x="37247" y="15812"/>
                  </a:lnTo>
                  <a:lnTo>
                    <a:pt x="39528" y="16376"/>
                  </a:lnTo>
                  <a:lnTo>
                    <a:pt x="40322" y="18830"/>
                  </a:lnTo>
                  <a:lnTo>
                    <a:pt x="43075" y="20655"/>
                  </a:lnTo>
                  <a:lnTo>
                    <a:pt x="45179" y="20914"/>
                  </a:lnTo>
                  <a:lnTo>
                    <a:pt x="47287" y="24812"/>
                  </a:lnTo>
                  <a:lnTo>
                    <a:pt x="46866" y="28131"/>
                  </a:lnTo>
                  <a:lnTo>
                    <a:pt x="42236" y="36525"/>
                  </a:lnTo>
                  <a:lnTo>
                    <a:pt x="41383" y="38589"/>
                  </a:lnTo>
                  <a:lnTo>
                    <a:pt x="42044" y="42355"/>
                  </a:lnTo>
                  <a:lnTo>
                    <a:pt x="41403" y="46116"/>
                  </a:lnTo>
                  <a:lnTo>
                    <a:pt x="38624" y="45026"/>
                  </a:lnTo>
                  <a:lnTo>
                    <a:pt x="36496" y="48337"/>
                  </a:lnTo>
                  <a:lnTo>
                    <a:pt x="33794" y="48617"/>
                  </a:lnTo>
                  <a:lnTo>
                    <a:pt x="28474" y="47523"/>
                  </a:lnTo>
                  <a:lnTo>
                    <a:pt x="25234" y="48573"/>
                  </a:lnTo>
                  <a:lnTo>
                    <a:pt x="22754" y="43349"/>
                  </a:lnTo>
                  <a:lnTo>
                    <a:pt x="25587" y="41746"/>
                  </a:lnTo>
                  <a:lnTo>
                    <a:pt x="25526" y="40316"/>
                  </a:lnTo>
                  <a:lnTo>
                    <a:pt x="23522" y="37096"/>
                  </a:lnTo>
                  <a:lnTo>
                    <a:pt x="25012" y="33791"/>
                  </a:lnTo>
                  <a:lnTo>
                    <a:pt x="28013" y="32371"/>
                  </a:lnTo>
                  <a:lnTo>
                    <a:pt x="30305" y="27321"/>
                  </a:lnTo>
                  <a:lnTo>
                    <a:pt x="22605" y="28589"/>
                  </a:lnTo>
                  <a:lnTo>
                    <a:pt x="18864" y="26426"/>
                  </a:lnTo>
                  <a:lnTo>
                    <a:pt x="7570" y="24495"/>
                  </a:lnTo>
                  <a:lnTo>
                    <a:pt x="2552" y="21747"/>
                  </a:lnTo>
                  <a:lnTo>
                    <a:pt x="0" y="22965"/>
                  </a:lnTo>
                  <a:lnTo>
                    <a:pt x="772" y="19030"/>
                  </a:lnTo>
                  <a:lnTo>
                    <a:pt x="1918" y="13193"/>
                  </a:lnTo>
                  <a:lnTo>
                    <a:pt x="4281" y="12828"/>
                  </a:lnTo>
                  <a:lnTo>
                    <a:pt x="10240" y="16680"/>
                  </a:lnTo>
                  <a:lnTo>
                    <a:pt x="18998" y="16255"/>
                  </a:lnTo>
                  <a:lnTo>
                    <a:pt x="22709" y="13252"/>
                  </a:lnTo>
                  <a:lnTo>
                    <a:pt x="28363" y="10177"/>
                  </a:lnTo>
                  <a:lnTo>
                    <a:pt x="28307" y="8637"/>
                  </a:lnTo>
                  <a:lnTo>
                    <a:pt x="27070" y="8260"/>
                  </a:lnTo>
                  <a:lnTo>
                    <a:pt x="23327" y="9035"/>
                  </a:lnTo>
                  <a:lnTo>
                    <a:pt x="23983" y="2019"/>
                  </a:lnTo>
                  <a:lnTo>
                    <a:pt x="2618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h816"/>
            <p:cNvSpPr/>
            <p:nvPr/>
          </p:nvSpPr>
          <p:spPr>
            <a:xfrm>
              <a:off x="2179228" y="3066444"/>
              <a:ext cx="77377" cy="50553"/>
            </a:xfrm>
            <a:custGeom>
              <a:avLst/>
              <a:pathLst>
                <a:path w="77377" h="50553">
                  <a:moveTo>
                    <a:pt x="13216" y="943"/>
                  </a:moveTo>
                  <a:lnTo>
                    <a:pt x="21348" y="5624"/>
                  </a:lnTo>
                  <a:lnTo>
                    <a:pt x="27339" y="8012"/>
                  </a:lnTo>
                  <a:lnTo>
                    <a:pt x="30628" y="8575"/>
                  </a:lnTo>
                  <a:lnTo>
                    <a:pt x="33311" y="6800"/>
                  </a:lnTo>
                  <a:lnTo>
                    <a:pt x="36590" y="10290"/>
                  </a:lnTo>
                  <a:lnTo>
                    <a:pt x="38005" y="16955"/>
                  </a:lnTo>
                  <a:lnTo>
                    <a:pt x="42636" y="13664"/>
                  </a:lnTo>
                  <a:lnTo>
                    <a:pt x="43974" y="11090"/>
                  </a:lnTo>
                  <a:lnTo>
                    <a:pt x="49045" y="16822"/>
                  </a:lnTo>
                  <a:lnTo>
                    <a:pt x="53006" y="11464"/>
                  </a:lnTo>
                  <a:lnTo>
                    <a:pt x="52798" y="9245"/>
                  </a:lnTo>
                  <a:lnTo>
                    <a:pt x="60708" y="8478"/>
                  </a:lnTo>
                  <a:lnTo>
                    <a:pt x="63802" y="9939"/>
                  </a:lnTo>
                  <a:lnTo>
                    <a:pt x="72280" y="4069"/>
                  </a:lnTo>
                  <a:lnTo>
                    <a:pt x="73260" y="2486"/>
                  </a:lnTo>
                  <a:lnTo>
                    <a:pt x="76594" y="3238"/>
                  </a:lnTo>
                  <a:lnTo>
                    <a:pt x="77377" y="5340"/>
                  </a:lnTo>
                  <a:lnTo>
                    <a:pt x="74811" y="6839"/>
                  </a:lnTo>
                  <a:lnTo>
                    <a:pt x="74143" y="9389"/>
                  </a:lnTo>
                  <a:lnTo>
                    <a:pt x="77127" y="10996"/>
                  </a:lnTo>
                  <a:lnTo>
                    <a:pt x="74099" y="13700"/>
                  </a:lnTo>
                  <a:lnTo>
                    <a:pt x="70056" y="20001"/>
                  </a:lnTo>
                  <a:lnTo>
                    <a:pt x="66912" y="26501"/>
                  </a:lnTo>
                  <a:lnTo>
                    <a:pt x="63474" y="36576"/>
                  </a:lnTo>
                  <a:lnTo>
                    <a:pt x="61617" y="39256"/>
                  </a:lnTo>
                  <a:lnTo>
                    <a:pt x="58014" y="38130"/>
                  </a:lnTo>
                  <a:lnTo>
                    <a:pt x="51042" y="34188"/>
                  </a:lnTo>
                  <a:lnTo>
                    <a:pt x="48530" y="35533"/>
                  </a:lnTo>
                  <a:lnTo>
                    <a:pt x="45926" y="37157"/>
                  </a:lnTo>
                  <a:lnTo>
                    <a:pt x="42955" y="40262"/>
                  </a:lnTo>
                  <a:lnTo>
                    <a:pt x="42114" y="40704"/>
                  </a:lnTo>
                  <a:lnTo>
                    <a:pt x="39437" y="41471"/>
                  </a:lnTo>
                  <a:lnTo>
                    <a:pt x="37352" y="40999"/>
                  </a:lnTo>
                  <a:lnTo>
                    <a:pt x="37012" y="39940"/>
                  </a:lnTo>
                  <a:lnTo>
                    <a:pt x="34381" y="40828"/>
                  </a:lnTo>
                  <a:lnTo>
                    <a:pt x="30729" y="44075"/>
                  </a:lnTo>
                  <a:lnTo>
                    <a:pt x="25451" y="44819"/>
                  </a:lnTo>
                  <a:lnTo>
                    <a:pt x="22747" y="47576"/>
                  </a:lnTo>
                  <a:lnTo>
                    <a:pt x="17754" y="50155"/>
                  </a:lnTo>
                  <a:lnTo>
                    <a:pt x="15041" y="50553"/>
                  </a:lnTo>
                  <a:lnTo>
                    <a:pt x="14359" y="43481"/>
                  </a:lnTo>
                  <a:lnTo>
                    <a:pt x="9718" y="42122"/>
                  </a:lnTo>
                  <a:lnTo>
                    <a:pt x="7140" y="39135"/>
                  </a:lnTo>
                  <a:lnTo>
                    <a:pt x="10286" y="35587"/>
                  </a:lnTo>
                  <a:lnTo>
                    <a:pt x="10582" y="33907"/>
                  </a:lnTo>
                  <a:lnTo>
                    <a:pt x="9803" y="32592"/>
                  </a:lnTo>
                  <a:lnTo>
                    <a:pt x="8740" y="32885"/>
                  </a:lnTo>
                  <a:lnTo>
                    <a:pt x="3873" y="31137"/>
                  </a:lnTo>
                  <a:lnTo>
                    <a:pt x="0" y="26159"/>
                  </a:lnTo>
                  <a:lnTo>
                    <a:pt x="1930" y="23127"/>
                  </a:lnTo>
                  <a:lnTo>
                    <a:pt x="8280" y="17774"/>
                  </a:lnTo>
                  <a:lnTo>
                    <a:pt x="10061" y="14817"/>
                  </a:lnTo>
                  <a:lnTo>
                    <a:pt x="9723" y="13216"/>
                  </a:lnTo>
                  <a:lnTo>
                    <a:pt x="8203" y="11467"/>
                  </a:lnTo>
                  <a:lnTo>
                    <a:pt x="6300" y="12653"/>
                  </a:lnTo>
                  <a:lnTo>
                    <a:pt x="5709" y="9473"/>
                  </a:lnTo>
                  <a:lnTo>
                    <a:pt x="8651" y="8580"/>
                  </a:lnTo>
                  <a:lnTo>
                    <a:pt x="10102" y="3238"/>
                  </a:lnTo>
                  <a:lnTo>
                    <a:pt x="9102" y="2538"/>
                  </a:lnTo>
                  <a:lnTo>
                    <a:pt x="10017" y="962"/>
                  </a:lnTo>
                  <a:lnTo>
                    <a:pt x="1161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h817"/>
            <p:cNvSpPr/>
            <p:nvPr/>
          </p:nvSpPr>
          <p:spPr>
            <a:xfrm>
              <a:off x="2289041" y="2900062"/>
              <a:ext cx="40593" cy="36247"/>
            </a:xfrm>
            <a:custGeom>
              <a:avLst/>
              <a:pathLst>
                <a:path w="40593" h="36247">
                  <a:moveTo>
                    <a:pt x="22027" y="1137"/>
                  </a:moveTo>
                  <a:lnTo>
                    <a:pt x="23441" y="3581"/>
                  </a:lnTo>
                  <a:lnTo>
                    <a:pt x="24301" y="1050"/>
                  </a:lnTo>
                  <a:lnTo>
                    <a:pt x="26796" y="1994"/>
                  </a:lnTo>
                  <a:lnTo>
                    <a:pt x="26065" y="4901"/>
                  </a:lnTo>
                  <a:lnTo>
                    <a:pt x="27322" y="6338"/>
                  </a:lnTo>
                  <a:lnTo>
                    <a:pt x="33568" y="9562"/>
                  </a:lnTo>
                  <a:lnTo>
                    <a:pt x="32796" y="13180"/>
                  </a:lnTo>
                  <a:lnTo>
                    <a:pt x="33401" y="16048"/>
                  </a:lnTo>
                  <a:lnTo>
                    <a:pt x="34527" y="16588"/>
                  </a:lnTo>
                  <a:lnTo>
                    <a:pt x="39067" y="16186"/>
                  </a:lnTo>
                  <a:lnTo>
                    <a:pt x="40593" y="20726"/>
                  </a:lnTo>
                  <a:lnTo>
                    <a:pt x="40131" y="26219"/>
                  </a:lnTo>
                  <a:lnTo>
                    <a:pt x="38941" y="29426"/>
                  </a:lnTo>
                  <a:lnTo>
                    <a:pt x="33949" y="31705"/>
                  </a:lnTo>
                  <a:lnTo>
                    <a:pt x="33046" y="31065"/>
                  </a:lnTo>
                  <a:lnTo>
                    <a:pt x="29792" y="31189"/>
                  </a:lnTo>
                  <a:lnTo>
                    <a:pt x="20126" y="34603"/>
                  </a:lnTo>
                  <a:lnTo>
                    <a:pt x="11852" y="33897"/>
                  </a:lnTo>
                  <a:lnTo>
                    <a:pt x="8746" y="34923"/>
                  </a:lnTo>
                  <a:lnTo>
                    <a:pt x="7531" y="36247"/>
                  </a:lnTo>
                  <a:lnTo>
                    <a:pt x="6408" y="36105"/>
                  </a:lnTo>
                  <a:lnTo>
                    <a:pt x="4393" y="30464"/>
                  </a:lnTo>
                  <a:lnTo>
                    <a:pt x="0" y="24282"/>
                  </a:lnTo>
                  <a:lnTo>
                    <a:pt x="3417" y="17107"/>
                  </a:lnTo>
                  <a:lnTo>
                    <a:pt x="2660" y="14927"/>
                  </a:lnTo>
                  <a:lnTo>
                    <a:pt x="11779" y="8114"/>
                  </a:lnTo>
                  <a:lnTo>
                    <a:pt x="12600" y="4869"/>
                  </a:lnTo>
                  <a:lnTo>
                    <a:pt x="15080" y="2256"/>
                  </a:lnTo>
                  <a:lnTo>
                    <a:pt x="19019" y="18"/>
                  </a:lnTo>
                  <a:lnTo>
                    <a:pt x="2033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h818"/>
            <p:cNvSpPr/>
            <p:nvPr/>
          </p:nvSpPr>
          <p:spPr>
            <a:xfrm>
              <a:off x="2231528" y="2954093"/>
              <a:ext cx="17936" cy="21160"/>
            </a:xfrm>
            <a:custGeom>
              <a:avLst/>
              <a:pathLst>
                <a:path w="17936" h="21160">
                  <a:moveTo>
                    <a:pt x="10830" y="68"/>
                  </a:moveTo>
                  <a:lnTo>
                    <a:pt x="11303" y="600"/>
                  </a:lnTo>
                  <a:lnTo>
                    <a:pt x="10347" y="10389"/>
                  </a:lnTo>
                  <a:lnTo>
                    <a:pt x="17936" y="10596"/>
                  </a:lnTo>
                  <a:lnTo>
                    <a:pt x="17030" y="13741"/>
                  </a:lnTo>
                  <a:lnTo>
                    <a:pt x="14979" y="18882"/>
                  </a:lnTo>
                  <a:lnTo>
                    <a:pt x="13174" y="19652"/>
                  </a:lnTo>
                  <a:lnTo>
                    <a:pt x="9787" y="18658"/>
                  </a:lnTo>
                  <a:lnTo>
                    <a:pt x="8478" y="19287"/>
                  </a:lnTo>
                  <a:lnTo>
                    <a:pt x="7882" y="21110"/>
                  </a:lnTo>
                  <a:lnTo>
                    <a:pt x="19" y="21160"/>
                  </a:lnTo>
                  <a:lnTo>
                    <a:pt x="1621" y="10757"/>
                  </a:lnTo>
                  <a:lnTo>
                    <a:pt x="1890" y="8250"/>
                  </a:lnTo>
                  <a:lnTo>
                    <a:pt x="0" y="7242"/>
                  </a:lnTo>
                  <a:lnTo>
                    <a:pt x="1655" y="4802"/>
                  </a:lnTo>
                  <a:lnTo>
                    <a:pt x="2662" y="3844"/>
                  </a:lnTo>
                  <a:lnTo>
                    <a:pt x="9137" y="2043"/>
                  </a:lnTo>
                  <a:lnTo>
                    <a:pt x="943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h819"/>
            <p:cNvSpPr/>
            <p:nvPr/>
          </p:nvSpPr>
          <p:spPr>
            <a:xfrm>
              <a:off x="2247661" y="2827938"/>
              <a:ext cx="37981" cy="35483"/>
            </a:xfrm>
            <a:custGeom>
              <a:avLst/>
              <a:pathLst>
                <a:path w="37981" h="35483">
                  <a:moveTo>
                    <a:pt x="23594" y="1180"/>
                  </a:moveTo>
                  <a:lnTo>
                    <a:pt x="21458" y="4697"/>
                  </a:lnTo>
                  <a:lnTo>
                    <a:pt x="24719" y="7526"/>
                  </a:lnTo>
                  <a:lnTo>
                    <a:pt x="25226" y="12748"/>
                  </a:lnTo>
                  <a:lnTo>
                    <a:pt x="22869" y="13885"/>
                  </a:lnTo>
                  <a:lnTo>
                    <a:pt x="27845" y="17774"/>
                  </a:lnTo>
                  <a:lnTo>
                    <a:pt x="25196" y="19887"/>
                  </a:lnTo>
                  <a:lnTo>
                    <a:pt x="26907" y="22885"/>
                  </a:lnTo>
                  <a:lnTo>
                    <a:pt x="32264" y="22614"/>
                  </a:lnTo>
                  <a:lnTo>
                    <a:pt x="36720" y="24464"/>
                  </a:lnTo>
                  <a:lnTo>
                    <a:pt x="37981" y="26304"/>
                  </a:lnTo>
                  <a:lnTo>
                    <a:pt x="37783" y="30343"/>
                  </a:lnTo>
                  <a:lnTo>
                    <a:pt x="30237" y="29253"/>
                  </a:lnTo>
                  <a:lnTo>
                    <a:pt x="24838" y="30443"/>
                  </a:lnTo>
                  <a:lnTo>
                    <a:pt x="23461" y="33168"/>
                  </a:lnTo>
                  <a:lnTo>
                    <a:pt x="16876" y="35483"/>
                  </a:lnTo>
                  <a:lnTo>
                    <a:pt x="15833" y="35397"/>
                  </a:lnTo>
                  <a:lnTo>
                    <a:pt x="14626" y="32910"/>
                  </a:lnTo>
                  <a:lnTo>
                    <a:pt x="12413" y="32366"/>
                  </a:lnTo>
                  <a:lnTo>
                    <a:pt x="8901" y="34106"/>
                  </a:lnTo>
                  <a:lnTo>
                    <a:pt x="8853" y="30323"/>
                  </a:lnTo>
                  <a:lnTo>
                    <a:pt x="7439" y="29279"/>
                  </a:lnTo>
                  <a:lnTo>
                    <a:pt x="5459" y="25882"/>
                  </a:lnTo>
                  <a:lnTo>
                    <a:pt x="6391" y="24803"/>
                  </a:lnTo>
                  <a:lnTo>
                    <a:pt x="5278" y="23186"/>
                  </a:lnTo>
                  <a:lnTo>
                    <a:pt x="4632" y="23023"/>
                  </a:lnTo>
                  <a:lnTo>
                    <a:pt x="3160" y="24493"/>
                  </a:lnTo>
                  <a:lnTo>
                    <a:pt x="1654" y="24025"/>
                  </a:lnTo>
                  <a:lnTo>
                    <a:pt x="0" y="17773"/>
                  </a:lnTo>
                  <a:lnTo>
                    <a:pt x="5310" y="14822"/>
                  </a:lnTo>
                  <a:lnTo>
                    <a:pt x="6090" y="10150"/>
                  </a:lnTo>
                  <a:lnTo>
                    <a:pt x="386" y="9257"/>
                  </a:lnTo>
                  <a:lnTo>
                    <a:pt x="77" y="7823"/>
                  </a:lnTo>
                  <a:lnTo>
                    <a:pt x="1864" y="4088"/>
                  </a:lnTo>
                  <a:lnTo>
                    <a:pt x="7169" y="3639"/>
                  </a:lnTo>
                  <a:lnTo>
                    <a:pt x="8434" y="3911"/>
                  </a:lnTo>
                  <a:lnTo>
                    <a:pt x="9088" y="5109"/>
                  </a:lnTo>
                  <a:lnTo>
                    <a:pt x="12155" y="4810"/>
                  </a:lnTo>
                  <a:lnTo>
                    <a:pt x="17323" y="1253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h820"/>
            <p:cNvSpPr/>
            <p:nvPr/>
          </p:nvSpPr>
          <p:spPr>
            <a:xfrm>
              <a:off x="2155484" y="2859322"/>
              <a:ext cx="36810" cy="49596"/>
            </a:xfrm>
            <a:custGeom>
              <a:avLst/>
              <a:pathLst>
                <a:path w="36810" h="49596">
                  <a:moveTo>
                    <a:pt x="20121" y="0"/>
                  </a:moveTo>
                  <a:lnTo>
                    <a:pt x="30160" y="5078"/>
                  </a:lnTo>
                  <a:lnTo>
                    <a:pt x="27309" y="8061"/>
                  </a:lnTo>
                  <a:lnTo>
                    <a:pt x="26626" y="13483"/>
                  </a:lnTo>
                  <a:lnTo>
                    <a:pt x="27051" y="14011"/>
                  </a:lnTo>
                  <a:lnTo>
                    <a:pt x="28900" y="12472"/>
                  </a:lnTo>
                  <a:lnTo>
                    <a:pt x="30956" y="12930"/>
                  </a:lnTo>
                  <a:lnTo>
                    <a:pt x="30519" y="17227"/>
                  </a:lnTo>
                  <a:lnTo>
                    <a:pt x="29332" y="18192"/>
                  </a:lnTo>
                  <a:lnTo>
                    <a:pt x="24231" y="19090"/>
                  </a:lnTo>
                  <a:lnTo>
                    <a:pt x="23063" y="19779"/>
                  </a:lnTo>
                  <a:lnTo>
                    <a:pt x="23068" y="20834"/>
                  </a:lnTo>
                  <a:lnTo>
                    <a:pt x="26800" y="22068"/>
                  </a:lnTo>
                  <a:lnTo>
                    <a:pt x="26994" y="26209"/>
                  </a:lnTo>
                  <a:lnTo>
                    <a:pt x="28450" y="28544"/>
                  </a:lnTo>
                  <a:lnTo>
                    <a:pt x="30705" y="27353"/>
                  </a:lnTo>
                  <a:lnTo>
                    <a:pt x="32882" y="28389"/>
                  </a:lnTo>
                  <a:lnTo>
                    <a:pt x="36355" y="34808"/>
                  </a:lnTo>
                  <a:lnTo>
                    <a:pt x="36810" y="38294"/>
                  </a:lnTo>
                  <a:lnTo>
                    <a:pt x="35878" y="39657"/>
                  </a:lnTo>
                  <a:lnTo>
                    <a:pt x="31940" y="43278"/>
                  </a:lnTo>
                  <a:lnTo>
                    <a:pt x="26918" y="44524"/>
                  </a:lnTo>
                  <a:lnTo>
                    <a:pt x="23472" y="46925"/>
                  </a:lnTo>
                  <a:lnTo>
                    <a:pt x="17170" y="49596"/>
                  </a:lnTo>
                  <a:lnTo>
                    <a:pt x="10432" y="47446"/>
                  </a:lnTo>
                  <a:lnTo>
                    <a:pt x="6873" y="44485"/>
                  </a:lnTo>
                  <a:lnTo>
                    <a:pt x="7583" y="41006"/>
                  </a:lnTo>
                  <a:lnTo>
                    <a:pt x="4268" y="37911"/>
                  </a:lnTo>
                  <a:lnTo>
                    <a:pt x="5263" y="31673"/>
                  </a:lnTo>
                  <a:lnTo>
                    <a:pt x="0" y="20456"/>
                  </a:lnTo>
                  <a:lnTo>
                    <a:pt x="2008" y="19019"/>
                  </a:lnTo>
                  <a:lnTo>
                    <a:pt x="1394" y="16349"/>
                  </a:lnTo>
                  <a:lnTo>
                    <a:pt x="2960" y="6233"/>
                  </a:lnTo>
                  <a:lnTo>
                    <a:pt x="9189" y="3592"/>
                  </a:lnTo>
                  <a:lnTo>
                    <a:pt x="11735" y="5370"/>
                  </a:lnTo>
                  <a:lnTo>
                    <a:pt x="13499" y="3814"/>
                  </a:lnTo>
                  <a:lnTo>
                    <a:pt x="13924" y="1245"/>
                  </a:lnTo>
                  <a:lnTo>
                    <a:pt x="17333" y="160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h821"/>
            <p:cNvSpPr/>
            <p:nvPr/>
          </p:nvSpPr>
          <p:spPr>
            <a:xfrm>
              <a:off x="2073434" y="2641335"/>
              <a:ext cx="37858" cy="57751"/>
            </a:xfrm>
            <a:custGeom>
              <a:avLst/>
              <a:pathLst>
                <a:path w="37858" h="57751">
                  <a:moveTo>
                    <a:pt x="18808" y="0"/>
                  </a:moveTo>
                  <a:lnTo>
                    <a:pt x="19726" y="1999"/>
                  </a:lnTo>
                  <a:lnTo>
                    <a:pt x="35493" y="2419"/>
                  </a:lnTo>
                  <a:lnTo>
                    <a:pt x="37858" y="5282"/>
                  </a:lnTo>
                  <a:lnTo>
                    <a:pt x="35931" y="13487"/>
                  </a:lnTo>
                  <a:lnTo>
                    <a:pt x="36490" y="16576"/>
                  </a:lnTo>
                  <a:lnTo>
                    <a:pt x="35088" y="18365"/>
                  </a:lnTo>
                  <a:lnTo>
                    <a:pt x="29451" y="20379"/>
                  </a:lnTo>
                  <a:lnTo>
                    <a:pt x="25071" y="23024"/>
                  </a:lnTo>
                  <a:lnTo>
                    <a:pt x="22565" y="29982"/>
                  </a:lnTo>
                  <a:lnTo>
                    <a:pt x="22707" y="36508"/>
                  </a:lnTo>
                  <a:lnTo>
                    <a:pt x="20595" y="40405"/>
                  </a:lnTo>
                  <a:lnTo>
                    <a:pt x="23505" y="43924"/>
                  </a:lnTo>
                  <a:lnTo>
                    <a:pt x="23379" y="44688"/>
                  </a:lnTo>
                  <a:lnTo>
                    <a:pt x="16047" y="54777"/>
                  </a:lnTo>
                  <a:lnTo>
                    <a:pt x="9276" y="57751"/>
                  </a:lnTo>
                  <a:lnTo>
                    <a:pt x="6092" y="54082"/>
                  </a:lnTo>
                  <a:lnTo>
                    <a:pt x="4271" y="50308"/>
                  </a:lnTo>
                  <a:lnTo>
                    <a:pt x="5251" y="50280"/>
                  </a:lnTo>
                  <a:lnTo>
                    <a:pt x="9020" y="43091"/>
                  </a:lnTo>
                  <a:lnTo>
                    <a:pt x="14825" y="37584"/>
                  </a:lnTo>
                  <a:lnTo>
                    <a:pt x="15615" y="35719"/>
                  </a:lnTo>
                  <a:lnTo>
                    <a:pt x="14436" y="32414"/>
                  </a:lnTo>
                  <a:lnTo>
                    <a:pt x="6730" y="27800"/>
                  </a:lnTo>
                  <a:lnTo>
                    <a:pt x="7557" y="26895"/>
                  </a:lnTo>
                  <a:lnTo>
                    <a:pt x="7900" y="23485"/>
                  </a:lnTo>
                  <a:lnTo>
                    <a:pt x="7390" y="20549"/>
                  </a:lnTo>
                  <a:lnTo>
                    <a:pt x="4849" y="19230"/>
                  </a:lnTo>
                  <a:lnTo>
                    <a:pt x="3546" y="15230"/>
                  </a:lnTo>
                  <a:lnTo>
                    <a:pt x="5765" y="10458"/>
                  </a:lnTo>
                  <a:lnTo>
                    <a:pt x="0" y="7764"/>
                  </a:lnTo>
                  <a:lnTo>
                    <a:pt x="1005" y="3681"/>
                  </a:lnTo>
                  <a:lnTo>
                    <a:pt x="4665" y="702"/>
                  </a:lnTo>
                  <a:lnTo>
                    <a:pt x="6637" y="18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h822"/>
            <p:cNvSpPr/>
            <p:nvPr/>
          </p:nvSpPr>
          <p:spPr>
            <a:xfrm>
              <a:off x="2157654" y="2686505"/>
              <a:ext cx="34992" cy="26687"/>
            </a:xfrm>
            <a:custGeom>
              <a:avLst/>
              <a:pathLst>
                <a:path w="34992" h="26687">
                  <a:moveTo>
                    <a:pt x="13036" y="0"/>
                  </a:moveTo>
                  <a:lnTo>
                    <a:pt x="17822" y="338"/>
                  </a:lnTo>
                  <a:lnTo>
                    <a:pt x="24169" y="3610"/>
                  </a:lnTo>
                  <a:lnTo>
                    <a:pt x="24135" y="7591"/>
                  </a:lnTo>
                  <a:lnTo>
                    <a:pt x="19091" y="12793"/>
                  </a:lnTo>
                  <a:lnTo>
                    <a:pt x="17525" y="16991"/>
                  </a:lnTo>
                  <a:lnTo>
                    <a:pt x="18466" y="17642"/>
                  </a:lnTo>
                  <a:lnTo>
                    <a:pt x="24502" y="15428"/>
                  </a:lnTo>
                  <a:lnTo>
                    <a:pt x="32310" y="15598"/>
                  </a:lnTo>
                  <a:lnTo>
                    <a:pt x="34490" y="17827"/>
                  </a:lnTo>
                  <a:lnTo>
                    <a:pt x="34992" y="20306"/>
                  </a:lnTo>
                  <a:lnTo>
                    <a:pt x="31307" y="25140"/>
                  </a:lnTo>
                  <a:lnTo>
                    <a:pt x="25701" y="26687"/>
                  </a:lnTo>
                  <a:lnTo>
                    <a:pt x="21891" y="19821"/>
                  </a:lnTo>
                  <a:lnTo>
                    <a:pt x="13930" y="17257"/>
                  </a:lnTo>
                  <a:lnTo>
                    <a:pt x="12306" y="17956"/>
                  </a:lnTo>
                  <a:lnTo>
                    <a:pt x="10192" y="20636"/>
                  </a:lnTo>
                  <a:lnTo>
                    <a:pt x="8116" y="21271"/>
                  </a:lnTo>
                  <a:lnTo>
                    <a:pt x="7195" y="19982"/>
                  </a:lnTo>
                  <a:lnTo>
                    <a:pt x="7085" y="16992"/>
                  </a:lnTo>
                  <a:lnTo>
                    <a:pt x="8330" y="14826"/>
                  </a:lnTo>
                  <a:lnTo>
                    <a:pt x="7231" y="13775"/>
                  </a:lnTo>
                  <a:lnTo>
                    <a:pt x="1967" y="13573"/>
                  </a:lnTo>
                  <a:lnTo>
                    <a:pt x="0" y="7846"/>
                  </a:lnTo>
                  <a:lnTo>
                    <a:pt x="262" y="5426"/>
                  </a:lnTo>
                  <a:lnTo>
                    <a:pt x="6336" y="882"/>
                  </a:lnTo>
                  <a:lnTo>
                    <a:pt x="7517" y="2761"/>
                  </a:lnTo>
                  <a:lnTo>
                    <a:pt x="9962" y="74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h823"/>
            <p:cNvSpPr/>
            <p:nvPr/>
          </p:nvSpPr>
          <p:spPr>
            <a:xfrm>
              <a:off x="2048599" y="2843582"/>
              <a:ext cx="46986" cy="35191"/>
            </a:xfrm>
            <a:custGeom>
              <a:avLst/>
              <a:pathLst>
                <a:path w="46986" h="35191">
                  <a:moveTo>
                    <a:pt x="20960" y="1998"/>
                  </a:moveTo>
                  <a:lnTo>
                    <a:pt x="20905" y="4878"/>
                  </a:lnTo>
                  <a:lnTo>
                    <a:pt x="25793" y="8885"/>
                  </a:lnTo>
                  <a:lnTo>
                    <a:pt x="30042" y="8730"/>
                  </a:lnTo>
                  <a:lnTo>
                    <a:pt x="34840" y="14565"/>
                  </a:lnTo>
                  <a:lnTo>
                    <a:pt x="38373" y="16490"/>
                  </a:lnTo>
                  <a:lnTo>
                    <a:pt x="41470" y="17551"/>
                  </a:lnTo>
                  <a:lnTo>
                    <a:pt x="42651" y="17067"/>
                  </a:lnTo>
                  <a:lnTo>
                    <a:pt x="46986" y="18754"/>
                  </a:lnTo>
                  <a:lnTo>
                    <a:pt x="46018" y="24975"/>
                  </a:lnTo>
                  <a:lnTo>
                    <a:pt x="43699" y="29011"/>
                  </a:lnTo>
                  <a:lnTo>
                    <a:pt x="38607" y="31964"/>
                  </a:lnTo>
                  <a:lnTo>
                    <a:pt x="36695" y="35191"/>
                  </a:lnTo>
                  <a:lnTo>
                    <a:pt x="33602" y="34932"/>
                  </a:lnTo>
                  <a:lnTo>
                    <a:pt x="28008" y="25773"/>
                  </a:lnTo>
                  <a:lnTo>
                    <a:pt x="26786" y="26001"/>
                  </a:lnTo>
                  <a:lnTo>
                    <a:pt x="26529" y="27563"/>
                  </a:lnTo>
                  <a:lnTo>
                    <a:pt x="21650" y="32153"/>
                  </a:lnTo>
                  <a:lnTo>
                    <a:pt x="16998" y="34364"/>
                  </a:lnTo>
                  <a:lnTo>
                    <a:pt x="4150" y="31718"/>
                  </a:lnTo>
                  <a:lnTo>
                    <a:pt x="2463" y="31642"/>
                  </a:lnTo>
                  <a:lnTo>
                    <a:pt x="687" y="30505"/>
                  </a:lnTo>
                  <a:lnTo>
                    <a:pt x="77" y="27428"/>
                  </a:lnTo>
                  <a:lnTo>
                    <a:pt x="0" y="22747"/>
                  </a:lnTo>
                  <a:lnTo>
                    <a:pt x="1378" y="17749"/>
                  </a:lnTo>
                  <a:lnTo>
                    <a:pt x="2285" y="17256"/>
                  </a:lnTo>
                  <a:lnTo>
                    <a:pt x="2944" y="15200"/>
                  </a:lnTo>
                  <a:lnTo>
                    <a:pt x="3787" y="9298"/>
                  </a:lnTo>
                  <a:lnTo>
                    <a:pt x="2037" y="6613"/>
                  </a:lnTo>
                  <a:lnTo>
                    <a:pt x="2798" y="3296"/>
                  </a:lnTo>
                  <a:lnTo>
                    <a:pt x="4871" y="1202"/>
                  </a:lnTo>
                  <a:lnTo>
                    <a:pt x="10173" y="2367"/>
                  </a:lnTo>
                  <a:lnTo>
                    <a:pt x="1894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h824"/>
            <p:cNvSpPr/>
            <p:nvPr/>
          </p:nvSpPr>
          <p:spPr>
            <a:xfrm>
              <a:off x="2001702" y="2877859"/>
              <a:ext cx="45950" cy="62982"/>
            </a:xfrm>
            <a:custGeom>
              <a:avLst/>
              <a:pathLst>
                <a:path w="45950" h="62982">
                  <a:moveTo>
                    <a:pt x="4384" y="0"/>
                  </a:moveTo>
                  <a:lnTo>
                    <a:pt x="7630" y="1406"/>
                  </a:lnTo>
                  <a:lnTo>
                    <a:pt x="9334" y="3037"/>
                  </a:lnTo>
                  <a:lnTo>
                    <a:pt x="14170" y="11778"/>
                  </a:lnTo>
                  <a:lnTo>
                    <a:pt x="16983" y="14888"/>
                  </a:lnTo>
                  <a:lnTo>
                    <a:pt x="19589" y="17017"/>
                  </a:lnTo>
                  <a:lnTo>
                    <a:pt x="24922" y="18796"/>
                  </a:lnTo>
                  <a:lnTo>
                    <a:pt x="32687" y="27922"/>
                  </a:lnTo>
                  <a:lnTo>
                    <a:pt x="35973" y="29120"/>
                  </a:lnTo>
                  <a:lnTo>
                    <a:pt x="39605" y="32395"/>
                  </a:lnTo>
                  <a:lnTo>
                    <a:pt x="40859" y="40657"/>
                  </a:lnTo>
                  <a:lnTo>
                    <a:pt x="43917" y="44052"/>
                  </a:lnTo>
                  <a:lnTo>
                    <a:pt x="45950" y="45040"/>
                  </a:lnTo>
                  <a:lnTo>
                    <a:pt x="42434" y="49852"/>
                  </a:lnTo>
                  <a:lnTo>
                    <a:pt x="45077" y="54640"/>
                  </a:lnTo>
                  <a:lnTo>
                    <a:pt x="44387" y="55849"/>
                  </a:lnTo>
                  <a:lnTo>
                    <a:pt x="45757" y="58632"/>
                  </a:lnTo>
                  <a:lnTo>
                    <a:pt x="40885" y="57973"/>
                  </a:lnTo>
                  <a:lnTo>
                    <a:pt x="41763" y="60545"/>
                  </a:lnTo>
                  <a:lnTo>
                    <a:pt x="40829" y="62982"/>
                  </a:lnTo>
                  <a:lnTo>
                    <a:pt x="36572" y="60572"/>
                  </a:lnTo>
                  <a:lnTo>
                    <a:pt x="36015" y="58849"/>
                  </a:lnTo>
                  <a:lnTo>
                    <a:pt x="32403" y="55705"/>
                  </a:lnTo>
                  <a:lnTo>
                    <a:pt x="21780" y="55124"/>
                  </a:lnTo>
                  <a:lnTo>
                    <a:pt x="19663" y="51986"/>
                  </a:lnTo>
                  <a:lnTo>
                    <a:pt x="18210" y="47682"/>
                  </a:lnTo>
                  <a:lnTo>
                    <a:pt x="14826" y="44529"/>
                  </a:lnTo>
                  <a:lnTo>
                    <a:pt x="13800" y="41586"/>
                  </a:lnTo>
                  <a:lnTo>
                    <a:pt x="13615" y="40310"/>
                  </a:lnTo>
                  <a:lnTo>
                    <a:pt x="14530" y="40116"/>
                  </a:lnTo>
                  <a:lnTo>
                    <a:pt x="13603" y="36255"/>
                  </a:lnTo>
                  <a:lnTo>
                    <a:pt x="10002" y="29466"/>
                  </a:lnTo>
                  <a:lnTo>
                    <a:pt x="9469" y="25191"/>
                  </a:lnTo>
                  <a:lnTo>
                    <a:pt x="5615" y="22285"/>
                  </a:lnTo>
                  <a:lnTo>
                    <a:pt x="2766" y="15253"/>
                  </a:lnTo>
                  <a:lnTo>
                    <a:pt x="3375" y="12283"/>
                  </a:lnTo>
                  <a:lnTo>
                    <a:pt x="3721" y="11025"/>
                  </a:lnTo>
                  <a:lnTo>
                    <a:pt x="1193" y="6016"/>
                  </a:lnTo>
                  <a:lnTo>
                    <a:pt x="0" y="131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h825"/>
            <p:cNvSpPr/>
            <p:nvPr/>
          </p:nvSpPr>
          <p:spPr>
            <a:xfrm>
              <a:off x="2039924" y="3013998"/>
              <a:ext cx="22148" cy="27624"/>
            </a:xfrm>
            <a:custGeom>
              <a:avLst/>
              <a:pathLst>
                <a:path w="22148" h="27624">
                  <a:moveTo>
                    <a:pt x="4345" y="0"/>
                  </a:moveTo>
                  <a:lnTo>
                    <a:pt x="7561" y="1911"/>
                  </a:lnTo>
                  <a:lnTo>
                    <a:pt x="6642" y="3460"/>
                  </a:lnTo>
                  <a:lnTo>
                    <a:pt x="9355" y="5051"/>
                  </a:lnTo>
                  <a:lnTo>
                    <a:pt x="13927" y="6333"/>
                  </a:lnTo>
                  <a:lnTo>
                    <a:pt x="14541" y="7528"/>
                  </a:lnTo>
                  <a:lnTo>
                    <a:pt x="14167" y="9114"/>
                  </a:lnTo>
                  <a:lnTo>
                    <a:pt x="12121" y="11423"/>
                  </a:lnTo>
                  <a:lnTo>
                    <a:pt x="12881" y="12599"/>
                  </a:lnTo>
                  <a:lnTo>
                    <a:pt x="20349" y="11808"/>
                  </a:lnTo>
                  <a:lnTo>
                    <a:pt x="21530" y="12625"/>
                  </a:lnTo>
                  <a:lnTo>
                    <a:pt x="20016" y="14125"/>
                  </a:lnTo>
                  <a:lnTo>
                    <a:pt x="19465" y="16688"/>
                  </a:lnTo>
                  <a:lnTo>
                    <a:pt x="21624" y="18936"/>
                  </a:lnTo>
                  <a:lnTo>
                    <a:pt x="22148" y="27029"/>
                  </a:lnTo>
                  <a:lnTo>
                    <a:pt x="18772" y="27624"/>
                  </a:lnTo>
                  <a:lnTo>
                    <a:pt x="17149" y="25715"/>
                  </a:lnTo>
                  <a:lnTo>
                    <a:pt x="15482" y="21749"/>
                  </a:lnTo>
                  <a:lnTo>
                    <a:pt x="10217" y="19351"/>
                  </a:lnTo>
                  <a:lnTo>
                    <a:pt x="9126" y="18085"/>
                  </a:lnTo>
                  <a:lnTo>
                    <a:pt x="5934" y="10184"/>
                  </a:lnTo>
                  <a:lnTo>
                    <a:pt x="4193" y="9657"/>
                  </a:lnTo>
                  <a:lnTo>
                    <a:pt x="0" y="5592"/>
                  </a:lnTo>
                  <a:lnTo>
                    <a:pt x="675" y="3308"/>
                  </a:lnTo>
                  <a:lnTo>
                    <a:pt x="71" y="101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h826"/>
            <p:cNvSpPr/>
            <p:nvPr/>
          </p:nvSpPr>
          <p:spPr>
            <a:xfrm>
              <a:off x="2046966" y="2885208"/>
              <a:ext cx="28537" cy="32823"/>
            </a:xfrm>
            <a:custGeom>
              <a:avLst/>
              <a:pathLst>
                <a:path w="28537" h="32823">
                  <a:moveTo>
                    <a:pt x="19504" y="0"/>
                  </a:moveTo>
                  <a:lnTo>
                    <a:pt x="22004" y="2345"/>
                  </a:lnTo>
                  <a:lnTo>
                    <a:pt x="22801" y="9900"/>
                  </a:lnTo>
                  <a:lnTo>
                    <a:pt x="22268" y="13231"/>
                  </a:lnTo>
                  <a:lnTo>
                    <a:pt x="28537" y="17244"/>
                  </a:lnTo>
                  <a:lnTo>
                    <a:pt x="26797" y="20278"/>
                  </a:lnTo>
                  <a:lnTo>
                    <a:pt x="23559" y="26107"/>
                  </a:lnTo>
                  <a:lnTo>
                    <a:pt x="23520" y="29373"/>
                  </a:lnTo>
                  <a:lnTo>
                    <a:pt x="22562" y="30632"/>
                  </a:lnTo>
                  <a:lnTo>
                    <a:pt x="18259" y="32823"/>
                  </a:lnTo>
                  <a:lnTo>
                    <a:pt x="14709" y="31163"/>
                  </a:lnTo>
                  <a:lnTo>
                    <a:pt x="4101" y="29330"/>
                  </a:lnTo>
                  <a:lnTo>
                    <a:pt x="3895" y="27071"/>
                  </a:lnTo>
                  <a:lnTo>
                    <a:pt x="2858" y="25466"/>
                  </a:lnTo>
                  <a:lnTo>
                    <a:pt x="1687" y="24807"/>
                  </a:lnTo>
                  <a:lnTo>
                    <a:pt x="0" y="25391"/>
                  </a:lnTo>
                  <a:lnTo>
                    <a:pt x="13" y="20592"/>
                  </a:lnTo>
                  <a:lnTo>
                    <a:pt x="2531" y="20866"/>
                  </a:lnTo>
                  <a:lnTo>
                    <a:pt x="6595" y="19675"/>
                  </a:lnTo>
                  <a:lnTo>
                    <a:pt x="6578" y="17518"/>
                  </a:lnTo>
                  <a:lnTo>
                    <a:pt x="5243" y="14635"/>
                  </a:lnTo>
                  <a:lnTo>
                    <a:pt x="6241" y="13115"/>
                  </a:lnTo>
                  <a:lnTo>
                    <a:pt x="14535" y="15025"/>
                  </a:lnTo>
                  <a:lnTo>
                    <a:pt x="15254" y="13970"/>
                  </a:lnTo>
                  <a:lnTo>
                    <a:pt x="13879" y="13143"/>
                  </a:lnTo>
                  <a:lnTo>
                    <a:pt x="15100" y="5284"/>
                  </a:lnTo>
                  <a:lnTo>
                    <a:pt x="11897" y="3428"/>
                  </a:lnTo>
                  <a:lnTo>
                    <a:pt x="11709" y="2325"/>
                  </a:lnTo>
                  <a:lnTo>
                    <a:pt x="13347" y="9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h827"/>
            <p:cNvSpPr/>
            <p:nvPr/>
          </p:nvSpPr>
          <p:spPr>
            <a:xfrm>
              <a:off x="2270916" y="2773621"/>
              <a:ext cx="56646" cy="48513"/>
            </a:xfrm>
            <a:custGeom>
              <a:avLst/>
              <a:pathLst>
                <a:path w="56646" h="48513">
                  <a:moveTo>
                    <a:pt x="50438" y="175"/>
                  </a:moveTo>
                  <a:lnTo>
                    <a:pt x="50310" y="2732"/>
                  </a:lnTo>
                  <a:lnTo>
                    <a:pt x="52279" y="4630"/>
                  </a:lnTo>
                  <a:lnTo>
                    <a:pt x="53295" y="4988"/>
                  </a:lnTo>
                  <a:lnTo>
                    <a:pt x="55175" y="3801"/>
                  </a:lnTo>
                  <a:lnTo>
                    <a:pt x="56642" y="6348"/>
                  </a:lnTo>
                  <a:lnTo>
                    <a:pt x="55862" y="11850"/>
                  </a:lnTo>
                  <a:lnTo>
                    <a:pt x="56646" y="15662"/>
                  </a:lnTo>
                  <a:lnTo>
                    <a:pt x="55493" y="21798"/>
                  </a:lnTo>
                  <a:lnTo>
                    <a:pt x="51746" y="29349"/>
                  </a:lnTo>
                  <a:lnTo>
                    <a:pt x="47365" y="35017"/>
                  </a:lnTo>
                  <a:lnTo>
                    <a:pt x="43456" y="38307"/>
                  </a:lnTo>
                  <a:lnTo>
                    <a:pt x="36484" y="40868"/>
                  </a:lnTo>
                  <a:lnTo>
                    <a:pt x="36396" y="41515"/>
                  </a:lnTo>
                  <a:lnTo>
                    <a:pt x="38931" y="42666"/>
                  </a:lnTo>
                  <a:lnTo>
                    <a:pt x="37634" y="45392"/>
                  </a:lnTo>
                  <a:lnTo>
                    <a:pt x="34862" y="47681"/>
                  </a:lnTo>
                  <a:lnTo>
                    <a:pt x="33686" y="48513"/>
                  </a:lnTo>
                  <a:lnTo>
                    <a:pt x="31080" y="47063"/>
                  </a:lnTo>
                  <a:lnTo>
                    <a:pt x="23337" y="48443"/>
                  </a:lnTo>
                  <a:lnTo>
                    <a:pt x="16767" y="48338"/>
                  </a:lnTo>
                  <a:lnTo>
                    <a:pt x="13626" y="47401"/>
                  </a:lnTo>
                  <a:lnTo>
                    <a:pt x="12904" y="46130"/>
                  </a:lnTo>
                  <a:lnTo>
                    <a:pt x="7682" y="46178"/>
                  </a:lnTo>
                  <a:lnTo>
                    <a:pt x="1968" y="44374"/>
                  </a:lnTo>
                  <a:lnTo>
                    <a:pt x="0" y="41417"/>
                  </a:lnTo>
                  <a:lnTo>
                    <a:pt x="8534" y="29142"/>
                  </a:lnTo>
                  <a:lnTo>
                    <a:pt x="7438" y="22320"/>
                  </a:lnTo>
                  <a:lnTo>
                    <a:pt x="6013" y="21864"/>
                  </a:lnTo>
                  <a:lnTo>
                    <a:pt x="5695" y="23817"/>
                  </a:lnTo>
                  <a:lnTo>
                    <a:pt x="3818" y="24977"/>
                  </a:lnTo>
                  <a:lnTo>
                    <a:pt x="4029" y="18585"/>
                  </a:lnTo>
                  <a:lnTo>
                    <a:pt x="6158" y="13036"/>
                  </a:lnTo>
                  <a:lnTo>
                    <a:pt x="13335" y="16934"/>
                  </a:lnTo>
                  <a:lnTo>
                    <a:pt x="15242" y="16367"/>
                  </a:lnTo>
                  <a:lnTo>
                    <a:pt x="17061" y="12903"/>
                  </a:lnTo>
                  <a:lnTo>
                    <a:pt x="24625" y="12904"/>
                  </a:lnTo>
                  <a:lnTo>
                    <a:pt x="27004" y="8532"/>
                  </a:lnTo>
                  <a:lnTo>
                    <a:pt x="31454" y="8334"/>
                  </a:lnTo>
                  <a:lnTo>
                    <a:pt x="35838" y="6084"/>
                  </a:lnTo>
                  <a:lnTo>
                    <a:pt x="39048" y="938"/>
                  </a:lnTo>
                  <a:lnTo>
                    <a:pt x="4042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h828"/>
            <p:cNvSpPr/>
            <p:nvPr/>
          </p:nvSpPr>
          <p:spPr>
            <a:xfrm>
              <a:off x="2046566" y="3003015"/>
              <a:ext cx="35439" cy="23063"/>
            </a:xfrm>
            <a:custGeom>
              <a:avLst/>
              <a:pathLst>
                <a:path w="35439" h="23063">
                  <a:moveTo>
                    <a:pt x="18833" y="921"/>
                  </a:moveTo>
                  <a:lnTo>
                    <a:pt x="22816" y="3115"/>
                  </a:lnTo>
                  <a:lnTo>
                    <a:pt x="24171" y="3057"/>
                  </a:lnTo>
                  <a:lnTo>
                    <a:pt x="26802" y="2864"/>
                  </a:lnTo>
                  <a:lnTo>
                    <a:pt x="35439" y="0"/>
                  </a:lnTo>
                  <a:lnTo>
                    <a:pt x="34612" y="4023"/>
                  </a:lnTo>
                  <a:lnTo>
                    <a:pt x="31978" y="13315"/>
                  </a:lnTo>
                  <a:lnTo>
                    <a:pt x="33228" y="17663"/>
                  </a:lnTo>
                  <a:lnTo>
                    <a:pt x="27856" y="15458"/>
                  </a:lnTo>
                  <a:lnTo>
                    <a:pt x="25571" y="23063"/>
                  </a:lnTo>
                  <a:lnTo>
                    <a:pt x="23682" y="22629"/>
                  </a:lnTo>
                  <a:lnTo>
                    <a:pt x="19804" y="21086"/>
                  </a:lnTo>
                  <a:lnTo>
                    <a:pt x="20242" y="17923"/>
                  </a:lnTo>
                  <a:lnTo>
                    <a:pt x="21198" y="18339"/>
                  </a:lnTo>
                  <a:lnTo>
                    <a:pt x="25689" y="12844"/>
                  </a:lnTo>
                  <a:lnTo>
                    <a:pt x="25568" y="9806"/>
                  </a:lnTo>
                  <a:lnTo>
                    <a:pt x="23516" y="7652"/>
                  </a:lnTo>
                  <a:lnTo>
                    <a:pt x="21628" y="9642"/>
                  </a:lnTo>
                  <a:lnTo>
                    <a:pt x="20689" y="14389"/>
                  </a:lnTo>
                  <a:lnTo>
                    <a:pt x="14021" y="15995"/>
                  </a:lnTo>
                  <a:lnTo>
                    <a:pt x="10705" y="15931"/>
                  </a:lnTo>
                  <a:lnTo>
                    <a:pt x="7284" y="17317"/>
                  </a:lnTo>
                  <a:lnTo>
                    <a:pt x="2712" y="16034"/>
                  </a:lnTo>
                  <a:lnTo>
                    <a:pt x="0" y="14443"/>
                  </a:lnTo>
                  <a:lnTo>
                    <a:pt x="919" y="12894"/>
                  </a:lnTo>
                  <a:lnTo>
                    <a:pt x="2817" y="12459"/>
                  </a:lnTo>
                  <a:lnTo>
                    <a:pt x="7790" y="4523"/>
                  </a:lnTo>
                  <a:lnTo>
                    <a:pt x="12947" y="75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h829"/>
            <p:cNvSpPr/>
            <p:nvPr/>
          </p:nvSpPr>
          <p:spPr>
            <a:xfrm>
              <a:off x="2285569" y="2931127"/>
              <a:ext cx="37421" cy="26039"/>
            </a:xfrm>
            <a:custGeom>
              <a:avLst/>
              <a:pathLst>
                <a:path w="37421" h="26039">
                  <a:moveTo>
                    <a:pt x="33264" y="124"/>
                  </a:moveTo>
                  <a:lnTo>
                    <a:pt x="36518" y="0"/>
                  </a:lnTo>
                  <a:lnTo>
                    <a:pt x="37421" y="640"/>
                  </a:lnTo>
                  <a:lnTo>
                    <a:pt x="35112" y="6831"/>
                  </a:lnTo>
                  <a:lnTo>
                    <a:pt x="29287" y="15857"/>
                  </a:lnTo>
                  <a:lnTo>
                    <a:pt x="26681" y="21725"/>
                  </a:lnTo>
                  <a:lnTo>
                    <a:pt x="25122" y="22521"/>
                  </a:lnTo>
                  <a:lnTo>
                    <a:pt x="17790" y="22423"/>
                  </a:lnTo>
                  <a:lnTo>
                    <a:pt x="16314" y="25500"/>
                  </a:lnTo>
                  <a:lnTo>
                    <a:pt x="11457" y="26039"/>
                  </a:lnTo>
                  <a:lnTo>
                    <a:pt x="2502" y="24962"/>
                  </a:lnTo>
                  <a:lnTo>
                    <a:pt x="0" y="15340"/>
                  </a:lnTo>
                  <a:lnTo>
                    <a:pt x="573" y="12270"/>
                  </a:lnTo>
                  <a:lnTo>
                    <a:pt x="7296" y="8363"/>
                  </a:lnTo>
                  <a:lnTo>
                    <a:pt x="9726" y="8062"/>
                  </a:lnTo>
                  <a:lnTo>
                    <a:pt x="10982" y="6617"/>
                  </a:lnTo>
                  <a:lnTo>
                    <a:pt x="11003" y="5181"/>
                  </a:lnTo>
                  <a:lnTo>
                    <a:pt x="12218" y="3857"/>
                  </a:lnTo>
                  <a:lnTo>
                    <a:pt x="15324" y="2831"/>
                  </a:lnTo>
                  <a:lnTo>
                    <a:pt x="23599" y="353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h830"/>
            <p:cNvSpPr/>
            <p:nvPr/>
          </p:nvSpPr>
          <p:spPr>
            <a:xfrm>
              <a:off x="2095841" y="2962731"/>
              <a:ext cx="31540" cy="31163"/>
            </a:xfrm>
            <a:custGeom>
              <a:avLst/>
              <a:pathLst>
                <a:path w="31540" h="31163">
                  <a:moveTo>
                    <a:pt x="3139" y="0"/>
                  </a:moveTo>
                  <a:lnTo>
                    <a:pt x="6813" y="3436"/>
                  </a:lnTo>
                  <a:lnTo>
                    <a:pt x="10297" y="4237"/>
                  </a:lnTo>
                  <a:lnTo>
                    <a:pt x="14067" y="7295"/>
                  </a:lnTo>
                  <a:lnTo>
                    <a:pt x="17087" y="9801"/>
                  </a:lnTo>
                  <a:lnTo>
                    <a:pt x="20467" y="7719"/>
                  </a:lnTo>
                  <a:lnTo>
                    <a:pt x="22285" y="7906"/>
                  </a:lnTo>
                  <a:lnTo>
                    <a:pt x="22981" y="15746"/>
                  </a:lnTo>
                  <a:lnTo>
                    <a:pt x="25370" y="18088"/>
                  </a:lnTo>
                  <a:lnTo>
                    <a:pt x="31540" y="21873"/>
                  </a:lnTo>
                  <a:lnTo>
                    <a:pt x="29060" y="26116"/>
                  </a:lnTo>
                  <a:lnTo>
                    <a:pt x="26237" y="28294"/>
                  </a:lnTo>
                  <a:lnTo>
                    <a:pt x="24479" y="27978"/>
                  </a:lnTo>
                  <a:lnTo>
                    <a:pt x="15983" y="27570"/>
                  </a:lnTo>
                  <a:lnTo>
                    <a:pt x="12986" y="28986"/>
                  </a:lnTo>
                  <a:lnTo>
                    <a:pt x="11896" y="30799"/>
                  </a:lnTo>
                  <a:lnTo>
                    <a:pt x="9745" y="31163"/>
                  </a:lnTo>
                  <a:lnTo>
                    <a:pt x="8409" y="26950"/>
                  </a:lnTo>
                  <a:lnTo>
                    <a:pt x="9536" y="23486"/>
                  </a:lnTo>
                  <a:lnTo>
                    <a:pt x="9001" y="20482"/>
                  </a:lnTo>
                  <a:lnTo>
                    <a:pt x="7924" y="20337"/>
                  </a:lnTo>
                  <a:lnTo>
                    <a:pt x="7396" y="21344"/>
                  </a:lnTo>
                  <a:lnTo>
                    <a:pt x="3601" y="19916"/>
                  </a:lnTo>
                  <a:lnTo>
                    <a:pt x="2815" y="19022"/>
                  </a:lnTo>
                  <a:lnTo>
                    <a:pt x="2405" y="14875"/>
                  </a:lnTo>
                  <a:lnTo>
                    <a:pt x="423" y="12570"/>
                  </a:lnTo>
                  <a:lnTo>
                    <a:pt x="1280" y="3852"/>
                  </a:lnTo>
                  <a:lnTo>
                    <a:pt x="0" y="102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h831"/>
            <p:cNvSpPr/>
            <p:nvPr/>
          </p:nvSpPr>
          <p:spPr>
            <a:xfrm>
              <a:off x="2239096" y="2915663"/>
              <a:ext cx="34051" cy="32551"/>
            </a:xfrm>
            <a:custGeom>
              <a:avLst/>
              <a:pathLst>
                <a:path w="34051" h="32551">
                  <a:moveTo>
                    <a:pt x="24495" y="0"/>
                  </a:moveTo>
                  <a:lnTo>
                    <a:pt x="29996" y="1829"/>
                  </a:lnTo>
                  <a:lnTo>
                    <a:pt x="32076" y="3480"/>
                  </a:lnTo>
                  <a:lnTo>
                    <a:pt x="32978" y="5590"/>
                  </a:lnTo>
                  <a:lnTo>
                    <a:pt x="32631" y="7370"/>
                  </a:lnTo>
                  <a:lnTo>
                    <a:pt x="30633" y="7687"/>
                  </a:lnTo>
                  <a:lnTo>
                    <a:pt x="30381" y="9811"/>
                  </a:lnTo>
                  <a:lnTo>
                    <a:pt x="33049" y="10369"/>
                  </a:lnTo>
                  <a:lnTo>
                    <a:pt x="32730" y="15313"/>
                  </a:lnTo>
                  <a:lnTo>
                    <a:pt x="34051" y="16195"/>
                  </a:lnTo>
                  <a:lnTo>
                    <a:pt x="33153" y="18966"/>
                  </a:lnTo>
                  <a:lnTo>
                    <a:pt x="30202" y="23620"/>
                  </a:lnTo>
                  <a:lnTo>
                    <a:pt x="29051" y="30082"/>
                  </a:lnTo>
                  <a:lnTo>
                    <a:pt x="15607" y="28044"/>
                  </a:lnTo>
                  <a:lnTo>
                    <a:pt x="12565" y="32551"/>
                  </a:lnTo>
                  <a:lnTo>
                    <a:pt x="9718" y="32379"/>
                  </a:lnTo>
                  <a:lnTo>
                    <a:pt x="11436" y="29146"/>
                  </a:lnTo>
                  <a:lnTo>
                    <a:pt x="10932" y="28110"/>
                  </a:lnTo>
                  <a:lnTo>
                    <a:pt x="2926" y="23973"/>
                  </a:lnTo>
                  <a:lnTo>
                    <a:pt x="1218" y="24268"/>
                  </a:lnTo>
                  <a:lnTo>
                    <a:pt x="0" y="22718"/>
                  </a:lnTo>
                  <a:lnTo>
                    <a:pt x="885" y="19698"/>
                  </a:lnTo>
                  <a:lnTo>
                    <a:pt x="4956" y="17810"/>
                  </a:lnTo>
                  <a:lnTo>
                    <a:pt x="7194" y="18929"/>
                  </a:lnTo>
                  <a:lnTo>
                    <a:pt x="8252" y="16363"/>
                  </a:lnTo>
                  <a:lnTo>
                    <a:pt x="6557" y="11815"/>
                  </a:lnTo>
                  <a:lnTo>
                    <a:pt x="2582" y="11426"/>
                  </a:lnTo>
                  <a:lnTo>
                    <a:pt x="2394" y="9279"/>
                  </a:lnTo>
                  <a:lnTo>
                    <a:pt x="4490" y="7827"/>
                  </a:lnTo>
                  <a:lnTo>
                    <a:pt x="9875" y="5872"/>
                  </a:lnTo>
                  <a:lnTo>
                    <a:pt x="17889" y="12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h832"/>
            <p:cNvSpPr/>
            <p:nvPr/>
          </p:nvSpPr>
          <p:spPr>
            <a:xfrm>
              <a:off x="2120320" y="2983226"/>
              <a:ext cx="16119" cy="13880"/>
            </a:xfrm>
            <a:custGeom>
              <a:avLst/>
              <a:pathLst>
                <a:path w="16119" h="13880">
                  <a:moveTo>
                    <a:pt x="11160" y="0"/>
                  </a:moveTo>
                  <a:lnTo>
                    <a:pt x="16119" y="101"/>
                  </a:lnTo>
                  <a:lnTo>
                    <a:pt x="15704" y="1523"/>
                  </a:lnTo>
                  <a:lnTo>
                    <a:pt x="13665" y="1959"/>
                  </a:lnTo>
                  <a:lnTo>
                    <a:pt x="12847" y="3043"/>
                  </a:lnTo>
                  <a:lnTo>
                    <a:pt x="13113" y="9099"/>
                  </a:lnTo>
                  <a:lnTo>
                    <a:pt x="11396" y="13880"/>
                  </a:lnTo>
                  <a:lnTo>
                    <a:pt x="2898" y="10421"/>
                  </a:lnTo>
                  <a:lnTo>
                    <a:pt x="0" y="7483"/>
                  </a:lnTo>
                  <a:lnTo>
                    <a:pt x="1757" y="7799"/>
                  </a:lnTo>
                  <a:lnTo>
                    <a:pt x="4581" y="5621"/>
                  </a:lnTo>
                  <a:lnTo>
                    <a:pt x="7061" y="1378"/>
                  </a:lnTo>
                  <a:lnTo>
                    <a:pt x="9065" y="148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h833"/>
            <p:cNvSpPr/>
            <p:nvPr/>
          </p:nvSpPr>
          <p:spPr>
            <a:xfrm>
              <a:off x="2158891" y="2992147"/>
              <a:ext cx="22057" cy="25971"/>
            </a:xfrm>
            <a:custGeom>
              <a:avLst/>
              <a:pathLst>
                <a:path w="22057" h="25971">
                  <a:moveTo>
                    <a:pt x="19606" y="3167"/>
                  </a:moveTo>
                  <a:lnTo>
                    <a:pt x="21641" y="7224"/>
                  </a:lnTo>
                  <a:lnTo>
                    <a:pt x="19759" y="8500"/>
                  </a:lnTo>
                  <a:lnTo>
                    <a:pt x="19780" y="9637"/>
                  </a:lnTo>
                  <a:lnTo>
                    <a:pt x="20523" y="12989"/>
                  </a:lnTo>
                  <a:lnTo>
                    <a:pt x="22057" y="15065"/>
                  </a:lnTo>
                  <a:lnTo>
                    <a:pt x="20615" y="25971"/>
                  </a:lnTo>
                  <a:lnTo>
                    <a:pt x="18667" y="25599"/>
                  </a:lnTo>
                  <a:lnTo>
                    <a:pt x="17954" y="21901"/>
                  </a:lnTo>
                  <a:lnTo>
                    <a:pt x="13270" y="19200"/>
                  </a:lnTo>
                  <a:lnTo>
                    <a:pt x="11632" y="19715"/>
                  </a:lnTo>
                  <a:lnTo>
                    <a:pt x="12565" y="21299"/>
                  </a:lnTo>
                  <a:lnTo>
                    <a:pt x="11989" y="23239"/>
                  </a:lnTo>
                  <a:lnTo>
                    <a:pt x="8710" y="25608"/>
                  </a:lnTo>
                  <a:lnTo>
                    <a:pt x="7756" y="25524"/>
                  </a:lnTo>
                  <a:lnTo>
                    <a:pt x="6446" y="21462"/>
                  </a:lnTo>
                  <a:lnTo>
                    <a:pt x="3269" y="18530"/>
                  </a:lnTo>
                  <a:lnTo>
                    <a:pt x="108" y="17019"/>
                  </a:lnTo>
                  <a:lnTo>
                    <a:pt x="0" y="15451"/>
                  </a:lnTo>
                  <a:lnTo>
                    <a:pt x="1169" y="13222"/>
                  </a:lnTo>
                  <a:lnTo>
                    <a:pt x="3096" y="12813"/>
                  </a:lnTo>
                  <a:lnTo>
                    <a:pt x="4365" y="13384"/>
                  </a:lnTo>
                  <a:lnTo>
                    <a:pt x="4396" y="11984"/>
                  </a:lnTo>
                  <a:lnTo>
                    <a:pt x="1695" y="8511"/>
                  </a:lnTo>
                  <a:lnTo>
                    <a:pt x="577" y="8067"/>
                  </a:lnTo>
                  <a:lnTo>
                    <a:pt x="1985" y="5783"/>
                  </a:lnTo>
                  <a:lnTo>
                    <a:pt x="7719" y="8627"/>
                  </a:lnTo>
                  <a:lnTo>
                    <a:pt x="8289" y="3910"/>
                  </a:lnTo>
                  <a:lnTo>
                    <a:pt x="6596" y="2433"/>
                  </a:lnTo>
                  <a:lnTo>
                    <a:pt x="6865" y="1889"/>
                  </a:lnTo>
                  <a:lnTo>
                    <a:pt x="8834" y="445"/>
                  </a:lnTo>
                  <a:lnTo>
                    <a:pt x="12780" y="986"/>
                  </a:lnTo>
                  <a:lnTo>
                    <a:pt x="1293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h834"/>
            <p:cNvSpPr/>
            <p:nvPr/>
          </p:nvSpPr>
          <p:spPr>
            <a:xfrm>
              <a:off x="2096054" y="2905269"/>
              <a:ext cx="38603" cy="33464"/>
            </a:xfrm>
            <a:custGeom>
              <a:avLst/>
              <a:pathLst>
                <a:path w="38603" h="33464">
                  <a:moveTo>
                    <a:pt x="14114" y="673"/>
                  </a:moveTo>
                  <a:lnTo>
                    <a:pt x="20135" y="4371"/>
                  </a:lnTo>
                  <a:lnTo>
                    <a:pt x="23685" y="3402"/>
                  </a:lnTo>
                  <a:lnTo>
                    <a:pt x="23436" y="4516"/>
                  </a:lnTo>
                  <a:lnTo>
                    <a:pt x="24405" y="6661"/>
                  </a:lnTo>
                  <a:lnTo>
                    <a:pt x="27361" y="6779"/>
                  </a:lnTo>
                  <a:lnTo>
                    <a:pt x="31019" y="16192"/>
                  </a:lnTo>
                  <a:lnTo>
                    <a:pt x="35268" y="16184"/>
                  </a:lnTo>
                  <a:lnTo>
                    <a:pt x="38563" y="17683"/>
                  </a:lnTo>
                  <a:lnTo>
                    <a:pt x="38603" y="19243"/>
                  </a:lnTo>
                  <a:lnTo>
                    <a:pt x="33901" y="24505"/>
                  </a:lnTo>
                  <a:lnTo>
                    <a:pt x="31285" y="29988"/>
                  </a:lnTo>
                  <a:lnTo>
                    <a:pt x="31762" y="32240"/>
                  </a:lnTo>
                  <a:lnTo>
                    <a:pt x="30942" y="33464"/>
                  </a:lnTo>
                  <a:lnTo>
                    <a:pt x="19851" y="31014"/>
                  </a:lnTo>
                  <a:lnTo>
                    <a:pt x="16335" y="29307"/>
                  </a:lnTo>
                  <a:lnTo>
                    <a:pt x="13533" y="23676"/>
                  </a:lnTo>
                  <a:lnTo>
                    <a:pt x="2226" y="19158"/>
                  </a:lnTo>
                  <a:lnTo>
                    <a:pt x="0" y="19820"/>
                  </a:lnTo>
                  <a:lnTo>
                    <a:pt x="135" y="18734"/>
                  </a:lnTo>
                  <a:lnTo>
                    <a:pt x="4851" y="14141"/>
                  </a:lnTo>
                  <a:lnTo>
                    <a:pt x="9919" y="11297"/>
                  </a:lnTo>
                  <a:lnTo>
                    <a:pt x="11342" y="7266"/>
                  </a:lnTo>
                  <a:lnTo>
                    <a:pt x="8461" y="2307"/>
                  </a:lnTo>
                  <a:lnTo>
                    <a:pt x="9606" y="115"/>
                  </a:lnTo>
                  <a:lnTo>
                    <a:pt x="1092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h835"/>
            <p:cNvSpPr/>
            <p:nvPr/>
          </p:nvSpPr>
          <p:spPr>
            <a:xfrm>
              <a:off x="2113250" y="3008909"/>
              <a:ext cx="24883" cy="22984"/>
            </a:xfrm>
            <a:custGeom>
              <a:avLst/>
              <a:pathLst>
                <a:path w="24883" h="22984">
                  <a:moveTo>
                    <a:pt x="24861" y="4979"/>
                  </a:moveTo>
                  <a:lnTo>
                    <a:pt x="24883" y="6787"/>
                  </a:lnTo>
                  <a:lnTo>
                    <a:pt x="19612" y="11133"/>
                  </a:lnTo>
                  <a:lnTo>
                    <a:pt x="16640" y="16441"/>
                  </a:lnTo>
                  <a:lnTo>
                    <a:pt x="19219" y="22895"/>
                  </a:lnTo>
                  <a:lnTo>
                    <a:pt x="11124" y="22984"/>
                  </a:lnTo>
                  <a:lnTo>
                    <a:pt x="9354" y="22269"/>
                  </a:lnTo>
                  <a:lnTo>
                    <a:pt x="6134" y="18580"/>
                  </a:lnTo>
                  <a:lnTo>
                    <a:pt x="6135" y="15211"/>
                  </a:lnTo>
                  <a:lnTo>
                    <a:pt x="8103" y="15698"/>
                  </a:lnTo>
                  <a:lnTo>
                    <a:pt x="8653" y="13362"/>
                  </a:lnTo>
                  <a:lnTo>
                    <a:pt x="3931" y="13025"/>
                  </a:lnTo>
                  <a:lnTo>
                    <a:pt x="0" y="8514"/>
                  </a:lnTo>
                  <a:lnTo>
                    <a:pt x="3668" y="6777"/>
                  </a:lnTo>
                  <a:lnTo>
                    <a:pt x="5431" y="4678"/>
                  </a:lnTo>
                  <a:lnTo>
                    <a:pt x="4821" y="1523"/>
                  </a:lnTo>
                  <a:lnTo>
                    <a:pt x="8444" y="2977"/>
                  </a:lnTo>
                  <a:lnTo>
                    <a:pt x="11639" y="2540"/>
                  </a:lnTo>
                  <a:lnTo>
                    <a:pt x="12766" y="5151"/>
                  </a:lnTo>
                  <a:lnTo>
                    <a:pt x="15188" y="6051"/>
                  </a:lnTo>
                  <a:lnTo>
                    <a:pt x="17236" y="3049"/>
                  </a:lnTo>
                  <a:lnTo>
                    <a:pt x="2196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h836"/>
            <p:cNvSpPr/>
            <p:nvPr/>
          </p:nvSpPr>
          <p:spPr>
            <a:xfrm>
              <a:off x="2166268" y="2703762"/>
              <a:ext cx="28930" cy="23509"/>
            </a:xfrm>
            <a:custGeom>
              <a:avLst/>
              <a:pathLst>
                <a:path w="28930" h="23509">
                  <a:moveTo>
                    <a:pt x="13277" y="2564"/>
                  </a:moveTo>
                  <a:lnTo>
                    <a:pt x="17087" y="9430"/>
                  </a:lnTo>
                  <a:lnTo>
                    <a:pt x="22693" y="7883"/>
                  </a:lnTo>
                  <a:lnTo>
                    <a:pt x="26378" y="3049"/>
                  </a:lnTo>
                  <a:lnTo>
                    <a:pt x="28930" y="5729"/>
                  </a:lnTo>
                  <a:lnTo>
                    <a:pt x="28640" y="8430"/>
                  </a:lnTo>
                  <a:lnTo>
                    <a:pt x="22974" y="11775"/>
                  </a:lnTo>
                  <a:lnTo>
                    <a:pt x="22592" y="17930"/>
                  </a:lnTo>
                  <a:lnTo>
                    <a:pt x="24800" y="18057"/>
                  </a:lnTo>
                  <a:lnTo>
                    <a:pt x="26251" y="18913"/>
                  </a:lnTo>
                  <a:lnTo>
                    <a:pt x="26450" y="20161"/>
                  </a:lnTo>
                  <a:lnTo>
                    <a:pt x="23415" y="23509"/>
                  </a:lnTo>
                  <a:lnTo>
                    <a:pt x="20379" y="23192"/>
                  </a:lnTo>
                  <a:lnTo>
                    <a:pt x="16259" y="20159"/>
                  </a:lnTo>
                  <a:lnTo>
                    <a:pt x="7473" y="17448"/>
                  </a:lnTo>
                  <a:lnTo>
                    <a:pt x="2208" y="13459"/>
                  </a:lnTo>
                  <a:lnTo>
                    <a:pt x="2846" y="7709"/>
                  </a:lnTo>
                  <a:lnTo>
                    <a:pt x="0" y="6015"/>
                  </a:lnTo>
                  <a:lnTo>
                    <a:pt x="1578" y="3379"/>
                  </a:lnTo>
                  <a:lnTo>
                    <a:pt x="3692" y="698"/>
                  </a:lnTo>
                  <a:lnTo>
                    <a:pt x="531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h837"/>
            <p:cNvSpPr/>
            <p:nvPr/>
          </p:nvSpPr>
          <p:spPr>
            <a:xfrm>
              <a:off x="2106975" y="2894487"/>
              <a:ext cx="19204" cy="15153"/>
            </a:xfrm>
            <a:custGeom>
              <a:avLst/>
              <a:pathLst>
                <a:path w="19204" h="15153">
                  <a:moveTo>
                    <a:pt x="10361" y="751"/>
                  </a:moveTo>
                  <a:lnTo>
                    <a:pt x="11876" y="1334"/>
                  </a:lnTo>
                  <a:lnTo>
                    <a:pt x="14068" y="0"/>
                  </a:lnTo>
                  <a:lnTo>
                    <a:pt x="14411" y="1876"/>
                  </a:lnTo>
                  <a:lnTo>
                    <a:pt x="12461" y="3486"/>
                  </a:lnTo>
                  <a:lnTo>
                    <a:pt x="12312" y="6523"/>
                  </a:lnTo>
                  <a:lnTo>
                    <a:pt x="13532" y="8586"/>
                  </a:lnTo>
                  <a:lnTo>
                    <a:pt x="14489" y="8896"/>
                  </a:lnTo>
                  <a:lnTo>
                    <a:pt x="15901" y="8833"/>
                  </a:lnTo>
                  <a:lnTo>
                    <a:pt x="17484" y="6622"/>
                  </a:lnTo>
                  <a:lnTo>
                    <a:pt x="18542" y="7074"/>
                  </a:lnTo>
                  <a:lnTo>
                    <a:pt x="19204" y="10788"/>
                  </a:lnTo>
                  <a:lnTo>
                    <a:pt x="17642" y="14816"/>
                  </a:lnTo>
                  <a:lnTo>
                    <a:pt x="15583" y="13431"/>
                  </a:lnTo>
                  <a:lnTo>
                    <a:pt x="12764" y="14184"/>
                  </a:lnTo>
                  <a:lnTo>
                    <a:pt x="9214" y="15153"/>
                  </a:lnTo>
                  <a:lnTo>
                    <a:pt x="3194" y="11455"/>
                  </a:lnTo>
                  <a:lnTo>
                    <a:pt x="0" y="10781"/>
                  </a:lnTo>
                  <a:lnTo>
                    <a:pt x="2118" y="7149"/>
                  </a:lnTo>
                  <a:lnTo>
                    <a:pt x="2745" y="7179"/>
                  </a:lnTo>
                  <a:lnTo>
                    <a:pt x="5965" y="547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h838"/>
            <p:cNvSpPr/>
            <p:nvPr/>
          </p:nvSpPr>
          <p:spPr>
            <a:xfrm>
              <a:off x="2256986" y="2883790"/>
              <a:ext cx="60398" cy="42242"/>
            </a:xfrm>
            <a:custGeom>
              <a:avLst/>
              <a:pathLst>
                <a:path w="60398" h="42242">
                  <a:moveTo>
                    <a:pt x="48852" y="1450"/>
                  </a:moveTo>
                  <a:lnTo>
                    <a:pt x="47524" y="4556"/>
                  </a:lnTo>
                  <a:lnTo>
                    <a:pt x="48336" y="5100"/>
                  </a:lnTo>
                  <a:lnTo>
                    <a:pt x="52424" y="4505"/>
                  </a:lnTo>
                  <a:lnTo>
                    <a:pt x="60274" y="6395"/>
                  </a:lnTo>
                  <a:lnTo>
                    <a:pt x="60398" y="8479"/>
                  </a:lnTo>
                  <a:lnTo>
                    <a:pt x="57702" y="10019"/>
                  </a:lnTo>
                  <a:lnTo>
                    <a:pt x="55352" y="16795"/>
                  </a:lnTo>
                  <a:lnTo>
                    <a:pt x="56356" y="17321"/>
                  </a:lnTo>
                  <a:lnTo>
                    <a:pt x="55496" y="19853"/>
                  </a:lnTo>
                  <a:lnTo>
                    <a:pt x="54082" y="17408"/>
                  </a:lnTo>
                  <a:lnTo>
                    <a:pt x="52390" y="16271"/>
                  </a:lnTo>
                  <a:lnTo>
                    <a:pt x="51075" y="16290"/>
                  </a:lnTo>
                  <a:lnTo>
                    <a:pt x="47135" y="18528"/>
                  </a:lnTo>
                  <a:lnTo>
                    <a:pt x="44656" y="21140"/>
                  </a:lnTo>
                  <a:lnTo>
                    <a:pt x="43835" y="24386"/>
                  </a:lnTo>
                  <a:lnTo>
                    <a:pt x="34715" y="31199"/>
                  </a:lnTo>
                  <a:lnTo>
                    <a:pt x="35472" y="33379"/>
                  </a:lnTo>
                  <a:lnTo>
                    <a:pt x="32055" y="40554"/>
                  </a:lnTo>
                  <a:lnTo>
                    <a:pt x="31594" y="41102"/>
                  </a:lnTo>
                  <a:lnTo>
                    <a:pt x="25740" y="41390"/>
                  </a:lnTo>
                  <a:lnTo>
                    <a:pt x="20787" y="40506"/>
                  </a:lnTo>
                  <a:lnTo>
                    <a:pt x="16471" y="40884"/>
                  </a:lnTo>
                  <a:lnTo>
                    <a:pt x="15159" y="42242"/>
                  </a:lnTo>
                  <a:lnTo>
                    <a:pt x="12492" y="41684"/>
                  </a:lnTo>
                  <a:lnTo>
                    <a:pt x="12744" y="39560"/>
                  </a:lnTo>
                  <a:lnTo>
                    <a:pt x="14741" y="39243"/>
                  </a:lnTo>
                  <a:lnTo>
                    <a:pt x="15089" y="37463"/>
                  </a:lnTo>
                  <a:lnTo>
                    <a:pt x="14186" y="35352"/>
                  </a:lnTo>
                  <a:lnTo>
                    <a:pt x="12107" y="33702"/>
                  </a:lnTo>
                  <a:lnTo>
                    <a:pt x="6606" y="31872"/>
                  </a:lnTo>
                  <a:lnTo>
                    <a:pt x="0" y="31994"/>
                  </a:lnTo>
                  <a:lnTo>
                    <a:pt x="131" y="27105"/>
                  </a:lnTo>
                  <a:lnTo>
                    <a:pt x="1435" y="29505"/>
                  </a:lnTo>
                  <a:lnTo>
                    <a:pt x="5015" y="31601"/>
                  </a:lnTo>
                  <a:lnTo>
                    <a:pt x="9243" y="31087"/>
                  </a:lnTo>
                  <a:lnTo>
                    <a:pt x="13764" y="15964"/>
                  </a:lnTo>
                  <a:lnTo>
                    <a:pt x="13472" y="10778"/>
                  </a:lnTo>
                  <a:lnTo>
                    <a:pt x="10364" y="11594"/>
                  </a:lnTo>
                  <a:lnTo>
                    <a:pt x="8633" y="9956"/>
                  </a:lnTo>
                  <a:lnTo>
                    <a:pt x="8487" y="7980"/>
                  </a:lnTo>
                  <a:lnTo>
                    <a:pt x="10559" y="5988"/>
                  </a:lnTo>
                  <a:lnTo>
                    <a:pt x="13403" y="5758"/>
                  </a:lnTo>
                  <a:lnTo>
                    <a:pt x="16388" y="3254"/>
                  </a:lnTo>
                  <a:lnTo>
                    <a:pt x="30755" y="2714"/>
                  </a:lnTo>
                  <a:lnTo>
                    <a:pt x="37095" y="3655"/>
                  </a:lnTo>
                  <a:lnTo>
                    <a:pt x="37996" y="3387"/>
                  </a:lnTo>
                  <a:lnTo>
                    <a:pt x="38178" y="1682"/>
                  </a:lnTo>
                  <a:lnTo>
                    <a:pt x="39654" y="0"/>
                  </a:lnTo>
                  <a:lnTo>
                    <a:pt x="46636" y="22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h839"/>
            <p:cNvSpPr/>
            <p:nvPr/>
          </p:nvSpPr>
          <p:spPr>
            <a:xfrm>
              <a:off x="2066470" y="2881953"/>
              <a:ext cx="22380" cy="25698"/>
            </a:xfrm>
            <a:custGeom>
              <a:avLst/>
              <a:pathLst>
                <a:path w="22380" h="25698">
                  <a:moveTo>
                    <a:pt x="6879" y="0"/>
                  </a:moveTo>
                  <a:lnTo>
                    <a:pt x="8843" y="2546"/>
                  </a:lnTo>
                  <a:lnTo>
                    <a:pt x="8667" y="8844"/>
                  </a:lnTo>
                  <a:lnTo>
                    <a:pt x="20501" y="11562"/>
                  </a:lnTo>
                  <a:lnTo>
                    <a:pt x="22380" y="13080"/>
                  </a:lnTo>
                  <a:lnTo>
                    <a:pt x="21801" y="13618"/>
                  </a:lnTo>
                  <a:lnTo>
                    <a:pt x="18466" y="19601"/>
                  </a:lnTo>
                  <a:lnTo>
                    <a:pt x="13868" y="25216"/>
                  </a:lnTo>
                  <a:lnTo>
                    <a:pt x="11476" y="25698"/>
                  </a:lnTo>
                  <a:lnTo>
                    <a:pt x="7293" y="23533"/>
                  </a:lnTo>
                  <a:lnTo>
                    <a:pt x="9032" y="20499"/>
                  </a:lnTo>
                  <a:lnTo>
                    <a:pt x="2764" y="16486"/>
                  </a:lnTo>
                  <a:lnTo>
                    <a:pt x="3296" y="13155"/>
                  </a:lnTo>
                  <a:lnTo>
                    <a:pt x="2500" y="5600"/>
                  </a:lnTo>
                  <a:lnTo>
                    <a:pt x="0" y="3255"/>
                  </a:lnTo>
                  <a:lnTo>
                    <a:pt x="3811" y="9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h840"/>
            <p:cNvSpPr/>
            <p:nvPr/>
          </p:nvSpPr>
          <p:spPr>
            <a:xfrm>
              <a:off x="2044137" y="2910015"/>
              <a:ext cx="50657" cy="41896"/>
            </a:xfrm>
            <a:custGeom>
              <a:avLst/>
              <a:pathLst>
                <a:path w="50657" h="41896">
                  <a:moveTo>
                    <a:pt x="5687" y="658"/>
                  </a:moveTo>
                  <a:lnTo>
                    <a:pt x="6723" y="2263"/>
                  </a:lnTo>
                  <a:lnTo>
                    <a:pt x="6930" y="4523"/>
                  </a:lnTo>
                  <a:lnTo>
                    <a:pt x="17537" y="6356"/>
                  </a:lnTo>
                  <a:lnTo>
                    <a:pt x="21087" y="8016"/>
                  </a:lnTo>
                  <a:lnTo>
                    <a:pt x="25390" y="5825"/>
                  </a:lnTo>
                  <a:lnTo>
                    <a:pt x="26348" y="4565"/>
                  </a:lnTo>
                  <a:lnTo>
                    <a:pt x="31493" y="9576"/>
                  </a:lnTo>
                  <a:lnTo>
                    <a:pt x="34742" y="11322"/>
                  </a:lnTo>
                  <a:lnTo>
                    <a:pt x="41158" y="7752"/>
                  </a:lnTo>
                  <a:lnTo>
                    <a:pt x="43103" y="7123"/>
                  </a:lnTo>
                  <a:lnTo>
                    <a:pt x="44296" y="7915"/>
                  </a:lnTo>
                  <a:lnTo>
                    <a:pt x="43638" y="8089"/>
                  </a:lnTo>
                  <a:lnTo>
                    <a:pt x="46757" y="13200"/>
                  </a:lnTo>
                  <a:lnTo>
                    <a:pt x="47439" y="16345"/>
                  </a:lnTo>
                  <a:lnTo>
                    <a:pt x="50657" y="16171"/>
                  </a:lnTo>
                  <a:lnTo>
                    <a:pt x="47075" y="22246"/>
                  </a:lnTo>
                  <a:lnTo>
                    <a:pt x="42018" y="23836"/>
                  </a:lnTo>
                  <a:lnTo>
                    <a:pt x="42739" y="26794"/>
                  </a:lnTo>
                  <a:lnTo>
                    <a:pt x="39521" y="29761"/>
                  </a:lnTo>
                  <a:lnTo>
                    <a:pt x="35892" y="28286"/>
                  </a:lnTo>
                  <a:lnTo>
                    <a:pt x="34354" y="29759"/>
                  </a:lnTo>
                  <a:lnTo>
                    <a:pt x="32417" y="36640"/>
                  </a:lnTo>
                  <a:lnTo>
                    <a:pt x="33998" y="39439"/>
                  </a:lnTo>
                  <a:lnTo>
                    <a:pt x="29976" y="40814"/>
                  </a:lnTo>
                  <a:lnTo>
                    <a:pt x="27756" y="39811"/>
                  </a:lnTo>
                  <a:lnTo>
                    <a:pt x="26680" y="39633"/>
                  </a:lnTo>
                  <a:lnTo>
                    <a:pt x="25109" y="41896"/>
                  </a:lnTo>
                  <a:lnTo>
                    <a:pt x="22488" y="41815"/>
                  </a:lnTo>
                  <a:lnTo>
                    <a:pt x="17091" y="35757"/>
                  </a:lnTo>
                  <a:lnTo>
                    <a:pt x="15354" y="32346"/>
                  </a:lnTo>
                  <a:lnTo>
                    <a:pt x="10631" y="29605"/>
                  </a:lnTo>
                  <a:lnTo>
                    <a:pt x="9677" y="31849"/>
                  </a:lnTo>
                  <a:lnTo>
                    <a:pt x="3322" y="26475"/>
                  </a:lnTo>
                  <a:lnTo>
                    <a:pt x="1952" y="23692"/>
                  </a:lnTo>
                  <a:lnTo>
                    <a:pt x="2643" y="22483"/>
                  </a:lnTo>
                  <a:lnTo>
                    <a:pt x="0" y="17696"/>
                  </a:lnTo>
                  <a:lnTo>
                    <a:pt x="3515" y="12883"/>
                  </a:lnTo>
                  <a:lnTo>
                    <a:pt x="1482" y="11895"/>
                  </a:lnTo>
                  <a:lnTo>
                    <a:pt x="2146" y="11275"/>
                  </a:lnTo>
                  <a:lnTo>
                    <a:pt x="2094" y="1571"/>
                  </a:lnTo>
                  <a:lnTo>
                    <a:pt x="2828" y="584"/>
                  </a:lnTo>
                  <a:lnTo>
                    <a:pt x="451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h841"/>
            <p:cNvSpPr/>
            <p:nvPr/>
          </p:nvSpPr>
          <p:spPr>
            <a:xfrm>
              <a:off x="2116568" y="2993647"/>
              <a:ext cx="16100" cy="18239"/>
            </a:xfrm>
            <a:custGeom>
              <a:avLst/>
              <a:pathLst>
                <a:path w="16100" h="18239">
                  <a:moveTo>
                    <a:pt x="15148" y="3459"/>
                  </a:moveTo>
                  <a:lnTo>
                    <a:pt x="16100" y="5197"/>
                  </a:lnTo>
                  <a:lnTo>
                    <a:pt x="13244" y="6513"/>
                  </a:lnTo>
                  <a:lnTo>
                    <a:pt x="7693" y="14001"/>
                  </a:lnTo>
                  <a:lnTo>
                    <a:pt x="8321" y="17802"/>
                  </a:lnTo>
                  <a:lnTo>
                    <a:pt x="5126" y="18239"/>
                  </a:lnTo>
                  <a:lnTo>
                    <a:pt x="1503" y="16786"/>
                  </a:lnTo>
                  <a:lnTo>
                    <a:pt x="2487" y="16218"/>
                  </a:lnTo>
                  <a:lnTo>
                    <a:pt x="2074" y="13886"/>
                  </a:lnTo>
                  <a:lnTo>
                    <a:pt x="97" y="11673"/>
                  </a:lnTo>
                  <a:lnTo>
                    <a:pt x="0" y="7479"/>
                  </a:lnTo>
                  <a:lnTo>
                    <a:pt x="1425" y="2702"/>
                  </a:lnTo>
                  <a:lnTo>
                    <a:pt x="2642" y="1091"/>
                  </a:lnTo>
                  <a:lnTo>
                    <a:pt x="665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h842"/>
            <p:cNvSpPr/>
            <p:nvPr/>
          </p:nvSpPr>
          <p:spPr>
            <a:xfrm>
              <a:off x="2197564" y="2888472"/>
              <a:ext cx="27358" cy="27447"/>
            </a:xfrm>
            <a:custGeom>
              <a:avLst/>
              <a:pathLst>
                <a:path w="27358" h="27447">
                  <a:moveTo>
                    <a:pt x="21142" y="93"/>
                  </a:moveTo>
                  <a:lnTo>
                    <a:pt x="24853" y="3487"/>
                  </a:lnTo>
                  <a:lnTo>
                    <a:pt x="27358" y="9971"/>
                  </a:lnTo>
                  <a:lnTo>
                    <a:pt x="24894" y="19510"/>
                  </a:lnTo>
                  <a:lnTo>
                    <a:pt x="26088" y="20278"/>
                  </a:lnTo>
                  <a:lnTo>
                    <a:pt x="25653" y="21962"/>
                  </a:lnTo>
                  <a:lnTo>
                    <a:pt x="15710" y="23533"/>
                  </a:lnTo>
                  <a:lnTo>
                    <a:pt x="14680" y="27447"/>
                  </a:lnTo>
                  <a:lnTo>
                    <a:pt x="8739" y="23021"/>
                  </a:lnTo>
                  <a:lnTo>
                    <a:pt x="6279" y="22863"/>
                  </a:lnTo>
                  <a:lnTo>
                    <a:pt x="0" y="14001"/>
                  </a:lnTo>
                  <a:lnTo>
                    <a:pt x="291" y="10408"/>
                  </a:lnTo>
                  <a:lnTo>
                    <a:pt x="5386" y="8945"/>
                  </a:lnTo>
                  <a:lnTo>
                    <a:pt x="13208" y="2527"/>
                  </a:lnTo>
                  <a:lnTo>
                    <a:pt x="16055" y="2723"/>
                  </a:lnTo>
                  <a:lnTo>
                    <a:pt x="1943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h843"/>
            <p:cNvSpPr/>
            <p:nvPr/>
          </p:nvSpPr>
          <p:spPr>
            <a:xfrm>
              <a:off x="2587303" y="3122626"/>
              <a:ext cx="21742" cy="34458"/>
            </a:xfrm>
            <a:custGeom>
              <a:avLst/>
              <a:pathLst>
                <a:path w="21742" h="34458">
                  <a:moveTo>
                    <a:pt x="13428" y="299"/>
                  </a:moveTo>
                  <a:lnTo>
                    <a:pt x="14996" y="1102"/>
                  </a:lnTo>
                  <a:lnTo>
                    <a:pt x="14924" y="6067"/>
                  </a:lnTo>
                  <a:lnTo>
                    <a:pt x="15924" y="9433"/>
                  </a:lnTo>
                  <a:lnTo>
                    <a:pt x="18343" y="11957"/>
                  </a:lnTo>
                  <a:lnTo>
                    <a:pt x="20386" y="16534"/>
                  </a:lnTo>
                  <a:lnTo>
                    <a:pt x="20140" y="19005"/>
                  </a:lnTo>
                  <a:lnTo>
                    <a:pt x="21742" y="22779"/>
                  </a:lnTo>
                  <a:lnTo>
                    <a:pt x="20447" y="22434"/>
                  </a:lnTo>
                  <a:lnTo>
                    <a:pt x="20051" y="23069"/>
                  </a:lnTo>
                  <a:lnTo>
                    <a:pt x="19343" y="28945"/>
                  </a:lnTo>
                  <a:lnTo>
                    <a:pt x="18140" y="29170"/>
                  </a:lnTo>
                  <a:lnTo>
                    <a:pt x="16583" y="30843"/>
                  </a:lnTo>
                  <a:lnTo>
                    <a:pt x="19169" y="34458"/>
                  </a:lnTo>
                  <a:lnTo>
                    <a:pt x="13165" y="34042"/>
                  </a:lnTo>
                  <a:lnTo>
                    <a:pt x="14420" y="31738"/>
                  </a:lnTo>
                  <a:lnTo>
                    <a:pt x="12812" y="28092"/>
                  </a:lnTo>
                  <a:lnTo>
                    <a:pt x="8348" y="24249"/>
                  </a:lnTo>
                  <a:lnTo>
                    <a:pt x="3916" y="24495"/>
                  </a:lnTo>
                  <a:lnTo>
                    <a:pt x="0" y="21259"/>
                  </a:lnTo>
                  <a:lnTo>
                    <a:pt x="235" y="19044"/>
                  </a:lnTo>
                  <a:lnTo>
                    <a:pt x="2513" y="19282"/>
                  </a:lnTo>
                  <a:lnTo>
                    <a:pt x="4721" y="13026"/>
                  </a:lnTo>
                  <a:lnTo>
                    <a:pt x="1319" y="12477"/>
                  </a:lnTo>
                  <a:lnTo>
                    <a:pt x="1154" y="9182"/>
                  </a:lnTo>
                  <a:lnTo>
                    <a:pt x="5108" y="10401"/>
                  </a:lnTo>
                  <a:lnTo>
                    <a:pt x="4929" y="5864"/>
                  </a:lnTo>
                  <a:lnTo>
                    <a:pt x="770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h844"/>
            <p:cNvSpPr/>
            <p:nvPr/>
          </p:nvSpPr>
          <p:spPr>
            <a:xfrm>
              <a:off x="2695594" y="3052185"/>
              <a:ext cx="15059" cy="14031"/>
            </a:xfrm>
            <a:custGeom>
              <a:avLst/>
              <a:pathLst>
                <a:path w="15059" h="14031">
                  <a:moveTo>
                    <a:pt x="4969" y="0"/>
                  </a:moveTo>
                  <a:lnTo>
                    <a:pt x="7932" y="258"/>
                  </a:lnTo>
                  <a:lnTo>
                    <a:pt x="12694" y="2400"/>
                  </a:lnTo>
                  <a:lnTo>
                    <a:pt x="12702" y="3216"/>
                  </a:lnTo>
                  <a:lnTo>
                    <a:pt x="15059" y="7600"/>
                  </a:lnTo>
                  <a:lnTo>
                    <a:pt x="12876" y="7598"/>
                  </a:lnTo>
                  <a:lnTo>
                    <a:pt x="7563" y="10951"/>
                  </a:lnTo>
                  <a:lnTo>
                    <a:pt x="41" y="14031"/>
                  </a:lnTo>
                  <a:lnTo>
                    <a:pt x="0" y="5176"/>
                  </a:lnTo>
                  <a:lnTo>
                    <a:pt x="2354" y="5311"/>
                  </a:lnTo>
                  <a:lnTo>
                    <a:pt x="3432" y="3578"/>
                  </a:lnTo>
                  <a:lnTo>
                    <a:pt x="1931" y="138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h845"/>
            <p:cNvSpPr/>
            <p:nvPr/>
          </p:nvSpPr>
          <p:spPr>
            <a:xfrm>
              <a:off x="2590183" y="3161690"/>
              <a:ext cx="5793" cy="10008"/>
            </a:xfrm>
            <a:custGeom>
              <a:avLst/>
              <a:pathLst>
                <a:path w="5793" h="10008">
                  <a:moveTo>
                    <a:pt x="4442" y="110"/>
                  </a:moveTo>
                  <a:lnTo>
                    <a:pt x="5793" y="2000"/>
                  </a:lnTo>
                  <a:lnTo>
                    <a:pt x="5394" y="10008"/>
                  </a:lnTo>
                  <a:lnTo>
                    <a:pt x="0" y="8158"/>
                  </a:lnTo>
                  <a:lnTo>
                    <a:pt x="917" y="0"/>
                  </a:lnTo>
                  <a:lnTo>
                    <a:pt x="3558" y="13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h846"/>
            <p:cNvSpPr/>
            <p:nvPr/>
          </p:nvSpPr>
          <p:spPr>
            <a:xfrm>
              <a:off x="2579946" y="3143885"/>
              <a:ext cx="21777" cy="16944"/>
            </a:xfrm>
            <a:custGeom>
              <a:avLst/>
              <a:pathLst>
                <a:path w="21777" h="16944">
                  <a:moveTo>
                    <a:pt x="15705" y="2990"/>
                  </a:moveTo>
                  <a:lnTo>
                    <a:pt x="20169" y="6833"/>
                  </a:lnTo>
                  <a:lnTo>
                    <a:pt x="21777" y="10479"/>
                  </a:lnTo>
                  <a:lnTo>
                    <a:pt x="20522" y="12783"/>
                  </a:lnTo>
                  <a:lnTo>
                    <a:pt x="12518" y="10992"/>
                  </a:lnTo>
                  <a:lnTo>
                    <a:pt x="11314" y="16944"/>
                  </a:lnTo>
                  <a:lnTo>
                    <a:pt x="2245" y="10178"/>
                  </a:lnTo>
                  <a:lnTo>
                    <a:pt x="1928" y="7048"/>
                  </a:lnTo>
                  <a:lnTo>
                    <a:pt x="2649" y="4560"/>
                  </a:lnTo>
                  <a:lnTo>
                    <a:pt x="0" y="3210"/>
                  </a:lnTo>
                  <a:lnTo>
                    <a:pt x="7356" y="0"/>
                  </a:lnTo>
                  <a:lnTo>
                    <a:pt x="11273" y="323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h847"/>
            <p:cNvSpPr/>
            <p:nvPr/>
          </p:nvSpPr>
          <p:spPr>
            <a:xfrm>
              <a:off x="2697526" y="3039781"/>
              <a:ext cx="19311" cy="13788"/>
            </a:xfrm>
            <a:custGeom>
              <a:avLst/>
              <a:pathLst>
                <a:path w="19311" h="13788">
                  <a:moveTo>
                    <a:pt x="10072" y="463"/>
                  </a:moveTo>
                  <a:lnTo>
                    <a:pt x="11067" y="3732"/>
                  </a:lnTo>
                  <a:lnTo>
                    <a:pt x="12933" y="4752"/>
                  </a:lnTo>
                  <a:lnTo>
                    <a:pt x="17022" y="4068"/>
                  </a:lnTo>
                  <a:lnTo>
                    <a:pt x="19311" y="6923"/>
                  </a:lnTo>
                  <a:lnTo>
                    <a:pt x="15542" y="11838"/>
                  </a:lnTo>
                  <a:lnTo>
                    <a:pt x="11888" y="11099"/>
                  </a:lnTo>
                  <a:lnTo>
                    <a:pt x="3384" y="10794"/>
                  </a:lnTo>
                  <a:lnTo>
                    <a:pt x="3038" y="12404"/>
                  </a:lnTo>
                  <a:lnTo>
                    <a:pt x="0" y="13788"/>
                  </a:lnTo>
                  <a:lnTo>
                    <a:pt x="2509" y="6199"/>
                  </a:lnTo>
                  <a:lnTo>
                    <a:pt x="4391" y="4370"/>
                  </a:lnTo>
                  <a:lnTo>
                    <a:pt x="6599" y="4394"/>
                  </a:lnTo>
                  <a:lnTo>
                    <a:pt x="788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h848"/>
            <p:cNvSpPr/>
            <p:nvPr/>
          </p:nvSpPr>
          <p:spPr>
            <a:xfrm>
              <a:off x="2724007" y="3129436"/>
              <a:ext cx="16451" cy="9017"/>
            </a:xfrm>
            <a:custGeom>
              <a:avLst/>
              <a:pathLst>
                <a:path w="16451" h="9017">
                  <a:moveTo>
                    <a:pt x="10726" y="7724"/>
                  </a:moveTo>
                  <a:lnTo>
                    <a:pt x="9128" y="7604"/>
                  </a:lnTo>
                  <a:lnTo>
                    <a:pt x="935" y="9017"/>
                  </a:lnTo>
                  <a:lnTo>
                    <a:pt x="0" y="8387"/>
                  </a:lnTo>
                  <a:lnTo>
                    <a:pt x="3938" y="1965"/>
                  </a:lnTo>
                  <a:lnTo>
                    <a:pt x="9666" y="1957"/>
                  </a:lnTo>
                  <a:lnTo>
                    <a:pt x="1645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h849"/>
            <p:cNvSpPr/>
            <p:nvPr/>
          </p:nvSpPr>
          <p:spPr>
            <a:xfrm>
              <a:off x="2708297" y="3055402"/>
              <a:ext cx="3972" cy="4476"/>
            </a:xfrm>
            <a:custGeom>
              <a:avLst/>
              <a:pathLst>
                <a:path w="3972" h="4476">
                  <a:moveTo>
                    <a:pt x="3972" y="551"/>
                  </a:moveTo>
                  <a:lnTo>
                    <a:pt x="2884" y="3335"/>
                  </a:lnTo>
                  <a:lnTo>
                    <a:pt x="3468" y="4476"/>
                  </a:lnTo>
                  <a:lnTo>
                    <a:pt x="2356" y="4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h850"/>
            <p:cNvSpPr/>
            <p:nvPr/>
          </p:nvSpPr>
          <p:spPr>
            <a:xfrm>
              <a:off x="2718534" y="3119291"/>
              <a:ext cx="8553" cy="17339"/>
            </a:xfrm>
            <a:custGeom>
              <a:avLst/>
              <a:pathLst>
                <a:path w="8553" h="17339">
                  <a:moveTo>
                    <a:pt x="3126" y="0"/>
                  </a:moveTo>
                  <a:lnTo>
                    <a:pt x="2827" y="849"/>
                  </a:lnTo>
                  <a:lnTo>
                    <a:pt x="5898" y="2362"/>
                  </a:lnTo>
                  <a:lnTo>
                    <a:pt x="6559" y="3395"/>
                  </a:lnTo>
                  <a:lnTo>
                    <a:pt x="7855" y="4368"/>
                  </a:lnTo>
                  <a:lnTo>
                    <a:pt x="8553" y="9016"/>
                  </a:lnTo>
                  <a:lnTo>
                    <a:pt x="5403" y="12112"/>
                  </a:lnTo>
                  <a:lnTo>
                    <a:pt x="2339" y="16689"/>
                  </a:lnTo>
                  <a:lnTo>
                    <a:pt x="893" y="17339"/>
                  </a:lnTo>
                  <a:lnTo>
                    <a:pt x="274" y="16629"/>
                  </a:lnTo>
                  <a:lnTo>
                    <a:pt x="593" y="13539"/>
                  </a:lnTo>
                  <a:lnTo>
                    <a:pt x="2783" y="11185"/>
                  </a:lnTo>
                  <a:lnTo>
                    <a:pt x="4637" y="7119"/>
                  </a:lnTo>
                  <a:lnTo>
                    <a:pt x="4296" y="6242"/>
                  </a:lnTo>
                  <a:lnTo>
                    <a:pt x="1224" y="4676"/>
                  </a:lnTo>
                  <a:lnTo>
                    <a:pt x="0" y="2344"/>
                  </a:lnTo>
                  <a:lnTo>
                    <a:pt x="619" y="128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h851"/>
            <p:cNvSpPr/>
            <p:nvPr/>
          </p:nvSpPr>
          <p:spPr>
            <a:xfrm>
              <a:off x="2506867" y="3130061"/>
              <a:ext cx="68336" cy="34361"/>
            </a:xfrm>
            <a:custGeom>
              <a:avLst/>
              <a:pathLst>
                <a:path w="68336" h="34361">
                  <a:moveTo>
                    <a:pt x="51687" y="0"/>
                  </a:moveTo>
                  <a:lnTo>
                    <a:pt x="54967" y="1107"/>
                  </a:lnTo>
                  <a:lnTo>
                    <a:pt x="54239" y="2467"/>
                  </a:lnTo>
                  <a:lnTo>
                    <a:pt x="54625" y="3386"/>
                  </a:lnTo>
                  <a:lnTo>
                    <a:pt x="57648" y="5793"/>
                  </a:lnTo>
                  <a:lnTo>
                    <a:pt x="56222" y="8847"/>
                  </a:lnTo>
                  <a:lnTo>
                    <a:pt x="55046" y="8221"/>
                  </a:lnTo>
                  <a:lnTo>
                    <a:pt x="53026" y="10066"/>
                  </a:lnTo>
                  <a:lnTo>
                    <a:pt x="52703" y="11169"/>
                  </a:lnTo>
                  <a:lnTo>
                    <a:pt x="53973" y="13050"/>
                  </a:lnTo>
                  <a:lnTo>
                    <a:pt x="56089" y="13763"/>
                  </a:lnTo>
                  <a:lnTo>
                    <a:pt x="57888" y="13436"/>
                  </a:lnTo>
                  <a:lnTo>
                    <a:pt x="60751" y="11650"/>
                  </a:lnTo>
                  <a:lnTo>
                    <a:pt x="65510" y="10486"/>
                  </a:lnTo>
                  <a:lnTo>
                    <a:pt x="68336" y="14515"/>
                  </a:lnTo>
                  <a:lnTo>
                    <a:pt x="66139" y="16270"/>
                  </a:lnTo>
                  <a:lnTo>
                    <a:pt x="66200" y="19574"/>
                  </a:lnTo>
                  <a:lnTo>
                    <a:pt x="63830" y="20496"/>
                  </a:lnTo>
                  <a:lnTo>
                    <a:pt x="60472" y="26569"/>
                  </a:lnTo>
                  <a:lnTo>
                    <a:pt x="53726" y="29627"/>
                  </a:lnTo>
                  <a:lnTo>
                    <a:pt x="52502" y="28964"/>
                  </a:lnTo>
                  <a:lnTo>
                    <a:pt x="50395" y="29754"/>
                  </a:lnTo>
                  <a:lnTo>
                    <a:pt x="50205" y="30489"/>
                  </a:lnTo>
                  <a:lnTo>
                    <a:pt x="44998" y="29380"/>
                  </a:lnTo>
                  <a:lnTo>
                    <a:pt x="32619" y="29991"/>
                  </a:lnTo>
                  <a:lnTo>
                    <a:pt x="26350" y="32480"/>
                  </a:lnTo>
                  <a:lnTo>
                    <a:pt x="20357" y="33822"/>
                  </a:lnTo>
                  <a:lnTo>
                    <a:pt x="14730" y="33291"/>
                  </a:lnTo>
                  <a:lnTo>
                    <a:pt x="14677" y="34361"/>
                  </a:lnTo>
                  <a:lnTo>
                    <a:pt x="13550" y="32933"/>
                  </a:lnTo>
                  <a:lnTo>
                    <a:pt x="9264" y="30350"/>
                  </a:lnTo>
                  <a:lnTo>
                    <a:pt x="7692" y="30167"/>
                  </a:lnTo>
                  <a:lnTo>
                    <a:pt x="4575" y="25616"/>
                  </a:lnTo>
                  <a:lnTo>
                    <a:pt x="0" y="23924"/>
                  </a:lnTo>
                  <a:lnTo>
                    <a:pt x="1380" y="23272"/>
                  </a:lnTo>
                  <a:lnTo>
                    <a:pt x="6627" y="23143"/>
                  </a:lnTo>
                  <a:lnTo>
                    <a:pt x="14117" y="26464"/>
                  </a:lnTo>
                  <a:lnTo>
                    <a:pt x="17456" y="25984"/>
                  </a:lnTo>
                  <a:lnTo>
                    <a:pt x="20358" y="19542"/>
                  </a:lnTo>
                  <a:lnTo>
                    <a:pt x="27052" y="21409"/>
                  </a:lnTo>
                  <a:lnTo>
                    <a:pt x="27943" y="23091"/>
                  </a:lnTo>
                  <a:lnTo>
                    <a:pt x="29865" y="23982"/>
                  </a:lnTo>
                  <a:lnTo>
                    <a:pt x="33199" y="23290"/>
                  </a:lnTo>
                  <a:lnTo>
                    <a:pt x="34675" y="21972"/>
                  </a:lnTo>
                  <a:lnTo>
                    <a:pt x="36620" y="17379"/>
                  </a:lnTo>
                  <a:lnTo>
                    <a:pt x="37605" y="7849"/>
                  </a:lnTo>
                  <a:lnTo>
                    <a:pt x="34845" y="3116"/>
                  </a:lnTo>
                  <a:lnTo>
                    <a:pt x="32686" y="2407"/>
                  </a:lnTo>
                  <a:lnTo>
                    <a:pt x="31395" y="1046"/>
                  </a:lnTo>
                  <a:lnTo>
                    <a:pt x="37050" y="1134"/>
                  </a:lnTo>
                  <a:lnTo>
                    <a:pt x="38520" y="1168"/>
                  </a:lnTo>
                  <a:lnTo>
                    <a:pt x="44746" y="4638"/>
                  </a:lnTo>
                  <a:lnTo>
                    <a:pt x="50391" y="34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h852"/>
            <p:cNvSpPr/>
            <p:nvPr/>
          </p:nvSpPr>
          <p:spPr>
            <a:xfrm>
              <a:off x="2708289" y="3050880"/>
              <a:ext cx="6104" cy="8998"/>
            </a:xfrm>
            <a:custGeom>
              <a:avLst/>
              <a:pathLst>
                <a:path w="6104" h="8998">
                  <a:moveTo>
                    <a:pt x="4779" y="738"/>
                  </a:moveTo>
                  <a:lnTo>
                    <a:pt x="6104" y="5060"/>
                  </a:lnTo>
                  <a:lnTo>
                    <a:pt x="5850" y="6500"/>
                  </a:lnTo>
                  <a:lnTo>
                    <a:pt x="3476" y="8998"/>
                  </a:lnTo>
                  <a:lnTo>
                    <a:pt x="2893" y="7857"/>
                  </a:lnTo>
                  <a:lnTo>
                    <a:pt x="3981" y="5073"/>
                  </a:lnTo>
                  <a:lnTo>
                    <a:pt x="8" y="4521"/>
                  </a:lnTo>
                  <a:lnTo>
                    <a:pt x="0" y="3705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h853"/>
            <p:cNvSpPr/>
            <p:nvPr/>
          </p:nvSpPr>
          <p:spPr>
            <a:xfrm>
              <a:off x="2637977" y="3099186"/>
              <a:ext cx="6752" cy="8263"/>
            </a:xfrm>
            <a:custGeom>
              <a:avLst/>
              <a:pathLst>
                <a:path w="6752" h="8263">
                  <a:moveTo>
                    <a:pt x="4210" y="2194"/>
                  </a:moveTo>
                  <a:lnTo>
                    <a:pt x="6653" y="4241"/>
                  </a:lnTo>
                  <a:lnTo>
                    <a:pt x="6752" y="5718"/>
                  </a:lnTo>
                  <a:lnTo>
                    <a:pt x="3888" y="8263"/>
                  </a:lnTo>
                  <a:lnTo>
                    <a:pt x="543" y="8114"/>
                  </a:lnTo>
                  <a:lnTo>
                    <a:pt x="0" y="5464"/>
                  </a:lnTo>
                  <a:lnTo>
                    <a:pt x="744" y="3356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h854"/>
            <p:cNvSpPr/>
            <p:nvPr/>
          </p:nvSpPr>
          <p:spPr>
            <a:xfrm>
              <a:off x="2585696" y="3088201"/>
              <a:ext cx="25591" cy="34723"/>
            </a:xfrm>
            <a:custGeom>
              <a:avLst/>
              <a:pathLst>
                <a:path w="25591" h="34723">
                  <a:moveTo>
                    <a:pt x="21943" y="0"/>
                  </a:moveTo>
                  <a:lnTo>
                    <a:pt x="25591" y="4978"/>
                  </a:lnTo>
                  <a:lnTo>
                    <a:pt x="25463" y="6321"/>
                  </a:lnTo>
                  <a:lnTo>
                    <a:pt x="22646" y="13190"/>
                  </a:lnTo>
                  <a:lnTo>
                    <a:pt x="20076" y="16028"/>
                  </a:lnTo>
                  <a:lnTo>
                    <a:pt x="16276" y="22916"/>
                  </a:lnTo>
                  <a:lnTo>
                    <a:pt x="17183" y="24299"/>
                  </a:lnTo>
                  <a:lnTo>
                    <a:pt x="16750" y="33753"/>
                  </a:lnTo>
                  <a:lnTo>
                    <a:pt x="15035" y="34723"/>
                  </a:lnTo>
                  <a:lnTo>
                    <a:pt x="9317" y="34424"/>
                  </a:lnTo>
                  <a:lnTo>
                    <a:pt x="6841" y="34457"/>
                  </a:lnTo>
                  <a:lnTo>
                    <a:pt x="8560" y="31100"/>
                  </a:lnTo>
                  <a:lnTo>
                    <a:pt x="8084" y="24565"/>
                  </a:lnTo>
                  <a:lnTo>
                    <a:pt x="3153" y="15873"/>
                  </a:lnTo>
                  <a:lnTo>
                    <a:pt x="381" y="14928"/>
                  </a:lnTo>
                  <a:lnTo>
                    <a:pt x="219" y="12660"/>
                  </a:lnTo>
                  <a:lnTo>
                    <a:pt x="0" y="10502"/>
                  </a:lnTo>
                  <a:lnTo>
                    <a:pt x="3274" y="10229"/>
                  </a:lnTo>
                  <a:lnTo>
                    <a:pt x="4091" y="12246"/>
                  </a:lnTo>
                  <a:lnTo>
                    <a:pt x="4896" y="11791"/>
                  </a:lnTo>
                  <a:lnTo>
                    <a:pt x="5933" y="3519"/>
                  </a:lnTo>
                  <a:lnTo>
                    <a:pt x="9477" y="2155"/>
                  </a:lnTo>
                  <a:lnTo>
                    <a:pt x="11417" y="2279"/>
                  </a:lnTo>
                  <a:lnTo>
                    <a:pt x="10764" y="6213"/>
                  </a:lnTo>
                  <a:lnTo>
                    <a:pt x="16033" y="6726"/>
                  </a:lnTo>
                  <a:lnTo>
                    <a:pt x="17684" y="5945"/>
                  </a:lnTo>
                  <a:lnTo>
                    <a:pt x="17956" y="4353"/>
                  </a:lnTo>
                  <a:lnTo>
                    <a:pt x="17531" y="2900"/>
                  </a:lnTo>
                  <a:lnTo>
                    <a:pt x="16460" y="3224"/>
                  </a:lnTo>
                  <a:lnTo>
                    <a:pt x="15755" y="2016"/>
                  </a:lnTo>
                  <a:lnTo>
                    <a:pt x="15919" y="732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h855"/>
            <p:cNvSpPr/>
            <p:nvPr/>
          </p:nvSpPr>
          <p:spPr>
            <a:xfrm>
              <a:off x="2714823" y="3120573"/>
              <a:ext cx="8348" cy="15347"/>
            </a:xfrm>
            <a:custGeom>
              <a:avLst/>
              <a:pathLst>
                <a:path w="8348" h="15347">
                  <a:moveTo>
                    <a:pt x="4330" y="0"/>
                  </a:moveTo>
                  <a:lnTo>
                    <a:pt x="3710" y="1063"/>
                  </a:lnTo>
                  <a:lnTo>
                    <a:pt x="4935" y="3395"/>
                  </a:lnTo>
                  <a:lnTo>
                    <a:pt x="8007" y="4961"/>
                  </a:lnTo>
                  <a:lnTo>
                    <a:pt x="8348" y="5837"/>
                  </a:lnTo>
                  <a:lnTo>
                    <a:pt x="6494" y="9904"/>
                  </a:lnTo>
                  <a:lnTo>
                    <a:pt x="4304" y="12258"/>
                  </a:lnTo>
                  <a:lnTo>
                    <a:pt x="3985" y="15347"/>
                  </a:lnTo>
                  <a:lnTo>
                    <a:pt x="401" y="9617"/>
                  </a:lnTo>
                  <a:lnTo>
                    <a:pt x="0" y="6278"/>
                  </a:lnTo>
                  <a:lnTo>
                    <a:pt x="1071" y="6454"/>
                  </a:lnTo>
                  <a:lnTo>
                    <a:pt x="3457" y="4250"/>
                  </a:lnTo>
                  <a:lnTo>
                    <a:pt x="3459" y="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h856"/>
            <p:cNvSpPr/>
            <p:nvPr/>
          </p:nvSpPr>
          <p:spPr>
            <a:xfrm>
              <a:off x="2562678" y="3032568"/>
              <a:ext cx="26596" cy="30044"/>
            </a:xfrm>
            <a:custGeom>
              <a:avLst/>
              <a:pathLst>
                <a:path w="26596" h="30044">
                  <a:moveTo>
                    <a:pt x="7620" y="918"/>
                  </a:moveTo>
                  <a:lnTo>
                    <a:pt x="6310" y="4216"/>
                  </a:lnTo>
                  <a:lnTo>
                    <a:pt x="7947" y="3752"/>
                  </a:lnTo>
                  <a:lnTo>
                    <a:pt x="9051" y="1550"/>
                  </a:lnTo>
                  <a:lnTo>
                    <a:pt x="23894" y="5476"/>
                  </a:lnTo>
                  <a:lnTo>
                    <a:pt x="21560" y="6123"/>
                  </a:lnTo>
                  <a:lnTo>
                    <a:pt x="21584" y="10066"/>
                  </a:lnTo>
                  <a:lnTo>
                    <a:pt x="23187" y="13428"/>
                  </a:lnTo>
                  <a:lnTo>
                    <a:pt x="26596" y="17184"/>
                  </a:lnTo>
                  <a:lnTo>
                    <a:pt x="21203" y="23093"/>
                  </a:lnTo>
                  <a:lnTo>
                    <a:pt x="20828" y="27567"/>
                  </a:lnTo>
                  <a:lnTo>
                    <a:pt x="22458" y="28393"/>
                  </a:lnTo>
                  <a:lnTo>
                    <a:pt x="18939" y="30044"/>
                  </a:lnTo>
                  <a:lnTo>
                    <a:pt x="16609" y="29329"/>
                  </a:lnTo>
                  <a:lnTo>
                    <a:pt x="17639" y="26917"/>
                  </a:lnTo>
                  <a:lnTo>
                    <a:pt x="15519" y="28830"/>
                  </a:lnTo>
                  <a:lnTo>
                    <a:pt x="8433" y="27329"/>
                  </a:lnTo>
                  <a:lnTo>
                    <a:pt x="9120" y="23845"/>
                  </a:lnTo>
                  <a:lnTo>
                    <a:pt x="3906" y="23609"/>
                  </a:lnTo>
                  <a:lnTo>
                    <a:pt x="944" y="21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h857"/>
            <p:cNvSpPr/>
            <p:nvPr/>
          </p:nvSpPr>
          <p:spPr>
            <a:xfrm>
              <a:off x="2678435" y="2991057"/>
              <a:ext cx="24701" cy="30230"/>
            </a:xfrm>
            <a:custGeom>
              <a:avLst/>
              <a:pathLst>
                <a:path w="24701" h="30230">
                  <a:moveTo>
                    <a:pt x="18847" y="0"/>
                  </a:moveTo>
                  <a:lnTo>
                    <a:pt x="22320" y="2810"/>
                  </a:lnTo>
                  <a:lnTo>
                    <a:pt x="24348" y="5114"/>
                  </a:lnTo>
                  <a:lnTo>
                    <a:pt x="24701" y="11176"/>
                  </a:lnTo>
                  <a:lnTo>
                    <a:pt x="21993" y="11607"/>
                  </a:lnTo>
                  <a:lnTo>
                    <a:pt x="18273" y="13921"/>
                  </a:lnTo>
                  <a:lnTo>
                    <a:pt x="17799" y="15908"/>
                  </a:lnTo>
                  <a:lnTo>
                    <a:pt x="23252" y="17582"/>
                  </a:lnTo>
                  <a:lnTo>
                    <a:pt x="23732" y="20389"/>
                  </a:lnTo>
                  <a:lnTo>
                    <a:pt x="22126" y="22398"/>
                  </a:lnTo>
                  <a:lnTo>
                    <a:pt x="19274" y="23798"/>
                  </a:lnTo>
                  <a:lnTo>
                    <a:pt x="18863" y="20984"/>
                  </a:lnTo>
                  <a:lnTo>
                    <a:pt x="14423" y="24658"/>
                  </a:lnTo>
                  <a:lnTo>
                    <a:pt x="13835" y="30230"/>
                  </a:lnTo>
                  <a:lnTo>
                    <a:pt x="10819" y="29107"/>
                  </a:lnTo>
                  <a:lnTo>
                    <a:pt x="8866" y="27274"/>
                  </a:lnTo>
                  <a:lnTo>
                    <a:pt x="8988" y="24612"/>
                  </a:lnTo>
                  <a:lnTo>
                    <a:pt x="8179" y="22666"/>
                  </a:lnTo>
                  <a:lnTo>
                    <a:pt x="6886" y="21709"/>
                  </a:lnTo>
                  <a:lnTo>
                    <a:pt x="6569" y="19466"/>
                  </a:lnTo>
                  <a:lnTo>
                    <a:pt x="9318" y="18765"/>
                  </a:lnTo>
                  <a:lnTo>
                    <a:pt x="10522" y="16894"/>
                  </a:lnTo>
                  <a:lnTo>
                    <a:pt x="2077" y="15812"/>
                  </a:lnTo>
                  <a:lnTo>
                    <a:pt x="0" y="14071"/>
                  </a:lnTo>
                  <a:lnTo>
                    <a:pt x="5227" y="10912"/>
                  </a:lnTo>
                  <a:lnTo>
                    <a:pt x="7191" y="7975"/>
                  </a:lnTo>
                  <a:lnTo>
                    <a:pt x="6081" y="6114"/>
                  </a:lnTo>
                  <a:lnTo>
                    <a:pt x="2890" y="4738"/>
                  </a:lnTo>
                  <a:lnTo>
                    <a:pt x="8771" y="6099"/>
                  </a:lnTo>
                  <a:lnTo>
                    <a:pt x="11465" y="7398"/>
                  </a:lnTo>
                  <a:lnTo>
                    <a:pt x="14281" y="12999"/>
                  </a:lnTo>
                  <a:lnTo>
                    <a:pt x="17197" y="12886"/>
                  </a:lnTo>
                  <a:lnTo>
                    <a:pt x="15936" y="6882"/>
                  </a:lnTo>
                  <a:lnTo>
                    <a:pt x="16767" y="131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h858"/>
            <p:cNvSpPr/>
            <p:nvPr/>
          </p:nvSpPr>
          <p:spPr>
            <a:xfrm>
              <a:off x="2531407" y="3090293"/>
              <a:ext cx="14614" cy="16901"/>
            </a:xfrm>
            <a:custGeom>
              <a:avLst/>
              <a:pathLst>
                <a:path w="14614" h="16901">
                  <a:moveTo>
                    <a:pt x="6289" y="434"/>
                  </a:moveTo>
                  <a:lnTo>
                    <a:pt x="7080" y="1958"/>
                  </a:lnTo>
                  <a:lnTo>
                    <a:pt x="11781" y="5160"/>
                  </a:lnTo>
                  <a:lnTo>
                    <a:pt x="12664" y="5012"/>
                  </a:lnTo>
                  <a:lnTo>
                    <a:pt x="14614" y="8273"/>
                  </a:lnTo>
                  <a:lnTo>
                    <a:pt x="12545" y="9957"/>
                  </a:lnTo>
                  <a:lnTo>
                    <a:pt x="12262" y="11370"/>
                  </a:lnTo>
                  <a:lnTo>
                    <a:pt x="13370" y="11323"/>
                  </a:lnTo>
                  <a:lnTo>
                    <a:pt x="13254" y="14147"/>
                  </a:lnTo>
                  <a:lnTo>
                    <a:pt x="11839" y="16901"/>
                  </a:lnTo>
                  <a:lnTo>
                    <a:pt x="9594" y="16678"/>
                  </a:lnTo>
                  <a:lnTo>
                    <a:pt x="7511" y="14767"/>
                  </a:lnTo>
                  <a:lnTo>
                    <a:pt x="891" y="12710"/>
                  </a:lnTo>
                  <a:lnTo>
                    <a:pt x="0" y="13150"/>
                  </a:lnTo>
                  <a:lnTo>
                    <a:pt x="2035" y="9841"/>
                  </a:lnTo>
                  <a:lnTo>
                    <a:pt x="1674" y="2658"/>
                  </a:lnTo>
                  <a:lnTo>
                    <a:pt x="2318" y="1169"/>
                  </a:lnTo>
                  <a:lnTo>
                    <a:pt x="369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h859"/>
            <p:cNvSpPr/>
            <p:nvPr/>
          </p:nvSpPr>
          <p:spPr>
            <a:xfrm>
              <a:off x="2552513" y="2994488"/>
              <a:ext cx="33290" cy="31554"/>
            </a:xfrm>
            <a:custGeom>
              <a:avLst/>
              <a:pathLst>
                <a:path w="33290" h="31554">
                  <a:moveTo>
                    <a:pt x="1242" y="0"/>
                  </a:moveTo>
                  <a:lnTo>
                    <a:pt x="2403" y="1429"/>
                  </a:lnTo>
                  <a:lnTo>
                    <a:pt x="8213" y="3983"/>
                  </a:lnTo>
                  <a:lnTo>
                    <a:pt x="9995" y="3274"/>
                  </a:lnTo>
                  <a:lnTo>
                    <a:pt x="10465" y="4719"/>
                  </a:lnTo>
                  <a:lnTo>
                    <a:pt x="12487" y="6517"/>
                  </a:lnTo>
                  <a:lnTo>
                    <a:pt x="22816" y="10731"/>
                  </a:lnTo>
                  <a:lnTo>
                    <a:pt x="23685" y="16080"/>
                  </a:lnTo>
                  <a:lnTo>
                    <a:pt x="29342" y="16311"/>
                  </a:lnTo>
                  <a:lnTo>
                    <a:pt x="33290" y="19178"/>
                  </a:lnTo>
                  <a:lnTo>
                    <a:pt x="32314" y="20107"/>
                  </a:lnTo>
                  <a:lnTo>
                    <a:pt x="30111" y="19191"/>
                  </a:lnTo>
                  <a:lnTo>
                    <a:pt x="28934" y="21221"/>
                  </a:lnTo>
                  <a:lnTo>
                    <a:pt x="27836" y="20964"/>
                  </a:lnTo>
                  <a:lnTo>
                    <a:pt x="24102" y="22879"/>
                  </a:lnTo>
                  <a:lnTo>
                    <a:pt x="23485" y="25606"/>
                  </a:lnTo>
                  <a:lnTo>
                    <a:pt x="24414" y="26167"/>
                  </a:lnTo>
                  <a:lnTo>
                    <a:pt x="25043" y="31145"/>
                  </a:lnTo>
                  <a:lnTo>
                    <a:pt x="22183" y="31172"/>
                  </a:lnTo>
                  <a:lnTo>
                    <a:pt x="17628" y="31554"/>
                  </a:lnTo>
                  <a:lnTo>
                    <a:pt x="9255" y="27399"/>
                  </a:lnTo>
                  <a:lnTo>
                    <a:pt x="8528" y="25530"/>
                  </a:lnTo>
                  <a:lnTo>
                    <a:pt x="12020" y="26027"/>
                  </a:lnTo>
                  <a:lnTo>
                    <a:pt x="11800" y="25110"/>
                  </a:lnTo>
                  <a:lnTo>
                    <a:pt x="7091" y="22958"/>
                  </a:lnTo>
                  <a:lnTo>
                    <a:pt x="3591" y="18218"/>
                  </a:lnTo>
                  <a:lnTo>
                    <a:pt x="3321" y="9590"/>
                  </a:lnTo>
                  <a:lnTo>
                    <a:pt x="4157" y="7632"/>
                  </a:lnTo>
                  <a:lnTo>
                    <a:pt x="506" y="6427"/>
                  </a:lnTo>
                  <a:lnTo>
                    <a:pt x="0" y="4922"/>
                  </a:lnTo>
                  <a:lnTo>
                    <a:pt x="481" y="22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h860"/>
            <p:cNvSpPr/>
            <p:nvPr/>
          </p:nvSpPr>
          <p:spPr>
            <a:xfrm>
              <a:off x="2667940" y="3005128"/>
              <a:ext cx="21016" cy="17613"/>
            </a:xfrm>
            <a:custGeom>
              <a:avLst/>
              <a:pathLst>
                <a:path w="21016" h="17613">
                  <a:moveTo>
                    <a:pt x="9878" y="3817"/>
                  </a:moveTo>
                  <a:lnTo>
                    <a:pt x="10890" y="2186"/>
                  </a:lnTo>
                  <a:lnTo>
                    <a:pt x="10494" y="0"/>
                  </a:lnTo>
                  <a:lnTo>
                    <a:pt x="12571" y="1741"/>
                  </a:lnTo>
                  <a:lnTo>
                    <a:pt x="21016" y="2823"/>
                  </a:lnTo>
                  <a:lnTo>
                    <a:pt x="19812" y="4694"/>
                  </a:lnTo>
                  <a:lnTo>
                    <a:pt x="17063" y="5395"/>
                  </a:lnTo>
                  <a:lnTo>
                    <a:pt x="17381" y="7638"/>
                  </a:lnTo>
                  <a:lnTo>
                    <a:pt x="15738" y="9401"/>
                  </a:lnTo>
                  <a:lnTo>
                    <a:pt x="14287" y="7069"/>
                  </a:lnTo>
                  <a:lnTo>
                    <a:pt x="13377" y="17613"/>
                  </a:lnTo>
                  <a:lnTo>
                    <a:pt x="10776" y="17342"/>
                  </a:lnTo>
                  <a:lnTo>
                    <a:pt x="10849" y="14226"/>
                  </a:lnTo>
                  <a:lnTo>
                    <a:pt x="9746" y="13207"/>
                  </a:lnTo>
                  <a:lnTo>
                    <a:pt x="6947" y="13426"/>
                  </a:lnTo>
                  <a:lnTo>
                    <a:pt x="1332" y="9301"/>
                  </a:lnTo>
                  <a:lnTo>
                    <a:pt x="1199" y="4296"/>
                  </a:lnTo>
                  <a:lnTo>
                    <a:pt x="0" y="1193"/>
                  </a:lnTo>
                  <a:lnTo>
                    <a:pt x="1524" y="69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h861"/>
            <p:cNvSpPr/>
            <p:nvPr/>
          </p:nvSpPr>
          <p:spPr>
            <a:xfrm>
              <a:off x="2681430" y="3055592"/>
              <a:ext cx="5930" cy="8311"/>
            </a:xfrm>
            <a:custGeom>
              <a:avLst/>
              <a:pathLst>
                <a:path w="5930" h="8311">
                  <a:moveTo>
                    <a:pt x="5930" y="5656"/>
                  </a:moveTo>
                  <a:lnTo>
                    <a:pt x="4719" y="8311"/>
                  </a:lnTo>
                  <a:lnTo>
                    <a:pt x="0" y="6430"/>
                  </a:lnTo>
                  <a:lnTo>
                    <a:pt x="1755" y="0"/>
                  </a:lnTo>
                  <a:lnTo>
                    <a:pt x="3545" y="236"/>
                  </a:lnTo>
                  <a:lnTo>
                    <a:pt x="4882" y="463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h862"/>
            <p:cNvSpPr/>
            <p:nvPr/>
          </p:nvSpPr>
          <p:spPr>
            <a:xfrm>
              <a:off x="2666574" y="3052908"/>
              <a:ext cx="12809" cy="12903"/>
            </a:xfrm>
            <a:custGeom>
              <a:avLst/>
              <a:pathLst>
                <a:path w="12809" h="12903">
                  <a:moveTo>
                    <a:pt x="6729" y="2272"/>
                  </a:moveTo>
                  <a:lnTo>
                    <a:pt x="8613" y="2576"/>
                  </a:lnTo>
                  <a:lnTo>
                    <a:pt x="10213" y="1949"/>
                  </a:lnTo>
                  <a:lnTo>
                    <a:pt x="12809" y="2879"/>
                  </a:lnTo>
                  <a:lnTo>
                    <a:pt x="11673" y="4264"/>
                  </a:lnTo>
                  <a:lnTo>
                    <a:pt x="10523" y="10062"/>
                  </a:lnTo>
                  <a:lnTo>
                    <a:pt x="11283" y="12031"/>
                  </a:lnTo>
                  <a:lnTo>
                    <a:pt x="5344" y="10535"/>
                  </a:lnTo>
                  <a:lnTo>
                    <a:pt x="4249" y="12903"/>
                  </a:lnTo>
                  <a:lnTo>
                    <a:pt x="0" y="10202"/>
                  </a:lnTo>
                  <a:lnTo>
                    <a:pt x="4010" y="4604"/>
                  </a:lnTo>
                  <a:lnTo>
                    <a:pt x="4256" y="0"/>
                  </a:lnTo>
                  <a:lnTo>
                    <a:pt x="6817" y="1249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h863"/>
            <p:cNvSpPr/>
            <p:nvPr/>
          </p:nvSpPr>
          <p:spPr>
            <a:xfrm>
              <a:off x="2627756" y="3092346"/>
              <a:ext cx="5583" cy="8250"/>
            </a:xfrm>
            <a:custGeom>
              <a:avLst/>
              <a:pathLst>
                <a:path w="5583" h="8250">
                  <a:moveTo>
                    <a:pt x="504" y="0"/>
                  </a:moveTo>
                  <a:lnTo>
                    <a:pt x="1038" y="1955"/>
                  </a:lnTo>
                  <a:lnTo>
                    <a:pt x="5236" y="1869"/>
                  </a:lnTo>
                  <a:lnTo>
                    <a:pt x="5583" y="8055"/>
                  </a:lnTo>
                  <a:lnTo>
                    <a:pt x="3066" y="8250"/>
                  </a:lnTo>
                  <a:lnTo>
                    <a:pt x="1478" y="6749"/>
                  </a:lnTo>
                  <a:lnTo>
                    <a:pt x="0" y="198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h864"/>
            <p:cNvSpPr/>
            <p:nvPr/>
          </p:nvSpPr>
          <p:spPr>
            <a:xfrm>
              <a:off x="2669465" y="2995795"/>
              <a:ext cx="16161" cy="13150"/>
            </a:xfrm>
            <a:custGeom>
              <a:avLst/>
              <a:pathLst>
                <a:path w="16161" h="13150">
                  <a:moveTo>
                    <a:pt x="11860" y="0"/>
                  </a:moveTo>
                  <a:lnTo>
                    <a:pt x="15051" y="1376"/>
                  </a:lnTo>
                  <a:lnTo>
                    <a:pt x="16161" y="3237"/>
                  </a:lnTo>
                  <a:lnTo>
                    <a:pt x="14196" y="6173"/>
                  </a:lnTo>
                  <a:lnTo>
                    <a:pt x="8969" y="9332"/>
                  </a:lnTo>
                  <a:lnTo>
                    <a:pt x="9365" y="11519"/>
                  </a:lnTo>
                  <a:lnTo>
                    <a:pt x="8353" y="13150"/>
                  </a:lnTo>
                  <a:lnTo>
                    <a:pt x="0" y="10031"/>
                  </a:lnTo>
                  <a:lnTo>
                    <a:pt x="141" y="8851"/>
                  </a:lnTo>
                  <a:lnTo>
                    <a:pt x="6853" y="377"/>
                  </a:lnTo>
                  <a:lnTo>
                    <a:pt x="8847" y="36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h865"/>
            <p:cNvSpPr/>
            <p:nvPr/>
          </p:nvSpPr>
          <p:spPr>
            <a:xfrm>
              <a:off x="2662515" y="3023123"/>
              <a:ext cx="11710" cy="9245"/>
            </a:xfrm>
            <a:custGeom>
              <a:avLst/>
              <a:pathLst>
                <a:path w="11710" h="9245">
                  <a:moveTo>
                    <a:pt x="8791" y="411"/>
                  </a:moveTo>
                  <a:lnTo>
                    <a:pt x="10020" y="1356"/>
                  </a:lnTo>
                  <a:lnTo>
                    <a:pt x="11710" y="3786"/>
                  </a:lnTo>
                  <a:lnTo>
                    <a:pt x="8374" y="9245"/>
                  </a:lnTo>
                  <a:lnTo>
                    <a:pt x="5771" y="4040"/>
                  </a:lnTo>
                  <a:lnTo>
                    <a:pt x="0" y="7079"/>
                  </a:lnTo>
                  <a:lnTo>
                    <a:pt x="437" y="5050"/>
                  </a:lnTo>
                  <a:lnTo>
                    <a:pt x="492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h866"/>
            <p:cNvSpPr/>
            <p:nvPr/>
          </p:nvSpPr>
          <p:spPr>
            <a:xfrm>
              <a:off x="2702137" y="3087874"/>
              <a:ext cx="35444" cy="21649"/>
            </a:xfrm>
            <a:custGeom>
              <a:avLst/>
              <a:pathLst>
                <a:path w="35444" h="21649">
                  <a:moveTo>
                    <a:pt x="33308" y="1344"/>
                  </a:moveTo>
                  <a:lnTo>
                    <a:pt x="35444" y="7032"/>
                  </a:lnTo>
                  <a:lnTo>
                    <a:pt x="33091" y="8400"/>
                  </a:lnTo>
                  <a:lnTo>
                    <a:pt x="23848" y="10883"/>
                  </a:lnTo>
                  <a:lnTo>
                    <a:pt x="18233" y="15256"/>
                  </a:lnTo>
                  <a:lnTo>
                    <a:pt x="16984" y="14327"/>
                  </a:lnTo>
                  <a:lnTo>
                    <a:pt x="16599" y="12738"/>
                  </a:lnTo>
                  <a:lnTo>
                    <a:pt x="13441" y="9875"/>
                  </a:lnTo>
                  <a:lnTo>
                    <a:pt x="12004" y="9520"/>
                  </a:lnTo>
                  <a:lnTo>
                    <a:pt x="10826" y="13307"/>
                  </a:lnTo>
                  <a:lnTo>
                    <a:pt x="9614" y="12290"/>
                  </a:lnTo>
                  <a:lnTo>
                    <a:pt x="5616" y="21649"/>
                  </a:lnTo>
                  <a:lnTo>
                    <a:pt x="1798" y="19688"/>
                  </a:lnTo>
                  <a:lnTo>
                    <a:pt x="0" y="14933"/>
                  </a:lnTo>
                  <a:lnTo>
                    <a:pt x="2796" y="12986"/>
                  </a:lnTo>
                  <a:lnTo>
                    <a:pt x="5457" y="10198"/>
                  </a:lnTo>
                  <a:lnTo>
                    <a:pt x="4976" y="7361"/>
                  </a:lnTo>
                  <a:lnTo>
                    <a:pt x="7017" y="4323"/>
                  </a:lnTo>
                  <a:lnTo>
                    <a:pt x="10844" y="4492"/>
                  </a:lnTo>
                  <a:lnTo>
                    <a:pt x="14820" y="2689"/>
                  </a:lnTo>
                  <a:lnTo>
                    <a:pt x="18833" y="3606"/>
                  </a:lnTo>
                  <a:lnTo>
                    <a:pt x="25012" y="1022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h867"/>
            <p:cNvSpPr/>
            <p:nvPr/>
          </p:nvSpPr>
          <p:spPr>
            <a:xfrm>
              <a:off x="2716792" y="3094869"/>
              <a:ext cx="27711" cy="13193"/>
            </a:xfrm>
            <a:custGeom>
              <a:avLst/>
              <a:pathLst>
                <a:path w="27711" h="13193">
                  <a:moveTo>
                    <a:pt x="27711" y="797"/>
                  </a:moveTo>
                  <a:lnTo>
                    <a:pt x="25770" y="3341"/>
                  </a:lnTo>
                  <a:lnTo>
                    <a:pt x="25505" y="10425"/>
                  </a:lnTo>
                  <a:lnTo>
                    <a:pt x="26396" y="12723"/>
                  </a:lnTo>
                  <a:lnTo>
                    <a:pt x="26544" y="13193"/>
                  </a:lnTo>
                  <a:lnTo>
                    <a:pt x="22443" y="10711"/>
                  </a:lnTo>
                  <a:lnTo>
                    <a:pt x="13697" y="11229"/>
                  </a:lnTo>
                  <a:lnTo>
                    <a:pt x="8454" y="12696"/>
                  </a:lnTo>
                  <a:lnTo>
                    <a:pt x="7739" y="11937"/>
                  </a:lnTo>
                  <a:lnTo>
                    <a:pt x="4222" y="12958"/>
                  </a:lnTo>
                  <a:lnTo>
                    <a:pt x="3292" y="13153"/>
                  </a:lnTo>
                  <a:lnTo>
                    <a:pt x="0" y="11261"/>
                  </a:lnTo>
                  <a:lnTo>
                    <a:pt x="919" y="8227"/>
                  </a:lnTo>
                  <a:lnTo>
                    <a:pt x="2330" y="7332"/>
                  </a:lnTo>
                  <a:lnTo>
                    <a:pt x="3578" y="8261"/>
                  </a:lnTo>
                  <a:lnTo>
                    <a:pt x="9193" y="3889"/>
                  </a:lnTo>
                  <a:lnTo>
                    <a:pt x="18436" y="1406"/>
                  </a:lnTo>
                  <a:lnTo>
                    <a:pt x="20790" y="37"/>
                  </a:lnTo>
                  <a:lnTo>
                    <a:pt x="23462" y="2326"/>
                  </a:lnTo>
                  <a:lnTo>
                    <a:pt x="2715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h868"/>
            <p:cNvSpPr/>
            <p:nvPr/>
          </p:nvSpPr>
          <p:spPr>
            <a:xfrm>
              <a:off x="2700564" y="3050575"/>
              <a:ext cx="8850" cy="4009"/>
            </a:xfrm>
            <a:custGeom>
              <a:avLst/>
              <a:pathLst>
                <a:path w="8850" h="4009">
                  <a:moveTo>
                    <a:pt x="8850" y="304"/>
                  </a:moveTo>
                  <a:lnTo>
                    <a:pt x="7724" y="4009"/>
                  </a:lnTo>
                  <a:lnTo>
                    <a:pt x="2962" y="1868"/>
                  </a:lnTo>
                  <a:lnTo>
                    <a:pt x="0" y="160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h869"/>
            <p:cNvSpPr/>
            <p:nvPr/>
          </p:nvSpPr>
          <p:spPr>
            <a:xfrm>
              <a:off x="2603886" y="3143579"/>
              <a:ext cx="19218" cy="18933"/>
            </a:xfrm>
            <a:custGeom>
              <a:avLst/>
              <a:pathLst>
                <a:path w="19218" h="18933">
                  <a:moveTo>
                    <a:pt x="11292" y="1083"/>
                  </a:moveTo>
                  <a:lnTo>
                    <a:pt x="13240" y="2525"/>
                  </a:lnTo>
                  <a:lnTo>
                    <a:pt x="16702" y="6766"/>
                  </a:lnTo>
                  <a:lnTo>
                    <a:pt x="17765" y="10568"/>
                  </a:lnTo>
                  <a:lnTo>
                    <a:pt x="19218" y="12500"/>
                  </a:lnTo>
                  <a:lnTo>
                    <a:pt x="19067" y="12940"/>
                  </a:lnTo>
                  <a:lnTo>
                    <a:pt x="17862" y="11986"/>
                  </a:lnTo>
                  <a:lnTo>
                    <a:pt x="13416" y="11473"/>
                  </a:lnTo>
                  <a:lnTo>
                    <a:pt x="8847" y="11839"/>
                  </a:lnTo>
                  <a:lnTo>
                    <a:pt x="6356" y="13344"/>
                  </a:lnTo>
                  <a:lnTo>
                    <a:pt x="8323" y="16611"/>
                  </a:lnTo>
                  <a:lnTo>
                    <a:pt x="6838" y="18933"/>
                  </a:lnTo>
                  <a:lnTo>
                    <a:pt x="2585" y="13505"/>
                  </a:lnTo>
                  <a:lnTo>
                    <a:pt x="0" y="9890"/>
                  </a:lnTo>
                  <a:lnTo>
                    <a:pt x="1557" y="8218"/>
                  </a:lnTo>
                  <a:lnTo>
                    <a:pt x="2760" y="7992"/>
                  </a:lnTo>
                  <a:lnTo>
                    <a:pt x="3468" y="2117"/>
                  </a:lnTo>
                  <a:lnTo>
                    <a:pt x="3864" y="1481"/>
                  </a:lnTo>
                  <a:lnTo>
                    <a:pt x="5159" y="1826"/>
                  </a:lnTo>
                  <a:lnTo>
                    <a:pt x="638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h870"/>
            <p:cNvSpPr/>
            <p:nvPr/>
          </p:nvSpPr>
          <p:spPr>
            <a:xfrm>
              <a:off x="2610243" y="3155053"/>
              <a:ext cx="17492" cy="13612"/>
            </a:xfrm>
            <a:custGeom>
              <a:avLst/>
              <a:pathLst>
                <a:path w="17492" h="13612">
                  <a:moveTo>
                    <a:pt x="11506" y="512"/>
                  </a:moveTo>
                  <a:lnTo>
                    <a:pt x="12710" y="1467"/>
                  </a:lnTo>
                  <a:lnTo>
                    <a:pt x="16281" y="6026"/>
                  </a:lnTo>
                  <a:lnTo>
                    <a:pt x="17492" y="11288"/>
                  </a:lnTo>
                  <a:lnTo>
                    <a:pt x="16621" y="12259"/>
                  </a:lnTo>
                  <a:lnTo>
                    <a:pt x="16703" y="11540"/>
                  </a:lnTo>
                  <a:lnTo>
                    <a:pt x="15463" y="11093"/>
                  </a:lnTo>
                  <a:lnTo>
                    <a:pt x="11847" y="10897"/>
                  </a:lnTo>
                  <a:lnTo>
                    <a:pt x="11273" y="11253"/>
                  </a:lnTo>
                  <a:lnTo>
                    <a:pt x="11525" y="13028"/>
                  </a:lnTo>
                  <a:lnTo>
                    <a:pt x="10297" y="13612"/>
                  </a:lnTo>
                  <a:lnTo>
                    <a:pt x="6443" y="7039"/>
                  </a:lnTo>
                  <a:lnTo>
                    <a:pt x="1967" y="5137"/>
                  </a:lnTo>
                  <a:lnTo>
                    <a:pt x="0" y="1870"/>
                  </a:lnTo>
                  <a:lnTo>
                    <a:pt x="2491" y="365"/>
                  </a:lnTo>
                  <a:lnTo>
                    <a:pt x="705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h871"/>
            <p:cNvSpPr/>
            <p:nvPr/>
          </p:nvSpPr>
          <p:spPr>
            <a:xfrm>
              <a:off x="2630069" y="3127321"/>
              <a:ext cx="15855" cy="36658"/>
            </a:xfrm>
            <a:custGeom>
              <a:avLst/>
              <a:pathLst>
                <a:path w="15855" h="36658">
                  <a:moveTo>
                    <a:pt x="8711" y="3851"/>
                  </a:moveTo>
                  <a:lnTo>
                    <a:pt x="9369" y="2019"/>
                  </a:lnTo>
                  <a:lnTo>
                    <a:pt x="11139" y="5685"/>
                  </a:lnTo>
                  <a:lnTo>
                    <a:pt x="10059" y="10366"/>
                  </a:lnTo>
                  <a:lnTo>
                    <a:pt x="9071" y="11154"/>
                  </a:lnTo>
                  <a:lnTo>
                    <a:pt x="9083" y="14186"/>
                  </a:lnTo>
                  <a:lnTo>
                    <a:pt x="9509" y="15065"/>
                  </a:lnTo>
                  <a:lnTo>
                    <a:pt x="12228" y="15709"/>
                  </a:lnTo>
                  <a:lnTo>
                    <a:pt x="14180" y="14527"/>
                  </a:lnTo>
                  <a:lnTo>
                    <a:pt x="15398" y="20321"/>
                  </a:lnTo>
                  <a:lnTo>
                    <a:pt x="15855" y="27258"/>
                  </a:lnTo>
                  <a:lnTo>
                    <a:pt x="12942" y="34162"/>
                  </a:lnTo>
                  <a:lnTo>
                    <a:pt x="11410" y="34890"/>
                  </a:lnTo>
                  <a:lnTo>
                    <a:pt x="11081" y="36658"/>
                  </a:lnTo>
                  <a:lnTo>
                    <a:pt x="4349" y="29911"/>
                  </a:lnTo>
                  <a:lnTo>
                    <a:pt x="4012" y="28273"/>
                  </a:lnTo>
                  <a:lnTo>
                    <a:pt x="3889" y="24398"/>
                  </a:lnTo>
                  <a:lnTo>
                    <a:pt x="0" y="19988"/>
                  </a:lnTo>
                  <a:lnTo>
                    <a:pt x="330" y="19167"/>
                  </a:lnTo>
                  <a:lnTo>
                    <a:pt x="1804" y="14227"/>
                  </a:lnTo>
                  <a:lnTo>
                    <a:pt x="4064" y="11906"/>
                  </a:lnTo>
                  <a:lnTo>
                    <a:pt x="7341" y="291"/>
                  </a:lnTo>
                  <a:lnTo>
                    <a:pt x="815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h872"/>
            <p:cNvSpPr/>
            <p:nvPr/>
          </p:nvSpPr>
          <p:spPr>
            <a:xfrm>
              <a:off x="2673303" y="3044242"/>
              <a:ext cx="8592" cy="11546"/>
            </a:xfrm>
            <a:custGeom>
              <a:avLst/>
              <a:pathLst>
                <a:path w="8592" h="11546">
                  <a:moveTo>
                    <a:pt x="8592" y="1375"/>
                  </a:moveTo>
                  <a:lnTo>
                    <a:pt x="8482" y="8819"/>
                  </a:lnTo>
                  <a:lnTo>
                    <a:pt x="6080" y="11546"/>
                  </a:lnTo>
                  <a:lnTo>
                    <a:pt x="3484" y="10616"/>
                  </a:lnTo>
                  <a:lnTo>
                    <a:pt x="1884" y="11242"/>
                  </a:lnTo>
                  <a:lnTo>
                    <a:pt x="0" y="10938"/>
                  </a:lnTo>
                  <a:lnTo>
                    <a:pt x="88" y="9915"/>
                  </a:lnTo>
                  <a:lnTo>
                    <a:pt x="787" y="2325"/>
                  </a:lnTo>
                  <a:lnTo>
                    <a:pt x="5121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h873"/>
            <p:cNvSpPr/>
            <p:nvPr/>
          </p:nvSpPr>
          <p:spPr>
            <a:xfrm>
              <a:off x="2682282" y="3040443"/>
              <a:ext cx="6159" cy="4049"/>
            </a:xfrm>
            <a:custGeom>
              <a:avLst/>
              <a:pathLst>
                <a:path w="6159" h="4049">
                  <a:moveTo>
                    <a:pt x="5405" y="647"/>
                  </a:moveTo>
                  <a:lnTo>
                    <a:pt x="6159" y="2200"/>
                  </a:lnTo>
                  <a:lnTo>
                    <a:pt x="5700" y="4049"/>
                  </a:lnTo>
                  <a:lnTo>
                    <a:pt x="1520" y="3223"/>
                  </a:lnTo>
                  <a:lnTo>
                    <a:pt x="0" y="2833"/>
                  </a:lnTo>
                  <a:lnTo>
                    <a:pt x="941" y="0"/>
                  </a:lnTo>
                  <a:lnTo>
                    <a:pt x="5251" y="591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h874"/>
            <p:cNvSpPr/>
            <p:nvPr/>
          </p:nvSpPr>
          <p:spPr>
            <a:xfrm>
              <a:off x="2634008" y="3107560"/>
              <a:ext cx="4425" cy="2279"/>
            </a:xfrm>
            <a:custGeom>
              <a:avLst/>
              <a:pathLst>
                <a:path w="4425" h="2279">
                  <a:moveTo>
                    <a:pt x="4425" y="1664"/>
                  </a:moveTo>
                  <a:lnTo>
                    <a:pt x="0" y="2279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h875"/>
            <p:cNvSpPr/>
            <p:nvPr/>
          </p:nvSpPr>
          <p:spPr>
            <a:xfrm>
              <a:off x="2575998" y="3014199"/>
              <a:ext cx="33119" cy="21627"/>
            </a:xfrm>
            <a:custGeom>
              <a:avLst/>
              <a:pathLst>
                <a:path w="33119" h="21627">
                  <a:moveTo>
                    <a:pt x="21321" y="7849"/>
                  </a:moveTo>
                  <a:lnTo>
                    <a:pt x="22501" y="7110"/>
                  </a:lnTo>
                  <a:lnTo>
                    <a:pt x="23785" y="11424"/>
                  </a:lnTo>
                  <a:lnTo>
                    <a:pt x="27664" y="13668"/>
                  </a:lnTo>
                  <a:lnTo>
                    <a:pt x="28475" y="15142"/>
                  </a:lnTo>
                  <a:lnTo>
                    <a:pt x="32064" y="17692"/>
                  </a:lnTo>
                  <a:lnTo>
                    <a:pt x="33119" y="20479"/>
                  </a:lnTo>
                  <a:lnTo>
                    <a:pt x="20458" y="21627"/>
                  </a:lnTo>
                  <a:lnTo>
                    <a:pt x="2751" y="13696"/>
                  </a:lnTo>
                  <a:lnTo>
                    <a:pt x="1585" y="12930"/>
                  </a:lnTo>
                  <a:lnTo>
                    <a:pt x="1557" y="11434"/>
                  </a:lnTo>
                  <a:lnTo>
                    <a:pt x="928" y="6456"/>
                  </a:lnTo>
                  <a:lnTo>
                    <a:pt x="0" y="5895"/>
                  </a:lnTo>
                  <a:lnTo>
                    <a:pt x="617" y="3168"/>
                  </a:lnTo>
                  <a:lnTo>
                    <a:pt x="4351" y="1253"/>
                  </a:lnTo>
                  <a:lnTo>
                    <a:pt x="5448" y="1510"/>
                  </a:lnTo>
                  <a:lnTo>
                    <a:pt x="9065" y="2384"/>
                  </a:lnTo>
                  <a:lnTo>
                    <a:pt x="10330" y="1657"/>
                  </a:lnTo>
                  <a:lnTo>
                    <a:pt x="9532" y="1565"/>
                  </a:lnTo>
                  <a:lnTo>
                    <a:pt x="1060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h876"/>
            <p:cNvSpPr/>
            <p:nvPr/>
          </p:nvSpPr>
          <p:spPr>
            <a:xfrm>
              <a:off x="2573296" y="2965845"/>
              <a:ext cx="39479" cy="35490"/>
            </a:xfrm>
            <a:custGeom>
              <a:avLst/>
              <a:pathLst>
                <a:path w="39479" h="35490">
                  <a:moveTo>
                    <a:pt x="3753" y="3002"/>
                  </a:moveTo>
                  <a:lnTo>
                    <a:pt x="4473" y="7256"/>
                  </a:lnTo>
                  <a:lnTo>
                    <a:pt x="8505" y="7738"/>
                  </a:lnTo>
                  <a:lnTo>
                    <a:pt x="7977" y="5208"/>
                  </a:lnTo>
                  <a:lnTo>
                    <a:pt x="17825" y="8321"/>
                  </a:lnTo>
                  <a:lnTo>
                    <a:pt x="30980" y="14947"/>
                  </a:lnTo>
                  <a:lnTo>
                    <a:pt x="33686" y="13907"/>
                  </a:lnTo>
                  <a:lnTo>
                    <a:pt x="33656" y="16992"/>
                  </a:lnTo>
                  <a:lnTo>
                    <a:pt x="33339" y="22555"/>
                  </a:lnTo>
                  <a:lnTo>
                    <a:pt x="39479" y="24820"/>
                  </a:lnTo>
                  <a:lnTo>
                    <a:pt x="39222" y="29015"/>
                  </a:lnTo>
                  <a:lnTo>
                    <a:pt x="36646" y="28613"/>
                  </a:lnTo>
                  <a:lnTo>
                    <a:pt x="33063" y="32718"/>
                  </a:lnTo>
                  <a:lnTo>
                    <a:pt x="31718" y="32951"/>
                  </a:lnTo>
                  <a:lnTo>
                    <a:pt x="24930" y="29308"/>
                  </a:lnTo>
                  <a:lnTo>
                    <a:pt x="20951" y="28151"/>
                  </a:lnTo>
                  <a:lnTo>
                    <a:pt x="19650" y="29216"/>
                  </a:lnTo>
                  <a:lnTo>
                    <a:pt x="20271" y="33213"/>
                  </a:lnTo>
                  <a:lnTo>
                    <a:pt x="14028" y="35490"/>
                  </a:lnTo>
                  <a:lnTo>
                    <a:pt x="7804" y="27087"/>
                  </a:lnTo>
                  <a:lnTo>
                    <a:pt x="8085" y="24485"/>
                  </a:lnTo>
                  <a:lnTo>
                    <a:pt x="6535" y="22550"/>
                  </a:lnTo>
                  <a:lnTo>
                    <a:pt x="5733" y="19802"/>
                  </a:lnTo>
                  <a:lnTo>
                    <a:pt x="7048" y="14342"/>
                  </a:lnTo>
                  <a:lnTo>
                    <a:pt x="3294" y="9138"/>
                  </a:lnTo>
                  <a:lnTo>
                    <a:pt x="1116" y="4260"/>
                  </a:lnTo>
                  <a:lnTo>
                    <a:pt x="0" y="1922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h877"/>
            <p:cNvSpPr/>
            <p:nvPr/>
          </p:nvSpPr>
          <p:spPr>
            <a:xfrm>
              <a:off x="2720873" y="3118260"/>
              <a:ext cx="25271" cy="19564"/>
            </a:xfrm>
            <a:custGeom>
              <a:avLst/>
              <a:pathLst>
                <a:path w="25271" h="19564">
                  <a:moveTo>
                    <a:pt x="21705" y="0"/>
                  </a:moveTo>
                  <a:lnTo>
                    <a:pt x="22717" y="1104"/>
                  </a:lnTo>
                  <a:lnTo>
                    <a:pt x="23878" y="2344"/>
                  </a:lnTo>
                  <a:lnTo>
                    <a:pt x="25271" y="6610"/>
                  </a:lnTo>
                  <a:lnTo>
                    <a:pt x="24356" y="8294"/>
                  </a:lnTo>
                  <a:lnTo>
                    <a:pt x="23700" y="9209"/>
                  </a:lnTo>
                  <a:lnTo>
                    <a:pt x="19585" y="11176"/>
                  </a:lnTo>
                  <a:lnTo>
                    <a:pt x="12799" y="13133"/>
                  </a:lnTo>
                  <a:lnTo>
                    <a:pt x="7072" y="13142"/>
                  </a:lnTo>
                  <a:lnTo>
                    <a:pt x="3133" y="19564"/>
                  </a:lnTo>
                  <a:lnTo>
                    <a:pt x="0" y="17721"/>
                  </a:lnTo>
                  <a:lnTo>
                    <a:pt x="3063" y="13143"/>
                  </a:lnTo>
                  <a:lnTo>
                    <a:pt x="6214" y="10048"/>
                  </a:lnTo>
                  <a:lnTo>
                    <a:pt x="5515" y="5399"/>
                  </a:lnTo>
                  <a:lnTo>
                    <a:pt x="4220" y="4427"/>
                  </a:lnTo>
                  <a:lnTo>
                    <a:pt x="5337" y="2021"/>
                  </a:lnTo>
                  <a:lnTo>
                    <a:pt x="11530" y="39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h878"/>
            <p:cNvSpPr/>
            <p:nvPr/>
          </p:nvSpPr>
          <p:spPr>
            <a:xfrm>
              <a:off x="2712894" y="3014831"/>
              <a:ext cx="33848" cy="29580"/>
            </a:xfrm>
            <a:custGeom>
              <a:avLst/>
              <a:pathLst>
                <a:path w="33848" h="29580">
                  <a:moveTo>
                    <a:pt x="13923" y="0"/>
                  </a:moveTo>
                  <a:lnTo>
                    <a:pt x="17110" y="1477"/>
                  </a:lnTo>
                  <a:lnTo>
                    <a:pt x="14207" y="6122"/>
                  </a:lnTo>
                  <a:lnTo>
                    <a:pt x="10882" y="4730"/>
                  </a:lnTo>
                  <a:lnTo>
                    <a:pt x="11155" y="7946"/>
                  </a:lnTo>
                  <a:lnTo>
                    <a:pt x="13789" y="10497"/>
                  </a:lnTo>
                  <a:lnTo>
                    <a:pt x="17399" y="12096"/>
                  </a:lnTo>
                  <a:lnTo>
                    <a:pt x="14722" y="17046"/>
                  </a:lnTo>
                  <a:lnTo>
                    <a:pt x="16714" y="18396"/>
                  </a:lnTo>
                  <a:lnTo>
                    <a:pt x="22616" y="9500"/>
                  </a:lnTo>
                  <a:lnTo>
                    <a:pt x="25574" y="8441"/>
                  </a:lnTo>
                  <a:lnTo>
                    <a:pt x="27096" y="9587"/>
                  </a:lnTo>
                  <a:lnTo>
                    <a:pt x="28383" y="8315"/>
                  </a:lnTo>
                  <a:lnTo>
                    <a:pt x="33848" y="14095"/>
                  </a:lnTo>
                  <a:lnTo>
                    <a:pt x="32579" y="19475"/>
                  </a:lnTo>
                  <a:lnTo>
                    <a:pt x="30510" y="19215"/>
                  </a:lnTo>
                  <a:lnTo>
                    <a:pt x="29605" y="21025"/>
                  </a:lnTo>
                  <a:lnTo>
                    <a:pt x="31034" y="28358"/>
                  </a:lnTo>
                  <a:lnTo>
                    <a:pt x="28332" y="29580"/>
                  </a:lnTo>
                  <a:lnTo>
                    <a:pt x="25750" y="28121"/>
                  </a:lnTo>
                  <a:lnTo>
                    <a:pt x="26336" y="26914"/>
                  </a:lnTo>
                  <a:lnTo>
                    <a:pt x="22580" y="24339"/>
                  </a:lnTo>
                  <a:lnTo>
                    <a:pt x="16105" y="21786"/>
                  </a:lnTo>
                  <a:lnTo>
                    <a:pt x="13490" y="21143"/>
                  </a:lnTo>
                  <a:lnTo>
                    <a:pt x="11561" y="22849"/>
                  </a:lnTo>
                  <a:lnTo>
                    <a:pt x="10319" y="22417"/>
                  </a:lnTo>
                  <a:lnTo>
                    <a:pt x="11160" y="19732"/>
                  </a:lnTo>
                  <a:lnTo>
                    <a:pt x="13484" y="17259"/>
                  </a:lnTo>
                  <a:lnTo>
                    <a:pt x="12341" y="16109"/>
                  </a:lnTo>
                  <a:lnTo>
                    <a:pt x="10402" y="19581"/>
                  </a:lnTo>
                  <a:lnTo>
                    <a:pt x="9276" y="18392"/>
                  </a:lnTo>
                  <a:lnTo>
                    <a:pt x="8783" y="18178"/>
                  </a:lnTo>
                  <a:lnTo>
                    <a:pt x="0" y="13972"/>
                  </a:lnTo>
                  <a:lnTo>
                    <a:pt x="575" y="12136"/>
                  </a:lnTo>
                  <a:lnTo>
                    <a:pt x="1610" y="11580"/>
                  </a:lnTo>
                  <a:lnTo>
                    <a:pt x="3797" y="13876"/>
                  </a:lnTo>
                  <a:lnTo>
                    <a:pt x="6361" y="14174"/>
                  </a:lnTo>
                  <a:lnTo>
                    <a:pt x="6957" y="13216"/>
                  </a:lnTo>
                  <a:lnTo>
                    <a:pt x="7316" y="12308"/>
                  </a:lnTo>
                  <a:lnTo>
                    <a:pt x="5036" y="9009"/>
                  </a:lnTo>
                  <a:lnTo>
                    <a:pt x="6489" y="1340"/>
                  </a:lnTo>
                  <a:lnTo>
                    <a:pt x="8961" y="278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h879"/>
            <p:cNvSpPr/>
            <p:nvPr/>
          </p:nvSpPr>
          <p:spPr>
            <a:xfrm>
              <a:off x="2580748" y="3060961"/>
              <a:ext cx="28887" cy="39487"/>
            </a:xfrm>
            <a:custGeom>
              <a:avLst/>
              <a:pathLst>
                <a:path w="28887" h="39487">
                  <a:moveTo>
                    <a:pt x="4389" y="0"/>
                  </a:moveTo>
                  <a:lnTo>
                    <a:pt x="12666" y="786"/>
                  </a:lnTo>
                  <a:lnTo>
                    <a:pt x="17938" y="5292"/>
                  </a:lnTo>
                  <a:lnTo>
                    <a:pt x="18150" y="7792"/>
                  </a:lnTo>
                  <a:lnTo>
                    <a:pt x="20590" y="9080"/>
                  </a:lnTo>
                  <a:lnTo>
                    <a:pt x="25216" y="9334"/>
                  </a:lnTo>
                  <a:lnTo>
                    <a:pt x="25757" y="8392"/>
                  </a:lnTo>
                  <a:lnTo>
                    <a:pt x="28693" y="10015"/>
                  </a:lnTo>
                  <a:lnTo>
                    <a:pt x="27379" y="13660"/>
                  </a:lnTo>
                  <a:lnTo>
                    <a:pt x="28887" y="15959"/>
                  </a:lnTo>
                  <a:lnTo>
                    <a:pt x="27993" y="15921"/>
                  </a:lnTo>
                  <a:lnTo>
                    <a:pt x="25457" y="18166"/>
                  </a:lnTo>
                  <a:lnTo>
                    <a:pt x="25945" y="22694"/>
                  </a:lnTo>
                  <a:lnTo>
                    <a:pt x="27639" y="24415"/>
                  </a:lnTo>
                  <a:lnTo>
                    <a:pt x="26891" y="27240"/>
                  </a:lnTo>
                  <a:lnTo>
                    <a:pt x="20867" y="27972"/>
                  </a:lnTo>
                  <a:lnTo>
                    <a:pt x="20703" y="29257"/>
                  </a:lnTo>
                  <a:lnTo>
                    <a:pt x="21408" y="30465"/>
                  </a:lnTo>
                  <a:lnTo>
                    <a:pt x="22479" y="30141"/>
                  </a:lnTo>
                  <a:lnTo>
                    <a:pt x="22904" y="31593"/>
                  </a:lnTo>
                  <a:lnTo>
                    <a:pt x="22632" y="33186"/>
                  </a:lnTo>
                  <a:lnTo>
                    <a:pt x="20982" y="33966"/>
                  </a:lnTo>
                  <a:lnTo>
                    <a:pt x="15712" y="33454"/>
                  </a:lnTo>
                  <a:lnTo>
                    <a:pt x="16365" y="29520"/>
                  </a:lnTo>
                  <a:lnTo>
                    <a:pt x="14426" y="29396"/>
                  </a:lnTo>
                  <a:lnTo>
                    <a:pt x="10881" y="30760"/>
                  </a:lnTo>
                  <a:lnTo>
                    <a:pt x="9844" y="39031"/>
                  </a:lnTo>
                  <a:lnTo>
                    <a:pt x="9039" y="39487"/>
                  </a:lnTo>
                  <a:lnTo>
                    <a:pt x="8222" y="37470"/>
                  </a:lnTo>
                  <a:lnTo>
                    <a:pt x="4948" y="37743"/>
                  </a:lnTo>
                  <a:lnTo>
                    <a:pt x="2724" y="33179"/>
                  </a:lnTo>
                  <a:lnTo>
                    <a:pt x="3075" y="31539"/>
                  </a:lnTo>
                  <a:lnTo>
                    <a:pt x="1865" y="27205"/>
                  </a:lnTo>
                  <a:lnTo>
                    <a:pt x="2445" y="23833"/>
                  </a:lnTo>
                  <a:lnTo>
                    <a:pt x="5910" y="17916"/>
                  </a:lnTo>
                  <a:lnTo>
                    <a:pt x="10695" y="16397"/>
                  </a:lnTo>
                  <a:lnTo>
                    <a:pt x="9665" y="14069"/>
                  </a:lnTo>
                  <a:lnTo>
                    <a:pt x="0" y="7517"/>
                  </a:lnTo>
                  <a:lnTo>
                    <a:pt x="870" y="165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h880"/>
            <p:cNvSpPr/>
            <p:nvPr/>
          </p:nvSpPr>
          <p:spPr>
            <a:xfrm>
              <a:off x="2671892" y="3030435"/>
              <a:ext cx="9614" cy="16131"/>
            </a:xfrm>
            <a:custGeom>
              <a:avLst/>
              <a:pathLst>
                <a:path w="9614" h="16131">
                  <a:moveTo>
                    <a:pt x="7605" y="0"/>
                  </a:moveTo>
                  <a:lnTo>
                    <a:pt x="8716" y="1812"/>
                  </a:lnTo>
                  <a:lnTo>
                    <a:pt x="9614" y="5347"/>
                  </a:lnTo>
                  <a:lnTo>
                    <a:pt x="7910" y="5126"/>
                  </a:lnTo>
                  <a:lnTo>
                    <a:pt x="6005" y="5926"/>
                  </a:lnTo>
                  <a:lnTo>
                    <a:pt x="5138" y="8674"/>
                  </a:lnTo>
                  <a:lnTo>
                    <a:pt x="6053" y="9833"/>
                  </a:lnTo>
                  <a:lnTo>
                    <a:pt x="7612" y="9450"/>
                  </a:lnTo>
                  <a:lnTo>
                    <a:pt x="6532" y="13806"/>
                  </a:lnTo>
                  <a:lnTo>
                    <a:pt x="2198" y="16131"/>
                  </a:lnTo>
                  <a:lnTo>
                    <a:pt x="2001" y="11970"/>
                  </a:lnTo>
                  <a:lnTo>
                    <a:pt x="3074" y="5164"/>
                  </a:lnTo>
                  <a:lnTo>
                    <a:pt x="1202" y="4811"/>
                  </a:lnTo>
                  <a:lnTo>
                    <a:pt x="671" y="6802"/>
                  </a:lnTo>
                  <a:lnTo>
                    <a:pt x="0" y="2537"/>
                  </a:lnTo>
                  <a:lnTo>
                    <a:pt x="4245" y="5793"/>
                  </a:lnTo>
                  <a:lnTo>
                    <a:pt x="5510" y="5972"/>
                  </a:lnTo>
                  <a:lnTo>
                    <a:pt x="6303" y="1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h881"/>
            <p:cNvSpPr/>
            <p:nvPr/>
          </p:nvSpPr>
          <p:spPr>
            <a:xfrm>
              <a:off x="2513371" y="3159441"/>
              <a:ext cx="60680" cy="27061"/>
            </a:xfrm>
            <a:custGeom>
              <a:avLst/>
              <a:pathLst>
                <a:path w="60680" h="27061">
                  <a:moveTo>
                    <a:pt x="26115" y="610"/>
                  </a:moveTo>
                  <a:lnTo>
                    <a:pt x="38494" y="0"/>
                  </a:lnTo>
                  <a:lnTo>
                    <a:pt x="43700" y="1108"/>
                  </a:lnTo>
                  <a:lnTo>
                    <a:pt x="45276" y="1899"/>
                  </a:lnTo>
                  <a:lnTo>
                    <a:pt x="46861" y="6964"/>
                  </a:lnTo>
                  <a:lnTo>
                    <a:pt x="47267" y="8675"/>
                  </a:lnTo>
                  <a:lnTo>
                    <a:pt x="46583" y="12642"/>
                  </a:lnTo>
                  <a:lnTo>
                    <a:pt x="52895" y="16796"/>
                  </a:lnTo>
                  <a:lnTo>
                    <a:pt x="60438" y="16846"/>
                  </a:lnTo>
                  <a:lnTo>
                    <a:pt x="60680" y="18538"/>
                  </a:lnTo>
                  <a:lnTo>
                    <a:pt x="59305" y="21628"/>
                  </a:lnTo>
                  <a:lnTo>
                    <a:pt x="56966" y="23813"/>
                  </a:lnTo>
                  <a:lnTo>
                    <a:pt x="58579" y="25337"/>
                  </a:lnTo>
                  <a:lnTo>
                    <a:pt x="52767" y="27061"/>
                  </a:lnTo>
                  <a:lnTo>
                    <a:pt x="52732" y="25540"/>
                  </a:lnTo>
                  <a:lnTo>
                    <a:pt x="51322" y="23753"/>
                  </a:lnTo>
                  <a:lnTo>
                    <a:pt x="46505" y="20207"/>
                  </a:lnTo>
                  <a:lnTo>
                    <a:pt x="45937" y="19067"/>
                  </a:lnTo>
                  <a:lnTo>
                    <a:pt x="46821" y="17250"/>
                  </a:lnTo>
                  <a:lnTo>
                    <a:pt x="44107" y="15867"/>
                  </a:lnTo>
                  <a:lnTo>
                    <a:pt x="33761" y="19554"/>
                  </a:lnTo>
                  <a:lnTo>
                    <a:pt x="28970" y="19808"/>
                  </a:lnTo>
                  <a:lnTo>
                    <a:pt x="22737" y="18505"/>
                  </a:lnTo>
                  <a:lnTo>
                    <a:pt x="20290" y="18703"/>
                  </a:lnTo>
                  <a:lnTo>
                    <a:pt x="17640" y="21854"/>
                  </a:lnTo>
                  <a:lnTo>
                    <a:pt x="14038" y="23223"/>
                  </a:lnTo>
                  <a:lnTo>
                    <a:pt x="10968" y="22812"/>
                  </a:lnTo>
                  <a:lnTo>
                    <a:pt x="7461" y="26555"/>
                  </a:lnTo>
                  <a:lnTo>
                    <a:pt x="1852" y="23995"/>
                  </a:lnTo>
                  <a:lnTo>
                    <a:pt x="0" y="20181"/>
                  </a:lnTo>
                  <a:lnTo>
                    <a:pt x="1207" y="15207"/>
                  </a:lnTo>
                  <a:lnTo>
                    <a:pt x="5136" y="13142"/>
                  </a:lnTo>
                  <a:lnTo>
                    <a:pt x="6318" y="6695"/>
                  </a:lnTo>
                  <a:lnTo>
                    <a:pt x="8172" y="4980"/>
                  </a:lnTo>
                  <a:lnTo>
                    <a:pt x="8225" y="3910"/>
                  </a:lnTo>
                  <a:lnTo>
                    <a:pt x="13852" y="4442"/>
                  </a:lnTo>
                  <a:lnTo>
                    <a:pt x="19845" y="309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h882"/>
            <p:cNvSpPr/>
            <p:nvPr/>
          </p:nvSpPr>
          <p:spPr>
            <a:xfrm>
              <a:off x="2561926" y="3088986"/>
              <a:ext cx="23989" cy="20309"/>
            </a:xfrm>
            <a:custGeom>
              <a:avLst/>
              <a:pathLst>
                <a:path w="23989" h="20309">
                  <a:moveTo>
                    <a:pt x="21546" y="5154"/>
                  </a:moveTo>
                  <a:lnTo>
                    <a:pt x="23769" y="9718"/>
                  </a:lnTo>
                  <a:lnTo>
                    <a:pt x="23989" y="11876"/>
                  </a:lnTo>
                  <a:lnTo>
                    <a:pt x="22924" y="13399"/>
                  </a:lnTo>
                  <a:lnTo>
                    <a:pt x="22274" y="16819"/>
                  </a:lnTo>
                  <a:lnTo>
                    <a:pt x="20552" y="18076"/>
                  </a:lnTo>
                  <a:lnTo>
                    <a:pt x="15305" y="19188"/>
                  </a:lnTo>
                  <a:lnTo>
                    <a:pt x="4896" y="20309"/>
                  </a:lnTo>
                  <a:lnTo>
                    <a:pt x="3709" y="15394"/>
                  </a:lnTo>
                  <a:lnTo>
                    <a:pt x="2529" y="13880"/>
                  </a:lnTo>
                  <a:lnTo>
                    <a:pt x="0" y="13209"/>
                  </a:lnTo>
                  <a:lnTo>
                    <a:pt x="1710" y="12229"/>
                  </a:lnTo>
                  <a:lnTo>
                    <a:pt x="4579" y="3585"/>
                  </a:lnTo>
                  <a:lnTo>
                    <a:pt x="5197" y="1426"/>
                  </a:lnTo>
                  <a:lnTo>
                    <a:pt x="7467" y="2224"/>
                  </a:lnTo>
                  <a:lnTo>
                    <a:pt x="9969" y="4661"/>
                  </a:lnTo>
                  <a:lnTo>
                    <a:pt x="10942" y="2530"/>
                  </a:lnTo>
                  <a:lnTo>
                    <a:pt x="1358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h883"/>
            <p:cNvSpPr/>
            <p:nvPr/>
          </p:nvSpPr>
          <p:spPr>
            <a:xfrm>
              <a:off x="2672535" y="3012041"/>
              <a:ext cx="27735" cy="23764"/>
            </a:xfrm>
            <a:custGeom>
              <a:avLst/>
              <a:pathLst>
                <a:path w="27735" h="23764">
                  <a:moveTo>
                    <a:pt x="25173" y="2814"/>
                  </a:moveTo>
                  <a:lnTo>
                    <a:pt x="21354" y="5168"/>
                  </a:lnTo>
                  <a:lnTo>
                    <a:pt x="22965" y="9819"/>
                  </a:lnTo>
                  <a:lnTo>
                    <a:pt x="27735" y="12304"/>
                  </a:lnTo>
                  <a:lnTo>
                    <a:pt x="25288" y="14985"/>
                  </a:lnTo>
                  <a:lnTo>
                    <a:pt x="20979" y="16314"/>
                  </a:lnTo>
                  <a:lnTo>
                    <a:pt x="21910" y="17322"/>
                  </a:lnTo>
                  <a:lnTo>
                    <a:pt x="27196" y="18922"/>
                  </a:lnTo>
                  <a:lnTo>
                    <a:pt x="27018" y="22225"/>
                  </a:lnTo>
                  <a:lnTo>
                    <a:pt x="25628" y="23764"/>
                  </a:lnTo>
                  <a:lnTo>
                    <a:pt x="19899" y="22960"/>
                  </a:lnTo>
                  <a:lnTo>
                    <a:pt x="19586" y="20048"/>
                  </a:lnTo>
                  <a:lnTo>
                    <a:pt x="13628" y="20905"/>
                  </a:lnTo>
                  <a:lnTo>
                    <a:pt x="14184" y="19113"/>
                  </a:lnTo>
                  <a:lnTo>
                    <a:pt x="11853" y="18650"/>
                  </a:lnTo>
                  <a:lnTo>
                    <a:pt x="8073" y="20206"/>
                  </a:lnTo>
                  <a:lnTo>
                    <a:pt x="6961" y="18394"/>
                  </a:lnTo>
                  <a:lnTo>
                    <a:pt x="6250" y="14462"/>
                  </a:lnTo>
                  <a:lnTo>
                    <a:pt x="1690" y="14868"/>
                  </a:lnTo>
                  <a:lnTo>
                    <a:pt x="0" y="12438"/>
                  </a:lnTo>
                  <a:lnTo>
                    <a:pt x="2352" y="6513"/>
                  </a:lnTo>
                  <a:lnTo>
                    <a:pt x="5151" y="6294"/>
                  </a:lnTo>
                  <a:lnTo>
                    <a:pt x="6254" y="7313"/>
                  </a:lnTo>
                  <a:lnTo>
                    <a:pt x="6181" y="10429"/>
                  </a:lnTo>
                  <a:lnTo>
                    <a:pt x="8782" y="10699"/>
                  </a:lnTo>
                  <a:lnTo>
                    <a:pt x="9693" y="156"/>
                  </a:lnTo>
                  <a:lnTo>
                    <a:pt x="11143" y="2488"/>
                  </a:lnTo>
                  <a:lnTo>
                    <a:pt x="12786" y="725"/>
                  </a:lnTo>
                  <a:lnTo>
                    <a:pt x="14078" y="1682"/>
                  </a:lnTo>
                  <a:lnTo>
                    <a:pt x="14887" y="3628"/>
                  </a:lnTo>
                  <a:lnTo>
                    <a:pt x="14766" y="6290"/>
                  </a:lnTo>
                  <a:lnTo>
                    <a:pt x="16718" y="8123"/>
                  </a:lnTo>
                  <a:lnTo>
                    <a:pt x="19734" y="9245"/>
                  </a:lnTo>
                  <a:lnTo>
                    <a:pt x="20322" y="3674"/>
                  </a:lnTo>
                  <a:lnTo>
                    <a:pt x="2476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h884"/>
            <p:cNvSpPr/>
            <p:nvPr/>
          </p:nvSpPr>
          <p:spPr>
            <a:xfrm>
              <a:off x="2583506" y="3036083"/>
              <a:ext cx="29113" cy="34212"/>
            </a:xfrm>
            <a:custGeom>
              <a:avLst/>
              <a:pathLst>
                <a:path w="29113" h="34212">
                  <a:moveTo>
                    <a:pt x="12776" y="8140"/>
                  </a:moveTo>
                  <a:lnTo>
                    <a:pt x="10872" y="11073"/>
                  </a:lnTo>
                  <a:lnTo>
                    <a:pt x="15654" y="15664"/>
                  </a:lnTo>
                  <a:lnTo>
                    <a:pt x="22070" y="12876"/>
                  </a:lnTo>
                  <a:lnTo>
                    <a:pt x="26277" y="8092"/>
                  </a:lnTo>
                  <a:lnTo>
                    <a:pt x="29113" y="9024"/>
                  </a:lnTo>
                  <a:lnTo>
                    <a:pt x="29086" y="10673"/>
                  </a:lnTo>
                  <a:lnTo>
                    <a:pt x="28127" y="9715"/>
                  </a:lnTo>
                  <a:lnTo>
                    <a:pt x="27082" y="10503"/>
                  </a:lnTo>
                  <a:lnTo>
                    <a:pt x="24110" y="14482"/>
                  </a:lnTo>
                  <a:lnTo>
                    <a:pt x="21580" y="21492"/>
                  </a:lnTo>
                  <a:lnTo>
                    <a:pt x="24697" y="23268"/>
                  </a:lnTo>
                  <a:lnTo>
                    <a:pt x="23332" y="24699"/>
                  </a:lnTo>
                  <a:lnTo>
                    <a:pt x="23849" y="28379"/>
                  </a:lnTo>
                  <a:lnTo>
                    <a:pt x="25023" y="29313"/>
                  </a:lnTo>
                  <a:lnTo>
                    <a:pt x="26368" y="26909"/>
                  </a:lnTo>
                  <a:lnTo>
                    <a:pt x="27463" y="27378"/>
                  </a:lnTo>
                  <a:lnTo>
                    <a:pt x="25236" y="32889"/>
                  </a:lnTo>
                  <a:lnTo>
                    <a:pt x="22998" y="33270"/>
                  </a:lnTo>
                  <a:lnTo>
                    <a:pt x="22457" y="34212"/>
                  </a:lnTo>
                  <a:lnTo>
                    <a:pt x="17832" y="33958"/>
                  </a:lnTo>
                  <a:lnTo>
                    <a:pt x="15392" y="32670"/>
                  </a:lnTo>
                  <a:lnTo>
                    <a:pt x="15179" y="30170"/>
                  </a:lnTo>
                  <a:lnTo>
                    <a:pt x="9908" y="25664"/>
                  </a:lnTo>
                  <a:lnTo>
                    <a:pt x="1630" y="24877"/>
                  </a:lnTo>
                  <a:lnTo>
                    <a:pt x="0" y="24052"/>
                  </a:lnTo>
                  <a:lnTo>
                    <a:pt x="375" y="19578"/>
                  </a:lnTo>
                  <a:lnTo>
                    <a:pt x="5768" y="13668"/>
                  </a:lnTo>
                  <a:lnTo>
                    <a:pt x="2359" y="9913"/>
                  </a:lnTo>
                  <a:lnTo>
                    <a:pt x="756" y="6551"/>
                  </a:lnTo>
                  <a:lnTo>
                    <a:pt x="732" y="2608"/>
                  </a:lnTo>
                  <a:lnTo>
                    <a:pt x="3066" y="1961"/>
                  </a:lnTo>
                  <a:lnTo>
                    <a:pt x="4007" y="311"/>
                  </a:lnTo>
                  <a:lnTo>
                    <a:pt x="498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h885"/>
            <p:cNvSpPr/>
            <p:nvPr/>
          </p:nvSpPr>
          <p:spPr>
            <a:xfrm>
              <a:off x="2702668" y="3012768"/>
              <a:ext cx="17542" cy="22105"/>
            </a:xfrm>
            <a:custGeom>
              <a:avLst/>
              <a:pathLst>
                <a:path w="17542" h="22105">
                  <a:moveTo>
                    <a:pt x="16715" y="3403"/>
                  </a:moveTo>
                  <a:lnTo>
                    <a:pt x="15262" y="11072"/>
                  </a:lnTo>
                  <a:lnTo>
                    <a:pt x="17542" y="14371"/>
                  </a:lnTo>
                  <a:lnTo>
                    <a:pt x="17183" y="15278"/>
                  </a:lnTo>
                  <a:lnTo>
                    <a:pt x="16587" y="16236"/>
                  </a:lnTo>
                  <a:lnTo>
                    <a:pt x="14023" y="15939"/>
                  </a:lnTo>
                  <a:lnTo>
                    <a:pt x="11836" y="13643"/>
                  </a:lnTo>
                  <a:lnTo>
                    <a:pt x="10801" y="14199"/>
                  </a:lnTo>
                  <a:lnTo>
                    <a:pt x="10226" y="16035"/>
                  </a:lnTo>
                  <a:lnTo>
                    <a:pt x="8880" y="18968"/>
                  </a:lnTo>
                  <a:lnTo>
                    <a:pt x="6396" y="18395"/>
                  </a:lnTo>
                  <a:lnTo>
                    <a:pt x="5380" y="22105"/>
                  </a:lnTo>
                  <a:lnTo>
                    <a:pt x="4576" y="21849"/>
                  </a:lnTo>
                  <a:lnTo>
                    <a:pt x="1356" y="19398"/>
                  </a:lnTo>
                  <a:lnTo>
                    <a:pt x="0" y="13845"/>
                  </a:lnTo>
                  <a:lnTo>
                    <a:pt x="683" y="12154"/>
                  </a:lnTo>
                  <a:lnTo>
                    <a:pt x="2789" y="6915"/>
                  </a:lnTo>
                  <a:lnTo>
                    <a:pt x="4204" y="7417"/>
                  </a:lnTo>
                  <a:lnTo>
                    <a:pt x="5466" y="6629"/>
                  </a:lnTo>
                  <a:lnTo>
                    <a:pt x="5515" y="4212"/>
                  </a:lnTo>
                  <a:lnTo>
                    <a:pt x="4404" y="2481"/>
                  </a:lnTo>
                  <a:lnTo>
                    <a:pt x="971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h886"/>
            <p:cNvSpPr/>
            <p:nvPr/>
          </p:nvSpPr>
          <p:spPr>
            <a:xfrm>
              <a:off x="2605087" y="3040165"/>
              <a:ext cx="26801" cy="25231"/>
            </a:xfrm>
            <a:custGeom>
              <a:avLst/>
              <a:pathLst>
                <a:path w="26801" h="25231">
                  <a:moveTo>
                    <a:pt x="12891" y="1339"/>
                  </a:moveTo>
                  <a:lnTo>
                    <a:pt x="12095" y="5111"/>
                  </a:lnTo>
                  <a:lnTo>
                    <a:pt x="14756" y="8408"/>
                  </a:lnTo>
                  <a:lnTo>
                    <a:pt x="20642" y="11774"/>
                  </a:lnTo>
                  <a:lnTo>
                    <a:pt x="21778" y="7552"/>
                  </a:lnTo>
                  <a:lnTo>
                    <a:pt x="26801" y="10917"/>
                  </a:lnTo>
                  <a:lnTo>
                    <a:pt x="26731" y="15230"/>
                  </a:lnTo>
                  <a:lnTo>
                    <a:pt x="24697" y="15430"/>
                  </a:lnTo>
                  <a:lnTo>
                    <a:pt x="23250" y="16727"/>
                  </a:lnTo>
                  <a:lnTo>
                    <a:pt x="20853" y="22924"/>
                  </a:lnTo>
                  <a:lnTo>
                    <a:pt x="15303" y="25198"/>
                  </a:lnTo>
                  <a:lnTo>
                    <a:pt x="6659" y="24547"/>
                  </a:lnTo>
                  <a:lnTo>
                    <a:pt x="5882" y="23296"/>
                  </a:lnTo>
                  <a:lnTo>
                    <a:pt x="4787" y="22827"/>
                  </a:lnTo>
                  <a:lnTo>
                    <a:pt x="3442" y="25231"/>
                  </a:lnTo>
                  <a:lnTo>
                    <a:pt x="2268" y="24297"/>
                  </a:lnTo>
                  <a:lnTo>
                    <a:pt x="1751" y="20617"/>
                  </a:lnTo>
                  <a:lnTo>
                    <a:pt x="3116" y="19186"/>
                  </a:lnTo>
                  <a:lnTo>
                    <a:pt x="0" y="17410"/>
                  </a:lnTo>
                  <a:lnTo>
                    <a:pt x="2529" y="10400"/>
                  </a:lnTo>
                  <a:lnTo>
                    <a:pt x="5501" y="6420"/>
                  </a:lnTo>
                  <a:lnTo>
                    <a:pt x="6546" y="5632"/>
                  </a:lnTo>
                  <a:lnTo>
                    <a:pt x="7505" y="6591"/>
                  </a:lnTo>
                  <a:lnTo>
                    <a:pt x="7533" y="4942"/>
                  </a:lnTo>
                  <a:lnTo>
                    <a:pt x="4696" y="4010"/>
                  </a:lnTo>
                  <a:lnTo>
                    <a:pt x="5296" y="2020"/>
                  </a:lnTo>
                  <a:lnTo>
                    <a:pt x="6966" y="1346"/>
                  </a:lnTo>
                  <a:lnTo>
                    <a:pt x="9653" y="1741"/>
                  </a:lnTo>
                  <a:lnTo>
                    <a:pt x="987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h887"/>
            <p:cNvSpPr/>
            <p:nvPr/>
          </p:nvSpPr>
          <p:spPr>
            <a:xfrm>
              <a:off x="2712964" y="3097395"/>
              <a:ext cx="6157" cy="5701"/>
            </a:xfrm>
            <a:custGeom>
              <a:avLst/>
              <a:pathLst>
                <a:path w="6157" h="5701">
                  <a:moveTo>
                    <a:pt x="2614" y="354"/>
                  </a:moveTo>
                  <a:lnTo>
                    <a:pt x="5772" y="3217"/>
                  </a:lnTo>
                  <a:lnTo>
                    <a:pt x="6157" y="4806"/>
                  </a:lnTo>
                  <a:lnTo>
                    <a:pt x="4747" y="5701"/>
                  </a:lnTo>
                  <a:lnTo>
                    <a:pt x="0" y="3786"/>
                  </a:lnTo>
                  <a:lnTo>
                    <a:pt x="117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h888"/>
            <p:cNvSpPr/>
            <p:nvPr/>
          </p:nvSpPr>
          <p:spPr>
            <a:xfrm>
              <a:off x="2681785" y="3043666"/>
              <a:ext cx="6197" cy="9767"/>
            </a:xfrm>
            <a:custGeom>
              <a:avLst/>
              <a:pathLst>
                <a:path w="6197" h="9767">
                  <a:moveTo>
                    <a:pt x="6197" y="825"/>
                  </a:moveTo>
                  <a:lnTo>
                    <a:pt x="4416" y="9767"/>
                  </a:lnTo>
                  <a:lnTo>
                    <a:pt x="729" y="9664"/>
                  </a:lnTo>
                  <a:lnTo>
                    <a:pt x="0" y="9395"/>
                  </a:lnTo>
                  <a:lnTo>
                    <a:pt x="110" y="1951"/>
                  </a:lnTo>
                  <a:lnTo>
                    <a:pt x="201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h889"/>
            <p:cNvSpPr/>
            <p:nvPr/>
          </p:nvSpPr>
          <p:spPr>
            <a:xfrm>
              <a:off x="2636044" y="3090447"/>
              <a:ext cx="23080" cy="14303"/>
            </a:xfrm>
            <a:custGeom>
              <a:avLst/>
              <a:pathLst>
                <a:path w="23080" h="14303">
                  <a:moveTo>
                    <a:pt x="12747" y="1223"/>
                  </a:moveTo>
                  <a:lnTo>
                    <a:pt x="14327" y="878"/>
                  </a:lnTo>
                  <a:lnTo>
                    <a:pt x="17515" y="1144"/>
                  </a:lnTo>
                  <a:lnTo>
                    <a:pt x="18326" y="1982"/>
                  </a:lnTo>
                  <a:lnTo>
                    <a:pt x="19414" y="9276"/>
                  </a:lnTo>
                  <a:lnTo>
                    <a:pt x="21681" y="10351"/>
                  </a:lnTo>
                  <a:lnTo>
                    <a:pt x="21938" y="10342"/>
                  </a:lnTo>
                  <a:lnTo>
                    <a:pt x="22786" y="11015"/>
                  </a:lnTo>
                  <a:lnTo>
                    <a:pt x="23080" y="12116"/>
                  </a:lnTo>
                  <a:lnTo>
                    <a:pt x="11262" y="14303"/>
                  </a:lnTo>
                  <a:lnTo>
                    <a:pt x="10412" y="9856"/>
                  </a:lnTo>
                  <a:lnTo>
                    <a:pt x="6142" y="10933"/>
                  </a:lnTo>
                  <a:lnTo>
                    <a:pt x="2180" y="8739"/>
                  </a:lnTo>
                  <a:lnTo>
                    <a:pt x="247" y="8754"/>
                  </a:lnTo>
                  <a:lnTo>
                    <a:pt x="0" y="3962"/>
                  </a:lnTo>
                  <a:lnTo>
                    <a:pt x="7785" y="627"/>
                  </a:lnTo>
                  <a:lnTo>
                    <a:pt x="1126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h890"/>
            <p:cNvSpPr/>
            <p:nvPr/>
          </p:nvSpPr>
          <p:spPr>
            <a:xfrm>
              <a:off x="2701209" y="3107563"/>
              <a:ext cx="17944" cy="19464"/>
            </a:xfrm>
            <a:custGeom>
              <a:avLst/>
              <a:pathLst>
                <a:path w="17944" h="19464">
                  <a:moveTo>
                    <a:pt x="6544" y="1961"/>
                  </a:moveTo>
                  <a:lnTo>
                    <a:pt x="7445" y="3969"/>
                  </a:lnTo>
                  <a:lnTo>
                    <a:pt x="15365" y="7579"/>
                  </a:lnTo>
                  <a:lnTo>
                    <a:pt x="16061" y="6182"/>
                  </a:lnTo>
                  <a:lnTo>
                    <a:pt x="17944" y="13009"/>
                  </a:lnTo>
                  <a:lnTo>
                    <a:pt x="17073" y="13019"/>
                  </a:lnTo>
                  <a:lnTo>
                    <a:pt x="17071" y="17260"/>
                  </a:lnTo>
                  <a:lnTo>
                    <a:pt x="14685" y="19464"/>
                  </a:lnTo>
                  <a:lnTo>
                    <a:pt x="13614" y="19287"/>
                  </a:lnTo>
                  <a:lnTo>
                    <a:pt x="9537" y="17656"/>
                  </a:lnTo>
                  <a:lnTo>
                    <a:pt x="7771" y="14944"/>
                  </a:lnTo>
                  <a:lnTo>
                    <a:pt x="2687" y="14939"/>
                  </a:lnTo>
                  <a:lnTo>
                    <a:pt x="0" y="13136"/>
                  </a:lnTo>
                  <a:lnTo>
                    <a:pt x="1624" y="11604"/>
                  </a:lnTo>
                  <a:lnTo>
                    <a:pt x="2404" y="9169"/>
                  </a:lnTo>
                  <a:lnTo>
                    <a:pt x="2548" y="6789"/>
                  </a:lnTo>
                  <a:lnTo>
                    <a:pt x="1372" y="3993"/>
                  </a:lnTo>
                  <a:lnTo>
                    <a:pt x="1201" y="1296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h891"/>
            <p:cNvSpPr/>
            <p:nvPr/>
          </p:nvSpPr>
          <p:spPr>
            <a:xfrm>
              <a:off x="2723776" y="3016309"/>
              <a:ext cx="17501" cy="16918"/>
            </a:xfrm>
            <a:custGeom>
              <a:avLst/>
              <a:pathLst>
                <a:path w="17501" h="16918">
                  <a:moveTo>
                    <a:pt x="8304" y="1418"/>
                  </a:moveTo>
                  <a:lnTo>
                    <a:pt x="11869" y="1300"/>
                  </a:lnTo>
                  <a:lnTo>
                    <a:pt x="10253" y="4218"/>
                  </a:lnTo>
                  <a:lnTo>
                    <a:pt x="12846" y="6641"/>
                  </a:lnTo>
                  <a:lnTo>
                    <a:pt x="13423" y="6165"/>
                  </a:lnTo>
                  <a:lnTo>
                    <a:pt x="13088" y="4116"/>
                  </a:lnTo>
                  <a:lnTo>
                    <a:pt x="14834" y="3750"/>
                  </a:lnTo>
                  <a:lnTo>
                    <a:pt x="17501" y="6837"/>
                  </a:lnTo>
                  <a:lnTo>
                    <a:pt x="16213" y="8109"/>
                  </a:lnTo>
                  <a:lnTo>
                    <a:pt x="14691" y="6963"/>
                  </a:lnTo>
                  <a:lnTo>
                    <a:pt x="11734" y="8022"/>
                  </a:lnTo>
                  <a:lnTo>
                    <a:pt x="5831" y="16918"/>
                  </a:lnTo>
                  <a:lnTo>
                    <a:pt x="3839" y="15568"/>
                  </a:lnTo>
                  <a:lnTo>
                    <a:pt x="6516" y="10618"/>
                  </a:lnTo>
                  <a:lnTo>
                    <a:pt x="2907" y="9019"/>
                  </a:lnTo>
                  <a:lnTo>
                    <a:pt x="272" y="6468"/>
                  </a:lnTo>
                  <a:lnTo>
                    <a:pt x="0" y="3252"/>
                  </a:lnTo>
                  <a:lnTo>
                    <a:pt x="3324" y="4644"/>
                  </a:lnTo>
                  <a:lnTo>
                    <a:pt x="622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h892"/>
            <p:cNvSpPr/>
            <p:nvPr/>
          </p:nvSpPr>
          <p:spPr>
            <a:xfrm>
              <a:off x="2631282" y="3100303"/>
              <a:ext cx="28922" cy="20023"/>
            </a:xfrm>
            <a:custGeom>
              <a:avLst/>
              <a:pathLst>
                <a:path w="28922" h="20023">
                  <a:moveTo>
                    <a:pt x="16025" y="4446"/>
                  </a:moveTo>
                  <a:lnTo>
                    <a:pt x="27842" y="2259"/>
                  </a:lnTo>
                  <a:lnTo>
                    <a:pt x="28682" y="3279"/>
                  </a:lnTo>
                  <a:lnTo>
                    <a:pt x="24102" y="4877"/>
                  </a:lnTo>
                  <a:lnTo>
                    <a:pt x="12027" y="6730"/>
                  </a:lnTo>
                  <a:lnTo>
                    <a:pt x="10674" y="8492"/>
                  </a:lnTo>
                  <a:lnTo>
                    <a:pt x="10037" y="11501"/>
                  </a:lnTo>
                  <a:lnTo>
                    <a:pt x="16049" y="11799"/>
                  </a:lnTo>
                  <a:lnTo>
                    <a:pt x="28922" y="14559"/>
                  </a:lnTo>
                  <a:lnTo>
                    <a:pt x="25392" y="16099"/>
                  </a:lnTo>
                  <a:lnTo>
                    <a:pt x="11890" y="17854"/>
                  </a:lnTo>
                  <a:lnTo>
                    <a:pt x="10989" y="17234"/>
                  </a:lnTo>
                  <a:lnTo>
                    <a:pt x="7109" y="20023"/>
                  </a:lnTo>
                  <a:lnTo>
                    <a:pt x="7125" y="19857"/>
                  </a:lnTo>
                  <a:lnTo>
                    <a:pt x="6240" y="11752"/>
                  </a:lnTo>
                  <a:lnTo>
                    <a:pt x="7151" y="8920"/>
                  </a:lnTo>
                  <a:lnTo>
                    <a:pt x="2808" y="7256"/>
                  </a:lnTo>
                  <a:lnTo>
                    <a:pt x="68" y="6261"/>
                  </a:lnTo>
                  <a:lnTo>
                    <a:pt x="0" y="4003"/>
                  </a:lnTo>
                  <a:lnTo>
                    <a:pt x="2882" y="2157"/>
                  </a:lnTo>
                  <a:lnTo>
                    <a:pt x="2735" y="1223"/>
                  </a:lnTo>
                  <a:lnTo>
                    <a:pt x="7439" y="2238"/>
                  </a:lnTo>
                  <a:lnTo>
                    <a:pt x="6694" y="4346"/>
                  </a:lnTo>
                  <a:lnTo>
                    <a:pt x="7238" y="6996"/>
                  </a:lnTo>
                  <a:lnTo>
                    <a:pt x="10583" y="7145"/>
                  </a:lnTo>
                  <a:lnTo>
                    <a:pt x="13447" y="4600"/>
                  </a:lnTo>
                  <a:lnTo>
                    <a:pt x="13347" y="3123"/>
                  </a:lnTo>
                  <a:lnTo>
                    <a:pt x="10905" y="1076"/>
                  </a:lnTo>
                  <a:lnTo>
                    <a:pt x="1517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h893"/>
            <p:cNvSpPr/>
            <p:nvPr/>
          </p:nvSpPr>
          <p:spPr>
            <a:xfrm>
              <a:off x="2646070" y="3060887"/>
              <a:ext cx="25692" cy="16144"/>
            </a:xfrm>
            <a:custGeom>
              <a:avLst/>
              <a:pathLst>
                <a:path w="25692" h="16144">
                  <a:moveTo>
                    <a:pt x="18172" y="690"/>
                  </a:moveTo>
                  <a:lnTo>
                    <a:pt x="20503" y="2222"/>
                  </a:lnTo>
                  <a:lnTo>
                    <a:pt x="24753" y="4924"/>
                  </a:lnTo>
                  <a:lnTo>
                    <a:pt x="25692" y="8323"/>
                  </a:lnTo>
                  <a:lnTo>
                    <a:pt x="23882" y="14158"/>
                  </a:lnTo>
                  <a:lnTo>
                    <a:pt x="21760" y="16144"/>
                  </a:lnTo>
                  <a:lnTo>
                    <a:pt x="21195" y="15093"/>
                  </a:lnTo>
                  <a:lnTo>
                    <a:pt x="16656" y="12743"/>
                  </a:lnTo>
                  <a:lnTo>
                    <a:pt x="6581" y="13975"/>
                  </a:lnTo>
                  <a:lnTo>
                    <a:pt x="4396" y="15560"/>
                  </a:lnTo>
                  <a:lnTo>
                    <a:pt x="2285" y="15561"/>
                  </a:lnTo>
                  <a:lnTo>
                    <a:pt x="0" y="14196"/>
                  </a:lnTo>
                  <a:lnTo>
                    <a:pt x="620" y="11820"/>
                  </a:lnTo>
                  <a:lnTo>
                    <a:pt x="2864" y="13068"/>
                  </a:lnTo>
                  <a:lnTo>
                    <a:pt x="4628" y="12310"/>
                  </a:lnTo>
                  <a:lnTo>
                    <a:pt x="6234" y="7925"/>
                  </a:lnTo>
                  <a:lnTo>
                    <a:pt x="11519" y="2662"/>
                  </a:lnTo>
                  <a:lnTo>
                    <a:pt x="13426" y="215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h894"/>
            <p:cNvSpPr/>
            <p:nvPr/>
          </p:nvSpPr>
          <p:spPr>
            <a:xfrm>
              <a:off x="2518435" y="3175309"/>
              <a:ext cx="47703" cy="41020"/>
            </a:xfrm>
            <a:custGeom>
              <a:avLst/>
              <a:pathLst>
                <a:path w="47703" h="41020">
                  <a:moveTo>
                    <a:pt x="41758" y="1382"/>
                  </a:moveTo>
                  <a:lnTo>
                    <a:pt x="40873" y="3199"/>
                  </a:lnTo>
                  <a:lnTo>
                    <a:pt x="41442" y="4339"/>
                  </a:lnTo>
                  <a:lnTo>
                    <a:pt x="46258" y="7885"/>
                  </a:lnTo>
                  <a:lnTo>
                    <a:pt x="47669" y="9673"/>
                  </a:lnTo>
                  <a:lnTo>
                    <a:pt x="47703" y="11193"/>
                  </a:lnTo>
                  <a:lnTo>
                    <a:pt x="47654" y="14711"/>
                  </a:lnTo>
                  <a:lnTo>
                    <a:pt x="46686" y="16784"/>
                  </a:lnTo>
                  <a:lnTo>
                    <a:pt x="45089" y="20300"/>
                  </a:lnTo>
                  <a:lnTo>
                    <a:pt x="43261" y="20081"/>
                  </a:lnTo>
                  <a:lnTo>
                    <a:pt x="38580" y="22964"/>
                  </a:lnTo>
                  <a:lnTo>
                    <a:pt x="29283" y="30521"/>
                  </a:lnTo>
                  <a:lnTo>
                    <a:pt x="28059" y="32516"/>
                  </a:lnTo>
                  <a:lnTo>
                    <a:pt x="22807" y="36907"/>
                  </a:lnTo>
                  <a:lnTo>
                    <a:pt x="21400" y="39452"/>
                  </a:lnTo>
                  <a:lnTo>
                    <a:pt x="19991" y="39086"/>
                  </a:lnTo>
                  <a:lnTo>
                    <a:pt x="18537" y="41020"/>
                  </a:lnTo>
                  <a:lnTo>
                    <a:pt x="8211" y="33320"/>
                  </a:lnTo>
                  <a:lnTo>
                    <a:pt x="8802" y="29484"/>
                  </a:lnTo>
                  <a:lnTo>
                    <a:pt x="11034" y="24047"/>
                  </a:lnTo>
                  <a:lnTo>
                    <a:pt x="9520" y="19825"/>
                  </a:lnTo>
                  <a:lnTo>
                    <a:pt x="7612" y="18393"/>
                  </a:lnTo>
                  <a:lnTo>
                    <a:pt x="6714" y="18358"/>
                  </a:lnTo>
                  <a:lnTo>
                    <a:pt x="4812" y="20978"/>
                  </a:lnTo>
                  <a:lnTo>
                    <a:pt x="2509" y="22286"/>
                  </a:lnTo>
                  <a:lnTo>
                    <a:pt x="0" y="16324"/>
                  </a:lnTo>
                  <a:lnTo>
                    <a:pt x="1499" y="11064"/>
                  </a:lnTo>
                  <a:lnTo>
                    <a:pt x="2397" y="10687"/>
                  </a:lnTo>
                  <a:lnTo>
                    <a:pt x="5905" y="6944"/>
                  </a:lnTo>
                  <a:lnTo>
                    <a:pt x="8975" y="7355"/>
                  </a:lnTo>
                  <a:lnTo>
                    <a:pt x="12577" y="5986"/>
                  </a:lnTo>
                  <a:lnTo>
                    <a:pt x="15226" y="2835"/>
                  </a:lnTo>
                  <a:lnTo>
                    <a:pt x="17673" y="2638"/>
                  </a:lnTo>
                  <a:lnTo>
                    <a:pt x="23907" y="3940"/>
                  </a:lnTo>
                  <a:lnTo>
                    <a:pt x="28698" y="3686"/>
                  </a:lnTo>
                  <a:lnTo>
                    <a:pt x="39044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h895"/>
            <p:cNvSpPr/>
            <p:nvPr/>
          </p:nvSpPr>
          <p:spPr>
            <a:xfrm>
              <a:off x="2601972" y="3067477"/>
              <a:ext cx="30086" cy="55702"/>
            </a:xfrm>
            <a:custGeom>
              <a:avLst/>
              <a:pathLst>
                <a:path w="30086" h="55702">
                  <a:moveTo>
                    <a:pt x="13468" y="159"/>
                  </a:moveTo>
                  <a:lnTo>
                    <a:pt x="15924" y="7795"/>
                  </a:lnTo>
                  <a:lnTo>
                    <a:pt x="17283" y="9410"/>
                  </a:lnTo>
                  <a:lnTo>
                    <a:pt x="15512" y="11851"/>
                  </a:lnTo>
                  <a:lnTo>
                    <a:pt x="17641" y="14550"/>
                  </a:lnTo>
                  <a:lnTo>
                    <a:pt x="18524" y="14700"/>
                  </a:lnTo>
                  <a:lnTo>
                    <a:pt x="19451" y="13082"/>
                  </a:lnTo>
                  <a:lnTo>
                    <a:pt x="23079" y="15155"/>
                  </a:lnTo>
                  <a:lnTo>
                    <a:pt x="24484" y="12566"/>
                  </a:lnTo>
                  <a:lnTo>
                    <a:pt x="27782" y="16133"/>
                  </a:lnTo>
                  <a:lnTo>
                    <a:pt x="30086" y="22428"/>
                  </a:lnTo>
                  <a:lnTo>
                    <a:pt x="25997" y="23749"/>
                  </a:lnTo>
                  <a:lnTo>
                    <a:pt x="26288" y="24868"/>
                  </a:lnTo>
                  <a:lnTo>
                    <a:pt x="25783" y="26851"/>
                  </a:lnTo>
                  <a:lnTo>
                    <a:pt x="20519" y="26781"/>
                  </a:lnTo>
                  <a:lnTo>
                    <a:pt x="17268" y="28826"/>
                  </a:lnTo>
                  <a:lnTo>
                    <a:pt x="17268" y="33801"/>
                  </a:lnTo>
                  <a:lnTo>
                    <a:pt x="15548" y="35538"/>
                  </a:lnTo>
                  <a:lnTo>
                    <a:pt x="15832" y="36348"/>
                  </a:lnTo>
                  <a:lnTo>
                    <a:pt x="14508" y="39061"/>
                  </a:lnTo>
                  <a:lnTo>
                    <a:pt x="10697" y="41557"/>
                  </a:lnTo>
                  <a:lnTo>
                    <a:pt x="4832" y="49238"/>
                  </a:lnTo>
                  <a:lnTo>
                    <a:pt x="4649" y="55702"/>
                  </a:lnTo>
                  <a:lnTo>
                    <a:pt x="473" y="54476"/>
                  </a:lnTo>
                  <a:lnTo>
                    <a:pt x="906" y="45023"/>
                  </a:lnTo>
                  <a:lnTo>
                    <a:pt x="0" y="43640"/>
                  </a:lnTo>
                  <a:lnTo>
                    <a:pt x="3800" y="36752"/>
                  </a:lnTo>
                  <a:lnTo>
                    <a:pt x="6369" y="33913"/>
                  </a:lnTo>
                  <a:lnTo>
                    <a:pt x="9186" y="27045"/>
                  </a:lnTo>
                  <a:lnTo>
                    <a:pt x="9314" y="25702"/>
                  </a:lnTo>
                  <a:lnTo>
                    <a:pt x="5667" y="20723"/>
                  </a:lnTo>
                  <a:lnTo>
                    <a:pt x="6414" y="17898"/>
                  </a:lnTo>
                  <a:lnTo>
                    <a:pt x="4720" y="16177"/>
                  </a:lnTo>
                  <a:lnTo>
                    <a:pt x="4232" y="11649"/>
                  </a:lnTo>
                  <a:lnTo>
                    <a:pt x="6769" y="9405"/>
                  </a:lnTo>
                  <a:lnTo>
                    <a:pt x="7662" y="9442"/>
                  </a:lnTo>
                  <a:lnTo>
                    <a:pt x="12243" y="5976"/>
                  </a:lnTo>
                  <a:lnTo>
                    <a:pt x="1254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h896"/>
            <p:cNvSpPr/>
            <p:nvPr/>
          </p:nvSpPr>
          <p:spPr>
            <a:xfrm>
              <a:off x="2535920" y="3117578"/>
              <a:ext cx="10987" cy="13616"/>
            </a:xfrm>
            <a:custGeom>
              <a:avLst/>
              <a:pathLst>
                <a:path w="10987" h="13616">
                  <a:moveTo>
                    <a:pt x="9415" y="11553"/>
                  </a:moveTo>
                  <a:lnTo>
                    <a:pt x="7996" y="13616"/>
                  </a:lnTo>
                  <a:lnTo>
                    <a:pt x="2342" y="13528"/>
                  </a:lnTo>
                  <a:lnTo>
                    <a:pt x="0" y="10167"/>
                  </a:lnTo>
                  <a:lnTo>
                    <a:pt x="2112" y="8811"/>
                  </a:lnTo>
                  <a:lnTo>
                    <a:pt x="2094" y="5333"/>
                  </a:lnTo>
                  <a:lnTo>
                    <a:pt x="3050" y="3041"/>
                  </a:lnTo>
                  <a:lnTo>
                    <a:pt x="1098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h897"/>
            <p:cNvSpPr/>
            <p:nvPr/>
          </p:nvSpPr>
          <p:spPr>
            <a:xfrm>
              <a:off x="2572378" y="3129927"/>
              <a:ext cx="19647" cy="19707"/>
            </a:xfrm>
            <a:custGeom>
              <a:avLst/>
              <a:pathLst>
                <a:path w="19647" h="19707">
                  <a:moveTo>
                    <a:pt x="16287" y="354"/>
                  </a:moveTo>
                  <a:lnTo>
                    <a:pt x="16079" y="1881"/>
                  </a:lnTo>
                  <a:lnTo>
                    <a:pt x="16244" y="5176"/>
                  </a:lnTo>
                  <a:lnTo>
                    <a:pt x="19647" y="5725"/>
                  </a:lnTo>
                  <a:lnTo>
                    <a:pt x="17438" y="11981"/>
                  </a:lnTo>
                  <a:lnTo>
                    <a:pt x="15161" y="11742"/>
                  </a:lnTo>
                  <a:lnTo>
                    <a:pt x="14925" y="13958"/>
                  </a:lnTo>
                  <a:lnTo>
                    <a:pt x="7568" y="17168"/>
                  </a:lnTo>
                  <a:lnTo>
                    <a:pt x="689" y="19707"/>
                  </a:lnTo>
                  <a:lnTo>
                    <a:pt x="628" y="16403"/>
                  </a:lnTo>
                  <a:lnTo>
                    <a:pt x="2825" y="14648"/>
                  </a:lnTo>
                  <a:lnTo>
                    <a:pt x="0" y="10620"/>
                  </a:lnTo>
                  <a:lnTo>
                    <a:pt x="6677" y="2989"/>
                  </a:lnTo>
                  <a:lnTo>
                    <a:pt x="13810" y="4806"/>
                  </a:lnTo>
                  <a:lnTo>
                    <a:pt x="1453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h898"/>
            <p:cNvSpPr/>
            <p:nvPr/>
          </p:nvSpPr>
          <p:spPr>
            <a:xfrm>
              <a:off x="2622696" y="2985593"/>
              <a:ext cx="18688" cy="16770"/>
            </a:xfrm>
            <a:custGeom>
              <a:avLst/>
              <a:pathLst>
                <a:path w="18688" h="16770">
                  <a:moveTo>
                    <a:pt x="12727" y="1116"/>
                  </a:moveTo>
                  <a:lnTo>
                    <a:pt x="13540" y="4112"/>
                  </a:lnTo>
                  <a:lnTo>
                    <a:pt x="16211" y="6261"/>
                  </a:lnTo>
                  <a:lnTo>
                    <a:pt x="18688" y="13051"/>
                  </a:lnTo>
                  <a:lnTo>
                    <a:pt x="18293" y="16770"/>
                  </a:lnTo>
                  <a:lnTo>
                    <a:pt x="9925" y="14108"/>
                  </a:lnTo>
                  <a:lnTo>
                    <a:pt x="7543" y="14613"/>
                  </a:lnTo>
                  <a:lnTo>
                    <a:pt x="3618" y="13418"/>
                  </a:lnTo>
                  <a:lnTo>
                    <a:pt x="1221" y="9479"/>
                  </a:lnTo>
                  <a:lnTo>
                    <a:pt x="0" y="1430"/>
                  </a:lnTo>
                  <a:lnTo>
                    <a:pt x="630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h899"/>
            <p:cNvSpPr/>
            <p:nvPr/>
          </p:nvSpPr>
          <p:spPr>
            <a:xfrm>
              <a:off x="2620987" y="3142126"/>
              <a:ext cx="20163" cy="29859"/>
            </a:xfrm>
            <a:custGeom>
              <a:avLst/>
              <a:pathLst>
                <a:path w="20163" h="29859">
                  <a:moveTo>
                    <a:pt x="3770" y="0"/>
                  </a:moveTo>
                  <a:lnTo>
                    <a:pt x="7932" y="1661"/>
                  </a:lnTo>
                  <a:lnTo>
                    <a:pt x="9412" y="4362"/>
                  </a:lnTo>
                  <a:lnTo>
                    <a:pt x="9081" y="5183"/>
                  </a:lnTo>
                  <a:lnTo>
                    <a:pt x="8397" y="8756"/>
                  </a:lnTo>
                  <a:lnTo>
                    <a:pt x="13094" y="13468"/>
                  </a:lnTo>
                  <a:lnTo>
                    <a:pt x="13431" y="15106"/>
                  </a:lnTo>
                  <a:lnTo>
                    <a:pt x="20163" y="21853"/>
                  </a:lnTo>
                  <a:lnTo>
                    <a:pt x="16709" y="26278"/>
                  </a:lnTo>
                  <a:lnTo>
                    <a:pt x="11594" y="29859"/>
                  </a:lnTo>
                  <a:lnTo>
                    <a:pt x="7312" y="28415"/>
                  </a:lnTo>
                  <a:lnTo>
                    <a:pt x="5940" y="26696"/>
                  </a:lnTo>
                  <a:lnTo>
                    <a:pt x="5876" y="25185"/>
                  </a:lnTo>
                  <a:lnTo>
                    <a:pt x="6747" y="24215"/>
                  </a:lnTo>
                  <a:lnTo>
                    <a:pt x="5536" y="18953"/>
                  </a:lnTo>
                  <a:lnTo>
                    <a:pt x="1966" y="14393"/>
                  </a:lnTo>
                  <a:lnTo>
                    <a:pt x="2118" y="13953"/>
                  </a:lnTo>
                  <a:lnTo>
                    <a:pt x="2203" y="10228"/>
                  </a:lnTo>
                  <a:lnTo>
                    <a:pt x="0" y="56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h900"/>
            <p:cNvSpPr/>
            <p:nvPr/>
          </p:nvSpPr>
          <p:spPr>
            <a:xfrm>
              <a:off x="2689199" y="3024346"/>
              <a:ext cx="18044" cy="25690"/>
            </a:xfrm>
            <a:custGeom>
              <a:avLst/>
              <a:pathLst>
                <a:path w="18044" h="25690">
                  <a:moveTo>
                    <a:pt x="14152" y="576"/>
                  </a:moveTo>
                  <a:lnTo>
                    <a:pt x="13468" y="2268"/>
                  </a:lnTo>
                  <a:lnTo>
                    <a:pt x="14825" y="7821"/>
                  </a:lnTo>
                  <a:lnTo>
                    <a:pt x="18044" y="10272"/>
                  </a:lnTo>
                  <a:lnTo>
                    <a:pt x="16213" y="15435"/>
                  </a:lnTo>
                  <a:lnTo>
                    <a:pt x="14926" y="19829"/>
                  </a:lnTo>
                  <a:lnTo>
                    <a:pt x="12718" y="19805"/>
                  </a:lnTo>
                  <a:lnTo>
                    <a:pt x="10836" y="21635"/>
                  </a:lnTo>
                  <a:lnTo>
                    <a:pt x="7276" y="20660"/>
                  </a:lnTo>
                  <a:lnTo>
                    <a:pt x="5643" y="22250"/>
                  </a:lnTo>
                  <a:lnTo>
                    <a:pt x="6632" y="23981"/>
                  </a:lnTo>
                  <a:lnTo>
                    <a:pt x="4812" y="25491"/>
                  </a:lnTo>
                  <a:lnTo>
                    <a:pt x="2928" y="25690"/>
                  </a:lnTo>
                  <a:lnTo>
                    <a:pt x="0" y="19853"/>
                  </a:lnTo>
                  <a:lnTo>
                    <a:pt x="2062" y="14754"/>
                  </a:lnTo>
                  <a:lnTo>
                    <a:pt x="3235" y="10655"/>
                  </a:lnTo>
                  <a:lnTo>
                    <a:pt x="8964" y="11459"/>
                  </a:lnTo>
                  <a:lnTo>
                    <a:pt x="10354" y="9920"/>
                  </a:lnTo>
                  <a:lnTo>
                    <a:pt x="10532" y="6618"/>
                  </a:lnTo>
                  <a:lnTo>
                    <a:pt x="5246" y="5017"/>
                  </a:lnTo>
                  <a:lnTo>
                    <a:pt x="4315" y="4009"/>
                  </a:lnTo>
                  <a:lnTo>
                    <a:pt x="8624" y="2681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h901"/>
            <p:cNvSpPr/>
            <p:nvPr/>
          </p:nvSpPr>
          <p:spPr>
            <a:xfrm>
              <a:off x="2653707" y="3014429"/>
              <a:ext cx="21180" cy="18341"/>
            </a:xfrm>
            <a:custGeom>
              <a:avLst/>
              <a:pathLst>
                <a:path w="21180" h="18341">
                  <a:moveTo>
                    <a:pt x="21180" y="4125"/>
                  </a:moveTo>
                  <a:lnTo>
                    <a:pt x="18828" y="10049"/>
                  </a:lnTo>
                  <a:lnTo>
                    <a:pt x="17599" y="9105"/>
                  </a:lnTo>
                  <a:lnTo>
                    <a:pt x="13729" y="8693"/>
                  </a:lnTo>
                  <a:lnTo>
                    <a:pt x="9245" y="13744"/>
                  </a:lnTo>
                  <a:lnTo>
                    <a:pt x="8808" y="15772"/>
                  </a:lnTo>
                  <a:lnTo>
                    <a:pt x="8581" y="17851"/>
                  </a:lnTo>
                  <a:lnTo>
                    <a:pt x="2782" y="18341"/>
                  </a:lnTo>
                  <a:lnTo>
                    <a:pt x="161" y="16874"/>
                  </a:lnTo>
                  <a:lnTo>
                    <a:pt x="299" y="14533"/>
                  </a:lnTo>
                  <a:lnTo>
                    <a:pt x="0" y="12926"/>
                  </a:lnTo>
                  <a:lnTo>
                    <a:pt x="832" y="11707"/>
                  </a:lnTo>
                  <a:lnTo>
                    <a:pt x="4316" y="9971"/>
                  </a:lnTo>
                  <a:lnTo>
                    <a:pt x="5941" y="7248"/>
                  </a:lnTo>
                  <a:lnTo>
                    <a:pt x="9214" y="4044"/>
                  </a:lnTo>
                  <a:lnTo>
                    <a:pt x="12729" y="1866"/>
                  </a:lnTo>
                  <a:lnTo>
                    <a:pt x="13414" y="2085"/>
                  </a:lnTo>
                  <a:lnTo>
                    <a:pt x="1556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h902"/>
            <p:cNvSpPr/>
            <p:nvPr/>
          </p:nvSpPr>
          <p:spPr>
            <a:xfrm>
              <a:off x="2553974" y="3020018"/>
              <a:ext cx="20722" cy="17472"/>
            </a:xfrm>
            <a:custGeom>
              <a:avLst/>
              <a:pathLst>
                <a:path w="20722" h="17472">
                  <a:moveTo>
                    <a:pt x="7067" y="0"/>
                  </a:moveTo>
                  <a:lnTo>
                    <a:pt x="7794" y="1869"/>
                  </a:lnTo>
                  <a:lnTo>
                    <a:pt x="16167" y="6024"/>
                  </a:lnTo>
                  <a:lnTo>
                    <a:pt x="20722" y="5642"/>
                  </a:lnTo>
                  <a:lnTo>
                    <a:pt x="19520" y="11520"/>
                  </a:lnTo>
                  <a:lnTo>
                    <a:pt x="18485" y="11373"/>
                  </a:lnTo>
                  <a:lnTo>
                    <a:pt x="17227" y="12628"/>
                  </a:lnTo>
                  <a:lnTo>
                    <a:pt x="16652" y="16301"/>
                  </a:lnTo>
                  <a:lnTo>
                    <a:pt x="15015" y="16765"/>
                  </a:lnTo>
                  <a:lnTo>
                    <a:pt x="16324" y="13467"/>
                  </a:lnTo>
                  <a:lnTo>
                    <a:pt x="8704" y="12549"/>
                  </a:lnTo>
                  <a:lnTo>
                    <a:pt x="8448" y="10998"/>
                  </a:lnTo>
                  <a:lnTo>
                    <a:pt x="4838" y="14087"/>
                  </a:lnTo>
                  <a:lnTo>
                    <a:pt x="4029" y="15065"/>
                  </a:lnTo>
                  <a:lnTo>
                    <a:pt x="4015" y="17472"/>
                  </a:lnTo>
                  <a:lnTo>
                    <a:pt x="0" y="17440"/>
                  </a:lnTo>
                  <a:lnTo>
                    <a:pt x="765" y="14568"/>
                  </a:lnTo>
                  <a:lnTo>
                    <a:pt x="249" y="6269"/>
                  </a:lnTo>
                  <a:lnTo>
                    <a:pt x="1740" y="196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h903"/>
            <p:cNvSpPr/>
            <p:nvPr/>
          </p:nvSpPr>
          <p:spPr>
            <a:xfrm>
              <a:off x="2707753" y="3100165"/>
              <a:ext cx="9957" cy="9657"/>
            </a:xfrm>
            <a:custGeom>
              <a:avLst/>
              <a:pathLst>
                <a:path w="9957" h="9657">
                  <a:moveTo>
                    <a:pt x="5210" y="1016"/>
                  </a:moveTo>
                  <a:lnTo>
                    <a:pt x="9957" y="2931"/>
                  </a:lnTo>
                  <a:lnTo>
                    <a:pt x="9038" y="5965"/>
                  </a:lnTo>
                  <a:lnTo>
                    <a:pt x="5795" y="5893"/>
                  </a:lnTo>
                  <a:lnTo>
                    <a:pt x="4608" y="7253"/>
                  </a:lnTo>
                  <a:lnTo>
                    <a:pt x="4965" y="9657"/>
                  </a:lnTo>
                  <a:lnTo>
                    <a:pt x="0" y="9359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h904"/>
            <p:cNvSpPr/>
            <p:nvPr/>
          </p:nvSpPr>
          <p:spPr>
            <a:xfrm>
              <a:off x="2598499" y="2994458"/>
              <a:ext cx="18339" cy="33409"/>
            </a:xfrm>
            <a:custGeom>
              <a:avLst/>
              <a:pathLst>
                <a:path w="18339" h="33409">
                  <a:moveTo>
                    <a:pt x="10993" y="3637"/>
                  </a:moveTo>
                  <a:lnTo>
                    <a:pt x="13961" y="9543"/>
                  </a:lnTo>
                  <a:lnTo>
                    <a:pt x="6541" y="15218"/>
                  </a:lnTo>
                  <a:lnTo>
                    <a:pt x="6531" y="16540"/>
                  </a:lnTo>
                  <a:lnTo>
                    <a:pt x="11559" y="16436"/>
                  </a:lnTo>
                  <a:lnTo>
                    <a:pt x="17520" y="13978"/>
                  </a:lnTo>
                  <a:lnTo>
                    <a:pt x="18339" y="15322"/>
                  </a:lnTo>
                  <a:lnTo>
                    <a:pt x="16637" y="17866"/>
                  </a:lnTo>
                  <a:lnTo>
                    <a:pt x="16561" y="19989"/>
                  </a:lnTo>
                  <a:lnTo>
                    <a:pt x="14788" y="27329"/>
                  </a:lnTo>
                  <a:lnTo>
                    <a:pt x="13226" y="28079"/>
                  </a:lnTo>
                  <a:lnTo>
                    <a:pt x="7787" y="28127"/>
                  </a:lnTo>
                  <a:lnTo>
                    <a:pt x="5651" y="29263"/>
                  </a:lnTo>
                  <a:lnTo>
                    <a:pt x="5163" y="33409"/>
                  </a:lnTo>
                  <a:lnTo>
                    <a:pt x="1283" y="31165"/>
                  </a:lnTo>
                  <a:lnTo>
                    <a:pt x="0" y="26850"/>
                  </a:lnTo>
                  <a:lnTo>
                    <a:pt x="2807" y="25308"/>
                  </a:lnTo>
                  <a:lnTo>
                    <a:pt x="1710" y="18848"/>
                  </a:lnTo>
                  <a:lnTo>
                    <a:pt x="2509" y="16360"/>
                  </a:lnTo>
                  <a:lnTo>
                    <a:pt x="8189" y="12539"/>
                  </a:lnTo>
                  <a:lnTo>
                    <a:pt x="9771" y="4883"/>
                  </a:lnTo>
                  <a:lnTo>
                    <a:pt x="7860" y="4104"/>
                  </a:lnTo>
                  <a:lnTo>
                    <a:pt x="1144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h905"/>
            <p:cNvSpPr/>
            <p:nvPr/>
          </p:nvSpPr>
          <p:spPr>
            <a:xfrm>
              <a:off x="2606505" y="3055395"/>
              <a:ext cx="30006" cy="24241"/>
            </a:xfrm>
            <a:custGeom>
              <a:avLst/>
              <a:pathLst>
                <a:path w="30006" h="24241">
                  <a:moveTo>
                    <a:pt x="25314" y="0"/>
                  </a:moveTo>
                  <a:lnTo>
                    <a:pt x="26483" y="1059"/>
                  </a:lnTo>
                  <a:lnTo>
                    <a:pt x="25508" y="1129"/>
                  </a:lnTo>
                  <a:lnTo>
                    <a:pt x="25998" y="4218"/>
                  </a:lnTo>
                  <a:lnTo>
                    <a:pt x="30006" y="9177"/>
                  </a:lnTo>
                  <a:lnTo>
                    <a:pt x="25141" y="10909"/>
                  </a:lnTo>
                  <a:lnTo>
                    <a:pt x="20852" y="14524"/>
                  </a:lnTo>
                  <a:lnTo>
                    <a:pt x="18854" y="22160"/>
                  </a:lnTo>
                  <a:lnTo>
                    <a:pt x="19914" y="22022"/>
                  </a:lnTo>
                  <a:lnTo>
                    <a:pt x="20527" y="23850"/>
                  </a:lnTo>
                  <a:lnTo>
                    <a:pt x="19416" y="24241"/>
                  </a:lnTo>
                  <a:lnTo>
                    <a:pt x="14778" y="23129"/>
                  </a:lnTo>
                  <a:lnTo>
                    <a:pt x="12751" y="21492"/>
                  </a:lnTo>
                  <a:lnTo>
                    <a:pt x="11392" y="19877"/>
                  </a:lnTo>
                  <a:lnTo>
                    <a:pt x="8936" y="12241"/>
                  </a:lnTo>
                  <a:lnTo>
                    <a:pt x="8014" y="12082"/>
                  </a:lnTo>
                  <a:lnTo>
                    <a:pt x="7710" y="18058"/>
                  </a:lnTo>
                  <a:lnTo>
                    <a:pt x="3129" y="21524"/>
                  </a:lnTo>
                  <a:lnTo>
                    <a:pt x="1622" y="19225"/>
                  </a:lnTo>
                  <a:lnTo>
                    <a:pt x="2936" y="15580"/>
                  </a:lnTo>
                  <a:lnTo>
                    <a:pt x="0" y="13957"/>
                  </a:lnTo>
                  <a:lnTo>
                    <a:pt x="2237" y="13576"/>
                  </a:lnTo>
                  <a:lnTo>
                    <a:pt x="4465" y="8066"/>
                  </a:lnTo>
                  <a:lnTo>
                    <a:pt x="5241" y="9317"/>
                  </a:lnTo>
                  <a:lnTo>
                    <a:pt x="13885" y="9967"/>
                  </a:lnTo>
                  <a:lnTo>
                    <a:pt x="19435" y="7693"/>
                  </a:lnTo>
                  <a:lnTo>
                    <a:pt x="21833" y="1497"/>
                  </a:lnTo>
                  <a:lnTo>
                    <a:pt x="23279" y="20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h906"/>
            <p:cNvSpPr/>
            <p:nvPr/>
          </p:nvSpPr>
          <p:spPr>
            <a:xfrm>
              <a:off x="2522759" y="3112555"/>
              <a:ext cx="24995" cy="15652"/>
            </a:xfrm>
            <a:custGeom>
              <a:avLst/>
              <a:pathLst>
                <a:path w="24995" h="15652">
                  <a:moveTo>
                    <a:pt x="8991" y="0"/>
                  </a:moveTo>
                  <a:lnTo>
                    <a:pt x="15834" y="2072"/>
                  </a:lnTo>
                  <a:lnTo>
                    <a:pt x="24995" y="1483"/>
                  </a:lnTo>
                  <a:lnTo>
                    <a:pt x="24148" y="5023"/>
                  </a:lnTo>
                  <a:lnTo>
                    <a:pt x="16211" y="8064"/>
                  </a:lnTo>
                  <a:lnTo>
                    <a:pt x="15255" y="10357"/>
                  </a:lnTo>
                  <a:lnTo>
                    <a:pt x="15273" y="13834"/>
                  </a:lnTo>
                  <a:lnTo>
                    <a:pt x="13160" y="15190"/>
                  </a:lnTo>
                  <a:lnTo>
                    <a:pt x="10581" y="15652"/>
                  </a:lnTo>
                  <a:lnTo>
                    <a:pt x="8907" y="12664"/>
                  </a:lnTo>
                  <a:lnTo>
                    <a:pt x="5838" y="11283"/>
                  </a:lnTo>
                  <a:lnTo>
                    <a:pt x="0" y="10921"/>
                  </a:lnTo>
                  <a:lnTo>
                    <a:pt x="2460" y="2632"/>
                  </a:lnTo>
                  <a:lnTo>
                    <a:pt x="5774" y="41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h907"/>
            <p:cNvSpPr/>
            <p:nvPr/>
          </p:nvSpPr>
          <p:spPr>
            <a:xfrm>
              <a:off x="2678424" y="3037534"/>
              <a:ext cx="9109" cy="8083"/>
            </a:xfrm>
            <a:custGeom>
              <a:avLst/>
              <a:pathLst>
                <a:path w="9109" h="8083">
                  <a:moveTo>
                    <a:pt x="9109" y="3500"/>
                  </a:moveTo>
                  <a:lnTo>
                    <a:pt x="4799" y="2908"/>
                  </a:lnTo>
                  <a:lnTo>
                    <a:pt x="3857" y="5742"/>
                  </a:lnTo>
                  <a:lnTo>
                    <a:pt x="5378" y="6132"/>
                  </a:lnTo>
                  <a:lnTo>
                    <a:pt x="3471" y="8083"/>
                  </a:lnTo>
                  <a:lnTo>
                    <a:pt x="0" y="6707"/>
                  </a:lnTo>
                  <a:lnTo>
                    <a:pt x="1080" y="2351"/>
                  </a:lnTo>
                  <a:lnTo>
                    <a:pt x="517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h908"/>
            <p:cNvSpPr/>
            <p:nvPr/>
          </p:nvSpPr>
          <p:spPr>
            <a:xfrm>
              <a:off x="2707753" y="3106058"/>
              <a:ext cx="12330" cy="9084"/>
            </a:xfrm>
            <a:custGeom>
              <a:avLst/>
              <a:pathLst>
                <a:path w="12330" h="9084">
                  <a:moveTo>
                    <a:pt x="9038" y="72"/>
                  </a:moveTo>
                  <a:lnTo>
                    <a:pt x="12330" y="1964"/>
                  </a:lnTo>
                  <a:lnTo>
                    <a:pt x="9516" y="7687"/>
                  </a:lnTo>
                  <a:lnTo>
                    <a:pt x="8821" y="9084"/>
                  </a:lnTo>
                  <a:lnTo>
                    <a:pt x="900" y="5474"/>
                  </a:lnTo>
                  <a:lnTo>
                    <a:pt x="0" y="3466"/>
                  </a:lnTo>
                  <a:lnTo>
                    <a:pt x="4965" y="3764"/>
                  </a:lnTo>
                  <a:lnTo>
                    <a:pt x="4608" y="1360"/>
                  </a:lnTo>
                  <a:lnTo>
                    <a:pt x="579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h909"/>
            <p:cNvSpPr/>
            <p:nvPr/>
          </p:nvSpPr>
          <p:spPr>
            <a:xfrm>
              <a:off x="2626457" y="3075084"/>
              <a:ext cx="23915" cy="27458"/>
            </a:xfrm>
            <a:custGeom>
              <a:avLst/>
              <a:pathLst>
                <a:path w="23915" h="27458">
                  <a:moveTo>
                    <a:pt x="21899" y="1365"/>
                  </a:moveTo>
                  <a:lnTo>
                    <a:pt x="21045" y="9989"/>
                  </a:lnTo>
                  <a:lnTo>
                    <a:pt x="23915" y="16241"/>
                  </a:lnTo>
                  <a:lnTo>
                    <a:pt x="22335" y="16585"/>
                  </a:lnTo>
                  <a:lnTo>
                    <a:pt x="20848" y="15362"/>
                  </a:lnTo>
                  <a:lnTo>
                    <a:pt x="17373" y="15990"/>
                  </a:lnTo>
                  <a:lnTo>
                    <a:pt x="9587" y="19325"/>
                  </a:lnTo>
                  <a:lnTo>
                    <a:pt x="9835" y="24117"/>
                  </a:lnTo>
                  <a:lnTo>
                    <a:pt x="11768" y="24101"/>
                  </a:lnTo>
                  <a:lnTo>
                    <a:pt x="12264" y="27458"/>
                  </a:lnTo>
                  <a:lnTo>
                    <a:pt x="7561" y="26443"/>
                  </a:lnTo>
                  <a:lnTo>
                    <a:pt x="6883" y="25317"/>
                  </a:lnTo>
                  <a:lnTo>
                    <a:pt x="6535" y="19132"/>
                  </a:lnTo>
                  <a:lnTo>
                    <a:pt x="2337" y="19217"/>
                  </a:lnTo>
                  <a:lnTo>
                    <a:pt x="1803" y="17262"/>
                  </a:lnTo>
                  <a:lnTo>
                    <a:pt x="1513" y="16143"/>
                  </a:lnTo>
                  <a:lnTo>
                    <a:pt x="5601" y="14821"/>
                  </a:lnTo>
                  <a:lnTo>
                    <a:pt x="3297" y="8526"/>
                  </a:lnTo>
                  <a:lnTo>
                    <a:pt x="0" y="4959"/>
                  </a:lnTo>
                  <a:lnTo>
                    <a:pt x="820" y="4883"/>
                  </a:lnTo>
                  <a:lnTo>
                    <a:pt x="4821" y="4709"/>
                  </a:lnTo>
                  <a:lnTo>
                    <a:pt x="12115" y="2666"/>
                  </a:lnTo>
                  <a:lnTo>
                    <a:pt x="13377" y="850"/>
                  </a:lnTo>
                  <a:lnTo>
                    <a:pt x="1961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h910"/>
            <p:cNvSpPr/>
            <p:nvPr/>
          </p:nvSpPr>
          <p:spPr>
            <a:xfrm>
              <a:off x="2638286" y="3058661"/>
              <a:ext cx="19303" cy="15295"/>
            </a:xfrm>
            <a:custGeom>
              <a:avLst/>
              <a:pathLst>
                <a:path w="19303" h="15295">
                  <a:moveTo>
                    <a:pt x="18437" y="733"/>
                  </a:moveTo>
                  <a:lnTo>
                    <a:pt x="19303" y="4889"/>
                  </a:lnTo>
                  <a:lnTo>
                    <a:pt x="14018" y="10151"/>
                  </a:lnTo>
                  <a:lnTo>
                    <a:pt x="12412" y="14536"/>
                  </a:lnTo>
                  <a:lnTo>
                    <a:pt x="10647" y="15295"/>
                  </a:lnTo>
                  <a:lnTo>
                    <a:pt x="8404" y="14046"/>
                  </a:lnTo>
                  <a:lnTo>
                    <a:pt x="4189" y="8924"/>
                  </a:lnTo>
                  <a:lnTo>
                    <a:pt x="0" y="5930"/>
                  </a:lnTo>
                  <a:lnTo>
                    <a:pt x="2436" y="3550"/>
                  </a:lnTo>
                  <a:lnTo>
                    <a:pt x="5838" y="1695"/>
                  </a:lnTo>
                  <a:lnTo>
                    <a:pt x="1492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h911"/>
            <p:cNvSpPr/>
            <p:nvPr/>
          </p:nvSpPr>
          <p:spPr>
            <a:xfrm>
              <a:off x="2647502" y="3073631"/>
              <a:ext cx="20327" cy="17960"/>
            </a:xfrm>
            <a:custGeom>
              <a:avLst/>
              <a:pathLst>
                <a:path w="20327" h="17960">
                  <a:moveTo>
                    <a:pt x="19762" y="2350"/>
                  </a:moveTo>
                  <a:lnTo>
                    <a:pt x="20327" y="3401"/>
                  </a:lnTo>
                  <a:lnTo>
                    <a:pt x="18334" y="4572"/>
                  </a:lnTo>
                  <a:lnTo>
                    <a:pt x="9455" y="12401"/>
                  </a:lnTo>
                  <a:lnTo>
                    <a:pt x="6057" y="17960"/>
                  </a:lnTo>
                  <a:lnTo>
                    <a:pt x="2869" y="17694"/>
                  </a:lnTo>
                  <a:lnTo>
                    <a:pt x="0" y="11442"/>
                  </a:lnTo>
                  <a:lnTo>
                    <a:pt x="853" y="2818"/>
                  </a:lnTo>
                  <a:lnTo>
                    <a:pt x="2963" y="2817"/>
                  </a:lnTo>
                  <a:lnTo>
                    <a:pt x="5149" y="1232"/>
                  </a:lnTo>
                  <a:lnTo>
                    <a:pt x="15224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h912"/>
            <p:cNvSpPr/>
            <p:nvPr/>
          </p:nvSpPr>
          <p:spPr>
            <a:xfrm>
              <a:off x="2632014" y="3054726"/>
              <a:ext cx="23581" cy="9865"/>
            </a:xfrm>
            <a:custGeom>
              <a:avLst/>
              <a:pathLst>
                <a:path w="23581" h="9865">
                  <a:moveTo>
                    <a:pt x="20800" y="0"/>
                  </a:moveTo>
                  <a:lnTo>
                    <a:pt x="23581" y="578"/>
                  </a:lnTo>
                  <a:lnTo>
                    <a:pt x="21199" y="3935"/>
                  </a:lnTo>
                  <a:lnTo>
                    <a:pt x="12111" y="5630"/>
                  </a:lnTo>
                  <a:lnTo>
                    <a:pt x="8709" y="7485"/>
                  </a:lnTo>
                  <a:lnTo>
                    <a:pt x="6272" y="9865"/>
                  </a:lnTo>
                  <a:lnTo>
                    <a:pt x="4497" y="9846"/>
                  </a:lnTo>
                  <a:lnTo>
                    <a:pt x="489" y="4888"/>
                  </a:lnTo>
                  <a:lnTo>
                    <a:pt x="0" y="1799"/>
                  </a:lnTo>
                  <a:lnTo>
                    <a:pt x="974" y="1729"/>
                  </a:lnTo>
                  <a:lnTo>
                    <a:pt x="7034" y="276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h913"/>
            <p:cNvSpPr/>
            <p:nvPr/>
          </p:nvSpPr>
          <p:spPr>
            <a:xfrm>
              <a:off x="2703861" y="3075731"/>
              <a:ext cx="40081" cy="21464"/>
            </a:xfrm>
            <a:custGeom>
              <a:avLst/>
              <a:pathLst>
                <a:path w="40081" h="21464">
                  <a:moveTo>
                    <a:pt x="36525" y="1742"/>
                  </a:moveTo>
                  <a:lnTo>
                    <a:pt x="35957" y="11245"/>
                  </a:lnTo>
                  <a:lnTo>
                    <a:pt x="40081" y="19138"/>
                  </a:lnTo>
                  <a:lnTo>
                    <a:pt x="36392" y="21464"/>
                  </a:lnTo>
                  <a:lnTo>
                    <a:pt x="33721" y="19176"/>
                  </a:lnTo>
                  <a:lnTo>
                    <a:pt x="31584" y="13488"/>
                  </a:lnTo>
                  <a:lnTo>
                    <a:pt x="28670" y="12143"/>
                  </a:lnTo>
                  <a:lnTo>
                    <a:pt x="23288" y="13166"/>
                  </a:lnTo>
                  <a:lnTo>
                    <a:pt x="17109" y="15749"/>
                  </a:lnTo>
                  <a:lnTo>
                    <a:pt x="13096" y="14832"/>
                  </a:lnTo>
                  <a:lnTo>
                    <a:pt x="9120" y="16636"/>
                  </a:lnTo>
                  <a:lnTo>
                    <a:pt x="5293" y="16467"/>
                  </a:lnTo>
                  <a:lnTo>
                    <a:pt x="0" y="10946"/>
                  </a:lnTo>
                  <a:lnTo>
                    <a:pt x="6436" y="7656"/>
                  </a:lnTo>
                  <a:lnTo>
                    <a:pt x="9458" y="3156"/>
                  </a:lnTo>
                  <a:lnTo>
                    <a:pt x="18814" y="1103"/>
                  </a:lnTo>
                  <a:lnTo>
                    <a:pt x="21407" y="598"/>
                  </a:lnTo>
                  <a:lnTo>
                    <a:pt x="24936" y="2303"/>
                  </a:lnTo>
                  <a:lnTo>
                    <a:pt x="27989" y="1517"/>
                  </a:lnTo>
                  <a:lnTo>
                    <a:pt x="2953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h914"/>
            <p:cNvSpPr/>
            <p:nvPr/>
          </p:nvSpPr>
          <p:spPr>
            <a:xfrm>
              <a:off x="2717270" y="3107827"/>
              <a:ext cx="9501" cy="12745"/>
            </a:xfrm>
            <a:custGeom>
              <a:avLst/>
              <a:pathLst>
                <a:path w="9501" h="12745">
                  <a:moveTo>
                    <a:pt x="3743" y="0"/>
                  </a:moveTo>
                  <a:lnTo>
                    <a:pt x="4596" y="1480"/>
                  </a:lnTo>
                  <a:lnTo>
                    <a:pt x="7280" y="1736"/>
                  </a:lnTo>
                  <a:lnTo>
                    <a:pt x="9240" y="3172"/>
                  </a:lnTo>
                  <a:lnTo>
                    <a:pt x="9501" y="5011"/>
                  </a:lnTo>
                  <a:lnTo>
                    <a:pt x="5991" y="10372"/>
                  </a:lnTo>
                  <a:lnTo>
                    <a:pt x="4389" y="11464"/>
                  </a:lnTo>
                  <a:lnTo>
                    <a:pt x="1883" y="12745"/>
                  </a:lnTo>
                  <a:lnTo>
                    <a:pt x="0" y="5918"/>
                  </a:lnTo>
                  <a:lnTo>
                    <a:pt x="2814" y="19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h915"/>
            <p:cNvSpPr/>
            <p:nvPr/>
          </p:nvSpPr>
          <p:spPr>
            <a:xfrm>
              <a:off x="2714139" y="3055941"/>
              <a:ext cx="2199" cy="1579"/>
            </a:xfrm>
            <a:custGeom>
              <a:avLst/>
              <a:pathLst>
                <a:path w="2199" h="1579">
                  <a:moveTo>
                    <a:pt x="2199" y="1579"/>
                  </a:moveTo>
                  <a:lnTo>
                    <a:pt x="0" y="1440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h916"/>
            <p:cNvSpPr/>
            <p:nvPr/>
          </p:nvSpPr>
          <p:spPr>
            <a:xfrm>
              <a:off x="2719910" y="3035975"/>
              <a:ext cx="19320" cy="15173"/>
            </a:xfrm>
            <a:custGeom>
              <a:avLst/>
              <a:pathLst>
                <a:path w="19320" h="15173">
                  <a:moveTo>
                    <a:pt x="15564" y="3195"/>
                  </a:moveTo>
                  <a:lnTo>
                    <a:pt x="19320" y="5770"/>
                  </a:lnTo>
                  <a:lnTo>
                    <a:pt x="18734" y="6977"/>
                  </a:lnTo>
                  <a:lnTo>
                    <a:pt x="18788" y="14096"/>
                  </a:lnTo>
                  <a:lnTo>
                    <a:pt x="16847" y="15173"/>
                  </a:lnTo>
                  <a:lnTo>
                    <a:pt x="14536" y="13506"/>
                  </a:lnTo>
                  <a:lnTo>
                    <a:pt x="0" y="12933"/>
                  </a:lnTo>
                  <a:lnTo>
                    <a:pt x="188" y="9554"/>
                  </a:lnTo>
                  <a:lnTo>
                    <a:pt x="137" y="7409"/>
                  </a:lnTo>
                  <a:lnTo>
                    <a:pt x="2632" y="6706"/>
                  </a:lnTo>
                  <a:lnTo>
                    <a:pt x="3578" y="4241"/>
                  </a:lnTo>
                  <a:lnTo>
                    <a:pt x="1377" y="4060"/>
                  </a:lnTo>
                  <a:lnTo>
                    <a:pt x="3303" y="1273"/>
                  </a:lnTo>
                  <a:lnTo>
                    <a:pt x="4545" y="1705"/>
                  </a:lnTo>
                  <a:lnTo>
                    <a:pt x="6474" y="0"/>
                  </a:lnTo>
                  <a:lnTo>
                    <a:pt x="9089" y="64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h917"/>
            <p:cNvSpPr/>
            <p:nvPr/>
          </p:nvSpPr>
          <p:spPr>
            <a:xfrm>
              <a:off x="2721677" y="3033009"/>
              <a:ext cx="1618" cy="3761"/>
            </a:xfrm>
            <a:custGeom>
              <a:avLst/>
              <a:pathLst>
                <a:path w="1618" h="3761">
                  <a:moveTo>
                    <a:pt x="493" y="214"/>
                  </a:moveTo>
                  <a:lnTo>
                    <a:pt x="1618" y="1402"/>
                  </a:lnTo>
                  <a:lnTo>
                    <a:pt x="208" y="37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h918"/>
            <p:cNvSpPr/>
            <p:nvPr/>
          </p:nvSpPr>
          <p:spPr>
            <a:xfrm>
              <a:off x="2570626" y="3025633"/>
              <a:ext cx="44332" cy="26114"/>
            </a:xfrm>
            <a:custGeom>
              <a:avLst/>
              <a:pathLst>
                <a:path w="44332" h="26114">
                  <a:moveTo>
                    <a:pt x="6930" y="0"/>
                  </a:moveTo>
                  <a:lnTo>
                    <a:pt x="6957" y="1496"/>
                  </a:lnTo>
                  <a:lnTo>
                    <a:pt x="8123" y="2262"/>
                  </a:lnTo>
                  <a:lnTo>
                    <a:pt x="25830" y="10193"/>
                  </a:lnTo>
                  <a:lnTo>
                    <a:pt x="38491" y="9045"/>
                  </a:lnTo>
                  <a:lnTo>
                    <a:pt x="38785" y="8466"/>
                  </a:lnTo>
                  <a:lnTo>
                    <a:pt x="40574" y="9155"/>
                  </a:lnTo>
                  <a:lnTo>
                    <a:pt x="42747" y="11935"/>
                  </a:lnTo>
                  <a:lnTo>
                    <a:pt x="42669" y="13150"/>
                  </a:lnTo>
                  <a:lnTo>
                    <a:pt x="44332" y="14531"/>
                  </a:lnTo>
                  <a:lnTo>
                    <a:pt x="44114" y="16273"/>
                  </a:lnTo>
                  <a:lnTo>
                    <a:pt x="41427" y="15878"/>
                  </a:lnTo>
                  <a:lnTo>
                    <a:pt x="39757" y="16552"/>
                  </a:lnTo>
                  <a:lnTo>
                    <a:pt x="39157" y="18541"/>
                  </a:lnTo>
                  <a:lnTo>
                    <a:pt x="34951" y="23326"/>
                  </a:lnTo>
                  <a:lnTo>
                    <a:pt x="28534" y="26114"/>
                  </a:lnTo>
                  <a:lnTo>
                    <a:pt x="23753" y="21523"/>
                  </a:lnTo>
                  <a:lnTo>
                    <a:pt x="25656" y="18590"/>
                  </a:lnTo>
                  <a:lnTo>
                    <a:pt x="17867" y="10449"/>
                  </a:lnTo>
                  <a:lnTo>
                    <a:pt x="16887" y="10760"/>
                  </a:lnTo>
                  <a:lnTo>
                    <a:pt x="15946" y="12411"/>
                  </a:lnTo>
                  <a:lnTo>
                    <a:pt x="1103" y="8485"/>
                  </a:lnTo>
                  <a:lnTo>
                    <a:pt x="0" y="10686"/>
                  </a:lnTo>
                  <a:lnTo>
                    <a:pt x="575" y="7013"/>
                  </a:lnTo>
                  <a:lnTo>
                    <a:pt x="1832" y="5758"/>
                  </a:lnTo>
                  <a:lnTo>
                    <a:pt x="2868" y="5905"/>
                  </a:lnTo>
                  <a:lnTo>
                    <a:pt x="4070" y="2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h919"/>
            <p:cNvSpPr/>
            <p:nvPr/>
          </p:nvSpPr>
          <p:spPr>
            <a:xfrm>
              <a:off x="2661025" y="3035246"/>
              <a:ext cx="13941" cy="18910"/>
            </a:xfrm>
            <a:custGeom>
              <a:avLst/>
              <a:pathLst>
                <a:path w="13941" h="18910">
                  <a:moveTo>
                    <a:pt x="13941" y="353"/>
                  </a:moveTo>
                  <a:lnTo>
                    <a:pt x="12868" y="7159"/>
                  </a:lnTo>
                  <a:lnTo>
                    <a:pt x="13065" y="11320"/>
                  </a:lnTo>
                  <a:lnTo>
                    <a:pt x="12366" y="18910"/>
                  </a:lnTo>
                  <a:lnTo>
                    <a:pt x="9805" y="17661"/>
                  </a:lnTo>
                  <a:lnTo>
                    <a:pt x="3017" y="16213"/>
                  </a:lnTo>
                  <a:lnTo>
                    <a:pt x="1708" y="15330"/>
                  </a:lnTo>
                  <a:lnTo>
                    <a:pt x="0" y="11476"/>
                  </a:lnTo>
                  <a:lnTo>
                    <a:pt x="1331" y="8997"/>
                  </a:lnTo>
                  <a:lnTo>
                    <a:pt x="2204" y="8766"/>
                  </a:lnTo>
                  <a:lnTo>
                    <a:pt x="2479" y="5308"/>
                  </a:lnTo>
                  <a:lnTo>
                    <a:pt x="10108" y="3554"/>
                  </a:lnTo>
                  <a:lnTo>
                    <a:pt x="11538" y="1991"/>
                  </a:lnTo>
                  <a:lnTo>
                    <a:pt x="1206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h920"/>
            <p:cNvSpPr/>
            <p:nvPr/>
          </p:nvSpPr>
          <p:spPr>
            <a:xfrm>
              <a:off x="2557072" y="3147096"/>
              <a:ext cx="36670" cy="44244"/>
            </a:xfrm>
            <a:custGeom>
              <a:avLst/>
              <a:pathLst>
                <a:path w="36670" h="44244">
                  <a:moveTo>
                    <a:pt x="22874" y="0"/>
                  </a:moveTo>
                  <a:lnTo>
                    <a:pt x="25523" y="1349"/>
                  </a:lnTo>
                  <a:lnTo>
                    <a:pt x="24803" y="3837"/>
                  </a:lnTo>
                  <a:lnTo>
                    <a:pt x="25119" y="6967"/>
                  </a:lnTo>
                  <a:lnTo>
                    <a:pt x="34189" y="13733"/>
                  </a:lnTo>
                  <a:lnTo>
                    <a:pt x="36670" y="14732"/>
                  </a:lnTo>
                  <a:lnTo>
                    <a:pt x="34029" y="14593"/>
                  </a:lnTo>
                  <a:lnTo>
                    <a:pt x="33111" y="22752"/>
                  </a:lnTo>
                  <a:lnTo>
                    <a:pt x="29180" y="23460"/>
                  </a:lnTo>
                  <a:lnTo>
                    <a:pt x="29277" y="25881"/>
                  </a:lnTo>
                  <a:lnTo>
                    <a:pt x="31194" y="31352"/>
                  </a:lnTo>
                  <a:lnTo>
                    <a:pt x="26679" y="33625"/>
                  </a:lnTo>
                  <a:lnTo>
                    <a:pt x="24063" y="37813"/>
                  </a:lnTo>
                  <a:lnTo>
                    <a:pt x="24752" y="39361"/>
                  </a:lnTo>
                  <a:lnTo>
                    <a:pt x="22470" y="44244"/>
                  </a:lnTo>
                  <a:lnTo>
                    <a:pt x="18928" y="42097"/>
                  </a:lnTo>
                  <a:lnTo>
                    <a:pt x="14878" y="37682"/>
                  </a:lnTo>
                  <a:lnTo>
                    <a:pt x="13265" y="36158"/>
                  </a:lnTo>
                  <a:lnTo>
                    <a:pt x="15604" y="33974"/>
                  </a:lnTo>
                  <a:lnTo>
                    <a:pt x="16979" y="30884"/>
                  </a:lnTo>
                  <a:lnTo>
                    <a:pt x="16737" y="29192"/>
                  </a:lnTo>
                  <a:lnTo>
                    <a:pt x="9194" y="29142"/>
                  </a:lnTo>
                  <a:lnTo>
                    <a:pt x="2883" y="24988"/>
                  </a:lnTo>
                  <a:lnTo>
                    <a:pt x="3566" y="21021"/>
                  </a:lnTo>
                  <a:lnTo>
                    <a:pt x="3160" y="19309"/>
                  </a:lnTo>
                  <a:lnTo>
                    <a:pt x="1576" y="14244"/>
                  </a:lnTo>
                  <a:lnTo>
                    <a:pt x="0" y="13454"/>
                  </a:lnTo>
                  <a:lnTo>
                    <a:pt x="190" y="12719"/>
                  </a:lnTo>
                  <a:lnTo>
                    <a:pt x="2296" y="11928"/>
                  </a:lnTo>
                  <a:lnTo>
                    <a:pt x="3521" y="12592"/>
                  </a:lnTo>
                  <a:lnTo>
                    <a:pt x="10267" y="9534"/>
                  </a:lnTo>
                  <a:lnTo>
                    <a:pt x="13625" y="3461"/>
                  </a:lnTo>
                  <a:lnTo>
                    <a:pt x="15995" y="253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h921"/>
            <p:cNvSpPr/>
            <p:nvPr/>
          </p:nvSpPr>
          <p:spPr>
            <a:xfrm>
              <a:off x="2579791" y="2963911"/>
              <a:ext cx="29252" cy="18926"/>
            </a:xfrm>
            <a:custGeom>
              <a:avLst/>
              <a:pathLst>
                <a:path w="29252" h="18926">
                  <a:moveTo>
                    <a:pt x="9240" y="2132"/>
                  </a:moveTo>
                  <a:lnTo>
                    <a:pt x="11344" y="342"/>
                  </a:lnTo>
                  <a:lnTo>
                    <a:pt x="17799" y="5999"/>
                  </a:lnTo>
                  <a:lnTo>
                    <a:pt x="18106" y="7038"/>
                  </a:lnTo>
                  <a:lnTo>
                    <a:pt x="17224" y="7352"/>
                  </a:lnTo>
                  <a:lnTo>
                    <a:pt x="22738" y="12359"/>
                  </a:lnTo>
                  <a:lnTo>
                    <a:pt x="26649" y="15123"/>
                  </a:lnTo>
                  <a:lnTo>
                    <a:pt x="29252" y="14414"/>
                  </a:lnTo>
                  <a:lnTo>
                    <a:pt x="29221" y="17178"/>
                  </a:lnTo>
                  <a:lnTo>
                    <a:pt x="28069" y="16643"/>
                  </a:lnTo>
                  <a:lnTo>
                    <a:pt x="27161" y="18926"/>
                  </a:lnTo>
                  <a:lnTo>
                    <a:pt x="27192" y="15841"/>
                  </a:lnTo>
                  <a:lnTo>
                    <a:pt x="24486" y="16880"/>
                  </a:lnTo>
                  <a:lnTo>
                    <a:pt x="11331" y="10255"/>
                  </a:lnTo>
                  <a:lnTo>
                    <a:pt x="1483" y="7141"/>
                  </a:lnTo>
                  <a:lnTo>
                    <a:pt x="714" y="6914"/>
                  </a:lnTo>
                  <a:lnTo>
                    <a:pt x="0" y="4691"/>
                  </a:lnTo>
                  <a:lnTo>
                    <a:pt x="525" y="2262"/>
                  </a:lnTo>
                  <a:lnTo>
                    <a:pt x="227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h922"/>
            <p:cNvSpPr/>
            <p:nvPr/>
          </p:nvSpPr>
          <p:spPr>
            <a:xfrm>
              <a:off x="2718807" y="3045529"/>
              <a:ext cx="1291" cy="3379"/>
            </a:xfrm>
            <a:custGeom>
              <a:avLst/>
              <a:pathLst>
                <a:path w="1291" h="3379">
                  <a:moveTo>
                    <a:pt x="0" y="1687"/>
                  </a:moveTo>
                  <a:lnTo>
                    <a:pt x="1291" y="0"/>
                  </a:lnTo>
                  <a:lnTo>
                    <a:pt x="1103" y="337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h923"/>
            <p:cNvSpPr/>
            <p:nvPr/>
          </p:nvSpPr>
          <p:spPr>
            <a:xfrm>
              <a:off x="2710368" y="3028803"/>
              <a:ext cx="16010" cy="14580"/>
            </a:xfrm>
            <a:custGeom>
              <a:avLst/>
              <a:pathLst>
                <a:path w="16010" h="14580">
                  <a:moveTo>
                    <a:pt x="11518" y="7966"/>
                  </a:moveTo>
                  <a:lnTo>
                    <a:pt x="12928" y="5608"/>
                  </a:lnTo>
                  <a:lnTo>
                    <a:pt x="14867" y="2136"/>
                  </a:lnTo>
                  <a:lnTo>
                    <a:pt x="16010" y="3287"/>
                  </a:lnTo>
                  <a:lnTo>
                    <a:pt x="13686" y="5760"/>
                  </a:lnTo>
                  <a:lnTo>
                    <a:pt x="12845" y="8445"/>
                  </a:lnTo>
                  <a:lnTo>
                    <a:pt x="10920" y="11231"/>
                  </a:lnTo>
                  <a:lnTo>
                    <a:pt x="13120" y="11412"/>
                  </a:lnTo>
                  <a:lnTo>
                    <a:pt x="12174" y="13877"/>
                  </a:lnTo>
                  <a:lnTo>
                    <a:pt x="9679" y="14580"/>
                  </a:lnTo>
                  <a:lnTo>
                    <a:pt x="9851" y="11970"/>
                  </a:lnTo>
                  <a:lnTo>
                    <a:pt x="0" y="6809"/>
                  </a:lnTo>
                  <a:lnTo>
                    <a:pt x="1180" y="2933"/>
                  </a:lnTo>
                  <a:lnTo>
                    <a:pt x="2525" y="0"/>
                  </a:lnTo>
                  <a:lnTo>
                    <a:pt x="11309" y="420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h924"/>
            <p:cNvSpPr/>
            <p:nvPr/>
          </p:nvSpPr>
          <p:spPr>
            <a:xfrm>
              <a:off x="2622516" y="3111292"/>
              <a:ext cx="9729" cy="4704"/>
            </a:xfrm>
            <a:custGeom>
              <a:avLst/>
              <a:pathLst>
                <a:path w="9729" h="4704">
                  <a:moveTo>
                    <a:pt x="1561" y="0"/>
                  </a:moveTo>
                  <a:lnTo>
                    <a:pt x="9729" y="774"/>
                  </a:lnTo>
                  <a:lnTo>
                    <a:pt x="9228" y="1687"/>
                  </a:lnTo>
                  <a:lnTo>
                    <a:pt x="8903" y="4704"/>
                  </a:lnTo>
                  <a:lnTo>
                    <a:pt x="0" y="289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h925"/>
            <p:cNvSpPr/>
            <p:nvPr/>
          </p:nvSpPr>
          <p:spPr>
            <a:xfrm>
              <a:off x="2617183" y="3043485"/>
              <a:ext cx="9682" cy="8453"/>
            </a:xfrm>
            <a:custGeom>
              <a:avLst/>
              <a:pathLst>
                <a:path w="9682" h="8453">
                  <a:moveTo>
                    <a:pt x="9682" y="4231"/>
                  </a:moveTo>
                  <a:lnTo>
                    <a:pt x="8547" y="8453"/>
                  </a:lnTo>
                  <a:lnTo>
                    <a:pt x="2661" y="5088"/>
                  </a:lnTo>
                  <a:lnTo>
                    <a:pt x="0" y="1791"/>
                  </a:lnTo>
                  <a:lnTo>
                    <a:pt x="512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h926"/>
            <p:cNvSpPr/>
            <p:nvPr/>
          </p:nvSpPr>
          <p:spPr>
            <a:xfrm>
              <a:off x="2603663" y="3021788"/>
              <a:ext cx="28588" cy="21597"/>
            </a:xfrm>
            <a:custGeom>
              <a:avLst/>
              <a:pathLst>
                <a:path w="28588" h="21597">
                  <a:moveTo>
                    <a:pt x="18490" y="7449"/>
                  </a:moveTo>
                  <a:lnTo>
                    <a:pt x="16854" y="12007"/>
                  </a:lnTo>
                  <a:lnTo>
                    <a:pt x="20900" y="13793"/>
                  </a:lnTo>
                  <a:lnTo>
                    <a:pt x="22116" y="15210"/>
                  </a:lnTo>
                  <a:lnTo>
                    <a:pt x="22169" y="17303"/>
                  </a:lnTo>
                  <a:lnTo>
                    <a:pt x="28588" y="16374"/>
                  </a:lnTo>
                  <a:lnTo>
                    <a:pt x="25783" y="21194"/>
                  </a:lnTo>
                  <a:lnTo>
                    <a:pt x="21677" y="21597"/>
                  </a:lnTo>
                  <a:lnTo>
                    <a:pt x="14315" y="19716"/>
                  </a:lnTo>
                  <a:lnTo>
                    <a:pt x="11295" y="18376"/>
                  </a:lnTo>
                  <a:lnTo>
                    <a:pt x="9632" y="16994"/>
                  </a:lnTo>
                  <a:lnTo>
                    <a:pt x="9710" y="15780"/>
                  </a:lnTo>
                  <a:lnTo>
                    <a:pt x="7537" y="13000"/>
                  </a:lnTo>
                  <a:lnTo>
                    <a:pt x="5748" y="12311"/>
                  </a:lnTo>
                  <a:lnTo>
                    <a:pt x="5455" y="12890"/>
                  </a:lnTo>
                  <a:lnTo>
                    <a:pt x="4400" y="10103"/>
                  </a:lnTo>
                  <a:lnTo>
                    <a:pt x="811" y="7553"/>
                  </a:lnTo>
                  <a:lnTo>
                    <a:pt x="0" y="6079"/>
                  </a:lnTo>
                  <a:lnTo>
                    <a:pt x="488" y="1933"/>
                  </a:lnTo>
                  <a:lnTo>
                    <a:pt x="2624" y="798"/>
                  </a:lnTo>
                  <a:lnTo>
                    <a:pt x="8063" y="749"/>
                  </a:lnTo>
                  <a:lnTo>
                    <a:pt x="9624" y="0"/>
                  </a:lnTo>
                  <a:lnTo>
                    <a:pt x="13858" y="283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h927"/>
            <p:cNvSpPr/>
            <p:nvPr/>
          </p:nvSpPr>
          <p:spPr>
            <a:xfrm>
              <a:off x="2617485" y="3064572"/>
              <a:ext cx="24990" cy="18060"/>
            </a:xfrm>
            <a:custGeom>
              <a:avLst/>
              <a:pathLst>
                <a:path w="24990" h="18060">
                  <a:moveTo>
                    <a:pt x="20801" y="19"/>
                  </a:moveTo>
                  <a:lnTo>
                    <a:pt x="24990" y="3013"/>
                  </a:lnTo>
                  <a:lnTo>
                    <a:pt x="20008" y="9378"/>
                  </a:lnTo>
                  <a:lnTo>
                    <a:pt x="9792" y="15395"/>
                  </a:lnTo>
                  <a:lnTo>
                    <a:pt x="8971" y="15471"/>
                  </a:lnTo>
                  <a:lnTo>
                    <a:pt x="7566" y="18060"/>
                  </a:lnTo>
                  <a:lnTo>
                    <a:pt x="3938" y="15987"/>
                  </a:lnTo>
                  <a:lnTo>
                    <a:pt x="3011" y="17605"/>
                  </a:lnTo>
                  <a:lnTo>
                    <a:pt x="2128" y="17455"/>
                  </a:lnTo>
                  <a:lnTo>
                    <a:pt x="0" y="14756"/>
                  </a:lnTo>
                  <a:lnTo>
                    <a:pt x="1770" y="12315"/>
                  </a:lnTo>
                  <a:lnTo>
                    <a:pt x="3797" y="13952"/>
                  </a:lnTo>
                  <a:lnTo>
                    <a:pt x="8435" y="15064"/>
                  </a:lnTo>
                  <a:lnTo>
                    <a:pt x="9547" y="14673"/>
                  </a:lnTo>
                  <a:lnTo>
                    <a:pt x="8933" y="12845"/>
                  </a:lnTo>
                  <a:lnTo>
                    <a:pt x="7874" y="12983"/>
                  </a:lnTo>
                  <a:lnTo>
                    <a:pt x="9872" y="5347"/>
                  </a:lnTo>
                  <a:lnTo>
                    <a:pt x="14160" y="1732"/>
                  </a:lnTo>
                  <a:lnTo>
                    <a:pt x="190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h928"/>
            <p:cNvSpPr/>
            <p:nvPr/>
          </p:nvSpPr>
          <p:spPr>
            <a:xfrm>
              <a:off x="2629384" y="3147310"/>
              <a:ext cx="4697" cy="8285"/>
            </a:xfrm>
            <a:custGeom>
              <a:avLst/>
              <a:pathLst>
                <a:path w="4697" h="8285">
                  <a:moveTo>
                    <a:pt x="4697" y="8285"/>
                  </a:moveTo>
                  <a:lnTo>
                    <a:pt x="0" y="3572"/>
                  </a:lnTo>
                  <a:lnTo>
                    <a:pt x="684" y="0"/>
                  </a:lnTo>
                  <a:lnTo>
                    <a:pt x="4573" y="441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h929"/>
            <p:cNvSpPr/>
            <p:nvPr/>
          </p:nvSpPr>
          <p:spPr>
            <a:xfrm>
              <a:off x="2619034" y="3126758"/>
              <a:ext cx="18377" cy="19730"/>
            </a:xfrm>
            <a:custGeom>
              <a:avLst/>
              <a:pathLst>
                <a:path w="18377" h="19730">
                  <a:moveTo>
                    <a:pt x="5185" y="2950"/>
                  </a:moveTo>
                  <a:lnTo>
                    <a:pt x="9191" y="3797"/>
                  </a:lnTo>
                  <a:lnTo>
                    <a:pt x="9767" y="3734"/>
                  </a:lnTo>
                  <a:lnTo>
                    <a:pt x="10063" y="2078"/>
                  </a:lnTo>
                  <a:lnTo>
                    <a:pt x="11686" y="2697"/>
                  </a:lnTo>
                  <a:lnTo>
                    <a:pt x="18028" y="676"/>
                  </a:lnTo>
                  <a:lnTo>
                    <a:pt x="18377" y="855"/>
                  </a:lnTo>
                  <a:lnTo>
                    <a:pt x="15099" y="12470"/>
                  </a:lnTo>
                  <a:lnTo>
                    <a:pt x="12839" y="14791"/>
                  </a:lnTo>
                  <a:lnTo>
                    <a:pt x="11365" y="19730"/>
                  </a:lnTo>
                  <a:lnTo>
                    <a:pt x="9886" y="17030"/>
                  </a:lnTo>
                  <a:lnTo>
                    <a:pt x="5724" y="15368"/>
                  </a:lnTo>
                  <a:lnTo>
                    <a:pt x="1953" y="15936"/>
                  </a:lnTo>
                  <a:lnTo>
                    <a:pt x="1834" y="12908"/>
                  </a:lnTo>
                  <a:lnTo>
                    <a:pt x="85" y="7517"/>
                  </a:lnTo>
                  <a:lnTo>
                    <a:pt x="0" y="1210"/>
                  </a:lnTo>
                  <a:lnTo>
                    <a:pt x="1584" y="52"/>
                  </a:lnTo>
                  <a:lnTo>
                    <a:pt x="432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h930"/>
            <p:cNvSpPr/>
            <p:nvPr/>
          </p:nvSpPr>
          <p:spPr>
            <a:xfrm>
              <a:off x="2698792" y="3079169"/>
              <a:ext cx="11669" cy="7508"/>
            </a:xfrm>
            <a:custGeom>
              <a:avLst/>
              <a:pathLst>
                <a:path w="11669" h="7508">
                  <a:moveTo>
                    <a:pt x="11669" y="2089"/>
                  </a:moveTo>
                  <a:lnTo>
                    <a:pt x="11505" y="4218"/>
                  </a:lnTo>
                  <a:lnTo>
                    <a:pt x="5068" y="7508"/>
                  </a:lnTo>
                  <a:lnTo>
                    <a:pt x="2272" y="7060"/>
                  </a:lnTo>
                  <a:lnTo>
                    <a:pt x="0" y="3101"/>
                  </a:lnTo>
                  <a:lnTo>
                    <a:pt x="3224" y="2281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h931"/>
            <p:cNvSpPr/>
            <p:nvPr/>
          </p:nvSpPr>
          <p:spPr>
            <a:xfrm>
              <a:off x="2526439" y="3103003"/>
              <a:ext cx="21315" cy="11624"/>
            </a:xfrm>
            <a:custGeom>
              <a:avLst/>
              <a:pathLst>
                <a:path w="21315" h="11624">
                  <a:moveTo>
                    <a:pt x="12479" y="2057"/>
                  </a:moveTo>
                  <a:lnTo>
                    <a:pt x="14562" y="3968"/>
                  </a:lnTo>
                  <a:lnTo>
                    <a:pt x="16807" y="4190"/>
                  </a:lnTo>
                  <a:lnTo>
                    <a:pt x="15892" y="5644"/>
                  </a:lnTo>
                  <a:lnTo>
                    <a:pt x="19278" y="7208"/>
                  </a:lnTo>
                  <a:lnTo>
                    <a:pt x="20973" y="9113"/>
                  </a:lnTo>
                  <a:lnTo>
                    <a:pt x="21315" y="11034"/>
                  </a:lnTo>
                  <a:lnTo>
                    <a:pt x="12154" y="11624"/>
                  </a:lnTo>
                  <a:lnTo>
                    <a:pt x="5311" y="9551"/>
                  </a:lnTo>
                  <a:lnTo>
                    <a:pt x="2095" y="9965"/>
                  </a:lnTo>
                  <a:lnTo>
                    <a:pt x="0" y="7837"/>
                  </a:lnTo>
                  <a:lnTo>
                    <a:pt x="603" y="5045"/>
                  </a:lnTo>
                  <a:lnTo>
                    <a:pt x="4968" y="439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h932"/>
            <p:cNvSpPr/>
            <p:nvPr/>
          </p:nvSpPr>
          <p:spPr>
            <a:xfrm>
              <a:off x="2541824" y="3068346"/>
              <a:ext cx="31657" cy="25456"/>
            </a:xfrm>
            <a:custGeom>
              <a:avLst/>
              <a:pathLst>
                <a:path w="31657" h="25456">
                  <a:moveTo>
                    <a:pt x="12376" y="702"/>
                  </a:moveTo>
                  <a:lnTo>
                    <a:pt x="13174" y="3704"/>
                  </a:lnTo>
                  <a:lnTo>
                    <a:pt x="20045" y="5687"/>
                  </a:lnTo>
                  <a:lnTo>
                    <a:pt x="23406" y="5820"/>
                  </a:lnTo>
                  <a:lnTo>
                    <a:pt x="26838" y="14402"/>
                  </a:lnTo>
                  <a:lnTo>
                    <a:pt x="31657" y="20915"/>
                  </a:lnTo>
                  <a:lnTo>
                    <a:pt x="31044" y="23170"/>
                  </a:lnTo>
                  <a:lnTo>
                    <a:pt x="30071" y="25301"/>
                  </a:lnTo>
                  <a:lnTo>
                    <a:pt x="27569" y="22864"/>
                  </a:lnTo>
                  <a:lnTo>
                    <a:pt x="25299" y="22066"/>
                  </a:lnTo>
                  <a:lnTo>
                    <a:pt x="24681" y="24225"/>
                  </a:lnTo>
                  <a:lnTo>
                    <a:pt x="22880" y="23766"/>
                  </a:lnTo>
                  <a:lnTo>
                    <a:pt x="21196" y="21327"/>
                  </a:lnTo>
                  <a:lnTo>
                    <a:pt x="17909" y="19495"/>
                  </a:lnTo>
                  <a:lnTo>
                    <a:pt x="12105" y="18670"/>
                  </a:lnTo>
                  <a:lnTo>
                    <a:pt x="9399" y="21479"/>
                  </a:lnTo>
                  <a:lnTo>
                    <a:pt x="9262" y="24909"/>
                  </a:lnTo>
                  <a:lnTo>
                    <a:pt x="2376" y="25456"/>
                  </a:lnTo>
                  <a:lnTo>
                    <a:pt x="3319" y="22864"/>
                  </a:lnTo>
                  <a:lnTo>
                    <a:pt x="0" y="14491"/>
                  </a:lnTo>
                  <a:lnTo>
                    <a:pt x="1797" y="11785"/>
                  </a:lnTo>
                  <a:lnTo>
                    <a:pt x="4456" y="10452"/>
                  </a:lnTo>
                  <a:lnTo>
                    <a:pt x="7658" y="6963"/>
                  </a:lnTo>
                  <a:lnTo>
                    <a:pt x="5579" y="4957"/>
                  </a:lnTo>
                  <a:lnTo>
                    <a:pt x="6188" y="14"/>
                  </a:lnTo>
                  <a:lnTo>
                    <a:pt x="908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h933"/>
            <p:cNvSpPr/>
            <p:nvPr/>
          </p:nvSpPr>
          <p:spPr>
            <a:xfrm>
              <a:off x="2617183" y="3017308"/>
              <a:ext cx="32956" cy="33774"/>
            </a:xfrm>
            <a:custGeom>
              <a:avLst/>
              <a:pathLst>
                <a:path w="32956" h="33774">
                  <a:moveTo>
                    <a:pt x="27779" y="2632"/>
                  </a:moveTo>
                  <a:lnTo>
                    <a:pt x="30640" y="1348"/>
                  </a:lnTo>
                  <a:lnTo>
                    <a:pt x="32956" y="2405"/>
                  </a:lnTo>
                  <a:lnTo>
                    <a:pt x="31370" y="7802"/>
                  </a:lnTo>
                  <a:lnTo>
                    <a:pt x="31324" y="12170"/>
                  </a:lnTo>
                  <a:lnTo>
                    <a:pt x="28373" y="16389"/>
                  </a:lnTo>
                  <a:lnTo>
                    <a:pt x="27534" y="22383"/>
                  </a:lnTo>
                  <a:lnTo>
                    <a:pt x="26944" y="28814"/>
                  </a:lnTo>
                  <a:lnTo>
                    <a:pt x="23683" y="28281"/>
                  </a:lnTo>
                  <a:lnTo>
                    <a:pt x="22874" y="33573"/>
                  </a:lnTo>
                  <a:lnTo>
                    <a:pt x="14705" y="33774"/>
                  </a:lnTo>
                  <a:lnTo>
                    <a:pt x="9682" y="30409"/>
                  </a:lnTo>
                  <a:lnTo>
                    <a:pt x="5121" y="26177"/>
                  </a:lnTo>
                  <a:lnTo>
                    <a:pt x="0" y="27968"/>
                  </a:lnTo>
                  <a:lnTo>
                    <a:pt x="795" y="24196"/>
                  </a:lnTo>
                  <a:lnTo>
                    <a:pt x="8157" y="26077"/>
                  </a:lnTo>
                  <a:lnTo>
                    <a:pt x="12263" y="25674"/>
                  </a:lnTo>
                  <a:lnTo>
                    <a:pt x="15067" y="20855"/>
                  </a:lnTo>
                  <a:lnTo>
                    <a:pt x="8649" y="21783"/>
                  </a:lnTo>
                  <a:lnTo>
                    <a:pt x="8596" y="19690"/>
                  </a:lnTo>
                  <a:lnTo>
                    <a:pt x="7380" y="18274"/>
                  </a:lnTo>
                  <a:lnTo>
                    <a:pt x="13214" y="15308"/>
                  </a:lnTo>
                  <a:lnTo>
                    <a:pt x="15723" y="16051"/>
                  </a:lnTo>
                  <a:lnTo>
                    <a:pt x="16438" y="17934"/>
                  </a:lnTo>
                  <a:lnTo>
                    <a:pt x="18435" y="18214"/>
                  </a:lnTo>
                  <a:lnTo>
                    <a:pt x="20728" y="9893"/>
                  </a:lnTo>
                  <a:lnTo>
                    <a:pt x="22501" y="6266"/>
                  </a:lnTo>
                  <a:lnTo>
                    <a:pt x="27094" y="3888"/>
                  </a:lnTo>
                  <a:lnTo>
                    <a:pt x="2585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h934"/>
            <p:cNvSpPr/>
            <p:nvPr/>
          </p:nvSpPr>
          <p:spPr>
            <a:xfrm>
              <a:off x="2670889" y="3026504"/>
              <a:ext cx="8607" cy="9903"/>
            </a:xfrm>
            <a:custGeom>
              <a:avLst/>
              <a:pathLst>
                <a:path w="8607" h="9903">
                  <a:moveTo>
                    <a:pt x="8607" y="3931"/>
                  </a:moveTo>
                  <a:lnTo>
                    <a:pt x="7305" y="3949"/>
                  </a:lnTo>
                  <a:lnTo>
                    <a:pt x="6512" y="9903"/>
                  </a:lnTo>
                  <a:lnTo>
                    <a:pt x="5248" y="9724"/>
                  </a:lnTo>
                  <a:lnTo>
                    <a:pt x="1002" y="6469"/>
                  </a:lnTo>
                  <a:lnTo>
                    <a:pt x="0" y="5864"/>
                  </a:lnTo>
                  <a:lnTo>
                    <a:pt x="3336" y="405"/>
                  </a:lnTo>
                  <a:lnTo>
                    <a:pt x="789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h935"/>
            <p:cNvSpPr/>
            <p:nvPr/>
          </p:nvSpPr>
          <p:spPr>
            <a:xfrm>
              <a:off x="2602228" y="3123728"/>
              <a:ext cx="20963" cy="32351"/>
            </a:xfrm>
            <a:custGeom>
              <a:avLst/>
              <a:pathLst>
                <a:path w="20963" h="32351">
                  <a:moveTo>
                    <a:pt x="4943" y="216"/>
                  </a:moveTo>
                  <a:lnTo>
                    <a:pt x="6983" y="1463"/>
                  </a:lnTo>
                  <a:lnTo>
                    <a:pt x="14511" y="744"/>
                  </a:lnTo>
                  <a:lnTo>
                    <a:pt x="14655" y="4387"/>
                  </a:lnTo>
                  <a:lnTo>
                    <a:pt x="16806" y="4240"/>
                  </a:lnTo>
                  <a:lnTo>
                    <a:pt x="16891" y="10546"/>
                  </a:lnTo>
                  <a:lnTo>
                    <a:pt x="18640" y="15938"/>
                  </a:lnTo>
                  <a:lnTo>
                    <a:pt x="18759" y="18966"/>
                  </a:lnTo>
                  <a:lnTo>
                    <a:pt x="20963" y="28626"/>
                  </a:lnTo>
                  <a:lnTo>
                    <a:pt x="20877" y="32351"/>
                  </a:lnTo>
                  <a:lnTo>
                    <a:pt x="19424" y="30419"/>
                  </a:lnTo>
                  <a:lnTo>
                    <a:pt x="18361" y="26617"/>
                  </a:lnTo>
                  <a:lnTo>
                    <a:pt x="14899" y="22375"/>
                  </a:lnTo>
                  <a:lnTo>
                    <a:pt x="12950" y="20934"/>
                  </a:lnTo>
                  <a:lnTo>
                    <a:pt x="8043" y="19850"/>
                  </a:lnTo>
                  <a:lnTo>
                    <a:pt x="6817" y="21677"/>
                  </a:lnTo>
                  <a:lnTo>
                    <a:pt x="5215" y="17903"/>
                  </a:lnTo>
                  <a:lnTo>
                    <a:pt x="5462" y="15432"/>
                  </a:lnTo>
                  <a:lnTo>
                    <a:pt x="3419" y="10855"/>
                  </a:lnTo>
                  <a:lnTo>
                    <a:pt x="999" y="8331"/>
                  </a:lnTo>
                  <a:lnTo>
                    <a:pt x="0" y="4965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h936"/>
            <p:cNvSpPr/>
            <p:nvPr/>
          </p:nvSpPr>
          <p:spPr>
            <a:xfrm>
              <a:off x="2632732" y="3109224"/>
              <a:ext cx="5701" cy="2831"/>
            </a:xfrm>
            <a:custGeom>
              <a:avLst/>
              <a:pathLst>
                <a:path w="5701" h="2831">
                  <a:moveTo>
                    <a:pt x="4790" y="2831"/>
                  </a:moveTo>
                  <a:lnTo>
                    <a:pt x="0" y="1658"/>
                  </a:lnTo>
                  <a:lnTo>
                    <a:pt x="1276" y="615"/>
                  </a:lnTo>
                  <a:lnTo>
                    <a:pt x="570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h937"/>
            <p:cNvSpPr/>
            <p:nvPr/>
          </p:nvSpPr>
          <p:spPr>
            <a:xfrm>
              <a:off x="2497501" y="3123477"/>
              <a:ext cx="46971" cy="33047"/>
            </a:xfrm>
            <a:custGeom>
              <a:avLst/>
              <a:pathLst>
                <a:path w="46971" h="33047">
                  <a:moveTo>
                    <a:pt x="31096" y="361"/>
                  </a:moveTo>
                  <a:lnTo>
                    <a:pt x="34165" y="1742"/>
                  </a:lnTo>
                  <a:lnTo>
                    <a:pt x="35839" y="4730"/>
                  </a:lnTo>
                  <a:lnTo>
                    <a:pt x="38418" y="4268"/>
                  </a:lnTo>
                  <a:lnTo>
                    <a:pt x="40761" y="7630"/>
                  </a:lnTo>
                  <a:lnTo>
                    <a:pt x="42052" y="8991"/>
                  </a:lnTo>
                  <a:lnTo>
                    <a:pt x="44211" y="9700"/>
                  </a:lnTo>
                  <a:lnTo>
                    <a:pt x="46971" y="14432"/>
                  </a:lnTo>
                  <a:lnTo>
                    <a:pt x="45986" y="23963"/>
                  </a:lnTo>
                  <a:lnTo>
                    <a:pt x="44040" y="28555"/>
                  </a:lnTo>
                  <a:lnTo>
                    <a:pt x="42564" y="29874"/>
                  </a:lnTo>
                  <a:lnTo>
                    <a:pt x="39230" y="30566"/>
                  </a:lnTo>
                  <a:lnTo>
                    <a:pt x="37309" y="29675"/>
                  </a:lnTo>
                  <a:lnTo>
                    <a:pt x="36417" y="27993"/>
                  </a:lnTo>
                  <a:lnTo>
                    <a:pt x="29724" y="26126"/>
                  </a:lnTo>
                  <a:lnTo>
                    <a:pt x="26822" y="32568"/>
                  </a:lnTo>
                  <a:lnTo>
                    <a:pt x="23482" y="33047"/>
                  </a:lnTo>
                  <a:lnTo>
                    <a:pt x="15992" y="29727"/>
                  </a:lnTo>
                  <a:lnTo>
                    <a:pt x="10745" y="29855"/>
                  </a:lnTo>
                  <a:lnTo>
                    <a:pt x="9365" y="30508"/>
                  </a:lnTo>
                  <a:lnTo>
                    <a:pt x="9459" y="31548"/>
                  </a:lnTo>
                  <a:lnTo>
                    <a:pt x="3485" y="28642"/>
                  </a:lnTo>
                  <a:lnTo>
                    <a:pt x="0" y="24955"/>
                  </a:lnTo>
                  <a:lnTo>
                    <a:pt x="7842" y="17088"/>
                  </a:lnTo>
                  <a:lnTo>
                    <a:pt x="9722" y="13188"/>
                  </a:lnTo>
                  <a:lnTo>
                    <a:pt x="10522" y="8670"/>
                  </a:lnTo>
                  <a:lnTo>
                    <a:pt x="16555" y="5758"/>
                  </a:lnTo>
                  <a:lnTo>
                    <a:pt x="18967" y="5703"/>
                  </a:lnTo>
                  <a:lnTo>
                    <a:pt x="24610" y="1373"/>
                  </a:lnTo>
                  <a:lnTo>
                    <a:pt x="2525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h938"/>
            <p:cNvSpPr/>
            <p:nvPr/>
          </p:nvSpPr>
          <p:spPr>
            <a:xfrm>
              <a:off x="2693878" y="3057001"/>
              <a:ext cx="46784" cy="21032"/>
            </a:xfrm>
            <a:custGeom>
              <a:avLst/>
              <a:pathLst>
                <a:path w="46784" h="21032">
                  <a:moveTo>
                    <a:pt x="28899" y="604"/>
                  </a:moveTo>
                  <a:lnTo>
                    <a:pt x="31923" y="2712"/>
                  </a:lnTo>
                  <a:lnTo>
                    <a:pt x="37433" y="4684"/>
                  </a:lnTo>
                  <a:lnTo>
                    <a:pt x="44952" y="11336"/>
                  </a:lnTo>
                  <a:lnTo>
                    <a:pt x="46784" y="11420"/>
                  </a:lnTo>
                  <a:lnTo>
                    <a:pt x="45787" y="12480"/>
                  </a:lnTo>
                  <a:lnTo>
                    <a:pt x="46481" y="16679"/>
                  </a:lnTo>
                  <a:lnTo>
                    <a:pt x="45779" y="19712"/>
                  </a:lnTo>
                  <a:lnTo>
                    <a:pt x="46508" y="20472"/>
                  </a:lnTo>
                  <a:lnTo>
                    <a:pt x="39516" y="18729"/>
                  </a:lnTo>
                  <a:lnTo>
                    <a:pt x="37972" y="20246"/>
                  </a:lnTo>
                  <a:lnTo>
                    <a:pt x="34919" y="21032"/>
                  </a:lnTo>
                  <a:lnTo>
                    <a:pt x="31390" y="19327"/>
                  </a:lnTo>
                  <a:lnTo>
                    <a:pt x="28797" y="19832"/>
                  </a:lnTo>
                  <a:lnTo>
                    <a:pt x="13148" y="17182"/>
                  </a:lnTo>
                  <a:lnTo>
                    <a:pt x="12967" y="15269"/>
                  </a:lnTo>
                  <a:lnTo>
                    <a:pt x="11076" y="12536"/>
                  </a:lnTo>
                  <a:lnTo>
                    <a:pt x="6371" y="14193"/>
                  </a:lnTo>
                  <a:lnTo>
                    <a:pt x="4932" y="17596"/>
                  </a:lnTo>
                  <a:lnTo>
                    <a:pt x="366" y="16548"/>
                  </a:lnTo>
                  <a:lnTo>
                    <a:pt x="0" y="10011"/>
                  </a:lnTo>
                  <a:lnTo>
                    <a:pt x="1757" y="9215"/>
                  </a:lnTo>
                  <a:lnTo>
                    <a:pt x="9280" y="6135"/>
                  </a:lnTo>
                  <a:lnTo>
                    <a:pt x="14593" y="2782"/>
                  </a:lnTo>
                  <a:lnTo>
                    <a:pt x="16775" y="2784"/>
                  </a:lnTo>
                  <a:lnTo>
                    <a:pt x="17887" y="2877"/>
                  </a:lnTo>
                  <a:lnTo>
                    <a:pt x="20260" y="379"/>
                  </a:lnTo>
                  <a:lnTo>
                    <a:pt x="22460" y="518"/>
                  </a:lnTo>
                  <a:lnTo>
                    <a:pt x="239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h939"/>
            <p:cNvSpPr/>
            <p:nvPr/>
          </p:nvSpPr>
          <p:spPr>
            <a:xfrm>
              <a:off x="2631819" y="3038915"/>
              <a:ext cx="32223" cy="18576"/>
            </a:xfrm>
            <a:custGeom>
              <a:avLst/>
              <a:pathLst>
                <a:path w="32223" h="18576">
                  <a:moveTo>
                    <a:pt x="20508" y="0"/>
                  </a:moveTo>
                  <a:lnTo>
                    <a:pt x="24786" y="4322"/>
                  </a:lnTo>
                  <a:lnTo>
                    <a:pt x="25147" y="5834"/>
                  </a:lnTo>
                  <a:lnTo>
                    <a:pt x="30537" y="5328"/>
                  </a:lnTo>
                  <a:lnTo>
                    <a:pt x="29206" y="7807"/>
                  </a:lnTo>
                  <a:lnTo>
                    <a:pt x="30914" y="11661"/>
                  </a:lnTo>
                  <a:lnTo>
                    <a:pt x="32223" y="12544"/>
                  </a:lnTo>
                  <a:lnTo>
                    <a:pt x="29268" y="15927"/>
                  </a:lnTo>
                  <a:lnTo>
                    <a:pt x="25501" y="14283"/>
                  </a:lnTo>
                  <a:lnTo>
                    <a:pt x="23775" y="16388"/>
                  </a:lnTo>
                  <a:lnTo>
                    <a:pt x="20995" y="15810"/>
                  </a:lnTo>
                  <a:lnTo>
                    <a:pt x="7229" y="18576"/>
                  </a:lnTo>
                  <a:lnTo>
                    <a:pt x="1169" y="17539"/>
                  </a:lnTo>
                  <a:lnTo>
                    <a:pt x="0" y="16480"/>
                  </a:lnTo>
                  <a:lnTo>
                    <a:pt x="69" y="12167"/>
                  </a:lnTo>
                  <a:lnTo>
                    <a:pt x="8238" y="11966"/>
                  </a:lnTo>
                  <a:lnTo>
                    <a:pt x="9047" y="6673"/>
                  </a:lnTo>
                  <a:lnTo>
                    <a:pt x="12308" y="7207"/>
                  </a:lnTo>
                  <a:lnTo>
                    <a:pt x="12898" y="776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h940"/>
            <p:cNvSpPr/>
            <p:nvPr/>
          </p:nvSpPr>
          <p:spPr>
            <a:xfrm>
              <a:off x="2701022" y="3086230"/>
              <a:ext cx="8132" cy="14630"/>
            </a:xfrm>
            <a:custGeom>
              <a:avLst/>
              <a:pathLst>
                <a:path w="8132" h="14630">
                  <a:moveTo>
                    <a:pt x="2839" y="447"/>
                  </a:moveTo>
                  <a:lnTo>
                    <a:pt x="8132" y="5968"/>
                  </a:lnTo>
                  <a:lnTo>
                    <a:pt x="6091" y="9006"/>
                  </a:lnTo>
                  <a:lnTo>
                    <a:pt x="6572" y="11843"/>
                  </a:lnTo>
                  <a:lnTo>
                    <a:pt x="3912" y="14630"/>
                  </a:lnTo>
                  <a:lnTo>
                    <a:pt x="1048" y="13737"/>
                  </a:lnTo>
                  <a:lnTo>
                    <a:pt x="0" y="11015"/>
                  </a:lnTo>
                  <a:lnTo>
                    <a:pt x="1803" y="149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h941"/>
            <p:cNvSpPr/>
            <p:nvPr/>
          </p:nvSpPr>
          <p:spPr>
            <a:xfrm>
              <a:off x="2687989" y="3042643"/>
              <a:ext cx="1210" cy="1837"/>
            </a:xfrm>
            <a:custGeom>
              <a:avLst/>
              <a:pathLst>
                <a:path w="1210" h="1837">
                  <a:moveTo>
                    <a:pt x="452" y="0"/>
                  </a:moveTo>
                  <a:lnTo>
                    <a:pt x="1210" y="1555"/>
                  </a:lnTo>
                  <a:lnTo>
                    <a:pt x="0" y="183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h942"/>
            <p:cNvSpPr/>
            <p:nvPr/>
          </p:nvSpPr>
          <p:spPr>
            <a:xfrm>
              <a:off x="2683974" y="3030691"/>
              <a:ext cx="2746" cy="2255"/>
            </a:xfrm>
            <a:custGeom>
              <a:avLst/>
              <a:pathLst>
                <a:path w="2746" h="2255">
                  <a:moveTo>
                    <a:pt x="414" y="0"/>
                  </a:moveTo>
                  <a:lnTo>
                    <a:pt x="2746" y="463"/>
                  </a:lnTo>
                  <a:lnTo>
                    <a:pt x="2190" y="2255"/>
                  </a:lnTo>
                  <a:lnTo>
                    <a:pt x="0" y="220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h943"/>
            <p:cNvSpPr/>
            <p:nvPr/>
          </p:nvSpPr>
          <p:spPr>
            <a:xfrm>
              <a:off x="2542331" y="3094873"/>
              <a:ext cx="36345" cy="27252"/>
            </a:xfrm>
            <a:custGeom>
              <a:avLst/>
              <a:pathLst>
                <a:path w="36345" h="27252">
                  <a:moveTo>
                    <a:pt x="11990" y="0"/>
                  </a:moveTo>
                  <a:lnTo>
                    <a:pt x="17388" y="1199"/>
                  </a:lnTo>
                  <a:lnTo>
                    <a:pt x="21305" y="6342"/>
                  </a:lnTo>
                  <a:lnTo>
                    <a:pt x="19594" y="7322"/>
                  </a:lnTo>
                  <a:lnTo>
                    <a:pt x="22124" y="7993"/>
                  </a:lnTo>
                  <a:lnTo>
                    <a:pt x="23304" y="9507"/>
                  </a:lnTo>
                  <a:lnTo>
                    <a:pt x="24491" y="14422"/>
                  </a:lnTo>
                  <a:lnTo>
                    <a:pt x="34900" y="13301"/>
                  </a:lnTo>
                  <a:lnTo>
                    <a:pt x="36345" y="14724"/>
                  </a:lnTo>
                  <a:lnTo>
                    <a:pt x="34432" y="19143"/>
                  </a:lnTo>
                  <a:lnTo>
                    <a:pt x="32518" y="21564"/>
                  </a:lnTo>
                  <a:lnTo>
                    <a:pt x="30579" y="22879"/>
                  </a:lnTo>
                  <a:lnTo>
                    <a:pt x="28022" y="21881"/>
                  </a:lnTo>
                  <a:lnTo>
                    <a:pt x="24127" y="21599"/>
                  </a:lnTo>
                  <a:lnTo>
                    <a:pt x="23921" y="27252"/>
                  </a:lnTo>
                  <a:lnTo>
                    <a:pt x="10905" y="26317"/>
                  </a:lnTo>
                  <a:lnTo>
                    <a:pt x="7771" y="25341"/>
                  </a:lnTo>
                  <a:lnTo>
                    <a:pt x="4576" y="22705"/>
                  </a:lnTo>
                  <a:lnTo>
                    <a:pt x="5423" y="19165"/>
                  </a:lnTo>
                  <a:lnTo>
                    <a:pt x="5080" y="17243"/>
                  </a:lnTo>
                  <a:lnTo>
                    <a:pt x="3386" y="15339"/>
                  </a:lnTo>
                  <a:lnTo>
                    <a:pt x="0" y="13775"/>
                  </a:lnTo>
                  <a:lnTo>
                    <a:pt x="915" y="12321"/>
                  </a:lnTo>
                  <a:lnTo>
                    <a:pt x="2330" y="9567"/>
                  </a:lnTo>
                  <a:lnTo>
                    <a:pt x="2446" y="6743"/>
                  </a:lnTo>
                  <a:lnTo>
                    <a:pt x="1338" y="6789"/>
                  </a:lnTo>
                  <a:lnTo>
                    <a:pt x="1621" y="5377"/>
                  </a:lnTo>
                  <a:lnTo>
                    <a:pt x="3689" y="3693"/>
                  </a:lnTo>
                  <a:lnTo>
                    <a:pt x="5606" y="1392"/>
                  </a:lnTo>
                  <a:lnTo>
                    <a:pt x="7764" y="1139"/>
                  </a:lnTo>
                  <a:lnTo>
                    <a:pt x="7845" y="5855"/>
                  </a:lnTo>
                  <a:lnTo>
                    <a:pt x="9559" y="7470"/>
                  </a:lnTo>
                  <a:lnTo>
                    <a:pt x="10352" y="6428"/>
                  </a:lnTo>
                  <a:lnTo>
                    <a:pt x="9513" y="3652"/>
                  </a:lnTo>
                  <a:lnTo>
                    <a:pt x="9750" y="37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h944"/>
            <p:cNvSpPr/>
            <p:nvPr/>
          </p:nvSpPr>
          <p:spPr>
            <a:xfrm>
              <a:off x="2605031" y="2977593"/>
              <a:ext cx="37676" cy="42120"/>
            </a:xfrm>
            <a:custGeom>
              <a:avLst/>
              <a:pathLst>
                <a:path w="37676" h="42120">
                  <a:moveTo>
                    <a:pt x="9246" y="1085"/>
                  </a:moveTo>
                  <a:lnTo>
                    <a:pt x="12535" y="4103"/>
                  </a:lnTo>
                  <a:lnTo>
                    <a:pt x="16326" y="895"/>
                  </a:lnTo>
                  <a:lnTo>
                    <a:pt x="22419" y="1221"/>
                  </a:lnTo>
                  <a:lnTo>
                    <a:pt x="27125" y="0"/>
                  </a:lnTo>
                  <a:lnTo>
                    <a:pt x="28021" y="1903"/>
                  </a:lnTo>
                  <a:lnTo>
                    <a:pt x="30392" y="9116"/>
                  </a:lnTo>
                  <a:lnTo>
                    <a:pt x="23974" y="8000"/>
                  </a:lnTo>
                  <a:lnTo>
                    <a:pt x="17665" y="9430"/>
                  </a:lnTo>
                  <a:lnTo>
                    <a:pt x="18886" y="17479"/>
                  </a:lnTo>
                  <a:lnTo>
                    <a:pt x="21283" y="21418"/>
                  </a:lnTo>
                  <a:lnTo>
                    <a:pt x="25208" y="22614"/>
                  </a:lnTo>
                  <a:lnTo>
                    <a:pt x="27590" y="22108"/>
                  </a:lnTo>
                  <a:lnTo>
                    <a:pt x="35958" y="24770"/>
                  </a:lnTo>
                  <a:lnTo>
                    <a:pt x="32415" y="28849"/>
                  </a:lnTo>
                  <a:lnTo>
                    <a:pt x="31244" y="35332"/>
                  </a:lnTo>
                  <a:lnTo>
                    <a:pt x="37676" y="39143"/>
                  </a:lnTo>
                  <a:lnTo>
                    <a:pt x="35439" y="42120"/>
                  </a:lnTo>
                  <a:lnTo>
                    <a:pt x="34144" y="38987"/>
                  </a:lnTo>
                  <a:lnTo>
                    <a:pt x="28879" y="37183"/>
                  </a:lnTo>
                  <a:lnTo>
                    <a:pt x="23280" y="37467"/>
                  </a:lnTo>
                  <a:lnTo>
                    <a:pt x="21440" y="38558"/>
                  </a:lnTo>
                  <a:lnTo>
                    <a:pt x="14708" y="36497"/>
                  </a:lnTo>
                  <a:lnTo>
                    <a:pt x="11816" y="37332"/>
                  </a:lnTo>
                  <a:lnTo>
                    <a:pt x="10030" y="36855"/>
                  </a:lnTo>
                  <a:lnTo>
                    <a:pt x="10106" y="34732"/>
                  </a:lnTo>
                  <a:lnTo>
                    <a:pt x="11808" y="32188"/>
                  </a:lnTo>
                  <a:lnTo>
                    <a:pt x="10989" y="30843"/>
                  </a:lnTo>
                  <a:lnTo>
                    <a:pt x="5028" y="33302"/>
                  </a:lnTo>
                  <a:lnTo>
                    <a:pt x="0" y="33406"/>
                  </a:lnTo>
                  <a:lnTo>
                    <a:pt x="10" y="32084"/>
                  </a:lnTo>
                  <a:lnTo>
                    <a:pt x="7430" y="26409"/>
                  </a:lnTo>
                  <a:lnTo>
                    <a:pt x="4462" y="20503"/>
                  </a:lnTo>
                  <a:lnTo>
                    <a:pt x="4911" y="16865"/>
                  </a:lnTo>
                  <a:lnTo>
                    <a:pt x="7488" y="17267"/>
                  </a:lnTo>
                  <a:lnTo>
                    <a:pt x="7745" y="13072"/>
                  </a:lnTo>
                  <a:lnTo>
                    <a:pt x="1605" y="10807"/>
                  </a:lnTo>
                  <a:lnTo>
                    <a:pt x="1921" y="5245"/>
                  </a:lnTo>
                  <a:lnTo>
                    <a:pt x="2829" y="2962"/>
                  </a:lnTo>
                  <a:lnTo>
                    <a:pt x="3981" y="3497"/>
                  </a:lnTo>
                  <a:lnTo>
                    <a:pt x="4012" y="73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h945"/>
            <p:cNvSpPr/>
            <p:nvPr/>
          </p:nvSpPr>
          <p:spPr>
            <a:xfrm>
              <a:off x="2631419" y="3110883"/>
              <a:ext cx="6988" cy="9278"/>
            </a:xfrm>
            <a:custGeom>
              <a:avLst/>
              <a:pathLst>
                <a:path w="6988" h="9278">
                  <a:moveTo>
                    <a:pt x="1312" y="0"/>
                  </a:moveTo>
                  <a:lnTo>
                    <a:pt x="6103" y="1172"/>
                  </a:lnTo>
                  <a:lnTo>
                    <a:pt x="6988" y="9278"/>
                  </a:lnTo>
                  <a:lnTo>
                    <a:pt x="894" y="5109"/>
                  </a:lnTo>
                  <a:lnTo>
                    <a:pt x="0" y="5113"/>
                  </a:lnTo>
                  <a:lnTo>
                    <a:pt x="325" y="2096"/>
                  </a:lnTo>
                  <a:lnTo>
                    <a:pt x="754" y="210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h946"/>
            <p:cNvSpPr/>
            <p:nvPr/>
          </p:nvSpPr>
          <p:spPr>
            <a:xfrm>
              <a:off x="2627277" y="3067585"/>
              <a:ext cx="19413" cy="12382"/>
            </a:xfrm>
            <a:custGeom>
              <a:avLst/>
              <a:pathLst>
                <a:path w="19413" h="12382">
                  <a:moveTo>
                    <a:pt x="19413" y="5122"/>
                  </a:moveTo>
                  <a:lnTo>
                    <a:pt x="18792" y="7498"/>
                  </a:lnTo>
                  <a:lnTo>
                    <a:pt x="12556" y="8348"/>
                  </a:lnTo>
                  <a:lnTo>
                    <a:pt x="11295" y="10164"/>
                  </a:lnTo>
                  <a:lnTo>
                    <a:pt x="4000" y="12207"/>
                  </a:lnTo>
                  <a:lnTo>
                    <a:pt x="0" y="12382"/>
                  </a:lnTo>
                  <a:lnTo>
                    <a:pt x="10216" y="6365"/>
                  </a:lnTo>
                  <a:lnTo>
                    <a:pt x="1519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h947"/>
            <p:cNvSpPr/>
            <p:nvPr/>
          </p:nvSpPr>
          <p:spPr>
            <a:xfrm>
              <a:off x="2581135" y="3154878"/>
              <a:ext cx="34359" cy="31579"/>
            </a:xfrm>
            <a:custGeom>
              <a:avLst/>
              <a:pathLst>
                <a:path w="34359" h="31579">
                  <a:moveTo>
                    <a:pt x="19333" y="1791"/>
                  </a:moveTo>
                  <a:lnTo>
                    <a:pt x="25336" y="2206"/>
                  </a:lnTo>
                  <a:lnTo>
                    <a:pt x="29589" y="7634"/>
                  </a:lnTo>
                  <a:lnTo>
                    <a:pt x="34359" y="14826"/>
                  </a:lnTo>
                  <a:lnTo>
                    <a:pt x="33368" y="15034"/>
                  </a:lnTo>
                  <a:lnTo>
                    <a:pt x="30215" y="12078"/>
                  </a:lnTo>
                  <a:lnTo>
                    <a:pt x="25943" y="11829"/>
                  </a:lnTo>
                  <a:lnTo>
                    <a:pt x="20955" y="21034"/>
                  </a:lnTo>
                  <a:lnTo>
                    <a:pt x="20230" y="24760"/>
                  </a:lnTo>
                  <a:lnTo>
                    <a:pt x="19228" y="26050"/>
                  </a:lnTo>
                  <a:lnTo>
                    <a:pt x="17225" y="24819"/>
                  </a:lnTo>
                  <a:lnTo>
                    <a:pt x="12387" y="28431"/>
                  </a:lnTo>
                  <a:lnTo>
                    <a:pt x="6497" y="28841"/>
                  </a:lnTo>
                  <a:lnTo>
                    <a:pt x="688" y="31579"/>
                  </a:lnTo>
                  <a:lnTo>
                    <a:pt x="0" y="30031"/>
                  </a:lnTo>
                  <a:lnTo>
                    <a:pt x="2616" y="25843"/>
                  </a:lnTo>
                  <a:lnTo>
                    <a:pt x="7130" y="23570"/>
                  </a:lnTo>
                  <a:lnTo>
                    <a:pt x="5213" y="18099"/>
                  </a:lnTo>
                  <a:lnTo>
                    <a:pt x="5116" y="15678"/>
                  </a:lnTo>
                  <a:lnTo>
                    <a:pt x="9047" y="14970"/>
                  </a:lnTo>
                  <a:lnTo>
                    <a:pt x="14442" y="16819"/>
                  </a:lnTo>
                  <a:lnTo>
                    <a:pt x="14841" y="8812"/>
                  </a:lnTo>
                  <a:lnTo>
                    <a:pt x="13490" y="6922"/>
                  </a:lnTo>
                  <a:lnTo>
                    <a:pt x="12606" y="6950"/>
                  </a:lnTo>
                  <a:lnTo>
                    <a:pt x="10125" y="5951"/>
                  </a:lnTo>
                  <a:lnTo>
                    <a:pt x="1132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h948"/>
            <p:cNvSpPr/>
            <p:nvPr/>
          </p:nvSpPr>
          <p:spPr>
            <a:xfrm>
              <a:off x="2539763" y="3031017"/>
              <a:ext cx="32035" cy="38031"/>
            </a:xfrm>
            <a:custGeom>
              <a:avLst/>
              <a:pathLst>
                <a:path w="32035" h="38031">
                  <a:moveTo>
                    <a:pt x="22659" y="0"/>
                  </a:moveTo>
                  <a:lnTo>
                    <a:pt x="22915" y="1550"/>
                  </a:lnTo>
                  <a:lnTo>
                    <a:pt x="23859" y="23345"/>
                  </a:lnTo>
                  <a:lnTo>
                    <a:pt x="26821" y="25159"/>
                  </a:lnTo>
                  <a:lnTo>
                    <a:pt x="32035" y="25395"/>
                  </a:lnTo>
                  <a:lnTo>
                    <a:pt x="31348" y="28879"/>
                  </a:lnTo>
                  <a:lnTo>
                    <a:pt x="29228" y="29034"/>
                  </a:lnTo>
                  <a:lnTo>
                    <a:pt x="25960" y="32338"/>
                  </a:lnTo>
                  <a:lnTo>
                    <a:pt x="25133" y="35398"/>
                  </a:lnTo>
                  <a:lnTo>
                    <a:pt x="25841" y="35845"/>
                  </a:lnTo>
                  <a:lnTo>
                    <a:pt x="24362" y="37679"/>
                  </a:lnTo>
                  <a:lnTo>
                    <a:pt x="21403" y="37047"/>
                  </a:lnTo>
                  <a:lnTo>
                    <a:pt x="21840" y="34348"/>
                  </a:lnTo>
                  <a:lnTo>
                    <a:pt x="17847" y="32915"/>
                  </a:lnTo>
                  <a:lnTo>
                    <a:pt x="16829" y="33744"/>
                  </a:lnTo>
                  <a:lnTo>
                    <a:pt x="16791" y="36966"/>
                  </a:lnTo>
                  <a:lnTo>
                    <a:pt x="14437" y="38031"/>
                  </a:lnTo>
                  <a:lnTo>
                    <a:pt x="11146" y="37328"/>
                  </a:lnTo>
                  <a:lnTo>
                    <a:pt x="10241" y="36524"/>
                  </a:lnTo>
                  <a:lnTo>
                    <a:pt x="8751" y="32226"/>
                  </a:lnTo>
                  <a:lnTo>
                    <a:pt x="6444" y="29495"/>
                  </a:lnTo>
                  <a:lnTo>
                    <a:pt x="4835" y="28846"/>
                  </a:lnTo>
                  <a:lnTo>
                    <a:pt x="2361" y="23650"/>
                  </a:lnTo>
                  <a:lnTo>
                    <a:pt x="1660" y="20274"/>
                  </a:lnTo>
                  <a:lnTo>
                    <a:pt x="2230" y="18821"/>
                  </a:lnTo>
                  <a:lnTo>
                    <a:pt x="0" y="15248"/>
                  </a:lnTo>
                  <a:lnTo>
                    <a:pt x="759" y="10221"/>
                  </a:lnTo>
                  <a:lnTo>
                    <a:pt x="4338" y="8356"/>
                  </a:lnTo>
                  <a:lnTo>
                    <a:pt x="4362" y="9913"/>
                  </a:lnTo>
                  <a:lnTo>
                    <a:pt x="8991" y="9930"/>
                  </a:lnTo>
                  <a:lnTo>
                    <a:pt x="14210" y="6441"/>
                  </a:lnTo>
                  <a:lnTo>
                    <a:pt x="18226" y="6473"/>
                  </a:lnTo>
                  <a:lnTo>
                    <a:pt x="18240" y="4066"/>
                  </a:lnTo>
                  <a:lnTo>
                    <a:pt x="19049" y="308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h949"/>
            <p:cNvSpPr/>
            <p:nvPr/>
          </p:nvSpPr>
          <p:spPr>
            <a:xfrm>
              <a:off x="2706797" y="3074183"/>
              <a:ext cx="15879" cy="9203"/>
            </a:xfrm>
            <a:custGeom>
              <a:avLst/>
              <a:pathLst>
                <a:path w="15879" h="9203">
                  <a:moveTo>
                    <a:pt x="15879" y="2650"/>
                  </a:moveTo>
                  <a:lnTo>
                    <a:pt x="6522" y="4703"/>
                  </a:lnTo>
                  <a:lnTo>
                    <a:pt x="3500" y="9203"/>
                  </a:lnTo>
                  <a:lnTo>
                    <a:pt x="3664" y="7074"/>
                  </a:lnTo>
                  <a:lnTo>
                    <a:pt x="3966" y="3879"/>
                  </a:lnTo>
                  <a:lnTo>
                    <a:pt x="0" y="2203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h950"/>
            <p:cNvSpPr/>
            <p:nvPr/>
          </p:nvSpPr>
          <p:spPr>
            <a:xfrm>
              <a:off x="2689478" y="3065239"/>
              <a:ext cx="12538" cy="17030"/>
            </a:xfrm>
            <a:custGeom>
              <a:avLst/>
              <a:pathLst>
                <a:path w="12538" h="17030">
                  <a:moveTo>
                    <a:pt x="4400" y="1773"/>
                  </a:moveTo>
                  <a:lnTo>
                    <a:pt x="4767" y="8310"/>
                  </a:lnTo>
                  <a:lnTo>
                    <a:pt x="9333" y="9358"/>
                  </a:lnTo>
                  <a:lnTo>
                    <a:pt x="12538" y="16211"/>
                  </a:lnTo>
                  <a:lnTo>
                    <a:pt x="9314" y="17030"/>
                  </a:lnTo>
                  <a:lnTo>
                    <a:pt x="976" y="12850"/>
                  </a:lnTo>
                  <a:lnTo>
                    <a:pt x="1211" y="10033"/>
                  </a:lnTo>
                  <a:lnTo>
                    <a:pt x="1747" y="6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h951"/>
            <p:cNvSpPr/>
            <p:nvPr/>
          </p:nvSpPr>
          <p:spPr>
            <a:xfrm>
              <a:off x="2705413" y="3031163"/>
              <a:ext cx="14806" cy="16052"/>
            </a:xfrm>
            <a:custGeom>
              <a:avLst/>
              <a:pathLst>
                <a:path w="14806" h="16052">
                  <a:moveTo>
                    <a:pt x="6135" y="573"/>
                  </a:moveTo>
                  <a:lnTo>
                    <a:pt x="4954" y="4449"/>
                  </a:lnTo>
                  <a:lnTo>
                    <a:pt x="14806" y="9610"/>
                  </a:lnTo>
                  <a:lnTo>
                    <a:pt x="14634" y="12220"/>
                  </a:lnTo>
                  <a:lnTo>
                    <a:pt x="14685" y="14365"/>
                  </a:lnTo>
                  <a:lnTo>
                    <a:pt x="13393" y="16052"/>
                  </a:lnTo>
                  <a:lnTo>
                    <a:pt x="11425" y="15540"/>
                  </a:lnTo>
                  <a:lnTo>
                    <a:pt x="9135" y="12686"/>
                  </a:lnTo>
                  <a:lnTo>
                    <a:pt x="5047" y="13369"/>
                  </a:lnTo>
                  <a:lnTo>
                    <a:pt x="3181" y="12349"/>
                  </a:lnTo>
                  <a:lnTo>
                    <a:pt x="2185" y="9080"/>
                  </a:lnTo>
                  <a:lnTo>
                    <a:pt x="0" y="8617"/>
                  </a:lnTo>
                  <a:lnTo>
                    <a:pt x="1830" y="3454"/>
                  </a:lnTo>
                  <a:lnTo>
                    <a:pt x="2635" y="3709"/>
                  </a:lnTo>
                  <a:lnTo>
                    <a:pt x="365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h952"/>
            <p:cNvSpPr/>
            <p:nvPr/>
          </p:nvSpPr>
          <p:spPr>
            <a:xfrm>
              <a:off x="2559570" y="3128419"/>
              <a:ext cx="23340" cy="15405"/>
            </a:xfrm>
            <a:custGeom>
              <a:avLst/>
              <a:pathLst>
                <a:path w="23340" h="15405">
                  <a:moveTo>
                    <a:pt x="17076" y="1851"/>
                  </a:moveTo>
                  <a:lnTo>
                    <a:pt x="23340" y="1614"/>
                  </a:lnTo>
                  <a:lnTo>
                    <a:pt x="19484" y="4497"/>
                  </a:lnTo>
                  <a:lnTo>
                    <a:pt x="12807" y="12128"/>
                  </a:lnTo>
                  <a:lnTo>
                    <a:pt x="8047" y="13292"/>
                  </a:lnTo>
                  <a:lnTo>
                    <a:pt x="5184" y="15078"/>
                  </a:lnTo>
                  <a:lnTo>
                    <a:pt x="3385" y="15405"/>
                  </a:lnTo>
                  <a:lnTo>
                    <a:pt x="1269" y="14692"/>
                  </a:lnTo>
                  <a:lnTo>
                    <a:pt x="0" y="12811"/>
                  </a:lnTo>
                  <a:lnTo>
                    <a:pt x="322" y="11708"/>
                  </a:lnTo>
                  <a:lnTo>
                    <a:pt x="2342" y="9863"/>
                  </a:lnTo>
                  <a:lnTo>
                    <a:pt x="3518" y="10489"/>
                  </a:lnTo>
                  <a:lnTo>
                    <a:pt x="4944" y="7435"/>
                  </a:lnTo>
                  <a:lnTo>
                    <a:pt x="1922" y="5028"/>
                  </a:lnTo>
                  <a:lnTo>
                    <a:pt x="1535" y="4109"/>
                  </a:lnTo>
                  <a:lnTo>
                    <a:pt x="2263" y="2749"/>
                  </a:lnTo>
                  <a:lnTo>
                    <a:pt x="1248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h953"/>
            <p:cNvSpPr/>
            <p:nvPr/>
          </p:nvSpPr>
          <p:spPr>
            <a:xfrm>
              <a:off x="2622374" y="3102732"/>
              <a:ext cx="6883" cy="2050"/>
            </a:xfrm>
            <a:custGeom>
              <a:avLst/>
              <a:pathLst>
                <a:path w="6883" h="2050">
                  <a:moveTo>
                    <a:pt x="6883" y="0"/>
                  </a:moveTo>
                  <a:lnTo>
                    <a:pt x="4667" y="2050"/>
                  </a:lnTo>
                  <a:lnTo>
                    <a:pt x="0" y="88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h954"/>
            <p:cNvSpPr/>
            <p:nvPr/>
          </p:nvSpPr>
          <p:spPr>
            <a:xfrm>
              <a:off x="2617520" y="3094259"/>
              <a:ext cx="16644" cy="9357"/>
            </a:xfrm>
            <a:custGeom>
              <a:avLst/>
              <a:pathLst>
                <a:path w="16644" h="9357">
                  <a:moveTo>
                    <a:pt x="10235" y="69"/>
                  </a:moveTo>
                  <a:lnTo>
                    <a:pt x="11713" y="4835"/>
                  </a:lnTo>
                  <a:lnTo>
                    <a:pt x="13302" y="6336"/>
                  </a:lnTo>
                  <a:lnTo>
                    <a:pt x="15819" y="6141"/>
                  </a:lnTo>
                  <a:lnTo>
                    <a:pt x="16497" y="7268"/>
                  </a:lnTo>
                  <a:lnTo>
                    <a:pt x="16644" y="8201"/>
                  </a:lnTo>
                  <a:lnTo>
                    <a:pt x="11737" y="8472"/>
                  </a:lnTo>
                  <a:lnTo>
                    <a:pt x="4853" y="9357"/>
                  </a:lnTo>
                  <a:lnTo>
                    <a:pt x="0" y="8756"/>
                  </a:lnTo>
                  <a:lnTo>
                    <a:pt x="1720" y="7019"/>
                  </a:lnTo>
                  <a:lnTo>
                    <a:pt x="1719" y="2044"/>
                  </a:lnTo>
                  <a:lnTo>
                    <a:pt x="497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h955"/>
            <p:cNvSpPr/>
            <p:nvPr/>
          </p:nvSpPr>
          <p:spPr>
            <a:xfrm>
              <a:off x="2638229" y="3127321"/>
              <a:ext cx="1242" cy="3851"/>
            </a:xfrm>
            <a:custGeom>
              <a:avLst/>
              <a:pathLst>
                <a:path w="1242" h="3851">
                  <a:moveTo>
                    <a:pt x="1209" y="2019"/>
                  </a:moveTo>
                  <a:lnTo>
                    <a:pt x="551" y="3851"/>
                  </a:lnTo>
                  <a:lnTo>
                    <a:pt x="0" y="0"/>
                  </a:lnTo>
                  <a:lnTo>
                    <a:pt x="1242" y="20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h956"/>
            <p:cNvSpPr/>
            <p:nvPr/>
          </p:nvSpPr>
          <p:spPr>
            <a:xfrm>
              <a:off x="2629098" y="3115993"/>
              <a:ext cx="9310" cy="13462"/>
            </a:xfrm>
            <a:custGeom>
              <a:avLst/>
              <a:pathLst>
                <a:path w="9310" h="13462">
                  <a:moveTo>
                    <a:pt x="9293" y="4334"/>
                  </a:moveTo>
                  <a:lnTo>
                    <a:pt x="7964" y="11441"/>
                  </a:lnTo>
                  <a:lnTo>
                    <a:pt x="1623" y="13462"/>
                  </a:lnTo>
                  <a:lnTo>
                    <a:pt x="0" y="12843"/>
                  </a:lnTo>
                  <a:lnTo>
                    <a:pt x="305" y="11004"/>
                  </a:lnTo>
                  <a:lnTo>
                    <a:pt x="1736" y="10916"/>
                  </a:lnTo>
                  <a:lnTo>
                    <a:pt x="3031" y="6471"/>
                  </a:lnTo>
                  <a:lnTo>
                    <a:pt x="3216" y="0"/>
                  </a:lnTo>
                  <a:lnTo>
                    <a:pt x="9310" y="416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h957"/>
            <p:cNvSpPr/>
            <p:nvPr/>
          </p:nvSpPr>
          <p:spPr>
            <a:xfrm>
              <a:off x="2613288" y="3014091"/>
              <a:ext cx="30990" cy="21491"/>
            </a:xfrm>
            <a:custGeom>
              <a:avLst/>
              <a:pathLst>
                <a:path w="30990" h="21491">
                  <a:moveTo>
                    <a:pt x="6451" y="0"/>
                  </a:moveTo>
                  <a:lnTo>
                    <a:pt x="13183" y="2061"/>
                  </a:lnTo>
                  <a:lnTo>
                    <a:pt x="15023" y="969"/>
                  </a:lnTo>
                  <a:lnTo>
                    <a:pt x="20622" y="686"/>
                  </a:lnTo>
                  <a:lnTo>
                    <a:pt x="25888" y="2489"/>
                  </a:lnTo>
                  <a:lnTo>
                    <a:pt x="27182" y="5622"/>
                  </a:lnTo>
                  <a:lnTo>
                    <a:pt x="29419" y="2646"/>
                  </a:lnTo>
                  <a:lnTo>
                    <a:pt x="29752" y="3217"/>
                  </a:lnTo>
                  <a:lnTo>
                    <a:pt x="30990" y="7106"/>
                  </a:lnTo>
                  <a:lnTo>
                    <a:pt x="26396" y="9483"/>
                  </a:lnTo>
                  <a:lnTo>
                    <a:pt x="24623" y="13110"/>
                  </a:lnTo>
                  <a:lnTo>
                    <a:pt x="22330" y="21432"/>
                  </a:lnTo>
                  <a:lnTo>
                    <a:pt x="20333" y="21151"/>
                  </a:lnTo>
                  <a:lnTo>
                    <a:pt x="19619" y="19268"/>
                  </a:lnTo>
                  <a:lnTo>
                    <a:pt x="17109" y="18526"/>
                  </a:lnTo>
                  <a:lnTo>
                    <a:pt x="11275" y="21491"/>
                  </a:lnTo>
                  <a:lnTo>
                    <a:pt x="7229" y="19704"/>
                  </a:lnTo>
                  <a:lnTo>
                    <a:pt x="8865" y="15147"/>
                  </a:lnTo>
                  <a:lnTo>
                    <a:pt x="4233" y="10530"/>
                  </a:lnTo>
                  <a:lnTo>
                    <a:pt x="0" y="7697"/>
                  </a:lnTo>
                  <a:lnTo>
                    <a:pt x="1773" y="357"/>
                  </a:lnTo>
                  <a:lnTo>
                    <a:pt x="3559" y="83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h958"/>
            <p:cNvSpPr/>
            <p:nvPr/>
          </p:nvSpPr>
          <p:spPr>
            <a:xfrm>
              <a:off x="2562509" y="2992932"/>
              <a:ext cx="45762" cy="29116"/>
            </a:xfrm>
            <a:custGeom>
              <a:avLst/>
              <a:pathLst>
                <a:path w="45762" h="29116">
                  <a:moveTo>
                    <a:pt x="18592" y="0"/>
                  </a:moveTo>
                  <a:lnTo>
                    <a:pt x="24815" y="8402"/>
                  </a:lnTo>
                  <a:lnTo>
                    <a:pt x="31058" y="6126"/>
                  </a:lnTo>
                  <a:lnTo>
                    <a:pt x="30437" y="2129"/>
                  </a:lnTo>
                  <a:lnTo>
                    <a:pt x="31738" y="1064"/>
                  </a:lnTo>
                  <a:lnTo>
                    <a:pt x="35717" y="2221"/>
                  </a:lnTo>
                  <a:lnTo>
                    <a:pt x="42506" y="5864"/>
                  </a:lnTo>
                  <a:lnTo>
                    <a:pt x="43850" y="5630"/>
                  </a:lnTo>
                  <a:lnTo>
                    <a:pt x="45762" y="6409"/>
                  </a:lnTo>
                  <a:lnTo>
                    <a:pt x="44179" y="14065"/>
                  </a:lnTo>
                  <a:lnTo>
                    <a:pt x="38500" y="17886"/>
                  </a:lnTo>
                  <a:lnTo>
                    <a:pt x="37700" y="20374"/>
                  </a:lnTo>
                  <a:lnTo>
                    <a:pt x="38797" y="26834"/>
                  </a:lnTo>
                  <a:lnTo>
                    <a:pt x="35990" y="28376"/>
                  </a:lnTo>
                  <a:lnTo>
                    <a:pt x="34810" y="29116"/>
                  </a:lnTo>
                  <a:lnTo>
                    <a:pt x="24097" y="21266"/>
                  </a:lnTo>
                  <a:lnTo>
                    <a:pt x="23021" y="22831"/>
                  </a:lnTo>
                  <a:lnTo>
                    <a:pt x="23819" y="22924"/>
                  </a:lnTo>
                  <a:lnTo>
                    <a:pt x="22555" y="23651"/>
                  </a:lnTo>
                  <a:lnTo>
                    <a:pt x="18938" y="22776"/>
                  </a:lnTo>
                  <a:lnTo>
                    <a:pt x="20115" y="20746"/>
                  </a:lnTo>
                  <a:lnTo>
                    <a:pt x="22318" y="21662"/>
                  </a:lnTo>
                  <a:lnTo>
                    <a:pt x="23294" y="20734"/>
                  </a:lnTo>
                  <a:lnTo>
                    <a:pt x="19346" y="17867"/>
                  </a:lnTo>
                  <a:lnTo>
                    <a:pt x="13689" y="17636"/>
                  </a:lnTo>
                  <a:lnTo>
                    <a:pt x="12820" y="12287"/>
                  </a:lnTo>
                  <a:lnTo>
                    <a:pt x="2491" y="8072"/>
                  </a:lnTo>
                  <a:lnTo>
                    <a:pt x="469" y="6274"/>
                  </a:lnTo>
                  <a:lnTo>
                    <a:pt x="0" y="4829"/>
                  </a:lnTo>
                  <a:lnTo>
                    <a:pt x="4038" y="3879"/>
                  </a:lnTo>
                  <a:lnTo>
                    <a:pt x="7730" y="80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h959"/>
            <p:cNvSpPr/>
            <p:nvPr/>
          </p:nvSpPr>
          <p:spPr>
            <a:xfrm>
              <a:off x="2680608" y="3030691"/>
              <a:ext cx="11826" cy="10399"/>
            </a:xfrm>
            <a:custGeom>
              <a:avLst/>
              <a:pathLst>
                <a:path w="11826" h="10399">
                  <a:moveTo>
                    <a:pt x="11513" y="1398"/>
                  </a:moveTo>
                  <a:lnTo>
                    <a:pt x="11826" y="4310"/>
                  </a:lnTo>
                  <a:lnTo>
                    <a:pt x="10653" y="8408"/>
                  </a:lnTo>
                  <a:lnTo>
                    <a:pt x="7079" y="10399"/>
                  </a:lnTo>
                  <a:lnTo>
                    <a:pt x="6925" y="10343"/>
                  </a:lnTo>
                  <a:lnTo>
                    <a:pt x="2991" y="6842"/>
                  </a:lnTo>
                  <a:lnTo>
                    <a:pt x="898" y="5091"/>
                  </a:lnTo>
                  <a:lnTo>
                    <a:pt x="0" y="1556"/>
                  </a:lnTo>
                  <a:lnTo>
                    <a:pt x="3780" y="0"/>
                  </a:lnTo>
                  <a:lnTo>
                    <a:pt x="3365" y="2207"/>
                  </a:lnTo>
                  <a:lnTo>
                    <a:pt x="5555" y="225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h960"/>
            <p:cNvSpPr/>
            <p:nvPr/>
          </p:nvSpPr>
          <p:spPr>
            <a:xfrm>
              <a:off x="2543917" y="3100862"/>
              <a:ext cx="51096" cy="33871"/>
            </a:xfrm>
            <a:custGeom>
              <a:avLst/>
              <a:pathLst>
                <a:path w="51096" h="33871">
                  <a:moveTo>
                    <a:pt x="42159" y="2267"/>
                  </a:moveTo>
                  <a:lnTo>
                    <a:pt x="44932" y="3212"/>
                  </a:lnTo>
                  <a:lnTo>
                    <a:pt x="49863" y="11905"/>
                  </a:lnTo>
                  <a:lnTo>
                    <a:pt x="50339" y="18439"/>
                  </a:lnTo>
                  <a:lnTo>
                    <a:pt x="48620" y="21796"/>
                  </a:lnTo>
                  <a:lnTo>
                    <a:pt x="51096" y="21763"/>
                  </a:lnTo>
                  <a:lnTo>
                    <a:pt x="48316" y="27628"/>
                  </a:lnTo>
                  <a:lnTo>
                    <a:pt x="48495" y="32165"/>
                  </a:lnTo>
                  <a:lnTo>
                    <a:pt x="44540" y="30946"/>
                  </a:lnTo>
                  <a:lnTo>
                    <a:pt x="44747" y="29419"/>
                  </a:lnTo>
                  <a:lnTo>
                    <a:pt x="43000" y="29064"/>
                  </a:lnTo>
                  <a:lnTo>
                    <a:pt x="42271" y="33871"/>
                  </a:lnTo>
                  <a:lnTo>
                    <a:pt x="35138" y="32054"/>
                  </a:lnTo>
                  <a:lnTo>
                    <a:pt x="38993" y="29170"/>
                  </a:lnTo>
                  <a:lnTo>
                    <a:pt x="32729" y="29408"/>
                  </a:lnTo>
                  <a:lnTo>
                    <a:pt x="28141" y="27556"/>
                  </a:lnTo>
                  <a:lnTo>
                    <a:pt x="17916" y="30305"/>
                  </a:lnTo>
                  <a:lnTo>
                    <a:pt x="14637" y="29198"/>
                  </a:lnTo>
                  <a:lnTo>
                    <a:pt x="13341" y="29539"/>
                  </a:lnTo>
                  <a:lnTo>
                    <a:pt x="7696" y="33836"/>
                  </a:lnTo>
                  <a:lnTo>
                    <a:pt x="1470" y="30366"/>
                  </a:lnTo>
                  <a:lnTo>
                    <a:pt x="0" y="30333"/>
                  </a:lnTo>
                  <a:lnTo>
                    <a:pt x="1418" y="28269"/>
                  </a:lnTo>
                  <a:lnTo>
                    <a:pt x="2991" y="16716"/>
                  </a:lnTo>
                  <a:lnTo>
                    <a:pt x="6186" y="19352"/>
                  </a:lnTo>
                  <a:lnTo>
                    <a:pt x="9319" y="20327"/>
                  </a:lnTo>
                  <a:lnTo>
                    <a:pt x="22335" y="21262"/>
                  </a:lnTo>
                  <a:lnTo>
                    <a:pt x="22541" y="15610"/>
                  </a:lnTo>
                  <a:lnTo>
                    <a:pt x="26436" y="15891"/>
                  </a:lnTo>
                  <a:lnTo>
                    <a:pt x="28994" y="16889"/>
                  </a:lnTo>
                  <a:lnTo>
                    <a:pt x="30932" y="15575"/>
                  </a:lnTo>
                  <a:lnTo>
                    <a:pt x="32846" y="13153"/>
                  </a:lnTo>
                  <a:lnTo>
                    <a:pt x="34759" y="8735"/>
                  </a:lnTo>
                  <a:lnTo>
                    <a:pt x="33314" y="7311"/>
                  </a:lnTo>
                  <a:lnTo>
                    <a:pt x="38560" y="6199"/>
                  </a:lnTo>
                  <a:lnTo>
                    <a:pt x="40283" y="4942"/>
                  </a:lnTo>
                  <a:lnTo>
                    <a:pt x="40933" y="1522"/>
                  </a:lnTo>
                  <a:lnTo>
                    <a:pt x="4199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h961"/>
            <p:cNvSpPr/>
            <p:nvPr/>
          </p:nvSpPr>
          <p:spPr>
            <a:xfrm>
              <a:off x="2677031" y="3035562"/>
              <a:ext cx="6568" cy="4707"/>
            </a:xfrm>
            <a:custGeom>
              <a:avLst/>
              <a:pathLst>
                <a:path w="6568" h="4707">
                  <a:moveTo>
                    <a:pt x="4475" y="220"/>
                  </a:moveTo>
                  <a:lnTo>
                    <a:pt x="6568" y="1971"/>
                  </a:lnTo>
                  <a:lnTo>
                    <a:pt x="2473" y="4323"/>
                  </a:lnTo>
                  <a:lnTo>
                    <a:pt x="914" y="4707"/>
                  </a:lnTo>
                  <a:lnTo>
                    <a:pt x="0" y="3548"/>
                  </a:lnTo>
                  <a:lnTo>
                    <a:pt x="866" y="799"/>
                  </a:lnTo>
                  <a:lnTo>
                    <a:pt x="277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h962"/>
            <p:cNvSpPr/>
            <p:nvPr/>
          </p:nvSpPr>
          <p:spPr>
            <a:xfrm>
              <a:off x="2600731" y="3114122"/>
              <a:ext cx="31582" cy="16432"/>
            </a:xfrm>
            <a:custGeom>
              <a:avLst/>
              <a:pathLst>
                <a:path w="31582" h="16432">
                  <a:moveTo>
                    <a:pt x="21785" y="60"/>
                  </a:moveTo>
                  <a:lnTo>
                    <a:pt x="30688" y="1874"/>
                  </a:lnTo>
                  <a:lnTo>
                    <a:pt x="31582" y="1870"/>
                  </a:lnTo>
                  <a:lnTo>
                    <a:pt x="31397" y="8341"/>
                  </a:lnTo>
                  <a:lnTo>
                    <a:pt x="30102" y="12787"/>
                  </a:lnTo>
                  <a:lnTo>
                    <a:pt x="28671" y="12874"/>
                  </a:lnTo>
                  <a:lnTo>
                    <a:pt x="28366" y="14713"/>
                  </a:lnTo>
                  <a:lnTo>
                    <a:pt x="28069" y="16370"/>
                  </a:lnTo>
                  <a:lnTo>
                    <a:pt x="27493" y="16432"/>
                  </a:lnTo>
                  <a:lnTo>
                    <a:pt x="23488" y="15586"/>
                  </a:lnTo>
                  <a:lnTo>
                    <a:pt x="22631" y="12635"/>
                  </a:lnTo>
                  <a:lnTo>
                    <a:pt x="19887" y="12688"/>
                  </a:lnTo>
                  <a:lnTo>
                    <a:pt x="18302" y="13845"/>
                  </a:lnTo>
                  <a:lnTo>
                    <a:pt x="16152" y="13993"/>
                  </a:lnTo>
                  <a:lnTo>
                    <a:pt x="16008" y="10350"/>
                  </a:lnTo>
                  <a:lnTo>
                    <a:pt x="8479" y="11069"/>
                  </a:lnTo>
                  <a:lnTo>
                    <a:pt x="6440" y="9821"/>
                  </a:lnTo>
                  <a:lnTo>
                    <a:pt x="1568" y="9605"/>
                  </a:lnTo>
                  <a:lnTo>
                    <a:pt x="0" y="8802"/>
                  </a:lnTo>
                  <a:lnTo>
                    <a:pt x="1714" y="7832"/>
                  </a:lnTo>
                  <a:lnTo>
                    <a:pt x="5890" y="9057"/>
                  </a:lnTo>
                  <a:lnTo>
                    <a:pt x="6072" y="2593"/>
                  </a:lnTo>
                  <a:lnTo>
                    <a:pt x="17798" y="1722"/>
                  </a:lnTo>
                  <a:lnTo>
                    <a:pt x="1799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h963"/>
            <p:cNvSpPr/>
            <p:nvPr/>
          </p:nvSpPr>
          <p:spPr>
            <a:xfrm>
              <a:off x="2534352" y="3080131"/>
              <a:ext cx="32152" cy="22211"/>
            </a:xfrm>
            <a:custGeom>
              <a:avLst/>
              <a:pathLst>
                <a:path w="32152" h="22211">
                  <a:moveTo>
                    <a:pt x="9268" y="0"/>
                  </a:moveTo>
                  <a:lnTo>
                    <a:pt x="7471" y="2705"/>
                  </a:lnTo>
                  <a:lnTo>
                    <a:pt x="10790" y="11078"/>
                  </a:lnTo>
                  <a:lnTo>
                    <a:pt x="9847" y="13670"/>
                  </a:lnTo>
                  <a:lnTo>
                    <a:pt x="16733" y="13123"/>
                  </a:lnTo>
                  <a:lnTo>
                    <a:pt x="16870" y="9693"/>
                  </a:lnTo>
                  <a:lnTo>
                    <a:pt x="19576" y="6885"/>
                  </a:lnTo>
                  <a:lnTo>
                    <a:pt x="25380" y="7709"/>
                  </a:lnTo>
                  <a:lnTo>
                    <a:pt x="28667" y="9542"/>
                  </a:lnTo>
                  <a:lnTo>
                    <a:pt x="30351" y="11980"/>
                  </a:lnTo>
                  <a:lnTo>
                    <a:pt x="32152" y="12439"/>
                  </a:lnTo>
                  <a:lnTo>
                    <a:pt x="29284" y="21084"/>
                  </a:lnTo>
                  <a:lnTo>
                    <a:pt x="25367" y="15940"/>
                  </a:lnTo>
                  <a:lnTo>
                    <a:pt x="19969" y="14741"/>
                  </a:lnTo>
                  <a:lnTo>
                    <a:pt x="17729" y="15111"/>
                  </a:lnTo>
                  <a:lnTo>
                    <a:pt x="17492" y="18393"/>
                  </a:lnTo>
                  <a:lnTo>
                    <a:pt x="18331" y="21169"/>
                  </a:lnTo>
                  <a:lnTo>
                    <a:pt x="17538" y="22211"/>
                  </a:lnTo>
                  <a:lnTo>
                    <a:pt x="15824" y="20596"/>
                  </a:lnTo>
                  <a:lnTo>
                    <a:pt x="15743" y="15880"/>
                  </a:lnTo>
                  <a:lnTo>
                    <a:pt x="13585" y="16134"/>
                  </a:lnTo>
                  <a:lnTo>
                    <a:pt x="11668" y="18434"/>
                  </a:lnTo>
                  <a:lnTo>
                    <a:pt x="9719" y="15173"/>
                  </a:lnTo>
                  <a:lnTo>
                    <a:pt x="8835" y="15321"/>
                  </a:lnTo>
                  <a:lnTo>
                    <a:pt x="4134" y="12119"/>
                  </a:lnTo>
                  <a:lnTo>
                    <a:pt x="3343" y="10595"/>
                  </a:lnTo>
                  <a:lnTo>
                    <a:pt x="753" y="10161"/>
                  </a:lnTo>
                  <a:lnTo>
                    <a:pt x="0" y="5512"/>
                  </a:lnTo>
                  <a:lnTo>
                    <a:pt x="2350" y="118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h964"/>
            <p:cNvSpPr/>
            <p:nvPr/>
          </p:nvSpPr>
          <p:spPr>
            <a:xfrm>
              <a:off x="2687688" y="3039100"/>
              <a:ext cx="3573" cy="5098"/>
            </a:xfrm>
            <a:custGeom>
              <a:avLst/>
              <a:pathLst>
                <a:path w="3573" h="5098">
                  <a:moveTo>
                    <a:pt x="3573" y="0"/>
                  </a:moveTo>
                  <a:lnTo>
                    <a:pt x="1511" y="5098"/>
                  </a:lnTo>
                  <a:lnTo>
                    <a:pt x="753" y="3543"/>
                  </a:lnTo>
                  <a:lnTo>
                    <a:pt x="0" y="199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h965"/>
            <p:cNvSpPr/>
            <p:nvPr/>
          </p:nvSpPr>
          <p:spPr>
            <a:xfrm>
              <a:off x="2554200" y="3059485"/>
              <a:ext cx="37243" cy="34655"/>
            </a:xfrm>
            <a:custGeom>
              <a:avLst/>
              <a:pathLst>
                <a:path w="37243" h="34655">
                  <a:moveTo>
                    <a:pt x="26116" y="0"/>
                  </a:moveTo>
                  <a:lnTo>
                    <a:pt x="25087" y="2412"/>
                  </a:lnTo>
                  <a:lnTo>
                    <a:pt x="27417" y="3127"/>
                  </a:lnTo>
                  <a:lnTo>
                    <a:pt x="26547" y="8993"/>
                  </a:lnTo>
                  <a:lnTo>
                    <a:pt x="36212" y="15545"/>
                  </a:lnTo>
                  <a:lnTo>
                    <a:pt x="37243" y="17873"/>
                  </a:lnTo>
                  <a:lnTo>
                    <a:pt x="32458" y="19392"/>
                  </a:lnTo>
                  <a:lnTo>
                    <a:pt x="28993" y="25309"/>
                  </a:lnTo>
                  <a:lnTo>
                    <a:pt x="28413" y="28681"/>
                  </a:lnTo>
                  <a:lnTo>
                    <a:pt x="29622" y="33015"/>
                  </a:lnTo>
                  <a:lnTo>
                    <a:pt x="29271" y="34655"/>
                  </a:lnTo>
                  <a:lnTo>
                    <a:pt x="21305" y="29500"/>
                  </a:lnTo>
                  <a:lnTo>
                    <a:pt x="18667" y="32031"/>
                  </a:lnTo>
                  <a:lnTo>
                    <a:pt x="19281" y="29776"/>
                  </a:lnTo>
                  <a:lnTo>
                    <a:pt x="14462" y="23263"/>
                  </a:lnTo>
                  <a:lnTo>
                    <a:pt x="11029" y="14681"/>
                  </a:lnTo>
                  <a:lnTo>
                    <a:pt x="7669" y="14548"/>
                  </a:lnTo>
                  <a:lnTo>
                    <a:pt x="798" y="12565"/>
                  </a:lnTo>
                  <a:lnTo>
                    <a:pt x="0" y="9563"/>
                  </a:lnTo>
                  <a:lnTo>
                    <a:pt x="2354" y="8498"/>
                  </a:lnTo>
                  <a:lnTo>
                    <a:pt x="2391" y="5276"/>
                  </a:lnTo>
                  <a:lnTo>
                    <a:pt x="3409" y="4448"/>
                  </a:lnTo>
                  <a:lnTo>
                    <a:pt x="7403" y="5880"/>
                  </a:lnTo>
                  <a:lnTo>
                    <a:pt x="6966" y="8579"/>
                  </a:lnTo>
                  <a:lnTo>
                    <a:pt x="9925" y="9211"/>
                  </a:lnTo>
                  <a:lnTo>
                    <a:pt x="11403" y="7378"/>
                  </a:lnTo>
                  <a:lnTo>
                    <a:pt x="10696" y="6930"/>
                  </a:lnTo>
                  <a:lnTo>
                    <a:pt x="11523" y="3871"/>
                  </a:lnTo>
                  <a:lnTo>
                    <a:pt x="14791" y="566"/>
                  </a:lnTo>
                  <a:lnTo>
                    <a:pt x="16911" y="411"/>
                  </a:lnTo>
                  <a:lnTo>
                    <a:pt x="23997" y="19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h966"/>
            <p:cNvSpPr/>
            <p:nvPr/>
          </p:nvSpPr>
          <p:spPr>
            <a:xfrm>
              <a:off x="2713069" y="3046704"/>
              <a:ext cx="27593" cy="21717"/>
            </a:xfrm>
            <a:custGeom>
              <a:avLst/>
              <a:pathLst>
                <a:path w="27593" h="21717">
                  <a:moveTo>
                    <a:pt x="5738" y="512"/>
                  </a:moveTo>
                  <a:lnTo>
                    <a:pt x="6841" y="2204"/>
                  </a:lnTo>
                  <a:lnTo>
                    <a:pt x="21377" y="2777"/>
                  </a:lnTo>
                  <a:lnTo>
                    <a:pt x="23689" y="4444"/>
                  </a:lnTo>
                  <a:lnTo>
                    <a:pt x="20483" y="11170"/>
                  </a:lnTo>
                  <a:lnTo>
                    <a:pt x="21574" y="13283"/>
                  </a:lnTo>
                  <a:lnTo>
                    <a:pt x="23866" y="14976"/>
                  </a:lnTo>
                  <a:lnTo>
                    <a:pt x="27593" y="21717"/>
                  </a:lnTo>
                  <a:lnTo>
                    <a:pt x="25761" y="21634"/>
                  </a:lnTo>
                  <a:lnTo>
                    <a:pt x="18243" y="14982"/>
                  </a:lnTo>
                  <a:lnTo>
                    <a:pt x="12732" y="13009"/>
                  </a:lnTo>
                  <a:lnTo>
                    <a:pt x="9708" y="10901"/>
                  </a:lnTo>
                  <a:lnTo>
                    <a:pt x="4735" y="10297"/>
                  </a:lnTo>
                  <a:lnTo>
                    <a:pt x="3270" y="10816"/>
                  </a:lnTo>
                  <a:lnTo>
                    <a:pt x="1324" y="9236"/>
                  </a:lnTo>
                  <a:lnTo>
                    <a:pt x="0" y="4915"/>
                  </a:lnTo>
                  <a:lnTo>
                    <a:pt x="376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h967"/>
            <p:cNvSpPr/>
            <p:nvPr/>
          </p:nvSpPr>
          <p:spPr>
            <a:xfrm>
              <a:off x="2637062" y="3114863"/>
              <a:ext cx="24556" cy="32779"/>
            </a:xfrm>
            <a:custGeom>
              <a:avLst/>
              <a:pathLst>
                <a:path w="24556" h="32779">
                  <a:moveTo>
                    <a:pt x="24556" y="295"/>
                  </a:moveTo>
                  <a:lnTo>
                    <a:pt x="21767" y="4977"/>
                  </a:lnTo>
                  <a:lnTo>
                    <a:pt x="21832" y="12375"/>
                  </a:lnTo>
                  <a:lnTo>
                    <a:pt x="22741" y="13201"/>
                  </a:lnTo>
                  <a:lnTo>
                    <a:pt x="21786" y="14975"/>
                  </a:lnTo>
                  <a:lnTo>
                    <a:pt x="22910" y="17530"/>
                  </a:lnTo>
                  <a:lnTo>
                    <a:pt x="23283" y="21838"/>
                  </a:lnTo>
                  <a:lnTo>
                    <a:pt x="22507" y="23662"/>
                  </a:lnTo>
                  <a:lnTo>
                    <a:pt x="19212" y="26679"/>
                  </a:lnTo>
                  <a:lnTo>
                    <a:pt x="16426" y="29819"/>
                  </a:lnTo>
                  <a:lnTo>
                    <a:pt x="10703" y="32657"/>
                  </a:lnTo>
                  <a:lnTo>
                    <a:pt x="8405" y="32779"/>
                  </a:lnTo>
                  <a:lnTo>
                    <a:pt x="7187" y="26985"/>
                  </a:lnTo>
                  <a:lnTo>
                    <a:pt x="5235" y="28167"/>
                  </a:lnTo>
                  <a:lnTo>
                    <a:pt x="2516" y="27523"/>
                  </a:lnTo>
                  <a:lnTo>
                    <a:pt x="2090" y="26644"/>
                  </a:lnTo>
                  <a:lnTo>
                    <a:pt x="2078" y="23613"/>
                  </a:lnTo>
                  <a:lnTo>
                    <a:pt x="3066" y="22824"/>
                  </a:lnTo>
                  <a:lnTo>
                    <a:pt x="4146" y="18144"/>
                  </a:lnTo>
                  <a:lnTo>
                    <a:pt x="2376" y="14477"/>
                  </a:lnTo>
                  <a:lnTo>
                    <a:pt x="2409" y="12663"/>
                  </a:lnTo>
                  <a:lnTo>
                    <a:pt x="1166" y="12458"/>
                  </a:lnTo>
                  <a:lnTo>
                    <a:pt x="348" y="12749"/>
                  </a:lnTo>
                  <a:lnTo>
                    <a:pt x="0" y="12571"/>
                  </a:lnTo>
                  <a:lnTo>
                    <a:pt x="1329" y="5464"/>
                  </a:lnTo>
                  <a:lnTo>
                    <a:pt x="5209" y="2674"/>
                  </a:lnTo>
                  <a:lnTo>
                    <a:pt x="6109" y="3295"/>
                  </a:lnTo>
                  <a:lnTo>
                    <a:pt x="19612" y="1540"/>
                  </a:lnTo>
                  <a:lnTo>
                    <a:pt x="2314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h968"/>
            <p:cNvSpPr/>
            <p:nvPr/>
          </p:nvSpPr>
          <p:spPr>
            <a:xfrm>
              <a:off x="2624078" y="3106565"/>
              <a:ext cx="10013" cy="6418"/>
            </a:xfrm>
            <a:custGeom>
              <a:avLst/>
              <a:pathLst>
                <a:path w="10013" h="6418">
                  <a:moveTo>
                    <a:pt x="10013" y="994"/>
                  </a:moveTo>
                  <a:lnTo>
                    <a:pt x="9930" y="3274"/>
                  </a:lnTo>
                  <a:lnTo>
                    <a:pt x="8654" y="4317"/>
                  </a:lnTo>
                  <a:lnTo>
                    <a:pt x="8096" y="6418"/>
                  </a:lnTo>
                  <a:lnTo>
                    <a:pt x="7666" y="6414"/>
                  </a:lnTo>
                  <a:lnTo>
                    <a:pt x="8167" y="5501"/>
                  </a:lnTo>
                  <a:lnTo>
                    <a:pt x="0" y="4726"/>
                  </a:lnTo>
                  <a:lnTo>
                    <a:pt x="311" y="2787"/>
                  </a:lnTo>
                  <a:lnTo>
                    <a:pt x="727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h969"/>
            <p:cNvSpPr/>
            <p:nvPr/>
          </p:nvSpPr>
          <p:spPr>
            <a:xfrm>
              <a:off x="2682514" y="3044199"/>
              <a:ext cx="17521" cy="22813"/>
            </a:xfrm>
            <a:custGeom>
              <a:avLst/>
              <a:pathLst>
                <a:path w="17521" h="22813">
                  <a:moveTo>
                    <a:pt x="9613" y="5837"/>
                  </a:moveTo>
                  <a:lnTo>
                    <a:pt x="11497" y="5637"/>
                  </a:lnTo>
                  <a:lnTo>
                    <a:pt x="13317" y="4128"/>
                  </a:lnTo>
                  <a:lnTo>
                    <a:pt x="12328" y="2396"/>
                  </a:lnTo>
                  <a:lnTo>
                    <a:pt x="13961" y="807"/>
                  </a:lnTo>
                  <a:lnTo>
                    <a:pt x="17521" y="1781"/>
                  </a:lnTo>
                  <a:lnTo>
                    <a:pt x="15011" y="9370"/>
                  </a:lnTo>
                  <a:lnTo>
                    <a:pt x="16512" y="11564"/>
                  </a:lnTo>
                  <a:lnTo>
                    <a:pt x="15434" y="13297"/>
                  </a:lnTo>
                  <a:lnTo>
                    <a:pt x="13080" y="13163"/>
                  </a:lnTo>
                  <a:lnTo>
                    <a:pt x="13121" y="22017"/>
                  </a:lnTo>
                  <a:lnTo>
                    <a:pt x="11363" y="22813"/>
                  </a:lnTo>
                  <a:lnTo>
                    <a:pt x="6963" y="21040"/>
                  </a:lnTo>
                  <a:lnTo>
                    <a:pt x="3635" y="19704"/>
                  </a:lnTo>
                  <a:lnTo>
                    <a:pt x="4846" y="17049"/>
                  </a:lnTo>
                  <a:lnTo>
                    <a:pt x="3797" y="16022"/>
                  </a:lnTo>
                  <a:lnTo>
                    <a:pt x="2461" y="11629"/>
                  </a:lnTo>
                  <a:lnTo>
                    <a:pt x="671" y="11392"/>
                  </a:lnTo>
                  <a:lnTo>
                    <a:pt x="0" y="9132"/>
                  </a:lnTo>
                  <a:lnTo>
                    <a:pt x="3686" y="9234"/>
                  </a:lnTo>
                  <a:lnTo>
                    <a:pt x="5474" y="282"/>
                  </a:lnTo>
                  <a:lnTo>
                    <a:pt x="668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h970"/>
            <p:cNvSpPr/>
            <p:nvPr/>
          </p:nvSpPr>
          <p:spPr>
            <a:xfrm>
              <a:off x="2653213" y="3051460"/>
              <a:ext cx="17617" cy="12090"/>
            </a:xfrm>
            <a:custGeom>
              <a:avLst/>
              <a:pathLst>
                <a:path w="17617" h="12090">
                  <a:moveTo>
                    <a:pt x="17617" y="1447"/>
                  </a:moveTo>
                  <a:lnTo>
                    <a:pt x="17371" y="6052"/>
                  </a:lnTo>
                  <a:lnTo>
                    <a:pt x="13360" y="11650"/>
                  </a:lnTo>
                  <a:lnTo>
                    <a:pt x="11029" y="10117"/>
                  </a:lnTo>
                  <a:lnTo>
                    <a:pt x="8097" y="9427"/>
                  </a:lnTo>
                  <a:lnTo>
                    <a:pt x="6283" y="11585"/>
                  </a:lnTo>
                  <a:lnTo>
                    <a:pt x="4376" y="12090"/>
                  </a:lnTo>
                  <a:lnTo>
                    <a:pt x="3510" y="7934"/>
                  </a:lnTo>
                  <a:lnTo>
                    <a:pt x="0" y="7200"/>
                  </a:lnTo>
                  <a:lnTo>
                    <a:pt x="2381" y="3843"/>
                  </a:lnTo>
                  <a:lnTo>
                    <a:pt x="4107" y="1739"/>
                  </a:lnTo>
                  <a:lnTo>
                    <a:pt x="7874" y="3382"/>
                  </a:lnTo>
                  <a:lnTo>
                    <a:pt x="1082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h971"/>
            <p:cNvSpPr/>
            <p:nvPr/>
          </p:nvSpPr>
          <p:spPr>
            <a:xfrm>
              <a:off x="2625962" y="3102461"/>
              <a:ext cx="8202" cy="5102"/>
            </a:xfrm>
            <a:custGeom>
              <a:avLst/>
              <a:pathLst>
                <a:path w="8202" h="5102">
                  <a:moveTo>
                    <a:pt x="5320" y="1845"/>
                  </a:moveTo>
                  <a:lnTo>
                    <a:pt x="4239" y="3927"/>
                  </a:lnTo>
                  <a:lnTo>
                    <a:pt x="333" y="5102"/>
                  </a:lnTo>
                  <a:lnTo>
                    <a:pt x="0" y="3135"/>
                  </a:lnTo>
                  <a:lnTo>
                    <a:pt x="1079" y="2320"/>
                  </a:lnTo>
                  <a:lnTo>
                    <a:pt x="3296" y="270"/>
                  </a:lnTo>
                  <a:lnTo>
                    <a:pt x="820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h972"/>
            <p:cNvSpPr/>
            <p:nvPr/>
          </p:nvSpPr>
          <p:spPr>
            <a:xfrm>
              <a:off x="2606804" y="3103016"/>
              <a:ext cx="24546" cy="13699"/>
            </a:xfrm>
            <a:custGeom>
              <a:avLst/>
              <a:pathLst>
                <a:path w="24546" h="13699">
                  <a:moveTo>
                    <a:pt x="15569" y="600"/>
                  </a:moveTo>
                  <a:lnTo>
                    <a:pt x="20237" y="1765"/>
                  </a:lnTo>
                  <a:lnTo>
                    <a:pt x="19157" y="2580"/>
                  </a:lnTo>
                  <a:lnTo>
                    <a:pt x="19490" y="4547"/>
                  </a:lnTo>
                  <a:lnTo>
                    <a:pt x="23396" y="3372"/>
                  </a:lnTo>
                  <a:lnTo>
                    <a:pt x="24477" y="1290"/>
                  </a:lnTo>
                  <a:lnTo>
                    <a:pt x="24546" y="3549"/>
                  </a:lnTo>
                  <a:lnTo>
                    <a:pt x="17585" y="6336"/>
                  </a:lnTo>
                  <a:lnTo>
                    <a:pt x="17273" y="8275"/>
                  </a:lnTo>
                  <a:lnTo>
                    <a:pt x="15712" y="11166"/>
                  </a:lnTo>
                  <a:lnTo>
                    <a:pt x="11920" y="11106"/>
                  </a:lnTo>
                  <a:lnTo>
                    <a:pt x="11725" y="12828"/>
                  </a:lnTo>
                  <a:lnTo>
                    <a:pt x="0" y="13699"/>
                  </a:lnTo>
                  <a:lnTo>
                    <a:pt x="5865" y="6018"/>
                  </a:lnTo>
                  <a:lnTo>
                    <a:pt x="9676" y="3522"/>
                  </a:lnTo>
                  <a:lnTo>
                    <a:pt x="11000" y="810"/>
                  </a:lnTo>
                  <a:lnTo>
                    <a:pt x="1071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h973"/>
            <p:cNvSpPr/>
            <p:nvPr/>
          </p:nvSpPr>
          <p:spPr>
            <a:xfrm>
              <a:off x="2721014" y="3105580"/>
              <a:ext cx="23766" cy="17107"/>
            </a:xfrm>
            <a:custGeom>
              <a:avLst/>
              <a:pathLst>
                <a:path w="23766" h="17107">
                  <a:moveTo>
                    <a:pt x="22322" y="2481"/>
                  </a:moveTo>
                  <a:lnTo>
                    <a:pt x="22724" y="3781"/>
                  </a:lnTo>
                  <a:lnTo>
                    <a:pt x="22259" y="7487"/>
                  </a:lnTo>
                  <a:lnTo>
                    <a:pt x="23766" y="8657"/>
                  </a:lnTo>
                  <a:lnTo>
                    <a:pt x="23568" y="12380"/>
                  </a:lnTo>
                  <a:lnTo>
                    <a:pt x="22576" y="13784"/>
                  </a:lnTo>
                  <a:lnTo>
                    <a:pt x="21564" y="12679"/>
                  </a:lnTo>
                  <a:lnTo>
                    <a:pt x="11390" y="13077"/>
                  </a:lnTo>
                  <a:lnTo>
                    <a:pt x="5196" y="14701"/>
                  </a:lnTo>
                  <a:lnTo>
                    <a:pt x="4079" y="17107"/>
                  </a:lnTo>
                  <a:lnTo>
                    <a:pt x="3418" y="16073"/>
                  </a:lnTo>
                  <a:lnTo>
                    <a:pt x="347" y="14560"/>
                  </a:lnTo>
                  <a:lnTo>
                    <a:pt x="645" y="13711"/>
                  </a:lnTo>
                  <a:lnTo>
                    <a:pt x="2247" y="12619"/>
                  </a:lnTo>
                  <a:lnTo>
                    <a:pt x="5757" y="7258"/>
                  </a:lnTo>
                  <a:lnTo>
                    <a:pt x="5496" y="5419"/>
                  </a:lnTo>
                  <a:lnTo>
                    <a:pt x="3536" y="3983"/>
                  </a:lnTo>
                  <a:lnTo>
                    <a:pt x="852" y="3727"/>
                  </a:lnTo>
                  <a:lnTo>
                    <a:pt x="0" y="2247"/>
                  </a:lnTo>
                  <a:lnTo>
                    <a:pt x="3516" y="1226"/>
                  </a:lnTo>
                  <a:lnTo>
                    <a:pt x="4232" y="1985"/>
                  </a:lnTo>
                  <a:lnTo>
                    <a:pt x="9474" y="517"/>
                  </a:lnTo>
                  <a:lnTo>
                    <a:pt x="1822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h974"/>
            <p:cNvSpPr/>
            <p:nvPr/>
          </p:nvSpPr>
          <p:spPr>
            <a:xfrm>
              <a:off x="2698811" y="3069537"/>
              <a:ext cx="11952" cy="11913"/>
            </a:xfrm>
            <a:custGeom>
              <a:avLst/>
              <a:pathLst>
                <a:path w="11952" h="11913">
                  <a:moveTo>
                    <a:pt x="8034" y="2733"/>
                  </a:moveTo>
                  <a:lnTo>
                    <a:pt x="8216" y="4646"/>
                  </a:lnTo>
                  <a:lnTo>
                    <a:pt x="7985" y="6849"/>
                  </a:lnTo>
                  <a:lnTo>
                    <a:pt x="11952" y="8525"/>
                  </a:lnTo>
                  <a:lnTo>
                    <a:pt x="11650" y="11720"/>
                  </a:lnTo>
                  <a:lnTo>
                    <a:pt x="5397" y="9631"/>
                  </a:lnTo>
                  <a:lnTo>
                    <a:pt x="3205" y="11913"/>
                  </a:lnTo>
                  <a:lnTo>
                    <a:pt x="0" y="5060"/>
                  </a:lnTo>
                  <a:lnTo>
                    <a:pt x="1439" y="1657"/>
                  </a:lnTo>
                  <a:lnTo>
                    <a:pt x="614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h975"/>
            <p:cNvSpPr/>
            <p:nvPr/>
          </p:nvSpPr>
          <p:spPr>
            <a:xfrm>
              <a:off x="2641319" y="3103583"/>
              <a:ext cx="22345" cy="11575"/>
            </a:xfrm>
            <a:custGeom>
              <a:avLst/>
              <a:pathLst>
                <a:path w="22345" h="11575">
                  <a:moveTo>
                    <a:pt x="22345" y="10351"/>
                  </a:moveTo>
                  <a:lnTo>
                    <a:pt x="20299" y="11575"/>
                  </a:lnTo>
                  <a:lnTo>
                    <a:pt x="18885" y="11280"/>
                  </a:lnTo>
                  <a:lnTo>
                    <a:pt x="6012" y="8519"/>
                  </a:lnTo>
                  <a:lnTo>
                    <a:pt x="0" y="8221"/>
                  </a:lnTo>
                  <a:lnTo>
                    <a:pt x="636" y="5213"/>
                  </a:lnTo>
                  <a:lnTo>
                    <a:pt x="1990" y="3451"/>
                  </a:lnTo>
                  <a:lnTo>
                    <a:pt x="14064" y="1598"/>
                  </a:lnTo>
                  <a:lnTo>
                    <a:pt x="1864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h976"/>
            <p:cNvSpPr/>
            <p:nvPr/>
          </p:nvSpPr>
          <p:spPr>
            <a:xfrm>
              <a:off x="2644718" y="3027163"/>
              <a:ext cx="27845" cy="17586"/>
            </a:xfrm>
            <a:custGeom>
              <a:avLst/>
              <a:pathLst>
                <a:path w="27845" h="17586">
                  <a:moveTo>
                    <a:pt x="26171" y="5205"/>
                  </a:moveTo>
                  <a:lnTo>
                    <a:pt x="27174" y="5809"/>
                  </a:lnTo>
                  <a:lnTo>
                    <a:pt x="27845" y="10075"/>
                  </a:lnTo>
                  <a:lnTo>
                    <a:pt x="26416" y="11638"/>
                  </a:lnTo>
                  <a:lnTo>
                    <a:pt x="18787" y="13392"/>
                  </a:lnTo>
                  <a:lnTo>
                    <a:pt x="18512" y="16850"/>
                  </a:lnTo>
                  <a:lnTo>
                    <a:pt x="17639" y="17080"/>
                  </a:lnTo>
                  <a:lnTo>
                    <a:pt x="12248" y="17586"/>
                  </a:lnTo>
                  <a:lnTo>
                    <a:pt x="11887" y="16074"/>
                  </a:lnTo>
                  <a:lnTo>
                    <a:pt x="7610" y="11752"/>
                  </a:lnTo>
                  <a:lnTo>
                    <a:pt x="0" y="12528"/>
                  </a:lnTo>
                  <a:lnTo>
                    <a:pt x="838" y="6533"/>
                  </a:lnTo>
                  <a:lnTo>
                    <a:pt x="3790" y="2315"/>
                  </a:lnTo>
                  <a:lnTo>
                    <a:pt x="9288" y="1799"/>
                  </a:lnTo>
                  <a:lnTo>
                    <a:pt x="9150" y="4140"/>
                  </a:lnTo>
                  <a:lnTo>
                    <a:pt x="11771" y="5607"/>
                  </a:lnTo>
                  <a:lnTo>
                    <a:pt x="17570" y="5117"/>
                  </a:lnTo>
                  <a:lnTo>
                    <a:pt x="17797" y="3038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h977"/>
            <p:cNvSpPr/>
            <p:nvPr/>
          </p:nvSpPr>
          <p:spPr>
            <a:xfrm>
              <a:off x="2206010" y="2980425"/>
              <a:ext cx="21365" cy="16241"/>
            </a:xfrm>
            <a:custGeom>
              <a:avLst/>
              <a:pathLst>
                <a:path w="21365" h="16241">
                  <a:moveTo>
                    <a:pt x="11075" y="1863"/>
                  </a:moveTo>
                  <a:lnTo>
                    <a:pt x="14007" y="7269"/>
                  </a:lnTo>
                  <a:lnTo>
                    <a:pt x="16938" y="8603"/>
                  </a:lnTo>
                  <a:lnTo>
                    <a:pt x="18818" y="6389"/>
                  </a:lnTo>
                  <a:lnTo>
                    <a:pt x="18149" y="5125"/>
                  </a:lnTo>
                  <a:lnTo>
                    <a:pt x="16672" y="4513"/>
                  </a:lnTo>
                  <a:lnTo>
                    <a:pt x="20051" y="3967"/>
                  </a:lnTo>
                  <a:lnTo>
                    <a:pt x="20955" y="4488"/>
                  </a:lnTo>
                  <a:lnTo>
                    <a:pt x="21365" y="10977"/>
                  </a:lnTo>
                  <a:lnTo>
                    <a:pt x="21342" y="11552"/>
                  </a:lnTo>
                  <a:lnTo>
                    <a:pt x="19725" y="11773"/>
                  </a:lnTo>
                  <a:lnTo>
                    <a:pt x="13107" y="10774"/>
                  </a:lnTo>
                  <a:lnTo>
                    <a:pt x="11068" y="15923"/>
                  </a:lnTo>
                  <a:lnTo>
                    <a:pt x="9211" y="16241"/>
                  </a:lnTo>
                  <a:lnTo>
                    <a:pt x="9052" y="13565"/>
                  </a:lnTo>
                  <a:lnTo>
                    <a:pt x="6988" y="12980"/>
                  </a:lnTo>
                  <a:lnTo>
                    <a:pt x="4690" y="13600"/>
                  </a:lnTo>
                  <a:lnTo>
                    <a:pt x="1391" y="12194"/>
                  </a:lnTo>
                  <a:lnTo>
                    <a:pt x="305" y="10800"/>
                  </a:lnTo>
                  <a:lnTo>
                    <a:pt x="1206" y="5260"/>
                  </a:lnTo>
                  <a:lnTo>
                    <a:pt x="3394" y="5438"/>
                  </a:lnTo>
                  <a:lnTo>
                    <a:pt x="3641" y="4563"/>
                  </a:lnTo>
                  <a:lnTo>
                    <a:pt x="1332" y="2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h978"/>
            <p:cNvSpPr/>
            <p:nvPr/>
          </p:nvSpPr>
          <p:spPr>
            <a:xfrm>
              <a:off x="2331304" y="3056357"/>
              <a:ext cx="21439" cy="23349"/>
            </a:xfrm>
            <a:custGeom>
              <a:avLst/>
              <a:pathLst>
                <a:path w="21439" h="23349">
                  <a:moveTo>
                    <a:pt x="21002" y="34"/>
                  </a:moveTo>
                  <a:lnTo>
                    <a:pt x="21439" y="3579"/>
                  </a:lnTo>
                  <a:lnTo>
                    <a:pt x="18344" y="5427"/>
                  </a:lnTo>
                  <a:lnTo>
                    <a:pt x="20595" y="10057"/>
                  </a:lnTo>
                  <a:lnTo>
                    <a:pt x="16208" y="12690"/>
                  </a:lnTo>
                  <a:lnTo>
                    <a:pt x="17096" y="13938"/>
                  </a:lnTo>
                  <a:lnTo>
                    <a:pt x="17621" y="16970"/>
                  </a:lnTo>
                  <a:lnTo>
                    <a:pt x="13713" y="20457"/>
                  </a:lnTo>
                  <a:lnTo>
                    <a:pt x="13302" y="21868"/>
                  </a:lnTo>
                  <a:lnTo>
                    <a:pt x="14135" y="23349"/>
                  </a:lnTo>
                  <a:lnTo>
                    <a:pt x="7447" y="21090"/>
                  </a:lnTo>
                  <a:lnTo>
                    <a:pt x="4210" y="11843"/>
                  </a:lnTo>
                  <a:lnTo>
                    <a:pt x="2416" y="10891"/>
                  </a:lnTo>
                  <a:lnTo>
                    <a:pt x="304" y="11511"/>
                  </a:lnTo>
                  <a:lnTo>
                    <a:pt x="652" y="7996"/>
                  </a:lnTo>
                  <a:lnTo>
                    <a:pt x="0" y="5225"/>
                  </a:lnTo>
                  <a:lnTo>
                    <a:pt x="618" y="4231"/>
                  </a:lnTo>
                  <a:lnTo>
                    <a:pt x="3576" y="6060"/>
                  </a:lnTo>
                  <a:lnTo>
                    <a:pt x="10128" y="4641"/>
                  </a:lnTo>
                  <a:lnTo>
                    <a:pt x="14589" y="3098"/>
                  </a:lnTo>
                  <a:lnTo>
                    <a:pt x="1643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h979"/>
            <p:cNvSpPr/>
            <p:nvPr/>
          </p:nvSpPr>
          <p:spPr>
            <a:xfrm>
              <a:off x="2207483" y="3126373"/>
              <a:ext cx="46072" cy="71793"/>
            </a:xfrm>
            <a:custGeom>
              <a:avLst/>
              <a:pathLst>
                <a:path w="46072" h="71793">
                  <a:moveTo>
                    <a:pt x="33839" y="0"/>
                  </a:moveTo>
                  <a:lnTo>
                    <a:pt x="35392" y="1656"/>
                  </a:lnTo>
                  <a:lnTo>
                    <a:pt x="42381" y="1639"/>
                  </a:lnTo>
                  <a:lnTo>
                    <a:pt x="41007" y="5391"/>
                  </a:lnTo>
                  <a:lnTo>
                    <a:pt x="39577" y="18308"/>
                  </a:lnTo>
                  <a:lnTo>
                    <a:pt x="36765" y="21553"/>
                  </a:lnTo>
                  <a:lnTo>
                    <a:pt x="35741" y="26728"/>
                  </a:lnTo>
                  <a:lnTo>
                    <a:pt x="42572" y="41496"/>
                  </a:lnTo>
                  <a:lnTo>
                    <a:pt x="46072" y="43901"/>
                  </a:lnTo>
                  <a:lnTo>
                    <a:pt x="45923" y="46360"/>
                  </a:lnTo>
                  <a:lnTo>
                    <a:pt x="44986" y="47261"/>
                  </a:lnTo>
                  <a:lnTo>
                    <a:pt x="31669" y="51221"/>
                  </a:lnTo>
                  <a:lnTo>
                    <a:pt x="27023" y="53939"/>
                  </a:lnTo>
                  <a:lnTo>
                    <a:pt x="25860" y="70081"/>
                  </a:lnTo>
                  <a:lnTo>
                    <a:pt x="19172" y="71793"/>
                  </a:lnTo>
                  <a:lnTo>
                    <a:pt x="12210" y="70086"/>
                  </a:lnTo>
                  <a:lnTo>
                    <a:pt x="7104" y="65218"/>
                  </a:lnTo>
                  <a:lnTo>
                    <a:pt x="2998" y="63877"/>
                  </a:lnTo>
                  <a:lnTo>
                    <a:pt x="4234" y="54972"/>
                  </a:lnTo>
                  <a:lnTo>
                    <a:pt x="4076" y="47211"/>
                  </a:lnTo>
                  <a:lnTo>
                    <a:pt x="1429" y="40831"/>
                  </a:lnTo>
                  <a:lnTo>
                    <a:pt x="4218" y="38067"/>
                  </a:lnTo>
                  <a:lnTo>
                    <a:pt x="2025" y="34543"/>
                  </a:lnTo>
                  <a:lnTo>
                    <a:pt x="244" y="27590"/>
                  </a:lnTo>
                  <a:lnTo>
                    <a:pt x="0" y="23129"/>
                  </a:lnTo>
                  <a:lnTo>
                    <a:pt x="6965" y="18054"/>
                  </a:lnTo>
                  <a:lnTo>
                    <a:pt x="9812" y="15458"/>
                  </a:lnTo>
                  <a:lnTo>
                    <a:pt x="12917" y="14928"/>
                  </a:lnTo>
                  <a:lnTo>
                    <a:pt x="13796" y="16396"/>
                  </a:lnTo>
                  <a:lnTo>
                    <a:pt x="20089" y="12258"/>
                  </a:lnTo>
                  <a:lnTo>
                    <a:pt x="24155" y="12170"/>
                  </a:lnTo>
                  <a:lnTo>
                    <a:pt x="28986" y="4779"/>
                  </a:lnTo>
                  <a:lnTo>
                    <a:pt x="29157" y="2497"/>
                  </a:lnTo>
                  <a:lnTo>
                    <a:pt x="30613" y="69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h980"/>
            <p:cNvSpPr/>
            <p:nvPr/>
          </p:nvSpPr>
          <p:spPr>
            <a:xfrm>
              <a:off x="2435897" y="3006503"/>
              <a:ext cx="18350" cy="24751"/>
            </a:xfrm>
            <a:custGeom>
              <a:avLst/>
              <a:pathLst>
                <a:path w="18350" h="24751">
                  <a:moveTo>
                    <a:pt x="11885" y="2435"/>
                  </a:moveTo>
                  <a:lnTo>
                    <a:pt x="14500" y="2038"/>
                  </a:lnTo>
                  <a:lnTo>
                    <a:pt x="15783" y="5450"/>
                  </a:lnTo>
                  <a:lnTo>
                    <a:pt x="17408" y="5332"/>
                  </a:lnTo>
                  <a:lnTo>
                    <a:pt x="18350" y="11035"/>
                  </a:lnTo>
                  <a:lnTo>
                    <a:pt x="16019" y="11819"/>
                  </a:lnTo>
                  <a:lnTo>
                    <a:pt x="15342" y="13120"/>
                  </a:lnTo>
                  <a:lnTo>
                    <a:pt x="11153" y="20133"/>
                  </a:lnTo>
                  <a:lnTo>
                    <a:pt x="12478" y="21351"/>
                  </a:lnTo>
                  <a:lnTo>
                    <a:pt x="13029" y="23382"/>
                  </a:lnTo>
                  <a:lnTo>
                    <a:pt x="12163" y="24166"/>
                  </a:lnTo>
                  <a:lnTo>
                    <a:pt x="11134" y="23396"/>
                  </a:lnTo>
                  <a:lnTo>
                    <a:pt x="7545" y="24751"/>
                  </a:lnTo>
                  <a:lnTo>
                    <a:pt x="3598" y="22932"/>
                  </a:lnTo>
                  <a:lnTo>
                    <a:pt x="3911" y="13247"/>
                  </a:lnTo>
                  <a:lnTo>
                    <a:pt x="776" y="11735"/>
                  </a:lnTo>
                  <a:lnTo>
                    <a:pt x="0" y="11283"/>
                  </a:lnTo>
                  <a:lnTo>
                    <a:pt x="778" y="9261"/>
                  </a:lnTo>
                  <a:lnTo>
                    <a:pt x="3414" y="10133"/>
                  </a:lnTo>
                  <a:lnTo>
                    <a:pt x="8466" y="7313"/>
                  </a:lnTo>
                  <a:lnTo>
                    <a:pt x="8751" y="2542"/>
                  </a:lnTo>
                  <a:lnTo>
                    <a:pt x="993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h981"/>
            <p:cNvSpPr/>
            <p:nvPr/>
          </p:nvSpPr>
          <p:spPr>
            <a:xfrm>
              <a:off x="2346433" y="2971244"/>
              <a:ext cx="23348" cy="26812"/>
            </a:xfrm>
            <a:custGeom>
              <a:avLst/>
              <a:pathLst>
                <a:path w="23348" h="26812">
                  <a:moveTo>
                    <a:pt x="21351" y="662"/>
                  </a:moveTo>
                  <a:lnTo>
                    <a:pt x="20284" y="2235"/>
                  </a:lnTo>
                  <a:lnTo>
                    <a:pt x="22204" y="4961"/>
                  </a:lnTo>
                  <a:lnTo>
                    <a:pt x="23348" y="5197"/>
                  </a:lnTo>
                  <a:lnTo>
                    <a:pt x="22532" y="9633"/>
                  </a:lnTo>
                  <a:lnTo>
                    <a:pt x="21995" y="11890"/>
                  </a:lnTo>
                  <a:lnTo>
                    <a:pt x="16886" y="17416"/>
                  </a:lnTo>
                  <a:lnTo>
                    <a:pt x="13520" y="23755"/>
                  </a:lnTo>
                  <a:lnTo>
                    <a:pt x="12134" y="26349"/>
                  </a:lnTo>
                  <a:lnTo>
                    <a:pt x="6008" y="26812"/>
                  </a:lnTo>
                  <a:lnTo>
                    <a:pt x="2454" y="25022"/>
                  </a:lnTo>
                  <a:lnTo>
                    <a:pt x="5177" y="22285"/>
                  </a:lnTo>
                  <a:lnTo>
                    <a:pt x="2421" y="17879"/>
                  </a:lnTo>
                  <a:lnTo>
                    <a:pt x="980" y="17691"/>
                  </a:lnTo>
                  <a:lnTo>
                    <a:pt x="0" y="15492"/>
                  </a:lnTo>
                  <a:lnTo>
                    <a:pt x="2547" y="11623"/>
                  </a:lnTo>
                  <a:lnTo>
                    <a:pt x="4992" y="10546"/>
                  </a:lnTo>
                  <a:lnTo>
                    <a:pt x="4640" y="6592"/>
                  </a:lnTo>
                  <a:lnTo>
                    <a:pt x="2901" y="4055"/>
                  </a:lnTo>
                  <a:lnTo>
                    <a:pt x="14107" y="5639"/>
                  </a:lnTo>
                  <a:lnTo>
                    <a:pt x="17925" y="3433"/>
                  </a:lnTo>
                  <a:lnTo>
                    <a:pt x="2046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h982"/>
            <p:cNvSpPr/>
            <p:nvPr/>
          </p:nvSpPr>
          <p:spPr>
            <a:xfrm>
              <a:off x="2528617" y="3045281"/>
              <a:ext cx="13507" cy="10526"/>
            </a:xfrm>
            <a:custGeom>
              <a:avLst/>
              <a:pathLst>
                <a:path w="13507" h="10526">
                  <a:moveTo>
                    <a:pt x="11146" y="984"/>
                  </a:moveTo>
                  <a:lnTo>
                    <a:pt x="13377" y="4557"/>
                  </a:lnTo>
                  <a:lnTo>
                    <a:pt x="12806" y="6011"/>
                  </a:lnTo>
                  <a:lnTo>
                    <a:pt x="13507" y="9386"/>
                  </a:lnTo>
                  <a:lnTo>
                    <a:pt x="4386" y="10526"/>
                  </a:lnTo>
                  <a:lnTo>
                    <a:pt x="1199" y="6914"/>
                  </a:lnTo>
                  <a:lnTo>
                    <a:pt x="0" y="3818"/>
                  </a:lnTo>
                  <a:lnTo>
                    <a:pt x="2178" y="1958"/>
                  </a:lnTo>
                  <a:lnTo>
                    <a:pt x="4570" y="60"/>
                  </a:lnTo>
                  <a:lnTo>
                    <a:pt x="934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h983"/>
            <p:cNvSpPr/>
            <p:nvPr/>
          </p:nvSpPr>
          <p:spPr>
            <a:xfrm>
              <a:off x="2243225" y="3105646"/>
              <a:ext cx="56297" cy="66270"/>
            </a:xfrm>
            <a:custGeom>
              <a:avLst/>
              <a:pathLst>
                <a:path w="56297" h="66270">
                  <a:moveTo>
                    <a:pt x="51026" y="427"/>
                  </a:moveTo>
                  <a:lnTo>
                    <a:pt x="54556" y="485"/>
                  </a:lnTo>
                  <a:lnTo>
                    <a:pt x="52706" y="6465"/>
                  </a:lnTo>
                  <a:lnTo>
                    <a:pt x="46442" y="19193"/>
                  </a:lnTo>
                  <a:lnTo>
                    <a:pt x="46195" y="23465"/>
                  </a:lnTo>
                  <a:lnTo>
                    <a:pt x="44667" y="27400"/>
                  </a:lnTo>
                  <a:lnTo>
                    <a:pt x="39942" y="33796"/>
                  </a:lnTo>
                  <a:lnTo>
                    <a:pt x="37731" y="39460"/>
                  </a:lnTo>
                  <a:lnTo>
                    <a:pt x="39706" y="41601"/>
                  </a:lnTo>
                  <a:lnTo>
                    <a:pt x="41761" y="42413"/>
                  </a:lnTo>
                  <a:lnTo>
                    <a:pt x="55263" y="43885"/>
                  </a:lnTo>
                  <a:lnTo>
                    <a:pt x="56039" y="44341"/>
                  </a:lnTo>
                  <a:lnTo>
                    <a:pt x="56297" y="46770"/>
                  </a:lnTo>
                  <a:lnTo>
                    <a:pt x="52447" y="51844"/>
                  </a:lnTo>
                  <a:lnTo>
                    <a:pt x="51326" y="49587"/>
                  </a:lnTo>
                  <a:lnTo>
                    <a:pt x="48738" y="48941"/>
                  </a:lnTo>
                  <a:lnTo>
                    <a:pt x="46059" y="50155"/>
                  </a:lnTo>
                  <a:lnTo>
                    <a:pt x="45286" y="51854"/>
                  </a:lnTo>
                  <a:lnTo>
                    <a:pt x="46493" y="56116"/>
                  </a:lnTo>
                  <a:lnTo>
                    <a:pt x="47463" y="57362"/>
                  </a:lnTo>
                  <a:lnTo>
                    <a:pt x="50058" y="57816"/>
                  </a:lnTo>
                  <a:lnTo>
                    <a:pt x="50687" y="59578"/>
                  </a:lnTo>
                  <a:lnTo>
                    <a:pt x="45439" y="63711"/>
                  </a:lnTo>
                  <a:lnTo>
                    <a:pt x="38175" y="66270"/>
                  </a:lnTo>
                  <a:lnTo>
                    <a:pt x="27468" y="65739"/>
                  </a:lnTo>
                  <a:lnTo>
                    <a:pt x="19278" y="64398"/>
                  </a:lnTo>
                  <a:lnTo>
                    <a:pt x="12726" y="65551"/>
                  </a:lnTo>
                  <a:lnTo>
                    <a:pt x="10330" y="64629"/>
                  </a:lnTo>
                  <a:lnTo>
                    <a:pt x="6830" y="62223"/>
                  </a:lnTo>
                  <a:lnTo>
                    <a:pt x="0" y="47455"/>
                  </a:lnTo>
                  <a:lnTo>
                    <a:pt x="1023" y="42280"/>
                  </a:lnTo>
                  <a:lnTo>
                    <a:pt x="3836" y="39035"/>
                  </a:lnTo>
                  <a:lnTo>
                    <a:pt x="5265" y="26119"/>
                  </a:lnTo>
                  <a:lnTo>
                    <a:pt x="6639" y="22366"/>
                  </a:lnTo>
                  <a:lnTo>
                    <a:pt x="9942" y="24154"/>
                  </a:lnTo>
                  <a:lnTo>
                    <a:pt x="10189" y="28217"/>
                  </a:lnTo>
                  <a:lnTo>
                    <a:pt x="16504" y="28814"/>
                  </a:lnTo>
                  <a:lnTo>
                    <a:pt x="18234" y="26919"/>
                  </a:lnTo>
                  <a:lnTo>
                    <a:pt x="18059" y="22846"/>
                  </a:lnTo>
                  <a:lnTo>
                    <a:pt x="15198" y="20901"/>
                  </a:lnTo>
                  <a:lnTo>
                    <a:pt x="17136" y="11120"/>
                  </a:lnTo>
                  <a:lnTo>
                    <a:pt x="20855" y="8462"/>
                  </a:lnTo>
                  <a:lnTo>
                    <a:pt x="22569" y="10854"/>
                  </a:lnTo>
                  <a:lnTo>
                    <a:pt x="23773" y="11263"/>
                  </a:lnTo>
                  <a:lnTo>
                    <a:pt x="26650" y="10166"/>
                  </a:lnTo>
                  <a:lnTo>
                    <a:pt x="28622" y="7777"/>
                  </a:lnTo>
                  <a:lnTo>
                    <a:pt x="29390" y="5106"/>
                  </a:lnTo>
                  <a:lnTo>
                    <a:pt x="31898" y="6019"/>
                  </a:lnTo>
                  <a:lnTo>
                    <a:pt x="35091" y="4735"/>
                  </a:lnTo>
                  <a:lnTo>
                    <a:pt x="39316" y="0"/>
                  </a:lnTo>
                  <a:lnTo>
                    <a:pt x="40701" y="247"/>
                  </a:lnTo>
                  <a:lnTo>
                    <a:pt x="42207" y="2068"/>
                  </a:lnTo>
                  <a:lnTo>
                    <a:pt x="44563" y="266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h984"/>
            <p:cNvSpPr/>
            <p:nvPr/>
          </p:nvSpPr>
          <p:spPr>
            <a:xfrm>
              <a:off x="2515655" y="3041077"/>
              <a:ext cx="15140" cy="9848"/>
            </a:xfrm>
            <a:custGeom>
              <a:avLst/>
              <a:pathLst>
                <a:path w="15140" h="9848">
                  <a:moveTo>
                    <a:pt x="7542" y="0"/>
                  </a:moveTo>
                  <a:lnTo>
                    <a:pt x="10668" y="722"/>
                  </a:lnTo>
                  <a:lnTo>
                    <a:pt x="15140" y="6162"/>
                  </a:lnTo>
                  <a:lnTo>
                    <a:pt x="12961" y="8021"/>
                  </a:lnTo>
                  <a:lnTo>
                    <a:pt x="10533" y="7564"/>
                  </a:lnTo>
                  <a:lnTo>
                    <a:pt x="8919" y="9827"/>
                  </a:lnTo>
                  <a:lnTo>
                    <a:pt x="5142" y="9848"/>
                  </a:lnTo>
                  <a:lnTo>
                    <a:pt x="0" y="784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h985"/>
            <p:cNvSpPr/>
            <p:nvPr/>
          </p:nvSpPr>
          <p:spPr>
            <a:xfrm>
              <a:off x="2111126" y="3174713"/>
              <a:ext cx="120044" cy="79918"/>
            </a:xfrm>
            <a:custGeom>
              <a:avLst/>
              <a:pathLst>
                <a:path w="120044" h="79918">
                  <a:moveTo>
                    <a:pt x="24014" y="5515"/>
                  </a:moveTo>
                  <a:lnTo>
                    <a:pt x="27694" y="8689"/>
                  </a:lnTo>
                  <a:lnTo>
                    <a:pt x="33420" y="10710"/>
                  </a:lnTo>
                  <a:lnTo>
                    <a:pt x="38381" y="8602"/>
                  </a:lnTo>
                  <a:lnTo>
                    <a:pt x="39605" y="9666"/>
                  </a:lnTo>
                  <a:lnTo>
                    <a:pt x="41803" y="12822"/>
                  </a:lnTo>
                  <a:lnTo>
                    <a:pt x="41950" y="15613"/>
                  </a:lnTo>
                  <a:lnTo>
                    <a:pt x="40779" y="18000"/>
                  </a:lnTo>
                  <a:lnTo>
                    <a:pt x="40382" y="21851"/>
                  </a:lnTo>
                  <a:lnTo>
                    <a:pt x="42384" y="23471"/>
                  </a:lnTo>
                  <a:lnTo>
                    <a:pt x="44357" y="24352"/>
                  </a:lnTo>
                  <a:lnTo>
                    <a:pt x="49658" y="23072"/>
                  </a:lnTo>
                  <a:lnTo>
                    <a:pt x="50186" y="21823"/>
                  </a:lnTo>
                  <a:lnTo>
                    <a:pt x="49768" y="20106"/>
                  </a:lnTo>
                  <a:lnTo>
                    <a:pt x="60100" y="20614"/>
                  </a:lnTo>
                  <a:lnTo>
                    <a:pt x="61675" y="21907"/>
                  </a:lnTo>
                  <a:lnTo>
                    <a:pt x="58223" y="26125"/>
                  </a:lnTo>
                  <a:lnTo>
                    <a:pt x="56201" y="33938"/>
                  </a:lnTo>
                  <a:lnTo>
                    <a:pt x="57221" y="36055"/>
                  </a:lnTo>
                  <a:lnTo>
                    <a:pt x="59289" y="35548"/>
                  </a:lnTo>
                  <a:lnTo>
                    <a:pt x="69213" y="35910"/>
                  </a:lnTo>
                  <a:lnTo>
                    <a:pt x="73979" y="37614"/>
                  </a:lnTo>
                  <a:lnTo>
                    <a:pt x="82850" y="47519"/>
                  </a:lnTo>
                  <a:lnTo>
                    <a:pt x="97011" y="45349"/>
                  </a:lnTo>
                  <a:lnTo>
                    <a:pt x="101204" y="49718"/>
                  </a:lnTo>
                  <a:lnTo>
                    <a:pt x="105615" y="46899"/>
                  </a:lnTo>
                  <a:lnTo>
                    <a:pt x="107439" y="49584"/>
                  </a:lnTo>
                  <a:lnTo>
                    <a:pt x="110781" y="51101"/>
                  </a:lnTo>
                  <a:lnTo>
                    <a:pt x="116541" y="49808"/>
                  </a:lnTo>
                  <a:lnTo>
                    <a:pt x="118233" y="50121"/>
                  </a:lnTo>
                  <a:lnTo>
                    <a:pt x="120044" y="55345"/>
                  </a:lnTo>
                  <a:lnTo>
                    <a:pt x="116907" y="59092"/>
                  </a:lnTo>
                  <a:lnTo>
                    <a:pt x="113535" y="61683"/>
                  </a:lnTo>
                  <a:lnTo>
                    <a:pt x="112905" y="63792"/>
                  </a:lnTo>
                  <a:lnTo>
                    <a:pt x="114419" y="70890"/>
                  </a:lnTo>
                  <a:lnTo>
                    <a:pt x="113410" y="72183"/>
                  </a:lnTo>
                  <a:lnTo>
                    <a:pt x="113685" y="79918"/>
                  </a:lnTo>
                  <a:lnTo>
                    <a:pt x="83826" y="66103"/>
                  </a:lnTo>
                  <a:lnTo>
                    <a:pt x="79490" y="65101"/>
                  </a:lnTo>
                  <a:lnTo>
                    <a:pt x="72923" y="65016"/>
                  </a:lnTo>
                  <a:lnTo>
                    <a:pt x="60765" y="59970"/>
                  </a:lnTo>
                  <a:lnTo>
                    <a:pt x="56218" y="59616"/>
                  </a:lnTo>
                  <a:lnTo>
                    <a:pt x="44828" y="54738"/>
                  </a:lnTo>
                  <a:lnTo>
                    <a:pt x="40880" y="54359"/>
                  </a:lnTo>
                  <a:lnTo>
                    <a:pt x="27465" y="47637"/>
                  </a:lnTo>
                  <a:lnTo>
                    <a:pt x="23478" y="44764"/>
                  </a:lnTo>
                  <a:lnTo>
                    <a:pt x="21295" y="39798"/>
                  </a:lnTo>
                  <a:lnTo>
                    <a:pt x="21185" y="36866"/>
                  </a:lnTo>
                  <a:lnTo>
                    <a:pt x="19731" y="33386"/>
                  </a:lnTo>
                  <a:lnTo>
                    <a:pt x="14599" y="23530"/>
                  </a:lnTo>
                  <a:lnTo>
                    <a:pt x="8064" y="17122"/>
                  </a:lnTo>
                  <a:lnTo>
                    <a:pt x="3831" y="13771"/>
                  </a:lnTo>
                  <a:lnTo>
                    <a:pt x="0" y="11909"/>
                  </a:lnTo>
                  <a:lnTo>
                    <a:pt x="1931" y="7810"/>
                  </a:lnTo>
                  <a:lnTo>
                    <a:pt x="5793" y="7184"/>
                  </a:lnTo>
                  <a:lnTo>
                    <a:pt x="12204" y="2284"/>
                  </a:lnTo>
                  <a:lnTo>
                    <a:pt x="15154" y="891"/>
                  </a:lnTo>
                  <a:lnTo>
                    <a:pt x="18270" y="899"/>
                  </a:lnTo>
                  <a:lnTo>
                    <a:pt x="1990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h986"/>
            <p:cNvSpPr/>
            <p:nvPr/>
          </p:nvSpPr>
          <p:spPr>
            <a:xfrm>
              <a:off x="2342173" y="3093938"/>
              <a:ext cx="35347" cy="45652"/>
            </a:xfrm>
            <a:custGeom>
              <a:avLst/>
              <a:pathLst>
                <a:path w="35347" h="45652">
                  <a:moveTo>
                    <a:pt x="28430" y="962"/>
                  </a:moveTo>
                  <a:lnTo>
                    <a:pt x="31378" y="1779"/>
                  </a:lnTo>
                  <a:lnTo>
                    <a:pt x="34506" y="1286"/>
                  </a:lnTo>
                  <a:lnTo>
                    <a:pt x="35347" y="5695"/>
                  </a:lnTo>
                  <a:lnTo>
                    <a:pt x="34610" y="8096"/>
                  </a:lnTo>
                  <a:lnTo>
                    <a:pt x="29181" y="13768"/>
                  </a:lnTo>
                  <a:lnTo>
                    <a:pt x="28722" y="14880"/>
                  </a:lnTo>
                  <a:lnTo>
                    <a:pt x="29304" y="17276"/>
                  </a:lnTo>
                  <a:lnTo>
                    <a:pt x="28529" y="19907"/>
                  </a:lnTo>
                  <a:lnTo>
                    <a:pt x="29465" y="24914"/>
                  </a:lnTo>
                  <a:lnTo>
                    <a:pt x="27491" y="27548"/>
                  </a:lnTo>
                  <a:lnTo>
                    <a:pt x="28635" y="31632"/>
                  </a:lnTo>
                  <a:lnTo>
                    <a:pt x="30563" y="34540"/>
                  </a:lnTo>
                  <a:lnTo>
                    <a:pt x="30383" y="35768"/>
                  </a:lnTo>
                  <a:lnTo>
                    <a:pt x="27945" y="37324"/>
                  </a:lnTo>
                  <a:lnTo>
                    <a:pt x="27258" y="38966"/>
                  </a:lnTo>
                  <a:lnTo>
                    <a:pt x="26368" y="41379"/>
                  </a:lnTo>
                  <a:lnTo>
                    <a:pt x="27038" y="43731"/>
                  </a:lnTo>
                  <a:lnTo>
                    <a:pt x="19745" y="45652"/>
                  </a:lnTo>
                  <a:lnTo>
                    <a:pt x="5199" y="34744"/>
                  </a:lnTo>
                  <a:lnTo>
                    <a:pt x="6455" y="33278"/>
                  </a:lnTo>
                  <a:lnTo>
                    <a:pt x="9212" y="32522"/>
                  </a:lnTo>
                  <a:lnTo>
                    <a:pt x="10081" y="31446"/>
                  </a:lnTo>
                  <a:lnTo>
                    <a:pt x="6574" y="19339"/>
                  </a:lnTo>
                  <a:lnTo>
                    <a:pt x="7592" y="15322"/>
                  </a:lnTo>
                  <a:lnTo>
                    <a:pt x="6882" y="12525"/>
                  </a:lnTo>
                  <a:lnTo>
                    <a:pt x="4168" y="10305"/>
                  </a:lnTo>
                  <a:lnTo>
                    <a:pt x="1330" y="9416"/>
                  </a:lnTo>
                  <a:lnTo>
                    <a:pt x="952" y="8407"/>
                  </a:lnTo>
                  <a:lnTo>
                    <a:pt x="3122" y="6093"/>
                  </a:lnTo>
                  <a:lnTo>
                    <a:pt x="6325" y="5047"/>
                  </a:lnTo>
                  <a:lnTo>
                    <a:pt x="6443" y="4047"/>
                  </a:lnTo>
                  <a:lnTo>
                    <a:pt x="3152" y="2806"/>
                  </a:lnTo>
                  <a:lnTo>
                    <a:pt x="0" y="3404"/>
                  </a:lnTo>
                  <a:lnTo>
                    <a:pt x="4693" y="0"/>
                  </a:lnTo>
                  <a:lnTo>
                    <a:pt x="12371" y="2943"/>
                  </a:lnTo>
                  <a:lnTo>
                    <a:pt x="18744" y="108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h987"/>
            <p:cNvSpPr/>
            <p:nvPr/>
          </p:nvSpPr>
          <p:spPr>
            <a:xfrm>
              <a:off x="2210841" y="3154587"/>
              <a:ext cx="92425" cy="68879"/>
            </a:xfrm>
            <a:custGeom>
              <a:avLst/>
              <a:pathLst>
                <a:path w="92425" h="68879">
                  <a:moveTo>
                    <a:pt x="83710" y="645"/>
                  </a:moveTo>
                  <a:lnTo>
                    <a:pt x="84831" y="2902"/>
                  </a:lnTo>
                  <a:lnTo>
                    <a:pt x="86114" y="4702"/>
                  </a:lnTo>
                  <a:lnTo>
                    <a:pt x="86724" y="8175"/>
                  </a:lnTo>
                  <a:lnTo>
                    <a:pt x="85215" y="10450"/>
                  </a:lnTo>
                  <a:lnTo>
                    <a:pt x="85768" y="12581"/>
                  </a:lnTo>
                  <a:lnTo>
                    <a:pt x="87594" y="17233"/>
                  </a:lnTo>
                  <a:lnTo>
                    <a:pt x="89368" y="18187"/>
                  </a:lnTo>
                  <a:lnTo>
                    <a:pt x="90576" y="22036"/>
                  </a:lnTo>
                  <a:lnTo>
                    <a:pt x="90387" y="23159"/>
                  </a:lnTo>
                  <a:lnTo>
                    <a:pt x="92425" y="28118"/>
                  </a:lnTo>
                  <a:lnTo>
                    <a:pt x="85165" y="30516"/>
                  </a:lnTo>
                  <a:lnTo>
                    <a:pt x="80058" y="33206"/>
                  </a:lnTo>
                  <a:lnTo>
                    <a:pt x="78079" y="35631"/>
                  </a:lnTo>
                  <a:lnTo>
                    <a:pt x="77406" y="38175"/>
                  </a:lnTo>
                  <a:lnTo>
                    <a:pt x="79513" y="41275"/>
                  </a:lnTo>
                  <a:lnTo>
                    <a:pt x="78045" y="46190"/>
                  </a:lnTo>
                  <a:lnTo>
                    <a:pt x="76555" y="47626"/>
                  </a:lnTo>
                  <a:lnTo>
                    <a:pt x="74185" y="46194"/>
                  </a:lnTo>
                  <a:lnTo>
                    <a:pt x="72378" y="46525"/>
                  </a:lnTo>
                  <a:lnTo>
                    <a:pt x="70015" y="48605"/>
                  </a:lnTo>
                  <a:lnTo>
                    <a:pt x="70436" y="55136"/>
                  </a:lnTo>
                  <a:lnTo>
                    <a:pt x="66098" y="58042"/>
                  </a:lnTo>
                  <a:lnTo>
                    <a:pt x="62622" y="58617"/>
                  </a:lnTo>
                  <a:lnTo>
                    <a:pt x="56117" y="57992"/>
                  </a:lnTo>
                  <a:lnTo>
                    <a:pt x="53599" y="59483"/>
                  </a:lnTo>
                  <a:lnTo>
                    <a:pt x="50446" y="64917"/>
                  </a:lnTo>
                  <a:lnTo>
                    <a:pt x="50985" y="67366"/>
                  </a:lnTo>
                  <a:lnTo>
                    <a:pt x="49402" y="68879"/>
                  </a:lnTo>
                  <a:lnTo>
                    <a:pt x="36139" y="64766"/>
                  </a:lnTo>
                  <a:lnTo>
                    <a:pt x="29352" y="66937"/>
                  </a:lnTo>
                  <a:lnTo>
                    <a:pt x="24485" y="62049"/>
                  </a:lnTo>
                  <a:lnTo>
                    <a:pt x="19845" y="59706"/>
                  </a:lnTo>
                  <a:lnTo>
                    <a:pt x="15530" y="60271"/>
                  </a:lnTo>
                  <a:lnTo>
                    <a:pt x="10171" y="58662"/>
                  </a:lnTo>
                  <a:lnTo>
                    <a:pt x="9893" y="57610"/>
                  </a:lnTo>
                  <a:lnTo>
                    <a:pt x="0" y="47335"/>
                  </a:lnTo>
                  <a:lnTo>
                    <a:pt x="8852" y="41871"/>
                  </a:lnTo>
                  <a:lnTo>
                    <a:pt x="15814" y="43579"/>
                  </a:lnTo>
                  <a:lnTo>
                    <a:pt x="22502" y="41867"/>
                  </a:lnTo>
                  <a:lnTo>
                    <a:pt x="23665" y="25725"/>
                  </a:lnTo>
                  <a:lnTo>
                    <a:pt x="28311" y="23006"/>
                  </a:lnTo>
                  <a:lnTo>
                    <a:pt x="41628" y="19047"/>
                  </a:lnTo>
                  <a:lnTo>
                    <a:pt x="42565" y="18145"/>
                  </a:lnTo>
                  <a:lnTo>
                    <a:pt x="42714" y="15687"/>
                  </a:lnTo>
                  <a:lnTo>
                    <a:pt x="45110" y="16609"/>
                  </a:lnTo>
                  <a:lnTo>
                    <a:pt x="51662" y="15456"/>
                  </a:lnTo>
                  <a:lnTo>
                    <a:pt x="59851" y="16797"/>
                  </a:lnTo>
                  <a:lnTo>
                    <a:pt x="70559" y="17329"/>
                  </a:lnTo>
                  <a:lnTo>
                    <a:pt x="77823" y="14769"/>
                  </a:lnTo>
                  <a:lnTo>
                    <a:pt x="83070" y="10636"/>
                  </a:lnTo>
                  <a:lnTo>
                    <a:pt x="82441" y="8874"/>
                  </a:lnTo>
                  <a:lnTo>
                    <a:pt x="79847" y="8420"/>
                  </a:lnTo>
                  <a:lnTo>
                    <a:pt x="78877" y="7174"/>
                  </a:lnTo>
                  <a:lnTo>
                    <a:pt x="77670" y="2912"/>
                  </a:lnTo>
                  <a:lnTo>
                    <a:pt x="78443" y="1213"/>
                  </a:lnTo>
                  <a:lnTo>
                    <a:pt x="8112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h988"/>
            <p:cNvSpPr/>
            <p:nvPr/>
          </p:nvSpPr>
          <p:spPr>
            <a:xfrm>
              <a:off x="2368541" y="3109971"/>
              <a:ext cx="55912" cy="63779"/>
            </a:xfrm>
            <a:custGeom>
              <a:avLst/>
              <a:pathLst>
                <a:path w="55912" h="63779">
                  <a:moveTo>
                    <a:pt x="7228" y="0"/>
                  </a:moveTo>
                  <a:lnTo>
                    <a:pt x="8685" y="524"/>
                  </a:lnTo>
                  <a:lnTo>
                    <a:pt x="9181" y="2162"/>
                  </a:lnTo>
                  <a:lnTo>
                    <a:pt x="15500" y="6433"/>
                  </a:lnTo>
                  <a:lnTo>
                    <a:pt x="15911" y="11018"/>
                  </a:lnTo>
                  <a:lnTo>
                    <a:pt x="18297" y="13232"/>
                  </a:lnTo>
                  <a:lnTo>
                    <a:pt x="20341" y="9843"/>
                  </a:lnTo>
                  <a:lnTo>
                    <a:pt x="24605" y="7826"/>
                  </a:lnTo>
                  <a:lnTo>
                    <a:pt x="34938" y="6580"/>
                  </a:lnTo>
                  <a:lnTo>
                    <a:pt x="35222" y="7795"/>
                  </a:lnTo>
                  <a:lnTo>
                    <a:pt x="37425" y="8884"/>
                  </a:lnTo>
                  <a:lnTo>
                    <a:pt x="38977" y="7959"/>
                  </a:lnTo>
                  <a:lnTo>
                    <a:pt x="40328" y="15926"/>
                  </a:lnTo>
                  <a:lnTo>
                    <a:pt x="41489" y="17321"/>
                  </a:lnTo>
                  <a:lnTo>
                    <a:pt x="45358" y="27824"/>
                  </a:lnTo>
                  <a:lnTo>
                    <a:pt x="55912" y="33190"/>
                  </a:lnTo>
                  <a:lnTo>
                    <a:pt x="55712" y="36234"/>
                  </a:lnTo>
                  <a:lnTo>
                    <a:pt x="53579" y="39619"/>
                  </a:lnTo>
                  <a:lnTo>
                    <a:pt x="52779" y="42906"/>
                  </a:lnTo>
                  <a:lnTo>
                    <a:pt x="53880" y="48628"/>
                  </a:lnTo>
                  <a:lnTo>
                    <a:pt x="50536" y="51712"/>
                  </a:lnTo>
                  <a:lnTo>
                    <a:pt x="51051" y="53593"/>
                  </a:lnTo>
                  <a:lnTo>
                    <a:pt x="49312" y="57908"/>
                  </a:lnTo>
                  <a:lnTo>
                    <a:pt x="41372" y="63161"/>
                  </a:lnTo>
                  <a:lnTo>
                    <a:pt x="37423" y="63779"/>
                  </a:lnTo>
                  <a:lnTo>
                    <a:pt x="31202" y="62258"/>
                  </a:lnTo>
                  <a:lnTo>
                    <a:pt x="28668" y="63360"/>
                  </a:lnTo>
                  <a:lnTo>
                    <a:pt x="27007" y="62767"/>
                  </a:lnTo>
                  <a:lnTo>
                    <a:pt x="17037" y="54840"/>
                  </a:lnTo>
                  <a:lnTo>
                    <a:pt x="15376" y="45659"/>
                  </a:lnTo>
                  <a:lnTo>
                    <a:pt x="6368" y="35896"/>
                  </a:lnTo>
                  <a:lnTo>
                    <a:pt x="7304" y="31719"/>
                  </a:lnTo>
                  <a:lnTo>
                    <a:pt x="3999" y="30475"/>
                  </a:lnTo>
                  <a:lnTo>
                    <a:pt x="669" y="27698"/>
                  </a:lnTo>
                  <a:lnTo>
                    <a:pt x="0" y="25346"/>
                  </a:lnTo>
                  <a:lnTo>
                    <a:pt x="890" y="22933"/>
                  </a:lnTo>
                  <a:lnTo>
                    <a:pt x="1576" y="21291"/>
                  </a:lnTo>
                  <a:lnTo>
                    <a:pt x="4015" y="19735"/>
                  </a:lnTo>
                  <a:lnTo>
                    <a:pt x="4194" y="18507"/>
                  </a:lnTo>
                  <a:lnTo>
                    <a:pt x="2266" y="15599"/>
                  </a:lnTo>
                  <a:lnTo>
                    <a:pt x="1122" y="11515"/>
                  </a:lnTo>
                  <a:lnTo>
                    <a:pt x="3097" y="8881"/>
                  </a:lnTo>
                  <a:lnTo>
                    <a:pt x="2161" y="3874"/>
                  </a:lnTo>
                  <a:lnTo>
                    <a:pt x="2936" y="124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h989"/>
            <p:cNvSpPr/>
            <p:nvPr/>
          </p:nvSpPr>
          <p:spPr>
            <a:xfrm>
              <a:off x="2284239" y="2956628"/>
              <a:ext cx="25519" cy="16124"/>
            </a:xfrm>
            <a:custGeom>
              <a:avLst/>
              <a:pathLst>
                <a:path w="25519" h="16124">
                  <a:moveTo>
                    <a:pt x="17643" y="0"/>
                  </a:moveTo>
                  <a:lnTo>
                    <a:pt x="20805" y="3768"/>
                  </a:lnTo>
                  <a:lnTo>
                    <a:pt x="25519" y="6725"/>
                  </a:lnTo>
                  <a:lnTo>
                    <a:pt x="22267" y="10979"/>
                  </a:lnTo>
                  <a:lnTo>
                    <a:pt x="18243" y="14498"/>
                  </a:lnTo>
                  <a:lnTo>
                    <a:pt x="10574" y="16124"/>
                  </a:lnTo>
                  <a:lnTo>
                    <a:pt x="8586" y="10843"/>
                  </a:lnTo>
                  <a:lnTo>
                    <a:pt x="6088" y="9664"/>
                  </a:lnTo>
                  <a:lnTo>
                    <a:pt x="1315" y="9882"/>
                  </a:lnTo>
                  <a:lnTo>
                    <a:pt x="0" y="4446"/>
                  </a:lnTo>
                  <a:lnTo>
                    <a:pt x="3074" y="154"/>
                  </a:lnTo>
                  <a:lnTo>
                    <a:pt x="7639" y="2529"/>
                  </a:lnTo>
                  <a:lnTo>
                    <a:pt x="11241" y="1796"/>
                  </a:lnTo>
                  <a:lnTo>
                    <a:pt x="12787" y="53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h990"/>
            <p:cNvSpPr/>
            <p:nvPr/>
          </p:nvSpPr>
          <p:spPr>
            <a:xfrm>
              <a:off x="2324105" y="3007487"/>
              <a:ext cx="36981" cy="36116"/>
            </a:xfrm>
            <a:custGeom>
              <a:avLst/>
              <a:pathLst>
                <a:path w="36981" h="36116">
                  <a:moveTo>
                    <a:pt x="8448" y="0"/>
                  </a:moveTo>
                  <a:lnTo>
                    <a:pt x="11564" y="253"/>
                  </a:lnTo>
                  <a:lnTo>
                    <a:pt x="14855" y="2373"/>
                  </a:lnTo>
                  <a:lnTo>
                    <a:pt x="15316" y="5767"/>
                  </a:lnTo>
                  <a:lnTo>
                    <a:pt x="20435" y="10315"/>
                  </a:lnTo>
                  <a:lnTo>
                    <a:pt x="27371" y="9243"/>
                  </a:lnTo>
                  <a:lnTo>
                    <a:pt x="36981" y="9730"/>
                  </a:lnTo>
                  <a:lnTo>
                    <a:pt x="33848" y="28245"/>
                  </a:lnTo>
                  <a:lnTo>
                    <a:pt x="31881" y="35677"/>
                  </a:lnTo>
                  <a:lnTo>
                    <a:pt x="24725" y="36116"/>
                  </a:lnTo>
                  <a:lnTo>
                    <a:pt x="25782" y="29689"/>
                  </a:lnTo>
                  <a:lnTo>
                    <a:pt x="20493" y="28481"/>
                  </a:lnTo>
                  <a:lnTo>
                    <a:pt x="14961" y="28557"/>
                  </a:lnTo>
                  <a:lnTo>
                    <a:pt x="11469" y="25003"/>
                  </a:lnTo>
                  <a:lnTo>
                    <a:pt x="8438" y="23167"/>
                  </a:lnTo>
                  <a:lnTo>
                    <a:pt x="5603" y="22963"/>
                  </a:lnTo>
                  <a:lnTo>
                    <a:pt x="2990" y="21585"/>
                  </a:lnTo>
                  <a:lnTo>
                    <a:pt x="0" y="17571"/>
                  </a:lnTo>
                  <a:lnTo>
                    <a:pt x="777" y="16132"/>
                  </a:lnTo>
                  <a:lnTo>
                    <a:pt x="4113" y="16787"/>
                  </a:lnTo>
                  <a:lnTo>
                    <a:pt x="11365" y="14009"/>
                  </a:lnTo>
                  <a:lnTo>
                    <a:pt x="11501" y="8942"/>
                  </a:lnTo>
                  <a:lnTo>
                    <a:pt x="9104" y="1909"/>
                  </a:lnTo>
                  <a:lnTo>
                    <a:pt x="7825" y="30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h991"/>
            <p:cNvSpPr/>
            <p:nvPr/>
          </p:nvSpPr>
          <p:spPr>
            <a:xfrm>
              <a:off x="2293818" y="3010726"/>
              <a:ext cx="348" cy="594"/>
            </a:xfrm>
            <a:custGeom>
              <a:avLst/>
              <a:pathLst>
                <a:path w="348" h="594">
                  <a:moveTo>
                    <a:pt x="348" y="424"/>
                  </a:moveTo>
                  <a:lnTo>
                    <a:pt x="0" y="594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h992"/>
            <p:cNvSpPr/>
            <p:nvPr/>
          </p:nvSpPr>
          <p:spPr>
            <a:xfrm>
              <a:off x="2273700" y="2988822"/>
              <a:ext cx="35281" cy="20855"/>
            </a:xfrm>
            <a:custGeom>
              <a:avLst/>
              <a:pathLst>
                <a:path w="35281" h="20855">
                  <a:moveTo>
                    <a:pt x="14548" y="2579"/>
                  </a:moveTo>
                  <a:lnTo>
                    <a:pt x="23695" y="2525"/>
                  </a:lnTo>
                  <a:lnTo>
                    <a:pt x="32563" y="4288"/>
                  </a:lnTo>
                  <a:lnTo>
                    <a:pt x="33407" y="5695"/>
                  </a:lnTo>
                  <a:lnTo>
                    <a:pt x="31452" y="9926"/>
                  </a:lnTo>
                  <a:lnTo>
                    <a:pt x="31772" y="11744"/>
                  </a:lnTo>
                  <a:lnTo>
                    <a:pt x="34583" y="11640"/>
                  </a:lnTo>
                  <a:lnTo>
                    <a:pt x="35281" y="12563"/>
                  </a:lnTo>
                  <a:lnTo>
                    <a:pt x="34251" y="16473"/>
                  </a:lnTo>
                  <a:lnTo>
                    <a:pt x="33224" y="16726"/>
                  </a:lnTo>
                  <a:lnTo>
                    <a:pt x="28697" y="15813"/>
                  </a:lnTo>
                  <a:lnTo>
                    <a:pt x="24629" y="16804"/>
                  </a:lnTo>
                  <a:lnTo>
                    <a:pt x="22292" y="20008"/>
                  </a:lnTo>
                  <a:lnTo>
                    <a:pt x="17177" y="20855"/>
                  </a:lnTo>
                  <a:lnTo>
                    <a:pt x="12136" y="15475"/>
                  </a:lnTo>
                  <a:lnTo>
                    <a:pt x="9792" y="14350"/>
                  </a:lnTo>
                  <a:lnTo>
                    <a:pt x="4616" y="17087"/>
                  </a:lnTo>
                  <a:lnTo>
                    <a:pt x="2059" y="15454"/>
                  </a:lnTo>
                  <a:lnTo>
                    <a:pt x="3808" y="13598"/>
                  </a:lnTo>
                  <a:lnTo>
                    <a:pt x="3469" y="12890"/>
                  </a:lnTo>
                  <a:lnTo>
                    <a:pt x="949" y="12470"/>
                  </a:lnTo>
                  <a:lnTo>
                    <a:pt x="0" y="8601"/>
                  </a:lnTo>
                  <a:lnTo>
                    <a:pt x="3425" y="8014"/>
                  </a:lnTo>
                  <a:lnTo>
                    <a:pt x="4323" y="4659"/>
                  </a:lnTo>
                  <a:lnTo>
                    <a:pt x="5952" y="411"/>
                  </a:lnTo>
                  <a:lnTo>
                    <a:pt x="8084" y="1046"/>
                  </a:lnTo>
                  <a:lnTo>
                    <a:pt x="11105" y="0"/>
                  </a:lnTo>
                  <a:lnTo>
                    <a:pt x="13097" y="65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h993"/>
            <p:cNvSpPr/>
            <p:nvPr/>
          </p:nvSpPr>
          <p:spPr>
            <a:xfrm>
              <a:off x="2313589" y="2970694"/>
              <a:ext cx="16006" cy="18248"/>
            </a:xfrm>
            <a:custGeom>
              <a:avLst/>
              <a:pathLst>
                <a:path w="16006" h="18248">
                  <a:moveTo>
                    <a:pt x="13439" y="2114"/>
                  </a:moveTo>
                  <a:lnTo>
                    <a:pt x="14396" y="3940"/>
                  </a:lnTo>
                  <a:lnTo>
                    <a:pt x="14675" y="6976"/>
                  </a:lnTo>
                  <a:lnTo>
                    <a:pt x="16006" y="8659"/>
                  </a:lnTo>
                  <a:lnTo>
                    <a:pt x="14234" y="8516"/>
                  </a:lnTo>
                  <a:lnTo>
                    <a:pt x="13811" y="11914"/>
                  </a:lnTo>
                  <a:lnTo>
                    <a:pt x="15791" y="15862"/>
                  </a:lnTo>
                  <a:lnTo>
                    <a:pt x="13733" y="18248"/>
                  </a:lnTo>
                  <a:lnTo>
                    <a:pt x="9200" y="16220"/>
                  </a:lnTo>
                  <a:lnTo>
                    <a:pt x="3503" y="11255"/>
                  </a:lnTo>
                  <a:lnTo>
                    <a:pt x="1977" y="5830"/>
                  </a:lnTo>
                  <a:lnTo>
                    <a:pt x="0" y="3922"/>
                  </a:lnTo>
                  <a:lnTo>
                    <a:pt x="990" y="2560"/>
                  </a:lnTo>
                  <a:lnTo>
                    <a:pt x="6772" y="1995"/>
                  </a:lnTo>
                  <a:lnTo>
                    <a:pt x="924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h994"/>
            <p:cNvSpPr/>
            <p:nvPr/>
          </p:nvSpPr>
          <p:spPr>
            <a:xfrm>
              <a:off x="2451240" y="3005471"/>
              <a:ext cx="47614" cy="31846"/>
            </a:xfrm>
            <a:custGeom>
              <a:avLst/>
              <a:pathLst>
                <a:path w="47614" h="31846">
                  <a:moveTo>
                    <a:pt x="22711" y="2951"/>
                  </a:moveTo>
                  <a:lnTo>
                    <a:pt x="24643" y="8311"/>
                  </a:lnTo>
                  <a:lnTo>
                    <a:pt x="28329" y="8477"/>
                  </a:lnTo>
                  <a:lnTo>
                    <a:pt x="31812" y="4846"/>
                  </a:lnTo>
                  <a:lnTo>
                    <a:pt x="40465" y="2474"/>
                  </a:lnTo>
                  <a:lnTo>
                    <a:pt x="44085" y="2549"/>
                  </a:lnTo>
                  <a:lnTo>
                    <a:pt x="45729" y="3252"/>
                  </a:lnTo>
                  <a:lnTo>
                    <a:pt x="47215" y="6464"/>
                  </a:lnTo>
                  <a:lnTo>
                    <a:pt x="47614" y="9335"/>
                  </a:lnTo>
                  <a:lnTo>
                    <a:pt x="46801" y="14946"/>
                  </a:lnTo>
                  <a:lnTo>
                    <a:pt x="45441" y="20312"/>
                  </a:lnTo>
                  <a:lnTo>
                    <a:pt x="44325" y="21593"/>
                  </a:lnTo>
                  <a:lnTo>
                    <a:pt x="40385" y="20947"/>
                  </a:lnTo>
                  <a:lnTo>
                    <a:pt x="31747" y="23317"/>
                  </a:lnTo>
                  <a:lnTo>
                    <a:pt x="33367" y="26807"/>
                  </a:lnTo>
                  <a:lnTo>
                    <a:pt x="34049" y="30521"/>
                  </a:lnTo>
                  <a:lnTo>
                    <a:pt x="33608" y="31846"/>
                  </a:lnTo>
                  <a:lnTo>
                    <a:pt x="25182" y="30453"/>
                  </a:lnTo>
                  <a:lnTo>
                    <a:pt x="18671" y="22704"/>
                  </a:lnTo>
                  <a:lnTo>
                    <a:pt x="16461" y="18658"/>
                  </a:lnTo>
                  <a:lnTo>
                    <a:pt x="2250" y="16309"/>
                  </a:lnTo>
                  <a:lnTo>
                    <a:pt x="0" y="14151"/>
                  </a:lnTo>
                  <a:lnTo>
                    <a:pt x="676" y="12851"/>
                  </a:lnTo>
                  <a:lnTo>
                    <a:pt x="3008" y="12066"/>
                  </a:lnTo>
                  <a:lnTo>
                    <a:pt x="2065" y="6363"/>
                  </a:lnTo>
                  <a:lnTo>
                    <a:pt x="3409" y="5990"/>
                  </a:lnTo>
                  <a:lnTo>
                    <a:pt x="3423" y="2188"/>
                  </a:lnTo>
                  <a:lnTo>
                    <a:pt x="8574" y="2276"/>
                  </a:lnTo>
                  <a:lnTo>
                    <a:pt x="11493" y="4569"/>
                  </a:lnTo>
                  <a:lnTo>
                    <a:pt x="17314" y="5747"/>
                  </a:lnTo>
                  <a:lnTo>
                    <a:pt x="17979" y="3179"/>
                  </a:lnTo>
                  <a:lnTo>
                    <a:pt x="17632" y="786"/>
                  </a:lnTo>
                  <a:lnTo>
                    <a:pt x="1868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h995"/>
            <p:cNvSpPr/>
            <p:nvPr/>
          </p:nvSpPr>
          <p:spPr>
            <a:xfrm>
              <a:off x="2216193" y="3175469"/>
              <a:ext cx="126005" cy="78540"/>
            </a:xfrm>
            <a:custGeom>
              <a:avLst/>
              <a:pathLst>
                <a:path w="126005" h="78540">
                  <a:moveTo>
                    <a:pt x="95987" y="0"/>
                  </a:moveTo>
                  <a:lnTo>
                    <a:pt x="97752" y="3617"/>
                  </a:lnTo>
                  <a:lnTo>
                    <a:pt x="103965" y="8100"/>
                  </a:lnTo>
                  <a:lnTo>
                    <a:pt x="113531" y="4027"/>
                  </a:lnTo>
                  <a:lnTo>
                    <a:pt x="118031" y="7087"/>
                  </a:lnTo>
                  <a:lnTo>
                    <a:pt x="122989" y="8320"/>
                  </a:lnTo>
                  <a:lnTo>
                    <a:pt x="124497" y="15604"/>
                  </a:lnTo>
                  <a:lnTo>
                    <a:pt x="126005" y="16821"/>
                  </a:lnTo>
                  <a:lnTo>
                    <a:pt x="122790" y="19883"/>
                  </a:lnTo>
                  <a:lnTo>
                    <a:pt x="121876" y="24769"/>
                  </a:lnTo>
                  <a:lnTo>
                    <a:pt x="123787" y="32852"/>
                  </a:lnTo>
                  <a:lnTo>
                    <a:pt x="121835" y="37376"/>
                  </a:lnTo>
                  <a:lnTo>
                    <a:pt x="125349" y="43590"/>
                  </a:lnTo>
                  <a:lnTo>
                    <a:pt x="125394" y="47960"/>
                  </a:lnTo>
                  <a:lnTo>
                    <a:pt x="123517" y="54758"/>
                  </a:lnTo>
                  <a:lnTo>
                    <a:pt x="120911" y="53928"/>
                  </a:lnTo>
                  <a:lnTo>
                    <a:pt x="119618" y="56023"/>
                  </a:lnTo>
                  <a:lnTo>
                    <a:pt x="119940" y="57772"/>
                  </a:lnTo>
                  <a:lnTo>
                    <a:pt x="117002" y="59911"/>
                  </a:lnTo>
                  <a:lnTo>
                    <a:pt x="114157" y="60410"/>
                  </a:lnTo>
                  <a:lnTo>
                    <a:pt x="111256" y="62489"/>
                  </a:lnTo>
                  <a:lnTo>
                    <a:pt x="100749" y="64704"/>
                  </a:lnTo>
                  <a:lnTo>
                    <a:pt x="91479" y="65524"/>
                  </a:lnTo>
                  <a:lnTo>
                    <a:pt x="94003" y="60824"/>
                  </a:lnTo>
                  <a:lnTo>
                    <a:pt x="93519" y="59138"/>
                  </a:lnTo>
                  <a:lnTo>
                    <a:pt x="75650" y="57463"/>
                  </a:lnTo>
                  <a:lnTo>
                    <a:pt x="76032" y="60077"/>
                  </a:lnTo>
                  <a:lnTo>
                    <a:pt x="71616" y="59708"/>
                  </a:lnTo>
                  <a:lnTo>
                    <a:pt x="67845" y="60162"/>
                  </a:lnTo>
                  <a:lnTo>
                    <a:pt x="66043" y="61239"/>
                  </a:lnTo>
                  <a:lnTo>
                    <a:pt x="66114" y="62936"/>
                  </a:lnTo>
                  <a:lnTo>
                    <a:pt x="66987" y="63770"/>
                  </a:lnTo>
                  <a:lnTo>
                    <a:pt x="66757" y="66910"/>
                  </a:lnTo>
                  <a:lnTo>
                    <a:pt x="56402" y="68641"/>
                  </a:lnTo>
                  <a:lnTo>
                    <a:pt x="54807" y="72128"/>
                  </a:lnTo>
                  <a:lnTo>
                    <a:pt x="54852" y="74649"/>
                  </a:lnTo>
                  <a:lnTo>
                    <a:pt x="49862" y="77370"/>
                  </a:lnTo>
                  <a:lnTo>
                    <a:pt x="43450" y="78540"/>
                  </a:lnTo>
                  <a:lnTo>
                    <a:pt x="42334" y="77091"/>
                  </a:lnTo>
                  <a:lnTo>
                    <a:pt x="42693" y="75322"/>
                  </a:lnTo>
                  <a:lnTo>
                    <a:pt x="41107" y="72957"/>
                  </a:lnTo>
                  <a:lnTo>
                    <a:pt x="35580" y="72158"/>
                  </a:lnTo>
                  <a:lnTo>
                    <a:pt x="34540" y="69477"/>
                  </a:lnTo>
                  <a:lnTo>
                    <a:pt x="32515" y="69696"/>
                  </a:lnTo>
                  <a:lnTo>
                    <a:pt x="27701" y="72284"/>
                  </a:lnTo>
                  <a:lnTo>
                    <a:pt x="28392" y="74021"/>
                  </a:lnTo>
                  <a:lnTo>
                    <a:pt x="25522" y="76014"/>
                  </a:lnTo>
                  <a:lnTo>
                    <a:pt x="21016" y="73730"/>
                  </a:lnTo>
                  <a:lnTo>
                    <a:pt x="20041" y="70055"/>
                  </a:lnTo>
                  <a:lnTo>
                    <a:pt x="18962" y="69126"/>
                  </a:lnTo>
                  <a:lnTo>
                    <a:pt x="13395" y="71455"/>
                  </a:lnTo>
                  <a:lnTo>
                    <a:pt x="9352" y="70134"/>
                  </a:lnTo>
                  <a:lnTo>
                    <a:pt x="7838" y="63036"/>
                  </a:lnTo>
                  <a:lnTo>
                    <a:pt x="8468" y="60927"/>
                  </a:lnTo>
                  <a:lnTo>
                    <a:pt x="11840" y="58336"/>
                  </a:lnTo>
                  <a:lnTo>
                    <a:pt x="14977" y="54589"/>
                  </a:lnTo>
                  <a:lnTo>
                    <a:pt x="13166" y="49366"/>
                  </a:lnTo>
                  <a:lnTo>
                    <a:pt x="11474" y="49052"/>
                  </a:lnTo>
                  <a:lnTo>
                    <a:pt x="5714" y="50345"/>
                  </a:lnTo>
                  <a:lnTo>
                    <a:pt x="2372" y="48828"/>
                  </a:lnTo>
                  <a:lnTo>
                    <a:pt x="548" y="46143"/>
                  </a:lnTo>
                  <a:lnTo>
                    <a:pt x="0" y="45189"/>
                  </a:lnTo>
                  <a:lnTo>
                    <a:pt x="677" y="40839"/>
                  </a:lnTo>
                  <a:lnTo>
                    <a:pt x="3097" y="37082"/>
                  </a:lnTo>
                  <a:lnTo>
                    <a:pt x="4541" y="36728"/>
                  </a:lnTo>
                  <a:lnTo>
                    <a:pt x="4819" y="37781"/>
                  </a:lnTo>
                  <a:lnTo>
                    <a:pt x="10178" y="39389"/>
                  </a:lnTo>
                  <a:lnTo>
                    <a:pt x="14493" y="38824"/>
                  </a:lnTo>
                  <a:lnTo>
                    <a:pt x="19133" y="41167"/>
                  </a:lnTo>
                  <a:lnTo>
                    <a:pt x="23999" y="46055"/>
                  </a:lnTo>
                  <a:lnTo>
                    <a:pt x="30787" y="43884"/>
                  </a:lnTo>
                  <a:lnTo>
                    <a:pt x="44049" y="47997"/>
                  </a:lnTo>
                  <a:lnTo>
                    <a:pt x="45633" y="46485"/>
                  </a:lnTo>
                  <a:lnTo>
                    <a:pt x="45093" y="44035"/>
                  </a:lnTo>
                  <a:lnTo>
                    <a:pt x="48247" y="38601"/>
                  </a:lnTo>
                  <a:lnTo>
                    <a:pt x="50765" y="37110"/>
                  </a:lnTo>
                  <a:lnTo>
                    <a:pt x="57270" y="37735"/>
                  </a:lnTo>
                  <a:lnTo>
                    <a:pt x="60746" y="37160"/>
                  </a:lnTo>
                  <a:lnTo>
                    <a:pt x="65084" y="34254"/>
                  </a:lnTo>
                  <a:lnTo>
                    <a:pt x="64662" y="27723"/>
                  </a:lnTo>
                  <a:lnTo>
                    <a:pt x="67026" y="25643"/>
                  </a:lnTo>
                  <a:lnTo>
                    <a:pt x="68833" y="25312"/>
                  </a:lnTo>
                  <a:lnTo>
                    <a:pt x="71203" y="26744"/>
                  </a:lnTo>
                  <a:lnTo>
                    <a:pt x="72692" y="25308"/>
                  </a:lnTo>
                  <a:lnTo>
                    <a:pt x="74160" y="20394"/>
                  </a:lnTo>
                  <a:lnTo>
                    <a:pt x="72053" y="17293"/>
                  </a:lnTo>
                  <a:lnTo>
                    <a:pt x="72727" y="14749"/>
                  </a:lnTo>
                  <a:lnTo>
                    <a:pt x="74706" y="12325"/>
                  </a:lnTo>
                  <a:lnTo>
                    <a:pt x="79813" y="9634"/>
                  </a:lnTo>
                  <a:lnTo>
                    <a:pt x="87073" y="7236"/>
                  </a:lnTo>
                  <a:lnTo>
                    <a:pt x="85035" y="2277"/>
                  </a:lnTo>
                  <a:lnTo>
                    <a:pt x="85223" y="115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h996"/>
            <p:cNvSpPr/>
            <p:nvPr/>
          </p:nvSpPr>
          <p:spPr>
            <a:xfrm>
              <a:off x="2239411" y="2966960"/>
              <a:ext cx="20105" cy="9084"/>
            </a:xfrm>
            <a:custGeom>
              <a:avLst/>
              <a:pathLst>
                <a:path w="20105" h="9084">
                  <a:moveTo>
                    <a:pt x="20105" y="0"/>
                  </a:moveTo>
                  <a:lnTo>
                    <a:pt x="17734" y="7302"/>
                  </a:lnTo>
                  <a:lnTo>
                    <a:pt x="15181" y="9084"/>
                  </a:lnTo>
                  <a:lnTo>
                    <a:pt x="12771" y="8210"/>
                  </a:lnTo>
                  <a:lnTo>
                    <a:pt x="200" y="8963"/>
                  </a:lnTo>
                  <a:lnTo>
                    <a:pt x="0" y="8243"/>
                  </a:lnTo>
                  <a:lnTo>
                    <a:pt x="595" y="6420"/>
                  </a:lnTo>
                  <a:lnTo>
                    <a:pt x="1904" y="5791"/>
                  </a:lnTo>
                  <a:lnTo>
                    <a:pt x="5291" y="6785"/>
                  </a:lnTo>
                  <a:lnTo>
                    <a:pt x="7097" y="6016"/>
                  </a:lnTo>
                  <a:lnTo>
                    <a:pt x="9148" y="874"/>
                  </a:lnTo>
                  <a:lnTo>
                    <a:pt x="11709" y="221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h997"/>
            <p:cNvSpPr/>
            <p:nvPr/>
          </p:nvSpPr>
          <p:spPr>
            <a:xfrm>
              <a:off x="2499564" y="3047816"/>
              <a:ext cx="27290" cy="19586"/>
            </a:xfrm>
            <a:custGeom>
              <a:avLst/>
              <a:pathLst>
                <a:path w="27290" h="19586">
                  <a:moveTo>
                    <a:pt x="16091" y="1103"/>
                  </a:moveTo>
                  <a:lnTo>
                    <a:pt x="21233" y="3109"/>
                  </a:lnTo>
                  <a:lnTo>
                    <a:pt x="20116" y="3400"/>
                  </a:lnTo>
                  <a:lnTo>
                    <a:pt x="20139" y="5274"/>
                  </a:lnTo>
                  <a:lnTo>
                    <a:pt x="26089" y="12436"/>
                  </a:lnTo>
                  <a:lnTo>
                    <a:pt x="27290" y="15865"/>
                  </a:lnTo>
                  <a:lnTo>
                    <a:pt x="26611" y="16391"/>
                  </a:lnTo>
                  <a:lnTo>
                    <a:pt x="23453" y="15577"/>
                  </a:lnTo>
                  <a:lnTo>
                    <a:pt x="18598" y="18092"/>
                  </a:lnTo>
                  <a:lnTo>
                    <a:pt x="15854" y="19409"/>
                  </a:lnTo>
                  <a:lnTo>
                    <a:pt x="8751" y="19533"/>
                  </a:lnTo>
                  <a:lnTo>
                    <a:pt x="3835" y="17180"/>
                  </a:lnTo>
                  <a:lnTo>
                    <a:pt x="1196" y="19586"/>
                  </a:lnTo>
                  <a:lnTo>
                    <a:pt x="0" y="18114"/>
                  </a:lnTo>
                  <a:lnTo>
                    <a:pt x="957" y="5960"/>
                  </a:lnTo>
                  <a:lnTo>
                    <a:pt x="4918" y="3914"/>
                  </a:lnTo>
                  <a:lnTo>
                    <a:pt x="9173" y="3690"/>
                  </a:lnTo>
                  <a:lnTo>
                    <a:pt x="10569" y="4440"/>
                  </a:lnTo>
                  <a:lnTo>
                    <a:pt x="12726" y="1928"/>
                  </a:lnTo>
                  <a:lnTo>
                    <a:pt x="14065" y="2477"/>
                  </a:lnTo>
                  <a:lnTo>
                    <a:pt x="1505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h998"/>
            <p:cNvSpPr/>
            <p:nvPr/>
          </p:nvSpPr>
          <p:spPr>
            <a:xfrm>
              <a:off x="2522703" y="2964233"/>
              <a:ext cx="26585" cy="39165"/>
            </a:xfrm>
            <a:custGeom>
              <a:avLst/>
              <a:pathLst>
                <a:path w="26585" h="39165">
                  <a:moveTo>
                    <a:pt x="10829" y="323"/>
                  </a:moveTo>
                  <a:lnTo>
                    <a:pt x="16675" y="2608"/>
                  </a:lnTo>
                  <a:lnTo>
                    <a:pt x="26585" y="10184"/>
                  </a:lnTo>
                  <a:lnTo>
                    <a:pt x="25312" y="14501"/>
                  </a:lnTo>
                  <a:lnTo>
                    <a:pt x="22413" y="17241"/>
                  </a:lnTo>
                  <a:lnTo>
                    <a:pt x="24704" y="20556"/>
                  </a:lnTo>
                  <a:lnTo>
                    <a:pt x="24274" y="27639"/>
                  </a:lnTo>
                  <a:lnTo>
                    <a:pt x="16840" y="31862"/>
                  </a:lnTo>
                  <a:lnTo>
                    <a:pt x="7714" y="33321"/>
                  </a:lnTo>
                  <a:lnTo>
                    <a:pt x="6598" y="36251"/>
                  </a:lnTo>
                  <a:lnTo>
                    <a:pt x="7390" y="37638"/>
                  </a:lnTo>
                  <a:lnTo>
                    <a:pt x="4412" y="39165"/>
                  </a:lnTo>
                  <a:lnTo>
                    <a:pt x="3439" y="35057"/>
                  </a:lnTo>
                  <a:lnTo>
                    <a:pt x="4637" y="35154"/>
                  </a:lnTo>
                  <a:lnTo>
                    <a:pt x="4836" y="36552"/>
                  </a:lnTo>
                  <a:lnTo>
                    <a:pt x="5369" y="36497"/>
                  </a:lnTo>
                  <a:lnTo>
                    <a:pt x="4611" y="30995"/>
                  </a:lnTo>
                  <a:lnTo>
                    <a:pt x="3761" y="28991"/>
                  </a:lnTo>
                  <a:lnTo>
                    <a:pt x="953" y="27274"/>
                  </a:lnTo>
                  <a:lnTo>
                    <a:pt x="0" y="25169"/>
                  </a:lnTo>
                  <a:lnTo>
                    <a:pt x="676" y="22003"/>
                  </a:lnTo>
                  <a:lnTo>
                    <a:pt x="1981" y="20804"/>
                  </a:lnTo>
                  <a:lnTo>
                    <a:pt x="3208" y="19988"/>
                  </a:lnTo>
                  <a:lnTo>
                    <a:pt x="5397" y="11074"/>
                  </a:lnTo>
                  <a:lnTo>
                    <a:pt x="8602" y="4875"/>
                  </a:lnTo>
                  <a:lnTo>
                    <a:pt x="8605" y="3555"/>
                  </a:lnTo>
                  <a:lnTo>
                    <a:pt x="6320" y="2018"/>
                  </a:lnTo>
                  <a:lnTo>
                    <a:pt x="548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h999"/>
            <p:cNvSpPr/>
            <p:nvPr/>
          </p:nvSpPr>
          <p:spPr>
            <a:xfrm>
              <a:off x="2347738" y="3042165"/>
              <a:ext cx="20876" cy="23750"/>
            </a:xfrm>
            <a:custGeom>
              <a:avLst/>
              <a:pathLst>
                <a:path w="20876" h="23750">
                  <a:moveTo>
                    <a:pt x="14823" y="335"/>
                  </a:moveTo>
                  <a:lnTo>
                    <a:pt x="16089" y="3345"/>
                  </a:lnTo>
                  <a:lnTo>
                    <a:pt x="17986" y="3641"/>
                  </a:lnTo>
                  <a:lnTo>
                    <a:pt x="20876" y="7124"/>
                  </a:lnTo>
                  <a:lnTo>
                    <a:pt x="20198" y="13124"/>
                  </a:lnTo>
                  <a:lnTo>
                    <a:pt x="15254" y="23158"/>
                  </a:lnTo>
                  <a:lnTo>
                    <a:pt x="12912" y="23750"/>
                  </a:lnTo>
                  <a:lnTo>
                    <a:pt x="10199" y="22974"/>
                  </a:lnTo>
                  <a:lnTo>
                    <a:pt x="5589" y="20055"/>
                  </a:lnTo>
                  <a:lnTo>
                    <a:pt x="5005" y="17770"/>
                  </a:lnTo>
                  <a:lnTo>
                    <a:pt x="4569" y="14226"/>
                  </a:lnTo>
                  <a:lnTo>
                    <a:pt x="0" y="14191"/>
                  </a:lnTo>
                  <a:lnTo>
                    <a:pt x="1457" y="9069"/>
                  </a:lnTo>
                  <a:lnTo>
                    <a:pt x="26" y="5556"/>
                  </a:lnTo>
                  <a:lnTo>
                    <a:pt x="1092" y="1438"/>
                  </a:lnTo>
                  <a:lnTo>
                    <a:pt x="8248" y="1000"/>
                  </a:lnTo>
                  <a:lnTo>
                    <a:pt x="9751" y="1643"/>
                  </a:lnTo>
                  <a:lnTo>
                    <a:pt x="1224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h1000"/>
            <p:cNvSpPr/>
            <p:nvPr/>
          </p:nvSpPr>
          <p:spPr>
            <a:xfrm>
              <a:off x="2467524" y="3156731"/>
              <a:ext cx="33430" cy="62793"/>
            </a:xfrm>
            <a:custGeom>
              <a:avLst/>
              <a:pathLst>
                <a:path w="33430" h="62793">
                  <a:moveTo>
                    <a:pt x="7874" y="0"/>
                  </a:moveTo>
                  <a:lnTo>
                    <a:pt x="8896" y="3114"/>
                  </a:lnTo>
                  <a:lnTo>
                    <a:pt x="6857" y="5379"/>
                  </a:lnTo>
                  <a:lnTo>
                    <a:pt x="7157" y="10403"/>
                  </a:lnTo>
                  <a:lnTo>
                    <a:pt x="7997" y="10852"/>
                  </a:lnTo>
                  <a:lnTo>
                    <a:pt x="11390" y="18685"/>
                  </a:lnTo>
                  <a:lnTo>
                    <a:pt x="12994" y="24093"/>
                  </a:lnTo>
                  <a:lnTo>
                    <a:pt x="11372" y="34676"/>
                  </a:lnTo>
                  <a:lnTo>
                    <a:pt x="14011" y="40320"/>
                  </a:lnTo>
                  <a:lnTo>
                    <a:pt x="25577" y="47216"/>
                  </a:lnTo>
                  <a:lnTo>
                    <a:pt x="28239" y="50649"/>
                  </a:lnTo>
                  <a:lnTo>
                    <a:pt x="33430" y="53724"/>
                  </a:lnTo>
                  <a:lnTo>
                    <a:pt x="31606" y="57152"/>
                  </a:lnTo>
                  <a:lnTo>
                    <a:pt x="26911" y="62793"/>
                  </a:lnTo>
                  <a:lnTo>
                    <a:pt x="22724" y="59456"/>
                  </a:lnTo>
                  <a:lnTo>
                    <a:pt x="21756" y="57485"/>
                  </a:lnTo>
                  <a:lnTo>
                    <a:pt x="18153" y="53972"/>
                  </a:lnTo>
                  <a:lnTo>
                    <a:pt x="16208" y="55007"/>
                  </a:lnTo>
                  <a:lnTo>
                    <a:pt x="12684" y="52088"/>
                  </a:lnTo>
                  <a:lnTo>
                    <a:pt x="9590" y="49095"/>
                  </a:lnTo>
                  <a:lnTo>
                    <a:pt x="7696" y="45502"/>
                  </a:lnTo>
                  <a:lnTo>
                    <a:pt x="3997" y="46170"/>
                  </a:lnTo>
                  <a:lnTo>
                    <a:pt x="2341" y="41591"/>
                  </a:lnTo>
                  <a:lnTo>
                    <a:pt x="3510" y="34441"/>
                  </a:lnTo>
                  <a:lnTo>
                    <a:pt x="1133" y="26329"/>
                  </a:lnTo>
                  <a:lnTo>
                    <a:pt x="288" y="19446"/>
                  </a:lnTo>
                  <a:lnTo>
                    <a:pt x="1644" y="12077"/>
                  </a:lnTo>
                  <a:lnTo>
                    <a:pt x="1250" y="7706"/>
                  </a:lnTo>
                  <a:lnTo>
                    <a:pt x="0" y="4224"/>
                  </a:lnTo>
                  <a:lnTo>
                    <a:pt x="702" y="72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h1001"/>
            <p:cNvSpPr/>
            <p:nvPr/>
          </p:nvSpPr>
          <p:spPr>
            <a:xfrm>
              <a:off x="2476524" y="3075623"/>
              <a:ext cx="41690" cy="57192"/>
            </a:xfrm>
            <a:custGeom>
              <a:avLst/>
              <a:pathLst>
                <a:path w="41690" h="57192">
                  <a:moveTo>
                    <a:pt x="29272" y="8840"/>
                  </a:moveTo>
                  <a:lnTo>
                    <a:pt x="28633" y="13130"/>
                  </a:lnTo>
                  <a:lnTo>
                    <a:pt x="29542" y="18328"/>
                  </a:lnTo>
                  <a:lnTo>
                    <a:pt x="28756" y="21761"/>
                  </a:lnTo>
                  <a:lnTo>
                    <a:pt x="31621" y="26664"/>
                  </a:lnTo>
                  <a:lnTo>
                    <a:pt x="35867" y="26313"/>
                  </a:lnTo>
                  <a:lnTo>
                    <a:pt x="38083" y="24767"/>
                  </a:lnTo>
                  <a:lnTo>
                    <a:pt x="38499" y="25890"/>
                  </a:lnTo>
                  <a:lnTo>
                    <a:pt x="37875" y="29084"/>
                  </a:lnTo>
                  <a:lnTo>
                    <a:pt x="39603" y="33231"/>
                  </a:lnTo>
                  <a:lnTo>
                    <a:pt x="41356" y="35192"/>
                  </a:lnTo>
                  <a:lnTo>
                    <a:pt x="41690" y="37973"/>
                  </a:lnTo>
                  <a:lnTo>
                    <a:pt x="38119" y="41142"/>
                  </a:lnTo>
                  <a:lnTo>
                    <a:pt x="38406" y="47580"/>
                  </a:lnTo>
                  <a:lnTo>
                    <a:pt x="37532" y="53611"/>
                  </a:lnTo>
                  <a:lnTo>
                    <a:pt x="31499" y="56523"/>
                  </a:lnTo>
                  <a:lnTo>
                    <a:pt x="31341" y="55338"/>
                  </a:lnTo>
                  <a:lnTo>
                    <a:pt x="23087" y="45849"/>
                  </a:lnTo>
                  <a:lnTo>
                    <a:pt x="18219" y="43844"/>
                  </a:lnTo>
                  <a:lnTo>
                    <a:pt x="16856" y="45586"/>
                  </a:lnTo>
                  <a:lnTo>
                    <a:pt x="16217" y="49327"/>
                  </a:lnTo>
                  <a:lnTo>
                    <a:pt x="16926" y="51735"/>
                  </a:lnTo>
                  <a:lnTo>
                    <a:pt x="14851" y="56712"/>
                  </a:lnTo>
                  <a:lnTo>
                    <a:pt x="13896" y="57192"/>
                  </a:lnTo>
                  <a:lnTo>
                    <a:pt x="9933" y="56133"/>
                  </a:lnTo>
                  <a:lnTo>
                    <a:pt x="8798" y="53851"/>
                  </a:lnTo>
                  <a:lnTo>
                    <a:pt x="8969" y="49425"/>
                  </a:lnTo>
                  <a:lnTo>
                    <a:pt x="7420" y="39963"/>
                  </a:lnTo>
                  <a:lnTo>
                    <a:pt x="5427" y="33547"/>
                  </a:lnTo>
                  <a:lnTo>
                    <a:pt x="5817" y="32051"/>
                  </a:lnTo>
                  <a:lnTo>
                    <a:pt x="3006" y="20324"/>
                  </a:lnTo>
                  <a:lnTo>
                    <a:pt x="2460" y="10178"/>
                  </a:lnTo>
                  <a:lnTo>
                    <a:pt x="0" y="6239"/>
                  </a:lnTo>
                  <a:lnTo>
                    <a:pt x="2871" y="7013"/>
                  </a:lnTo>
                  <a:lnTo>
                    <a:pt x="4375" y="6564"/>
                  </a:lnTo>
                  <a:lnTo>
                    <a:pt x="7025" y="5105"/>
                  </a:lnTo>
                  <a:lnTo>
                    <a:pt x="7811" y="3409"/>
                  </a:lnTo>
                  <a:lnTo>
                    <a:pt x="10282" y="1550"/>
                  </a:lnTo>
                  <a:lnTo>
                    <a:pt x="20505" y="3856"/>
                  </a:lnTo>
                  <a:lnTo>
                    <a:pt x="21210" y="2456"/>
                  </a:lnTo>
                  <a:lnTo>
                    <a:pt x="2108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h1002"/>
            <p:cNvSpPr/>
            <p:nvPr/>
          </p:nvSpPr>
          <p:spPr>
            <a:xfrm>
              <a:off x="2393719" y="3063533"/>
              <a:ext cx="22354" cy="18214"/>
            </a:xfrm>
            <a:custGeom>
              <a:avLst/>
              <a:pathLst>
                <a:path w="22354" h="18214">
                  <a:moveTo>
                    <a:pt x="15626" y="0"/>
                  </a:moveTo>
                  <a:lnTo>
                    <a:pt x="21569" y="1418"/>
                  </a:lnTo>
                  <a:lnTo>
                    <a:pt x="22354" y="3370"/>
                  </a:lnTo>
                  <a:lnTo>
                    <a:pt x="21665" y="6430"/>
                  </a:lnTo>
                  <a:lnTo>
                    <a:pt x="22093" y="9545"/>
                  </a:lnTo>
                  <a:lnTo>
                    <a:pt x="21076" y="9759"/>
                  </a:lnTo>
                  <a:lnTo>
                    <a:pt x="17949" y="15202"/>
                  </a:lnTo>
                  <a:lnTo>
                    <a:pt x="13993" y="17383"/>
                  </a:lnTo>
                  <a:lnTo>
                    <a:pt x="10852" y="17529"/>
                  </a:lnTo>
                  <a:lnTo>
                    <a:pt x="10712" y="18214"/>
                  </a:lnTo>
                  <a:lnTo>
                    <a:pt x="0" y="16505"/>
                  </a:lnTo>
                  <a:lnTo>
                    <a:pt x="1836" y="11081"/>
                  </a:lnTo>
                  <a:lnTo>
                    <a:pt x="4928" y="10145"/>
                  </a:lnTo>
                  <a:lnTo>
                    <a:pt x="7833" y="8086"/>
                  </a:lnTo>
                  <a:lnTo>
                    <a:pt x="8446" y="7156"/>
                  </a:lnTo>
                  <a:lnTo>
                    <a:pt x="7105" y="7134"/>
                  </a:lnTo>
                  <a:lnTo>
                    <a:pt x="6591" y="5489"/>
                  </a:lnTo>
                  <a:lnTo>
                    <a:pt x="11588" y="79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h1003"/>
            <p:cNvSpPr/>
            <p:nvPr/>
          </p:nvSpPr>
          <p:spPr>
            <a:xfrm>
              <a:off x="2277301" y="3003172"/>
              <a:ext cx="16848" cy="15543"/>
            </a:xfrm>
            <a:custGeom>
              <a:avLst/>
              <a:pathLst>
                <a:path w="16848" h="15543">
                  <a:moveTo>
                    <a:pt x="8535" y="1124"/>
                  </a:moveTo>
                  <a:lnTo>
                    <a:pt x="13575" y="6504"/>
                  </a:lnTo>
                  <a:lnTo>
                    <a:pt x="13980" y="7636"/>
                  </a:lnTo>
                  <a:lnTo>
                    <a:pt x="16848" y="9541"/>
                  </a:lnTo>
                  <a:lnTo>
                    <a:pt x="15719" y="12791"/>
                  </a:lnTo>
                  <a:lnTo>
                    <a:pt x="12963" y="15543"/>
                  </a:lnTo>
                  <a:lnTo>
                    <a:pt x="7195" y="14658"/>
                  </a:lnTo>
                  <a:lnTo>
                    <a:pt x="3147" y="14869"/>
                  </a:lnTo>
                  <a:lnTo>
                    <a:pt x="1506" y="12914"/>
                  </a:lnTo>
                  <a:lnTo>
                    <a:pt x="894" y="9730"/>
                  </a:lnTo>
                  <a:lnTo>
                    <a:pt x="0" y="4126"/>
                  </a:lnTo>
                  <a:lnTo>
                    <a:pt x="1015" y="2736"/>
                  </a:lnTo>
                  <a:lnTo>
                    <a:pt x="619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h1004"/>
            <p:cNvSpPr/>
            <p:nvPr/>
          </p:nvSpPr>
          <p:spPr>
            <a:xfrm>
              <a:off x="2338960" y="3004996"/>
              <a:ext cx="41270" cy="13854"/>
            </a:xfrm>
            <a:custGeom>
              <a:avLst/>
              <a:pathLst>
                <a:path w="41270" h="13854">
                  <a:moveTo>
                    <a:pt x="39265" y="0"/>
                  </a:moveTo>
                  <a:lnTo>
                    <a:pt x="41270" y="4963"/>
                  </a:lnTo>
                  <a:lnTo>
                    <a:pt x="37198" y="6067"/>
                  </a:lnTo>
                  <a:lnTo>
                    <a:pt x="34413" y="7734"/>
                  </a:lnTo>
                  <a:lnTo>
                    <a:pt x="35197" y="11498"/>
                  </a:lnTo>
                  <a:lnTo>
                    <a:pt x="32610" y="11343"/>
                  </a:lnTo>
                  <a:lnTo>
                    <a:pt x="27493" y="13854"/>
                  </a:lnTo>
                  <a:lnTo>
                    <a:pt x="22126" y="12221"/>
                  </a:lnTo>
                  <a:lnTo>
                    <a:pt x="12516" y="11735"/>
                  </a:lnTo>
                  <a:lnTo>
                    <a:pt x="5580" y="12806"/>
                  </a:lnTo>
                  <a:lnTo>
                    <a:pt x="461" y="8259"/>
                  </a:lnTo>
                  <a:lnTo>
                    <a:pt x="0" y="4865"/>
                  </a:lnTo>
                  <a:lnTo>
                    <a:pt x="2771" y="3786"/>
                  </a:lnTo>
                  <a:lnTo>
                    <a:pt x="5084" y="5795"/>
                  </a:lnTo>
                  <a:lnTo>
                    <a:pt x="4850" y="7906"/>
                  </a:lnTo>
                  <a:lnTo>
                    <a:pt x="12392" y="6826"/>
                  </a:lnTo>
                  <a:lnTo>
                    <a:pt x="16639" y="4136"/>
                  </a:lnTo>
                  <a:lnTo>
                    <a:pt x="18732" y="6439"/>
                  </a:lnTo>
                  <a:lnTo>
                    <a:pt x="21444" y="6186"/>
                  </a:lnTo>
                  <a:lnTo>
                    <a:pt x="29104" y="915"/>
                  </a:lnTo>
                  <a:lnTo>
                    <a:pt x="30316" y="2946"/>
                  </a:lnTo>
                  <a:lnTo>
                    <a:pt x="34601" y="4177"/>
                  </a:lnTo>
                  <a:lnTo>
                    <a:pt x="35564" y="3783"/>
                  </a:lnTo>
                  <a:lnTo>
                    <a:pt x="35953" y="183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h1005"/>
            <p:cNvSpPr/>
            <p:nvPr/>
          </p:nvSpPr>
          <p:spPr>
            <a:xfrm>
              <a:off x="2213893" y="2996348"/>
              <a:ext cx="29208" cy="21985"/>
            </a:xfrm>
            <a:custGeom>
              <a:avLst/>
              <a:pathLst>
                <a:path w="29208" h="21985">
                  <a:moveTo>
                    <a:pt x="27509" y="252"/>
                  </a:moveTo>
                  <a:lnTo>
                    <a:pt x="29208" y="8039"/>
                  </a:lnTo>
                  <a:lnTo>
                    <a:pt x="27824" y="12580"/>
                  </a:lnTo>
                  <a:lnTo>
                    <a:pt x="25165" y="14637"/>
                  </a:lnTo>
                  <a:lnTo>
                    <a:pt x="27220" y="19425"/>
                  </a:lnTo>
                  <a:lnTo>
                    <a:pt x="26998" y="21673"/>
                  </a:lnTo>
                  <a:lnTo>
                    <a:pt x="25299" y="21985"/>
                  </a:lnTo>
                  <a:lnTo>
                    <a:pt x="19527" y="19903"/>
                  </a:lnTo>
                  <a:lnTo>
                    <a:pt x="14668" y="15820"/>
                  </a:lnTo>
                  <a:lnTo>
                    <a:pt x="13021" y="13008"/>
                  </a:lnTo>
                  <a:lnTo>
                    <a:pt x="886" y="9720"/>
                  </a:lnTo>
                  <a:lnTo>
                    <a:pt x="0" y="8369"/>
                  </a:lnTo>
                  <a:lnTo>
                    <a:pt x="1328" y="318"/>
                  </a:lnTo>
                  <a:lnTo>
                    <a:pt x="3185" y="0"/>
                  </a:lnTo>
                  <a:lnTo>
                    <a:pt x="3354" y="2699"/>
                  </a:lnTo>
                  <a:lnTo>
                    <a:pt x="7486" y="2410"/>
                  </a:lnTo>
                  <a:lnTo>
                    <a:pt x="19603" y="6333"/>
                  </a:lnTo>
                  <a:lnTo>
                    <a:pt x="21336" y="5955"/>
                  </a:lnTo>
                  <a:lnTo>
                    <a:pt x="21433" y="1570"/>
                  </a:lnTo>
                  <a:lnTo>
                    <a:pt x="24031" y="6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h1006"/>
            <p:cNvSpPr/>
            <p:nvPr/>
          </p:nvSpPr>
          <p:spPr>
            <a:xfrm>
              <a:off x="2225701" y="3077440"/>
              <a:ext cx="46913" cy="57020"/>
            </a:xfrm>
            <a:custGeom>
              <a:avLst/>
              <a:pathLst>
                <a:path w="46913" h="57020">
                  <a:moveTo>
                    <a:pt x="30654" y="0"/>
                  </a:moveTo>
                  <a:lnTo>
                    <a:pt x="33067" y="1553"/>
                  </a:lnTo>
                  <a:lnTo>
                    <a:pt x="33765" y="3165"/>
                  </a:lnTo>
                  <a:lnTo>
                    <a:pt x="38298" y="3190"/>
                  </a:lnTo>
                  <a:lnTo>
                    <a:pt x="38666" y="5190"/>
                  </a:lnTo>
                  <a:lnTo>
                    <a:pt x="36144" y="8394"/>
                  </a:lnTo>
                  <a:lnTo>
                    <a:pt x="36331" y="12639"/>
                  </a:lnTo>
                  <a:lnTo>
                    <a:pt x="40494" y="14472"/>
                  </a:lnTo>
                  <a:lnTo>
                    <a:pt x="39499" y="18381"/>
                  </a:lnTo>
                  <a:lnTo>
                    <a:pt x="46913" y="33312"/>
                  </a:lnTo>
                  <a:lnTo>
                    <a:pt x="46146" y="35983"/>
                  </a:lnTo>
                  <a:lnTo>
                    <a:pt x="44174" y="38372"/>
                  </a:lnTo>
                  <a:lnTo>
                    <a:pt x="41297" y="39469"/>
                  </a:lnTo>
                  <a:lnTo>
                    <a:pt x="40093" y="39060"/>
                  </a:lnTo>
                  <a:lnTo>
                    <a:pt x="38379" y="36668"/>
                  </a:lnTo>
                  <a:lnTo>
                    <a:pt x="34659" y="39326"/>
                  </a:lnTo>
                  <a:lnTo>
                    <a:pt x="32722" y="49107"/>
                  </a:lnTo>
                  <a:lnTo>
                    <a:pt x="35583" y="51051"/>
                  </a:lnTo>
                  <a:lnTo>
                    <a:pt x="35757" y="55125"/>
                  </a:lnTo>
                  <a:lnTo>
                    <a:pt x="34027" y="57020"/>
                  </a:lnTo>
                  <a:lnTo>
                    <a:pt x="27713" y="56423"/>
                  </a:lnTo>
                  <a:lnTo>
                    <a:pt x="27466" y="52359"/>
                  </a:lnTo>
                  <a:lnTo>
                    <a:pt x="24163" y="50572"/>
                  </a:lnTo>
                  <a:lnTo>
                    <a:pt x="17174" y="50589"/>
                  </a:lnTo>
                  <a:lnTo>
                    <a:pt x="15622" y="48933"/>
                  </a:lnTo>
                  <a:lnTo>
                    <a:pt x="15610" y="47414"/>
                  </a:lnTo>
                  <a:lnTo>
                    <a:pt x="11868" y="43927"/>
                  </a:lnTo>
                  <a:lnTo>
                    <a:pt x="7675" y="42248"/>
                  </a:lnTo>
                  <a:lnTo>
                    <a:pt x="6008" y="37928"/>
                  </a:lnTo>
                  <a:lnTo>
                    <a:pt x="1407" y="35099"/>
                  </a:lnTo>
                  <a:lnTo>
                    <a:pt x="252" y="31031"/>
                  </a:lnTo>
                  <a:lnTo>
                    <a:pt x="0" y="26170"/>
                  </a:lnTo>
                  <a:lnTo>
                    <a:pt x="2057" y="24537"/>
                  </a:lnTo>
                  <a:lnTo>
                    <a:pt x="4569" y="23192"/>
                  </a:lnTo>
                  <a:lnTo>
                    <a:pt x="11541" y="27134"/>
                  </a:lnTo>
                  <a:lnTo>
                    <a:pt x="15145" y="28260"/>
                  </a:lnTo>
                  <a:lnTo>
                    <a:pt x="17001" y="25580"/>
                  </a:lnTo>
                  <a:lnTo>
                    <a:pt x="20439" y="15505"/>
                  </a:lnTo>
                  <a:lnTo>
                    <a:pt x="23583" y="9005"/>
                  </a:lnTo>
                  <a:lnTo>
                    <a:pt x="27626" y="270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h1007"/>
            <p:cNvSpPr/>
            <p:nvPr/>
          </p:nvSpPr>
          <p:spPr>
            <a:xfrm>
              <a:off x="2421321" y="3109300"/>
              <a:ext cx="45622" cy="49981"/>
            </a:xfrm>
            <a:custGeom>
              <a:avLst/>
              <a:pathLst>
                <a:path w="45622" h="49981">
                  <a:moveTo>
                    <a:pt x="20600" y="0"/>
                  </a:moveTo>
                  <a:lnTo>
                    <a:pt x="22646" y="902"/>
                  </a:lnTo>
                  <a:lnTo>
                    <a:pt x="26419" y="12142"/>
                  </a:lnTo>
                  <a:lnTo>
                    <a:pt x="28817" y="14087"/>
                  </a:lnTo>
                  <a:lnTo>
                    <a:pt x="35101" y="12586"/>
                  </a:lnTo>
                  <a:lnTo>
                    <a:pt x="43582" y="20796"/>
                  </a:lnTo>
                  <a:lnTo>
                    <a:pt x="45622" y="27356"/>
                  </a:lnTo>
                  <a:lnTo>
                    <a:pt x="45466" y="29348"/>
                  </a:lnTo>
                  <a:lnTo>
                    <a:pt x="40563" y="39777"/>
                  </a:lnTo>
                  <a:lnTo>
                    <a:pt x="41527" y="42914"/>
                  </a:lnTo>
                  <a:lnTo>
                    <a:pt x="40312" y="44293"/>
                  </a:lnTo>
                  <a:lnTo>
                    <a:pt x="35079" y="44947"/>
                  </a:lnTo>
                  <a:lnTo>
                    <a:pt x="34216" y="44381"/>
                  </a:lnTo>
                  <a:lnTo>
                    <a:pt x="31214" y="44595"/>
                  </a:lnTo>
                  <a:lnTo>
                    <a:pt x="27837" y="48675"/>
                  </a:lnTo>
                  <a:lnTo>
                    <a:pt x="24649" y="47911"/>
                  </a:lnTo>
                  <a:lnTo>
                    <a:pt x="22663" y="43570"/>
                  </a:lnTo>
                  <a:lnTo>
                    <a:pt x="19409" y="41129"/>
                  </a:lnTo>
                  <a:lnTo>
                    <a:pt x="16989" y="42111"/>
                  </a:lnTo>
                  <a:lnTo>
                    <a:pt x="10266" y="47586"/>
                  </a:lnTo>
                  <a:lnTo>
                    <a:pt x="2059" y="49981"/>
                  </a:lnTo>
                  <a:lnTo>
                    <a:pt x="1101" y="49299"/>
                  </a:lnTo>
                  <a:lnTo>
                    <a:pt x="0" y="43577"/>
                  </a:lnTo>
                  <a:lnTo>
                    <a:pt x="800" y="40290"/>
                  </a:lnTo>
                  <a:lnTo>
                    <a:pt x="2933" y="36905"/>
                  </a:lnTo>
                  <a:lnTo>
                    <a:pt x="3133" y="33861"/>
                  </a:lnTo>
                  <a:lnTo>
                    <a:pt x="3884" y="31154"/>
                  </a:lnTo>
                  <a:lnTo>
                    <a:pt x="6811" y="31404"/>
                  </a:lnTo>
                  <a:lnTo>
                    <a:pt x="7618" y="30254"/>
                  </a:lnTo>
                  <a:lnTo>
                    <a:pt x="4751" y="26195"/>
                  </a:lnTo>
                  <a:lnTo>
                    <a:pt x="4417" y="23861"/>
                  </a:lnTo>
                  <a:lnTo>
                    <a:pt x="8860" y="22994"/>
                  </a:lnTo>
                  <a:lnTo>
                    <a:pt x="15838" y="17583"/>
                  </a:lnTo>
                  <a:lnTo>
                    <a:pt x="12131" y="7548"/>
                  </a:lnTo>
                  <a:lnTo>
                    <a:pt x="12400" y="6495"/>
                  </a:lnTo>
                  <a:lnTo>
                    <a:pt x="16549" y="4881"/>
                  </a:lnTo>
                  <a:lnTo>
                    <a:pt x="17562" y="252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h1008"/>
            <p:cNvSpPr/>
            <p:nvPr/>
          </p:nvSpPr>
          <p:spPr>
            <a:xfrm>
              <a:off x="2286068" y="3027572"/>
              <a:ext cx="18440" cy="30657"/>
            </a:xfrm>
            <a:custGeom>
              <a:avLst/>
              <a:pathLst>
                <a:path w="18440" h="30657">
                  <a:moveTo>
                    <a:pt x="11721" y="2674"/>
                  </a:moveTo>
                  <a:lnTo>
                    <a:pt x="13704" y="4972"/>
                  </a:lnTo>
                  <a:lnTo>
                    <a:pt x="15909" y="12672"/>
                  </a:lnTo>
                  <a:lnTo>
                    <a:pt x="18440" y="20068"/>
                  </a:lnTo>
                  <a:lnTo>
                    <a:pt x="17826" y="25847"/>
                  </a:lnTo>
                  <a:lnTo>
                    <a:pt x="16837" y="28321"/>
                  </a:lnTo>
                  <a:lnTo>
                    <a:pt x="13979" y="30657"/>
                  </a:lnTo>
                  <a:lnTo>
                    <a:pt x="13668" y="25099"/>
                  </a:lnTo>
                  <a:lnTo>
                    <a:pt x="4149" y="26294"/>
                  </a:lnTo>
                  <a:lnTo>
                    <a:pt x="3502" y="28864"/>
                  </a:lnTo>
                  <a:lnTo>
                    <a:pt x="1034" y="29189"/>
                  </a:lnTo>
                  <a:lnTo>
                    <a:pt x="0" y="26401"/>
                  </a:lnTo>
                  <a:lnTo>
                    <a:pt x="3374" y="18533"/>
                  </a:lnTo>
                  <a:lnTo>
                    <a:pt x="4895" y="10085"/>
                  </a:lnTo>
                  <a:lnTo>
                    <a:pt x="3828" y="2578"/>
                  </a:lnTo>
                  <a:lnTo>
                    <a:pt x="3248" y="2202"/>
                  </a:lnTo>
                  <a:lnTo>
                    <a:pt x="5874" y="993"/>
                  </a:lnTo>
                  <a:lnTo>
                    <a:pt x="9277" y="1737"/>
                  </a:lnTo>
                  <a:lnTo>
                    <a:pt x="1172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h1009"/>
            <p:cNvSpPr/>
            <p:nvPr/>
          </p:nvSpPr>
          <p:spPr>
            <a:xfrm>
              <a:off x="2422460" y="2990716"/>
              <a:ext cx="23374" cy="27522"/>
            </a:xfrm>
            <a:custGeom>
              <a:avLst/>
              <a:pathLst>
                <a:path w="23374" h="27522">
                  <a:moveTo>
                    <a:pt x="4639" y="0"/>
                  </a:moveTo>
                  <a:lnTo>
                    <a:pt x="9246" y="4228"/>
                  </a:lnTo>
                  <a:lnTo>
                    <a:pt x="11881" y="4795"/>
                  </a:lnTo>
                  <a:lnTo>
                    <a:pt x="21074" y="11046"/>
                  </a:lnTo>
                  <a:lnTo>
                    <a:pt x="23033" y="13015"/>
                  </a:lnTo>
                  <a:lnTo>
                    <a:pt x="23374" y="15786"/>
                  </a:lnTo>
                  <a:lnTo>
                    <a:pt x="22189" y="18329"/>
                  </a:lnTo>
                  <a:lnTo>
                    <a:pt x="21903" y="23100"/>
                  </a:lnTo>
                  <a:lnTo>
                    <a:pt x="16852" y="25920"/>
                  </a:lnTo>
                  <a:lnTo>
                    <a:pt x="14216" y="25048"/>
                  </a:lnTo>
                  <a:lnTo>
                    <a:pt x="13437" y="27069"/>
                  </a:lnTo>
                  <a:lnTo>
                    <a:pt x="14213" y="27522"/>
                  </a:lnTo>
                  <a:lnTo>
                    <a:pt x="7701" y="26073"/>
                  </a:lnTo>
                  <a:lnTo>
                    <a:pt x="7405" y="24244"/>
                  </a:lnTo>
                  <a:lnTo>
                    <a:pt x="8867" y="17658"/>
                  </a:lnTo>
                  <a:lnTo>
                    <a:pt x="7160" y="16639"/>
                  </a:lnTo>
                  <a:lnTo>
                    <a:pt x="0" y="17303"/>
                  </a:lnTo>
                  <a:lnTo>
                    <a:pt x="485" y="11288"/>
                  </a:lnTo>
                  <a:lnTo>
                    <a:pt x="660" y="8859"/>
                  </a:lnTo>
                  <a:lnTo>
                    <a:pt x="3411" y="8341"/>
                  </a:lnTo>
                  <a:lnTo>
                    <a:pt x="5802" y="6706"/>
                  </a:lnTo>
                  <a:lnTo>
                    <a:pt x="1283" y="4731"/>
                  </a:lnTo>
                  <a:lnTo>
                    <a:pt x="3711" y="3757"/>
                  </a:lnTo>
                  <a:lnTo>
                    <a:pt x="4568" y="1418"/>
                  </a:lnTo>
                  <a:lnTo>
                    <a:pt x="4060" y="18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h1010"/>
            <p:cNvSpPr/>
            <p:nvPr/>
          </p:nvSpPr>
          <p:spPr>
            <a:xfrm>
              <a:off x="2222383" y="3015773"/>
              <a:ext cx="30414" cy="39657"/>
            </a:xfrm>
            <a:custGeom>
              <a:avLst/>
              <a:pathLst>
                <a:path w="30414" h="39657">
                  <a:moveTo>
                    <a:pt x="25908" y="2796"/>
                  </a:moveTo>
                  <a:lnTo>
                    <a:pt x="26582" y="4835"/>
                  </a:lnTo>
                  <a:lnTo>
                    <a:pt x="30414" y="21201"/>
                  </a:lnTo>
                  <a:lnTo>
                    <a:pt x="27517" y="21212"/>
                  </a:lnTo>
                  <a:lnTo>
                    <a:pt x="20191" y="24947"/>
                  </a:lnTo>
                  <a:lnTo>
                    <a:pt x="20233" y="27408"/>
                  </a:lnTo>
                  <a:lnTo>
                    <a:pt x="18144" y="36166"/>
                  </a:lnTo>
                  <a:lnTo>
                    <a:pt x="15120" y="39369"/>
                  </a:lnTo>
                  <a:lnTo>
                    <a:pt x="12740" y="39657"/>
                  </a:lnTo>
                  <a:lnTo>
                    <a:pt x="12163" y="38299"/>
                  </a:lnTo>
                  <a:lnTo>
                    <a:pt x="8123" y="37390"/>
                  </a:lnTo>
                  <a:lnTo>
                    <a:pt x="5199" y="35187"/>
                  </a:lnTo>
                  <a:lnTo>
                    <a:pt x="3303" y="32618"/>
                  </a:lnTo>
                  <a:lnTo>
                    <a:pt x="3247" y="31443"/>
                  </a:lnTo>
                  <a:lnTo>
                    <a:pt x="4491" y="26844"/>
                  </a:lnTo>
                  <a:lnTo>
                    <a:pt x="1159" y="20889"/>
                  </a:lnTo>
                  <a:lnTo>
                    <a:pt x="0" y="16289"/>
                  </a:lnTo>
                  <a:lnTo>
                    <a:pt x="3405" y="11563"/>
                  </a:lnTo>
                  <a:lnTo>
                    <a:pt x="7612" y="12180"/>
                  </a:lnTo>
                  <a:lnTo>
                    <a:pt x="9975" y="11373"/>
                  </a:lnTo>
                  <a:lnTo>
                    <a:pt x="9530" y="7596"/>
                  </a:lnTo>
                  <a:lnTo>
                    <a:pt x="11036" y="478"/>
                  </a:lnTo>
                  <a:lnTo>
                    <a:pt x="16808" y="2560"/>
                  </a:lnTo>
                  <a:lnTo>
                    <a:pt x="18508" y="2248"/>
                  </a:lnTo>
                  <a:lnTo>
                    <a:pt x="1873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h1011"/>
            <p:cNvSpPr/>
            <p:nvPr/>
          </p:nvSpPr>
          <p:spPr>
            <a:xfrm>
              <a:off x="2412076" y="3005748"/>
              <a:ext cx="19251" cy="15990"/>
            </a:xfrm>
            <a:custGeom>
              <a:avLst/>
              <a:pathLst>
                <a:path w="19251" h="15990">
                  <a:moveTo>
                    <a:pt x="7257" y="2232"/>
                  </a:moveTo>
                  <a:lnTo>
                    <a:pt x="10384" y="2271"/>
                  </a:lnTo>
                  <a:lnTo>
                    <a:pt x="17544" y="1607"/>
                  </a:lnTo>
                  <a:lnTo>
                    <a:pt x="19251" y="2626"/>
                  </a:lnTo>
                  <a:lnTo>
                    <a:pt x="17789" y="9212"/>
                  </a:lnTo>
                  <a:lnTo>
                    <a:pt x="18085" y="11041"/>
                  </a:lnTo>
                  <a:lnTo>
                    <a:pt x="13804" y="15425"/>
                  </a:lnTo>
                  <a:lnTo>
                    <a:pt x="5943" y="15990"/>
                  </a:lnTo>
                  <a:lnTo>
                    <a:pt x="4300" y="15487"/>
                  </a:lnTo>
                  <a:lnTo>
                    <a:pt x="0" y="15656"/>
                  </a:lnTo>
                  <a:lnTo>
                    <a:pt x="331" y="1785"/>
                  </a:lnTo>
                  <a:lnTo>
                    <a:pt x="858" y="837"/>
                  </a:lnTo>
                  <a:lnTo>
                    <a:pt x="301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h1012"/>
            <p:cNvSpPr/>
            <p:nvPr/>
          </p:nvSpPr>
          <p:spPr>
            <a:xfrm>
              <a:off x="2324547" y="3083720"/>
              <a:ext cx="25881" cy="15973"/>
            </a:xfrm>
            <a:custGeom>
              <a:avLst/>
              <a:pathLst>
                <a:path w="25881" h="15973">
                  <a:moveTo>
                    <a:pt x="19750" y="0"/>
                  </a:moveTo>
                  <a:lnTo>
                    <a:pt x="19871" y="1128"/>
                  </a:lnTo>
                  <a:lnTo>
                    <a:pt x="21390" y="2513"/>
                  </a:lnTo>
                  <a:lnTo>
                    <a:pt x="23502" y="2197"/>
                  </a:lnTo>
                  <a:lnTo>
                    <a:pt x="25881" y="5006"/>
                  </a:lnTo>
                  <a:lnTo>
                    <a:pt x="22320" y="10217"/>
                  </a:lnTo>
                  <a:lnTo>
                    <a:pt x="17626" y="13622"/>
                  </a:lnTo>
                  <a:lnTo>
                    <a:pt x="14219" y="15780"/>
                  </a:lnTo>
                  <a:lnTo>
                    <a:pt x="11261" y="14224"/>
                  </a:lnTo>
                  <a:lnTo>
                    <a:pt x="8999" y="14459"/>
                  </a:lnTo>
                  <a:lnTo>
                    <a:pt x="6772" y="15973"/>
                  </a:lnTo>
                  <a:lnTo>
                    <a:pt x="4073" y="11354"/>
                  </a:lnTo>
                  <a:lnTo>
                    <a:pt x="0" y="6963"/>
                  </a:lnTo>
                  <a:lnTo>
                    <a:pt x="650" y="4351"/>
                  </a:lnTo>
                  <a:lnTo>
                    <a:pt x="3243" y="2097"/>
                  </a:lnTo>
                  <a:lnTo>
                    <a:pt x="5391" y="1938"/>
                  </a:lnTo>
                  <a:lnTo>
                    <a:pt x="7378" y="952"/>
                  </a:lnTo>
                  <a:lnTo>
                    <a:pt x="8695" y="268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h1013"/>
            <p:cNvSpPr/>
            <p:nvPr/>
          </p:nvSpPr>
          <p:spPr>
            <a:xfrm>
              <a:off x="2269596" y="2956782"/>
              <a:ext cx="25216" cy="21747"/>
            </a:xfrm>
            <a:custGeom>
              <a:avLst/>
              <a:pathLst>
                <a:path w="25216" h="21747">
                  <a:moveTo>
                    <a:pt x="17717" y="0"/>
                  </a:moveTo>
                  <a:lnTo>
                    <a:pt x="14642" y="4292"/>
                  </a:lnTo>
                  <a:lnTo>
                    <a:pt x="15958" y="9728"/>
                  </a:lnTo>
                  <a:lnTo>
                    <a:pt x="20731" y="9510"/>
                  </a:lnTo>
                  <a:lnTo>
                    <a:pt x="23228" y="10689"/>
                  </a:lnTo>
                  <a:lnTo>
                    <a:pt x="25216" y="15970"/>
                  </a:lnTo>
                  <a:lnTo>
                    <a:pt x="24737" y="17500"/>
                  </a:lnTo>
                  <a:lnTo>
                    <a:pt x="19230" y="20582"/>
                  </a:lnTo>
                  <a:lnTo>
                    <a:pt x="12413" y="21747"/>
                  </a:lnTo>
                  <a:lnTo>
                    <a:pt x="9606" y="19984"/>
                  </a:lnTo>
                  <a:lnTo>
                    <a:pt x="7364" y="17015"/>
                  </a:lnTo>
                  <a:lnTo>
                    <a:pt x="0" y="17371"/>
                  </a:lnTo>
                  <a:lnTo>
                    <a:pt x="43" y="11032"/>
                  </a:lnTo>
                  <a:lnTo>
                    <a:pt x="807" y="7660"/>
                  </a:lnTo>
                  <a:lnTo>
                    <a:pt x="3830" y="5506"/>
                  </a:lnTo>
                  <a:lnTo>
                    <a:pt x="8609" y="4886"/>
                  </a:lnTo>
                  <a:lnTo>
                    <a:pt x="8939" y="3367"/>
                  </a:lnTo>
                  <a:lnTo>
                    <a:pt x="11610" y="249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h1014"/>
            <p:cNvSpPr/>
            <p:nvPr/>
          </p:nvSpPr>
          <p:spPr>
            <a:xfrm>
              <a:off x="2453490" y="3021781"/>
              <a:ext cx="23994" cy="33678"/>
            </a:xfrm>
            <a:custGeom>
              <a:avLst/>
              <a:pathLst>
                <a:path w="23994" h="33678">
                  <a:moveTo>
                    <a:pt x="14210" y="2348"/>
                  </a:moveTo>
                  <a:lnTo>
                    <a:pt x="16420" y="6394"/>
                  </a:lnTo>
                  <a:lnTo>
                    <a:pt x="22931" y="14143"/>
                  </a:lnTo>
                  <a:lnTo>
                    <a:pt x="21699" y="16380"/>
                  </a:lnTo>
                  <a:lnTo>
                    <a:pt x="19508" y="17791"/>
                  </a:lnTo>
                  <a:lnTo>
                    <a:pt x="18515" y="21291"/>
                  </a:lnTo>
                  <a:lnTo>
                    <a:pt x="19310" y="25204"/>
                  </a:lnTo>
                  <a:lnTo>
                    <a:pt x="21487" y="27175"/>
                  </a:lnTo>
                  <a:lnTo>
                    <a:pt x="23994" y="32738"/>
                  </a:lnTo>
                  <a:lnTo>
                    <a:pt x="21212" y="33678"/>
                  </a:lnTo>
                  <a:lnTo>
                    <a:pt x="18535" y="32499"/>
                  </a:lnTo>
                  <a:lnTo>
                    <a:pt x="15120" y="32341"/>
                  </a:lnTo>
                  <a:lnTo>
                    <a:pt x="14065" y="32961"/>
                  </a:lnTo>
                  <a:lnTo>
                    <a:pt x="13637" y="30337"/>
                  </a:lnTo>
                  <a:lnTo>
                    <a:pt x="10620" y="25850"/>
                  </a:lnTo>
                  <a:lnTo>
                    <a:pt x="9226" y="24894"/>
                  </a:lnTo>
                  <a:lnTo>
                    <a:pt x="8228" y="15799"/>
                  </a:lnTo>
                  <a:lnTo>
                    <a:pt x="9906" y="10483"/>
                  </a:lnTo>
                  <a:lnTo>
                    <a:pt x="7439" y="9524"/>
                  </a:lnTo>
                  <a:lnTo>
                    <a:pt x="3986" y="3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h1015"/>
            <p:cNvSpPr/>
            <p:nvPr/>
          </p:nvSpPr>
          <p:spPr>
            <a:xfrm>
              <a:off x="2323378" y="2973749"/>
              <a:ext cx="28047" cy="33991"/>
            </a:xfrm>
            <a:custGeom>
              <a:avLst/>
              <a:pathLst>
                <a:path w="28047" h="33991">
                  <a:moveTo>
                    <a:pt x="23096" y="2099"/>
                  </a:moveTo>
                  <a:lnTo>
                    <a:pt x="22452" y="2995"/>
                  </a:lnTo>
                  <a:lnTo>
                    <a:pt x="25956" y="1550"/>
                  </a:lnTo>
                  <a:lnTo>
                    <a:pt x="27695" y="4087"/>
                  </a:lnTo>
                  <a:lnTo>
                    <a:pt x="28047" y="8041"/>
                  </a:lnTo>
                  <a:lnTo>
                    <a:pt x="25603" y="9118"/>
                  </a:lnTo>
                  <a:lnTo>
                    <a:pt x="23055" y="12987"/>
                  </a:lnTo>
                  <a:lnTo>
                    <a:pt x="24035" y="15186"/>
                  </a:lnTo>
                  <a:lnTo>
                    <a:pt x="22537" y="16754"/>
                  </a:lnTo>
                  <a:lnTo>
                    <a:pt x="18151" y="26181"/>
                  </a:lnTo>
                  <a:lnTo>
                    <a:pt x="13678" y="30589"/>
                  </a:lnTo>
                  <a:lnTo>
                    <a:pt x="12291" y="33991"/>
                  </a:lnTo>
                  <a:lnTo>
                    <a:pt x="9176" y="33738"/>
                  </a:lnTo>
                  <a:lnTo>
                    <a:pt x="3681" y="24742"/>
                  </a:lnTo>
                  <a:lnTo>
                    <a:pt x="0" y="22407"/>
                  </a:lnTo>
                  <a:lnTo>
                    <a:pt x="4592" y="17394"/>
                  </a:lnTo>
                  <a:lnTo>
                    <a:pt x="3944" y="15193"/>
                  </a:lnTo>
                  <a:lnTo>
                    <a:pt x="6002" y="12806"/>
                  </a:lnTo>
                  <a:lnTo>
                    <a:pt x="4022" y="8859"/>
                  </a:lnTo>
                  <a:lnTo>
                    <a:pt x="4444" y="5461"/>
                  </a:lnTo>
                  <a:lnTo>
                    <a:pt x="6216" y="5604"/>
                  </a:lnTo>
                  <a:lnTo>
                    <a:pt x="7391" y="4115"/>
                  </a:lnTo>
                  <a:lnTo>
                    <a:pt x="8764" y="3822"/>
                  </a:lnTo>
                  <a:lnTo>
                    <a:pt x="9727" y="6713"/>
                  </a:lnTo>
                  <a:lnTo>
                    <a:pt x="11308" y="3980"/>
                  </a:lnTo>
                  <a:lnTo>
                    <a:pt x="15914" y="3067"/>
                  </a:lnTo>
                  <a:lnTo>
                    <a:pt x="2121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h1016"/>
            <p:cNvSpPr/>
            <p:nvPr/>
          </p:nvSpPr>
          <p:spPr>
            <a:xfrm>
              <a:off x="2435971" y="3029436"/>
              <a:ext cx="23072" cy="33613"/>
            </a:xfrm>
            <a:custGeom>
              <a:avLst/>
              <a:pathLst>
                <a:path w="23072" h="33613">
                  <a:moveTo>
                    <a:pt x="7471" y="1819"/>
                  </a:moveTo>
                  <a:lnTo>
                    <a:pt x="11060" y="463"/>
                  </a:lnTo>
                  <a:lnTo>
                    <a:pt x="12089" y="1233"/>
                  </a:lnTo>
                  <a:lnTo>
                    <a:pt x="12852" y="6790"/>
                  </a:lnTo>
                  <a:lnTo>
                    <a:pt x="19755" y="11510"/>
                  </a:lnTo>
                  <a:lnTo>
                    <a:pt x="19982" y="13814"/>
                  </a:lnTo>
                  <a:lnTo>
                    <a:pt x="21969" y="16558"/>
                  </a:lnTo>
                  <a:lnTo>
                    <a:pt x="23072" y="22374"/>
                  </a:lnTo>
                  <a:lnTo>
                    <a:pt x="13619" y="31019"/>
                  </a:lnTo>
                  <a:lnTo>
                    <a:pt x="8529" y="33613"/>
                  </a:lnTo>
                  <a:lnTo>
                    <a:pt x="5119" y="31218"/>
                  </a:lnTo>
                  <a:lnTo>
                    <a:pt x="4372" y="29400"/>
                  </a:lnTo>
                  <a:lnTo>
                    <a:pt x="6320" y="29182"/>
                  </a:lnTo>
                  <a:lnTo>
                    <a:pt x="6135" y="24976"/>
                  </a:lnTo>
                  <a:lnTo>
                    <a:pt x="2855" y="21267"/>
                  </a:lnTo>
                  <a:lnTo>
                    <a:pt x="0" y="15716"/>
                  </a:lnTo>
                  <a:lnTo>
                    <a:pt x="576" y="11347"/>
                  </a:lnTo>
                  <a:lnTo>
                    <a:pt x="1941" y="9571"/>
                  </a:lnTo>
                  <a:lnTo>
                    <a:pt x="1230" y="7599"/>
                  </a:lnTo>
                  <a:lnTo>
                    <a:pt x="3490" y="5870"/>
                  </a:lnTo>
                  <a:lnTo>
                    <a:pt x="4281" y="3072"/>
                  </a:lnTo>
                  <a:lnTo>
                    <a:pt x="352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h1017"/>
            <p:cNvSpPr/>
            <p:nvPr/>
          </p:nvSpPr>
          <p:spPr>
            <a:xfrm>
              <a:off x="2344607" y="3070295"/>
              <a:ext cx="40242" cy="26586"/>
            </a:xfrm>
            <a:custGeom>
              <a:avLst/>
              <a:pathLst>
                <a:path w="40242" h="26586">
                  <a:moveTo>
                    <a:pt x="9617" y="545"/>
                  </a:moveTo>
                  <a:lnTo>
                    <a:pt x="14807" y="3992"/>
                  </a:lnTo>
                  <a:lnTo>
                    <a:pt x="21810" y="6095"/>
                  </a:lnTo>
                  <a:lnTo>
                    <a:pt x="24696" y="5385"/>
                  </a:lnTo>
                  <a:lnTo>
                    <a:pt x="33349" y="7438"/>
                  </a:lnTo>
                  <a:lnTo>
                    <a:pt x="40242" y="10330"/>
                  </a:lnTo>
                  <a:lnTo>
                    <a:pt x="33347" y="21121"/>
                  </a:lnTo>
                  <a:lnTo>
                    <a:pt x="32073" y="24929"/>
                  </a:lnTo>
                  <a:lnTo>
                    <a:pt x="28944" y="25421"/>
                  </a:lnTo>
                  <a:lnTo>
                    <a:pt x="25997" y="24604"/>
                  </a:lnTo>
                  <a:lnTo>
                    <a:pt x="16310" y="24730"/>
                  </a:lnTo>
                  <a:lnTo>
                    <a:pt x="9938" y="26586"/>
                  </a:lnTo>
                  <a:lnTo>
                    <a:pt x="2260" y="23642"/>
                  </a:lnTo>
                  <a:lnTo>
                    <a:pt x="5821" y="18431"/>
                  </a:lnTo>
                  <a:lnTo>
                    <a:pt x="3442" y="15622"/>
                  </a:lnTo>
                  <a:lnTo>
                    <a:pt x="3338" y="11295"/>
                  </a:lnTo>
                  <a:lnTo>
                    <a:pt x="832" y="9411"/>
                  </a:lnTo>
                  <a:lnTo>
                    <a:pt x="0" y="7930"/>
                  </a:lnTo>
                  <a:lnTo>
                    <a:pt x="411" y="6519"/>
                  </a:lnTo>
                  <a:lnTo>
                    <a:pt x="4318" y="3032"/>
                  </a:lnTo>
                  <a:lnTo>
                    <a:pt x="379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h1018"/>
            <p:cNvSpPr/>
            <p:nvPr/>
          </p:nvSpPr>
          <p:spPr>
            <a:xfrm>
              <a:off x="2431707" y="2990943"/>
              <a:ext cx="20417" cy="17995"/>
            </a:xfrm>
            <a:custGeom>
              <a:avLst/>
              <a:pathLst>
                <a:path w="20417" h="17995">
                  <a:moveTo>
                    <a:pt x="11337" y="0"/>
                  </a:moveTo>
                  <a:lnTo>
                    <a:pt x="14882" y="1170"/>
                  </a:lnTo>
                  <a:lnTo>
                    <a:pt x="17260" y="3387"/>
                  </a:lnTo>
                  <a:lnTo>
                    <a:pt x="14641" y="5868"/>
                  </a:lnTo>
                  <a:lnTo>
                    <a:pt x="14808" y="6910"/>
                  </a:lnTo>
                  <a:lnTo>
                    <a:pt x="15758" y="8196"/>
                  </a:lnTo>
                  <a:lnTo>
                    <a:pt x="18773" y="8759"/>
                  </a:lnTo>
                  <a:lnTo>
                    <a:pt x="20417" y="10341"/>
                  </a:lnTo>
                  <a:lnTo>
                    <a:pt x="20096" y="11147"/>
                  </a:lnTo>
                  <a:lnTo>
                    <a:pt x="18559" y="11491"/>
                  </a:lnTo>
                  <a:lnTo>
                    <a:pt x="15879" y="16237"/>
                  </a:lnTo>
                  <a:lnTo>
                    <a:pt x="16076" y="17995"/>
                  </a:lnTo>
                  <a:lnTo>
                    <a:pt x="14127" y="15559"/>
                  </a:lnTo>
                  <a:lnTo>
                    <a:pt x="13786" y="12788"/>
                  </a:lnTo>
                  <a:lnTo>
                    <a:pt x="11827" y="10819"/>
                  </a:lnTo>
                  <a:lnTo>
                    <a:pt x="2634" y="4568"/>
                  </a:lnTo>
                  <a:lnTo>
                    <a:pt x="0" y="4001"/>
                  </a:lnTo>
                  <a:lnTo>
                    <a:pt x="6399" y="1052"/>
                  </a:lnTo>
                  <a:lnTo>
                    <a:pt x="7061" y="32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h1019"/>
            <p:cNvSpPr/>
            <p:nvPr/>
          </p:nvSpPr>
          <p:spPr>
            <a:xfrm>
              <a:off x="2251235" y="3027720"/>
              <a:ext cx="40594" cy="39487"/>
            </a:xfrm>
            <a:custGeom>
              <a:avLst/>
              <a:pathLst>
                <a:path w="40594" h="39487">
                  <a:moveTo>
                    <a:pt x="26356" y="362"/>
                  </a:moveTo>
                  <a:lnTo>
                    <a:pt x="29013" y="6207"/>
                  </a:lnTo>
                  <a:lnTo>
                    <a:pt x="30619" y="7782"/>
                  </a:lnTo>
                  <a:lnTo>
                    <a:pt x="36455" y="5775"/>
                  </a:lnTo>
                  <a:lnTo>
                    <a:pt x="38081" y="2054"/>
                  </a:lnTo>
                  <a:lnTo>
                    <a:pt x="38662" y="2430"/>
                  </a:lnTo>
                  <a:lnTo>
                    <a:pt x="39728" y="9937"/>
                  </a:lnTo>
                  <a:lnTo>
                    <a:pt x="38208" y="18385"/>
                  </a:lnTo>
                  <a:lnTo>
                    <a:pt x="34833" y="26253"/>
                  </a:lnTo>
                  <a:lnTo>
                    <a:pt x="35867" y="29042"/>
                  </a:lnTo>
                  <a:lnTo>
                    <a:pt x="38335" y="28716"/>
                  </a:lnTo>
                  <a:lnTo>
                    <a:pt x="40594" y="30106"/>
                  </a:lnTo>
                  <a:lnTo>
                    <a:pt x="40140" y="32904"/>
                  </a:lnTo>
                  <a:lnTo>
                    <a:pt x="37303" y="33719"/>
                  </a:lnTo>
                  <a:lnTo>
                    <a:pt x="31173" y="31827"/>
                  </a:lnTo>
                  <a:lnTo>
                    <a:pt x="24300" y="31079"/>
                  </a:lnTo>
                  <a:lnTo>
                    <a:pt x="18194" y="30397"/>
                  </a:lnTo>
                  <a:lnTo>
                    <a:pt x="10366" y="33031"/>
                  </a:lnTo>
                  <a:lnTo>
                    <a:pt x="3359" y="37211"/>
                  </a:lnTo>
                  <a:lnTo>
                    <a:pt x="1588" y="38719"/>
                  </a:lnTo>
                  <a:lnTo>
                    <a:pt x="1762" y="39487"/>
                  </a:lnTo>
                  <a:lnTo>
                    <a:pt x="470" y="37234"/>
                  </a:lnTo>
                  <a:lnTo>
                    <a:pt x="1192" y="35203"/>
                  </a:lnTo>
                  <a:lnTo>
                    <a:pt x="0" y="33110"/>
                  </a:lnTo>
                  <a:lnTo>
                    <a:pt x="244" y="28973"/>
                  </a:lnTo>
                  <a:lnTo>
                    <a:pt x="3191" y="26278"/>
                  </a:lnTo>
                  <a:lnTo>
                    <a:pt x="16950" y="25114"/>
                  </a:lnTo>
                  <a:lnTo>
                    <a:pt x="15912" y="21390"/>
                  </a:lnTo>
                  <a:lnTo>
                    <a:pt x="16116" y="17825"/>
                  </a:lnTo>
                  <a:lnTo>
                    <a:pt x="17899" y="13355"/>
                  </a:lnTo>
                  <a:lnTo>
                    <a:pt x="20888" y="11459"/>
                  </a:lnTo>
                  <a:lnTo>
                    <a:pt x="22537" y="7370"/>
                  </a:lnTo>
                  <a:lnTo>
                    <a:pt x="23542" y="3581"/>
                  </a:lnTo>
                  <a:lnTo>
                    <a:pt x="22139" y="1072"/>
                  </a:lnTo>
                  <a:lnTo>
                    <a:pt x="2456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h1020"/>
            <p:cNvSpPr/>
            <p:nvPr/>
          </p:nvSpPr>
          <p:spPr>
            <a:xfrm>
              <a:off x="2217079" y="2990758"/>
              <a:ext cx="24323" cy="11923"/>
            </a:xfrm>
            <a:custGeom>
              <a:avLst/>
              <a:pathLst>
                <a:path w="24323" h="11923">
                  <a:moveTo>
                    <a:pt x="19666" y="0"/>
                  </a:moveTo>
                  <a:lnTo>
                    <a:pt x="23501" y="1374"/>
                  </a:lnTo>
                  <a:lnTo>
                    <a:pt x="24323" y="5842"/>
                  </a:lnTo>
                  <a:lnTo>
                    <a:pt x="20845" y="5656"/>
                  </a:lnTo>
                  <a:lnTo>
                    <a:pt x="18247" y="7160"/>
                  </a:lnTo>
                  <a:lnTo>
                    <a:pt x="18150" y="11545"/>
                  </a:lnTo>
                  <a:lnTo>
                    <a:pt x="16418" y="11923"/>
                  </a:lnTo>
                  <a:lnTo>
                    <a:pt x="4300" y="8000"/>
                  </a:lnTo>
                  <a:lnTo>
                    <a:pt x="168" y="8290"/>
                  </a:lnTo>
                  <a:lnTo>
                    <a:pt x="0" y="5590"/>
                  </a:lnTo>
                  <a:lnTo>
                    <a:pt x="2038" y="442"/>
                  </a:lnTo>
                  <a:lnTo>
                    <a:pt x="8656" y="1440"/>
                  </a:lnTo>
                  <a:lnTo>
                    <a:pt x="10274" y="1219"/>
                  </a:lnTo>
                  <a:lnTo>
                    <a:pt x="10296" y="64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h1021"/>
            <p:cNvSpPr/>
            <p:nvPr/>
          </p:nvSpPr>
          <p:spPr>
            <a:xfrm>
              <a:off x="2312870" y="3097962"/>
              <a:ext cx="22686" cy="32239"/>
            </a:xfrm>
            <a:custGeom>
              <a:avLst/>
              <a:pathLst>
                <a:path w="22686" h="32239">
                  <a:moveTo>
                    <a:pt x="6749" y="714"/>
                  </a:moveTo>
                  <a:lnTo>
                    <a:pt x="11492" y="3287"/>
                  </a:lnTo>
                  <a:lnTo>
                    <a:pt x="14298" y="3407"/>
                  </a:lnTo>
                  <a:lnTo>
                    <a:pt x="17524" y="2328"/>
                  </a:lnTo>
                  <a:lnTo>
                    <a:pt x="22686" y="8540"/>
                  </a:lnTo>
                  <a:lnTo>
                    <a:pt x="19606" y="16175"/>
                  </a:lnTo>
                  <a:lnTo>
                    <a:pt x="17028" y="17407"/>
                  </a:lnTo>
                  <a:lnTo>
                    <a:pt x="20032" y="24673"/>
                  </a:lnTo>
                  <a:lnTo>
                    <a:pt x="21627" y="26865"/>
                  </a:lnTo>
                  <a:lnTo>
                    <a:pt x="15615" y="29622"/>
                  </a:lnTo>
                  <a:lnTo>
                    <a:pt x="10356" y="28664"/>
                  </a:lnTo>
                  <a:lnTo>
                    <a:pt x="7175" y="29130"/>
                  </a:lnTo>
                  <a:lnTo>
                    <a:pt x="5541" y="32239"/>
                  </a:lnTo>
                  <a:lnTo>
                    <a:pt x="3218" y="29487"/>
                  </a:lnTo>
                  <a:lnTo>
                    <a:pt x="2487" y="23338"/>
                  </a:lnTo>
                  <a:lnTo>
                    <a:pt x="555" y="22137"/>
                  </a:lnTo>
                  <a:lnTo>
                    <a:pt x="0" y="12198"/>
                  </a:lnTo>
                  <a:lnTo>
                    <a:pt x="779" y="4954"/>
                  </a:lnTo>
                  <a:lnTo>
                    <a:pt x="1516" y="5008"/>
                  </a:lnTo>
                  <a:lnTo>
                    <a:pt x="2085" y="3365"/>
                  </a:lnTo>
                  <a:lnTo>
                    <a:pt x="1081" y="702"/>
                  </a:lnTo>
                  <a:lnTo>
                    <a:pt x="260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h1022"/>
            <p:cNvSpPr/>
            <p:nvPr/>
          </p:nvSpPr>
          <p:spPr>
            <a:xfrm>
              <a:off x="2295672" y="3124676"/>
              <a:ext cx="76868" cy="59114"/>
            </a:xfrm>
            <a:custGeom>
              <a:avLst/>
              <a:pathLst>
                <a:path w="76868" h="59114">
                  <a:moveTo>
                    <a:pt x="43362" y="0"/>
                  </a:moveTo>
                  <a:lnTo>
                    <a:pt x="45567" y="1506"/>
                  </a:lnTo>
                  <a:lnTo>
                    <a:pt x="47206" y="5912"/>
                  </a:lnTo>
                  <a:lnTo>
                    <a:pt x="51700" y="4006"/>
                  </a:lnTo>
                  <a:lnTo>
                    <a:pt x="66246" y="14914"/>
                  </a:lnTo>
                  <a:lnTo>
                    <a:pt x="73539" y="12993"/>
                  </a:lnTo>
                  <a:lnTo>
                    <a:pt x="76868" y="15770"/>
                  </a:lnTo>
                  <a:lnTo>
                    <a:pt x="74473" y="17152"/>
                  </a:lnTo>
                  <a:lnTo>
                    <a:pt x="75253" y="21618"/>
                  </a:lnTo>
                  <a:lnTo>
                    <a:pt x="74198" y="27773"/>
                  </a:lnTo>
                  <a:lnTo>
                    <a:pt x="72391" y="30066"/>
                  </a:lnTo>
                  <a:lnTo>
                    <a:pt x="69584" y="30794"/>
                  </a:lnTo>
                  <a:lnTo>
                    <a:pt x="66397" y="33651"/>
                  </a:lnTo>
                  <a:lnTo>
                    <a:pt x="65228" y="36567"/>
                  </a:lnTo>
                  <a:lnTo>
                    <a:pt x="64994" y="41178"/>
                  </a:lnTo>
                  <a:lnTo>
                    <a:pt x="62114" y="44192"/>
                  </a:lnTo>
                  <a:lnTo>
                    <a:pt x="59780" y="42479"/>
                  </a:lnTo>
                  <a:lnTo>
                    <a:pt x="57015" y="43217"/>
                  </a:lnTo>
                  <a:lnTo>
                    <a:pt x="56397" y="46462"/>
                  </a:lnTo>
                  <a:lnTo>
                    <a:pt x="54627" y="48652"/>
                  </a:lnTo>
                  <a:lnTo>
                    <a:pt x="46545" y="57527"/>
                  </a:lnTo>
                  <a:lnTo>
                    <a:pt x="43510" y="59114"/>
                  </a:lnTo>
                  <a:lnTo>
                    <a:pt x="38552" y="57881"/>
                  </a:lnTo>
                  <a:lnTo>
                    <a:pt x="34051" y="54821"/>
                  </a:lnTo>
                  <a:lnTo>
                    <a:pt x="24486" y="58893"/>
                  </a:lnTo>
                  <a:lnTo>
                    <a:pt x="18273" y="54411"/>
                  </a:lnTo>
                  <a:lnTo>
                    <a:pt x="16508" y="50793"/>
                  </a:lnTo>
                  <a:lnTo>
                    <a:pt x="5744" y="51948"/>
                  </a:lnTo>
                  <a:lnTo>
                    <a:pt x="4537" y="48099"/>
                  </a:lnTo>
                  <a:lnTo>
                    <a:pt x="2763" y="47145"/>
                  </a:lnTo>
                  <a:lnTo>
                    <a:pt x="937" y="42493"/>
                  </a:lnTo>
                  <a:lnTo>
                    <a:pt x="384" y="40362"/>
                  </a:lnTo>
                  <a:lnTo>
                    <a:pt x="1893" y="38087"/>
                  </a:lnTo>
                  <a:lnTo>
                    <a:pt x="1283" y="34614"/>
                  </a:lnTo>
                  <a:lnTo>
                    <a:pt x="0" y="32814"/>
                  </a:lnTo>
                  <a:lnTo>
                    <a:pt x="3849" y="27740"/>
                  </a:lnTo>
                  <a:lnTo>
                    <a:pt x="7821" y="27750"/>
                  </a:lnTo>
                  <a:lnTo>
                    <a:pt x="8551" y="27382"/>
                  </a:lnTo>
                  <a:lnTo>
                    <a:pt x="16050" y="31601"/>
                  </a:lnTo>
                  <a:lnTo>
                    <a:pt x="20018" y="32217"/>
                  </a:lnTo>
                  <a:lnTo>
                    <a:pt x="20700" y="29967"/>
                  </a:lnTo>
                  <a:lnTo>
                    <a:pt x="19235" y="22333"/>
                  </a:lnTo>
                  <a:lnTo>
                    <a:pt x="20959" y="19969"/>
                  </a:lnTo>
                  <a:lnTo>
                    <a:pt x="21685" y="6215"/>
                  </a:lnTo>
                  <a:lnTo>
                    <a:pt x="22739" y="5526"/>
                  </a:lnTo>
                  <a:lnTo>
                    <a:pt x="24373" y="2417"/>
                  </a:lnTo>
                  <a:lnTo>
                    <a:pt x="27554" y="1951"/>
                  </a:lnTo>
                  <a:lnTo>
                    <a:pt x="32813" y="2908"/>
                  </a:lnTo>
                  <a:lnTo>
                    <a:pt x="38825" y="15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h1023"/>
            <p:cNvSpPr/>
            <p:nvPr/>
          </p:nvSpPr>
          <p:spPr>
            <a:xfrm>
              <a:off x="2403290" y="2998280"/>
              <a:ext cx="19655" cy="11286"/>
            </a:xfrm>
            <a:custGeom>
              <a:avLst/>
              <a:pathLst>
                <a:path w="19655" h="11286">
                  <a:moveTo>
                    <a:pt x="8651" y="0"/>
                  </a:moveTo>
                  <a:lnTo>
                    <a:pt x="10444" y="886"/>
                  </a:lnTo>
                  <a:lnTo>
                    <a:pt x="15262" y="483"/>
                  </a:lnTo>
                  <a:lnTo>
                    <a:pt x="17434" y="3059"/>
                  </a:lnTo>
                  <a:lnTo>
                    <a:pt x="19655" y="3724"/>
                  </a:lnTo>
                  <a:lnTo>
                    <a:pt x="19169" y="9739"/>
                  </a:lnTo>
                  <a:lnTo>
                    <a:pt x="16043" y="9700"/>
                  </a:lnTo>
                  <a:lnTo>
                    <a:pt x="11797" y="7468"/>
                  </a:lnTo>
                  <a:lnTo>
                    <a:pt x="9644" y="8305"/>
                  </a:lnTo>
                  <a:lnTo>
                    <a:pt x="9117" y="9253"/>
                  </a:lnTo>
                  <a:lnTo>
                    <a:pt x="7082" y="8475"/>
                  </a:lnTo>
                  <a:lnTo>
                    <a:pt x="5471" y="11286"/>
                  </a:lnTo>
                  <a:lnTo>
                    <a:pt x="0" y="9033"/>
                  </a:lnTo>
                  <a:lnTo>
                    <a:pt x="3782" y="6838"/>
                  </a:lnTo>
                  <a:lnTo>
                    <a:pt x="3038" y="3107"/>
                  </a:lnTo>
                  <a:lnTo>
                    <a:pt x="4114" y="55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h1024"/>
            <p:cNvSpPr/>
            <p:nvPr/>
          </p:nvSpPr>
          <p:spPr>
            <a:xfrm>
              <a:off x="2373374" y="3008791"/>
              <a:ext cx="23161" cy="20622"/>
            </a:xfrm>
            <a:custGeom>
              <a:avLst/>
              <a:pathLst>
                <a:path w="23161" h="20622">
                  <a:moveTo>
                    <a:pt x="23161" y="5926"/>
                  </a:moveTo>
                  <a:lnTo>
                    <a:pt x="20049" y="12134"/>
                  </a:lnTo>
                  <a:lnTo>
                    <a:pt x="21895" y="17606"/>
                  </a:lnTo>
                  <a:lnTo>
                    <a:pt x="16779" y="18020"/>
                  </a:lnTo>
                  <a:lnTo>
                    <a:pt x="15413" y="20622"/>
                  </a:lnTo>
                  <a:lnTo>
                    <a:pt x="13096" y="20190"/>
                  </a:lnTo>
                  <a:lnTo>
                    <a:pt x="13436" y="16532"/>
                  </a:lnTo>
                  <a:lnTo>
                    <a:pt x="11435" y="12485"/>
                  </a:lnTo>
                  <a:lnTo>
                    <a:pt x="3029" y="11342"/>
                  </a:lnTo>
                  <a:lnTo>
                    <a:pt x="460" y="9847"/>
                  </a:lnTo>
                  <a:lnTo>
                    <a:pt x="783" y="7703"/>
                  </a:lnTo>
                  <a:lnTo>
                    <a:pt x="0" y="3940"/>
                  </a:lnTo>
                  <a:lnTo>
                    <a:pt x="2784" y="2272"/>
                  </a:lnTo>
                  <a:lnTo>
                    <a:pt x="6857" y="1168"/>
                  </a:lnTo>
                  <a:lnTo>
                    <a:pt x="8666" y="2354"/>
                  </a:lnTo>
                  <a:lnTo>
                    <a:pt x="11870" y="2227"/>
                  </a:lnTo>
                  <a:lnTo>
                    <a:pt x="2151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h1025"/>
            <p:cNvSpPr/>
            <p:nvPr/>
          </p:nvSpPr>
          <p:spPr>
            <a:xfrm>
              <a:off x="2388663" y="3150429"/>
              <a:ext cx="82858" cy="56311"/>
            </a:xfrm>
            <a:custGeom>
              <a:avLst/>
              <a:pathLst>
                <a:path w="82858" h="56311">
                  <a:moveTo>
                    <a:pt x="55321" y="2441"/>
                  </a:moveTo>
                  <a:lnTo>
                    <a:pt x="57307" y="6781"/>
                  </a:lnTo>
                  <a:lnTo>
                    <a:pt x="60495" y="7545"/>
                  </a:lnTo>
                  <a:lnTo>
                    <a:pt x="63871" y="3465"/>
                  </a:lnTo>
                  <a:lnTo>
                    <a:pt x="66874" y="3252"/>
                  </a:lnTo>
                  <a:lnTo>
                    <a:pt x="67737" y="3818"/>
                  </a:lnTo>
                  <a:lnTo>
                    <a:pt x="72970" y="3164"/>
                  </a:lnTo>
                  <a:lnTo>
                    <a:pt x="74185" y="1784"/>
                  </a:lnTo>
                  <a:lnTo>
                    <a:pt x="79563" y="7022"/>
                  </a:lnTo>
                  <a:lnTo>
                    <a:pt x="78861" y="10526"/>
                  </a:lnTo>
                  <a:lnTo>
                    <a:pt x="80111" y="14008"/>
                  </a:lnTo>
                  <a:lnTo>
                    <a:pt x="80505" y="18379"/>
                  </a:lnTo>
                  <a:lnTo>
                    <a:pt x="79149" y="25747"/>
                  </a:lnTo>
                  <a:lnTo>
                    <a:pt x="79994" y="32631"/>
                  </a:lnTo>
                  <a:lnTo>
                    <a:pt x="82371" y="40743"/>
                  </a:lnTo>
                  <a:lnTo>
                    <a:pt x="81202" y="47893"/>
                  </a:lnTo>
                  <a:lnTo>
                    <a:pt x="82858" y="52471"/>
                  </a:lnTo>
                  <a:lnTo>
                    <a:pt x="81216" y="52649"/>
                  </a:lnTo>
                  <a:lnTo>
                    <a:pt x="75653" y="51083"/>
                  </a:lnTo>
                  <a:lnTo>
                    <a:pt x="71540" y="54584"/>
                  </a:lnTo>
                  <a:lnTo>
                    <a:pt x="70824" y="56311"/>
                  </a:lnTo>
                  <a:lnTo>
                    <a:pt x="65266" y="56181"/>
                  </a:lnTo>
                  <a:lnTo>
                    <a:pt x="62938" y="50760"/>
                  </a:lnTo>
                  <a:lnTo>
                    <a:pt x="59243" y="45629"/>
                  </a:lnTo>
                  <a:lnTo>
                    <a:pt x="56051" y="45838"/>
                  </a:lnTo>
                  <a:lnTo>
                    <a:pt x="49715" y="48546"/>
                  </a:lnTo>
                  <a:lnTo>
                    <a:pt x="36211" y="45937"/>
                  </a:lnTo>
                  <a:lnTo>
                    <a:pt x="34246" y="44630"/>
                  </a:lnTo>
                  <a:lnTo>
                    <a:pt x="24762" y="44283"/>
                  </a:lnTo>
                  <a:lnTo>
                    <a:pt x="15462" y="46851"/>
                  </a:lnTo>
                  <a:lnTo>
                    <a:pt x="5931" y="50650"/>
                  </a:lnTo>
                  <a:lnTo>
                    <a:pt x="516" y="50822"/>
                  </a:lnTo>
                  <a:lnTo>
                    <a:pt x="0" y="47738"/>
                  </a:lnTo>
                  <a:lnTo>
                    <a:pt x="3093" y="44025"/>
                  </a:lnTo>
                  <a:lnTo>
                    <a:pt x="5053" y="39521"/>
                  </a:lnTo>
                  <a:lnTo>
                    <a:pt x="5097" y="33509"/>
                  </a:lnTo>
                  <a:lnTo>
                    <a:pt x="6494" y="27389"/>
                  </a:lnTo>
                  <a:lnTo>
                    <a:pt x="4677" y="25093"/>
                  </a:lnTo>
                  <a:lnTo>
                    <a:pt x="6886" y="22308"/>
                  </a:lnTo>
                  <a:lnTo>
                    <a:pt x="8547" y="22901"/>
                  </a:lnTo>
                  <a:lnTo>
                    <a:pt x="11080" y="21799"/>
                  </a:lnTo>
                  <a:lnTo>
                    <a:pt x="17302" y="23320"/>
                  </a:lnTo>
                  <a:lnTo>
                    <a:pt x="21251" y="22702"/>
                  </a:lnTo>
                  <a:lnTo>
                    <a:pt x="29191" y="17449"/>
                  </a:lnTo>
                  <a:lnTo>
                    <a:pt x="30930" y="13135"/>
                  </a:lnTo>
                  <a:lnTo>
                    <a:pt x="30415" y="11253"/>
                  </a:lnTo>
                  <a:lnTo>
                    <a:pt x="33758" y="8169"/>
                  </a:lnTo>
                  <a:lnTo>
                    <a:pt x="34717" y="8851"/>
                  </a:lnTo>
                  <a:lnTo>
                    <a:pt x="42923" y="6457"/>
                  </a:lnTo>
                  <a:lnTo>
                    <a:pt x="49647" y="981"/>
                  </a:lnTo>
                  <a:lnTo>
                    <a:pt x="5206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h1026"/>
            <p:cNvSpPr/>
            <p:nvPr/>
          </p:nvSpPr>
          <p:spPr>
            <a:xfrm>
              <a:off x="2385280" y="3058570"/>
              <a:ext cx="12299" cy="13345"/>
            </a:xfrm>
            <a:custGeom>
              <a:avLst/>
              <a:pathLst>
                <a:path w="12299" h="13345">
                  <a:moveTo>
                    <a:pt x="11606" y="6612"/>
                  </a:moveTo>
                  <a:lnTo>
                    <a:pt x="12299" y="8143"/>
                  </a:lnTo>
                  <a:lnTo>
                    <a:pt x="11187" y="13345"/>
                  </a:lnTo>
                  <a:lnTo>
                    <a:pt x="6264" y="12984"/>
                  </a:lnTo>
                  <a:lnTo>
                    <a:pt x="83" y="10239"/>
                  </a:lnTo>
                  <a:lnTo>
                    <a:pt x="2977" y="8661"/>
                  </a:lnTo>
                  <a:lnTo>
                    <a:pt x="3133" y="6078"/>
                  </a:lnTo>
                  <a:lnTo>
                    <a:pt x="0" y="1585"/>
                  </a:lnTo>
                  <a:lnTo>
                    <a:pt x="474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h1027"/>
            <p:cNvSpPr/>
            <p:nvPr/>
          </p:nvSpPr>
          <p:spPr>
            <a:xfrm>
              <a:off x="2447051" y="3019623"/>
              <a:ext cx="16346" cy="28867"/>
            </a:xfrm>
            <a:custGeom>
              <a:avLst/>
              <a:pathLst>
                <a:path w="16346" h="28867">
                  <a:moveTo>
                    <a:pt x="6439" y="2158"/>
                  </a:moveTo>
                  <a:lnTo>
                    <a:pt x="10426" y="5298"/>
                  </a:lnTo>
                  <a:lnTo>
                    <a:pt x="13879" y="11683"/>
                  </a:lnTo>
                  <a:lnTo>
                    <a:pt x="16346" y="12642"/>
                  </a:lnTo>
                  <a:lnTo>
                    <a:pt x="14668" y="17958"/>
                  </a:lnTo>
                  <a:lnTo>
                    <a:pt x="15666" y="27052"/>
                  </a:lnTo>
                  <a:lnTo>
                    <a:pt x="14771" y="28867"/>
                  </a:lnTo>
                  <a:lnTo>
                    <a:pt x="13870" y="28841"/>
                  </a:lnTo>
                  <a:lnTo>
                    <a:pt x="13240" y="27483"/>
                  </a:lnTo>
                  <a:lnTo>
                    <a:pt x="10890" y="26371"/>
                  </a:lnTo>
                  <a:lnTo>
                    <a:pt x="8902" y="23627"/>
                  </a:lnTo>
                  <a:lnTo>
                    <a:pt x="8675" y="21323"/>
                  </a:lnTo>
                  <a:lnTo>
                    <a:pt x="1772" y="16603"/>
                  </a:lnTo>
                  <a:lnTo>
                    <a:pt x="1009" y="11045"/>
                  </a:lnTo>
                  <a:lnTo>
                    <a:pt x="1875" y="10262"/>
                  </a:lnTo>
                  <a:lnTo>
                    <a:pt x="1325" y="8231"/>
                  </a:lnTo>
                  <a:lnTo>
                    <a:pt x="0" y="7013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h1028"/>
            <p:cNvSpPr/>
            <p:nvPr/>
          </p:nvSpPr>
          <p:spPr>
            <a:xfrm>
              <a:off x="2507342" y="3029897"/>
              <a:ext cx="15856" cy="20397"/>
            </a:xfrm>
            <a:custGeom>
              <a:avLst/>
              <a:pathLst>
                <a:path w="15856" h="20397">
                  <a:moveTo>
                    <a:pt x="10565" y="749"/>
                  </a:moveTo>
                  <a:lnTo>
                    <a:pt x="10203" y="4410"/>
                  </a:lnTo>
                  <a:lnTo>
                    <a:pt x="13117" y="8894"/>
                  </a:lnTo>
                  <a:lnTo>
                    <a:pt x="15856" y="11180"/>
                  </a:lnTo>
                  <a:lnTo>
                    <a:pt x="8313" y="19022"/>
                  </a:lnTo>
                  <a:lnTo>
                    <a:pt x="7276" y="17919"/>
                  </a:lnTo>
                  <a:lnTo>
                    <a:pt x="6287" y="20397"/>
                  </a:lnTo>
                  <a:lnTo>
                    <a:pt x="4948" y="19848"/>
                  </a:lnTo>
                  <a:lnTo>
                    <a:pt x="0" y="2290"/>
                  </a:lnTo>
                  <a:lnTo>
                    <a:pt x="227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h1029"/>
            <p:cNvSpPr/>
            <p:nvPr/>
          </p:nvSpPr>
          <p:spPr>
            <a:xfrm>
              <a:off x="2267207" y="2973798"/>
              <a:ext cx="12445" cy="19683"/>
            </a:xfrm>
            <a:custGeom>
              <a:avLst/>
              <a:pathLst>
                <a:path w="12445" h="19683">
                  <a:moveTo>
                    <a:pt x="9753" y="0"/>
                  </a:moveTo>
                  <a:lnTo>
                    <a:pt x="11995" y="2969"/>
                  </a:lnTo>
                  <a:lnTo>
                    <a:pt x="10264" y="5324"/>
                  </a:lnTo>
                  <a:lnTo>
                    <a:pt x="11566" y="13789"/>
                  </a:lnTo>
                  <a:lnTo>
                    <a:pt x="12445" y="15435"/>
                  </a:lnTo>
                  <a:lnTo>
                    <a:pt x="10816" y="19683"/>
                  </a:lnTo>
                  <a:lnTo>
                    <a:pt x="8070" y="18353"/>
                  </a:lnTo>
                  <a:lnTo>
                    <a:pt x="4616" y="18010"/>
                  </a:lnTo>
                  <a:lnTo>
                    <a:pt x="2660" y="15220"/>
                  </a:lnTo>
                  <a:lnTo>
                    <a:pt x="2857" y="13888"/>
                  </a:lnTo>
                  <a:lnTo>
                    <a:pt x="0" y="10965"/>
                  </a:lnTo>
                  <a:lnTo>
                    <a:pt x="2206" y="4939"/>
                  </a:lnTo>
                  <a:lnTo>
                    <a:pt x="2388" y="35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h1030"/>
            <p:cNvSpPr/>
            <p:nvPr/>
          </p:nvSpPr>
          <p:spPr>
            <a:xfrm>
              <a:off x="2404431" y="3063379"/>
              <a:ext cx="44046" cy="48448"/>
            </a:xfrm>
            <a:custGeom>
              <a:avLst/>
              <a:pathLst>
                <a:path w="44046" h="48448">
                  <a:moveTo>
                    <a:pt x="29726" y="969"/>
                  </a:moveTo>
                  <a:lnTo>
                    <a:pt x="38530" y="5982"/>
                  </a:lnTo>
                  <a:lnTo>
                    <a:pt x="36686" y="10868"/>
                  </a:lnTo>
                  <a:lnTo>
                    <a:pt x="38698" y="12984"/>
                  </a:lnTo>
                  <a:lnTo>
                    <a:pt x="40658" y="20124"/>
                  </a:lnTo>
                  <a:lnTo>
                    <a:pt x="44046" y="23386"/>
                  </a:lnTo>
                  <a:lnTo>
                    <a:pt x="43854" y="24962"/>
                  </a:lnTo>
                  <a:lnTo>
                    <a:pt x="42278" y="30073"/>
                  </a:lnTo>
                  <a:lnTo>
                    <a:pt x="40493" y="42255"/>
                  </a:lnTo>
                  <a:lnTo>
                    <a:pt x="37490" y="45920"/>
                  </a:lnTo>
                  <a:lnTo>
                    <a:pt x="34452" y="48448"/>
                  </a:lnTo>
                  <a:lnTo>
                    <a:pt x="30787" y="45755"/>
                  </a:lnTo>
                  <a:lnTo>
                    <a:pt x="24100" y="46725"/>
                  </a:lnTo>
                  <a:lnTo>
                    <a:pt x="16211" y="41870"/>
                  </a:lnTo>
                  <a:lnTo>
                    <a:pt x="5016" y="41431"/>
                  </a:lnTo>
                  <a:lnTo>
                    <a:pt x="4756" y="42143"/>
                  </a:lnTo>
                  <a:lnTo>
                    <a:pt x="2487" y="42106"/>
                  </a:lnTo>
                  <a:lnTo>
                    <a:pt x="1353" y="40086"/>
                  </a:lnTo>
                  <a:lnTo>
                    <a:pt x="2382" y="34139"/>
                  </a:lnTo>
                  <a:lnTo>
                    <a:pt x="1755" y="33281"/>
                  </a:lnTo>
                  <a:lnTo>
                    <a:pt x="1166" y="23599"/>
                  </a:lnTo>
                  <a:lnTo>
                    <a:pt x="0" y="18367"/>
                  </a:lnTo>
                  <a:lnTo>
                    <a:pt x="140" y="17683"/>
                  </a:lnTo>
                  <a:lnTo>
                    <a:pt x="3281" y="17536"/>
                  </a:lnTo>
                  <a:lnTo>
                    <a:pt x="7237" y="15356"/>
                  </a:lnTo>
                  <a:lnTo>
                    <a:pt x="10364" y="9912"/>
                  </a:lnTo>
                  <a:lnTo>
                    <a:pt x="11381" y="9698"/>
                  </a:lnTo>
                  <a:lnTo>
                    <a:pt x="12978" y="10391"/>
                  </a:lnTo>
                  <a:lnTo>
                    <a:pt x="14638" y="7930"/>
                  </a:lnTo>
                  <a:lnTo>
                    <a:pt x="16838" y="8114"/>
                  </a:lnTo>
                  <a:lnTo>
                    <a:pt x="21608" y="12082"/>
                  </a:lnTo>
                  <a:lnTo>
                    <a:pt x="21205" y="7066"/>
                  </a:lnTo>
                  <a:lnTo>
                    <a:pt x="23148" y="2292"/>
                  </a:lnTo>
                  <a:lnTo>
                    <a:pt x="26254" y="230"/>
                  </a:lnTo>
                  <a:lnTo>
                    <a:pt x="27739" y="1954"/>
                  </a:lnTo>
                  <a:lnTo>
                    <a:pt x="2962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h1031"/>
            <p:cNvSpPr/>
            <p:nvPr/>
          </p:nvSpPr>
          <p:spPr>
            <a:xfrm>
              <a:off x="2495325" y="3001034"/>
              <a:ext cx="51343" cy="31153"/>
            </a:xfrm>
            <a:custGeom>
              <a:avLst/>
              <a:pathLst>
                <a:path w="51343" h="31153">
                  <a:moveTo>
                    <a:pt x="39217" y="0"/>
                  </a:moveTo>
                  <a:lnTo>
                    <a:pt x="41675" y="458"/>
                  </a:lnTo>
                  <a:lnTo>
                    <a:pt x="42557" y="1560"/>
                  </a:lnTo>
                  <a:lnTo>
                    <a:pt x="42155" y="6302"/>
                  </a:lnTo>
                  <a:lnTo>
                    <a:pt x="38869" y="11195"/>
                  </a:lnTo>
                  <a:lnTo>
                    <a:pt x="37730" y="13820"/>
                  </a:lnTo>
                  <a:lnTo>
                    <a:pt x="38321" y="14543"/>
                  </a:lnTo>
                  <a:lnTo>
                    <a:pt x="40646" y="16150"/>
                  </a:lnTo>
                  <a:lnTo>
                    <a:pt x="45376" y="13047"/>
                  </a:lnTo>
                  <a:lnTo>
                    <a:pt x="48458" y="13424"/>
                  </a:lnTo>
                  <a:lnTo>
                    <a:pt x="50787" y="17901"/>
                  </a:lnTo>
                  <a:lnTo>
                    <a:pt x="51343" y="19924"/>
                  </a:lnTo>
                  <a:lnTo>
                    <a:pt x="50821" y="22378"/>
                  </a:lnTo>
                  <a:lnTo>
                    <a:pt x="44289" y="23987"/>
                  </a:lnTo>
                  <a:lnTo>
                    <a:pt x="43532" y="23372"/>
                  </a:lnTo>
                  <a:lnTo>
                    <a:pt x="41095" y="22246"/>
                  </a:lnTo>
                  <a:lnTo>
                    <a:pt x="38540" y="23779"/>
                  </a:lnTo>
                  <a:lnTo>
                    <a:pt x="37932" y="27938"/>
                  </a:lnTo>
                  <a:lnTo>
                    <a:pt x="33358" y="25304"/>
                  </a:lnTo>
                  <a:lnTo>
                    <a:pt x="31904" y="25369"/>
                  </a:lnTo>
                  <a:lnTo>
                    <a:pt x="26133" y="26223"/>
                  </a:lnTo>
                  <a:lnTo>
                    <a:pt x="22581" y="29611"/>
                  </a:lnTo>
                  <a:lnTo>
                    <a:pt x="14294" y="28862"/>
                  </a:lnTo>
                  <a:lnTo>
                    <a:pt x="12016" y="31153"/>
                  </a:lnTo>
                  <a:lnTo>
                    <a:pt x="10760" y="29420"/>
                  </a:lnTo>
                  <a:lnTo>
                    <a:pt x="8134" y="28000"/>
                  </a:lnTo>
                  <a:lnTo>
                    <a:pt x="4030" y="27628"/>
                  </a:lnTo>
                  <a:lnTo>
                    <a:pt x="3084" y="26849"/>
                  </a:lnTo>
                  <a:lnTo>
                    <a:pt x="4517" y="23610"/>
                  </a:lnTo>
                  <a:lnTo>
                    <a:pt x="3582" y="20072"/>
                  </a:lnTo>
                  <a:lnTo>
                    <a:pt x="2715" y="19384"/>
                  </a:lnTo>
                  <a:lnTo>
                    <a:pt x="3529" y="13773"/>
                  </a:lnTo>
                  <a:lnTo>
                    <a:pt x="3129" y="10902"/>
                  </a:lnTo>
                  <a:lnTo>
                    <a:pt x="1643" y="7690"/>
                  </a:lnTo>
                  <a:lnTo>
                    <a:pt x="0" y="6987"/>
                  </a:lnTo>
                  <a:lnTo>
                    <a:pt x="2169" y="3198"/>
                  </a:lnTo>
                  <a:lnTo>
                    <a:pt x="2987" y="2568"/>
                  </a:lnTo>
                  <a:lnTo>
                    <a:pt x="7617" y="2380"/>
                  </a:lnTo>
                  <a:lnTo>
                    <a:pt x="6672" y="4643"/>
                  </a:lnTo>
                  <a:lnTo>
                    <a:pt x="4821" y="4595"/>
                  </a:lnTo>
                  <a:lnTo>
                    <a:pt x="3337" y="5734"/>
                  </a:lnTo>
                  <a:lnTo>
                    <a:pt x="3298" y="6808"/>
                  </a:lnTo>
                  <a:lnTo>
                    <a:pt x="8551" y="6797"/>
                  </a:lnTo>
                  <a:lnTo>
                    <a:pt x="12704" y="9560"/>
                  </a:lnTo>
                  <a:lnTo>
                    <a:pt x="19037" y="2828"/>
                  </a:lnTo>
                  <a:lnTo>
                    <a:pt x="21188" y="3414"/>
                  </a:lnTo>
                  <a:lnTo>
                    <a:pt x="31790" y="2364"/>
                  </a:lnTo>
                  <a:lnTo>
                    <a:pt x="34768" y="838"/>
                  </a:lnTo>
                  <a:lnTo>
                    <a:pt x="36002" y="148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h1032"/>
            <p:cNvSpPr/>
            <p:nvPr/>
          </p:nvSpPr>
          <p:spPr>
            <a:xfrm>
              <a:off x="2193939" y="2984311"/>
              <a:ext cx="21282" cy="23748"/>
            </a:xfrm>
            <a:custGeom>
              <a:avLst/>
              <a:pathLst>
                <a:path w="21282" h="23748">
                  <a:moveTo>
                    <a:pt x="11597" y="0"/>
                  </a:moveTo>
                  <a:lnTo>
                    <a:pt x="13277" y="1374"/>
                  </a:lnTo>
                  <a:lnTo>
                    <a:pt x="12376" y="6914"/>
                  </a:lnTo>
                  <a:lnTo>
                    <a:pt x="13462" y="8308"/>
                  </a:lnTo>
                  <a:lnTo>
                    <a:pt x="16761" y="9713"/>
                  </a:lnTo>
                  <a:lnTo>
                    <a:pt x="19059" y="9094"/>
                  </a:lnTo>
                  <a:lnTo>
                    <a:pt x="21123" y="9679"/>
                  </a:lnTo>
                  <a:lnTo>
                    <a:pt x="21282" y="12355"/>
                  </a:lnTo>
                  <a:lnTo>
                    <a:pt x="19953" y="20406"/>
                  </a:lnTo>
                  <a:lnTo>
                    <a:pt x="20839" y="21757"/>
                  </a:lnTo>
                  <a:lnTo>
                    <a:pt x="17510" y="22397"/>
                  </a:lnTo>
                  <a:lnTo>
                    <a:pt x="12281" y="18976"/>
                  </a:lnTo>
                  <a:lnTo>
                    <a:pt x="6989" y="20601"/>
                  </a:lnTo>
                  <a:lnTo>
                    <a:pt x="4279" y="23748"/>
                  </a:lnTo>
                  <a:lnTo>
                    <a:pt x="0" y="18888"/>
                  </a:lnTo>
                  <a:lnTo>
                    <a:pt x="2940" y="13572"/>
                  </a:lnTo>
                  <a:lnTo>
                    <a:pt x="2450" y="9811"/>
                  </a:lnTo>
                  <a:lnTo>
                    <a:pt x="849" y="2235"/>
                  </a:lnTo>
                  <a:lnTo>
                    <a:pt x="2341" y="561"/>
                  </a:lnTo>
                  <a:lnTo>
                    <a:pt x="5766" y="356"/>
                  </a:lnTo>
                  <a:lnTo>
                    <a:pt x="6424" y="1711"/>
                  </a:lnTo>
                  <a:lnTo>
                    <a:pt x="9994" y="206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h1033"/>
            <p:cNvSpPr/>
            <p:nvPr/>
          </p:nvSpPr>
          <p:spPr>
            <a:xfrm>
              <a:off x="2224537" y="3232933"/>
              <a:ext cx="85659" cy="44047"/>
            </a:xfrm>
            <a:custGeom>
              <a:avLst/>
              <a:pathLst>
                <a:path w="85659" h="44047">
                  <a:moveTo>
                    <a:pt x="85175" y="1675"/>
                  </a:moveTo>
                  <a:lnTo>
                    <a:pt x="85659" y="3361"/>
                  </a:lnTo>
                  <a:lnTo>
                    <a:pt x="83136" y="8061"/>
                  </a:lnTo>
                  <a:lnTo>
                    <a:pt x="81715" y="8298"/>
                  </a:lnTo>
                  <a:lnTo>
                    <a:pt x="79279" y="11306"/>
                  </a:lnTo>
                  <a:lnTo>
                    <a:pt x="77238" y="17446"/>
                  </a:lnTo>
                  <a:lnTo>
                    <a:pt x="76424" y="29412"/>
                  </a:lnTo>
                  <a:lnTo>
                    <a:pt x="76900" y="32934"/>
                  </a:lnTo>
                  <a:lnTo>
                    <a:pt x="77812" y="34246"/>
                  </a:lnTo>
                  <a:lnTo>
                    <a:pt x="82304" y="36874"/>
                  </a:lnTo>
                  <a:lnTo>
                    <a:pt x="82391" y="40774"/>
                  </a:lnTo>
                  <a:lnTo>
                    <a:pt x="76775" y="44047"/>
                  </a:lnTo>
                  <a:lnTo>
                    <a:pt x="75524" y="44016"/>
                  </a:lnTo>
                  <a:lnTo>
                    <a:pt x="60707" y="36867"/>
                  </a:lnTo>
                  <a:lnTo>
                    <a:pt x="23370" y="26492"/>
                  </a:lnTo>
                  <a:lnTo>
                    <a:pt x="12664" y="25424"/>
                  </a:lnTo>
                  <a:lnTo>
                    <a:pt x="6760" y="23132"/>
                  </a:lnTo>
                  <a:lnTo>
                    <a:pt x="274" y="21699"/>
                  </a:lnTo>
                  <a:lnTo>
                    <a:pt x="0" y="13964"/>
                  </a:lnTo>
                  <a:lnTo>
                    <a:pt x="1009" y="12671"/>
                  </a:lnTo>
                  <a:lnTo>
                    <a:pt x="5051" y="13992"/>
                  </a:lnTo>
                  <a:lnTo>
                    <a:pt x="10618" y="11663"/>
                  </a:lnTo>
                  <a:lnTo>
                    <a:pt x="11697" y="12591"/>
                  </a:lnTo>
                  <a:lnTo>
                    <a:pt x="12673" y="16267"/>
                  </a:lnTo>
                  <a:lnTo>
                    <a:pt x="17178" y="18550"/>
                  </a:lnTo>
                  <a:lnTo>
                    <a:pt x="20048" y="16557"/>
                  </a:lnTo>
                  <a:lnTo>
                    <a:pt x="19358" y="14821"/>
                  </a:lnTo>
                  <a:lnTo>
                    <a:pt x="24171" y="12233"/>
                  </a:lnTo>
                  <a:lnTo>
                    <a:pt x="26197" y="12013"/>
                  </a:lnTo>
                  <a:lnTo>
                    <a:pt x="27237" y="14695"/>
                  </a:lnTo>
                  <a:lnTo>
                    <a:pt x="32764" y="15494"/>
                  </a:lnTo>
                  <a:lnTo>
                    <a:pt x="34349" y="17859"/>
                  </a:lnTo>
                  <a:lnTo>
                    <a:pt x="33991" y="19628"/>
                  </a:lnTo>
                  <a:lnTo>
                    <a:pt x="35106" y="21076"/>
                  </a:lnTo>
                  <a:lnTo>
                    <a:pt x="41518" y="19907"/>
                  </a:lnTo>
                  <a:lnTo>
                    <a:pt x="46508" y="17186"/>
                  </a:lnTo>
                  <a:lnTo>
                    <a:pt x="46463" y="14665"/>
                  </a:lnTo>
                  <a:lnTo>
                    <a:pt x="48059" y="11177"/>
                  </a:lnTo>
                  <a:lnTo>
                    <a:pt x="58413" y="9447"/>
                  </a:lnTo>
                  <a:lnTo>
                    <a:pt x="58644" y="6306"/>
                  </a:lnTo>
                  <a:lnTo>
                    <a:pt x="57771" y="5473"/>
                  </a:lnTo>
                  <a:lnTo>
                    <a:pt x="57699" y="3776"/>
                  </a:lnTo>
                  <a:lnTo>
                    <a:pt x="59502" y="2699"/>
                  </a:lnTo>
                  <a:lnTo>
                    <a:pt x="63273" y="2244"/>
                  </a:lnTo>
                  <a:lnTo>
                    <a:pt x="67688" y="2614"/>
                  </a:lnTo>
                  <a:lnTo>
                    <a:pt x="67306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h1034"/>
            <p:cNvSpPr/>
            <p:nvPr/>
          </p:nvSpPr>
          <p:spPr>
            <a:xfrm>
              <a:off x="2385137" y="3021236"/>
              <a:ext cx="57154" cy="54225"/>
            </a:xfrm>
            <a:custGeom>
              <a:avLst/>
              <a:pathLst>
                <a:path w="57154" h="54225">
                  <a:moveTo>
                    <a:pt x="31239" y="0"/>
                  </a:moveTo>
                  <a:lnTo>
                    <a:pt x="28484" y="2072"/>
                  </a:lnTo>
                  <a:lnTo>
                    <a:pt x="34688" y="13562"/>
                  </a:lnTo>
                  <a:lnTo>
                    <a:pt x="39124" y="14744"/>
                  </a:lnTo>
                  <a:lnTo>
                    <a:pt x="43726" y="14939"/>
                  </a:lnTo>
                  <a:lnTo>
                    <a:pt x="43638" y="13452"/>
                  </a:lnTo>
                  <a:lnTo>
                    <a:pt x="49117" y="11810"/>
                  </a:lnTo>
                  <a:lnTo>
                    <a:pt x="50040" y="12858"/>
                  </a:lnTo>
                  <a:lnTo>
                    <a:pt x="49670" y="14285"/>
                  </a:lnTo>
                  <a:lnTo>
                    <a:pt x="52065" y="15798"/>
                  </a:lnTo>
                  <a:lnTo>
                    <a:pt x="52776" y="17771"/>
                  </a:lnTo>
                  <a:lnTo>
                    <a:pt x="51411" y="19546"/>
                  </a:lnTo>
                  <a:lnTo>
                    <a:pt x="50834" y="23915"/>
                  </a:lnTo>
                  <a:lnTo>
                    <a:pt x="53690" y="29467"/>
                  </a:lnTo>
                  <a:lnTo>
                    <a:pt x="56969" y="33176"/>
                  </a:lnTo>
                  <a:lnTo>
                    <a:pt x="57154" y="37381"/>
                  </a:lnTo>
                  <a:lnTo>
                    <a:pt x="55207" y="37600"/>
                  </a:lnTo>
                  <a:lnTo>
                    <a:pt x="49751" y="35802"/>
                  </a:lnTo>
                  <a:lnTo>
                    <a:pt x="47203" y="38596"/>
                  </a:lnTo>
                  <a:lnTo>
                    <a:pt x="47485" y="40707"/>
                  </a:lnTo>
                  <a:lnTo>
                    <a:pt x="49193" y="40509"/>
                  </a:lnTo>
                  <a:lnTo>
                    <a:pt x="48919" y="42142"/>
                  </a:lnTo>
                  <a:lnTo>
                    <a:pt x="47034" y="44097"/>
                  </a:lnTo>
                  <a:lnTo>
                    <a:pt x="45548" y="42373"/>
                  </a:lnTo>
                  <a:lnTo>
                    <a:pt x="42443" y="44435"/>
                  </a:lnTo>
                  <a:lnTo>
                    <a:pt x="40499" y="49209"/>
                  </a:lnTo>
                  <a:lnTo>
                    <a:pt x="40902" y="54225"/>
                  </a:lnTo>
                  <a:lnTo>
                    <a:pt x="36133" y="50257"/>
                  </a:lnTo>
                  <a:lnTo>
                    <a:pt x="33932" y="50073"/>
                  </a:lnTo>
                  <a:lnTo>
                    <a:pt x="32272" y="52533"/>
                  </a:lnTo>
                  <a:lnTo>
                    <a:pt x="30675" y="51841"/>
                  </a:lnTo>
                  <a:lnTo>
                    <a:pt x="30247" y="48727"/>
                  </a:lnTo>
                  <a:lnTo>
                    <a:pt x="30936" y="45666"/>
                  </a:lnTo>
                  <a:lnTo>
                    <a:pt x="30151" y="43715"/>
                  </a:lnTo>
                  <a:lnTo>
                    <a:pt x="24208" y="42296"/>
                  </a:lnTo>
                  <a:lnTo>
                    <a:pt x="20171" y="43093"/>
                  </a:lnTo>
                  <a:lnTo>
                    <a:pt x="15173" y="47785"/>
                  </a:lnTo>
                  <a:lnTo>
                    <a:pt x="15688" y="49430"/>
                  </a:lnTo>
                  <a:lnTo>
                    <a:pt x="17029" y="49452"/>
                  </a:lnTo>
                  <a:lnTo>
                    <a:pt x="16416" y="50382"/>
                  </a:lnTo>
                  <a:lnTo>
                    <a:pt x="13511" y="52442"/>
                  </a:lnTo>
                  <a:lnTo>
                    <a:pt x="10418" y="53377"/>
                  </a:lnTo>
                  <a:lnTo>
                    <a:pt x="11330" y="50679"/>
                  </a:lnTo>
                  <a:lnTo>
                    <a:pt x="12442" y="45477"/>
                  </a:lnTo>
                  <a:lnTo>
                    <a:pt x="15166" y="45304"/>
                  </a:lnTo>
                  <a:lnTo>
                    <a:pt x="17687" y="31515"/>
                  </a:lnTo>
                  <a:lnTo>
                    <a:pt x="13314" y="30087"/>
                  </a:lnTo>
                  <a:lnTo>
                    <a:pt x="11479" y="30437"/>
                  </a:lnTo>
                  <a:lnTo>
                    <a:pt x="9843" y="32724"/>
                  </a:lnTo>
                  <a:lnTo>
                    <a:pt x="7392" y="28909"/>
                  </a:lnTo>
                  <a:lnTo>
                    <a:pt x="7888" y="26620"/>
                  </a:lnTo>
                  <a:lnTo>
                    <a:pt x="11522" y="22472"/>
                  </a:lnTo>
                  <a:lnTo>
                    <a:pt x="10916" y="20709"/>
                  </a:lnTo>
                  <a:lnTo>
                    <a:pt x="9422" y="18334"/>
                  </a:lnTo>
                  <a:lnTo>
                    <a:pt x="8231" y="17761"/>
                  </a:lnTo>
                  <a:lnTo>
                    <a:pt x="5980" y="20987"/>
                  </a:lnTo>
                  <a:lnTo>
                    <a:pt x="2445" y="22708"/>
                  </a:lnTo>
                  <a:lnTo>
                    <a:pt x="1658" y="20565"/>
                  </a:lnTo>
                  <a:lnTo>
                    <a:pt x="1922" y="15697"/>
                  </a:lnTo>
                  <a:lnTo>
                    <a:pt x="0" y="13054"/>
                  </a:lnTo>
                  <a:lnTo>
                    <a:pt x="287" y="10967"/>
                  </a:lnTo>
                  <a:lnTo>
                    <a:pt x="1333" y="7745"/>
                  </a:lnTo>
                  <a:lnTo>
                    <a:pt x="3650" y="8176"/>
                  </a:lnTo>
                  <a:lnTo>
                    <a:pt x="5016" y="5574"/>
                  </a:lnTo>
                  <a:lnTo>
                    <a:pt x="10132" y="5160"/>
                  </a:lnTo>
                  <a:lnTo>
                    <a:pt x="16355" y="4331"/>
                  </a:lnTo>
                  <a:lnTo>
                    <a:pt x="18480" y="2956"/>
                  </a:lnTo>
                  <a:lnTo>
                    <a:pt x="26938" y="16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h1035"/>
            <p:cNvSpPr/>
            <p:nvPr/>
          </p:nvSpPr>
          <p:spPr>
            <a:xfrm>
              <a:off x="2106606" y="3147321"/>
              <a:ext cx="28940" cy="35202"/>
            </a:xfrm>
            <a:custGeom>
              <a:avLst/>
              <a:pathLst>
                <a:path w="28940" h="35202">
                  <a:moveTo>
                    <a:pt x="19896" y="2326"/>
                  </a:moveTo>
                  <a:lnTo>
                    <a:pt x="20980" y="2832"/>
                  </a:lnTo>
                  <a:lnTo>
                    <a:pt x="21564" y="6710"/>
                  </a:lnTo>
                  <a:lnTo>
                    <a:pt x="23585" y="9142"/>
                  </a:lnTo>
                  <a:lnTo>
                    <a:pt x="26849" y="10478"/>
                  </a:lnTo>
                  <a:lnTo>
                    <a:pt x="28940" y="14554"/>
                  </a:lnTo>
                  <a:lnTo>
                    <a:pt x="28824" y="17803"/>
                  </a:lnTo>
                  <a:lnTo>
                    <a:pt x="24426" y="27392"/>
                  </a:lnTo>
                  <a:lnTo>
                    <a:pt x="22791" y="28292"/>
                  </a:lnTo>
                  <a:lnTo>
                    <a:pt x="19674" y="28284"/>
                  </a:lnTo>
                  <a:lnTo>
                    <a:pt x="16725" y="29677"/>
                  </a:lnTo>
                  <a:lnTo>
                    <a:pt x="10313" y="34577"/>
                  </a:lnTo>
                  <a:lnTo>
                    <a:pt x="6452" y="35202"/>
                  </a:lnTo>
                  <a:lnTo>
                    <a:pt x="4269" y="31064"/>
                  </a:lnTo>
                  <a:lnTo>
                    <a:pt x="0" y="27301"/>
                  </a:lnTo>
                  <a:lnTo>
                    <a:pt x="5160" y="17919"/>
                  </a:lnTo>
                  <a:lnTo>
                    <a:pt x="7508" y="15676"/>
                  </a:lnTo>
                  <a:lnTo>
                    <a:pt x="12656" y="14422"/>
                  </a:lnTo>
                  <a:lnTo>
                    <a:pt x="14928" y="12061"/>
                  </a:lnTo>
                  <a:lnTo>
                    <a:pt x="14390" y="8808"/>
                  </a:lnTo>
                  <a:lnTo>
                    <a:pt x="15269" y="6405"/>
                  </a:lnTo>
                  <a:lnTo>
                    <a:pt x="12458" y="3383"/>
                  </a:lnTo>
                  <a:lnTo>
                    <a:pt x="13772" y="1024"/>
                  </a:lnTo>
                  <a:lnTo>
                    <a:pt x="1512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h1036"/>
            <p:cNvSpPr/>
            <p:nvPr/>
          </p:nvSpPr>
          <p:spPr>
            <a:xfrm>
              <a:off x="2149806" y="3129311"/>
              <a:ext cx="70928" cy="95119"/>
            </a:xfrm>
            <a:custGeom>
              <a:avLst/>
              <a:pathLst>
                <a:path w="70928" h="95119">
                  <a:moveTo>
                    <a:pt x="43862" y="454"/>
                  </a:moveTo>
                  <a:lnTo>
                    <a:pt x="45787" y="4182"/>
                  </a:lnTo>
                  <a:lnTo>
                    <a:pt x="52422" y="10110"/>
                  </a:lnTo>
                  <a:lnTo>
                    <a:pt x="55772" y="7273"/>
                  </a:lnTo>
                  <a:lnTo>
                    <a:pt x="59976" y="8050"/>
                  </a:lnTo>
                  <a:lnTo>
                    <a:pt x="64643" y="15116"/>
                  </a:lnTo>
                  <a:lnTo>
                    <a:pt x="57677" y="20191"/>
                  </a:lnTo>
                  <a:lnTo>
                    <a:pt x="57921" y="24651"/>
                  </a:lnTo>
                  <a:lnTo>
                    <a:pt x="59703" y="31605"/>
                  </a:lnTo>
                  <a:lnTo>
                    <a:pt x="61895" y="35128"/>
                  </a:lnTo>
                  <a:lnTo>
                    <a:pt x="59106" y="37892"/>
                  </a:lnTo>
                  <a:lnTo>
                    <a:pt x="61753" y="44272"/>
                  </a:lnTo>
                  <a:lnTo>
                    <a:pt x="61911" y="52033"/>
                  </a:lnTo>
                  <a:lnTo>
                    <a:pt x="60675" y="60938"/>
                  </a:lnTo>
                  <a:lnTo>
                    <a:pt x="64782" y="62280"/>
                  </a:lnTo>
                  <a:lnTo>
                    <a:pt x="69887" y="67147"/>
                  </a:lnTo>
                  <a:lnTo>
                    <a:pt x="61035" y="72611"/>
                  </a:lnTo>
                  <a:lnTo>
                    <a:pt x="70928" y="82886"/>
                  </a:lnTo>
                  <a:lnTo>
                    <a:pt x="69484" y="83240"/>
                  </a:lnTo>
                  <a:lnTo>
                    <a:pt x="67065" y="86997"/>
                  </a:lnTo>
                  <a:lnTo>
                    <a:pt x="66387" y="91347"/>
                  </a:lnTo>
                  <a:lnTo>
                    <a:pt x="66936" y="92301"/>
                  </a:lnTo>
                  <a:lnTo>
                    <a:pt x="62525" y="95119"/>
                  </a:lnTo>
                  <a:lnTo>
                    <a:pt x="58332" y="90751"/>
                  </a:lnTo>
                  <a:lnTo>
                    <a:pt x="44171" y="92921"/>
                  </a:lnTo>
                  <a:lnTo>
                    <a:pt x="35299" y="83016"/>
                  </a:lnTo>
                  <a:lnTo>
                    <a:pt x="30534" y="81312"/>
                  </a:lnTo>
                  <a:lnTo>
                    <a:pt x="20610" y="80950"/>
                  </a:lnTo>
                  <a:lnTo>
                    <a:pt x="18541" y="81457"/>
                  </a:lnTo>
                  <a:lnTo>
                    <a:pt x="17522" y="79340"/>
                  </a:lnTo>
                  <a:lnTo>
                    <a:pt x="19543" y="71527"/>
                  </a:lnTo>
                  <a:lnTo>
                    <a:pt x="22996" y="67309"/>
                  </a:lnTo>
                  <a:lnTo>
                    <a:pt x="21420" y="66016"/>
                  </a:lnTo>
                  <a:lnTo>
                    <a:pt x="11089" y="65508"/>
                  </a:lnTo>
                  <a:lnTo>
                    <a:pt x="10740" y="60103"/>
                  </a:lnTo>
                  <a:lnTo>
                    <a:pt x="12235" y="56919"/>
                  </a:lnTo>
                  <a:lnTo>
                    <a:pt x="11170" y="50330"/>
                  </a:lnTo>
                  <a:lnTo>
                    <a:pt x="15680" y="49729"/>
                  </a:lnTo>
                  <a:lnTo>
                    <a:pt x="16004" y="46961"/>
                  </a:lnTo>
                  <a:lnTo>
                    <a:pt x="18855" y="42434"/>
                  </a:lnTo>
                  <a:lnTo>
                    <a:pt x="14118" y="34273"/>
                  </a:lnTo>
                  <a:lnTo>
                    <a:pt x="8817" y="28240"/>
                  </a:lnTo>
                  <a:lnTo>
                    <a:pt x="8269" y="26468"/>
                  </a:lnTo>
                  <a:lnTo>
                    <a:pt x="9342" y="25647"/>
                  </a:lnTo>
                  <a:lnTo>
                    <a:pt x="9198" y="21248"/>
                  </a:lnTo>
                  <a:lnTo>
                    <a:pt x="7936" y="16868"/>
                  </a:lnTo>
                  <a:lnTo>
                    <a:pt x="1938" y="12540"/>
                  </a:lnTo>
                  <a:lnTo>
                    <a:pt x="0" y="8586"/>
                  </a:lnTo>
                  <a:lnTo>
                    <a:pt x="5056" y="6931"/>
                  </a:lnTo>
                  <a:lnTo>
                    <a:pt x="7899" y="7873"/>
                  </a:lnTo>
                  <a:lnTo>
                    <a:pt x="16579" y="4095"/>
                  </a:lnTo>
                  <a:lnTo>
                    <a:pt x="18443" y="2546"/>
                  </a:lnTo>
                  <a:lnTo>
                    <a:pt x="21409" y="1951"/>
                  </a:lnTo>
                  <a:lnTo>
                    <a:pt x="23156" y="4880"/>
                  </a:lnTo>
                  <a:lnTo>
                    <a:pt x="24064" y="9055"/>
                  </a:lnTo>
                  <a:lnTo>
                    <a:pt x="27735" y="12903"/>
                  </a:lnTo>
                  <a:lnTo>
                    <a:pt x="30869" y="14293"/>
                  </a:lnTo>
                  <a:lnTo>
                    <a:pt x="33324" y="13588"/>
                  </a:lnTo>
                  <a:lnTo>
                    <a:pt x="35889" y="10944"/>
                  </a:lnTo>
                  <a:lnTo>
                    <a:pt x="41584" y="985"/>
                  </a:lnTo>
                  <a:lnTo>
                    <a:pt x="4304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h1037"/>
            <p:cNvSpPr/>
            <p:nvPr/>
          </p:nvSpPr>
          <p:spPr>
            <a:xfrm>
              <a:off x="2355986" y="3016339"/>
              <a:ext cx="30824" cy="29467"/>
            </a:xfrm>
            <a:custGeom>
              <a:avLst/>
              <a:pathLst>
                <a:path w="30824" h="29467">
                  <a:moveTo>
                    <a:pt x="15584" y="0"/>
                  </a:moveTo>
                  <a:lnTo>
                    <a:pt x="18171" y="155"/>
                  </a:lnTo>
                  <a:lnTo>
                    <a:pt x="17848" y="2298"/>
                  </a:lnTo>
                  <a:lnTo>
                    <a:pt x="20416" y="3793"/>
                  </a:lnTo>
                  <a:lnTo>
                    <a:pt x="28822" y="4936"/>
                  </a:lnTo>
                  <a:lnTo>
                    <a:pt x="30824" y="8984"/>
                  </a:lnTo>
                  <a:lnTo>
                    <a:pt x="30483" y="12641"/>
                  </a:lnTo>
                  <a:lnTo>
                    <a:pt x="29437" y="15864"/>
                  </a:lnTo>
                  <a:lnTo>
                    <a:pt x="22795" y="17253"/>
                  </a:lnTo>
                  <a:lnTo>
                    <a:pt x="20776" y="18739"/>
                  </a:lnTo>
                  <a:lnTo>
                    <a:pt x="20962" y="20605"/>
                  </a:lnTo>
                  <a:lnTo>
                    <a:pt x="22373" y="21995"/>
                  </a:lnTo>
                  <a:lnTo>
                    <a:pt x="20314" y="24193"/>
                  </a:lnTo>
                  <a:lnTo>
                    <a:pt x="17394" y="25080"/>
                  </a:lnTo>
                  <a:lnTo>
                    <a:pt x="14951" y="23768"/>
                  </a:lnTo>
                  <a:lnTo>
                    <a:pt x="12675" y="24668"/>
                  </a:lnTo>
                  <a:lnTo>
                    <a:pt x="9330" y="27168"/>
                  </a:lnTo>
                  <a:lnTo>
                    <a:pt x="9737" y="29467"/>
                  </a:lnTo>
                  <a:lnTo>
                    <a:pt x="7840" y="29171"/>
                  </a:lnTo>
                  <a:lnTo>
                    <a:pt x="6575" y="26161"/>
                  </a:lnTo>
                  <a:lnTo>
                    <a:pt x="3997" y="25825"/>
                  </a:lnTo>
                  <a:lnTo>
                    <a:pt x="1502" y="27468"/>
                  </a:lnTo>
                  <a:lnTo>
                    <a:pt x="0" y="26825"/>
                  </a:lnTo>
                  <a:lnTo>
                    <a:pt x="1967" y="19393"/>
                  </a:lnTo>
                  <a:lnTo>
                    <a:pt x="5100" y="878"/>
                  </a:lnTo>
                  <a:lnTo>
                    <a:pt x="10467" y="251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h1038"/>
            <p:cNvSpPr/>
            <p:nvPr/>
          </p:nvSpPr>
          <p:spPr>
            <a:xfrm>
              <a:off x="2529302" y="2991481"/>
              <a:ext cx="35231" cy="31400"/>
            </a:xfrm>
            <a:custGeom>
              <a:avLst/>
              <a:pathLst>
                <a:path w="35231" h="31400">
                  <a:moveTo>
                    <a:pt x="23182" y="1009"/>
                  </a:moveTo>
                  <a:lnTo>
                    <a:pt x="25615" y="4436"/>
                  </a:lnTo>
                  <a:lnTo>
                    <a:pt x="24453" y="3007"/>
                  </a:lnTo>
                  <a:lnTo>
                    <a:pt x="23693" y="3233"/>
                  </a:lnTo>
                  <a:lnTo>
                    <a:pt x="23211" y="7929"/>
                  </a:lnTo>
                  <a:lnTo>
                    <a:pt x="23717" y="9434"/>
                  </a:lnTo>
                  <a:lnTo>
                    <a:pt x="27369" y="10639"/>
                  </a:lnTo>
                  <a:lnTo>
                    <a:pt x="26532" y="12597"/>
                  </a:lnTo>
                  <a:lnTo>
                    <a:pt x="26802" y="21225"/>
                  </a:lnTo>
                  <a:lnTo>
                    <a:pt x="30302" y="25965"/>
                  </a:lnTo>
                  <a:lnTo>
                    <a:pt x="35011" y="28117"/>
                  </a:lnTo>
                  <a:lnTo>
                    <a:pt x="35231" y="29034"/>
                  </a:lnTo>
                  <a:lnTo>
                    <a:pt x="31739" y="28537"/>
                  </a:lnTo>
                  <a:lnTo>
                    <a:pt x="26412" y="30501"/>
                  </a:lnTo>
                  <a:lnTo>
                    <a:pt x="24570" y="31400"/>
                  </a:lnTo>
                  <a:lnTo>
                    <a:pt x="20960" y="29643"/>
                  </a:lnTo>
                  <a:lnTo>
                    <a:pt x="19375" y="27632"/>
                  </a:lnTo>
                  <a:lnTo>
                    <a:pt x="16811" y="27454"/>
                  </a:lnTo>
                  <a:lnTo>
                    <a:pt x="14482" y="22977"/>
                  </a:lnTo>
                  <a:lnTo>
                    <a:pt x="11399" y="22600"/>
                  </a:lnTo>
                  <a:lnTo>
                    <a:pt x="6669" y="25703"/>
                  </a:lnTo>
                  <a:lnTo>
                    <a:pt x="4345" y="24096"/>
                  </a:lnTo>
                  <a:lnTo>
                    <a:pt x="3754" y="23373"/>
                  </a:lnTo>
                  <a:lnTo>
                    <a:pt x="4893" y="20748"/>
                  </a:lnTo>
                  <a:lnTo>
                    <a:pt x="8178" y="15855"/>
                  </a:lnTo>
                  <a:lnTo>
                    <a:pt x="8581" y="11113"/>
                  </a:lnTo>
                  <a:lnTo>
                    <a:pt x="7699" y="10011"/>
                  </a:lnTo>
                  <a:lnTo>
                    <a:pt x="5240" y="9553"/>
                  </a:lnTo>
                  <a:lnTo>
                    <a:pt x="2026" y="11034"/>
                  </a:lnTo>
                  <a:lnTo>
                    <a:pt x="792" y="10391"/>
                  </a:lnTo>
                  <a:lnTo>
                    <a:pt x="0" y="9004"/>
                  </a:lnTo>
                  <a:lnTo>
                    <a:pt x="1116" y="6073"/>
                  </a:lnTo>
                  <a:lnTo>
                    <a:pt x="10241" y="4614"/>
                  </a:lnTo>
                  <a:lnTo>
                    <a:pt x="17676" y="391"/>
                  </a:lnTo>
                  <a:lnTo>
                    <a:pt x="1935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h1039"/>
            <p:cNvSpPr/>
            <p:nvPr/>
          </p:nvSpPr>
          <p:spPr>
            <a:xfrm>
              <a:off x="2261846" y="3064508"/>
              <a:ext cx="38142" cy="47157"/>
            </a:xfrm>
            <a:custGeom>
              <a:avLst/>
              <a:pathLst>
                <a:path w="38142" h="47157">
                  <a:moveTo>
                    <a:pt x="21308" y="449"/>
                  </a:moveTo>
                  <a:lnTo>
                    <a:pt x="21450" y="3395"/>
                  </a:lnTo>
                  <a:lnTo>
                    <a:pt x="27884" y="3298"/>
                  </a:lnTo>
                  <a:lnTo>
                    <a:pt x="30972" y="5166"/>
                  </a:lnTo>
                  <a:lnTo>
                    <a:pt x="27199" y="12221"/>
                  </a:lnTo>
                  <a:lnTo>
                    <a:pt x="29843" y="16405"/>
                  </a:lnTo>
                  <a:lnTo>
                    <a:pt x="29624" y="21916"/>
                  </a:lnTo>
                  <a:lnTo>
                    <a:pt x="32683" y="24936"/>
                  </a:lnTo>
                  <a:lnTo>
                    <a:pt x="35832" y="31235"/>
                  </a:lnTo>
                  <a:lnTo>
                    <a:pt x="36726" y="31326"/>
                  </a:lnTo>
                  <a:lnTo>
                    <a:pt x="38142" y="34242"/>
                  </a:lnTo>
                  <a:lnTo>
                    <a:pt x="37991" y="39114"/>
                  </a:lnTo>
                  <a:lnTo>
                    <a:pt x="35935" y="41623"/>
                  </a:lnTo>
                  <a:lnTo>
                    <a:pt x="32405" y="41565"/>
                  </a:lnTo>
                  <a:lnTo>
                    <a:pt x="25942" y="43802"/>
                  </a:lnTo>
                  <a:lnTo>
                    <a:pt x="23585" y="43206"/>
                  </a:lnTo>
                  <a:lnTo>
                    <a:pt x="22080" y="41385"/>
                  </a:lnTo>
                  <a:lnTo>
                    <a:pt x="20695" y="41137"/>
                  </a:lnTo>
                  <a:lnTo>
                    <a:pt x="16470" y="45873"/>
                  </a:lnTo>
                  <a:lnTo>
                    <a:pt x="13277" y="47157"/>
                  </a:lnTo>
                  <a:lnTo>
                    <a:pt x="10769" y="46244"/>
                  </a:lnTo>
                  <a:lnTo>
                    <a:pt x="3354" y="31313"/>
                  </a:lnTo>
                  <a:lnTo>
                    <a:pt x="4349" y="27404"/>
                  </a:lnTo>
                  <a:lnTo>
                    <a:pt x="186" y="25571"/>
                  </a:lnTo>
                  <a:lnTo>
                    <a:pt x="0" y="21326"/>
                  </a:lnTo>
                  <a:lnTo>
                    <a:pt x="2521" y="18122"/>
                  </a:lnTo>
                  <a:lnTo>
                    <a:pt x="2153" y="16122"/>
                  </a:lnTo>
                  <a:lnTo>
                    <a:pt x="11888" y="10825"/>
                  </a:lnTo>
                  <a:lnTo>
                    <a:pt x="17243" y="12366"/>
                  </a:lnTo>
                  <a:lnTo>
                    <a:pt x="19600" y="11821"/>
                  </a:lnTo>
                  <a:lnTo>
                    <a:pt x="20408" y="1965"/>
                  </a:lnTo>
                  <a:lnTo>
                    <a:pt x="1995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h1040"/>
            <p:cNvSpPr/>
            <p:nvPr/>
          </p:nvSpPr>
          <p:spPr>
            <a:xfrm>
              <a:off x="2370896" y="3080039"/>
              <a:ext cx="40723" cy="43164"/>
            </a:xfrm>
            <a:custGeom>
              <a:avLst/>
              <a:pathLst>
                <a:path w="40723" h="43164">
                  <a:moveTo>
                    <a:pt x="33535" y="1708"/>
                  </a:moveTo>
                  <a:lnTo>
                    <a:pt x="34702" y="6940"/>
                  </a:lnTo>
                  <a:lnTo>
                    <a:pt x="35290" y="16621"/>
                  </a:lnTo>
                  <a:lnTo>
                    <a:pt x="35917" y="17479"/>
                  </a:lnTo>
                  <a:lnTo>
                    <a:pt x="34888" y="23426"/>
                  </a:lnTo>
                  <a:lnTo>
                    <a:pt x="36022" y="25447"/>
                  </a:lnTo>
                  <a:lnTo>
                    <a:pt x="38292" y="25483"/>
                  </a:lnTo>
                  <a:lnTo>
                    <a:pt x="39267" y="30666"/>
                  </a:lnTo>
                  <a:lnTo>
                    <a:pt x="40345" y="30761"/>
                  </a:lnTo>
                  <a:lnTo>
                    <a:pt x="40723" y="32469"/>
                  </a:lnTo>
                  <a:lnTo>
                    <a:pt x="38730" y="36232"/>
                  </a:lnTo>
                  <a:lnTo>
                    <a:pt x="36622" y="37891"/>
                  </a:lnTo>
                  <a:lnTo>
                    <a:pt x="35070" y="38815"/>
                  </a:lnTo>
                  <a:lnTo>
                    <a:pt x="32867" y="37727"/>
                  </a:lnTo>
                  <a:lnTo>
                    <a:pt x="32584" y="36512"/>
                  </a:lnTo>
                  <a:lnTo>
                    <a:pt x="22251" y="37758"/>
                  </a:lnTo>
                  <a:lnTo>
                    <a:pt x="17987" y="39775"/>
                  </a:lnTo>
                  <a:lnTo>
                    <a:pt x="15943" y="43164"/>
                  </a:lnTo>
                  <a:lnTo>
                    <a:pt x="13557" y="40950"/>
                  </a:lnTo>
                  <a:lnTo>
                    <a:pt x="13146" y="36365"/>
                  </a:lnTo>
                  <a:lnTo>
                    <a:pt x="6826" y="32094"/>
                  </a:lnTo>
                  <a:lnTo>
                    <a:pt x="6330" y="30456"/>
                  </a:lnTo>
                  <a:lnTo>
                    <a:pt x="4874" y="29931"/>
                  </a:lnTo>
                  <a:lnTo>
                    <a:pt x="582" y="31175"/>
                  </a:lnTo>
                  <a:lnTo>
                    <a:pt x="0" y="28779"/>
                  </a:lnTo>
                  <a:lnTo>
                    <a:pt x="458" y="27667"/>
                  </a:lnTo>
                  <a:lnTo>
                    <a:pt x="5887" y="21995"/>
                  </a:lnTo>
                  <a:lnTo>
                    <a:pt x="6625" y="19594"/>
                  </a:lnTo>
                  <a:lnTo>
                    <a:pt x="5784" y="15185"/>
                  </a:lnTo>
                  <a:lnTo>
                    <a:pt x="7058" y="11377"/>
                  </a:lnTo>
                  <a:lnTo>
                    <a:pt x="13953" y="586"/>
                  </a:lnTo>
                  <a:lnTo>
                    <a:pt x="22823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h1041"/>
            <p:cNvSpPr/>
            <p:nvPr/>
          </p:nvSpPr>
          <p:spPr>
            <a:xfrm>
              <a:off x="2514057" y="3090995"/>
              <a:ext cx="19668" cy="38240"/>
            </a:xfrm>
            <a:custGeom>
              <a:avLst/>
              <a:pathLst>
                <a:path w="19668" h="38240">
                  <a:moveTo>
                    <a:pt x="16241" y="955"/>
                  </a:moveTo>
                  <a:lnTo>
                    <a:pt x="19668" y="467"/>
                  </a:lnTo>
                  <a:lnTo>
                    <a:pt x="19024" y="1955"/>
                  </a:lnTo>
                  <a:lnTo>
                    <a:pt x="19385" y="9138"/>
                  </a:lnTo>
                  <a:lnTo>
                    <a:pt x="17350" y="12448"/>
                  </a:lnTo>
                  <a:lnTo>
                    <a:pt x="12985" y="17053"/>
                  </a:lnTo>
                  <a:lnTo>
                    <a:pt x="12382" y="19845"/>
                  </a:lnTo>
                  <a:lnTo>
                    <a:pt x="14477" y="21973"/>
                  </a:lnTo>
                  <a:lnTo>
                    <a:pt x="11163" y="24192"/>
                  </a:lnTo>
                  <a:lnTo>
                    <a:pt x="8702" y="32481"/>
                  </a:lnTo>
                  <a:lnTo>
                    <a:pt x="8055" y="33855"/>
                  </a:lnTo>
                  <a:lnTo>
                    <a:pt x="2412" y="38185"/>
                  </a:lnTo>
                  <a:lnTo>
                    <a:pt x="0" y="38240"/>
                  </a:lnTo>
                  <a:lnTo>
                    <a:pt x="873" y="32208"/>
                  </a:lnTo>
                  <a:lnTo>
                    <a:pt x="587" y="25770"/>
                  </a:lnTo>
                  <a:lnTo>
                    <a:pt x="4158" y="22601"/>
                  </a:lnTo>
                  <a:lnTo>
                    <a:pt x="3824" y="19821"/>
                  </a:lnTo>
                  <a:lnTo>
                    <a:pt x="2071" y="17860"/>
                  </a:lnTo>
                  <a:lnTo>
                    <a:pt x="343" y="13712"/>
                  </a:lnTo>
                  <a:lnTo>
                    <a:pt x="966" y="10518"/>
                  </a:lnTo>
                  <a:lnTo>
                    <a:pt x="4613" y="8425"/>
                  </a:lnTo>
                  <a:lnTo>
                    <a:pt x="9786" y="7087"/>
                  </a:lnTo>
                  <a:lnTo>
                    <a:pt x="12219" y="752"/>
                  </a:lnTo>
                  <a:lnTo>
                    <a:pt x="1363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h1042"/>
            <p:cNvSpPr/>
            <p:nvPr/>
          </p:nvSpPr>
          <p:spPr>
            <a:xfrm>
              <a:off x="2324860" y="3035969"/>
              <a:ext cx="25027" cy="26448"/>
            </a:xfrm>
            <a:custGeom>
              <a:avLst/>
              <a:pathLst>
                <a:path w="25027" h="26448">
                  <a:moveTo>
                    <a:pt x="19738" y="0"/>
                  </a:moveTo>
                  <a:lnTo>
                    <a:pt x="25027" y="1207"/>
                  </a:lnTo>
                  <a:lnTo>
                    <a:pt x="23970" y="7634"/>
                  </a:lnTo>
                  <a:lnTo>
                    <a:pt x="22904" y="11752"/>
                  </a:lnTo>
                  <a:lnTo>
                    <a:pt x="24334" y="15265"/>
                  </a:lnTo>
                  <a:lnTo>
                    <a:pt x="22877" y="20387"/>
                  </a:lnTo>
                  <a:lnTo>
                    <a:pt x="21033" y="23486"/>
                  </a:lnTo>
                  <a:lnTo>
                    <a:pt x="16572" y="25029"/>
                  </a:lnTo>
                  <a:lnTo>
                    <a:pt x="10020" y="26448"/>
                  </a:lnTo>
                  <a:lnTo>
                    <a:pt x="7062" y="24619"/>
                  </a:lnTo>
                  <a:lnTo>
                    <a:pt x="5228" y="24900"/>
                  </a:lnTo>
                  <a:lnTo>
                    <a:pt x="4244" y="22553"/>
                  </a:lnTo>
                  <a:lnTo>
                    <a:pt x="2461" y="22571"/>
                  </a:lnTo>
                  <a:lnTo>
                    <a:pt x="0" y="19428"/>
                  </a:lnTo>
                  <a:lnTo>
                    <a:pt x="800" y="15705"/>
                  </a:lnTo>
                  <a:lnTo>
                    <a:pt x="2851" y="13721"/>
                  </a:lnTo>
                  <a:lnTo>
                    <a:pt x="4142" y="13722"/>
                  </a:lnTo>
                  <a:lnTo>
                    <a:pt x="8182" y="11585"/>
                  </a:lnTo>
                  <a:lnTo>
                    <a:pt x="12420" y="1955"/>
                  </a:lnTo>
                  <a:lnTo>
                    <a:pt x="14206" y="7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h1043"/>
            <p:cNvSpPr/>
            <p:nvPr/>
          </p:nvSpPr>
          <p:spPr>
            <a:xfrm>
              <a:off x="2517545" y="3023281"/>
              <a:ext cx="22977" cy="23958"/>
            </a:xfrm>
            <a:custGeom>
              <a:avLst/>
              <a:pathLst>
                <a:path w="22977" h="23958">
                  <a:moveTo>
                    <a:pt x="21312" y="1125"/>
                  </a:moveTo>
                  <a:lnTo>
                    <a:pt x="21818" y="4012"/>
                  </a:lnTo>
                  <a:lnTo>
                    <a:pt x="18859" y="7677"/>
                  </a:lnTo>
                  <a:lnTo>
                    <a:pt x="22742" y="11209"/>
                  </a:lnTo>
                  <a:lnTo>
                    <a:pt x="22386" y="17546"/>
                  </a:lnTo>
                  <a:lnTo>
                    <a:pt x="22977" y="17957"/>
                  </a:lnTo>
                  <a:lnTo>
                    <a:pt x="22217" y="22984"/>
                  </a:lnTo>
                  <a:lnTo>
                    <a:pt x="20416" y="22000"/>
                  </a:lnTo>
                  <a:lnTo>
                    <a:pt x="15641" y="22060"/>
                  </a:lnTo>
                  <a:lnTo>
                    <a:pt x="13250" y="23958"/>
                  </a:lnTo>
                  <a:lnTo>
                    <a:pt x="8778" y="18518"/>
                  </a:lnTo>
                  <a:lnTo>
                    <a:pt x="5652" y="17796"/>
                  </a:lnTo>
                  <a:lnTo>
                    <a:pt x="2914" y="15510"/>
                  </a:lnTo>
                  <a:lnTo>
                    <a:pt x="0" y="11026"/>
                  </a:lnTo>
                  <a:lnTo>
                    <a:pt x="362" y="7364"/>
                  </a:lnTo>
                  <a:lnTo>
                    <a:pt x="3913" y="3976"/>
                  </a:lnTo>
                  <a:lnTo>
                    <a:pt x="9685" y="3122"/>
                  </a:lnTo>
                  <a:lnTo>
                    <a:pt x="11138" y="3057"/>
                  </a:lnTo>
                  <a:lnTo>
                    <a:pt x="15712" y="5691"/>
                  </a:lnTo>
                  <a:lnTo>
                    <a:pt x="16320" y="1532"/>
                  </a:lnTo>
                  <a:lnTo>
                    <a:pt x="1887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h1044"/>
            <p:cNvSpPr/>
            <p:nvPr/>
          </p:nvSpPr>
          <p:spPr>
            <a:xfrm>
              <a:off x="2407519" y="3104811"/>
              <a:ext cx="31364" cy="38350"/>
            </a:xfrm>
            <a:custGeom>
              <a:avLst/>
              <a:pathLst>
                <a:path w="31364" h="38350">
                  <a:moveTo>
                    <a:pt x="21013" y="5293"/>
                  </a:moveTo>
                  <a:lnTo>
                    <a:pt x="27700" y="4323"/>
                  </a:lnTo>
                  <a:lnTo>
                    <a:pt x="31364" y="7016"/>
                  </a:lnTo>
                  <a:lnTo>
                    <a:pt x="30351" y="9370"/>
                  </a:lnTo>
                  <a:lnTo>
                    <a:pt x="26202" y="10984"/>
                  </a:lnTo>
                  <a:lnTo>
                    <a:pt x="25933" y="12037"/>
                  </a:lnTo>
                  <a:lnTo>
                    <a:pt x="29640" y="22072"/>
                  </a:lnTo>
                  <a:lnTo>
                    <a:pt x="22662" y="27482"/>
                  </a:lnTo>
                  <a:lnTo>
                    <a:pt x="18219" y="28349"/>
                  </a:lnTo>
                  <a:lnTo>
                    <a:pt x="18553" y="30684"/>
                  </a:lnTo>
                  <a:lnTo>
                    <a:pt x="21420" y="34743"/>
                  </a:lnTo>
                  <a:lnTo>
                    <a:pt x="20613" y="35892"/>
                  </a:lnTo>
                  <a:lnTo>
                    <a:pt x="17686" y="35643"/>
                  </a:lnTo>
                  <a:lnTo>
                    <a:pt x="16935" y="38350"/>
                  </a:lnTo>
                  <a:lnTo>
                    <a:pt x="6381" y="32984"/>
                  </a:lnTo>
                  <a:lnTo>
                    <a:pt x="2512" y="22480"/>
                  </a:lnTo>
                  <a:lnTo>
                    <a:pt x="1351" y="21086"/>
                  </a:lnTo>
                  <a:lnTo>
                    <a:pt x="0" y="13119"/>
                  </a:lnTo>
                  <a:lnTo>
                    <a:pt x="2107" y="11460"/>
                  </a:lnTo>
                  <a:lnTo>
                    <a:pt x="4100" y="7697"/>
                  </a:lnTo>
                  <a:lnTo>
                    <a:pt x="3723" y="5988"/>
                  </a:lnTo>
                  <a:lnTo>
                    <a:pt x="2644" y="5893"/>
                  </a:lnTo>
                  <a:lnTo>
                    <a:pt x="1669" y="711"/>
                  </a:lnTo>
                  <a:lnTo>
                    <a:pt x="1929" y="0"/>
                  </a:lnTo>
                  <a:lnTo>
                    <a:pt x="13123" y="43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h1045"/>
            <p:cNvSpPr/>
            <p:nvPr/>
          </p:nvSpPr>
          <p:spPr>
            <a:xfrm>
              <a:off x="2466625" y="3020418"/>
              <a:ext cx="45665" cy="62218"/>
            </a:xfrm>
            <a:custGeom>
              <a:avLst/>
              <a:pathLst>
                <a:path w="45665" h="62218">
                  <a:moveTo>
                    <a:pt x="32282" y="687"/>
                  </a:moveTo>
                  <a:lnTo>
                    <a:pt x="33217" y="4226"/>
                  </a:lnTo>
                  <a:lnTo>
                    <a:pt x="31784" y="7465"/>
                  </a:lnTo>
                  <a:lnTo>
                    <a:pt x="32730" y="8244"/>
                  </a:lnTo>
                  <a:lnTo>
                    <a:pt x="36834" y="8616"/>
                  </a:lnTo>
                  <a:lnTo>
                    <a:pt x="39460" y="10036"/>
                  </a:lnTo>
                  <a:lnTo>
                    <a:pt x="40716" y="11769"/>
                  </a:lnTo>
                  <a:lnTo>
                    <a:pt x="45665" y="29327"/>
                  </a:lnTo>
                  <a:lnTo>
                    <a:pt x="43508" y="31838"/>
                  </a:lnTo>
                  <a:lnTo>
                    <a:pt x="42112" y="31089"/>
                  </a:lnTo>
                  <a:lnTo>
                    <a:pt x="37857" y="31312"/>
                  </a:lnTo>
                  <a:lnTo>
                    <a:pt x="33895" y="33358"/>
                  </a:lnTo>
                  <a:lnTo>
                    <a:pt x="32938" y="45512"/>
                  </a:lnTo>
                  <a:lnTo>
                    <a:pt x="34134" y="46984"/>
                  </a:lnTo>
                  <a:lnTo>
                    <a:pt x="34086" y="48306"/>
                  </a:lnTo>
                  <a:lnTo>
                    <a:pt x="31597" y="48835"/>
                  </a:lnTo>
                  <a:lnTo>
                    <a:pt x="28852" y="52838"/>
                  </a:lnTo>
                  <a:lnTo>
                    <a:pt x="30986" y="55205"/>
                  </a:lnTo>
                  <a:lnTo>
                    <a:pt x="31109" y="57661"/>
                  </a:lnTo>
                  <a:lnTo>
                    <a:pt x="30404" y="59061"/>
                  </a:lnTo>
                  <a:lnTo>
                    <a:pt x="20181" y="56755"/>
                  </a:lnTo>
                  <a:lnTo>
                    <a:pt x="17710" y="58615"/>
                  </a:lnTo>
                  <a:lnTo>
                    <a:pt x="16924" y="60310"/>
                  </a:lnTo>
                  <a:lnTo>
                    <a:pt x="14274" y="61769"/>
                  </a:lnTo>
                  <a:lnTo>
                    <a:pt x="12770" y="62218"/>
                  </a:lnTo>
                  <a:lnTo>
                    <a:pt x="9899" y="61445"/>
                  </a:lnTo>
                  <a:lnTo>
                    <a:pt x="7709" y="56979"/>
                  </a:lnTo>
                  <a:lnTo>
                    <a:pt x="0" y="48837"/>
                  </a:lnTo>
                  <a:lnTo>
                    <a:pt x="931" y="34324"/>
                  </a:lnTo>
                  <a:lnTo>
                    <a:pt x="1986" y="33704"/>
                  </a:lnTo>
                  <a:lnTo>
                    <a:pt x="5400" y="33863"/>
                  </a:lnTo>
                  <a:lnTo>
                    <a:pt x="8078" y="35042"/>
                  </a:lnTo>
                  <a:lnTo>
                    <a:pt x="10859" y="34102"/>
                  </a:lnTo>
                  <a:lnTo>
                    <a:pt x="8353" y="28539"/>
                  </a:lnTo>
                  <a:lnTo>
                    <a:pt x="6175" y="26568"/>
                  </a:lnTo>
                  <a:lnTo>
                    <a:pt x="5380" y="22655"/>
                  </a:lnTo>
                  <a:lnTo>
                    <a:pt x="6374" y="19155"/>
                  </a:lnTo>
                  <a:lnTo>
                    <a:pt x="8565" y="17743"/>
                  </a:lnTo>
                  <a:lnTo>
                    <a:pt x="9796" y="15506"/>
                  </a:lnTo>
                  <a:lnTo>
                    <a:pt x="18222" y="16900"/>
                  </a:lnTo>
                  <a:lnTo>
                    <a:pt x="18663" y="15574"/>
                  </a:lnTo>
                  <a:lnTo>
                    <a:pt x="17982" y="11860"/>
                  </a:lnTo>
                  <a:lnTo>
                    <a:pt x="16362" y="8371"/>
                  </a:lnTo>
                  <a:lnTo>
                    <a:pt x="25000" y="6001"/>
                  </a:lnTo>
                  <a:lnTo>
                    <a:pt x="28940" y="6647"/>
                  </a:lnTo>
                  <a:lnTo>
                    <a:pt x="30056" y="5366"/>
                  </a:lnTo>
                  <a:lnTo>
                    <a:pt x="3141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h1046"/>
            <p:cNvSpPr/>
            <p:nvPr/>
          </p:nvSpPr>
          <p:spPr>
            <a:xfrm>
              <a:off x="2289045" y="3069674"/>
              <a:ext cx="22549" cy="26159"/>
            </a:xfrm>
            <a:custGeom>
              <a:avLst/>
              <a:pathLst>
                <a:path w="22549" h="26159">
                  <a:moveTo>
                    <a:pt x="12217" y="3017"/>
                  </a:moveTo>
                  <a:lnTo>
                    <a:pt x="20134" y="2428"/>
                  </a:lnTo>
                  <a:lnTo>
                    <a:pt x="20891" y="3347"/>
                  </a:lnTo>
                  <a:lnTo>
                    <a:pt x="20719" y="7422"/>
                  </a:lnTo>
                  <a:lnTo>
                    <a:pt x="22264" y="11821"/>
                  </a:lnTo>
                  <a:lnTo>
                    <a:pt x="22549" y="15122"/>
                  </a:lnTo>
                  <a:lnTo>
                    <a:pt x="19424" y="14980"/>
                  </a:lnTo>
                  <a:lnTo>
                    <a:pt x="14499" y="16916"/>
                  </a:lnTo>
                  <a:lnTo>
                    <a:pt x="12549" y="19490"/>
                  </a:lnTo>
                  <a:lnTo>
                    <a:pt x="9527" y="26159"/>
                  </a:lnTo>
                  <a:lnTo>
                    <a:pt x="8632" y="26068"/>
                  </a:lnTo>
                  <a:lnTo>
                    <a:pt x="5484" y="19770"/>
                  </a:lnTo>
                  <a:lnTo>
                    <a:pt x="2424" y="16749"/>
                  </a:lnTo>
                  <a:lnTo>
                    <a:pt x="2643" y="11238"/>
                  </a:lnTo>
                  <a:lnTo>
                    <a:pt x="0" y="7054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h1047"/>
            <p:cNvSpPr/>
            <p:nvPr/>
          </p:nvSpPr>
          <p:spPr>
            <a:xfrm>
              <a:off x="2329899" y="3096744"/>
              <a:ext cx="22354" cy="33844"/>
            </a:xfrm>
            <a:custGeom>
              <a:avLst/>
              <a:pathLst>
                <a:path w="22354" h="33844">
                  <a:moveTo>
                    <a:pt x="15426" y="0"/>
                  </a:moveTo>
                  <a:lnTo>
                    <a:pt x="18717" y="1241"/>
                  </a:lnTo>
                  <a:lnTo>
                    <a:pt x="18599" y="2240"/>
                  </a:lnTo>
                  <a:lnTo>
                    <a:pt x="15396" y="3287"/>
                  </a:lnTo>
                  <a:lnTo>
                    <a:pt x="13226" y="5601"/>
                  </a:lnTo>
                  <a:lnTo>
                    <a:pt x="13604" y="6609"/>
                  </a:lnTo>
                  <a:lnTo>
                    <a:pt x="16442" y="7498"/>
                  </a:lnTo>
                  <a:lnTo>
                    <a:pt x="19156" y="9718"/>
                  </a:lnTo>
                  <a:lnTo>
                    <a:pt x="19866" y="12515"/>
                  </a:lnTo>
                  <a:lnTo>
                    <a:pt x="18848" y="16532"/>
                  </a:lnTo>
                  <a:lnTo>
                    <a:pt x="22354" y="28640"/>
                  </a:lnTo>
                  <a:lnTo>
                    <a:pt x="21486" y="29715"/>
                  </a:lnTo>
                  <a:lnTo>
                    <a:pt x="18729" y="30472"/>
                  </a:lnTo>
                  <a:lnTo>
                    <a:pt x="17473" y="31938"/>
                  </a:lnTo>
                  <a:lnTo>
                    <a:pt x="12979" y="33844"/>
                  </a:lnTo>
                  <a:lnTo>
                    <a:pt x="11340" y="29437"/>
                  </a:lnTo>
                  <a:lnTo>
                    <a:pt x="9135" y="27931"/>
                  </a:lnTo>
                  <a:lnTo>
                    <a:pt x="4598" y="28083"/>
                  </a:lnTo>
                  <a:lnTo>
                    <a:pt x="3003" y="25891"/>
                  </a:lnTo>
                  <a:lnTo>
                    <a:pt x="0" y="18626"/>
                  </a:lnTo>
                  <a:lnTo>
                    <a:pt x="2577" y="17393"/>
                  </a:lnTo>
                  <a:lnTo>
                    <a:pt x="5657" y="9758"/>
                  </a:lnTo>
                  <a:lnTo>
                    <a:pt x="495" y="3546"/>
                  </a:lnTo>
                  <a:lnTo>
                    <a:pt x="1419" y="2949"/>
                  </a:lnTo>
                  <a:lnTo>
                    <a:pt x="3646" y="1435"/>
                  </a:lnTo>
                  <a:lnTo>
                    <a:pt x="5908" y="1199"/>
                  </a:lnTo>
                  <a:lnTo>
                    <a:pt x="8866" y="2755"/>
                  </a:lnTo>
                  <a:lnTo>
                    <a:pt x="12273" y="59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h1048"/>
            <p:cNvSpPr/>
            <p:nvPr/>
          </p:nvSpPr>
          <p:spPr>
            <a:xfrm>
              <a:off x="2322835" y="2958224"/>
              <a:ext cx="11851" cy="22237"/>
            </a:xfrm>
            <a:custGeom>
              <a:avLst/>
              <a:pathLst>
                <a:path w="11851" h="22237">
                  <a:moveTo>
                    <a:pt x="7960" y="11265"/>
                  </a:moveTo>
                  <a:lnTo>
                    <a:pt x="9092" y="15424"/>
                  </a:lnTo>
                  <a:lnTo>
                    <a:pt x="10051" y="17091"/>
                  </a:lnTo>
                  <a:lnTo>
                    <a:pt x="11731" y="17970"/>
                  </a:lnTo>
                  <a:lnTo>
                    <a:pt x="11851" y="19504"/>
                  </a:lnTo>
                  <a:lnTo>
                    <a:pt x="10269" y="22237"/>
                  </a:lnTo>
                  <a:lnTo>
                    <a:pt x="9307" y="19346"/>
                  </a:lnTo>
                  <a:lnTo>
                    <a:pt x="7934" y="19639"/>
                  </a:lnTo>
                  <a:lnTo>
                    <a:pt x="6759" y="21128"/>
                  </a:lnTo>
                  <a:lnTo>
                    <a:pt x="5428" y="19445"/>
                  </a:lnTo>
                  <a:lnTo>
                    <a:pt x="5150" y="16410"/>
                  </a:lnTo>
                  <a:lnTo>
                    <a:pt x="4193" y="14583"/>
                  </a:lnTo>
                  <a:lnTo>
                    <a:pt x="0" y="12469"/>
                  </a:lnTo>
                  <a:lnTo>
                    <a:pt x="2474" y="9034"/>
                  </a:lnTo>
                  <a:lnTo>
                    <a:pt x="3675" y="3196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h1049"/>
            <p:cNvSpPr/>
            <p:nvPr/>
          </p:nvSpPr>
          <p:spPr>
            <a:xfrm>
              <a:off x="2248271" y="2974262"/>
              <a:ext cx="21793" cy="18876"/>
            </a:xfrm>
            <a:custGeom>
              <a:avLst/>
              <a:pathLst>
                <a:path w="21793" h="18876">
                  <a:moveTo>
                    <a:pt x="8874" y="0"/>
                  </a:moveTo>
                  <a:lnTo>
                    <a:pt x="21142" y="4474"/>
                  </a:lnTo>
                  <a:lnTo>
                    <a:pt x="18936" y="10500"/>
                  </a:lnTo>
                  <a:lnTo>
                    <a:pt x="21793" y="13423"/>
                  </a:lnTo>
                  <a:lnTo>
                    <a:pt x="21596" y="14755"/>
                  </a:lnTo>
                  <a:lnTo>
                    <a:pt x="17001" y="13728"/>
                  </a:lnTo>
                  <a:lnTo>
                    <a:pt x="10958" y="18091"/>
                  </a:lnTo>
                  <a:lnTo>
                    <a:pt x="7028" y="16501"/>
                  </a:lnTo>
                  <a:lnTo>
                    <a:pt x="3162" y="18876"/>
                  </a:lnTo>
                  <a:lnTo>
                    <a:pt x="715" y="18435"/>
                  </a:lnTo>
                  <a:lnTo>
                    <a:pt x="0" y="16286"/>
                  </a:lnTo>
                  <a:lnTo>
                    <a:pt x="1992" y="9607"/>
                  </a:lnTo>
                  <a:lnTo>
                    <a:pt x="5753" y="9575"/>
                  </a:lnTo>
                  <a:lnTo>
                    <a:pt x="6236" y="8847"/>
                  </a:lnTo>
                  <a:lnTo>
                    <a:pt x="6321" y="178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h1050"/>
            <p:cNvSpPr/>
            <p:nvPr/>
          </p:nvSpPr>
          <p:spPr>
            <a:xfrm>
              <a:off x="2335670" y="2988936"/>
              <a:ext cx="32394" cy="23966"/>
            </a:xfrm>
            <a:custGeom>
              <a:avLst/>
              <a:pathLst>
                <a:path w="32394" h="23966">
                  <a:moveTo>
                    <a:pt x="13184" y="188"/>
                  </a:moveTo>
                  <a:lnTo>
                    <a:pt x="15940" y="4594"/>
                  </a:lnTo>
                  <a:lnTo>
                    <a:pt x="13218" y="7330"/>
                  </a:lnTo>
                  <a:lnTo>
                    <a:pt x="16771" y="9121"/>
                  </a:lnTo>
                  <a:lnTo>
                    <a:pt x="22897" y="8658"/>
                  </a:lnTo>
                  <a:lnTo>
                    <a:pt x="24284" y="6063"/>
                  </a:lnTo>
                  <a:lnTo>
                    <a:pt x="25390" y="5720"/>
                  </a:lnTo>
                  <a:lnTo>
                    <a:pt x="28550" y="8534"/>
                  </a:lnTo>
                  <a:lnTo>
                    <a:pt x="29777" y="10852"/>
                  </a:lnTo>
                  <a:lnTo>
                    <a:pt x="29451" y="12057"/>
                  </a:lnTo>
                  <a:lnTo>
                    <a:pt x="28143" y="12897"/>
                  </a:lnTo>
                  <a:lnTo>
                    <a:pt x="28606" y="14508"/>
                  </a:lnTo>
                  <a:lnTo>
                    <a:pt x="32394" y="16975"/>
                  </a:lnTo>
                  <a:lnTo>
                    <a:pt x="24734" y="22246"/>
                  </a:lnTo>
                  <a:lnTo>
                    <a:pt x="22022" y="22499"/>
                  </a:lnTo>
                  <a:lnTo>
                    <a:pt x="19929" y="20196"/>
                  </a:lnTo>
                  <a:lnTo>
                    <a:pt x="15682" y="22887"/>
                  </a:lnTo>
                  <a:lnTo>
                    <a:pt x="8141" y="23966"/>
                  </a:lnTo>
                  <a:lnTo>
                    <a:pt x="8375" y="21855"/>
                  </a:lnTo>
                  <a:lnTo>
                    <a:pt x="6061" y="19846"/>
                  </a:lnTo>
                  <a:lnTo>
                    <a:pt x="3290" y="20925"/>
                  </a:lnTo>
                  <a:lnTo>
                    <a:pt x="0" y="18804"/>
                  </a:lnTo>
                  <a:lnTo>
                    <a:pt x="1386" y="15402"/>
                  </a:lnTo>
                  <a:lnTo>
                    <a:pt x="5860" y="10994"/>
                  </a:lnTo>
                  <a:lnTo>
                    <a:pt x="10245" y="1568"/>
                  </a:lnTo>
                  <a:lnTo>
                    <a:pt x="1174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h1051"/>
            <p:cNvSpPr/>
            <p:nvPr/>
          </p:nvSpPr>
          <p:spPr>
            <a:xfrm>
              <a:off x="2280956" y="3097508"/>
              <a:ext cx="32469" cy="54917"/>
            </a:xfrm>
            <a:custGeom>
              <a:avLst/>
              <a:pathLst>
                <a:path w="32469" h="54917">
                  <a:moveTo>
                    <a:pt x="21318" y="130"/>
                  </a:moveTo>
                  <a:lnTo>
                    <a:pt x="24845" y="6417"/>
                  </a:lnTo>
                  <a:lnTo>
                    <a:pt x="31914" y="12652"/>
                  </a:lnTo>
                  <a:lnTo>
                    <a:pt x="32469" y="22591"/>
                  </a:lnTo>
                  <a:lnTo>
                    <a:pt x="24496" y="24500"/>
                  </a:lnTo>
                  <a:lnTo>
                    <a:pt x="21777" y="27731"/>
                  </a:lnTo>
                  <a:lnTo>
                    <a:pt x="18944" y="33249"/>
                  </a:lnTo>
                  <a:lnTo>
                    <a:pt x="16879" y="43317"/>
                  </a:lnTo>
                  <a:lnTo>
                    <a:pt x="18547" y="48919"/>
                  </a:lnTo>
                  <a:lnTo>
                    <a:pt x="20926" y="53399"/>
                  </a:lnTo>
                  <a:lnTo>
                    <a:pt x="22538" y="54917"/>
                  </a:lnTo>
                  <a:lnTo>
                    <a:pt x="18565" y="54907"/>
                  </a:lnTo>
                  <a:lnTo>
                    <a:pt x="18307" y="52479"/>
                  </a:lnTo>
                  <a:lnTo>
                    <a:pt x="17532" y="52023"/>
                  </a:lnTo>
                  <a:lnTo>
                    <a:pt x="4030" y="50551"/>
                  </a:lnTo>
                  <a:lnTo>
                    <a:pt x="1974" y="49739"/>
                  </a:lnTo>
                  <a:lnTo>
                    <a:pt x="0" y="47597"/>
                  </a:lnTo>
                  <a:lnTo>
                    <a:pt x="2211" y="41934"/>
                  </a:lnTo>
                  <a:lnTo>
                    <a:pt x="6936" y="35538"/>
                  </a:lnTo>
                  <a:lnTo>
                    <a:pt x="8464" y="31603"/>
                  </a:lnTo>
                  <a:lnTo>
                    <a:pt x="8710" y="27330"/>
                  </a:lnTo>
                  <a:lnTo>
                    <a:pt x="14974" y="14603"/>
                  </a:lnTo>
                  <a:lnTo>
                    <a:pt x="16824" y="8622"/>
                  </a:lnTo>
                  <a:lnTo>
                    <a:pt x="18881" y="6114"/>
                  </a:lnTo>
                  <a:lnTo>
                    <a:pt x="19031" y="1242"/>
                  </a:lnTo>
                  <a:lnTo>
                    <a:pt x="2044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h1052"/>
            <p:cNvSpPr/>
            <p:nvPr/>
          </p:nvSpPr>
          <p:spPr>
            <a:xfrm>
              <a:off x="2257145" y="2958425"/>
              <a:ext cx="21390" cy="20312"/>
            </a:xfrm>
            <a:custGeom>
              <a:avLst/>
              <a:pathLst>
                <a:path w="21390" h="20312">
                  <a:moveTo>
                    <a:pt x="13535" y="0"/>
                  </a:moveTo>
                  <a:lnTo>
                    <a:pt x="21390" y="1724"/>
                  </a:lnTo>
                  <a:lnTo>
                    <a:pt x="21060" y="3243"/>
                  </a:lnTo>
                  <a:lnTo>
                    <a:pt x="16281" y="3863"/>
                  </a:lnTo>
                  <a:lnTo>
                    <a:pt x="13258" y="6017"/>
                  </a:lnTo>
                  <a:lnTo>
                    <a:pt x="12494" y="9389"/>
                  </a:lnTo>
                  <a:lnTo>
                    <a:pt x="12450" y="15728"/>
                  </a:lnTo>
                  <a:lnTo>
                    <a:pt x="12268" y="20312"/>
                  </a:lnTo>
                  <a:lnTo>
                    <a:pt x="0" y="15837"/>
                  </a:lnTo>
                  <a:lnTo>
                    <a:pt x="2371" y="8535"/>
                  </a:lnTo>
                  <a:lnTo>
                    <a:pt x="2576" y="5240"/>
                  </a:lnTo>
                  <a:lnTo>
                    <a:pt x="11678" y="32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h1053"/>
            <p:cNvSpPr/>
            <p:nvPr/>
          </p:nvSpPr>
          <p:spPr>
            <a:xfrm>
              <a:off x="2301978" y="3037114"/>
              <a:ext cx="25733" cy="21521"/>
            </a:xfrm>
            <a:custGeom>
              <a:avLst/>
              <a:pathLst>
                <a:path w="25733" h="21521">
                  <a:moveTo>
                    <a:pt x="7977" y="2758"/>
                  </a:moveTo>
                  <a:lnTo>
                    <a:pt x="7438" y="4640"/>
                  </a:lnTo>
                  <a:lnTo>
                    <a:pt x="7948" y="5511"/>
                  </a:lnTo>
                  <a:lnTo>
                    <a:pt x="10932" y="6428"/>
                  </a:lnTo>
                  <a:lnTo>
                    <a:pt x="16799" y="5337"/>
                  </a:lnTo>
                  <a:lnTo>
                    <a:pt x="18845" y="4729"/>
                  </a:lnTo>
                  <a:lnTo>
                    <a:pt x="18677" y="3821"/>
                  </a:lnTo>
                  <a:lnTo>
                    <a:pt x="21048" y="3654"/>
                  </a:lnTo>
                  <a:lnTo>
                    <a:pt x="25696" y="8965"/>
                  </a:lnTo>
                  <a:lnTo>
                    <a:pt x="25733" y="12576"/>
                  </a:lnTo>
                  <a:lnTo>
                    <a:pt x="23682" y="14561"/>
                  </a:lnTo>
                  <a:lnTo>
                    <a:pt x="22882" y="18283"/>
                  </a:lnTo>
                  <a:lnTo>
                    <a:pt x="25344" y="21426"/>
                  </a:lnTo>
                  <a:lnTo>
                    <a:pt x="22253" y="21521"/>
                  </a:lnTo>
                  <a:lnTo>
                    <a:pt x="10164" y="19440"/>
                  </a:lnTo>
                  <a:lnTo>
                    <a:pt x="6812" y="16285"/>
                  </a:lnTo>
                  <a:lnTo>
                    <a:pt x="1917" y="16306"/>
                  </a:lnTo>
                  <a:lnTo>
                    <a:pt x="2531" y="10527"/>
                  </a:lnTo>
                  <a:lnTo>
                    <a:pt x="0" y="3131"/>
                  </a:lnTo>
                  <a:lnTo>
                    <a:pt x="622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h1054"/>
            <p:cNvSpPr/>
            <p:nvPr/>
          </p:nvSpPr>
          <p:spPr>
            <a:xfrm>
              <a:off x="2193668" y="3101977"/>
              <a:ext cx="47654" cy="42450"/>
            </a:xfrm>
            <a:custGeom>
              <a:avLst/>
              <a:pathLst>
                <a:path w="47654" h="42450">
                  <a:moveTo>
                    <a:pt x="32032" y="1633"/>
                  </a:moveTo>
                  <a:lnTo>
                    <a:pt x="32285" y="6494"/>
                  </a:lnTo>
                  <a:lnTo>
                    <a:pt x="33440" y="10562"/>
                  </a:lnTo>
                  <a:lnTo>
                    <a:pt x="38041" y="13391"/>
                  </a:lnTo>
                  <a:lnTo>
                    <a:pt x="39708" y="17711"/>
                  </a:lnTo>
                  <a:lnTo>
                    <a:pt x="43901" y="19390"/>
                  </a:lnTo>
                  <a:lnTo>
                    <a:pt x="47643" y="22877"/>
                  </a:lnTo>
                  <a:lnTo>
                    <a:pt x="47654" y="24395"/>
                  </a:lnTo>
                  <a:lnTo>
                    <a:pt x="44428" y="25095"/>
                  </a:lnTo>
                  <a:lnTo>
                    <a:pt x="42973" y="26893"/>
                  </a:lnTo>
                  <a:lnTo>
                    <a:pt x="42801" y="29175"/>
                  </a:lnTo>
                  <a:lnTo>
                    <a:pt x="37970" y="36566"/>
                  </a:lnTo>
                  <a:lnTo>
                    <a:pt x="33905" y="36654"/>
                  </a:lnTo>
                  <a:lnTo>
                    <a:pt x="27611" y="40792"/>
                  </a:lnTo>
                  <a:lnTo>
                    <a:pt x="26732" y="39324"/>
                  </a:lnTo>
                  <a:lnTo>
                    <a:pt x="23627" y="39854"/>
                  </a:lnTo>
                  <a:lnTo>
                    <a:pt x="20781" y="42450"/>
                  </a:lnTo>
                  <a:lnTo>
                    <a:pt x="16114" y="35384"/>
                  </a:lnTo>
                  <a:lnTo>
                    <a:pt x="11910" y="34607"/>
                  </a:lnTo>
                  <a:lnTo>
                    <a:pt x="8560" y="37444"/>
                  </a:lnTo>
                  <a:lnTo>
                    <a:pt x="1925" y="31516"/>
                  </a:lnTo>
                  <a:lnTo>
                    <a:pt x="0" y="27788"/>
                  </a:lnTo>
                  <a:lnTo>
                    <a:pt x="3917" y="25412"/>
                  </a:lnTo>
                  <a:lnTo>
                    <a:pt x="3314" y="14622"/>
                  </a:lnTo>
                  <a:lnTo>
                    <a:pt x="8307" y="12043"/>
                  </a:lnTo>
                  <a:lnTo>
                    <a:pt x="11012" y="9286"/>
                  </a:lnTo>
                  <a:lnTo>
                    <a:pt x="16289" y="8542"/>
                  </a:lnTo>
                  <a:lnTo>
                    <a:pt x="19942" y="5295"/>
                  </a:lnTo>
                  <a:lnTo>
                    <a:pt x="22573" y="4406"/>
                  </a:lnTo>
                  <a:lnTo>
                    <a:pt x="22912" y="5466"/>
                  </a:lnTo>
                  <a:lnTo>
                    <a:pt x="24998" y="5937"/>
                  </a:lnTo>
                  <a:lnTo>
                    <a:pt x="27674" y="5170"/>
                  </a:lnTo>
                  <a:lnTo>
                    <a:pt x="28515" y="4729"/>
                  </a:lnTo>
                  <a:lnTo>
                    <a:pt x="31486" y="1624"/>
                  </a:lnTo>
                  <a:lnTo>
                    <a:pt x="3409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h1055"/>
            <p:cNvSpPr/>
            <p:nvPr/>
          </p:nvSpPr>
          <p:spPr>
            <a:xfrm>
              <a:off x="2519680" y="3048641"/>
              <a:ext cx="24917" cy="15317"/>
            </a:xfrm>
            <a:custGeom>
              <a:avLst/>
              <a:pathLst>
                <a:path w="24917" h="15317">
                  <a:moveTo>
                    <a:pt x="8936" y="457"/>
                  </a:moveTo>
                  <a:lnTo>
                    <a:pt x="10136" y="3554"/>
                  </a:lnTo>
                  <a:lnTo>
                    <a:pt x="13323" y="7166"/>
                  </a:lnTo>
                  <a:lnTo>
                    <a:pt x="22444" y="6026"/>
                  </a:lnTo>
                  <a:lnTo>
                    <a:pt x="24917" y="11222"/>
                  </a:lnTo>
                  <a:lnTo>
                    <a:pt x="23605" y="13098"/>
                  </a:lnTo>
                  <a:lnTo>
                    <a:pt x="20294" y="14548"/>
                  </a:lnTo>
                  <a:lnTo>
                    <a:pt x="14125" y="15317"/>
                  </a:lnTo>
                  <a:lnTo>
                    <a:pt x="7173" y="15041"/>
                  </a:lnTo>
                  <a:lnTo>
                    <a:pt x="5973" y="11611"/>
                  </a:lnTo>
                  <a:lnTo>
                    <a:pt x="22" y="4449"/>
                  </a:lnTo>
                  <a:lnTo>
                    <a:pt x="0" y="2575"/>
                  </a:lnTo>
                  <a:lnTo>
                    <a:pt x="1117" y="2284"/>
                  </a:lnTo>
                  <a:lnTo>
                    <a:pt x="4894" y="2263"/>
                  </a:lnTo>
                  <a:lnTo>
                    <a:pt x="65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h1056"/>
            <p:cNvSpPr/>
            <p:nvPr/>
          </p:nvSpPr>
          <p:spPr>
            <a:xfrm>
              <a:off x="2297835" y="3120100"/>
              <a:ext cx="20576" cy="36793"/>
            </a:xfrm>
            <a:custGeom>
              <a:avLst/>
              <a:pathLst>
                <a:path w="20576" h="36793">
                  <a:moveTo>
                    <a:pt x="17521" y="1201"/>
                  </a:moveTo>
                  <a:lnTo>
                    <a:pt x="18253" y="7349"/>
                  </a:lnTo>
                  <a:lnTo>
                    <a:pt x="20576" y="10102"/>
                  </a:lnTo>
                  <a:lnTo>
                    <a:pt x="19521" y="10791"/>
                  </a:lnTo>
                  <a:lnTo>
                    <a:pt x="18796" y="24545"/>
                  </a:lnTo>
                  <a:lnTo>
                    <a:pt x="17072" y="26909"/>
                  </a:lnTo>
                  <a:lnTo>
                    <a:pt x="18537" y="34543"/>
                  </a:lnTo>
                  <a:lnTo>
                    <a:pt x="17855" y="36793"/>
                  </a:lnTo>
                  <a:lnTo>
                    <a:pt x="13887" y="36177"/>
                  </a:lnTo>
                  <a:lnTo>
                    <a:pt x="6388" y="31958"/>
                  </a:lnTo>
                  <a:lnTo>
                    <a:pt x="5658" y="32326"/>
                  </a:lnTo>
                  <a:lnTo>
                    <a:pt x="4047" y="30808"/>
                  </a:lnTo>
                  <a:lnTo>
                    <a:pt x="1667" y="26328"/>
                  </a:lnTo>
                  <a:lnTo>
                    <a:pt x="0" y="20726"/>
                  </a:lnTo>
                  <a:lnTo>
                    <a:pt x="2065" y="10658"/>
                  </a:lnTo>
                  <a:lnTo>
                    <a:pt x="4898" y="5140"/>
                  </a:lnTo>
                  <a:lnTo>
                    <a:pt x="7617" y="1909"/>
                  </a:lnTo>
                  <a:lnTo>
                    <a:pt x="1559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h1057"/>
            <p:cNvSpPr/>
            <p:nvPr/>
          </p:nvSpPr>
          <p:spPr>
            <a:xfrm>
              <a:off x="2378225" y="2997194"/>
              <a:ext cx="29178" cy="13951"/>
            </a:xfrm>
            <a:custGeom>
              <a:avLst/>
              <a:pathLst>
                <a:path w="29178" h="13951">
                  <a:moveTo>
                    <a:pt x="20081" y="1286"/>
                  </a:moveTo>
                  <a:lnTo>
                    <a:pt x="21688" y="1884"/>
                  </a:lnTo>
                  <a:lnTo>
                    <a:pt x="29178" y="1644"/>
                  </a:lnTo>
                  <a:lnTo>
                    <a:pt x="28103" y="4193"/>
                  </a:lnTo>
                  <a:lnTo>
                    <a:pt x="28846" y="7925"/>
                  </a:lnTo>
                  <a:lnTo>
                    <a:pt x="25064" y="10119"/>
                  </a:lnTo>
                  <a:lnTo>
                    <a:pt x="16660" y="11597"/>
                  </a:lnTo>
                  <a:lnTo>
                    <a:pt x="7018" y="13824"/>
                  </a:lnTo>
                  <a:lnTo>
                    <a:pt x="3814" y="13951"/>
                  </a:lnTo>
                  <a:lnTo>
                    <a:pt x="2005" y="12765"/>
                  </a:lnTo>
                  <a:lnTo>
                    <a:pt x="0" y="7802"/>
                  </a:lnTo>
                  <a:lnTo>
                    <a:pt x="6294" y="4279"/>
                  </a:lnTo>
                  <a:lnTo>
                    <a:pt x="1998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h1058"/>
            <p:cNvSpPr/>
            <p:nvPr/>
          </p:nvSpPr>
          <p:spPr>
            <a:xfrm>
              <a:off x="2277472" y="2971126"/>
              <a:ext cx="30025" cy="21984"/>
            </a:xfrm>
            <a:custGeom>
              <a:avLst/>
              <a:pathLst>
                <a:path w="30025" h="21984">
                  <a:moveTo>
                    <a:pt x="29542" y="1407"/>
                  </a:moveTo>
                  <a:lnTo>
                    <a:pt x="26219" y="9924"/>
                  </a:lnTo>
                  <a:lnTo>
                    <a:pt x="27931" y="17583"/>
                  </a:lnTo>
                  <a:lnTo>
                    <a:pt x="30025" y="18762"/>
                  </a:lnTo>
                  <a:lnTo>
                    <a:pt x="28790" y="21984"/>
                  </a:lnTo>
                  <a:lnTo>
                    <a:pt x="19922" y="20221"/>
                  </a:lnTo>
                  <a:lnTo>
                    <a:pt x="10776" y="20274"/>
                  </a:lnTo>
                  <a:lnTo>
                    <a:pt x="9324" y="18352"/>
                  </a:lnTo>
                  <a:lnTo>
                    <a:pt x="7332" y="17695"/>
                  </a:lnTo>
                  <a:lnTo>
                    <a:pt x="4312" y="18741"/>
                  </a:lnTo>
                  <a:lnTo>
                    <a:pt x="2180" y="18106"/>
                  </a:lnTo>
                  <a:lnTo>
                    <a:pt x="1302" y="16461"/>
                  </a:lnTo>
                  <a:lnTo>
                    <a:pt x="0" y="7996"/>
                  </a:lnTo>
                  <a:lnTo>
                    <a:pt x="1730" y="5640"/>
                  </a:lnTo>
                  <a:lnTo>
                    <a:pt x="4537" y="7403"/>
                  </a:lnTo>
                  <a:lnTo>
                    <a:pt x="11354" y="6237"/>
                  </a:lnTo>
                  <a:lnTo>
                    <a:pt x="16861" y="3155"/>
                  </a:lnTo>
                  <a:lnTo>
                    <a:pt x="17340" y="1626"/>
                  </a:lnTo>
                  <a:lnTo>
                    <a:pt x="2501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h1059"/>
            <p:cNvSpPr/>
            <p:nvPr/>
          </p:nvSpPr>
          <p:spPr>
            <a:xfrm>
              <a:off x="2339183" y="3140446"/>
              <a:ext cx="56366" cy="61261"/>
            </a:xfrm>
            <a:custGeom>
              <a:avLst/>
              <a:pathLst>
                <a:path w="56366" h="61261">
                  <a:moveTo>
                    <a:pt x="36663" y="1243"/>
                  </a:moveTo>
                  <a:lnTo>
                    <a:pt x="35727" y="5420"/>
                  </a:lnTo>
                  <a:lnTo>
                    <a:pt x="44734" y="15183"/>
                  </a:lnTo>
                  <a:lnTo>
                    <a:pt x="46396" y="24364"/>
                  </a:lnTo>
                  <a:lnTo>
                    <a:pt x="56366" y="32291"/>
                  </a:lnTo>
                  <a:lnTo>
                    <a:pt x="54157" y="35076"/>
                  </a:lnTo>
                  <a:lnTo>
                    <a:pt x="55974" y="37372"/>
                  </a:lnTo>
                  <a:lnTo>
                    <a:pt x="54577" y="43492"/>
                  </a:lnTo>
                  <a:lnTo>
                    <a:pt x="54533" y="49504"/>
                  </a:lnTo>
                  <a:lnTo>
                    <a:pt x="52573" y="54008"/>
                  </a:lnTo>
                  <a:lnTo>
                    <a:pt x="49479" y="57721"/>
                  </a:lnTo>
                  <a:lnTo>
                    <a:pt x="49996" y="60805"/>
                  </a:lnTo>
                  <a:lnTo>
                    <a:pt x="47480" y="61261"/>
                  </a:lnTo>
                  <a:lnTo>
                    <a:pt x="43211" y="59966"/>
                  </a:lnTo>
                  <a:lnTo>
                    <a:pt x="37158" y="56834"/>
                  </a:lnTo>
                  <a:lnTo>
                    <a:pt x="34441" y="49800"/>
                  </a:lnTo>
                  <a:lnTo>
                    <a:pt x="31439" y="46403"/>
                  </a:lnTo>
                  <a:lnTo>
                    <a:pt x="21563" y="46313"/>
                  </a:lnTo>
                  <a:lnTo>
                    <a:pt x="20856" y="45152"/>
                  </a:lnTo>
                  <a:lnTo>
                    <a:pt x="18425" y="44992"/>
                  </a:lnTo>
                  <a:lnTo>
                    <a:pt x="12185" y="46478"/>
                  </a:lnTo>
                  <a:lnTo>
                    <a:pt x="5275" y="49419"/>
                  </a:lnTo>
                  <a:lnTo>
                    <a:pt x="3015" y="51844"/>
                  </a:lnTo>
                  <a:lnTo>
                    <a:pt x="1507" y="50627"/>
                  </a:lnTo>
                  <a:lnTo>
                    <a:pt x="0" y="43343"/>
                  </a:lnTo>
                  <a:lnTo>
                    <a:pt x="3035" y="41757"/>
                  </a:lnTo>
                  <a:lnTo>
                    <a:pt x="11117" y="32881"/>
                  </a:lnTo>
                  <a:lnTo>
                    <a:pt x="12886" y="30691"/>
                  </a:lnTo>
                  <a:lnTo>
                    <a:pt x="13504" y="27446"/>
                  </a:lnTo>
                  <a:lnTo>
                    <a:pt x="16270" y="26708"/>
                  </a:lnTo>
                  <a:lnTo>
                    <a:pt x="18603" y="28421"/>
                  </a:lnTo>
                  <a:lnTo>
                    <a:pt x="21484" y="25407"/>
                  </a:lnTo>
                  <a:lnTo>
                    <a:pt x="21718" y="20796"/>
                  </a:lnTo>
                  <a:lnTo>
                    <a:pt x="22887" y="17880"/>
                  </a:lnTo>
                  <a:lnTo>
                    <a:pt x="26073" y="15023"/>
                  </a:lnTo>
                  <a:lnTo>
                    <a:pt x="28881" y="14295"/>
                  </a:lnTo>
                  <a:lnTo>
                    <a:pt x="30688" y="12002"/>
                  </a:lnTo>
                  <a:lnTo>
                    <a:pt x="31743" y="5847"/>
                  </a:lnTo>
                  <a:lnTo>
                    <a:pt x="30963" y="1381"/>
                  </a:lnTo>
                  <a:lnTo>
                    <a:pt x="333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h1060"/>
            <p:cNvSpPr/>
            <p:nvPr/>
          </p:nvSpPr>
          <p:spPr>
            <a:xfrm>
              <a:off x="2303691" y="2972533"/>
              <a:ext cx="24278" cy="24747"/>
            </a:xfrm>
            <a:custGeom>
              <a:avLst/>
              <a:pathLst>
                <a:path w="24278" h="24747">
                  <a:moveTo>
                    <a:pt x="4943" y="571"/>
                  </a:moveTo>
                  <a:lnTo>
                    <a:pt x="8151" y="4106"/>
                  </a:lnTo>
                  <a:lnTo>
                    <a:pt x="9897" y="2082"/>
                  </a:lnTo>
                  <a:lnTo>
                    <a:pt x="11874" y="3990"/>
                  </a:lnTo>
                  <a:lnTo>
                    <a:pt x="13401" y="9415"/>
                  </a:lnTo>
                  <a:lnTo>
                    <a:pt x="19098" y="14380"/>
                  </a:lnTo>
                  <a:lnTo>
                    <a:pt x="23631" y="16409"/>
                  </a:lnTo>
                  <a:lnTo>
                    <a:pt x="24278" y="18609"/>
                  </a:lnTo>
                  <a:lnTo>
                    <a:pt x="19686" y="23622"/>
                  </a:lnTo>
                  <a:lnTo>
                    <a:pt x="19447" y="24184"/>
                  </a:lnTo>
                  <a:lnTo>
                    <a:pt x="8388" y="24747"/>
                  </a:lnTo>
                  <a:lnTo>
                    <a:pt x="8455" y="20812"/>
                  </a:lnTo>
                  <a:lnTo>
                    <a:pt x="7407" y="19382"/>
                  </a:lnTo>
                  <a:lnTo>
                    <a:pt x="3806" y="17355"/>
                  </a:lnTo>
                  <a:lnTo>
                    <a:pt x="1712" y="16175"/>
                  </a:lnTo>
                  <a:lnTo>
                    <a:pt x="0" y="8517"/>
                  </a:lnTo>
                  <a:lnTo>
                    <a:pt x="332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h1061"/>
            <p:cNvSpPr/>
            <p:nvPr/>
          </p:nvSpPr>
          <p:spPr>
            <a:xfrm>
              <a:off x="2393424" y="3006756"/>
              <a:ext cx="18983" cy="19641"/>
            </a:xfrm>
            <a:custGeom>
              <a:avLst/>
              <a:pathLst>
                <a:path w="18983" h="19641">
                  <a:moveTo>
                    <a:pt x="18983" y="777"/>
                  </a:moveTo>
                  <a:lnTo>
                    <a:pt x="18651" y="14649"/>
                  </a:lnTo>
                  <a:lnTo>
                    <a:pt x="10192" y="17436"/>
                  </a:lnTo>
                  <a:lnTo>
                    <a:pt x="8067" y="18812"/>
                  </a:lnTo>
                  <a:lnTo>
                    <a:pt x="1845" y="19641"/>
                  </a:lnTo>
                  <a:lnTo>
                    <a:pt x="0" y="14169"/>
                  </a:lnTo>
                  <a:lnTo>
                    <a:pt x="3111" y="7961"/>
                  </a:lnTo>
                  <a:lnTo>
                    <a:pt x="1461" y="2035"/>
                  </a:lnTo>
                  <a:lnTo>
                    <a:pt x="9865" y="557"/>
                  </a:lnTo>
                  <a:lnTo>
                    <a:pt x="15337" y="2810"/>
                  </a:lnTo>
                  <a:lnTo>
                    <a:pt x="1694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h1062"/>
            <p:cNvSpPr/>
            <p:nvPr/>
          </p:nvSpPr>
          <p:spPr>
            <a:xfrm>
              <a:off x="2127586" y="3134948"/>
              <a:ext cx="41074" cy="64118"/>
            </a:xfrm>
            <a:custGeom>
              <a:avLst/>
              <a:pathLst>
                <a:path w="41074" h="64118">
                  <a:moveTo>
                    <a:pt x="18383" y="1100"/>
                  </a:moveTo>
                  <a:lnTo>
                    <a:pt x="22219" y="2949"/>
                  </a:lnTo>
                  <a:lnTo>
                    <a:pt x="24158" y="6903"/>
                  </a:lnTo>
                  <a:lnTo>
                    <a:pt x="30156" y="11231"/>
                  </a:lnTo>
                  <a:lnTo>
                    <a:pt x="31418" y="15612"/>
                  </a:lnTo>
                  <a:lnTo>
                    <a:pt x="31562" y="20010"/>
                  </a:lnTo>
                  <a:lnTo>
                    <a:pt x="30489" y="20832"/>
                  </a:lnTo>
                  <a:lnTo>
                    <a:pt x="31037" y="22604"/>
                  </a:lnTo>
                  <a:lnTo>
                    <a:pt x="36338" y="28636"/>
                  </a:lnTo>
                  <a:lnTo>
                    <a:pt x="41074" y="36797"/>
                  </a:lnTo>
                  <a:lnTo>
                    <a:pt x="38224" y="41324"/>
                  </a:lnTo>
                  <a:lnTo>
                    <a:pt x="37899" y="44093"/>
                  </a:lnTo>
                  <a:lnTo>
                    <a:pt x="33390" y="44693"/>
                  </a:lnTo>
                  <a:lnTo>
                    <a:pt x="34455" y="51283"/>
                  </a:lnTo>
                  <a:lnTo>
                    <a:pt x="32960" y="54467"/>
                  </a:lnTo>
                  <a:lnTo>
                    <a:pt x="33308" y="59871"/>
                  </a:lnTo>
                  <a:lnTo>
                    <a:pt x="33726" y="61589"/>
                  </a:lnTo>
                  <a:lnTo>
                    <a:pt x="33198" y="62838"/>
                  </a:lnTo>
                  <a:lnTo>
                    <a:pt x="27897" y="64118"/>
                  </a:lnTo>
                  <a:lnTo>
                    <a:pt x="25924" y="63237"/>
                  </a:lnTo>
                  <a:lnTo>
                    <a:pt x="23922" y="61617"/>
                  </a:lnTo>
                  <a:lnTo>
                    <a:pt x="24319" y="57766"/>
                  </a:lnTo>
                  <a:lnTo>
                    <a:pt x="25490" y="55379"/>
                  </a:lnTo>
                  <a:lnTo>
                    <a:pt x="25343" y="52588"/>
                  </a:lnTo>
                  <a:lnTo>
                    <a:pt x="23145" y="49432"/>
                  </a:lnTo>
                  <a:lnTo>
                    <a:pt x="21921" y="48368"/>
                  </a:lnTo>
                  <a:lnTo>
                    <a:pt x="16960" y="50475"/>
                  </a:lnTo>
                  <a:lnTo>
                    <a:pt x="11235" y="48455"/>
                  </a:lnTo>
                  <a:lnTo>
                    <a:pt x="7554" y="45280"/>
                  </a:lnTo>
                  <a:lnTo>
                    <a:pt x="3446" y="39765"/>
                  </a:lnTo>
                  <a:lnTo>
                    <a:pt x="7843" y="30176"/>
                  </a:lnTo>
                  <a:lnTo>
                    <a:pt x="7959" y="26927"/>
                  </a:lnTo>
                  <a:lnTo>
                    <a:pt x="5869" y="22852"/>
                  </a:lnTo>
                  <a:lnTo>
                    <a:pt x="2604" y="21516"/>
                  </a:lnTo>
                  <a:lnTo>
                    <a:pt x="584" y="19083"/>
                  </a:lnTo>
                  <a:lnTo>
                    <a:pt x="0" y="15205"/>
                  </a:lnTo>
                  <a:lnTo>
                    <a:pt x="479" y="12538"/>
                  </a:lnTo>
                  <a:lnTo>
                    <a:pt x="1846" y="10706"/>
                  </a:lnTo>
                  <a:lnTo>
                    <a:pt x="3923" y="10324"/>
                  </a:lnTo>
                  <a:lnTo>
                    <a:pt x="10608" y="3143"/>
                  </a:lnTo>
                  <a:lnTo>
                    <a:pt x="1245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h1063"/>
            <p:cNvSpPr/>
            <p:nvPr/>
          </p:nvSpPr>
          <p:spPr>
            <a:xfrm>
              <a:off x="2297790" y="3017240"/>
              <a:ext cx="27092" cy="23004"/>
            </a:xfrm>
            <a:custGeom>
              <a:avLst/>
              <a:pathLst>
                <a:path w="27092" h="23004">
                  <a:moveTo>
                    <a:pt x="24989" y="817"/>
                  </a:moveTo>
                  <a:lnTo>
                    <a:pt x="24959" y="4056"/>
                  </a:lnTo>
                  <a:lnTo>
                    <a:pt x="26133" y="6042"/>
                  </a:lnTo>
                  <a:lnTo>
                    <a:pt x="27092" y="6379"/>
                  </a:lnTo>
                  <a:lnTo>
                    <a:pt x="26314" y="7819"/>
                  </a:lnTo>
                  <a:lnTo>
                    <a:pt x="25561" y="8211"/>
                  </a:lnTo>
                  <a:lnTo>
                    <a:pt x="25162" y="16889"/>
                  </a:lnTo>
                  <a:lnTo>
                    <a:pt x="26240" y="18659"/>
                  </a:lnTo>
                  <a:lnTo>
                    <a:pt x="25223" y="19520"/>
                  </a:lnTo>
                  <a:lnTo>
                    <a:pt x="18691" y="20191"/>
                  </a:lnTo>
                  <a:lnTo>
                    <a:pt x="17911" y="19374"/>
                  </a:lnTo>
                  <a:lnTo>
                    <a:pt x="18054" y="17395"/>
                  </a:lnTo>
                  <a:lnTo>
                    <a:pt x="12896" y="16675"/>
                  </a:lnTo>
                  <a:lnTo>
                    <a:pt x="10413" y="19873"/>
                  </a:lnTo>
                  <a:lnTo>
                    <a:pt x="4187" y="23004"/>
                  </a:lnTo>
                  <a:lnTo>
                    <a:pt x="1982" y="15304"/>
                  </a:lnTo>
                  <a:lnTo>
                    <a:pt x="0" y="13007"/>
                  </a:lnTo>
                  <a:lnTo>
                    <a:pt x="1" y="10332"/>
                  </a:lnTo>
                  <a:lnTo>
                    <a:pt x="4772" y="6509"/>
                  </a:lnTo>
                  <a:lnTo>
                    <a:pt x="3046" y="2804"/>
                  </a:lnTo>
                  <a:lnTo>
                    <a:pt x="4822" y="1013"/>
                  </a:lnTo>
                  <a:lnTo>
                    <a:pt x="9339" y="1110"/>
                  </a:lnTo>
                  <a:lnTo>
                    <a:pt x="12379" y="2374"/>
                  </a:lnTo>
                  <a:lnTo>
                    <a:pt x="14535" y="390"/>
                  </a:lnTo>
                  <a:lnTo>
                    <a:pt x="1854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h1064"/>
            <p:cNvSpPr/>
            <p:nvPr/>
          </p:nvSpPr>
          <p:spPr>
            <a:xfrm>
              <a:off x="2308203" y="3025059"/>
              <a:ext cx="30863" cy="24632"/>
            </a:xfrm>
            <a:custGeom>
              <a:avLst/>
              <a:pathLst>
                <a:path w="30863" h="24632">
                  <a:moveTo>
                    <a:pt x="18892" y="4013"/>
                  </a:moveTo>
                  <a:lnTo>
                    <a:pt x="21505" y="5391"/>
                  </a:lnTo>
                  <a:lnTo>
                    <a:pt x="24340" y="5595"/>
                  </a:lnTo>
                  <a:lnTo>
                    <a:pt x="27370" y="7431"/>
                  </a:lnTo>
                  <a:lnTo>
                    <a:pt x="30863" y="10985"/>
                  </a:lnTo>
                  <a:lnTo>
                    <a:pt x="29077" y="12865"/>
                  </a:lnTo>
                  <a:lnTo>
                    <a:pt x="24838" y="22495"/>
                  </a:lnTo>
                  <a:lnTo>
                    <a:pt x="20799" y="24632"/>
                  </a:lnTo>
                  <a:lnTo>
                    <a:pt x="19507" y="24631"/>
                  </a:lnTo>
                  <a:lnTo>
                    <a:pt x="19470" y="21020"/>
                  </a:lnTo>
                  <a:lnTo>
                    <a:pt x="14822" y="15708"/>
                  </a:lnTo>
                  <a:lnTo>
                    <a:pt x="12451" y="15876"/>
                  </a:lnTo>
                  <a:lnTo>
                    <a:pt x="12619" y="16783"/>
                  </a:lnTo>
                  <a:lnTo>
                    <a:pt x="10573" y="17392"/>
                  </a:lnTo>
                  <a:lnTo>
                    <a:pt x="4706" y="18483"/>
                  </a:lnTo>
                  <a:lnTo>
                    <a:pt x="1723" y="17566"/>
                  </a:lnTo>
                  <a:lnTo>
                    <a:pt x="1212" y="16695"/>
                  </a:lnTo>
                  <a:lnTo>
                    <a:pt x="1751" y="14812"/>
                  </a:lnTo>
                  <a:lnTo>
                    <a:pt x="0" y="12054"/>
                  </a:lnTo>
                  <a:lnTo>
                    <a:pt x="2483" y="8855"/>
                  </a:lnTo>
                  <a:lnTo>
                    <a:pt x="7641" y="9576"/>
                  </a:lnTo>
                  <a:lnTo>
                    <a:pt x="7498" y="11555"/>
                  </a:lnTo>
                  <a:lnTo>
                    <a:pt x="8277" y="12372"/>
                  </a:lnTo>
                  <a:lnTo>
                    <a:pt x="14810" y="11701"/>
                  </a:lnTo>
                  <a:lnTo>
                    <a:pt x="15827" y="10840"/>
                  </a:lnTo>
                  <a:lnTo>
                    <a:pt x="14749" y="9070"/>
                  </a:lnTo>
                  <a:lnTo>
                    <a:pt x="15147" y="392"/>
                  </a:lnTo>
                  <a:lnTo>
                    <a:pt x="1590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h1065"/>
            <p:cNvSpPr/>
            <p:nvPr/>
          </p:nvSpPr>
          <p:spPr>
            <a:xfrm>
              <a:off x="2259229" y="2987991"/>
              <a:ext cx="18794" cy="17861"/>
            </a:xfrm>
            <a:custGeom>
              <a:avLst/>
              <a:pathLst>
                <a:path w="18794" h="17861">
                  <a:moveTo>
                    <a:pt x="10638" y="1026"/>
                  </a:moveTo>
                  <a:lnTo>
                    <a:pt x="12594" y="3816"/>
                  </a:lnTo>
                  <a:lnTo>
                    <a:pt x="16049" y="4159"/>
                  </a:lnTo>
                  <a:lnTo>
                    <a:pt x="18794" y="5490"/>
                  </a:lnTo>
                  <a:lnTo>
                    <a:pt x="17896" y="8845"/>
                  </a:lnTo>
                  <a:lnTo>
                    <a:pt x="14470" y="9431"/>
                  </a:lnTo>
                  <a:lnTo>
                    <a:pt x="15419" y="13301"/>
                  </a:lnTo>
                  <a:lnTo>
                    <a:pt x="17940" y="13721"/>
                  </a:lnTo>
                  <a:lnTo>
                    <a:pt x="18279" y="14428"/>
                  </a:lnTo>
                  <a:lnTo>
                    <a:pt x="16530" y="16284"/>
                  </a:lnTo>
                  <a:lnTo>
                    <a:pt x="13663" y="17646"/>
                  </a:lnTo>
                  <a:lnTo>
                    <a:pt x="8407" y="17284"/>
                  </a:lnTo>
                  <a:lnTo>
                    <a:pt x="4932" y="17861"/>
                  </a:lnTo>
                  <a:lnTo>
                    <a:pt x="2898" y="17106"/>
                  </a:lnTo>
                  <a:lnTo>
                    <a:pt x="2775" y="14262"/>
                  </a:lnTo>
                  <a:lnTo>
                    <a:pt x="5166" y="8278"/>
                  </a:lnTo>
                  <a:lnTo>
                    <a:pt x="672" y="6053"/>
                  </a:lnTo>
                  <a:lnTo>
                    <a:pt x="0" y="4362"/>
                  </a:lnTo>
                  <a:lnTo>
                    <a:pt x="604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h1066"/>
            <p:cNvSpPr/>
            <p:nvPr/>
          </p:nvSpPr>
          <p:spPr>
            <a:xfrm>
              <a:off x="2347513" y="3055289"/>
              <a:ext cx="48954" cy="25335"/>
            </a:xfrm>
            <a:custGeom>
              <a:avLst/>
              <a:pathLst>
                <a:path w="48954" h="25335">
                  <a:moveTo>
                    <a:pt x="22563" y="1262"/>
                  </a:moveTo>
                  <a:lnTo>
                    <a:pt x="21201" y="2658"/>
                  </a:lnTo>
                  <a:lnTo>
                    <a:pt x="21904" y="4744"/>
                  </a:lnTo>
                  <a:lnTo>
                    <a:pt x="24479" y="5180"/>
                  </a:lnTo>
                  <a:lnTo>
                    <a:pt x="27562" y="4224"/>
                  </a:lnTo>
                  <a:lnTo>
                    <a:pt x="33286" y="4099"/>
                  </a:lnTo>
                  <a:lnTo>
                    <a:pt x="37767" y="4866"/>
                  </a:lnTo>
                  <a:lnTo>
                    <a:pt x="40900" y="9359"/>
                  </a:lnTo>
                  <a:lnTo>
                    <a:pt x="40745" y="11942"/>
                  </a:lnTo>
                  <a:lnTo>
                    <a:pt x="37851" y="13519"/>
                  </a:lnTo>
                  <a:lnTo>
                    <a:pt x="44031" y="16265"/>
                  </a:lnTo>
                  <a:lnTo>
                    <a:pt x="48954" y="16626"/>
                  </a:lnTo>
                  <a:lnTo>
                    <a:pt x="48042" y="19324"/>
                  </a:lnTo>
                  <a:lnTo>
                    <a:pt x="46206" y="24749"/>
                  </a:lnTo>
                  <a:lnTo>
                    <a:pt x="37336" y="25335"/>
                  </a:lnTo>
                  <a:lnTo>
                    <a:pt x="30444" y="22443"/>
                  </a:lnTo>
                  <a:lnTo>
                    <a:pt x="21790" y="20391"/>
                  </a:lnTo>
                  <a:lnTo>
                    <a:pt x="18904" y="21101"/>
                  </a:lnTo>
                  <a:lnTo>
                    <a:pt x="11901" y="18997"/>
                  </a:lnTo>
                  <a:lnTo>
                    <a:pt x="6711" y="15551"/>
                  </a:lnTo>
                  <a:lnTo>
                    <a:pt x="887" y="15005"/>
                  </a:lnTo>
                  <a:lnTo>
                    <a:pt x="0" y="13757"/>
                  </a:lnTo>
                  <a:lnTo>
                    <a:pt x="4387" y="11124"/>
                  </a:lnTo>
                  <a:lnTo>
                    <a:pt x="2136" y="6494"/>
                  </a:lnTo>
                  <a:lnTo>
                    <a:pt x="5230" y="4646"/>
                  </a:lnTo>
                  <a:lnTo>
                    <a:pt x="5815" y="6931"/>
                  </a:lnTo>
                  <a:lnTo>
                    <a:pt x="10425" y="9850"/>
                  </a:lnTo>
                  <a:lnTo>
                    <a:pt x="13137" y="10626"/>
                  </a:lnTo>
                  <a:lnTo>
                    <a:pt x="15479" y="10034"/>
                  </a:lnTo>
                  <a:lnTo>
                    <a:pt x="2042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h1067"/>
            <p:cNvSpPr/>
            <p:nvPr/>
          </p:nvSpPr>
          <p:spPr>
            <a:xfrm>
              <a:off x="2252488" y="3058118"/>
              <a:ext cx="29766" cy="22512"/>
            </a:xfrm>
            <a:custGeom>
              <a:avLst/>
              <a:pathLst>
                <a:path w="29766" h="22512">
                  <a:moveTo>
                    <a:pt x="23047" y="681"/>
                  </a:moveTo>
                  <a:lnTo>
                    <a:pt x="25858" y="4680"/>
                  </a:lnTo>
                  <a:lnTo>
                    <a:pt x="28708" y="5509"/>
                  </a:lnTo>
                  <a:lnTo>
                    <a:pt x="29311" y="6389"/>
                  </a:lnTo>
                  <a:lnTo>
                    <a:pt x="29766" y="8355"/>
                  </a:lnTo>
                  <a:lnTo>
                    <a:pt x="28958" y="18211"/>
                  </a:lnTo>
                  <a:lnTo>
                    <a:pt x="26600" y="18756"/>
                  </a:lnTo>
                  <a:lnTo>
                    <a:pt x="21245" y="17214"/>
                  </a:lnTo>
                  <a:lnTo>
                    <a:pt x="11511" y="22512"/>
                  </a:lnTo>
                  <a:lnTo>
                    <a:pt x="6977" y="22487"/>
                  </a:lnTo>
                  <a:lnTo>
                    <a:pt x="6280" y="20875"/>
                  </a:lnTo>
                  <a:lnTo>
                    <a:pt x="3866" y="19321"/>
                  </a:lnTo>
                  <a:lnTo>
                    <a:pt x="883" y="17714"/>
                  </a:lnTo>
                  <a:lnTo>
                    <a:pt x="1550" y="15165"/>
                  </a:lnTo>
                  <a:lnTo>
                    <a:pt x="4116" y="13666"/>
                  </a:lnTo>
                  <a:lnTo>
                    <a:pt x="3334" y="11563"/>
                  </a:lnTo>
                  <a:lnTo>
                    <a:pt x="0" y="10812"/>
                  </a:lnTo>
                  <a:lnTo>
                    <a:pt x="509" y="9090"/>
                  </a:lnTo>
                  <a:lnTo>
                    <a:pt x="335" y="8321"/>
                  </a:lnTo>
                  <a:lnTo>
                    <a:pt x="2105" y="6813"/>
                  </a:lnTo>
                  <a:lnTo>
                    <a:pt x="9112" y="2633"/>
                  </a:lnTo>
                  <a:lnTo>
                    <a:pt x="1694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h1068"/>
            <p:cNvSpPr/>
            <p:nvPr/>
          </p:nvSpPr>
          <p:spPr>
            <a:xfrm>
              <a:off x="2301883" y="2952852"/>
              <a:ext cx="28900" cy="23787"/>
            </a:xfrm>
            <a:custGeom>
              <a:avLst/>
              <a:pathLst>
                <a:path w="28900" h="23787">
                  <a:moveTo>
                    <a:pt x="19568" y="2776"/>
                  </a:moveTo>
                  <a:lnTo>
                    <a:pt x="20572" y="4395"/>
                  </a:lnTo>
                  <a:lnTo>
                    <a:pt x="22713" y="3214"/>
                  </a:lnTo>
                  <a:lnTo>
                    <a:pt x="26101" y="3133"/>
                  </a:lnTo>
                  <a:lnTo>
                    <a:pt x="26924" y="5174"/>
                  </a:lnTo>
                  <a:lnTo>
                    <a:pt x="28900" y="5372"/>
                  </a:lnTo>
                  <a:lnTo>
                    <a:pt x="24628" y="8568"/>
                  </a:lnTo>
                  <a:lnTo>
                    <a:pt x="23427" y="14406"/>
                  </a:lnTo>
                  <a:lnTo>
                    <a:pt x="20952" y="17841"/>
                  </a:lnTo>
                  <a:lnTo>
                    <a:pt x="18478" y="19836"/>
                  </a:lnTo>
                  <a:lnTo>
                    <a:pt x="12696" y="20401"/>
                  </a:lnTo>
                  <a:lnTo>
                    <a:pt x="11706" y="21763"/>
                  </a:lnTo>
                  <a:lnTo>
                    <a:pt x="9960" y="23787"/>
                  </a:lnTo>
                  <a:lnTo>
                    <a:pt x="6752" y="20252"/>
                  </a:lnTo>
                  <a:lnTo>
                    <a:pt x="5131" y="19681"/>
                  </a:lnTo>
                  <a:lnTo>
                    <a:pt x="599" y="18273"/>
                  </a:lnTo>
                  <a:lnTo>
                    <a:pt x="4623" y="14754"/>
                  </a:lnTo>
                  <a:lnTo>
                    <a:pt x="7875" y="10500"/>
                  </a:lnTo>
                  <a:lnTo>
                    <a:pt x="3161" y="7543"/>
                  </a:lnTo>
                  <a:lnTo>
                    <a:pt x="0" y="3775"/>
                  </a:lnTo>
                  <a:lnTo>
                    <a:pt x="1476" y="698"/>
                  </a:lnTo>
                  <a:lnTo>
                    <a:pt x="8808" y="796"/>
                  </a:lnTo>
                  <a:lnTo>
                    <a:pt x="10367" y="0"/>
                  </a:lnTo>
                  <a:lnTo>
                    <a:pt x="14227" y="1209"/>
                  </a:lnTo>
                  <a:lnTo>
                    <a:pt x="19466" y="42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h1069"/>
            <p:cNvSpPr/>
            <p:nvPr/>
          </p:nvSpPr>
          <p:spPr>
            <a:xfrm>
              <a:off x="2310792" y="3005669"/>
              <a:ext cx="24814" cy="18605"/>
            </a:xfrm>
            <a:custGeom>
              <a:avLst/>
              <a:pathLst>
                <a:path w="24814" h="18605">
                  <a:moveTo>
                    <a:pt x="18146" y="109"/>
                  </a:moveTo>
                  <a:lnTo>
                    <a:pt x="19646" y="1818"/>
                  </a:lnTo>
                  <a:lnTo>
                    <a:pt x="21138" y="2121"/>
                  </a:lnTo>
                  <a:lnTo>
                    <a:pt x="22418" y="3728"/>
                  </a:lnTo>
                  <a:lnTo>
                    <a:pt x="24814" y="10760"/>
                  </a:lnTo>
                  <a:lnTo>
                    <a:pt x="24678" y="15827"/>
                  </a:lnTo>
                  <a:lnTo>
                    <a:pt x="17427" y="18605"/>
                  </a:lnTo>
                  <a:lnTo>
                    <a:pt x="14090" y="17950"/>
                  </a:lnTo>
                  <a:lnTo>
                    <a:pt x="13132" y="17613"/>
                  </a:lnTo>
                  <a:lnTo>
                    <a:pt x="11958" y="15627"/>
                  </a:lnTo>
                  <a:lnTo>
                    <a:pt x="11987" y="12388"/>
                  </a:lnTo>
                  <a:lnTo>
                    <a:pt x="5545" y="11571"/>
                  </a:lnTo>
                  <a:lnTo>
                    <a:pt x="1534" y="11962"/>
                  </a:lnTo>
                  <a:lnTo>
                    <a:pt x="0" y="5030"/>
                  </a:lnTo>
                  <a:lnTo>
                    <a:pt x="2399" y="4402"/>
                  </a:lnTo>
                  <a:lnTo>
                    <a:pt x="7505" y="4694"/>
                  </a:lnTo>
                  <a:lnTo>
                    <a:pt x="1684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h1070"/>
            <p:cNvSpPr/>
            <p:nvPr/>
          </p:nvSpPr>
          <p:spPr>
            <a:xfrm>
              <a:off x="2359954" y="2966715"/>
              <a:ext cx="44315" cy="42458"/>
            </a:xfrm>
            <a:custGeom>
              <a:avLst/>
              <a:pathLst>
                <a:path w="44315" h="42458">
                  <a:moveTo>
                    <a:pt x="28492" y="440"/>
                  </a:moveTo>
                  <a:lnTo>
                    <a:pt x="31215" y="1031"/>
                  </a:lnTo>
                  <a:lnTo>
                    <a:pt x="33874" y="1783"/>
                  </a:lnTo>
                  <a:lnTo>
                    <a:pt x="34038" y="0"/>
                  </a:lnTo>
                  <a:lnTo>
                    <a:pt x="35885" y="278"/>
                  </a:lnTo>
                  <a:lnTo>
                    <a:pt x="39022" y="3760"/>
                  </a:lnTo>
                  <a:lnTo>
                    <a:pt x="43214" y="3676"/>
                  </a:lnTo>
                  <a:lnTo>
                    <a:pt x="44315" y="5522"/>
                  </a:lnTo>
                  <a:lnTo>
                    <a:pt x="43028" y="10660"/>
                  </a:lnTo>
                  <a:lnTo>
                    <a:pt x="36007" y="9930"/>
                  </a:lnTo>
                  <a:lnTo>
                    <a:pt x="35695" y="13884"/>
                  </a:lnTo>
                  <a:lnTo>
                    <a:pt x="37715" y="17432"/>
                  </a:lnTo>
                  <a:lnTo>
                    <a:pt x="37954" y="25841"/>
                  </a:lnTo>
                  <a:lnTo>
                    <a:pt x="39506" y="26228"/>
                  </a:lnTo>
                  <a:lnTo>
                    <a:pt x="38251" y="30478"/>
                  </a:lnTo>
                  <a:lnTo>
                    <a:pt x="24565" y="34758"/>
                  </a:lnTo>
                  <a:lnTo>
                    <a:pt x="18270" y="38280"/>
                  </a:lnTo>
                  <a:lnTo>
                    <a:pt x="14959" y="40114"/>
                  </a:lnTo>
                  <a:lnTo>
                    <a:pt x="14570" y="42064"/>
                  </a:lnTo>
                  <a:lnTo>
                    <a:pt x="13607" y="42458"/>
                  </a:lnTo>
                  <a:lnTo>
                    <a:pt x="9322" y="41227"/>
                  </a:lnTo>
                  <a:lnTo>
                    <a:pt x="8109" y="39196"/>
                  </a:lnTo>
                  <a:lnTo>
                    <a:pt x="4322" y="36729"/>
                  </a:lnTo>
                  <a:lnTo>
                    <a:pt x="3858" y="35117"/>
                  </a:lnTo>
                  <a:lnTo>
                    <a:pt x="5167" y="34278"/>
                  </a:lnTo>
                  <a:lnTo>
                    <a:pt x="5493" y="33072"/>
                  </a:lnTo>
                  <a:lnTo>
                    <a:pt x="4265" y="30754"/>
                  </a:lnTo>
                  <a:lnTo>
                    <a:pt x="1106" y="27941"/>
                  </a:lnTo>
                  <a:lnTo>
                    <a:pt x="0" y="28284"/>
                  </a:lnTo>
                  <a:lnTo>
                    <a:pt x="3365" y="21944"/>
                  </a:lnTo>
                  <a:lnTo>
                    <a:pt x="8474" y="16419"/>
                  </a:lnTo>
                  <a:lnTo>
                    <a:pt x="9011" y="14162"/>
                  </a:lnTo>
                  <a:lnTo>
                    <a:pt x="11915" y="14998"/>
                  </a:lnTo>
                  <a:lnTo>
                    <a:pt x="12037" y="16082"/>
                  </a:lnTo>
                  <a:lnTo>
                    <a:pt x="13675" y="16652"/>
                  </a:lnTo>
                  <a:lnTo>
                    <a:pt x="15652" y="16462"/>
                  </a:lnTo>
                  <a:lnTo>
                    <a:pt x="18353" y="14227"/>
                  </a:lnTo>
                  <a:lnTo>
                    <a:pt x="17425" y="8480"/>
                  </a:lnTo>
                  <a:lnTo>
                    <a:pt x="21378" y="3964"/>
                  </a:lnTo>
                  <a:lnTo>
                    <a:pt x="24930" y="330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h1071"/>
            <p:cNvSpPr/>
            <p:nvPr/>
          </p:nvSpPr>
          <p:spPr>
            <a:xfrm>
              <a:off x="2365317" y="3032203"/>
              <a:ext cx="31342" cy="17942"/>
            </a:xfrm>
            <a:custGeom>
              <a:avLst/>
              <a:pathLst>
                <a:path w="31342" h="17942">
                  <a:moveTo>
                    <a:pt x="19819" y="2087"/>
                  </a:moveTo>
                  <a:lnTo>
                    <a:pt x="21742" y="4730"/>
                  </a:lnTo>
                  <a:lnTo>
                    <a:pt x="21477" y="9598"/>
                  </a:lnTo>
                  <a:lnTo>
                    <a:pt x="22265" y="11741"/>
                  </a:lnTo>
                  <a:lnTo>
                    <a:pt x="25800" y="10020"/>
                  </a:lnTo>
                  <a:lnTo>
                    <a:pt x="28051" y="6794"/>
                  </a:lnTo>
                  <a:lnTo>
                    <a:pt x="29242" y="7366"/>
                  </a:lnTo>
                  <a:lnTo>
                    <a:pt x="30736" y="9741"/>
                  </a:lnTo>
                  <a:lnTo>
                    <a:pt x="31342" y="11505"/>
                  </a:lnTo>
                  <a:lnTo>
                    <a:pt x="27708" y="15653"/>
                  </a:lnTo>
                  <a:lnTo>
                    <a:pt x="27211" y="17942"/>
                  </a:lnTo>
                  <a:lnTo>
                    <a:pt x="17051" y="17487"/>
                  </a:lnTo>
                  <a:lnTo>
                    <a:pt x="7100" y="15227"/>
                  </a:lnTo>
                  <a:lnTo>
                    <a:pt x="3297" y="17086"/>
                  </a:lnTo>
                  <a:lnTo>
                    <a:pt x="407" y="13603"/>
                  </a:lnTo>
                  <a:lnTo>
                    <a:pt x="0" y="11304"/>
                  </a:lnTo>
                  <a:lnTo>
                    <a:pt x="3345" y="8804"/>
                  </a:lnTo>
                  <a:lnTo>
                    <a:pt x="5621" y="7904"/>
                  </a:lnTo>
                  <a:lnTo>
                    <a:pt x="8064" y="9216"/>
                  </a:lnTo>
                  <a:lnTo>
                    <a:pt x="10983" y="8329"/>
                  </a:lnTo>
                  <a:lnTo>
                    <a:pt x="13043" y="6131"/>
                  </a:lnTo>
                  <a:lnTo>
                    <a:pt x="11631" y="4741"/>
                  </a:lnTo>
                  <a:lnTo>
                    <a:pt x="11446" y="2875"/>
                  </a:lnTo>
                  <a:lnTo>
                    <a:pt x="13465" y="1389"/>
                  </a:lnTo>
                  <a:lnTo>
                    <a:pt x="2010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h1072"/>
            <p:cNvSpPr/>
            <p:nvPr/>
          </p:nvSpPr>
          <p:spPr>
            <a:xfrm>
              <a:off x="2248292" y="3016099"/>
              <a:ext cx="26484" cy="24976"/>
            </a:xfrm>
            <a:custGeom>
              <a:avLst/>
              <a:pathLst>
                <a:path w="26484" h="24976">
                  <a:moveTo>
                    <a:pt x="4955" y="1041"/>
                  </a:moveTo>
                  <a:lnTo>
                    <a:pt x="8574" y="3789"/>
                  </a:lnTo>
                  <a:lnTo>
                    <a:pt x="10075" y="8220"/>
                  </a:lnTo>
                  <a:lnTo>
                    <a:pt x="9375" y="10393"/>
                  </a:lnTo>
                  <a:lnTo>
                    <a:pt x="9725" y="12035"/>
                  </a:lnTo>
                  <a:lnTo>
                    <a:pt x="19166" y="14703"/>
                  </a:lnTo>
                  <a:lnTo>
                    <a:pt x="25082" y="12693"/>
                  </a:lnTo>
                  <a:lnTo>
                    <a:pt x="26484" y="15202"/>
                  </a:lnTo>
                  <a:lnTo>
                    <a:pt x="25480" y="18990"/>
                  </a:lnTo>
                  <a:lnTo>
                    <a:pt x="23831" y="23080"/>
                  </a:lnTo>
                  <a:lnTo>
                    <a:pt x="20841" y="24976"/>
                  </a:lnTo>
                  <a:lnTo>
                    <a:pt x="18430" y="23803"/>
                  </a:lnTo>
                  <a:lnTo>
                    <a:pt x="8147" y="23447"/>
                  </a:lnTo>
                  <a:lnTo>
                    <a:pt x="5984" y="22092"/>
                  </a:lnTo>
                  <a:lnTo>
                    <a:pt x="9541" y="18556"/>
                  </a:lnTo>
                  <a:lnTo>
                    <a:pt x="9041" y="15277"/>
                  </a:lnTo>
                  <a:lnTo>
                    <a:pt x="6509" y="8785"/>
                  </a:lnTo>
                  <a:lnTo>
                    <a:pt x="2926" y="4381"/>
                  </a:lnTo>
                  <a:lnTo>
                    <a:pt x="673" y="4508"/>
                  </a:lnTo>
                  <a:lnTo>
                    <a:pt x="0" y="2470"/>
                  </a:lnTo>
                  <a:lnTo>
                    <a:pt x="476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h1073"/>
            <p:cNvSpPr/>
            <p:nvPr/>
          </p:nvSpPr>
          <p:spPr>
            <a:xfrm>
              <a:off x="2366718" y="2959538"/>
              <a:ext cx="26676" cy="23829"/>
            </a:xfrm>
            <a:custGeom>
              <a:avLst/>
              <a:pathLst>
                <a:path w="26676" h="23829">
                  <a:moveTo>
                    <a:pt x="21835" y="223"/>
                  </a:moveTo>
                  <a:lnTo>
                    <a:pt x="24202" y="1146"/>
                  </a:lnTo>
                  <a:lnTo>
                    <a:pt x="26676" y="3533"/>
                  </a:lnTo>
                  <a:lnTo>
                    <a:pt x="26092" y="5563"/>
                  </a:lnTo>
                  <a:lnTo>
                    <a:pt x="24587" y="6170"/>
                  </a:lnTo>
                  <a:lnTo>
                    <a:pt x="24452" y="8208"/>
                  </a:lnTo>
                  <a:lnTo>
                    <a:pt x="21728" y="7618"/>
                  </a:lnTo>
                  <a:lnTo>
                    <a:pt x="18166" y="10482"/>
                  </a:lnTo>
                  <a:lnTo>
                    <a:pt x="14614" y="11141"/>
                  </a:lnTo>
                  <a:lnTo>
                    <a:pt x="10661" y="15658"/>
                  </a:lnTo>
                  <a:lnTo>
                    <a:pt x="11589" y="21404"/>
                  </a:lnTo>
                  <a:lnTo>
                    <a:pt x="8888" y="23639"/>
                  </a:lnTo>
                  <a:lnTo>
                    <a:pt x="6911" y="23829"/>
                  </a:lnTo>
                  <a:lnTo>
                    <a:pt x="5274" y="23259"/>
                  </a:lnTo>
                  <a:lnTo>
                    <a:pt x="5152" y="22175"/>
                  </a:lnTo>
                  <a:lnTo>
                    <a:pt x="2247" y="21340"/>
                  </a:lnTo>
                  <a:lnTo>
                    <a:pt x="3063" y="16903"/>
                  </a:lnTo>
                  <a:lnTo>
                    <a:pt x="1920" y="16667"/>
                  </a:lnTo>
                  <a:lnTo>
                    <a:pt x="0" y="13941"/>
                  </a:lnTo>
                  <a:lnTo>
                    <a:pt x="1067" y="12368"/>
                  </a:lnTo>
                  <a:lnTo>
                    <a:pt x="3559" y="3840"/>
                  </a:lnTo>
                  <a:lnTo>
                    <a:pt x="3857" y="2376"/>
                  </a:lnTo>
                  <a:lnTo>
                    <a:pt x="8238" y="3017"/>
                  </a:lnTo>
                  <a:lnTo>
                    <a:pt x="11675" y="2091"/>
                  </a:lnTo>
                  <a:lnTo>
                    <a:pt x="11401" y="1582"/>
                  </a:lnTo>
                  <a:lnTo>
                    <a:pt x="1267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h1074"/>
            <p:cNvSpPr/>
            <p:nvPr/>
          </p:nvSpPr>
          <p:spPr>
            <a:xfrm>
              <a:off x="2512988" y="3059864"/>
              <a:ext cx="37921" cy="32086"/>
            </a:xfrm>
            <a:custGeom>
              <a:avLst/>
              <a:pathLst>
                <a:path w="37921" h="32086">
                  <a:moveTo>
                    <a:pt x="33218" y="649"/>
                  </a:moveTo>
                  <a:lnTo>
                    <a:pt x="35525" y="3380"/>
                  </a:lnTo>
                  <a:lnTo>
                    <a:pt x="37016" y="7678"/>
                  </a:lnTo>
                  <a:lnTo>
                    <a:pt x="37921" y="8481"/>
                  </a:lnTo>
                  <a:lnTo>
                    <a:pt x="35023" y="8496"/>
                  </a:lnTo>
                  <a:lnTo>
                    <a:pt x="34414" y="13439"/>
                  </a:lnTo>
                  <a:lnTo>
                    <a:pt x="36493" y="15444"/>
                  </a:lnTo>
                  <a:lnTo>
                    <a:pt x="33291" y="18934"/>
                  </a:lnTo>
                  <a:lnTo>
                    <a:pt x="30632" y="20267"/>
                  </a:lnTo>
                  <a:lnTo>
                    <a:pt x="23714" y="21451"/>
                  </a:lnTo>
                  <a:lnTo>
                    <a:pt x="21363" y="25780"/>
                  </a:lnTo>
                  <a:lnTo>
                    <a:pt x="22117" y="30428"/>
                  </a:lnTo>
                  <a:lnTo>
                    <a:pt x="20736" y="31598"/>
                  </a:lnTo>
                  <a:lnTo>
                    <a:pt x="17309" y="32086"/>
                  </a:lnTo>
                  <a:lnTo>
                    <a:pt x="14702" y="31131"/>
                  </a:lnTo>
                  <a:lnTo>
                    <a:pt x="13287" y="31883"/>
                  </a:lnTo>
                  <a:lnTo>
                    <a:pt x="12484" y="29238"/>
                  </a:lnTo>
                  <a:lnTo>
                    <a:pt x="10886" y="28324"/>
                  </a:lnTo>
                  <a:lnTo>
                    <a:pt x="4652" y="28118"/>
                  </a:lnTo>
                  <a:lnTo>
                    <a:pt x="2492" y="30552"/>
                  </a:lnTo>
                  <a:lnTo>
                    <a:pt x="570" y="26654"/>
                  </a:lnTo>
                  <a:lnTo>
                    <a:pt x="0" y="19904"/>
                  </a:lnTo>
                  <a:lnTo>
                    <a:pt x="3266" y="17207"/>
                  </a:lnTo>
                  <a:lnTo>
                    <a:pt x="8146" y="14753"/>
                  </a:lnTo>
                  <a:lnTo>
                    <a:pt x="5173" y="6045"/>
                  </a:lnTo>
                  <a:lnTo>
                    <a:pt x="10028" y="3529"/>
                  </a:lnTo>
                  <a:lnTo>
                    <a:pt x="13186" y="4344"/>
                  </a:lnTo>
                  <a:lnTo>
                    <a:pt x="13865" y="3818"/>
                  </a:lnTo>
                  <a:lnTo>
                    <a:pt x="20817" y="4094"/>
                  </a:lnTo>
                  <a:lnTo>
                    <a:pt x="26985" y="3325"/>
                  </a:lnTo>
                  <a:lnTo>
                    <a:pt x="30297" y="1875"/>
                  </a:lnTo>
                  <a:lnTo>
                    <a:pt x="3160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h1075"/>
            <p:cNvSpPr/>
            <p:nvPr/>
          </p:nvSpPr>
          <p:spPr>
            <a:xfrm>
              <a:off x="2273550" y="3004636"/>
              <a:ext cx="38776" cy="30867"/>
            </a:xfrm>
            <a:custGeom>
              <a:avLst/>
              <a:pathLst>
                <a:path w="38776" h="30867">
                  <a:moveTo>
                    <a:pt x="37241" y="6063"/>
                  </a:moveTo>
                  <a:lnTo>
                    <a:pt x="38776" y="12995"/>
                  </a:lnTo>
                  <a:lnTo>
                    <a:pt x="36619" y="14978"/>
                  </a:lnTo>
                  <a:lnTo>
                    <a:pt x="33579" y="13715"/>
                  </a:lnTo>
                  <a:lnTo>
                    <a:pt x="29062" y="13617"/>
                  </a:lnTo>
                  <a:lnTo>
                    <a:pt x="27287" y="15408"/>
                  </a:lnTo>
                  <a:lnTo>
                    <a:pt x="29012" y="19113"/>
                  </a:lnTo>
                  <a:lnTo>
                    <a:pt x="24241" y="22936"/>
                  </a:lnTo>
                  <a:lnTo>
                    <a:pt x="21796" y="24674"/>
                  </a:lnTo>
                  <a:lnTo>
                    <a:pt x="18393" y="23930"/>
                  </a:lnTo>
                  <a:lnTo>
                    <a:pt x="15766" y="25139"/>
                  </a:lnTo>
                  <a:lnTo>
                    <a:pt x="14140" y="28860"/>
                  </a:lnTo>
                  <a:lnTo>
                    <a:pt x="8304" y="30867"/>
                  </a:lnTo>
                  <a:lnTo>
                    <a:pt x="6698" y="29291"/>
                  </a:lnTo>
                  <a:lnTo>
                    <a:pt x="4041" y="23446"/>
                  </a:lnTo>
                  <a:lnTo>
                    <a:pt x="2253" y="23084"/>
                  </a:lnTo>
                  <a:lnTo>
                    <a:pt x="3485" y="19992"/>
                  </a:lnTo>
                  <a:lnTo>
                    <a:pt x="0" y="15632"/>
                  </a:lnTo>
                  <a:lnTo>
                    <a:pt x="1586" y="14203"/>
                  </a:lnTo>
                  <a:lnTo>
                    <a:pt x="5100" y="14226"/>
                  </a:lnTo>
                  <a:lnTo>
                    <a:pt x="6899" y="13406"/>
                  </a:lnTo>
                  <a:lnTo>
                    <a:pt x="10947" y="13195"/>
                  </a:lnTo>
                  <a:lnTo>
                    <a:pt x="16715" y="14080"/>
                  </a:lnTo>
                  <a:lnTo>
                    <a:pt x="19470" y="11328"/>
                  </a:lnTo>
                  <a:lnTo>
                    <a:pt x="20600" y="8078"/>
                  </a:lnTo>
                  <a:lnTo>
                    <a:pt x="17732" y="6173"/>
                  </a:lnTo>
                  <a:lnTo>
                    <a:pt x="17327" y="5041"/>
                  </a:lnTo>
                  <a:lnTo>
                    <a:pt x="22442" y="4194"/>
                  </a:lnTo>
                  <a:lnTo>
                    <a:pt x="24779" y="990"/>
                  </a:lnTo>
                  <a:lnTo>
                    <a:pt x="28847" y="0"/>
                  </a:lnTo>
                  <a:lnTo>
                    <a:pt x="33374" y="913"/>
                  </a:lnTo>
                  <a:close/>
                  <a:moveTo>
                    <a:pt x="20616" y="6514"/>
                  </a:moveTo>
                  <a:lnTo>
                    <a:pt x="20311" y="6090"/>
                  </a:lnTo>
                  <a:lnTo>
                    <a:pt x="20268" y="668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h1076"/>
            <p:cNvSpPr/>
            <p:nvPr/>
          </p:nvSpPr>
          <p:spPr>
            <a:xfrm>
              <a:off x="2413621" y="3016789"/>
              <a:ext cx="26631" cy="20245"/>
            </a:xfrm>
            <a:custGeom>
              <a:avLst/>
              <a:pathLst>
                <a:path w="26631" h="20245">
                  <a:moveTo>
                    <a:pt x="23052" y="1449"/>
                  </a:moveTo>
                  <a:lnTo>
                    <a:pt x="26187" y="2961"/>
                  </a:lnTo>
                  <a:lnTo>
                    <a:pt x="25875" y="12646"/>
                  </a:lnTo>
                  <a:lnTo>
                    <a:pt x="26631" y="15718"/>
                  </a:lnTo>
                  <a:lnTo>
                    <a:pt x="25840" y="18516"/>
                  </a:lnTo>
                  <a:lnTo>
                    <a:pt x="23581" y="20245"/>
                  </a:lnTo>
                  <a:lnTo>
                    <a:pt x="21186" y="18731"/>
                  </a:lnTo>
                  <a:lnTo>
                    <a:pt x="21556" y="17304"/>
                  </a:lnTo>
                  <a:lnTo>
                    <a:pt x="20633" y="16256"/>
                  </a:lnTo>
                  <a:lnTo>
                    <a:pt x="15154" y="17898"/>
                  </a:lnTo>
                  <a:lnTo>
                    <a:pt x="15242" y="19385"/>
                  </a:lnTo>
                  <a:lnTo>
                    <a:pt x="10640" y="19191"/>
                  </a:lnTo>
                  <a:lnTo>
                    <a:pt x="6204" y="18009"/>
                  </a:lnTo>
                  <a:lnTo>
                    <a:pt x="0" y="6519"/>
                  </a:lnTo>
                  <a:lnTo>
                    <a:pt x="2755" y="4446"/>
                  </a:lnTo>
                  <a:lnTo>
                    <a:pt x="4398" y="4949"/>
                  </a:lnTo>
                  <a:lnTo>
                    <a:pt x="12258" y="4384"/>
                  </a:lnTo>
                  <a:lnTo>
                    <a:pt x="1653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h1077"/>
            <p:cNvSpPr/>
            <p:nvPr/>
          </p:nvSpPr>
          <p:spPr>
            <a:xfrm>
              <a:off x="2441921" y="3088342"/>
              <a:ext cx="66102" cy="72396"/>
            </a:xfrm>
            <a:custGeom>
              <a:avLst/>
              <a:pathLst>
                <a:path w="66102" h="72396">
                  <a:moveTo>
                    <a:pt x="7426" y="1633"/>
                  </a:moveTo>
                  <a:lnTo>
                    <a:pt x="9499" y="1422"/>
                  </a:lnTo>
                  <a:lnTo>
                    <a:pt x="13928" y="2656"/>
                  </a:lnTo>
                  <a:lnTo>
                    <a:pt x="14198" y="4924"/>
                  </a:lnTo>
                  <a:lnTo>
                    <a:pt x="13071" y="5092"/>
                  </a:lnTo>
                  <a:lnTo>
                    <a:pt x="12659" y="6990"/>
                  </a:lnTo>
                  <a:lnTo>
                    <a:pt x="16729" y="11444"/>
                  </a:lnTo>
                  <a:lnTo>
                    <a:pt x="20171" y="12077"/>
                  </a:lnTo>
                  <a:lnTo>
                    <a:pt x="17881" y="16260"/>
                  </a:lnTo>
                  <a:lnTo>
                    <a:pt x="21250" y="21214"/>
                  </a:lnTo>
                  <a:lnTo>
                    <a:pt x="22754" y="21717"/>
                  </a:lnTo>
                  <a:lnTo>
                    <a:pt x="23956" y="21236"/>
                  </a:lnTo>
                  <a:lnTo>
                    <a:pt x="22910" y="18564"/>
                  </a:lnTo>
                  <a:lnTo>
                    <a:pt x="23794" y="16975"/>
                  </a:lnTo>
                  <a:lnTo>
                    <a:pt x="29872" y="12059"/>
                  </a:lnTo>
                  <a:lnTo>
                    <a:pt x="37609" y="7606"/>
                  </a:lnTo>
                  <a:lnTo>
                    <a:pt x="40420" y="19332"/>
                  </a:lnTo>
                  <a:lnTo>
                    <a:pt x="40031" y="20829"/>
                  </a:lnTo>
                  <a:lnTo>
                    <a:pt x="42023" y="27244"/>
                  </a:lnTo>
                  <a:lnTo>
                    <a:pt x="43573" y="36707"/>
                  </a:lnTo>
                  <a:lnTo>
                    <a:pt x="43401" y="41133"/>
                  </a:lnTo>
                  <a:lnTo>
                    <a:pt x="44536" y="43415"/>
                  </a:lnTo>
                  <a:lnTo>
                    <a:pt x="48499" y="44473"/>
                  </a:lnTo>
                  <a:lnTo>
                    <a:pt x="49455" y="43993"/>
                  </a:lnTo>
                  <a:lnTo>
                    <a:pt x="51529" y="39016"/>
                  </a:lnTo>
                  <a:lnTo>
                    <a:pt x="50820" y="36608"/>
                  </a:lnTo>
                  <a:lnTo>
                    <a:pt x="51459" y="32868"/>
                  </a:lnTo>
                  <a:lnTo>
                    <a:pt x="52823" y="31126"/>
                  </a:lnTo>
                  <a:lnTo>
                    <a:pt x="57690" y="33131"/>
                  </a:lnTo>
                  <a:lnTo>
                    <a:pt x="65944" y="42619"/>
                  </a:lnTo>
                  <a:lnTo>
                    <a:pt x="66102" y="43805"/>
                  </a:lnTo>
                  <a:lnTo>
                    <a:pt x="65302" y="48323"/>
                  </a:lnTo>
                  <a:lnTo>
                    <a:pt x="63423" y="52223"/>
                  </a:lnTo>
                  <a:lnTo>
                    <a:pt x="55580" y="60090"/>
                  </a:lnTo>
                  <a:lnTo>
                    <a:pt x="54461" y="62762"/>
                  </a:lnTo>
                  <a:lnTo>
                    <a:pt x="45319" y="72396"/>
                  </a:lnTo>
                  <a:lnTo>
                    <a:pt x="44095" y="72108"/>
                  </a:lnTo>
                  <a:lnTo>
                    <a:pt x="43583" y="66933"/>
                  </a:lnTo>
                  <a:lnTo>
                    <a:pt x="38635" y="62739"/>
                  </a:lnTo>
                  <a:lnTo>
                    <a:pt x="35133" y="63867"/>
                  </a:lnTo>
                  <a:lnTo>
                    <a:pt x="33305" y="67243"/>
                  </a:lnTo>
                  <a:lnTo>
                    <a:pt x="33477" y="68388"/>
                  </a:lnTo>
                  <a:lnTo>
                    <a:pt x="26305" y="69109"/>
                  </a:lnTo>
                  <a:lnTo>
                    <a:pt x="20927" y="63872"/>
                  </a:lnTo>
                  <a:lnTo>
                    <a:pt x="19963" y="60734"/>
                  </a:lnTo>
                  <a:lnTo>
                    <a:pt x="24866" y="50306"/>
                  </a:lnTo>
                  <a:lnTo>
                    <a:pt x="25022" y="48314"/>
                  </a:lnTo>
                  <a:lnTo>
                    <a:pt x="22982" y="41754"/>
                  </a:lnTo>
                  <a:lnTo>
                    <a:pt x="14501" y="33544"/>
                  </a:lnTo>
                  <a:lnTo>
                    <a:pt x="8216" y="35045"/>
                  </a:lnTo>
                  <a:lnTo>
                    <a:pt x="5819" y="33100"/>
                  </a:lnTo>
                  <a:lnTo>
                    <a:pt x="2045" y="21860"/>
                  </a:lnTo>
                  <a:lnTo>
                    <a:pt x="0" y="20957"/>
                  </a:lnTo>
                  <a:lnTo>
                    <a:pt x="3003" y="17292"/>
                  </a:lnTo>
                  <a:lnTo>
                    <a:pt x="4788" y="5110"/>
                  </a:lnTo>
                  <a:lnTo>
                    <a:pt x="636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h1078"/>
            <p:cNvSpPr/>
            <p:nvPr/>
          </p:nvSpPr>
          <p:spPr>
            <a:xfrm>
              <a:off x="2536404" y="3018935"/>
              <a:ext cx="19310" cy="22303"/>
            </a:xfrm>
            <a:custGeom>
              <a:avLst/>
              <a:pathLst>
                <a:path w="19310" h="22303">
                  <a:moveTo>
                    <a:pt x="12272" y="178"/>
                  </a:moveTo>
                  <a:lnTo>
                    <a:pt x="13857" y="2189"/>
                  </a:lnTo>
                  <a:lnTo>
                    <a:pt x="17467" y="3946"/>
                  </a:lnTo>
                  <a:lnTo>
                    <a:pt x="19310" y="3047"/>
                  </a:lnTo>
                  <a:lnTo>
                    <a:pt x="17819" y="7352"/>
                  </a:lnTo>
                  <a:lnTo>
                    <a:pt x="18335" y="15651"/>
                  </a:lnTo>
                  <a:lnTo>
                    <a:pt x="17569" y="18523"/>
                  </a:lnTo>
                  <a:lnTo>
                    <a:pt x="12350" y="22012"/>
                  </a:lnTo>
                  <a:lnTo>
                    <a:pt x="7720" y="21995"/>
                  </a:lnTo>
                  <a:lnTo>
                    <a:pt x="7696" y="20438"/>
                  </a:lnTo>
                  <a:lnTo>
                    <a:pt x="4117" y="22303"/>
                  </a:lnTo>
                  <a:lnTo>
                    <a:pt x="3527" y="21892"/>
                  </a:lnTo>
                  <a:lnTo>
                    <a:pt x="3883" y="15555"/>
                  </a:lnTo>
                  <a:lnTo>
                    <a:pt x="0" y="12023"/>
                  </a:lnTo>
                  <a:lnTo>
                    <a:pt x="2959" y="8358"/>
                  </a:lnTo>
                  <a:lnTo>
                    <a:pt x="2453" y="5471"/>
                  </a:lnTo>
                  <a:lnTo>
                    <a:pt x="3210" y="6086"/>
                  </a:lnTo>
                  <a:lnTo>
                    <a:pt x="9742" y="4476"/>
                  </a:lnTo>
                  <a:lnTo>
                    <a:pt x="10264" y="2023"/>
                  </a:lnTo>
                  <a:lnTo>
                    <a:pt x="970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h1079"/>
            <p:cNvSpPr/>
            <p:nvPr/>
          </p:nvSpPr>
          <p:spPr>
            <a:xfrm>
              <a:off x="2326068" y="3067248"/>
              <a:ext cx="21980" cy="19152"/>
            </a:xfrm>
            <a:custGeom>
              <a:avLst/>
              <a:pathLst>
                <a:path w="21980" h="19152">
                  <a:moveTo>
                    <a:pt x="9446" y="952"/>
                  </a:moveTo>
                  <a:lnTo>
                    <a:pt x="12683" y="10199"/>
                  </a:lnTo>
                  <a:lnTo>
                    <a:pt x="19371" y="12458"/>
                  </a:lnTo>
                  <a:lnTo>
                    <a:pt x="21877" y="14342"/>
                  </a:lnTo>
                  <a:lnTo>
                    <a:pt x="21980" y="18669"/>
                  </a:lnTo>
                  <a:lnTo>
                    <a:pt x="19868" y="18985"/>
                  </a:lnTo>
                  <a:lnTo>
                    <a:pt x="18349" y="17600"/>
                  </a:lnTo>
                  <a:lnTo>
                    <a:pt x="18229" y="16471"/>
                  </a:lnTo>
                  <a:lnTo>
                    <a:pt x="7174" y="19152"/>
                  </a:lnTo>
                  <a:lnTo>
                    <a:pt x="5857" y="17424"/>
                  </a:lnTo>
                  <a:lnTo>
                    <a:pt x="3869" y="18410"/>
                  </a:lnTo>
                  <a:lnTo>
                    <a:pt x="891" y="8873"/>
                  </a:lnTo>
                  <a:lnTo>
                    <a:pt x="4140" y="6726"/>
                  </a:lnTo>
                  <a:lnTo>
                    <a:pt x="0" y="2705"/>
                  </a:lnTo>
                  <a:lnTo>
                    <a:pt x="474" y="1477"/>
                  </a:lnTo>
                  <a:lnTo>
                    <a:pt x="3786" y="1476"/>
                  </a:lnTo>
                  <a:lnTo>
                    <a:pt x="5540" y="620"/>
                  </a:lnTo>
                  <a:lnTo>
                    <a:pt x="765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h1080"/>
            <p:cNvSpPr/>
            <p:nvPr/>
          </p:nvSpPr>
          <p:spPr>
            <a:xfrm>
              <a:off x="2432340" y="3045994"/>
              <a:ext cx="47191" cy="64065"/>
            </a:xfrm>
            <a:custGeom>
              <a:avLst/>
              <a:pathLst>
                <a:path w="47191" h="64065">
                  <a:moveTo>
                    <a:pt x="27951" y="1111"/>
                  </a:moveTo>
                  <a:lnTo>
                    <a:pt x="28581" y="2470"/>
                  </a:lnTo>
                  <a:lnTo>
                    <a:pt x="29482" y="2496"/>
                  </a:lnTo>
                  <a:lnTo>
                    <a:pt x="30377" y="681"/>
                  </a:lnTo>
                  <a:lnTo>
                    <a:pt x="31771" y="1638"/>
                  </a:lnTo>
                  <a:lnTo>
                    <a:pt x="34788" y="6124"/>
                  </a:lnTo>
                  <a:lnTo>
                    <a:pt x="35216" y="8748"/>
                  </a:lnTo>
                  <a:lnTo>
                    <a:pt x="34285" y="23261"/>
                  </a:lnTo>
                  <a:lnTo>
                    <a:pt x="41995" y="31403"/>
                  </a:lnTo>
                  <a:lnTo>
                    <a:pt x="44184" y="35868"/>
                  </a:lnTo>
                  <a:lnTo>
                    <a:pt x="46644" y="39807"/>
                  </a:lnTo>
                  <a:lnTo>
                    <a:pt x="47191" y="49953"/>
                  </a:lnTo>
                  <a:lnTo>
                    <a:pt x="39453" y="54407"/>
                  </a:lnTo>
                  <a:lnTo>
                    <a:pt x="33376" y="59323"/>
                  </a:lnTo>
                  <a:lnTo>
                    <a:pt x="32492" y="60912"/>
                  </a:lnTo>
                  <a:lnTo>
                    <a:pt x="33538" y="63584"/>
                  </a:lnTo>
                  <a:lnTo>
                    <a:pt x="32336" y="64065"/>
                  </a:lnTo>
                  <a:lnTo>
                    <a:pt x="30831" y="63561"/>
                  </a:lnTo>
                  <a:lnTo>
                    <a:pt x="27463" y="58608"/>
                  </a:lnTo>
                  <a:lnTo>
                    <a:pt x="29752" y="54425"/>
                  </a:lnTo>
                  <a:lnTo>
                    <a:pt x="26310" y="53792"/>
                  </a:lnTo>
                  <a:lnTo>
                    <a:pt x="22240" y="49338"/>
                  </a:lnTo>
                  <a:lnTo>
                    <a:pt x="22652" y="47440"/>
                  </a:lnTo>
                  <a:lnTo>
                    <a:pt x="23780" y="47272"/>
                  </a:lnTo>
                  <a:lnTo>
                    <a:pt x="23510" y="45003"/>
                  </a:lnTo>
                  <a:lnTo>
                    <a:pt x="19080" y="43770"/>
                  </a:lnTo>
                  <a:lnTo>
                    <a:pt x="17007" y="43980"/>
                  </a:lnTo>
                  <a:lnTo>
                    <a:pt x="15946" y="42347"/>
                  </a:lnTo>
                  <a:lnTo>
                    <a:pt x="16138" y="40771"/>
                  </a:lnTo>
                  <a:lnTo>
                    <a:pt x="12749" y="37509"/>
                  </a:lnTo>
                  <a:lnTo>
                    <a:pt x="10789" y="30369"/>
                  </a:lnTo>
                  <a:lnTo>
                    <a:pt x="8777" y="28253"/>
                  </a:lnTo>
                  <a:lnTo>
                    <a:pt x="10622" y="23367"/>
                  </a:lnTo>
                  <a:lnTo>
                    <a:pt x="1818" y="18354"/>
                  </a:lnTo>
                  <a:lnTo>
                    <a:pt x="1715" y="17384"/>
                  </a:lnTo>
                  <a:lnTo>
                    <a:pt x="1990" y="15751"/>
                  </a:lnTo>
                  <a:lnTo>
                    <a:pt x="282" y="15949"/>
                  </a:lnTo>
                  <a:lnTo>
                    <a:pt x="0" y="13838"/>
                  </a:lnTo>
                  <a:lnTo>
                    <a:pt x="2548" y="11044"/>
                  </a:lnTo>
                  <a:lnTo>
                    <a:pt x="8004" y="12842"/>
                  </a:lnTo>
                  <a:lnTo>
                    <a:pt x="8750" y="14660"/>
                  </a:lnTo>
                  <a:lnTo>
                    <a:pt x="12160" y="17055"/>
                  </a:lnTo>
                  <a:lnTo>
                    <a:pt x="17251" y="14460"/>
                  </a:lnTo>
                  <a:lnTo>
                    <a:pt x="26703" y="5816"/>
                  </a:lnTo>
                  <a:lnTo>
                    <a:pt x="2560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h1081"/>
            <p:cNvSpPr/>
            <p:nvPr/>
          </p:nvSpPr>
          <p:spPr>
            <a:xfrm>
              <a:off x="2367936" y="3047431"/>
              <a:ext cx="27043" cy="13039"/>
            </a:xfrm>
            <a:custGeom>
              <a:avLst/>
              <a:pathLst>
                <a:path w="27043" h="13039">
                  <a:moveTo>
                    <a:pt x="14432" y="2259"/>
                  </a:moveTo>
                  <a:lnTo>
                    <a:pt x="24592" y="2714"/>
                  </a:lnTo>
                  <a:lnTo>
                    <a:pt x="27043" y="6530"/>
                  </a:lnTo>
                  <a:lnTo>
                    <a:pt x="22089" y="11139"/>
                  </a:lnTo>
                  <a:lnTo>
                    <a:pt x="17344" y="12725"/>
                  </a:lnTo>
                  <a:lnTo>
                    <a:pt x="12863" y="11958"/>
                  </a:lnTo>
                  <a:lnTo>
                    <a:pt x="7139" y="12082"/>
                  </a:lnTo>
                  <a:lnTo>
                    <a:pt x="4056" y="13039"/>
                  </a:lnTo>
                  <a:lnTo>
                    <a:pt x="1480" y="12602"/>
                  </a:lnTo>
                  <a:lnTo>
                    <a:pt x="778" y="10516"/>
                  </a:lnTo>
                  <a:lnTo>
                    <a:pt x="2140" y="9121"/>
                  </a:lnTo>
                  <a:lnTo>
                    <a:pt x="0" y="7858"/>
                  </a:lnTo>
                  <a:lnTo>
                    <a:pt x="678" y="1858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h1082"/>
            <p:cNvSpPr/>
            <p:nvPr/>
          </p:nvSpPr>
          <p:spPr>
            <a:xfrm>
              <a:off x="2232208" y="3020480"/>
              <a:ext cx="36925" cy="49825"/>
            </a:xfrm>
            <a:custGeom>
              <a:avLst/>
              <a:pathLst>
                <a:path w="36925" h="49825">
                  <a:moveTo>
                    <a:pt x="19009" y="0"/>
                  </a:moveTo>
                  <a:lnTo>
                    <a:pt x="22593" y="4404"/>
                  </a:lnTo>
                  <a:lnTo>
                    <a:pt x="25125" y="10896"/>
                  </a:lnTo>
                  <a:lnTo>
                    <a:pt x="25624" y="14175"/>
                  </a:lnTo>
                  <a:lnTo>
                    <a:pt x="22067" y="17711"/>
                  </a:lnTo>
                  <a:lnTo>
                    <a:pt x="24230" y="19066"/>
                  </a:lnTo>
                  <a:lnTo>
                    <a:pt x="34514" y="19422"/>
                  </a:lnTo>
                  <a:lnTo>
                    <a:pt x="36925" y="20595"/>
                  </a:lnTo>
                  <a:lnTo>
                    <a:pt x="35143" y="25065"/>
                  </a:lnTo>
                  <a:lnTo>
                    <a:pt x="34938" y="28630"/>
                  </a:lnTo>
                  <a:lnTo>
                    <a:pt x="35976" y="32354"/>
                  </a:lnTo>
                  <a:lnTo>
                    <a:pt x="22217" y="33517"/>
                  </a:lnTo>
                  <a:lnTo>
                    <a:pt x="19270" y="36213"/>
                  </a:lnTo>
                  <a:lnTo>
                    <a:pt x="19026" y="40350"/>
                  </a:lnTo>
                  <a:lnTo>
                    <a:pt x="20218" y="42443"/>
                  </a:lnTo>
                  <a:lnTo>
                    <a:pt x="19497" y="44474"/>
                  </a:lnTo>
                  <a:lnTo>
                    <a:pt x="19285" y="45212"/>
                  </a:lnTo>
                  <a:lnTo>
                    <a:pt x="13958" y="48324"/>
                  </a:lnTo>
                  <a:lnTo>
                    <a:pt x="10116" y="49825"/>
                  </a:lnTo>
                  <a:lnTo>
                    <a:pt x="8450" y="49372"/>
                  </a:lnTo>
                  <a:lnTo>
                    <a:pt x="8146" y="46995"/>
                  </a:lnTo>
                  <a:lnTo>
                    <a:pt x="6155" y="46371"/>
                  </a:lnTo>
                  <a:lnTo>
                    <a:pt x="1651" y="49007"/>
                  </a:lnTo>
                  <a:lnTo>
                    <a:pt x="147" y="49026"/>
                  </a:lnTo>
                  <a:lnTo>
                    <a:pt x="0" y="48276"/>
                  </a:lnTo>
                  <a:lnTo>
                    <a:pt x="1640" y="46955"/>
                  </a:lnTo>
                  <a:lnTo>
                    <a:pt x="3305" y="43216"/>
                  </a:lnTo>
                  <a:lnTo>
                    <a:pt x="2885" y="39406"/>
                  </a:lnTo>
                  <a:lnTo>
                    <a:pt x="1626" y="36942"/>
                  </a:lnTo>
                  <a:lnTo>
                    <a:pt x="2915" y="34950"/>
                  </a:lnTo>
                  <a:lnTo>
                    <a:pt x="5294" y="34662"/>
                  </a:lnTo>
                  <a:lnTo>
                    <a:pt x="8319" y="31458"/>
                  </a:lnTo>
                  <a:lnTo>
                    <a:pt x="10408" y="22701"/>
                  </a:lnTo>
                  <a:lnTo>
                    <a:pt x="10365" y="20240"/>
                  </a:lnTo>
                  <a:lnTo>
                    <a:pt x="17691" y="16505"/>
                  </a:lnTo>
                  <a:lnTo>
                    <a:pt x="20589" y="16494"/>
                  </a:lnTo>
                  <a:lnTo>
                    <a:pt x="16757" y="12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h1083"/>
            <p:cNvSpPr/>
            <p:nvPr/>
          </p:nvSpPr>
          <p:spPr>
            <a:xfrm>
              <a:off x="2253060" y="3004276"/>
              <a:ext cx="27389" cy="26527"/>
            </a:xfrm>
            <a:custGeom>
              <a:avLst/>
              <a:pathLst>
                <a:path w="27389" h="26527">
                  <a:moveTo>
                    <a:pt x="25256" y="1633"/>
                  </a:moveTo>
                  <a:lnTo>
                    <a:pt x="24241" y="3022"/>
                  </a:lnTo>
                  <a:lnTo>
                    <a:pt x="25135" y="8627"/>
                  </a:lnTo>
                  <a:lnTo>
                    <a:pt x="25747" y="11811"/>
                  </a:lnTo>
                  <a:lnTo>
                    <a:pt x="27389" y="13766"/>
                  </a:lnTo>
                  <a:lnTo>
                    <a:pt x="25590" y="14585"/>
                  </a:lnTo>
                  <a:lnTo>
                    <a:pt x="22076" y="14563"/>
                  </a:lnTo>
                  <a:lnTo>
                    <a:pt x="20489" y="15992"/>
                  </a:lnTo>
                  <a:lnTo>
                    <a:pt x="23975" y="20352"/>
                  </a:lnTo>
                  <a:lnTo>
                    <a:pt x="22742" y="23444"/>
                  </a:lnTo>
                  <a:lnTo>
                    <a:pt x="20314" y="24516"/>
                  </a:lnTo>
                  <a:lnTo>
                    <a:pt x="14398" y="26527"/>
                  </a:lnTo>
                  <a:lnTo>
                    <a:pt x="4957" y="23858"/>
                  </a:lnTo>
                  <a:lnTo>
                    <a:pt x="4607" y="22217"/>
                  </a:lnTo>
                  <a:lnTo>
                    <a:pt x="5308" y="20043"/>
                  </a:lnTo>
                  <a:lnTo>
                    <a:pt x="3806" y="15612"/>
                  </a:lnTo>
                  <a:lnTo>
                    <a:pt x="187" y="12865"/>
                  </a:lnTo>
                  <a:lnTo>
                    <a:pt x="0" y="11823"/>
                  </a:lnTo>
                  <a:lnTo>
                    <a:pt x="7679" y="10370"/>
                  </a:lnTo>
                  <a:lnTo>
                    <a:pt x="5988" y="7248"/>
                  </a:lnTo>
                  <a:lnTo>
                    <a:pt x="6350" y="4204"/>
                  </a:lnTo>
                  <a:lnTo>
                    <a:pt x="10659" y="3515"/>
                  </a:lnTo>
                  <a:lnTo>
                    <a:pt x="11101" y="1576"/>
                  </a:lnTo>
                  <a:lnTo>
                    <a:pt x="14576" y="999"/>
                  </a:lnTo>
                  <a:lnTo>
                    <a:pt x="19832" y="1361"/>
                  </a:lnTo>
                  <a:lnTo>
                    <a:pt x="2269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h1084"/>
            <p:cNvSpPr/>
            <p:nvPr/>
          </p:nvSpPr>
          <p:spPr>
            <a:xfrm>
              <a:off x="2275536" y="3052672"/>
              <a:ext cx="56421" cy="57488"/>
            </a:xfrm>
            <a:custGeom>
              <a:avLst/>
              <a:pathLst>
                <a:path w="56421" h="57488">
                  <a:moveTo>
                    <a:pt x="33254" y="727"/>
                  </a:moveTo>
                  <a:lnTo>
                    <a:pt x="36606" y="3882"/>
                  </a:lnTo>
                  <a:lnTo>
                    <a:pt x="48695" y="5963"/>
                  </a:lnTo>
                  <a:lnTo>
                    <a:pt x="51786" y="5868"/>
                  </a:lnTo>
                  <a:lnTo>
                    <a:pt x="53569" y="5850"/>
                  </a:lnTo>
                  <a:lnTo>
                    <a:pt x="54553" y="8197"/>
                  </a:lnTo>
                  <a:lnTo>
                    <a:pt x="56387" y="7916"/>
                  </a:lnTo>
                  <a:lnTo>
                    <a:pt x="55768" y="8910"/>
                  </a:lnTo>
                  <a:lnTo>
                    <a:pt x="56421" y="11681"/>
                  </a:lnTo>
                  <a:lnTo>
                    <a:pt x="56072" y="15197"/>
                  </a:lnTo>
                  <a:lnTo>
                    <a:pt x="54319" y="16053"/>
                  </a:lnTo>
                  <a:lnTo>
                    <a:pt x="51006" y="16053"/>
                  </a:lnTo>
                  <a:lnTo>
                    <a:pt x="50532" y="17281"/>
                  </a:lnTo>
                  <a:lnTo>
                    <a:pt x="54672" y="21302"/>
                  </a:lnTo>
                  <a:lnTo>
                    <a:pt x="51423" y="23449"/>
                  </a:lnTo>
                  <a:lnTo>
                    <a:pt x="54402" y="32986"/>
                  </a:lnTo>
                  <a:lnTo>
                    <a:pt x="52254" y="33145"/>
                  </a:lnTo>
                  <a:lnTo>
                    <a:pt x="49660" y="35399"/>
                  </a:lnTo>
                  <a:lnTo>
                    <a:pt x="49010" y="38011"/>
                  </a:lnTo>
                  <a:lnTo>
                    <a:pt x="53084" y="42402"/>
                  </a:lnTo>
                  <a:lnTo>
                    <a:pt x="55783" y="47022"/>
                  </a:lnTo>
                  <a:lnTo>
                    <a:pt x="54859" y="47618"/>
                  </a:lnTo>
                  <a:lnTo>
                    <a:pt x="51633" y="48698"/>
                  </a:lnTo>
                  <a:lnTo>
                    <a:pt x="48827" y="48577"/>
                  </a:lnTo>
                  <a:lnTo>
                    <a:pt x="44083" y="46004"/>
                  </a:lnTo>
                  <a:lnTo>
                    <a:pt x="39940" y="45290"/>
                  </a:lnTo>
                  <a:lnTo>
                    <a:pt x="38416" y="45993"/>
                  </a:lnTo>
                  <a:lnTo>
                    <a:pt x="39420" y="48656"/>
                  </a:lnTo>
                  <a:lnTo>
                    <a:pt x="38850" y="50299"/>
                  </a:lnTo>
                  <a:lnTo>
                    <a:pt x="38113" y="50245"/>
                  </a:lnTo>
                  <a:lnTo>
                    <a:pt x="37334" y="57488"/>
                  </a:lnTo>
                  <a:lnTo>
                    <a:pt x="30266" y="51253"/>
                  </a:lnTo>
                  <a:lnTo>
                    <a:pt x="26738" y="44966"/>
                  </a:lnTo>
                  <a:lnTo>
                    <a:pt x="25869" y="44836"/>
                  </a:lnTo>
                  <a:lnTo>
                    <a:pt x="24452" y="46078"/>
                  </a:lnTo>
                  <a:lnTo>
                    <a:pt x="23036" y="43162"/>
                  </a:lnTo>
                  <a:lnTo>
                    <a:pt x="26059" y="36493"/>
                  </a:lnTo>
                  <a:lnTo>
                    <a:pt x="28009" y="33919"/>
                  </a:lnTo>
                  <a:lnTo>
                    <a:pt x="32933" y="31983"/>
                  </a:lnTo>
                  <a:lnTo>
                    <a:pt x="36059" y="32125"/>
                  </a:lnTo>
                  <a:lnTo>
                    <a:pt x="35773" y="28823"/>
                  </a:lnTo>
                  <a:lnTo>
                    <a:pt x="34228" y="24425"/>
                  </a:lnTo>
                  <a:lnTo>
                    <a:pt x="34400" y="20350"/>
                  </a:lnTo>
                  <a:lnTo>
                    <a:pt x="33643" y="19431"/>
                  </a:lnTo>
                  <a:lnTo>
                    <a:pt x="25727" y="20020"/>
                  </a:lnTo>
                  <a:lnTo>
                    <a:pt x="17282" y="17002"/>
                  </a:lnTo>
                  <a:lnTo>
                    <a:pt x="14194" y="15133"/>
                  </a:lnTo>
                  <a:lnTo>
                    <a:pt x="7760" y="15231"/>
                  </a:lnTo>
                  <a:lnTo>
                    <a:pt x="7618" y="12285"/>
                  </a:lnTo>
                  <a:lnTo>
                    <a:pt x="6263" y="11835"/>
                  </a:lnTo>
                  <a:lnTo>
                    <a:pt x="5661" y="10956"/>
                  </a:lnTo>
                  <a:lnTo>
                    <a:pt x="2811" y="10126"/>
                  </a:lnTo>
                  <a:lnTo>
                    <a:pt x="0" y="6128"/>
                  </a:lnTo>
                  <a:lnTo>
                    <a:pt x="6873" y="6876"/>
                  </a:lnTo>
                  <a:lnTo>
                    <a:pt x="13002" y="8768"/>
                  </a:lnTo>
                  <a:lnTo>
                    <a:pt x="15839" y="7952"/>
                  </a:lnTo>
                  <a:lnTo>
                    <a:pt x="16294" y="5154"/>
                  </a:lnTo>
                  <a:lnTo>
                    <a:pt x="14035" y="3764"/>
                  </a:lnTo>
                  <a:lnTo>
                    <a:pt x="14681" y="1195"/>
                  </a:lnTo>
                  <a:lnTo>
                    <a:pt x="24201" y="0"/>
                  </a:lnTo>
                  <a:lnTo>
                    <a:pt x="24512" y="5558"/>
                  </a:lnTo>
                  <a:lnTo>
                    <a:pt x="27370" y="3222"/>
                  </a:lnTo>
                  <a:lnTo>
                    <a:pt x="28359" y="74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h1085"/>
            <p:cNvSpPr/>
            <p:nvPr/>
          </p:nvSpPr>
          <p:spPr>
            <a:xfrm>
              <a:off x="2226966" y="2975171"/>
              <a:ext cx="27627" cy="17526"/>
            </a:xfrm>
            <a:custGeom>
              <a:avLst/>
              <a:pathLst>
                <a:path w="27627" h="17526">
                  <a:moveTo>
                    <a:pt x="25217" y="0"/>
                  </a:moveTo>
                  <a:lnTo>
                    <a:pt x="27627" y="873"/>
                  </a:lnTo>
                  <a:lnTo>
                    <a:pt x="27541" y="7939"/>
                  </a:lnTo>
                  <a:lnTo>
                    <a:pt x="27058" y="8667"/>
                  </a:lnTo>
                  <a:lnTo>
                    <a:pt x="23298" y="8699"/>
                  </a:lnTo>
                  <a:lnTo>
                    <a:pt x="21305" y="15377"/>
                  </a:lnTo>
                  <a:lnTo>
                    <a:pt x="22020" y="17526"/>
                  </a:lnTo>
                  <a:lnTo>
                    <a:pt x="18566" y="17514"/>
                  </a:lnTo>
                  <a:lnTo>
                    <a:pt x="15393" y="15332"/>
                  </a:lnTo>
                  <a:lnTo>
                    <a:pt x="13918" y="15870"/>
                  </a:lnTo>
                  <a:lnTo>
                    <a:pt x="13614" y="16961"/>
                  </a:lnTo>
                  <a:lnTo>
                    <a:pt x="9779" y="15586"/>
                  </a:lnTo>
                  <a:lnTo>
                    <a:pt x="409" y="16231"/>
                  </a:lnTo>
                  <a:lnTo>
                    <a:pt x="0" y="9742"/>
                  </a:lnTo>
                  <a:lnTo>
                    <a:pt x="6765" y="5975"/>
                  </a:lnTo>
                  <a:lnTo>
                    <a:pt x="11786" y="6076"/>
                  </a:lnTo>
                  <a:lnTo>
                    <a:pt x="13022" y="5365"/>
                  </a:lnTo>
                  <a:lnTo>
                    <a:pt x="12645" y="75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h1086"/>
            <p:cNvSpPr/>
            <p:nvPr/>
          </p:nvSpPr>
          <p:spPr>
            <a:xfrm>
              <a:off x="2239059" y="2990503"/>
              <a:ext cx="25336" cy="28066"/>
            </a:xfrm>
            <a:custGeom>
              <a:avLst/>
              <a:pathLst>
                <a:path w="25336" h="28066">
                  <a:moveTo>
                    <a:pt x="20170" y="1850"/>
                  </a:moveTo>
                  <a:lnTo>
                    <a:pt x="20843" y="3541"/>
                  </a:lnTo>
                  <a:lnTo>
                    <a:pt x="25336" y="5766"/>
                  </a:lnTo>
                  <a:lnTo>
                    <a:pt x="22946" y="11751"/>
                  </a:lnTo>
                  <a:lnTo>
                    <a:pt x="23068" y="14594"/>
                  </a:lnTo>
                  <a:lnTo>
                    <a:pt x="25102" y="15349"/>
                  </a:lnTo>
                  <a:lnTo>
                    <a:pt x="24661" y="17288"/>
                  </a:lnTo>
                  <a:lnTo>
                    <a:pt x="20351" y="17977"/>
                  </a:lnTo>
                  <a:lnTo>
                    <a:pt x="19989" y="21021"/>
                  </a:lnTo>
                  <a:lnTo>
                    <a:pt x="21681" y="24143"/>
                  </a:lnTo>
                  <a:lnTo>
                    <a:pt x="14001" y="25596"/>
                  </a:lnTo>
                  <a:lnTo>
                    <a:pt x="9233" y="28066"/>
                  </a:lnTo>
                  <a:lnTo>
                    <a:pt x="2054" y="25269"/>
                  </a:lnTo>
                  <a:lnTo>
                    <a:pt x="0" y="20482"/>
                  </a:lnTo>
                  <a:lnTo>
                    <a:pt x="2658" y="18425"/>
                  </a:lnTo>
                  <a:lnTo>
                    <a:pt x="4042" y="13884"/>
                  </a:lnTo>
                  <a:lnTo>
                    <a:pt x="2343" y="6097"/>
                  </a:lnTo>
                  <a:lnTo>
                    <a:pt x="1521" y="1629"/>
                  </a:lnTo>
                  <a:lnTo>
                    <a:pt x="1825" y="538"/>
                  </a:lnTo>
                  <a:lnTo>
                    <a:pt x="3300" y="0"/>
                  </a:lnTo>
                  <a:lnTo>
                    <a:pt x="6473" y="2181"/>
                  </a:lnTo>
                  <a:lnTo>
                    <a:pt x="9928" y="2194"/>
                  </a:lnTo>
                  <a:lnTo>
                    <a:pt x="12374" y="2635"/>
                  </a:lnTo>
                  <a:lnTo>
                    <a:pt x="16240" y="26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h1087"/>
            <p:cNvSpPr/>
            <p:nvPr/>
          </p:nvSpPr>
          <p:spPr>
            <a:xfrm>
              <a:off x="2305152" y="2989889"/>
              <a:ext cx="27402" cy="20810"/>
            </a:xfrm>
            <a:custGeom>
              <a:avLst/>
              <a:pathLst>
                <a:path w="27402" h="20810">
                  <a:moveTo>
                    <a:pt x="5946" y="2027"/>
                  </a:moveTo>
                  <a:lnTo>
                    <a:pt x="6994" y="3457"/>
                  </a:lnTo>
                  <a:lnTo>
                    <a:pt x="6927" y="7392"/>
                  </a:lnTo>
                  <a:lnTo>
                    <a:pt x="17986" y="6829"/>
                  </a:lnTo>
                  <a:lnTo>
                    <a:pt x="18226" y="6267"/>
                  </a:lnTo>
                  <a:lnTo>
                    <a:pt x="21907" y="8602"/>
                  </a:lnTo>
                  <a:lnTo>
                    <a:pt x="27402" y="17598"/>
                  </a:lnTo>
                  <a:lnTo>
                    <a:pt x="26778" y="17902"/>
                  </a:lnTo>
                  <a:lnTo>
                    <a:pt x="25285" y="17599"/>
                  </a:lnTo>
                  <a:lnTo>
                    <a:pt x="23786" y="15890"/>
                  </a:lnTo>
                  <a:lnTo>
                    <a:pt x="22482" y="15780"/>
                  </a:lnTo>
                  <a:lnTo>
                    <a:pt x="13144" y="20474"/>
                  </a:lnTo>
                  <a:lnTo>
                    <a:pt x="8039" y="20182"/>
                  </a:lnTo>
                  <a:lnTo>
                    <a:pt x="5639" y="20810"/>
                  </a:lnTo>
                  <a:lnTo>
                    <a:pt x="1772" y="15659"/>
                  </a:lnTo>
                  <a:lnTo>
                    <a:pt x="2799" y="15407"/>
                  </a:lnTo>
                  <a:lnTo>
                    <a:pt x="3829" y="11496"/>
                  </a:lnTo>
                  <a:lnTo>
                    <a:pt x="3130" y="10573"/>
                  </a:lnTo>
                  <a:lnTo>
                    <a:pt x="320" y="10677"/>
                  </a:lnTo>
                  <a:lnTo>
                    <a:pt x="0" y="8859"/>
                  </a:lnTo>
                  <a:lnTo>
                    <a:pt x="1954" y="4628"/>
                  </a:lnTo>
                  <a:lnTo>
                    <a:pt x="1111" y="3221"/>
                  </a:lnTo>
                  <a:lnTo>
                    <a:pt x="234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h1088"/>
            <p:cNvSpPr/>
            <p:nvPr/>
          </p:nvSpPr>
          <p:spPr>
            <a:xfrm>
              <a:off x="2495477" y="3064997"/>
              <a:ext cx="25657" cy="28955"/>
            </a:xfrm>
            <a:custGeom>
              <a:avLst/>
              <a:pathLst>
                <a:path w="25657" h="28955">
                  <a:moveTo>
                    <a:pt x="12837" y="2353"/>
                  </a:moveTo>
                  <a:lnTo>
                    <a:pt x="19940" y="2229"/>
                  </a:lnTo>
                  <a:lnTo>
                    <a:pt x="22684" y="912"/>
                  </a:lnTo>
                  <a:lnTo>
                    <a:pt x="25657" y="9621"/>
                  </a:lnTo>
                  <a:lnTo>
                    <a:pt x="20777" y="12075"/>
                  </a:lnTo>
                  <a:lnTo>
                    <a:pt x="17511" y="14771"/>
                  </a:lnTo>
                  <a:lnTo>
                    <a:pt x="18081" y="21522"/>
                  </a:lnTo>
                  <a:lnTo>
                    <a:pt x="20003" y="25419"/>
                  </a:lnTo>
                  <a:lnTo>
                    <a:pt x="15500" y="25836"/>
                  </a:lnTo>
                  <a:lnTo>
                    <a:pt x="12312" y="28788"/>
                  </a:lnTo>
                  <a:lnTo>
                    <a:pt x="10589" y="28955"/>
                  </a:lnTo>
                  <a:lnTo>
                    <a:pt x="9680" y="23757"/>
                  </a:lnTo>
                  <a:lnTo>
                    <a:pt x="10318" y="19467"/>
                  </a:lnTo>
                  <a:lnTo>
                    <a:pt x="2134" y="10626"/>
                  </a:lnTo>
                  <a:lnTo>
                    <a:pt x="0" y="8260"/>
                  </a:lnTo>
                  <a:lnTo>
                    <a:pt x="2745" y="4256"/>
                  </a:lnTo>
                  <a:lnTo>
                    <a:pt x="5234" y="3727"/>
                  </a:lnTo>
                  <a:lnTo>
                    <a:pt x="5282" y="2405"/>
                  </a:lnTo>
                  <a:lnTo>
                    <a:pt x="792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h1089"/>
            <p:cNvSpPr/>
            <p:nvPr/>
          </p:nvSpPr>
          <p:spPr>
            <a:xfrm>
              <a:off x="2505281" y="3087982"/>
              <a:ext cx="20995" cy="14304"/>
            </a:xfrm>
            <a:custGeom>
              <a:avLst/>
              <a:pathLst>
                <a:path w="20995" h="14304">
                  <a:moveTo>
                    <a:pt x="18593" y="206"/>
                  </a:moveTo>
                  <a:lnTo>
                    <a:pt x="20191" y="1120"/>
                  </a:lnTo>
                  <a:lnTo>
                    <a:pt x="20995" y="3764"/>
                  </a:lnTo>
                  <a:lnTo>
                    <a:pt x="18562" y="10100"/>
                  </a:lnTo>
                  <a:lnTo>
                    <a:pt x="13388" y="11438"/>
                  </a:lnTo>
                  <a:lnTo>
                    <a:pt x="9742" y="13531"/>
                  </a:lnTo>
                  <a:lnTo>
                    <a:pt x="9326" y="12408"/>
                  </a:lnTo>
                  <a:lnTo>
                    <a:pt x="7110" y="13954"/>
                  </a:lnTo>
                  <a:lnTo>
                    <a:pt x="2864" y="14304"/>
                  </a:lnTo>
                  <a:lnTo>
                    <a:pt x="0" y="9402"/>
                  </a:lnTo>
                  <a:lnTo>
                    <a:pt x="785" y="5969"/>
                  </a:lnTo>
                  <a:lnTo>
                    <a:pt x="2508" y="5803"/>
                  </a:lnTo>
                  <a:lnTo>
                    <a:pt x="5696" y="2850"/>
                  </a:lnTo>
                  <a:lnTo>
                    <a:pt x="10200" y="2433"/>
                  </a:lnTo>
                  <a:lnTo>
                    <a:pt x="1235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h1090"/>
            <p:cNvSpPr/>
            <p:nvPr/>
          </p:nvSpPr>
          <p:spPr>
            <a:xfrm>
              <a:off x="2390025" y="3051324"/>
              <a:ext cx="12799" cy="15390"/>
            </a:xfrm>
            <a:custGeom>
              <a:avLst/>
              <a:pathLst>
                <a:path w="12799" h="15390">
                  <a:moveTo>
                    <a:pt x="12799" y="1427"/>
                  </a:moveTo>
                  <a:lnTo>
                    <a:pt x="10278" y="15216"/>
                  </a:lnTo>
                  <a:lnTo>
                    <a:pt x="7554" y="15390"/>
                  </a:lnTo>
                  <a:lnTo>
                    <a:pt x="6862" y="13858"/>
                  </a:lnTo>
                  <a:lnTo>
                    <a:pt x="0" y="7246"/>
                  </a:lnTo>
                  <a:lnTo>
                    <a:pt x="4954" y="2637"/>
                  </a:lnTo>
                  <a:lnTo>
                    <a:pt x="6591" y="349"/>
                  </a:lnTo>
                  <a:lnTo>
                    <a:pt x="842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h1091"/>
            <p:cNvSpPr/>
            <p:nvPr/>
          </p:nvSpPr>
          <p:spPr>
            <a:xfrm>
              <a:off x="2704880" y="3130190"/>
              <a:ext cx="14546" cy="15628"/>
            </a:xfrm>
            <a:custGeom>
              <a:avLst/>
              <a:pathLst>
                <a:path w="14546" h="15628">
                  <a:moveTo>
                    <a:pt x="13927" y="5730"/>
                  </a:moveTo>
                  <a:lnTo>
                    <a:pt x="14546" y="6440"/>
                  </a:lnTo>
                  <a:lnTo>
                    <a:pt x="12822" y="10603"/>
                  </a:lnTo>
                  <a:lnTo>
                    <a:pt x="3181" y="15628"/>
                  </a:lnTo>
                  <a:lnTo>
                    <a:pt x="1536" y="14533"/>
                  </a:lnTo>
                  <a:lnTo>
                    <a:pt x="0" y="9711"/>
                  </a:lnTo>
                  <a:lnTo>
                    <a:pt x="3806" y="5989"/>
                  </a:lnTo>
                  <a:lnTo>
                    <a:pt x="6510" y="5572"/>
                  </a:lnTo>
                  <a:lnTo>
                    <a:pt x="8687" y="36"/>
                  </a:lnTo>
                  <a:lnTo>
                    <a:pt x="1034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h1092"/>
            <p:cNvSpPr/>
            <p:nvPr/>
          </p:nvSpPr>
          <p:spPr>
            <a:xfrm>
              <a:off x="2693100" y="3144724"/>
              <a:ext cx="20247" cy="17732"/>
            </a:xfrm>
            <a:custGeom>
              <a:avLst/>
              <a:pathLst>
                <a:path w="20247" h="17732">
                  <a:moveTo>
                    <a:pt x="14961" y="1094"/>
                  </a:moveTo>
                  <a:lnTo>
                    <a:pt x="16918" y="2149"/>
                  </a:lnTo>
                  <a:lnTo>
                    <a:pt x="17751" y="5049"/>
                  </a:lnTo>
                  <a:lnTo>
                    <a:pt x="17503" y="7068"/>
                  </a:lnTo>
                  <a:lnTo>
                    <a:pt x="15690" y="8553"/>
                  </a:lnTo>
                  <a:lnTo>
                    <a:pt x="15064" y="10894"/>
                  </a:lnTo>
                  <a:lnTo>
                    <a:pt x="20247" y="12306"/>
                  </a:lnTo>
                  <a:lnTo>
                    <a:pt x="16142" y="17732"/>
                  </a:lnTo>
                  <a:lnTo>
                    <a:pt x="12295" y="16167"/>
                  </a:lnTo>
                  <a:lnTo>
                    <a:pt x="10372" y="12420"/>
                  </a:lnTo>
                  <a:lnTo>
                    <a:pt x="5825" y="11281"/>
                  </a:lnTo>
                  <a:lnTo>
                    <a:pt x="101" y="8124"/>
                  </a:lnTo>
                  <a:lnTo>
                    <a:pt x="0" y="6315"/>
                  </a:lnTo>
                  <a:lnTo>
                    <a:pt x="986" y="4576"/>
                  </a:lnTo>
                  <a:lnTo>
                    <a:pt x="4325" y="4975"/>
                  </a:lnTo>
                  <a:lnTo>
                    <a:pt x="13317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h1093"/>
            <p:cNvSpPr/>
            <p:nvPr/>
          </p:nvSpPr>
          <p:spPr>
            <a:xfrm>
              <a:off x="2664147" y="3153884"/>
              <a:ext cx="11850" cy="15986"/>
            </a:xfrm>
            <a:custGeom>
              <a:avLst/>
              <a:pathLst>
                <a:path w="11850" h="15986">
                  <a:moveTo>
                    <a:pt x="5764" y="2212"/>
                  </a:moveTo>
                  <a:lnTo>
                    <a:pt x="8512" y="2508"/>
                  </a:lnTo>
                  <a:lnTo>
                    <a:pt x="11842" y="4117"/>
                  </a:lnTo>
                  <a:lnTo>
                    <a:pt x="11426" y="8561"/>
                  </a:lnTo>
                  <a:lnTo>
                    <a:pt x="10700" y="8625"/>
                  </a:lnTo>
                  <a:lnTo>
                    <a:pt x="11850" y="15452"/>
                  </a:lnTo>
                  <a:lnTo>
                    <a:pt x="11484" y="15986"/>
                  </a:lnTo>
                  <a:lnTo>
                    <a:pt x="10859" y="15561"/>
                  </a:lnTo>
                  <a:lnTo>
                    <a:pt x="11195" y="14460"/>
                  </a:lnTo>
                  <a:lnTo>
                    <a:pt x="7678" y="15009"/>
                  </a:lnTo>
                  <a:lnTo>
                    <a:pt x="369" y="13530"/>
                  </a:lnTo>
                  <a:lnTo>
                    <a:pt x="685" y="9120"/>
                  </a:lnTo>
                  <a:lnTo>
                    <a:pt x="0" y="6994"/>
                  </a:lnTo>
                  <a:lnTo>
                    <a:pt x="3934" y="5615"/>
                  </a:lnTo>
                  <a:lnTo>
                    <a:pt x="1932" y="2703"/>
                  </a:lnTo>
                  <a:lnTo>
                    <a:pt x="1752" y="492"/>
                  </a:lnTo>
                  <a:lnTo>
                    <a:pt x="4307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h1094"/>
            <p:cNvSpPr/>
            <p:nvPr/>
          </p:nvSpPr>
          <p:spPr>
            <a:xfrm>
              <a:off x="2727331" y="3127469"/>
              <a:ext cx="17242" cy="25823"/>
            </a:xfrm>
            <a:custGeom>
              <a:avLst/>
              <a:pathLst>
                <a:path w="17242" h="25823">
                  <a:moveTo>
                    <a:pt x="8600" y="14985"/>
                  </a:moveTo>
                  <a:lnTo>
                    <a:pt x="7635" y="19701"/>
                  </a:lnTo>
                  <a:lnTo>
                    <a:pt x="6447" y="25823"/>
                  </a:lnTo>
                  <a:lnTo>
                    <a:pt x="0" y="24458"/>
                  </a:lnTo>
                  <a:lnTo>
                    <a:pt x="4010" y="17492"/>
                  </a:lnTo>
                  <a:lnTo>
                    <a:pt x="3014" y="13681"/>
                  </a:lnTo>
                  <a:lnTo>
                    <a:pt x="3487" y="12058"/>
                  </a:lnTo>
                  <a:lnTo>
                    <a:pt x="5804" y="9571"/>
                  </a:lnTo>
                  <a:lnTo>
                    <a:pt x="7402" y="9691"/>
                  </a:lnTo>
                  <a:lnTo>
                    <a:pt x="13127" y="1966"/>
                  </a:lnTo>
                  <a:lnTo>
                    <a:pt x="1724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h1095"/>
            <p:cNvSpPr/>
            <p:nvPr/>
          </p:nvSpPr>
          <p:spPr>
            <a:xfrm>
              <a:off x="2658830" y="3113935"/>
              <a:ext cx="22823" cy="19564"/>
            </a:xfrm>
            <a:custGeom>
              <a:avLst/>
              <a:pathLst>
                <a:path w="22823" h="19564">
                  <a:moveTo>
                    <a:pt x="11401" y="4553"/>
                  </a:moveTo>
                  <a:lnTo>
                    <a:pt x="22685" y="5209"/>
                  </a:lnTo>
                  <a:lnTo>
                    <a:pt x="22823" y="5217"/>
                  </a:lnTo>
                  <a:lnTo>
                    <a:pt x="21314" y="10363"/>
                  </a:lnTo>
                  <a:lnTo>
                    <a:pt x="19249" y="13897"/>
                  </a:lnTo>
                  <a:lnTo>
                    <a:pt x="15817" y="16984"/>
                  </a:lnTo>
                  <a:lnTo>
                    <a:pt x="13166" y="19372"/>
                  </a:lnTo>
                  <a:lnTo>
                    <a:pt x="11446" y="19564"/>
                  </a:lnTo>
                  <a:lnTo>
                    <a:pt x="8051" y="16685"/>
                  </a:lnTo>
                  <a:lnTo>
                    <a:pt x="3310" y="14176"/>
                  </a:lnTo>
                  <a:lnTo>
                    <a:pt x="973" y="14129"/>
                  </a:lnTo>
                  <a:lnTo>
                    <a:pt x="64" y="13303"/>
                  </a:lnTo>
                  <a:lnTo>
                    <a:pt x="0" y="5905"/>
                  </a:lnTo>
                  <a:lnTo>
                    <a:pt x="2788" y="1223"/>
                  </a:lnTo>
                  <a:lnTo>
                    <a:pt x="483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h1096"/>
            <p:cNvSpPr/>
            <p:nvPr/>
          </p:nvSpPr>
          <p:spPr>
            <a:xfrm>
              <a:off x="2720295" y="3137041"/>
              <a:ext cx="12840" cy="17602"/>
            </a:xfrm>
            <a:custGeom>
              <a:avLst/>
              <a:pathLst>
                <a:path w="12840" h="17602">
                  <a:moveTo>
                    <a:pt x="12840" y="0"/>
                  </a:moveTo>
                  <a:lnTo>
                    <a:pt x="10524" y="2486"/>
                  </a:lnTo>
                  <a:lnTo>
                    <a:pt x="10051" y="4109"/>
                  </a:lnTo>
                  <a:lnTo>
                    <a:pt x="11047" y="7921"/>
                  </a:lnTo>
                  <a:lnTo>
                    <a:pt x="7036" y="14887"/>
                  </a:lnTo>
                  <a:lnTo>
                    <a:pt x="3724" y="15894"/>
                  </a:lnTo>
                  <a:lnTo>
                    <a:pt x="2088" y="17602"/>
                  </a:lnTo>
                  <a:lnTo>
                    <a:pt x="0" y="14985"/>
                  </a:lnTo>
                  <a:lnTo>
                    <a:pt x="4647" y="141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h1097"/>
            <p:cNvSpPr/>
            <p:nvPr/>
          </p:nvSpPr>
          <p:spPr>
            <a:xfrm>
              <a:off x="2671546" y="3147349"/>
              <a:ext cx="9433" cy="17495"/>
            </a:xfrm>
            <a:custGeom>
              <a:avLst/>
              <a:pathLst>
                <a:path w="9433" h="17495">
                  <a:moveTo>
                    <a:pt x="1868" y="0"/>
                  </a:moveTo>
                  <a:lnTo>
                    <a:pt x="9146" y="5091"/>
                  </a:lnTo>
                  <a:lnTo>
                    <a:pt x="9433" y="6163"/>
                  </a:lnTo>
                  <a:lnTo>
                    <a:pt x="8461" y="8675"/>
                  </a:lnTo>
                  <a:lnTo>
                    <a:pt x="9413" y="15190"/>
                  </a:lnTo>
                  <a:lnTo>
                    <a:pt x="5801" y="17495"/>
                  </a:lnTo>
                  <a:lnTo>
                    <a:pt x="4027" y="15097"/>
                  </a:lnTo>
                  <a:lnTo>
                    <a:pt x="4443" y="10652"/>
                  </a:lnTo>
                  <a:lnTo>
                    <a:pt x="1113" y="9044"/>
                  </a:lnTo>
                  <a:lnTo>
                    <a:pt x="1682" y="4732"/>
                  </a:lnTo>
                  <a:lnTo>
                    <a:pt x="482" y="4461"/>
                  </a:lnTo>
                  <a:lnTo>
                    <a:pt x="0" y="1826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h1098"/>
            <p:cNvSpPr/>
            <p:nvPr/>
          </p:nvSpPr>
          <p:spPr>
            <a:xfrm>
              <a:off x="2722612" y="3181623"/>
              <a:ext cx="15292" cy="21753"/>
            </a:xfrm>
            <a:custGeom>
              <a:avLst/>
              <a:pathLst>
                <a:path w="15292" h="21753">
                  <a:moveTo>
                    <a:pt x="12418" y="0"/>
                  </a:moveTo>
                  <a:lnTo>
                    <a:pt x="13319" y="2550"/>
                  </a:lnTo>
                  <a:lnTo>
                    <a:pt x="12962" y="4784"/>
                  </a:lnTo>
                  <a:lnTo>
                    <a:pt x="14687" y="8646"/>
                  </a:lnTo>
                  <a:lnTo>
                    <a:pt x="15292" y="14389"/>
                  </a:lnTo>
                  <a:lnTo>
                    <a:pt x="14160" y="17705"/>
                  </a:lnTo>
                  <a:lnTo>
                    <a:pt x="14475" y="20962"/>
                  </a:lnTo>
                  <a:lnTo>
                    <a:pt x="11952" y="21753"/>
                  </a:lnTo>
                  <a:lnTo>
                    <a:pt x="8390" y="19524"/>
                  </a:lnTo>
                  <a:lnTo>
                    <a:pt x="7610" y="17185"/>
                  </a:lnTo>
                  <a:lnTo>
                    <a:pt x="4320" y="15999"/>
                  </a:lnTo>
                  <a:lnTo>
                    <a:pt x="1244" y="11524"/>
                  </a:lnTo>
                  <a:lnTo>
                    <a:pt x="0" y="4748"/>
                  </a:lnTo>
                  <a:lnTo>
                    <a:pt x="2553" y="3540"/>
                  </a:lnTo>
                  <a:lnTo>
                    <a:pt x="7452" y="3020"/>
                  </a:lnTo>
                  <a:lnTo>
                    <a:pt x="7299" y="2569"/>
                  </a:lnTo>
                  <a:lnTo>
                    <a:pt x="8835" y="2330"/>
                  </a:lnTo>
                  <a:lnTo>
                    <a:pt x="10494" y="2108"/>
                  </a:lnTo>
                  <a:lnTo>
                    <a:pt x="10484" y="5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h1099"/>
            <p:cNvSpPr/>
            <p:nvPr/>
          </p:nvSpPr>
          <p:spPr>
            <a:xfrm>
              <a:off x="2733778" y="3141514"/>
              <a:ext cx="7512" cy="11779"/>
            </a:xfrm>
            <a:custGeom>
              <a:avLst/>
              <a:pathLst>
                <a:path w="7512" h="11779">
                  <a:moveTo>
                    <a:pt x="7512" y="1578"/>
                  </a:moveTo>
                  <a:lnTo>
                    <a:pt x="6323" y="3862"/>
                  </a:lnTo>
                  <a:lnTo>
                    <a:pt x="4316" y="6784"/>
                  </a:lnTo>
                  <a:lnTo>
                    <a:pt x="0" y="11779"/>
                  </a:lnTo>
                  <a:lnTo>
                    <a:pt x="1188" y="5656"/>
                  </a:lnTo>
                  <a:lnTo>
                    <a:pt x="2621" y="4501"/>
                  </a:lnTo>
                  <a:lnTo>
                    <a:pt x="2752" y="2132"/>
                  </a:lnTo>
                  <a:lnTo>
                    <a:pt x="612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h1100"/>
            <p:cNvSpPr/>
            <p:nvPr/>
          </p:nvSpPr>
          <p:spPr>
            <a:xfrm>
              <a:off x="2663218" y="3167415"/>
              <a:ext cx="12124" cy="12060"/>
            </a:xfrm>
            <a:custGeom>
              <a:avLst/>
              <a:pathLst>
                <a:path w="12124" h="12060">
                  <a:moveTo>
                    <a:pt x="8607" y="1478"/>
                  </a:moveTo>
                  <a:lnTo>
                    <a:pt x="12124" y="929"/>
                  </a:lnTo>
                  <a:lnTo>
                    <a:pt x="11788" y="2030"/>
                  </a:lnTo>
                  <a:lnTo>
                    <a:pt x="11482" y="5129"/>
                  </a:lnTo>
                  <a:lnTo>
                    <a:pt x="9089" y="4965"/>
                  </a:lnTo>
                  <a:lnTo>
                    <a:pt x="8019" y="6695"/>
                  </a:lnTo>
                  <a:lnTo>
                    <a:pt x="8397" y="9021"/>
                  </a:lnTo>
                  <a:lnTo>
                    <a:pt x="7646" y="12060"/>
                  </a:lnTo>
                  <a:lnTo>
                    <a:pt x="3229" y="10692"/>
                  </a:lnTo>
                  <a:lnTo>
                    <a:pt x="3851" y="8182"/>
                  </a:lnTo>
                  <a:lnTo>
                    <a:pt x="2315" y="9170"/>
                  </a:lnTo>
                  <a:lnTo>
                    <a:pt x="0" y="8538"/>
                  </a:lnTo>
                  <a:lnTo>
                    <a:pt x="1661" y="2663"/>
                  </a:lnTo>
                  <a:lnTo>
                    <a:pt x="736" y="2409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h1101"/>
            <p:cNvSpPr/>
            <p:nvPr/>
          </p:nvSpPr>
          <p:spPr>
            <a:xfrm>
              <a:off x="2670706" y="3175273"/>
              <a:ext cx="40205" cy="43076"/>
            </a:xfrm>
            <a:custGeom>
              <a:avLst/>
              <a:pathLst>
                <a:path w="40205" h="43076">
                  <a:moveTo>
                    <a:pt x="9139" y="71"/>
                  </a:moveTo>
                  <a:lnTo>
                    <a:pt x="13922" y="1739"/>
                  </a:lnTo>
                  <a:lnTo>
                    <a:pt x="14381" y="0"/>
                  </a:lnTo>
                  <a:lnTo>
                    <a:pt x="17343" y="1910"/>
                  </a:lnTo>
                  <a:lnTo>
                    <a:pt x="20005" y="10078"/>
                  </a:lnTo>
                  <a:lnTo>
                    <a:pt x="23573" y="10675"/>
                  </a:lnTo>
                  <a:lnTo>
                    <a:pt x="27119" y="10806"/>
                  </a:lnTo>
                  <a:lnTo>
                    <a:pt x="29619" y="11809"/>
                  </a:lnTo>
                  <a:lnTo>
                    <a:pt x="31215" y="17524"/>
                  </a:lnTo>
                  <a:lnTo>
                    <a:pt x="37550" y="22921"/>
                  </a:lnTo>
                  <a:lnTo>
                    <a:pt x="40205" y="26287"/>
                  </a:lnTo>
                  <a:lnTo>
                    <a:pt x="37296" y="30988"/>
                  </a:lnTo>
                  <a:lnTo>
                    <a:pt x="32951" y="31725"/>
                  </a:lnTo>
                  <a:lnTo>
                    <a:pt x="21642" y="43076"/>
                  </a:lnTo>
                  <a:lnTo>
                    <a:pt x="20357" y="41752"/>
                  </a:lnTo>
                  <a:lnTo>
                    <a:pt x="21418" y="39635"/>
                  </a:lnTo>
                  <a:lnTo>
                    <a:pt x="21290" y="38250"/>
                  </a:lnTo>
                  <a:lnTo>
                    <a:pt x="18503" y="34279"/>
                  </a:lnTo>
                  <a:lnTo>
                    <a:pt x="13569" y="30787"/>
                  </a:lnTo>
                  <a:lnTo>
                    <a:pt x="12111" y="25162"/>
                  </a:lnTo>
                  <a:lnTo>
                    <a:pt x="9980" y="25728"/>
                  </a:lnTo>
                  <a:lnTo>
                    <a:pt x="6869" y="28146"/>
                  </a:lnTo>
                  <a:lnTo>
                    <a:pt x="5963" y="29900"/>
                  </a:lnTo>
                  <a:lnTo>
                    <a:pt x="3693" y="28337"/>
                  </a:lnTo>
                  <a:lnTo>
                    <a:pt x="3954" y="27301"/>
                  </a:lnTo>
                  <a:lnTo>
                    <a:pt x="3660" y="25939"/>
                  </a:lnTo>
                  <a:lnTo>
                    <a:pt x="7442" y="22874"/>
                  </a:lnTo>
                  <a:lnTo>
                    <a:pt x="786" y="24025"/>
                  </a:lnTo>
                  <a:lnTo>
                    <a:pt x="0" y="21344"/>
                  </a:lnTo>
                  <a:lnTo>
                    <a:pt x="3251" y="18416"/>
                  </a:lnTo>
                  <a:lnTo>
                    <a:pt x="8956" y="17196"/>
                  </a:lnTo>
                  <a:lnTo>
                    <a:pt x="10249" y="14160"/>
                  </a:lnTo>
                  <a:lnTo>
                    <a:pt x="10738" y="11786"/>
                  </a:lnTo>
                  <a:lnTo>
                    <a:pt x="10190" y="8351"/>
                  </a:lnTo>
                  <a:lnTo>
                    <a:pt x="5394" y="3651"/>
                  </a:lnTo>
                  <a:lnTo>
                    <a:pt x="7143" y="286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h1102"/>
            <p:cNvSpPr/>
            <p:nvPr/>
          </p:nvSpPr>
          <p:spPr>
            <a:xfrm>
              <a:off x="2641629" y="3176846"/>
              <a:ext cx="17104" cy="17571"/>
            </a:xfrm>
            <a:custGeom>
              <a:avLst/>
              <a:pathLst>
                <a:path w="17104" h="17571">
                  <a:moveTo>
                    <a:pt x="10749" y="3509"/>
                  </a:moveTo>
                  <a:lnTo>
                    <a:pt x="13701" y="4966"/>
                  </a:lnTo>
                  <a:lnTo>
                    <a:pt x="14489" y="1533"/>
                  </a:lnTo>
                  <a:lnTo>
                    <a:pt x="16370" y="4203"/>
                  </a:lnTo>
                  <a:lnTo>
                    <a:pt x="17104" y="9984"/>
                  </a:lnTo>
                  <a:lnTo>
                    <a:pt x="15966" y="12288"/>
                  </a:lnTo>
                  <a:lnTo>
                    <a:pt x="15277" y="17309"/>
                  </a:lnTo>
                  <a:lnTo>
                    <a:pt x="10962" y="17571"/>
                  </a:lnTo>
                  <a:lnTo>
                    <a:pt x="9564" y="16919"/>
                  </a:lnTo>
                  <a:lnTo>
                    <a:pt x="7295" y="12968"/>
                  </a:lnTo>
                  <a:lnTo>
                    <a:pt x="5392" y="12214"/>
                  </a:lnTo>
                  <a:lnTo>
                    <a:pt x="4515" y="8701"/>
                  </a:lnTo>
                  <a:lnTo>
                    <a:pt x="0" y="1589"/>
                  </a:lnTo>
                  <a:lnTo>
                    <a:pt x="1417" y="1616"/>
                  </a:lnTo>
                  <a:lnTo>
                    <a:pt x="2541" y="2960"/>
                  </a:lnTo>
                  <a:lnTo>
                    <a:pt x="5279" y="2643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h1103"/>
            <p:cNvSpPr/>
            <p:nvPr/>
          </p:nvSpPr>
          <p:spPr>
            <a:xfrm>
              <a:off x="2674648" y="3119152"/>
              <a:ext cx="22393" cy="25308"/>
            </a:xfrm>
            <a:custGeom>
              <a:avLst/>
              <a:pathLst>
                <a:path w="22393" h="25308">
                  <a:moveTo>
                    <a:pt x="16547" y="5198"/>
                  </a:moveTo>
                  <a:lnTo>
                    <a:pt x="21903" y="11910"/>
                  </a:lnTo>
                  <a:lnTo>
                    <a:pt x="22393" y="14659"/>
                  </a:lnTo>
                  <a:lnTo>
                    <a:pt x="22233" y="16704"/>
                  </a:lnTo>
                  <a:lnTo>
                    <a:pt x="20800" y="21223"/>
                  </a:lnTo>
                  <a:lnTo>
                    <a:pt x="12413" y="22697"/>
                  </a:lnTo>
                  <a:lnTo>
                    <a:pt x="10757" y="23720"/>
                  </a:lnTo>
                  <a:lnTo>
                    <a:pt x="11395" y="24268"/>
                  </a:lnTo>
                  <a:lnTo>
                    <a:pt x="7975" y="25308"/>
                  </a:lnTo>
                  <a:lnTo>
                    <a:pt x="1284" y="20155"/>
                  </a:lnTo>
                  <a:lnTo>
                    <a:pt x="1594" y="15455"/>
                  </a:lnTo>
                  <a:lnTo>
                    <a:pt x="0" y="11767"/>
                  </a:lnTo>
                  <a:lnTo>
                    <a:pt x="3431" y="8680"/>
                  </a:lnTo>
                  <a:lnTo>
                    <a:pt x="5497" y="5146"/>
                  </a:lnTo>
                  <a:lnTo>
                    <a:pt x="700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h1104"/>
            <p:cNvSpPr/>
            <p:nvPr/>
          </p:nvSpPr>
          <p:spPr>
            <a:xfrm>
              <a:off x="2654732" y="3159451"/>
              <a:ext cx="10101" cy="12833"/>
            </a:xfrm>
            <a:custGeom>
              <a:avLst/>
              <a:pathLst>
                <a:path w="10101" h="12833">
                  <a:moveTo>
                    <a:pt x="8828" y="535"/>
                  </a:moveTo>
                  <a:lnTo>
                    <a:pt x="9415" y="1428"/>
                  </a:lnTo>
                  <a:lnTo>
                    <a:pt x="10101" y="3553"/>
                  </a:lnTo>
                  <a:lnTo>
                    <a:pt x="9785" y="7964"/>
                  </a:lnTo>
                  <a:lnTo>
                    <a:pt x="9222" y="10373"/>
                  </a:lnTo>
                  <a:lnTo>
                    <a:pt x="3187" y="12833"/>
                  </a:lnTo>
                  <a:lnTo>
                    <a:pt x="3789" y="9205"/>
                  </a:lnTo>
                  <a:lnTo>
                    <a:pt x="0" y="5310"/>
                  </a:lnTo>
                  <a:lnTo>
                    <a:pt x="4288" y="3198"/>
                  </a:lnTo>
                  <a:lnTo>
                    <a:pt x="805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h1105"/>
            <p:cNvSpPr/>
            <p:nvPr/>
          </p:nvSpPr>
          <p:spPr>
            <a:xfrm>
              <a:off x="2701260" y="3125220"/>
              <a:ext cx="13964" cy="10960"/>
            </a:xfrm>
            <a:custGeom>
              <a:avLst/>
              <a:pathLst>
                <a:path w="13964" h="10960">
                  <a:moveTo>
                    <a:pt x="9485" y="0"/>
                  </a:moveTo>
                  <a:lnTo>
                    <a:pt x="13563" y="1630"/>
                  </a:lnTo>
                  <a:lnTo>
                    <a:pt x="13964" y="4970"/>
                  </a:lnTo>
                  <a:lnTo>
                    <a:pt x="12307" y="5006"/>
                  </a:lnTo>
                  <a:lnTo>
                    <a:pt x="10130" y="10543"/>
                  </a:lnTo>
                  <a:lnTo>
                    <a:pt x="7427" y="10960"/>
                  </a:lnTo>
                  <a:lnTo>
                    <a:pt x="7281" y="9427"/>
                  </a:lnTo>
                  <a:lnTo>
                    <a:pt x="5999" y="8368"/>
                  </a:lnTo>
                  <a:lnTo>
                    <a:pt x="0" y="6265"/>
                  </a:lnTo>
                  <a:lnTo>
                    <a:pt x="1053" y="3734"/>
                  </a:lnTo>
                  <a:lnTo>
                    <a:pt x="2970" y="167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h1106"/>
            <p:cNvSpPr/>
            <p:nvPr/>
          </p:nvSpPr>
          <p:spPr>
            <a:xfrm>
              <a:off x="2708061" y="3135981"/>
              <a:ext cx="16881" cy="25157"/>
            </a:xfrm>
            <a:custGeom>
              <a:avLst/>
              <a:pathLst>
                <a:path w="16881" h="25157">
                  <a:moveTo>
                    <a:pt x="12812" y="0"/>
                  </a:moveTo>
                  <a:lnTo>
                    <a:pt x="15945" y="1843"/>
                  </a:lnTo>
                  <a:lnTo>
                    <a:pt x="16881" y="2472"/>
                  </a:lnTo>
                  <a:lnTo>
                    <a:pt x="12233" y="16045"/>
                  </a:lnTo>
                  <a:lnTo>
                    <a:pt x="14322" y="18662"/>
                  </a:lnTo>
                  <a:lnTo>
                    <a:pt x="15957" y="16954"/>
                  </a:lnTo>
                  <a:lnTo>
                    <a:pt x="15853" y="21428"/>
                  </a:lnTo>
                  <a:lnTo>
                    <a:pt x="11844" y="25023"/>
                  </a:lnTo>
                  <a:lnTo>
                    <a:pt x="8087" y="25157"/>
                  </a:lnTo>
                  <a:lnTo>
                    <a:pt x="6846" y="22279"/>
                  </a:lnTo>
                  <a:lnTo>
                    <a:pt x="5286" y="21049"/>
                  </a:lnTo>
                  <a:lnTo>
                    <a:pt x="103" y="19637"/>
                  </a:lnTo>
                  <a:lnTo>
                    <a:pt x="728" y="17296"/>
                  </a:lnTo>
                  <a:lnTo>
                    <a:pt x="2542" y="15812"/>
                  </a:lnTo>
                  <a:lnTo>
                    <a:pt x="2790" y="13793"/>
                  </a:lnTo>
                  <a:lnTo>
                    <a:pt x="1956" y="10892"/>
                  </a:lnTo>
                  <a:lnTo>
                    <a:pt x="0" y="9837"/>
                  </a:lnTo>
                  <a:lnTo>
                    <a:pt x="9641" y="4812"/>
                  </a:lnTo>
                  <a:lnTo>
                    <a:pt x="11365" y="64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h1107"/>
            <p:cNvSpPr/>
            <p:nvPr/>
          </p:nvSpPr>
          <p:spPr>
            <a:xfrm>
              <a:off x="2696881" y="3131486"/>
              <a:ext cx="11805" cy="12982"/>
            </a:xfrm>
            <a:custGeom>
              <a:avLst/>
              <a:pathLst>
                <a:path w="11805" h="12982">
                  <a:moveTo>
                    <a:pt x="4378" y="0"/>
                  </a:moveTo>
                  <a:lnTo>
                    <a:pt x="10378" y="2102"/>
                  </a:lnTo>
                  <a:lnTo>
                    <a:pt x="11659" y="3161"/>
                  </a:lnTo>
                  <a:lnTo>
                    <a:pt x="11805" y="4694"/>
                  </a:lnTo>
                  <a:lnTo>
                    <a:pt x="7998" y="8415"/>
                  </a:lnTo>
                  <a:lnTo>
                    <a:pt x="4966" y="7313"/>
                  </a:lnTo>
                  <a:lnTo>
                    <a:pt x="3555" y="9327"/>
                  </a:lnTo>
                  <a:lnTo>
                    <a:pt x="3858" y="12138"/>
                  </a:lnTo>
                  <a:lnTo>
                    <a:pt x="3145" y="12982"/>
                  </a:lnTo>
                  <a:lnTo>
                    <a:pt x="345" y="7801"/>
                  </a:lnTo>
                  <a:lnTo>
                    <a:pt x="1064" y="5779"/>
                  </a:lnTo>
                  <a:lnTo>
                    <a:pt x="0" y="4371"/>
                  </a:lnTo>
                  <a:lnTo>
                    <a:pt x="159" y="232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h1108"/>
            <p:cNvSpPr/>
            <p:nvPr/>
          </p:nvSpPr>
          <p:spPr>
            <a:xfrm>
              <a:off x="2669266" y="3172380"/>
              <a:ext cx="10596" cy="9815"/>
            </a:xfrm>
            <a:custGeom>
              <a:avLst/>
              <a:pathLst>
                <a:path w="10596" h="9815">
                  <a:moveTo>
                    <a:pt x="6739" y="1876"/>
                  </a:moveTo>
                  <a:lnTo>
                    <a:pt x="10596" y="678"/>
                  </a:lnTo>
                  <a:lnTo>
                    <a:pt x="10579" y="2964"/>
                  </a:lnTo>
                  <a:lnTo>
                    <a:pt x="8583" y="5759"/>
                  </a:lnTo>
                  <a:lnTo>
                    <a:pt x="6154" y="4653"/>
                  </a:lnTo>
                  <a:lnTo>
                    <a:pt x="6032" y="6159"/>
                  </a:lnTo>
                  <a:lnTo>
                    <a:pt x="4716" y="7409"/>
                  </a:lnTo>
                  <a:lnTo>
                    <a:pt x="0" y="9815"/>
                  </a:lnTo>
                  <a:lnTo>
                    <a:pt x="131" y="7986"/>
                  </a:lnTo>
                  <a:lnTo>
                    <a:pt x="1597" y="7095"/>
                  </a:lnTo>
                  <a:lnTo>
                    <a:pt x="2349" y="4055"/>
                  </a:lnTo>
                  <a:lnTo>
                    <a:pt x="1971" y="1730"/>
                  </a:lnTo>
                  <a:lnTo>
                    <a:pt x="3041" y="0"/>
                  </a:lnTo>
                  <a:lnTo>
                    <a:pt x="5434" y="16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h1109"/>
            <p:cNvSpPr/>
            <p:nvPr/>
          </p:nvSpPr>
          <p:spPr>
            <a:xfrm>
              <a:off x="2643047" y="3164564"/>
              <a:ext cx="12097" cy="15242"/>
            </a:xfrm>
            <a:custGeom>
              <a:avLst/>
              <a:pathLst>
                <a:path w="12097" h="15242">
                  <a:moveTo>
                    <a:pt x="8436" y="1097"/>
                  </a:moveTo>
                  <a:lnTo>
                    <a:pt x="9048" y="3656"/>
                  </a:lnTo>
                  <a:lnTo>
                    <a:pt x="12097" y="6473"/>
                  </a:lnTo>
                  <a:lnTo>
                    <a:pt x="5270" y="12282"/>
                  </a:lnTo>
                  <a:lnTo>
                    <a:pt x="3861" y="14925"/>
                  </a:lnTo>
                  <a:lnTo>
                    <a:pt x="1124" y="15242"/>
                  </a:lnTo>
                  <a:lnTo>
                    <a:pt x="0" y="13898"/>
                  </a:lnTo>
                  <a:lnTo>
                    <a:pt x="1185" y="13352"/>
                  </a:lnTo>
                  <a:lnTo>
                    <a:pt x="2103" y="9653"/>
                  </a:lnTo>
                  <a:lnTo>
                    <a:pt x="1293" y="8535"/>
                  </a:lnTo>
                  <a:lnTo>
                    <a:pt x="1610" y="6324"/>
                  </a:lnTo>
                  <a:lnTo>
                    <a:pt x="3537" y="2070"/>
                  </a:lnTo>
                  <a:lnTo>
                    <a:pt x="596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h1110"/>
            <p:cNvSpPr/>
            <p:nvPr/>
          </p:nvSpPr>
          <p:spPr>
            <a:xfrm>
              <a:off x="2697825" y="3171973"/>
              <a:ext cx="32238" cy="29586"/>
            </a:xfrm>
            <a:custGeom>
              <a:avLst/>
              <a:pathLst>
                <a:path w="32238" h="29586">
                  <a:moveTo>
                    <a:pt x="21671" y="0"/>
                  </a:moveTo>
                  <a:lnTo>
                    <a:pt x="24702" y="4277"/>
                  </a:lnTo>
                  <a:lnTo>
                    <a:pt x="24486" y="5045"/>
                  </a:lnTo>
                  <a:lnTo>
                    <a:pt x="22999" y="5097"/>
                  </a:lnTo>
                  <a:lnTo>
                    <a:pt x="22676" y="6386"/>
                  </a:lnTo>
                  <a:lnTo>
                    <a:pt x="29542" y="9838"/>
                  </a:lnTo>
                  <a:lnTo>
                    <a:pt x="32085" y="12219"/>
                  </a:lnTo>
                  <a:lnTo>
                    <a:pt x="32238" y="12671"/>
                  </a:lnTo>
                  <a:lnTo>
                    <a:pt x="27339" y="13190"/>
                  </a:lnTo>
                  <a:lnTo>
                    <a:pt x="24786" y="14398"/>
                  </a:lnTo>
                  <a:lnTo>
                    <a:pt x="26030" y="21174"/>
                  </a:lnTo>
                  <a:lnTo>
                    <a:pt x="23013" y="20982"/>
                  </a:lnTo>
                  <a:lnTo>
                    <a:pt x="22189" y="23105"/>
                  </a:lnTo>
                  <a:lnTo>
                    <a:pt x="18240" y="26949"/>
                  </a:lnTo>
                  <a:lnTo>
                    <a:pt x="13085" y="29586"/>
                  </a:lnTo>
                  <a:lnTo>
                    <a:pt x="10431" y="26220"/>
                  </a:lnTo>
                  <a:lnTo>
                    <a:pt x="4096" y="20824"/>
                  </a:lnTo>
                  <a:lnTo>
                    <a:pt x="2499" y="15109"/>
                  </a:lnTo>
                  <a:lnTo>
                    <a:pt x="0" y="14106"/>
                  </a:lnTo>
                  <a:lnTo>
                    <a:pt x="1282" y="12134"/>
                  </a:lnTo>
                  <a:lnTo>
                    <a:pt x="5570" y="11537"/>
                  </a:lnTo>
                  <a:lnTo>
                    <a:pt x="4984" y="7784"/>
                  </a:lnTo>
                  <a:lnTo>
                    <a:pt x="6457" y="2901"/>
                  </a:lnTo>
                  <a:lnTo>
                    <a:pt x="8085" y="2253"/>
                  </a:lnTo>
                  <a:lnTo>
                    <a:pt x="8271" y="6805"/>
                  </a:lnTo>
                  <a:lnTo>
                    <a:pt x="7720" y="7526"/>
                  </a:lnTo>
                  <a:lnTo>
                    <a:pt x="11453" y="8237"/>
                  </a:lnTo>
                  <a:lnTo>
                    <a:pt x="9068" y="3040"/>
                  </a:lnTo>
                  <a:lnTo>
                    <a:pt x="9753" y="1641"/>
                  </a:lnTo>
                  <a:lnTo>
                    <a:pt x="12819" y="458"/>
                  </a:lnTo>
                  <a:lnTo>
                    <a:pt x="17375" y="1278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h1111"/>
            <p:cNvSpPr/>
            <p:nvPr/>
          </p:nvSpPr>
          <p:spPr>
            <a:xfrm>
              <a:off x="2691195" y="3119398"/>
              <a:ext cx="19550" cy="14413"/>
            </a:xfrm>
            <a:custGeom>
              <a:avLst/>
              <a:pathLst>
                <a:path w="19550" h="14413">
                  <a:moveTo>
                    <a:pt x="9427" y="748"/>
                  </a:moveTo>
                  <a:lnTo>
                    <a:pt x="9584" y="897"/>
                  </a:lnTo>
                  <a:lnTo>
                    <a:pt x="10013" y="1301"/>
                  </a:lnTo>
                  <a:lnTo>
                    <a:pt x="12700" y="3104"/>
                  </a:lnTo>
                  <a:lnTo>
                    <a:pt x="17784" y="3110"/>
                  </a:lnTo>
                  <a:lnTo>
                    <a:pt x="19550" y="5822"/>
                  </a:lnTo>
                  <a:lnTo>
                    <a:pt x="13035" y="7496"/>
                  </a:lnTo>
                  <a:lnTo>
                    <a:pt x="11118" y="9557"/>
                  </a:lnTo>
                  <a:lnTo>
                    <a:pt x="10064" y="12088"/>
                  </a:lnTo>
                  <a:lnTo>
                    <a:pt x="5845" y="14413"/>
                  </a:lnTo>
                  <a:lnTo>
                    <a:pt x="5356" y="11664"/>
                  </a:lnTo>
                  <a:lnTo>
                    <a:pt x="0" y="4953"/>
                  </a:lnTo>
                  <a:lnTo>
                    <a:pt x="379" y="4259"/>
                  </a:lnTo>
                  <a:lnTo>
                    <a:pt x="1996" y="1298"/>
                  </a:lnTo>
                  <a:lnTo>
                    <a:pt x="3596" y="109"/>
                  </a:lnTo>
                  <a:lnTo>
                    <a:pt x="374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h1112"/>
            <p:cNvSpPr/>
            <p:nvPr/>
          </p:nvSpPr>
          <p:spPr>
            <a:xfrm>
              <a:off x="2652591" y="3169824"/>
              <a:ext cx="25556" cy="33162"/>
            </a:xfrm>
            <a:custGeom>
              <a:avLst/>
              <a:pathLst>
                <a:path w="25556" h="33162">
                  <a:moveTo>
                    <a:pt x="12287" y="254"/>
                  </a:moveTo>
                  <a:lnTo>
                    <a:pt x="10626" y="6129"/>
                  </a:lnTo>
                  <a:lnTo>
                    <a:pt x="12942" y="6761"/>
                  </a:lnTo>
                  <a:lnTo>
                    <a:pt x="14478" y="5773"/>
                  </a:lnTo>
                  <a:lnTo>
                    <a:pt x="13855" y="8283"/>
                  </a:lnTo>
                  <a:lnTo>
                    <a:pt x="11121" y="10563"/>
                  </a:lnTo>
                  <a:lnTo>
                    <a:pt x="9501" y="14615"/>
                  </a:lnTo>
                  <a:lnTo>
                    <a:pt x="11101" y="18463"/>
                  </a:lnTo>
                  <a:lnTo>
                    <a:pt x="13199" y="21768"/>
                  </a:lnTo>
                  <a:lnTo>
                    <a:pt x="16403" y="23006"/>
                  </a:lnTo>
                  <a:lnTo>
                    <a:pt x="18586" y="19783"/>
                  </a:lnTo>
                  <a:lnTo>
                    <a:pt x="21365" y="23864"/>
                  </a:lnTo>
                  <a:lnTo>
                    <a:pt x="18114" y="26793"/>
                  </a:lnTo>
                  <a:lnTo>
                    <a:pt x="18901" y="29474"/>
                  </a:lnTo>
                  <a:lnTo>
                    <a:pt x="25556" y="28322"/>
                  </a:lnTo>
                  <a:lnTo>
                    <a:pt x="21775" y="31387"/>
                  </a:lnTo>
                  <a:lnTo>
                    <a:pt x="22069" y="32749"/>
                  </a:lnTo>
                  <a:lnTo>
                    <a:pt x="14014" y="33162"/>
                  </a:lnTo>
                  <a:lnTo>
                    <a:pt x="4612" y="31525"/>
                  </a:lnTo>
                  <a:lnTo>
                    <a:pt x="0" y="24592"/>
                  </a:lnTo>
                  <a:lnTo>
                    <a:pt x="4315" y="24331"/>
                  </a:lnTo>
                  <a:lnTo>
                    <a:pt x="5004" y="19309"/>
                  </a:lnTo>
                  <a:lnTo>
                    <a:pt x="6141" y="17006"/>
                  </a:lnTo>
                  <a:lnTo>
                    <a:pt x="5407" y="11225"/>
                  </a:lnTo>
                  <a:lnTo>
                    <a:pt x="3526" y="8555"/>
                  </a:lnTo>
                  <a:lnTo>
                    <a:pt x="3646" y="5787"/>
                  </a:lnTo>
                  <a:lnTo>
                    <a:pt x="2671" y="5777"/>
                  </a:lnTo>
                  <a:lnTo>
                    <a:pt x="2279" y="4315"/>
                  </a:lnTo>
                  <a:lnTo>
                    <a:pt x="5327" y="2459"/>
                  </a:lnTo>
                  <a:lnTo>
                    <a:pt x="1136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h1113"/>
            <p:cNvSpPr/>
            <p:nvPr/>
          </p:nvSpPr>
          <p:spPr>
            <a:xfrm>
              <a:off x="2645468" y="3141542"/>
              <a:ext cx="18092" cy="23219"/>
            </a:xfrm>
            <a:custGeom>
              <a:avLst/>
              <a:pathLst>
                <a:path w="18092" h="23219">
                  <a:moveTo>
                    <a:pt x="10806" y="0"/>
                  </a:moveTo>
                  <a:lnTo>
                    <a:pt x="12757" y="7145"/>
                  </a:lnTo>
                  <a:lnTo>
                    <a:pt x="9714" y="10557"/>
                  </a:lnTo>
                  <a:lnTo>
                    <a:pt x="10229" y="12064"/>
                  </a:lnTo>
                  <a:lnTo>
                    <a:pt x="17852" y="16557"/>
                  </a:lnTo>
                  <a:lnTo>
                    <a:pt x="18092" y="18444"/>
                  </a:lnTo>
                  <a:lnTo>
                    <a:pt x="17313" y="17908"/>
                  </a:lnTo>
                  <a:lnTo>
                    <a:pt x="13551" y="21107"/>
                  </a:lnTo>
                  <a:lnTo>
                    <a:pt x="9263" y="23219"/>
                  </a:lnTo>
                  <a:lnTo>
                    <a:pt x="5092" y="22427"/>
                  </a:lnTo>
                  <a:lnTo>
                    <a:pt x="4026" y="21718"/>
                  </a:lnTo>
                  <a:lnTo>
                    <a:pt x="789" y="15239"/>
                  </a:lnTo>
                  <a:lnTo>
                    <a:pt x="456" y="13037"/>
                  </a:lnTo>
                  <a:lnTo>
                    <a:pt x="0" y="6100"/>
                  </a:lnTo>
                  <a:lnTo>
                    <a:pt x="2297" y="5978"/>
                  </a:lnTo>
                  <a:lnTo>
                    <a:pt x="8020" y="314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h1114"/>
            <p:cNvSpPr/>
            <p:nvPr/>
          </p:nvSpPr>
          <p:spPr>
            <a:xfrm>
              <a:off x="2715201" y="3166000"/>
              <a:ext cx="16245" cy="18192"/>
            </a:xfrm>
            <a:custGeom>
              <a:avLst/>
              <a:pathLst>
                <a:path w="16245" h="18192">
                  <a:moveTo>
                    <a:pt x="2542" y="680"/>
                  </a:moveTo>
                  <a:lnTo>
                    <a:pt x="4891" y="713"/>
                  </a:lnTo>
                  <a:lnTo>
                    <a:pt x="8760" y="2189"/>
                  </a:lnTo>
                  <a:lnTo>
                    <a:pt x="10818" y="4482"/>
                  </a:lnTo>
                  <a:lnTo>
                    <a:pt x="13729" y="9134"/>
                  </a:lnTo>
                  <a:lnTo>
                    <a:pt x="14582" y="15763"/>
                  </a:lnTo>
                  <a:lnTo>
                    <a:pt x="16245" y="17953"/>
                  </a:lnTo>
                  <a:lnTo>
                    <a:pt x="14709" y="18192"/>
                  </a:lnTo>
                  <a:lnTo>
                    <a:pt x="12166" y="15811"/>
                  </a:lnTo>
                  <a:lnTo>
                    <a:pt x="5300" y="12359"/>
                  </a:lnTo>
                  <a:lnTo>
                    <a:pt x="5623" y="11069"/>
                  </a:lnTo>
                  <a:lnTo>
                    <a:pt x="7110" y="11018"/>
                  </a:lnTo>
                  <a:lnTo>
                    <a:pt x="7326" y="10249"/>
                  </a:lnTo>
                  <a:lnTo>
                    <a:pt x="4295" y="5972"/>
                  </a:lnTo>
                  <a:lnTo>
                    <a:pt x="0" y="7251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h1115"/>
            <p:cNvSpPr/>
            <p:nvPr/>
          </p:nvSpPr>
          <p:spPr>
            <a:xfrm>
              <a:off x="2671997" y="3139308"/>
              <a:ext cx="12185" cy="13132"/>
            </a:xfrm>
            <a:custGeom>
              <a:avLst/>
              <a:pathLst>
                <a:path w="12185" h="13132">
                  <a:moveTo>
                    <a:pt x="3935" y="0"/>
                  </a:moveTo>
                  <a:lnTo>
                    <a:pt x="10626" y="5152"/>
                  </a:lnTo>
                  <a:lnTo>
                    <a:pt x="12098" y="7188"/>
                  </a:lnTo>
                  <a:lnTo>
                    <a:pt x="12185" y="8988"/>
                  </a:lnTo>
                  <a:lnTo>
                    <a:pt x="8695" y="13132"/>
                  </a:lnTo>
                  <a:lnTo>
                    <a:pt x="1417" y="8040"/>
                  </a:lnTo>
                  <a:lnTo>
                    <a:pt x="0" y="7676"/>
                  </a:lnTo>
                  <a:lnTo>
                    <a:pt x="450" y="4183"/>
                  </a:lnTo>
                  <a:lnTo>
                    <a:pt x="4453" y="32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h1116"/>
            <p:cNvSpPr/>
            <p:nvPr/>
          </p:nvSpPr>
          <p:spPr>
            <a:xfrm>
              <a:off x="2717744" y="3162613"/>
              <a:ext cx="18234" cy="21341"/>
            </a:xfrm>
            <a:custGeom>
              <a:avLst/>
              <a:pathLst>
                <a:path w="18234" h="21341">
                  <a:moveTo>
                    <a:pt x="11688" y="2884"/>
                  </a:moveTo>
                  <a:lnTo>
                    <a:pt x="12603" y="993"/>
                  </a:lnTo>
                  <a:lnTo>
                    <a:pt x="14462" y="1708"/>
                  </a:lnTo>
                  <a:lnTo>
                    <a:pt x="15655" y="621"/>
                  </a:lnTo>
                  <a:lnTo>
                    <a:pt x="17304" y="1377"/>
                  </a:lnTo>
                  <a:lnTo>
                    <a:pt x="16297" y="4053"/>
                  </a:lnTo>
                  <a:lnTo>
                    <a:pt x="14206" y="5612"/>
                  </a:lnTo>
                  <a:lnTo>
                    <a:pt x="16063" y="10546"/>
                  </a:lnTo>
                  <a:lnTo>
                    <a:pt x="18234" y="17481"/>
                  </a:lnTo>
                  <a:lnTo>
                    <a:pt x="17998" y="18820"/>
                  </a:lnTo>
                  <a:lnTo>
                    <a:pt x="17286" y="19010"/>
                  </a:lnTo>
                  <a:lnTo>
                    <a:pt x="15352" y="19063"/>
                  </a:lnTo>
                  <a:lnTo>
                    <a:pt x="15362" y="21119"/>
                  </a:lnTo>
                  <a:lnTo>
                    <a:pt x="13702" y="21341"/>
                  </a:lnTo>
                  <a:lnTo>
                    <a:pt x="12040" y="19151"/>
                  </a:lnTo>
                  <a:lnTo>
                    <a:pt x="11187" y="12522"/>
                  </a:lnTo>
                  <a:lnTo>
                    <a:pt x="8275" y="7870"/>
                  </a:lnTo>
                  <a:lnTo>
                    <a:pt x="6217" y="5576"/>
                  </a:lnTo>
                  <a:lnTo>
                    <a:pt x="2349" y="4100"/>
                  </a:lnTo>
                  <a:lnTo>
                    <a:pt x="0" y="4068"/>
                  </a:lnTo>
                  <a:lnTo>
                    <a:pt x="204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h1117"/>
            <p:cNvSpPr/>
            <p:nvPr/>
          </p:nvSpPr>
          <p:spPr>
            <a:xfrm>
              <a:off x="2655183" y="3141857"/>
              <a:ext cx="18045" cy="19022"/>
            </a:xfrm>
            <a:custGeom>
              <a:avLst/>
              <a:pathLst>
                <a:path w="18045" h="19022">
                  <a:moveTo>
                    <a:pt x="16363" y="7318"/>
                  </a:moveTo>
                  <a:lnTo>
                    <a:pt x="16845" y="9953"/>
                  </a:lnTo>
                  <a:lnTo>
                    <a:pt x="18045" y="10224"/>
                  </a:lnTo>
                  <a:lnTo>
                    <a:pt x="17476" y="14535"/>
                  </a:lnTo>
                  <a:lnTo>
                    <a:pt x="14728" y="14239"/>
                  </a:lnTo>
                  <a:lnTo>
                    <a:pt x="13271" y="12027"/>
                  </a:lnTo>
                  <a:lnTo>
                    <a:pt x="10716" y="12519"/>
                  </a:lnTo>
                  <a:lnTo>
                    <a:pt x="10896" y="14730"/>
                  </a:lnTo>
                  <a:lnTo>
                    <a:pt x="12898" y="17642"/>
                  </a:lnTo>
                  <a:lnTo>
                    <a:pt x="8964" y="19022"/>
                  </a:lnTo>
                  <a:lnTo>
                    <a:pt x="8377" y="18129"/>
                  </a:lnTo>
                  <a:lnTo>
                    <a:pt x="8137" y="16242"/>
                  </a:lnTo>
                  <a:lnTo>
                    <a:pt x="515" y="11749"/>
                  </a:lnTo>
                  <a:lnTo>
                    <a:pt x="0" y="10242"/>
                  </a:lnTo>
                  <a:lnTo>
                    <a:pt x="3042" y="6830"/>
                  </a:lnTo>
                  <a:lnTo>
                    <a:pt x="7139" y="10031"/>
                  </a:lnTo>
                  <a:lnTo>
                    <a:pt x="9860" y="9865"/>
                  </a:lnTo>
                  <a:lnTo>
                    <a:pt x="10065" y="8596"/>
                  </a:lnTo>
                  <a:lnTo>
                    <a:pt x="7851" y="5256"/>
                  </a:lnTo>
                  <a:lnTo>
                    <a:pt x="77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h1118"/>
            <p:cNvSpPr/>
            <p:nvPr/>
          </p:nvSpPr>
          <p:spPr>
            <a:xfrm>
              <a:off x="2680692" y="3135857"/>
              <a:ext cx="25724" cy="24917"/>
            </a:xfrm>
            <a:custGeom>
              <a:avLst/>
              <a:pathLst>
                <a:path w="25724" h="24917">
                  <a:moveTo>
                    <a:pt x="17253" y="1408"/>
                  </a:moveTo>
                  <a:lnTo>
                    <a:pt x="16534" y="3430"/>
                  </a:lnTo>
                  <a:lnTo>
                    <a:pt x="19334" y="8611"/>
                  </a:lnTo>
                  <a:lnTo>
                    <a:pt x="20047" y="7767"/>
                  </a:lnTo>
                  <a:lnTo>
                    <a:pt x="19743" y="4956"/>
                  </a:lnTo>
                  <a:lnTo>
                    <a:pt x="21154" y="2942"/>
                  </a:lnTo>
                  <a:lnTo>
                    <a:pt x="24187" y="4044"/>
                  </a:lnTo>
                  <a:lnTo>
                    <a:pt x="25724" y="8866"/>
                  </a:lnTo>
                  <a:lnTo>
                    <a:pt x="16733" y="13842"/>
                  </a:lnTo>
                  <a:lnTo>
                    <a:pt x="13394" y="13443"/>
                  </a:lnTo>
                  <a:lnTo>
                    <a:pt x="12407" y="15182"/>
                  </a:lnTo>
                  <a:lnTo>
                    <a:pt x="12509" y="16991"/>
                  </a:lnTo>
                  <a:lnTo>
                    <a:pt x="12391" y="21227"/>
                  </a:lnTo>
                  <a:lnTo>
                    <a:pt x="8288" y="24917"/>
                  </a:lnTo>
                  <a:lnTo>
                    <a:pt x="7310" y="20425"/>
                  </a:lnTo>
                  <a:lnTo>
                    <a:pt x="5359" y="18364"/>
                  </a:lnTo>
                  <a:lnTo>
                    <a:pt x="3918" y="17334"/>
                  </a:lnTo>
                  <a:lnTo>
                    <a:pt x="287" y="17655"/>
                  </a:lnTo>
                  <a:lnTo>
                    <a:pt x="0" y="16583"/>
                  </a:lnTo>
                  <a:lnTo>
                    <a:pt x="3490" y="12439"/>
                  </a:lnTo>
                  <a:lnTo>
                    <a:pt x="3403" y="10639"/>
                  </a:lnTo>
                  <a:lnTo>
                    <a:pt x="1930" y="8603"/>
                  </a:lnTo>
                  <a:lnTo>
                    <a:pt x="5350" y="7563"/>
                  </a:lnTo>
                  <a:lnTo>
                    <a:pt x="4712" y="7015"/>
                  </a:lnTo>
                  <a:lnTo>
                    <a:pt x="6368" y="5993"/>
                  </a:lnTo>
                  <a:lnTo>
                    <a:pt x="14756" y="4518"/>
                  </a:lnTo>
                  <a:lnTo>
                    <a:pt x="16188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h1119"/>
            <p:cNvSpPr/>
            <p:nvPr/>
          </p:nvSpPr>
          <p:spPr>
            <a:xfrm>
              <a:off x="2662093" y="3177034"/>
              <a:ext cx="19351" cy="16655"/>
            </a:xfrm>
            <a:custGeom>
              <a:avLst/>
              <a:pathLst>
                <a:path w="19351" h="16655">
                  <a:moveTo>
                    <a:pt x="15756" y="1106"/>
                  </a:moveTo>
                  <a:lnTo>
                    <a:pt x="14007" y="1890"/>
                  </a:lnTo>
                  <a:lnTo>
                    <a:pt x="18802" y="6590"/>
                  </a:lnTo>
                  <a:lnTo>
                    <a:pt x="19351" y="10025"/>
                  </a:lnTo>
                  <a:lnTo>
                    <a:pt x="18862" y="12399"/>
                  </a:lnTo>
                  <a:lnTo>
                    <a:pt x="17569" y="15435"/>
                  </a:lnTo>
                  <a:lnTo>
                    <a:pt x="11864" y="16655"/>
                  </a:lnTo>
                  <a:lnTo>
                    <a:pt x="9084" y="12574"/>
                  </a:lnTo>
                  <a:lnTo>
                    <a:pt x="6901" y="15797"/>
                  </a:lnTo>
                  <a:lnTo>
                    <a:pt x="3697" y="14559"/>
                  </a:lnTo>
                  <a:lnTo>
                    <a:pt x="1599" y="11253"/>
                  </a:lnTo>
                  <a:lnTo>
                    <a:pt x="0" y="7406"/>
                  </a:lnTo>
                  <a:lnTo>
                    <a:pt x="1620" y="3354"/>
                  </a:lnTo>
                  <a:lnTo>
                    <a:pt x="4354" y="1073"/>
                  </a:lnTo>
                  <a:lnTo>
                    <a:pt x="8770" y="2442"/>
                  </a:lnTo>
                  <a:lnTo>
                    <a:pt x="7304" y="3332"/>
                  </a:lnTo>
                  <a:lnTo>
                    <a:pt x="7173" y="5161"/>
                  </a:lnTo>
                  <a:lnTo>
                    <a:pt x="11889" y="2755"/>
                  </a:lnTo>
                  <a:lnTo>
                    <a:pt x="13205" y="1506"/>
                  </a:lnTo>
                  <a:lnTo>
                    <a:pt x="1332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h1120"/>
            <p:cNvSpPr/>
            <p:nvPr/>
          </p:nvSpPr>
          <p:spPr>
            <a:xfrm>
              <a:off x="2674701" y="3153192"/>
              <a:ext cx="25558" cy="32756"/>
            </a:xfrm>
            <a:custGeom>
              <a:avLst/>
              <a:pathLst>
                <a:path w="25558" h="32756">
                  <a:moveTo>
                    <a:pt x="9909" y="0"/>
                  </a:moveTo>
                  <a:lnTo>
                    <a:pt x="11350" y="1030"/>
                  </a:lnTo>
                  <a:lnTo>
                    <a:pt x="13301" y="3090"/>
                  </a:lnTo>
                  <a:lnTo>
                    <a:pt x="14280" y="7583"/>
                  </a:lnTo>
                  <a:lnTo>
                    <a:pt x="15448" y="13744"/>
                  </a:lnTo>
                  <a:lnTo>
                    <a:pt x="13312" y="16185"/>
                  </a:lnTo>
                  <a:lnTo>
                    <a:pt x="13505" y="21990"/>
                  </a:lnTo>
                  <a:lnTo>
                    <a:pt x="18512" y="21082"/>
                  </a:lnTo>
                  <a:lnTo>
                    <a:pt x="25297" y="21358"/>
                  </a:lnTo>
                  <a:lnTo>
                    <a:pt x="25558" y="24177"/>
                  </a:lnTo>
                  <a:lnTo>
                    <a:pt x="22546" y="25802"/>
                  </a:lnTo>
                  <a:lnTo>
                    <a:pt x="20204" y="32713"/>
                  </a:lnTo>
                  <a:lnTo>
                    <a:pt x="19578" y="32756"/>
                  </a:lnTo>
                  <a:lnTo>
                    <a:pt x="16010" y="32158"/>
                  </a:lnTo>
                  <a:lnTo>
                    <a:pt x="13349" y="23990"/>
                  </a:lnTo>
                  <a:lnTo>
                    <a:pt x="10386" y="22080"/>
                  </a:lnTo>
                  <a:lnTo>
                    <a:pt x="9927" y="23820"/>
                  </a:lnTo>
                  <a:lnTo>
                    <a:pt x="5144" y="22152"/>
                  </a:lnTo>
                  <a:lnTo>
                    <a:pt x="5161" y="19867"/>
                  </a:lnTo>
                  <a:lnTo>
                    <a:pt x="1304" y="21065"/>
                  </a:lnTo>
                  <a:lnTo>
                    <a:pt x="0" y="19352"/>
                  </a:lnTo>
                  <a:lnTo>
                    <a:pt x="305" y="16254"/>
                  </a:lnTo>
                  <a:lnTo>
                    <a:pt x="931" y="16679"/>
                  </a:lnTo>
                  <a:lnTo>
                    <a:pt x="1296" y="16145"/>
                  </a:lnTo>
                  <a:lnTo>
                    <a:pt x="146" y="9317"/>
                  </a:lnTo>
                  <a:lnTo>
                    <a:pt x="872" y="9254"/>
                  </a:lnTo>
                  <a:lnTo>
                    <a:pt x="2646" y="11652"/>
                  </a:lnTo>
                  <a:lnTo>
                    <a:pt x="6258" y="9347"/>
                  </a:lnTo>
                  <a:lnTo>
                    <a:pt x="5307" y="2832"/>
                  </a:lnTo>
                  <a:lnTo>
                    <a:pt x="6279" y="32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h1121"/>
            <p:cNvSpPr/>
            <p:nvPr/>
          </p:nvSpPr>
          <p:spPr>
            <a:xfrm>
              <a:off x="2656275" y="3128064"/>
              <a:ext cx="20176" cy="23824"/>
            </a:xfrm>
            <a:custGeom>
              <a:avLst/>
              <a:pathLst>
                <a:path w="20176" h="23824">
                  <a:moveTo>
                    <a:pt x="5865" y="47"/>
                  </a:moveTo>
                  <a:lnTo>
                    <a:pt x="10606" y="2555"/>
                  </a:lnTo>
                  <a:lnTo>
                    <a:pt x="14001" y="5434"/>
                  </a:lnTo>
                  <a:lnTo>
                    <a:pt x="15721" y="5242"/>
                  </a:lnTo>
                  <a:lnTo>
                    <a:pt x="18372" y="2855"/>
                  </a:lnTo>
                  <a:lnTo>
                    <a:pt x="19967" y="6543"/>
                  </a:lnTo>
                  <a:lnTo>
                    <a:pt x="19657" y="11243"/>
                  </a:lnTo>
                  <a:lnTo>
                    <a:pt x="20176" y="14535"/>
                  </a:lnTo>
                  <a:lnTo>
                    <a:pt x="16172" y="15427"/>
                  </a:lnTo>
                  <a:lnTo>
                    <a:pt x="15722" y="18920"/>
                  </a:lnTo>
                  <a:lnTo>
                    <a:pt x="17139" y="19284"/>
                  </a:lnTo>
                  <a:lnTo>
                    <a:pt x="15271" y="21111"/>
                  </a:lnTo>
                  <a:lnTo>
                    <a:pt x="6666" y="13792"/>
                  </a:lnTo>
                  <a:lnTo>
                    <a:pt x="6759" y="19049"/>
                  </a:lnTo>
                  <a:lnTo>
                    <a:pt x="8973" y="22389"/>
                  </a:lnTo>
                  <a:lnTo>
                    <a:pt x="8768" y="23658"/>
                  </a:lnTo>
                  <a:lnTo>
                    <a:pt x="6047" y="23824"/>
                  </a:lnTo>
                  <a:lnTo>
                    <a:pt x="1950" y="20623"/>
                  </a:lnTo>
                  <a:lnTo>
                    <a:pt x="0" y="13477"/>
                  </a:lnTo>
                  <a:lnTo>
                    <a:pt x="3294" y="10461"/>
                  </a:lnTo>
                  <a:lnTo>
                    <a:pt x="4070" y="8637"/>
                  </a:lnTo>
                  <a:lnTo>
                    <a:pt x="3697" y="4329"/>
                  </a:lnTo>
                  <a:lnTo>
                    <a:pt x="2573" y="1774"/>
                  </a:lnTo>
                  <a:lnTo>
                    <a:pt x="352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h1122"/>
            <p:cNvSpPr/>
            <p:nvPr/>
          </p:nvSpPr>
          <p:spPr>
            <a:xfrm>
              <a:off x="2637697" y="3154580"/>
              <a:ext cx="13786" cy="23882"/>
            </a:xfrm>
            <a:custGeom>
              <a:avLst/>
              <a:pathLst>
                <a:path w="13786" h="23882">
                  <a:moveTo>
                    <a:pt x="8560" y="2201"/>
                  </a:moveTo>
                  <a:lnTo>
                    <a:pt x="11798" y="8680"/>
                  </a:lnTo>
                  <a:lnTo>
                    <a:pt x="12863" y="9389"/>
                  </a:lnTo>
                  <a:lnTo>
                    <a:pt x="13786" y="11081"/>
                  </a:lnTo>
                  <a:lnTo>
                    <a:pt x="11315" y="9983"/>
                  </a:lnTo>
                  <a:lnTo>
                    <a:pt x="8887" y="12054"/>
                  </a:lnTo>
                  <a:lnTo>
                    <a:pt x="6960" y="16307"/>
                  </a:lnTo>
                  <a:lnTo>
                    <a:pt x="6643" y="18518"/>
                  </a:lnTo>
                  <a:lnTo>
                    <a:pt x="7453" y="19636"/>
                  </a:lnTo>
                  <a:lnTo>
                    <a:pt x="6535" y="23336"/>
                  </a:lnTo>
                  <a:lnTo>
                    <a:pt x="5349" y="23882"/>
                  </a:lnTo>
                  <a:lnTo>
                    <a:pt x="3932" y="23855"/>
                  </a:lnTo>
                  <a:lnTo>
                    <a:pt x="1795" y="18521"/>
                  </a:lnTo>
                  <a:lnTo>
                    <a:pt x="0" y="13825"/>
                  </a:lnTo>
                  <a:lnTo>
                    <a:pt x="3454" y="9399"/>
                  </a:lnTo>
                  <a:lnTo>
                    <a:pt x="3782" y="7631"/>
                  </a:lnTo>
                  <a:lnTo>
                    <a:pt x="5314" y="6904"/>
                  </a:lnTo>
                  <a:lnTo>
                    <a:pt x="822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h1123"/>
            <p:cNvSpPr/>
            <p:nvPr/>
          </p:nvSpPr>
          <p:spPr>
            <a:xfrm>
              <a:off x="2688014" y="3152849"/>
              <a:ext cx="31892" cy="33230"/>
            </a:xfrm>
            <a:custGeom>
              <a:avLst/>
              <a:pathLst>
                <a:path w="31892" h="33230">
                  <a:moveTo>
                    <a:pt x="10912" y="3157"/>
                  </a:moveTo>
                  <a:lnTo>
                    <a:pt x="15458" y="4295"/>
                  </a:lnTo>
                  <a:lnTo>
                    <a:pt x="17381" y="8043"/>
                  </a:lnTo>
                  <a:lnTo>
                    <a:pt x="21228" y="9608"/>
                  </a:lnTo>
                  <a:lnTo>
                    <a:pt x="25333" y="4181"/>
                  </a:lnTo>
                  <a:lnTo>
                    <a:pt x="26894" y="5411"/>
                  </a:lnTo>
                  <a:lnTo>
                    <a:pt x="28134" y="8289"/>
                  </a:lnTo>
                  <a:lnTo>
                    <a:pt x="31892" y="8156"/>
                  </a:lnTo>
                  <a:lnTo>
                    <a:pt x="31774" y="9764"/>
                  </a:lnTo>
                  <a:lnTo>
                    <a:pt x="29730" y="13832"/>
                  </a:lnTo>
                  <a:lnTo>
                    <a:pt x="27730" y="13151"/>
                  </a:lnTo>
                  <a:lnTo>
                    <a:pt x="27187" y="20403"/>
                  </a:lnTo>
                  <a:lnTo>
                    <a:pt x="22631" y="19582"/>
                  </a:lnTo>
                  <a:lnTo>
                    <a:pt x="19565" y="20766"/>
                  </a:lnTo>
                  <a:lnTo>
                    <a:pt x="18879" y="22164"/>
                  </a:lnTo>
                  <a:lnTo>
                    <a:pt x="21265" y="27362"/>
                  </a:lnTo>
                  <a:lnTo>
                    <a:pt x="17532" y="26650"/>
                  </a:lnTo>
                  <a:lnTo>
                    <a:pt x="18082" y="25930"/>
                  </a:lnTo>
                  <a:lnTo>
                    <a:pt x="17897" y="21378"/>
                  </a:lnTo>
                  <a:lnTo>
                    <a:pt x="16268" y="22026"/>
                  </a:lnTo>
                  <a:lnTo>
                    <a:pt x="14796" y="26908"/>
                  </a:lnTo>
                  <a:lnTo>
                    <a:pt x="15381" y="30662"/>
                  </a:lnTo>
                  <a:lnTo>
                    <a:pt x="11094" y="31259"/>
                  </a:lnTo>
                  <a:lnTo>
                    <a:pt x="9811" y="33230"/>
                  </a:lnTo>
                  <a:lnTo>
                    <a:pt x="6265" y="33099"/>
                  </a:lnTo>
                  <a:lnTo>
                    <a:pt x="6891" y="33056"/>
                  </a:lnTo>
                  <a:lnTo>
                    <a:pt x="9234" y="26145"/>
                  </a:lnTo>
                  <a:lnTo>
                    <a:pt x="12245" y="24520"/>
                  </a:lnTo>
                  <a:lnTo>
                    <a:pt x="11984" y="21701"/>
                  </a:lnTo>
                  <a:lnTo>
                    <a:pt x="5200" y="21426"/>
                  </a:lnTo>
                  <a:lnTo>
                    <a:pt x="193" y="22333"/>
                  </a:lnTo>
                  <a:lnTo>
                    <a:pt x="0" y="16528"/>
                  </a:lnTo>
                  <a:lnTo>
                    <a:pt x="2136" y="14087"/>
                  </a:lnTo>
                  <a:lnTo>
                    <a:pt x="967" y="7926"/>
                  </a:lnTo>
                  <a:lnTo>
                    <a:pt x="5069" y="4235"/>
                  </a:lnTo>
                  <a:lnTo>
                    <a:pt x="5187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h1124"/>
            <p:cNvSpPr/>
            <p:nvPr/>
          </p:nvSpPr>
          <p:spPr>
            <a:xfrm>
              <a:off x="2648317" y="3163969"/>
              <a:ext cx="10203" cy="17842"/>
            </a:xfrm>
            <a:custGeom>
              <a:avLst/>
              <a:pathLst>
                <a:path w="10203" h="17842">
                  <a:moveTo>
                    <a:pt x="6414" y="792"/>
                  </a:moveTo>
                  <a:lnTo>
                    <a:pt x="10203" y="4687"/>
                  </a:lnTo>
                  <a:lnTo>
                    <a:pt x="9601" y="8315"/>
                  </a:lnTo>
                  <a:lnTo>
                    <a:pt x="6552" y="10170"/>
                  </a:lnTo>
                  <a:lnTo>
                    <a:pt x="6945" y="11632"/>
                  </a:lnTo>
                  <a:lnTo>
                    <a:pt x="7920" y="11642"/>
                  </a:lnTo>
                  <a:lnTo>
                    <a:pt x="7800" y="14410"/>
                  </a:lnTo>
                  <a:lnTo>
                    <a:pt x="7012" y="17842"/>
                  </a:lnTo>
                  <a:lnTo>
                    <a:pt x="4061" y="16385"/>
                  </a:lnTo>
                  <a:lnTo>
                    <a:pt x="0" y="12876"/>
                  </a:lnTo>
                  <a:lnTo>
                    <a:pt x="6826" y="7067"/>
                  </a:lnTo>
                  <a:lnTo>
                    <a:pt x="3778" y="4250"/>
                  </a:lnTo>
                  <a:lnTo>
                    <a:pt x="3165" y="1691"/>
                  </a:lnTo>
                  <a:lnTo>
                    <a:pt x="224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h1125"/>
            <p:cNvSpPr/>
            <p:nvPr/>
          </p:nvSpPr>
          <p:spPr>
            <a:xfrm>
              <a:off x="2723915" y="3148299"/>
              <a:ext cx="14180" cy="13257"/>
            </a:xfrm>
            <a:custGeom>
              <a:avLst/>
              <a:pathLst>
                <a:path w="14180" h="13257">
                  <a:moveTo>
                    <a:pt x="14180" y="0"/>
                  </a:moveTo>
                  <a:lnTo>
                    <a:pt x="13425" y="1718"/>
                  </a:lnTo>
                  <a:lnTo>
                    <a:pt x="10417" y="5878"/>
                  </a:lnTo>
                  <a:lnTo>
                    <a:pt x="7134" y="13257"/>
                  </a:lnTo>
                  <a:lnTo>
                    <a:pt x="0" y="9110"/>
                  </a:lnTo>
                  <a:lnTo>
                    <a:pt x="104" y="4635"/>
                  </a:lnTo>
                  <a:lnTo>
                    <a:pt x="3416" y="3628"/>
                  </a:lnTo>
                  <a:lnTo>
                    <a:pt x="9863" y="499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h1126"/>
            <p:cNvSpPr/>
            <p:nvPr/>
          </p:nvSpPr>
          <p:spPr>
            <a:xfrm>
              <a:off x="2719788" y="3157410"/>
              <a:ext cx="11261" cy="8087"/>
            </a:xfrm>
            <a:custGeom>
              <a:avLst/>
              <a:pathLst>
                <a:path w="11261" h="8087">
                  <a:moveTo>
                    <a:pt x="11261" y="4146"/>
                  </a:moveTo>
                  <a:lnTo>
                    <a:pt x="10559" y="6196"/>
                  </a:lnTo>
                  <a:lnTo>
                    <a:pt x="9644" y="8087"/>
                  </a:lnTo>
                  <a:lnTo>
                    <a:pt x="0" y="5202"/>
                  </a:lnTo>
                  <a:lnTo>
                    <a:pt x="118" y="3594"/>
                  </a:lnTo>
                  <a:lnTo>
                    <a:pt x="412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h1127"/>
            <p:cNvSpPr/>
            <p:nvPr/>
          </p:nvSpPr>
          <p:spPr>
            <a:xfrm>
              <a:off x="1876352" y="2649697"/>
              <a:ext cx="84219" cy="53753"/>
            </a:xfrm>
            <a:custGeom>
              <a:avLst/>
              <a:pathLst>
                <a:path w="84219" h="53753">
                  <a:moveTo>
                    <a:pt x="33898" y="601"/>
                  </a:moveTo>
                  <a:lnTo>
                    <a:pt x="34077" y="4825"/>
                  </a:lnTo>
                  <a:lnTo>
                    <a:pt x="36322" y="12531"/>
                  </a:lnTo>
                  <a:lnTo>
                    <a:pt x="43553" y="11910"/>
                  </a:lnTo>
                  <a:lnTo>
                    <a:pt x="50307" y="12412"/>
                  </a:lnTo>
                  <a:lnTo>
                    <a:pt x="50381" y="10447"/>
                  </a:lnTo>
                  <a:lnTo>
                    <a:pt x="53134" y="10028"/>
                  </a:lnTo>
                  <a:lnTo>
                    <a:pt x="54889" y="13824"/>
                  </a:lnTo>
                  <a:lnTo>
                    <a:pt x="58176" y="16718"/>
                  </a:lnTo>
                  <a:lnTo>
                    <a:pt x="61006" y="16557"/>
                  </a:lnTo>
                  <a:lnTo>
                    <a:pt x="69260" y="12745"/>
                  </a:lnTo>
                  <a:lnTo>
                    <a:pt x="71140" y="10642"/>
                  </a:lnTo>
                  <a:lnTo>
                    <a:pt x="74386" y="1443"/>
                  </a:lnTo>
                  <a:lnTo>
                    <a:pt x="82068" y="10883"/>
                  </a:lnTo>
                  <a:lnTo>
                    <a:pt x="84219" y="22317"/>
                  </a:lnTo>
                  <a:lnTo>
                    <a:pt x="84138" y="24173"/>
                  </a:lnTo>
                  <a:lnTo>
                    <a:pt x="79804" y="27245"/>
                  </a:lnTo>
                  <a:lnTo>
                    <a:pt x="77307" y="30412"/>
                  </a:lnTo>
                  <a:lnTo>
                    <a:pt x="79126" y="37908"/>
                  </a:lnTo>
                  <a:lnTo>
                    <a:pt x="78016" y="40557"/>
                  </a:lnTo>
                  <a:lnTo>
                    <a:pt x="69728" y="40754"/>
                  </a:lnTo>
                  <a:lnTo>
                    <a:pt x="68185" y="41716"/>
                  </a:lnTo>
                  <a:lnTo>
                    <a:pt x="67462" y="49188"/>
                  </a:lnTo>
                  <a:lnTo>
                    <a:pt x="64140" y="53385"/>
                  </a:lnTo>
                  <a:lnTo>
                    <a:pt x="63177" y="53753"/>
                  </a:lnTo>
                  <a:lnTo>
                    <a:pt x="53088" y="50911"/>
                  </a:lnTo>
                  <a:lnTo>
                    <a:pt x="51111" y="52049"/>
                  </a:lnTo>
                  <a:lnTo>
                    <a:pt x="49790" y="46618"/>
                  </a:lnTo>
                  <a:lnTo>
                    <a:pt x="46353" y="46900"/>
                  </a:lnTo>
                  <a:lnTo>
                    <a:pt x="45694" y="42251"/>
                  </a:lnTo>
                  <a:lnTo>
                    <a:pt x="42647" y="37793"/>
                  </a:lnTo>
                  <a:lnTo>
                    <a:pt x="40903" y="38058"/>
                  </a:lnTo>
                  <a:lnTo>
                    <a:pt x="38887" y="40619"/>
                  </a:lnTo>
                  <a:lnTo>
                    <a:pt x="34068" y="38039"/>
                  </a:lnTo>
                  <a:lnTo>
                    <a:pt x="32480" y="33966"/>
                  </a:lnTo>
                  <a:lnTo>
                    <a:pt x="32707" y="29063"/>
                  </a:lnTo>
                  <a:lnTo>
                    <a:pt x="27097" y="28054"/>
                  </a:lnTo>
                  <a:lnTo>
                    <a:pt x="24291" y="26253"/>
                  </a:lnTo>
                  <a:lnTo>
                    <a:pt x="19607" y="25732"/>
                  </a:lnTo>
                  <a:lnTo>
                    <a:pt x="18346" y="27372"/>
                  </a:lnTo>
                  <a:lnTo>
                    <a:pt x="18089" y="30206"/>
                  </a:lnTo>
                  <a:lnTo>
                    <a:pt x="13813" y="27063"/>
                  </a:lnTo>
                  <a:lnTo>
                    <a:pt x="15873" y="25461"/>
                  </a:lnTo>
                  <a:lnTo>
                    <a:pt x="15766" y="24158"/>
                  </a:lnTo>
                  <a:lnTo>
                    <a:pt x="14062" y="22185"/>
                  </a:lnTo>
                  <a:lnTo>
                    <a:pt x="11005" y="20403"/>
                  </a:lnTo>
                  <a:lnTo>
                    <a:pt x="7780" y="19922"/>
                  </a:lnTo>
                  <a:lnTo>
                    <a:pt x="2391" y="17607"/>
                  </a:lnTo>
                  <a:lnTo>
                    <a:pt x="948" y="15341"/>
                  </a:lnTo>
                  <a:lnTo>
                    <a:pt x="0" y="10744"/>
                  </a:lnTo>
                  <a:lnTo>
                    <a:pt x="2077" y="9285"/>
                  </a:lnTo>
                  <a:lnTo>
                    <a:pt x="6230" y="8724"/>
                  </a:lnTo>
                  <a:lnTo>
                    <a:pt x="13091" y="15381"/>
                  </a:lnTo>
                  <a:lnTo>
                    <a:pt x="25332" y="20304"/>
                  </a:lnTo>
                  <a:lnTo>
                    <a:pt x="29088" y="17735"/>
                  </a:lnTo>
                  <a:lnTo>
                    <a:pt x="30032" y="14389"/>
                  </a:lnTo>
                  <a:lnTo>
                    <a:pt x="29780" y="9808"/>
                  </a:lnTo>
                  <a:lnTo>
                    <a:pt x="26097" y="2314"/>
                  </a:lnTo>
                  <a:lnTo>
                    <a:pt x="2681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h1128"/>
            <p:cNvSpPr/>
            <p:nvPr/>
          </p:nvSpPr>
          <p:spPr>
            <a:xfrm>
              <a:off x="1952832" y="2652748"/>
              <a:ext cx="92876" cy="156292"/>
            </a:xfrm>
            <a:custGeom>
              <a:avLst/>
              <a:pathLst>
                <a:path w="92876" h="156292">
                  <a:moveTo>
                    <a:pt x="32364" y="225"/>
                  </a:moveTo>
                  <a:lnTo>
                    <a:pt x="34092" y="2266"/>
                  </a:lnTo>
                  <a:lnTo>
                    <a:pt x="33434" y="5976"/>
                  </a:lnTo>
                  <a:lnTo>
                    <a:pt x="35463" y="10475"/>
                  </a:lnTo>
                  <a:lnTo>
                    <a:pt x="38408" y="12102"/>
                  </a:lnTo>
                  <a:lnTo>
                    <a:pt x="42031" y="12578"/>
                  </a:lnTo>
                  <a:lnTo>
                    <a:pt x="46581" y="11317"/>
                  </a:lnTo>
                  <a:lnTo>
                    <a:pt x="48153" y="15015"/>
                  </a:lnTo>
                  <a:lnTo>
                    <a:pt x="48119" y="24851"/>
                  </a:lnTo>
                  <a:lnTo>
                    <a:pt x="54533" y="25185"/>
                  </a:lnTo>
                  <a:lnTo>
                    <a:pt x="54147" y="27149"/>
                  </a:lnTo>
                  <a:lnTo>
                    <a:pt x="56885" y="33094"/>
                  </a:lnTo>
                  <a:lnTo>
                    <a:pt x="65959" y="40497"/>
                  </a:lnTo>
                  <a:lnTo>
                    <a:pt x="68279" y="39715"/>
                  </a:lnTo>
                  <a:lnTo>
                    <a:pt x="68148" y="37887"/>
                  </a:lnTo>
                  <a:lnTo>
                    <a:pt x="71810" y="35139"/>
                  </a:lnTo>
                  <a:lnTo>
                    <a:pt x="82569" y="30760"/>
                  </a:lnTo>
                  <a:lnTo>
                    <a:pt x="85304" y="32369"/>
                  </a:lnTo>
                  <a:lnTo>
                    <a:pt x="84715" y="33460"/>
                  </a:lnTo>
                  <a:lnTo>
                    <a:pt x="85108" y="35419"/>
                  </a:lnTo>
                  <a:lnTo>
                    <a:pt x="91994" y="38317"/>
                  </a:lnTo>
                  <a:lnTo>
                    <a:pt x="92876" y="39479"/>
                  </a:lnTo>
                  <a:lnTo>
                    <a:pt x="92019" y="41044"/>
                  </a:lnTo>
                  <a:lnTo>
                    <a:pt x="91318" y="40575"/>
                  </a:lnTo>
                  <a:lnTo>
                    <a:pt x="91340" y="43779"/>
                  </a:lnTo>
                  <a:lnTo>
                    <a:pt x="92858" y="47243"/>
                  </a:lnTo>
                  <a:lnTo>
                    <a:pt x="91276" y="50012"/>
                  </a:lnTo>
                  <a:lnTo>
                    <a:pt x="87599" y="53599"/>
                  </a:lnTo>
                  <a:lnTo>
                    <a:pt x="81673" y="72543"/>
                  </a:lnTo>
                  <a:lnTo>
                    <a:pt x="82798" y="76285"/>
                  </a:lnTo>
                  <a:lnTo>
                    <a:pt x="81705" y="89100"/>
                  </a:lnTo>
                  <a:lnTo>
                    <a:pt x="82551" y="89399"/>
                  </a:lnTo>
                  <a:lnTo>
                    <a:pt x="81208" y="92206"/>
                  </a:lnTo>
                  <a:lnTo>
                    <a:pt x="79130" y="93549"/>
                  </a:lnTo>
                  <a:lnTo>
                    <a:pt x="72651" y="95239"/>
                  </a:lnTo>
                  <a:lnTo>
                    <a:pt x="75080" y="103862"/>
                  </a:lnTo>
                  <a:lnTo>
                    <a:pt x="76626" y="104787"/>
                  </a:lnTo>
                  <a:lnTo>
                    <a:pt x="71738" y="118802"/>
                  </a:lnTo>
                  <a:lnTo>
                    <a:pt x="73188" y="119904"/>
                  </a:lnTo>
                  <a:lnTo>
                    <a:pt x="73785" y="121860"/>
                  </a:lnTo>
                  <a:lnTo>
                    <a:pt x="71530" y="126883"/>
                  </a:lnTo>
                  <a:lnTo>
                    <a:pt x="70989" y="130226"/>
                  </a:lnTo>
                  <a:lnTo>
                    <a:pt x="74078" y="130935"/>
                  </a:lnTo>
                  <a:lnTo>
                    <a:pt x="72816" y="137636"/>
                  </a:lnTo>
                  <a:lnTo>
                    <a:pt x="68044" y="136786"/>
                  </a:lnTo>
                  <a:lnTo>
                    <a:pt x="67908" y="141745"/>
                  </a:lnTo>
                  <a:lnTo>
                    <a:pt x="73398" y="148670"/>
                  </a:lnTo>
                  <a:lnTo>
                    <a:pt x="67958" y="155112"/>
                  </a:lnTo>
                  <a:lnTo>
                    <a:pt x="67037" y="154032"/>
                  </a:lnTo>
                  <a:lnTo>
                    <a:pt x="64795" y="153935"/>
                  </a:lnTo>
                  <a:lnTo>
                    <a:pt x="63077" y="156148"/>
                  </a:lnTo>
                  <a:lnTo>
                    <a:pt x="60804" y="156292"/>
                  </a:lnTo>
                  <a:lnTo>
                    <a:pt x="59650" y="155451"/>
                  </a:lnTo>
                  <a:lnTo>
                    <a:pt x="59517" y="153063"/>
                  </a:lnTo>
                  <a:lnTo>
                    <a:pt x="61649" y="150508"/>
                  </a:lnTo>
                  <a:lnTo>
                    <a:pt x="61458" y="149393"/>
                  </a:lnTo>
                  <a:lnTo>
                    <a:pt x="60826" y="148654"/>
                  </a:lnTo>
                  <a:lnTo>
                    <a:pt x="57112" y="148246"/>
                  </a:lnTo>
                  <a:lnTo>
                    <a:pt x="55967" y="144163"/>
                  </a:lnTo>
                  <a:lnTo>
                    <a:pt x="56023" y="142360"/>
                  </a:lnTo>
                  <a:lnTo>
                    <a:pt x="56757" y="141590"/>
                  </a:lnTo>
                  <a:lnTo>
                    <a:pt x="53100" y="136817"/>
                  </a:lnTo>
                  <a:lnTo>
                    <a:pt x="38439" y="105586"/>
                  </a:lnTo>
                  <a:lnTo>
                    <a:pt x="33955" y="104172"/>
                  </a:lnTo>
                  <a:lnTo>
                    <a:pt x="28099" y="106136"/>
                  </a:lnTo>
                  <a:lnTo>
                    <a:pt x="22966" y="109871"/>
                  </a:lnTo>
                  <a:lnTo>
                    <a:pt x="22578" y="110886"/>
                  </a:lnTo>
                  <a:lnTo>
                    <a:pt x="23628" y="112777"/>
                  </a:lnTo>
                  <a:lnTo>
                    <a:pt x="21494" y="114353"/>
                  </a:lnTo>
                  <a:lnTo>
                    <a:pt x="16313" y="113573"/>
                  </a:lnTo>
                  <a:lnTo>
                    <a:pt x="12969" y="114259"/>
                  </a:lnTo>
                  <a:lnTo>
                    <a:pt x="11727" y="113363"/>
                  </a:lnTo>
                  <a:lnTo>
                    <a:pt x="11650" y="109211"/>
                  </a:lnTo>
                  <a:lnTo>
                    <a:pt x="17859" y="103530"/>
                  </a:lnTo>
                  <a:lnTo>
                    <a:pt x="20395" y="103440"/>
                  </a:lnTo>
                  <a:lnTo>
                    <a:pt x="21223" y="104858"/>
                  </a:lnTo>
                  <a:lnTo>
                    <a:pt x="21592" y="98573"/>
                  </a:lnTo>
                  <a:lnTo>
                    <a:pt x="16661" y="100723"/>
                  </a:lnTo>
                  <a:lnTo>
                    <a:pt x="16350" y="99670"/>
                  </a:lnTo>
                  <a:lnTo>
                    <a:pt x="16570" y="97536"/>
                  </a:lnTo>
                  <a:lnTo>
                    <a:pt x="18938" y="93397"/>
                  </a:lnTo>
                  <a:lnTo>
                    <a:pt x="21643" y="93022"/>
                  </a:lnTo>
                  <a:lnTo>
                    <a:pt x="24465" y="90152"/>
                  </a:lnTo>
                  <a:lnTo>
                    <a:pt x="25414" y="87343"/>
                  </a:lnTo>
                  <a:lnTo>
                    <a:pt x="30277" y="85324"/>
                  </a:lnTo>
                  <a:lnTo>
                    <a:pt x="28605" y="82206"/>
                  </a:lnTo>
                  <a:lnTo>
                    <a:pt x="25439" y="80437"/>
                  </a:lnTo>
                  <a:lnTo>
                    <a:pt x="28193" y="75474"/>
                  </a:lnTo>
                  <a:lnTo>
                    <a:pt x="25755" y="69372"/>
                  </a:lnTo>
                  <a:lnTo>
                    <a:pt x="22290" y="66183"/>
                  </a:lnTo>
                  <a:lnTo>
                    <a:pt x="12505" y="64853"/>
                  </a:lnTo>
                  <a:lnTo>
                    <a:pt x="9640" y="63515"/>
                  </a:lnTo>
                  <a:lnTo>
                    <a:pt x="8493" y="64073"/>
                  </a:lnTo>
                  <a:lnTo>
                    <a:pt x="6912" y="61964"/>
                  </a:lnTo>
                  <a:lnTo>
                    <a:pt x="7602" y="57464"/>
                  </a:lnTo>
                  <a:lnTo>
                    <a:pt x="4545" y="55929"/>
                  </a:lnTo>
                  <a:lnTo>
                    <a:pt x="3878" y="54405"/>
                  </a:lnTo>
                  <a:lnTo>
                    <a:pt x="4612" y="50167"/>
                  </a:lnTo>
                  <a:lnTo>
                    <a:pt x="33" y="42716"/>
                  </a:lnTo>
                  <a:lnTo>
                    <a:pt x="0" y="40886"/>
                  </a:lnTo>
                  <a:lnTo>
                    <a:pt x="1536" y="37506"/>
                  </a:lnTo>
                  <a:lnTo>
                    <a:pt x="2646" y="34857"/>
                  </a:lnTo>
                  <a:lnTo>
                    <a:pt x="826" y="27361"/>
                  </a:lnTo>
                  <a:lnTo>
                    <a:pt x="3323" y="24194"/>
                  </a:lnTo>
                  <a:lnTo>
                    <a:pt x="7657" y="21123"/>
                  </a:lnTo>
                  <a:lnTo>
                    <a:pt x="7739" y="19266"/>
                  </a:lnTo>
                  <a:lnTo>
                    <a:pt x="11088" y="18473"/>
                  </a:lnTo>
                  <a:lnTo>
                    <a:pt x="23281" y="5391"/>
                  </a:lnTo>
                  <a:lnTo>
                    <a:pt x="2388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h1129"/>
            <p:cNvSpPr/>
            <p:nvPr/>
          </p:nvSpPr>
          <p:spPr>
            <a:xfrm>
              <a:off x="1888119" y="2690254"/>
              <a:ext cx="78475" cy="54601"/>
            </a:xfrm>
            <a:custGeom>
              <a:avLst/>
              <a:pathLst>
                <a:path w="78475" h="54601">
                  <a:moveTo>
                    <a:pt x="66249" y="0"/>
                  </a:moveTo>
                  <a:lnTo>
                    <a:pt x="64712" y="3379"/>
                  </a:lnTo>
                  <a:lnTo>
                    <a:pt x="64746" y="5209"/>
                  </a:lnTo>
                  <a:lnTo>
                    <a:pt x="69325" y="12661"/>
                  </a:lnTo>
                  <a:lnTo>
                    <a:pt x="68591" y="16898"/>
                  </a:lnTo>
                  <a:lnTo>
                    <a:pt x="69258" y="18422"/>
                  </a:lnTo>
                  <a:lnTo>
                    <a:pt x="72315" y="19957"/>
                  </a:lnTo>
                  <a:lnTo>
                    <a:pt x="71624" y="24457"/>
                  </a:lnTo>
                  <a:lnTo>
                    <a:pt x="73206" y="26566"/>
                  </a:lnTo>
                  <a:lnTo>
                    <a:pt x="76743" y="33878"/>
                  </a:lnTo>
                  <a:lnTo>
                    <a:pt x="78475" y="40786"/>
                  </a:lnTo>
                  <a:lnTo>
                    <a:pt x="76846" y="43402"/>
                  </a:lnTo>
                  <a:lnTo>
                    <a:pt x="73450" y="45328"/>
                  </a:lnTo>
                  <a:lnTo>
                    <a:pt x="75567" y="48753"/>
                  </a:lnTo>
                  <a:lnTo>
                    <a:pt x="72789" y="53552"/>
                  </a:lnTo>
                  <a:lnTo>
                    <a:pt x="64250" y="54601"/>
                  </a:lnTo>
                  <a:lnTo>
                    <a:pt x="63410" y="53663"/>
                  </a:lnTo>
                  <a:lnTo>
                    <a:pt x="60552" y="53074"/>
                  </a:lnTo>
                  <a:lnTo>
                    <a:pt x="58897" y="54540"/>
                  </a:lnTo>
                  <a:lnTo>
                    <a:pt x="53000" y="54205"/>
                  </a:lnTo>
                  <a:lnTo>
                    <a:pt x="55257" y="50994"/>
                  </a:lnTo>
                  <a:lnTo>
                    <a:pt x="53637" y="49674"/>
                  </a:lnTo>
                  <a:lnTo>
                    <a:pt x="42117" y="52057"/>
                  </a:lnTo>
                  <a:lnTo>
                    <a:pt x="41058" y="53054"/>
                  </a:lnTo>
                  <a:lnTo>
                    <a:pt x="40298" y="50776"/>
                  </a:lnTo>
                  <a:lnTo>
                    <a:pt x="39345" y="50273"/>
                  </a:lnTo>
                  <a:lnTo>
                    <a:pt x="38258" y="50802"/>
                  </a:lnTo>
                  <a:lnTo>
                    <a:pt x="37579" y="53811"/>
                  </a:lnTo>
                  <a:lnTo>
                    <a:pt x="33562" y="53621"/>
                  </a:lnTo>
                  <a:lnTo>
                    <a:pt x="32128" y="52334"/>
                  </a:lnTo>
                  <a:lnTo>
                    <a:pt x="32963" y="52290"/>
                  </a:lnTo>
                  <a:lnTo>
                    <a:pt x="33070" y="50990"/>
                  </a:lnTo>
                  <a:lnTo>
                    <a:pt x="26732" y="45677"/>
                  </a:lnTo>
                  <a:lnTo>
                    <a:pt x="14718" y="46355"/>
                  </a:lnTo>
                  <a:lnTo>
                    <a:pt x="10864" y="42643"/>
                  </a:lnTo>
                  <a:lnTo>
                    <a:pt x="10967" y="35524"/>
                  </a:lnTo>
                  <a:lnTo>
                    <a:pt x="7038" y="33801"/>
                  </a:lnTo>
                  <a:lnTo>
                    <a:pt x="5003" y="34006"/>
                  </a:lnTo>
                  <a:lnTo>
                    <a:pt x="2046" y="31862"/>
                  </a:lnTo>
                  <a:lnTo>
                    <a:pt x="112" y="27537"/>
                  </a:lnTo>
                  <a:lnTo>
                    <a:pt x="0" y="24441"/>
                  </a:lnTo>
                  <a:lnTo>
                    <a:pt x="7766" y="22896"/>
                  </a:lnTo>
                  <a:lnTo>
                    <a:pt x="8654" y="15734"/>
                  </a:lnTo>
                  <a:lnTo>
                    <a:pt x="10657" y="18380"/>
                  </a:lnTo>
                  <a:lnTo>
                    <a:pt x="13346" y="19576"/>
                  </a:lnTo>
                  <a:lnTo>
                    <a:pt x="18200" y="20189"/>
                  </a:lnTo>
                  <a:lnTo>
                    <a:pt x="20807" y="18196"/>
                  </a:lnTo>
                  <a:lnTo>
                    <a:pt x="20044" y="15402"/>
                  </a:lnTo>
                  <a:lnTo>
                    <a:pt x="20637" y="14266"/>
                  </a:lnTo>
                  <a:lnTo>
                    <a:pt x="25668" y="12278"/>
                  </a:lnTo>
                  <a:lnTo>
                    <a:pt x="26404" y="13184"/>
                  </a:lnTo>
                  <a:lnTo>
                    <a:pt x="26026" y="14862"/>
                  </a:lnTo>
                  <a:lnTo>
                    <a:pt x="29031" y="15207"/>
                  </a:lnTo>
                  <a:lnTo>
                    <a:pt x="39343" y="11491"/>
                  </a:lnTo>
                  <a:lnTo>
                    <a:pt x="41320" y="10354"/>
                  </a:lnTo>
                  <a:lnTo>
                    <a:pt x="51409" y="13195"/>
                  </a:lnTo>
                  <a:lnTo>
                    <a:pt x="52373" y="12827"/>
                  </a:lnTo>
                  <a:lnTo>
                    <a:pt x="55695" y="8630"/>
                  </a:lnTo>
                  <a:lnTo>
                    <a:pt x="56417" y="1159"/>
                  </a:lnTo>
                  <a:lnTo>
                    <a:pt x="57960" y="19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h1130"/>
            <p:cNvSpPr/>
            <p:nvPr/>
          </p:nvSpPr>
          <p:spPr>
            <a:xfrm>
              <a:off x="1929178" y="2716264"/>
              <a:ext cx="53931" cy="37531"/>
            </a:xfrm>
            <a:custGeom>
              <a:avLst/>
              <a:pathLst>
                <a:path w="53931" h="37531">
                  <a:moveTo>
                    <a:pt x="36160" y="1337"/>
                  </a:moveTo>
                  <a:lnTo>
                    <a:pt x="45945" y="2667"/>
                  </a:lnTo>
                  <a:lnTo>
                    <a:pt x="49409" y="5857"/>
                  </a:lnTo>
                  <a:lnTo>
                    <a:pt x="51847" y="11958"/>
                  </a:lnTo>
                  <a:lnTo>
                    <a:pt x="49093" y="16921"/>
                  </a:lnTo>
                  <a:lnTo>
                    <a:pt x="52260" y="18691"/>
                  </a:lnTo>
                  <a:lnTo>
                    <a:pt x="53931" y="21809"/>
                  </a:lnTo>
                  <a:lnTo>
                    <a:pt x="49069" y="23827"/>
                  </a:lnTo>
                  <a:lnTo>
                    <a:pt x="48119" y="26637"/>
                  </a:lnTo>
                  <a:lnTo>
                    <a:pt x="45297" y="29506"/>
                  </a:lnTo>
                  <a:lnTo>
                    <a:pt x="42593" y="29881"/>
                  </a:lnTo>
                  <a:lnTo>
                    <a:pt x="40225" y="34021"/>
                  </a:lnTo>
                  <a:lnTo>
                    <a:pt x="40004" y="36154"/>
                  </a:lnTo>
                  <a:lnTo>
                    <a:pt x="37989" y="35121"/>
                  </a:lnTo>
                  <a:lnTo>
                    <a:pt x="36679" y="35872"/>
                  </a:lnTo>
                  <a:lnTo>
                    <a:pt x="31412" y="35612"/>
                  </a:lnTo>
                  <a:lnTo>
                    <a:pt x="24839" y="34204"/>
                  </a:lnTo>
                  <a:lnTo>
                    <a:pt x="24849" y="33137"/>
                  </a:lnTo>
                  <a:lnTo>
                    <a:pt x="20677" y="33424"/>
                  </a:lnTo>
                  <a:lnTo>
                    <a:pt x="16480" y="34853"/>
                  </a:lnTo>
                  <a:lnTo>
                    <a:pt x="16117" y="37531"/>
                  </a:lnTo>
                  <a:lnTo>
                    <a:pt x="10637" y="37361"/>
                  </a:lnTo>
                  <a:lnTo>
                    <a:pt x="8929" y="36569"/>
                  </a:lnTo>
                  <a:lnTo>
                    <a:pt x="7736" y="33137"/>
                  </a:lnTo>
                  <a:lnTo>
                    <a:pt x="5564" y="32691"/>
                  </a:lnTo>
                  <a:lnTo>
                    <a:pt x="3648" y="34987"/>
                  </a:lnTo>
                  <a:lnTo>
                    <a:pt x="2797" y="27875"/>
                  </a:lnTo>
                  <a:lnTo>
                    <a:pt x="1987" y="27096"/>
                  </a:lnTo>
                  <a:lnTo>
                    <a:pt x="0" y="27045"/>
                  </a:lnTo>
                  <a:lnTo>
                    <a:pt x="1058" y="26048"/>
                  </a:lnTo>
                  <a:lnTo>
                    <a:pt x="12579" y="23665"/>
                  </a:lnTo>
                  <a:lnTo>
                    <a:pt x="14199" y="24984"/>
                  </a:lnTo>
                  <a:lnTo>
                    <a:pt x="11942" y="28196"/>
                  </a:lnTo>
                  <a:lnTo>
                    <a:pt x="17838" y="28531"/>
                  </a:lnTo>
                  <a:lnTo>
                    <a:pt x="19494" y="27065"/>
                  </a:lnTo>
                  <a:lnTo>
                    <a:pt x="22351" y="27654"/>
                  </a:lnTo>
                  <a:lnTo>
                    <a:pt x="23191" y="28592"/>
                  </a:lnTo>
                  <a:lnTo>
                    <a:pt x="31730" y="27543"/>
                  </a:lnTo>
                  <a:lnTo>
                    <a:pt x="34508" y="22744"/>
                  </a:lnTo>
                  <a:lnTo>
                    <a:pt x="32391" y="19319"/>
                  </a:lnTo>
                  <a:lnTo>
                    <a:pt x="35788" y="17393"/>
                  </a:lnTo>
                  <a:lnTo>
                    <a:pt x="37417" y="14777"/>
                  </a:lnTo>
                  <a:lnTo>
                    <a:pt x="35685" y="7869"/>
                  </a:lnTo>
                  <a:lnTo>
                    <a:pt x="32147" y="557"/>
                  </a:lnTo>
                  <a:lnTo>
                    <a:pt x="3329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h1131"/>
            <p:cNvSpPr/>
            <p:nvPr/>
          </p:nvSpPr>
          <p:spPr>
            <a:xfrm>
              <a:off x="1941830" y="2756920"/>
              <a:ext cx="64103" cy="60167"/>
            </a:xfrm>
            <a:custGeom>
              <a:avLst/>
              <a:pathLst>
                <a:path w="64103" h="60167">
                  <a:moveTo>
                    <a:pt x="49441" y="1414"/>
                  </a:moveTo>
                  <a:lnTo>
                    <a:pt x="64103" y="32644"/>
                  </a:lnTo>
                  <a:lnTo>
                    <a:pt x="61501" y="35235"/>
                  </a:lnTo>
                  <a:lnTo>
                    <a:pt x="57680" y="34787"/>
                  </a:lnTo>
                  <a:lnTo>
                    <a:pt x="57129" y="35315"/>
                  </a:lnTo>
                  <a:lnTo>
                    <a:pt x="55786" y="40427"/>
                  </a:lnTo>
                  <a:lnTo>
                    <a:pt x="60162" y="45353"/>
                  </a:lnTo>
                  <a:lnTo>
                    <a:pt x="59879" y="46094"/>
                  </a:lnTo>
                  <a:lnTo>
                    <a:pt x="54147" y="48761"/>
                  </a:lnTo>
                  <a:lnTo>
                    <a:pt x="47436" y="53936"/>
                  </a:lnTo>
                  <a:lnTo>
                    <a:pt x="52420" y="56576"/>
                  </a:lnTo>
                  <a:lnTo>
                    <a:pt x="50275" y="60078"/>
                  </a:lnTo>
                  <a:lnTo>
                    <a:pt x="49070" y="59649"/>
                  </a:lnTo>
                  <a:lnTo>
                    <a:pt x="48192" y="57774"/>
                  </a:lnTo>
                  <a:lnTo>
                    <a:pt x="46690" y="57648"/>
                  </a:lnTo>
                  <a:lnTo>
                    <a:pt x="43217" y="60167"/>
                  </a:lnTo>
                  <a:lnTo>
                    <a:pt x="41617" y="59957"/>
                  </a:lnTo>
                  <a:lnTo>
                    <a:pt x="37694" y="57329"/>
                  </a:lnTo>
                  <a:lnTo>
                    <a:pt x="40773" y="56260"/>
                  </a:lnTo>
                  <a:lnTo>
                    <a:pt x="34687" y="50757"/>
                  </a:lnTo>
                  <a:lnTo>
                    <a:pt x="17500" y="48901"/>
                  </a:lnTo>
                  <a:lnTo>
                    <a:pt x="14784" y="46711"/>
                  </a:lnTo>
                  <a:lnTo>
                    <a:pt x="12520" y="46270"/>
                  </a:lnTo>
                  <a:lnTo>
                    <a:pt x="11779" y="47164"/>
                  </a:lnTo>
                  <a:lnTo>
                    <a:pt x="8139" y="45353"/>
                  </a:lnTo>
                  <a:lnTo>
                    <a:pt x="6668" y="42321"/>
                  </a:lnTo>
                  <a:lnTo>
                    <a:pt x="7046" y="40203"/>
                  </a:lnTo>
                  <a:lnTo>
                    <a:pt x="8900" y="38722"/>
                  </a:lnTo>
                  <a:lnTo>
                    <a:pt x="8376" y="33756"/>
                  </a:lnTo>
                  <a:lnTo>
                    <a:pt x="4761" y="30100"/>
                  </a:lnTo>
                  <a:lnTo>
                    <a:pt x="4670" y="26497"/>
                  </a:lnTo>
                  <a:lnTo>
                    <a:pt x="6332" y="24158"/>
                  </a:lnTo>
                  <a:lnTo>
                    <a:pt x="5263" y="22607"/>
                  </a:lnTo>
                  <a:lnTo>
                    <a:pt x="1476" y="22486"/>
                  </a:lnTo>
                  <a:lnTo>
                    <a:pt x="0" y="14106"/>
                  </a:lnTo>
                  <a:lnTo>
                    <a:pt x="5375" y="13235"/>
                  </a:lnTo>
                  <a:lnTo>
                    <a:pt x="10275" y="13660"/>
                  </a:lnTo>
                  <a:lnTo>
                    <a:pt x="11880" y="16818"/>
                  </a:lnTo>
                  <a:lnTo>
                    <a:pt x="15848" y="17509"/>
                  </a:lnTo>
                  <a:lnTo>
                    <a:pt x="20312" y="16345"/>
                  </a:lnTo>
                  <a:lnTo>
                    <a:pt x="23358" y="14012"/>
                  </a:lnTo>
                  <a:lnTo>
                    <a:pt x="23971" y="10087"/>
                  </a:lnTo>
                  <a:lnTo>
                    <a:pt x="27315" y="9401"/>
                  </a:lnTo>
                  <a:lnTo>
                    <a:pt x="32496" y="10181"/>
                  </a:lnTo>
                  <a:lnTo>
                    <a:pt x="34630" y="8605"/>
                  </a:lnTo>
                  <a:lnTo>
                    <a:pt x="33581" y="6714"/>
                  </a:lnTo>
                  <a:lnTo>
                    <a:pt x="33968" y="5698"/>
                  </a:lnTo>
                  <a:lnTo>
                    <a:pt x="39101" y="1964"/>
                  </a:lnTo>
                  <a:lnTo>
                    <a:pt x="4495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h1132"/>
            <p:cNvSpPr/>
            <p:nvPr/>
          </p:nvSpPr>
          <p:spPr>
            <a:xfrm>
              <a:off x="1886264" y="2717792"/>
              <a:ext cx="46562" cy="38230"/>
            </a:xfrm>
            <a:custGeom>
              <a:avLst/>
              <a:pathLst>
                <a:path w="46562" h="38230">
                  <a:moveTo>
                    <a:pt x="3902" y="4325"/>
                  </a:moveTo>
                  <a:lnTo>
                    <a:pt x="6858" y="6468"/>
                  </a:lnTo>
                  <a:lnTo>
                    <a:pt x="8894" y="6264"/>
                  </a:lnTo>
                  <a:lnTo>
                    <a:pt x="12823" y="7987"/>
                  </a:lnTo>
                  <a:lnTo>
                    <a:pt x="12720" y="15105"/>
                  </a:lnTo>
                  <a:lnTo>
                    <a:pt x="16573" y="18818"/>
                  </a:lnTo>
                  <a:lnTo>
                    <a:pt x="28588" y="18140"/>
                  </a:lnTo>
                  <a:lnTo>
                    <a:pt x="34925" y="23453"/>
                  </a:lnTo>
                  <a:lnTo>
                    <a:pt x="34819" y="24753"/>
                  </a:lnTo>
                  <a:lnTo>
                    <a:pt x="33984" y="24797"/>
                  </a:lnTo>
                  <a:lnTo>
                    <a:pt x="35418" y="26084"/>
                  </a:lnTo>
                  <a:lnTo>
                    <a:pt x="39435" y="26274"/>
                  </a:lnTo>
                  <a:lnTo>
                    <a:pt x="40113" y="23265"/>
                  </a:lnTo>
                  <a:lnTo>
                    <a:pt x="41200" y="22736"/>
                  </a:lnTo>
                  <a:lnTo>
                    <a:pt x="42154" y="23239"/>
                  </a:lnTo>
                  <a:lnTo>
                    <a:pt x="42914" y="25517"/>
                  </a:lnTo>
                  <a:lnTo>
                    <a:pt x="44901" y="25568"/>
                  </a:lnTo>
                  <a:lnTo>
                    <a:pt x="45711" y="26347"/>
                  </a:lnTo>
                  <a:lnTo>
                    <a:pt x="46562" y="33459"/>
                  </a:lnTo>
                  <a:lnTo>
                    <a:pt x="45895" y="35005"/>
                  </a:lnTo>
                  <a:lnTo>
                    <a:pt x="43403" y="35452"/>
                  </a:lnTo>
                  <a:lnTo>
                    <a:pt x="42520" y="34346"/>
                  </a:lnTo>
                  <a:lnTo>
                    <a:pt x="34833" y="33908"/>
                  </a:lnTo>
                  <a:lnTo>
                    <a:pt x="31751" y="36765"/>
                  </a:lnTo>
                  <a:lnTo>
                    <a:pt x="27651" y="38230"/>
                  </a:lnTo>
                  <a:lnTo>
                    <a:pt x="26728" y="26298"/>
                  </a:lnTo>
                  <a:lnTo>
                    <a:pt x="22132" y="28508"/>
                  </a:lnTo>
                  <a:lnTo>
                    <a:pt x="13560" y="23899"/>
                  </a:lnTo>
                  <a:lnTo>
                    <a:pt x="4233" y="8685"/>
                  </a:lnTo>
                  <a:lnTo>
                    <a:pt x="0" y="235"/>
                  </a:lnTo>
                  <a:lnTo>
                    <a:pt x="196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h1133"/>
            <p:cNvSpPr/>
            <p:nvPr/>
          </p:nvSpPr>
          <p:spPr>
            <a:xfrm>
              <a:off x="2020740" y="2738518"/>
              <a:ext cx="89441" cy="108359"/>
            </a:xfrm>
            <a:custGeom>
              <a:avLst/>
              <a:pathLst>
                <a:path w="89441" h="108359">
                  <a:moveTo>
                    <a:pt x="24755" y="431"/>
                  </a:moveTo>
                  <a:lnTo>
                    <a:pt x="25441" y="2935"/>
                  </a:lnTo>
                  <a:lnTo>
                    <a:pt x="29009" y="4784"/>
                  </a:lnTo>
                  <a:lnTo>
                    <a:pt x="33104" y="2759"/>
                  </a:lnTo>
                  <a:lnTo>
                    <a:pt x="35482" y="2463"/>
                  </a:lnTo>
                  <a:lnTo>
                    <a:pt x="37125" y="3584"/>
                  </a:lnTo>
                  <a:lnTo>
                    <a:pt x="37780" y="5078"/>
                  </a:lnTo>
                  <a:lnTo>
                    <a:pt x="35901" y="11171"/>
                  </a:lnTo>
                  <a:lnTo>
                    <a:pt x="34484" y="12398"/>
                  </a:lnTo>
                  <a:lnTo>
                    <a:pt x="34487" y="14389"/>
                  </a:lnTo>
                  <a:lnTo>
                    <a:pt x="35935" y="21798"/>
                  </a:lnTo>
                  <a:lnTo>
                    <a:pt x="42790" y="28114"/>
                  </a:lnTo>
                  <a:lnTo>
                    <a:pt x="45344" y="28561"/>
                  </a:lnTo>
                  <a:lnTo>
                    <a:pt x="52355" y="27689"/>
                  </a:lnTo>
                  <a:lnTo>
                    <a:pt x="68174" y="31023"/>
                  </a:lnTo>
                  <a:lnTo>
                    <a:pt x="68442" y="33664"/>
                  </a:lnTo>
                  <a:lnTo>
                    <a:pt x="72265" y="40580"/>
                  </a:lnTo>
                  <a:lnTo>
                    <a:pt x="68895" y="44156"/>
                  </a:lnTo>
                  <a:lnTo>
                    <a:pt x="67784" y="54725"/>
                  </a:lnTo>
                  <a:lnTo>
                    <a:pt x="68478" y="56073"/>
                  </a:lnTo>
                  <a:lnTo>
                    <a:pt x="74137" y="60219"/>
                  </a:lnTo>
                  <a:lnTo>
                    <a:pt x="75669" y="62523"/>
                  </a:lnTo>
                  <a:lnTo>
                    <a:pt x="75423" y="63379"/>
                  </a:lnTo>
                  <a:lnTo>
                    <a:pt x="79809" y="67588"/>
                  </a:lnTo>
                  <a:lnTo>
                    <a:pt x="82742" y="68212"/>
                  </a:lnTo>
                  <a:lnTo>
                    <a:pt x="85924" y="67253"/>
                  </a:lnTo>
                  <a:lnTo>
                    <a:pt x="87437" y="69165"/>
                  </a:lnTo>
                  <a:lnTo>
                    <a:pt x="89441" y="73603"/>
                  </a:lnTo>
                  <a:lnTo>
                    <a:pt x="88698" y="82237"/>
                  </a:lnTo>
                  <a:lnTo>
                    <a:pt x="89167" y="84739"/>
                  </a:lnTo>
                  <a:lnTo>
                    <a:pt x="88335" y="88273"/>
                  </a:lnTo>
                  <a:lnTo>
                    <a:pt x="84790" y="91830"/>
                  </a:lnTo>
                  <a:lnTo>
                    <a:pt x="82307" y="92616"/>
                  </a:lnTo>
                  <a:lnTo>
                    <a:pt x="79869" y="95368"/>
                  </a:lnTo>
                  <a:lnTo>
                    <a:pt x="79282" y="96641"/>
                  </a:lnTo>
                  <a:lnTo>
                    <a:pt x="80237" y="98636"/>
                  </a:lnTo>
                  <a:lnTo>
                    <a:pt x="79932" y="99641"/>
                  </a:lnTo>
                  <a:lnTo>
                    <a:pt x="77384" y="100737"/>
                  </a:lnTo>
                  <a:lnTo>
                    <a:pt x="74713" y="99517"/>
                  </a:lnTo>
                  <a:lnTo>
                    <a:pt x="67057" y="101290"/>
                  </a:lnTo>
                  <a:lnTo>
                    <a:pt x="61024" y="98357"/>
                  </a:lnTo>
                  <a:lnTo>
                    <a:pt x="52948" y="105043"/>
                  </a:lnTo>
                  <a:lnTo>
                    <a:pt x="49379" y="105749"/>
                  </a:lnTo>
                  <a:lnTo>
                    <a:pt x="48819" y="107061"/>
                  </a:lnTo>
                  <a:lnTo>
                    <a:pt x="46799" y="105063"/>
                  </a:lnTo>
                  <a:lnTo>
                    <a:pt x="38032" y="107430"/>
                  </a:lnTo>
                  <a:lnTo>
                    <a:pt x="32730" y="106265"/>
                  </a:lnTo>
                  <a:lnTo>
                    <a:pt x="30657" y="108359"/>
                  </a:lnTo>
                  <a:lnTo>
                    <a:pt x="28476" y="104968"/>
                  </a:lnTo>
                  <a:lnTo>
                    <a:pt x="27284" y="101765"/>
                  </a:lnTo>
                  <a:lnTo>
                    <a:pt x="20733" y="97346"/>
                  </a:lnTo>
                  <a:lnTo>
                    <a:pt x="19611" y="96813"/>
                  </a:lnTo>
                  <a:lnTo>
                    <a:pt x="16407" y="97720"/>
                  </a:lnTo>
                  <a:lnTo>
                    <a:pt x="15030" y="95500"/>
                  </a:lnTo>
                  <a:lnTo>
                    <a:pt x="14499" y="90855"/>
                  </a:lnTo>
                  <a:lnTo>
                    <a:pt x="12975" y="87736"/>
                  </a:lnTo>
                  <a:lnTo>
                    <a:pt x="11317" y="85693"/>
                  </a:lnTo>
                  <a:lnTo>
                    <a:pt x="8830" y="85121"/>
                  </a:lnTo>
                  <a:lnTo>
                    <a:pt x="7295" y="83586"/>
                  </a:lnTo>
                  <a:lnTo>
                    <a:pt x="6037" y="79404"/>
                  </a:lnTo>
                  <a:lnTo>
                    <a:pt x="6074" y="76476"/>
                  </a:lnTo>
                  <a:lnTo>
                    <a:pt x="3148" y="74895"/>
                  </a:lnTo>
                  <a:lnTo>
                    <a:pt x="1588" y="75819"/>
                  </a:lnTo>
                  <a:lnTo>
                    <a:pt x="517" y="75291"/>
                  </a:lnTo>
                  <a:lnTo>
                    <a:pt x="49" y="69341"/>
                  </a:lnTo>
                  <a:lnTo>
                    <a:pt x="5490" y="62900"/>
                  </a:lnTo>
                  <a:lnTo>
                    <a:pt x="0" y="55974"/>
                  </a:lnTo>
                  <a:lnTo>
                    <a:pt x="135" y="51015"/>
                  </a:lnTo>
                  <a:lnTo>
                    <a:pt x="4908" y="51865"/>
                  </a:lnTo>
                  <a:lnTo>
                    <a:pt x="6170" y="45164"/>
                  </a:lnTo>
                  <a:lnTo>
                    <a:pt x="3081" y="44455"/>
                  </a:lnTo>
                  <a:lnTo>
                    <a:pt x="3622" y="41112"/>
                  </a:lnTo>
                  <a:lnTo>
                    <a:pt x="5877" y="36090"/>
                  </a:lnTo>
                  <a:lnTo>
                    <a:pt x="5280" y="34133"/>
                  </a:lnTo>
                  <a:lnTo>
                    <a:pt x="3830" y="33031"/>
                  </a:lnTo>
                  <a:lnTo>
                    <a:pt x="8718" y="19017"/>
                  </a:lnTo>
                  <a:lnTo>
                    <a:pt x="7172" y="18091"/>
                  </a:lnTo>
                  <a:lnTo>
                    <a:pt x="4743" y="9468"/>
                  </a:lnTo>
                  <a:lnTo>
                    <a:pt x="11222" y="7779"/>
                  </a:lnTo>
                  <a:lnTo>
                    <a:pt x="13300" y="6435"/>
                  </a:lnTo>
                  <a:lnTo>
                    <a:pt x="14643" y="3628"/>
                  </a:lnTo>
                  <a:lnTo>
                    <a:pt x="19149" y="3522"/>
                  </a:lnTo>
                  <a:lnTo>
                    <a:pt x="20624" y="1524"/>
                  </a:lnTo>
                  <a:lnTo>
                    <a:pt x="2321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h1134"/>
            <p:cNvSpPr/>
            <p:nvPr/>
          </p:nvSpPr>
          <p:spPr>
            <a:xfrm>
              <a:off x="1921411" y="2860991"/>
              <a:ext cx="346" cy="471"/>
            </a:xfrm>
            <a:custGeom>
              <a:avLst/>
              <a:pathLst>
                <a:path w="346" h="471">
                  <a:moveTo>
                    <a:pt x="346" y="97"/>
                  </a:moveTo>
                  <a:lnTo>
                    <a:pt x="278" y="4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h1135"/>
            <p:cNvSpPr/>
            <p:nvPr/>
          </p:nvSpPr>
          <p:spPr>
            <a:xfrm>
              <a:off x="1909513" y="2818787"/>
              <a:ext cx="71190" cy="67698"/>
            </a:xfrm>
            <a:custGeom>
              <a:avLst/>
              <a:pathLst>
                <a:path w="71190" h="67698">
                  <a:moveTo>
                    <a:pt x="22771" y="1656"/>
                  </a:moveTo>
                  <a:lnTo>
                    <a:pt x="24320" y="3152"/>
                  </a:lnTo>
                  <a:lnTo>
                    <a:pt x="28107" y="2472"/>
                  </a:lnTo>
                  <a:lnTo>
                    <a:pt x="34213" y="7753"/>
                  </a:lnTo>
                  <a:lnTo>
                    <a:pt x="37398" y="5379"/>
                  </a:lnTo>
                  <a:lnTo>
                    <a:pt x="41954" y="4220"/>
                  </a:lnTo>
                  <a:lnTo>
                    <a:pt x="47693" y="6862"/>
                  </a:lnTo>
                  <a:lnTo>
                    <a:pt x="51029" y="9285"/>
                  </a:lnTo>
                  <a:lnTo>
                    <a:pt x="53993" y="10085"/>
                  </a:lnTo>
                  <a:lnTo>
                    <a:pt x="59574" y="9057"/>
                  </a:lnTo>
                  <a:lnTo>
                    <a:pt x="62527" y="5761"/>
                  </a:lnTo>
                  <a:lnTo>
                    <a:pt x="67539" y="5843"/>
                  </a:lnTo>
                  <a:lnTo>
                    <a:pt x="70620" y="7217"/>
                  </a:lnTo>
                  <a:lnTo>
                    <a:pt x="67602" y="19306"/>
                  </a:lnTo>
                  <a:lnTo>
                    <a:pt x="66245" y="20621"/>
                  </a:lnTo>
                  <a:lnTo>
                    <a:pt x="63787" y="21231"/>
                  </a:lnTo>
                  <a:lnTo>
                    <a:pt x="68071" y="25098"/>
                  </a:lnTo>
                  <a:lnTo>
                    <a:pt x="69924" y="28302"/>
                  </a:lnTo>
                  <a:lnTo>
                    <a:pt x="66661" y="27709"/>
                  </a:lnTo>
                  <a:lnTo>
                    <a:pt x="63602" y="29563"/>
                  </a:lnTo>
                  <a:lnTo>
                    <a:pt x="64983" y="37997"/>
                  </a:lnTo>
                  <a:lnTo>
                    <a:pt x="71190" y="45365"/>
                  </a:lnTo>
                  <a:lnTo>
                    <a:pt x="70182" y="47921"/>
                  </a:lnTo>
                  <a:lnTo>
                    <a:pt x="66474" y="47724"/>
                  </a:lnTo>
                  <a:lnTo>
                    <a:pt x="62283" y="50357"/>
                  </a:lnTo>
                  <a:lnTo>
                    <a:pt x="55770" y="57141"/>
                  </a:lnTo>
                  <a:lnTo>
                    <a:pt x="51025" y="58871"/>
                  </a:lnTo>
                  <a:lnTo>
                    <a:pt x="49070" y="61482"/>
                  </a:lnTo>
                  <a:lnTo>
                    <a:pt x="49930" y="55926"/>
                  </a:lnTo>
                  <a:lnTo>
                    <a:pt x="44927" y="50525"/>
                  </a:lnTo>
                  <a:lnTo>
                    <a:pt x="41348" y="49113"/>
                  </a:lnTo>
                  <a:lnTo>
                    <a:pt x="40833" y="50482"/>
                  </a:lnTo>
                  <a:lnTo>
                    <a:pt x="36685" y="53195"/>
                  </a:lnTo>
                  <a:lnTo>
                    <a:pt x="18268" y="54983"/>
                  </a:lnTo>
                  <a:lnTo>
                    <a:pt x="13828" y="61054"/>
                  </a:lnTo>
                  <a:lnTo>
                    <a:pt x="9943" y="61801"/>
                  </a:lnTo>
                  <a:lnTo>
                    <a:pt x="7200" y="65428"/>
                  </a:lnTo>
                  <a:lnTo>
                    <a:pt x="1925" y="67698"/>
                  </a:lnTo>
                  <a:lnTo>
                    <a:pt x="0" y="64396"/>
                  </a:lnTo>
                  <a:lnTo>
                    <a:pt x="5600" y="57837"/>
                  </a:lnTo>
                  <a:lnTo>
                    <a:pt x="1598" y="53718"/>
                  </a:lnTo>
                  <a:lnTo>
                    <a:pt x="3473" y="51355"/>
                  </a:lnTo>
                  <a:lnTo>
                    <a:pt x="7017" y="44029"/>
                  </a:lnTo>
                  <a:lnTo>
                    <a:pt x="11997" y="45646"/>
                  </a:lnTo>
                  <a:lnTo>
                    <a:pt x="15591" y="42528"/>
                  </a:lnTo>
                  <a:lnTo>
                    <a:pt x="16981" y="39472"/>
                  </a:lnTo>
                  <a:lnTo>
                    <a:pt x="17647" y="34632"/>
                  </a:lnTo>
                  <a:lnTo>
                    <a:pt x="17461" y="26449"/>
                  </a:lnTo>
                  <a:lnTo>
                    <a:pt x="19462" y="22049"/>
                  </a:lnTo>
                  <a:lnTo>
                    <a:pt x="18427" y="11211"/>
                  </a:lnTo>
                  <a:lnTo>
                    <a:pt x="16400" y="3597"/>
                  </a:lnTo>
                  <a:lnTo>
                    <a:pt x="17146" y="1443"/>
                  </a:lnTo>
                  <a:lnTo>
                    <a:pt x="20069" y="0"/>
                  </a:lnTo>
                  <a:lnTo>
                    <a:pt x="23184" y="67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h1136"/>
            <p:cNvSpPr/>
            <p:nvPr/>
          </p:nvSpPr>
          <p:spPr>
            <a:xfrm>
              <a:off x="1973115" y="2826005"/>
              <a:ext cx="29134" cy="42103"/>
            </a:xfrm>
            <a:custGeom>
              <a:avLst/>
              <a:pathLst>
                <a:path w="29134" h="42103">
                  <a:moveTo>
                    <a:pt x="17146" y="7464"/>
                  </a:moveTo>
                  <a:lnTo>
                    <a:pt x="19853" y="5905"/>
                  </a:lnTo>
                  <a:lnTo>
                    <a:pt x="22667" y="6804"/>
                  </a:lnTo>
                  <a:lnTo>
                    <a:pt x="19861" y="10781"/>
                  </a:lnTo>
                  <a:lnTo>
                    <a:pt x="21751" y="14466"/>
                  </a:lnTo>
                  <a:lnTo>
                    <a:pt x="27203" y="20114"/>
                  </a:lnTo>
                  <a:lnTo>
                    <a:pt x="29134" y="24418"/>
                  </a:lnTo>
                  <a:lnTo>
                    <a:pt x="28701" y="25502"/>
                  </a:lnTo>
                  <a:lnTo>
                    <a:pt x="25159" y="28441"/>
                  </a:lnTo>
                  <a:lnTo>
                    <a:pt x="23508" y="31691"/>
                  </a:lnTo>
                  <a:lnTo>
                    <a:pt x="19514" y="35320"/>
                  </a:lnTo>
                  <a:lnTo>
                    <a:pt x="16295" y="40715"/>
                  </a:lnTo>
                  <a:lnTo>
                    <a:pt x="14924" y="41319"/>
                  </a:lnTo>
                  <a:lnTo>
                    <a:pt x="13977" y="42103"/>
                  </a:lnTo>
                  <a:lnTo>
                    <a:pt x="11113" y="41687"/>
                  </a:lnTo>
                  <a:lnTo>
                    <a:pt x="9596" y="40526"/>
                  </a:lnTo>
                  <a:lnTo>
                    <a:pt x="6579" y="40703"/>
                  </a:lnTo>
                  <a:lnTo>
                    <a:pt x="7587" y="38147"/>
                  </a:lnTo>
                  <a:lnTo>
                    <a:pt x="1381" y="30779"/>
                  </a:lnTo>
                  <a:lnTo>
                    <a:pt x="0" y="22346"/>
                  </a:lnTo>
                  <a:lnTo>
                    <a:pt x="3059" y="20491"/>
                  </a:lnTo>
                  <a:lnTo>
                    <a:pt x="6322" y="21084"/>
                  </a:lnTo>
                  <a:lnTo>
                    <a:pt x="4469" y="17880"/>
                  </a:lnTo>
                  <a:lnTo>
                    <a:pt x="185" y="14013"/>
                  </a:lnTo>
                  <a:lnTo>
                    <a:pt x="2642" y="13403"/>
                  </a:lnTo>
                  <a:lnTo>
                    <a:pt x="3999" y="12088"/>
                  </a:lnTo>
                  <a:lnTo>
                    <a:pt x="7017" y="0"/>
                  </a:lnTo>
                  <a:lnTo>
                    <a:pt x="7715" y="568"/>
                  </a:lnTo>
                  <a:lnTo>
                    <a:pt x="9970" y="113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h1137"/>
            <p:cNvSpPr/>
            <p:nvPr/>
          </p:nvSpPr>
          <p:spPr>
            <a:xfrm>
              <a:off x="1937613" y="2803191"/>
              <a:ext cx="48109" cy="25681"/>
            </a:xfrm>
            <a:custGeom>
              <a:avLst/>
              <a:pathLst>
                <a:path w="48109" h="25681">
                  <a:moveTo>
                    <a:pt x="19002" y="440"/>
                  </a:moveTo>
                  <a:lnTo>
                    <a:pt x="21717" y="2631"/>
                  </a:lnTo>
                  <a:lnTo>
                    <a:pt x="38904" y="4486"/>
                  </a:lnTo>
                  <a:lnTo>
                    <a:pt x="44991" y="9990"/>
                  </a:lnTo>
                  <a:lnTo>
                    <a:pt x="41911" y="11058"/>
                  </a:lnTo>
                  <a:lnTo>
                    <a:pt x="45834" y="13686"/>
                  </a:lnTo>
                  <a:lnTo>
                    <a:pt x="47435" y="13896"/>
                  </a:lnTo>
                  <a:lnTo>
                    <a:pt x="48109" y="13997"/>
                  </a:lnTo>
                  <a:lnTo>
                    <a:pt x="47831" y="16288"/>
                  </a:lnTo>
                  <a:lnTo>
                    <a:pt x="45441" y="16831"/>
                  </a:lnTo>
                  <a:lnTo>
                    <a:pt x="42292" y="21936"/>
                  </a:lnTo>
                  <a:lnTo>
                    <a:pt x="43218" y="23381"/>
                  </a:lnTo>
                  <a:lnTo>
                    <a:pt x="42520" y="22813"/>
                  </a:lnTo>
                  <a:lnTo>
                    <a:pt x="39439" y="21439"/>
                  </a:lnTo>
                  <a:lnTo>
                    <a:pt x="34426" y="21357"/>
                  </a:lnTo>
                  <a:lnTo>
                    <a:pt x="31474" y="24653"/>
                  </a:lnTo>
                  <a:lnTo>
                    <a:pt x="25892" y="25681"/>
                  </a:lnTo>
                  <a:lnTo>
                    <a:pt x="22929" y="24881"/>
                  </a:lnTo>
                  <a:lnTo>
                    <a:pt x="19593" y="22458"/>
                  </a:lnTo>
                  <a:lnTo>
                    <a:pt x="13854" y="19816"/>
                  </a:lnTo>
                  <a:lnTo>
                    <a:pt x="9298" y="20975"/>
                  </a:lnTo>
                  <a:lnTo>
                    <a:pt x="6113" y="23349"/>
                  </a:lnTo>
                  <a:lnTo>
                    <a:pt x="6" y="18068"/>
                  </a:lnTo>
                  <a:lnTo>
                    <a:pt x="0" y="16368"/>
                  </a:lnTo>
                  <a:lnTo>
                    <a:pt x="1618" y="13073"/>
                  </a:lnTo>
                  <a:lnTo>
                    <a:pt x="4782" y="13691"/>
                  </a:lnTo>
                  <a:lnTo>
                    <a:pt x="6559" y="11707"/>
                  </a:lnTo>
                  <a:lnTo>
                    <a:pt x="7287" y="6204"/>
                  </a:lnTo>
                  <a:lnTo>
                    <a:pt x="8449" y="5399"/>
                  </a:lnTo>
                  <a:lnTo>
                    <a:pt x="12916" y="4874"/>
                  </a:lnTo>
                  <a:lnTo>
                    <a:pt x="14457" y="3704"/>
                  </a:lnTo>
                  <a:lnTo>
                    <a:pt x="15996" y="893"/>
                  </a:lnTo>
                  <a:lnTo>
                    <a:pt x="1673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h1138"/>
            <p:cNvSpPr/>
            <p:nvPr/>
          </p:nvSpPr>
          <p:spPr>
            <a:xfrm>
              <a:off x="1896211" y="2594284"/>
              <a:ext cx="76572" cy="72131"/>
            </a:xfrm>
            <a:custGeom>
              <a:avLst/>
              <a:pathLst>
                <a:path w="76572" h="72131">
                  <a:moveTo>
                    <a:pt x="20960" y="2005"/>
                  </a:moveTo>
                  <a:lnTo>
                    <a:pt x="21939" y="3485"/>
                  </a:lnTo>
                  <a:lnTo>
                    <a:pt x="23621" y="17272"/>
                  </a:lnTo>
                  <a:lnTo>
                    <a:pt x="24866" y="18883"/>
                  </a:lnTo>
                  <a:lnTo>
                    <a:pt x="28042" y="17276"/>
                  </a:lnTo>
                  <a:lnTo>
                    <a:pt x="44303" y="17680"/>
                  </a:lnTo>
                  <a:lnTo>
                    <a:pt x="54935" y="17156"/>
                  </a:lnTo>
                  <a:lnTo>
                    <a:pt x="63801" y="15071"/>
                  </a:lnTo>
                  <a:lnTo>
                    <a:pt x="63165" y="16176"/>
                  </a:lnTo>
                  <a:lnTo>
                    <a:pt x="62832" y="22206"/>
                  </a:lnTo>
                  <a:lnTo>
                    <a:pt x="65304" y="28604"/>
                  </a:lnTo>
                  <a:lnTo>
                    <a:pt x="65220" y="33562"/>
                  </a:lnTo>
                  <a:lnTo>
                    <a:pt x="68732" y="36575"/>
                  </a:lnTo>
                  <a:lnTo>
                    <a:pt x="71772" y="34842"/>
                  </a:lnTo>
                  <a:lnTo>
                    <a:pt x="73674" y="35867"/>
                  </a:lnTo>
                  <a:lnTo>
                    <a:pt x="75176" y="38544"/>
                  </a:lnTo>
                  <a:lnTo>
                    <a:pt x="73818" y="45202"/>
                  </a:lnTo>
                  <a:lnTo>
                    <a:pt x="76572" y="46715"/>
                  </a:lnTo>
                  <a:lnTo>
                    <a:pt x="56446" y="52758"/>
                  </a:lnTo>
                  <a:lnTo>
                    <a:pt x="55068" y="53996"/>
                  </a:lnTo>
                  <a:lnTo>
                    <a:pt x="54527" y="56855"/>
                  </a:lnTo>
                  <a:lnTo>
                    <a:pt x="51281" y="66055"/>
                  </a:lnTo>
                  <a:lnTo>
                    <a:pt x="49401" y="68157"/>
                  </a:lnTo>
                  <a:lnTo>
                    <a:pt x="41147" y="71970"/>
                  </a:lnTo>
                  <a:lnTo>
                    <a:pt x="38317" y="72131"/>
                  </a:lnTo>
                  <a:lnTo>
                    <a:pt x="35029" y="69236"/>
                  </a:lnTo>
                  <a:lnTo>
                    <a:pt x="33274" y="65441"/>
                  </a:lnTo>
                  <a:lnTo>
                    <a:pt x="30522" y="65859"/>
                  </a:lnTo>
                  <a:lnTo>
                    <a:pt x="30448" y="67825"/>
                  </a:lnTo>
                  <a:lnTo>
                    <a:pt x="23693" y="67323"/>
                  </a:lnTo>
                  <a:lnTo>
                    <a:pt x="16463" y="67944"/>
                  </a:lnTo>
                  <a:lnTo>
                    <a:pt x="14218" y="60238"/>
                  </a:lnTo>
                  <a:lnTo>
                    <a:pt x="14039" y="56014"/>
                  </a:lnTo>
                  <a:lnTo>
                    <a:pt x="6951" y="55412"/>
                  </a:lnTo>
                  <a:lnTo>
                    <a:pt x="2782" y="56339"/>
                  </a:lnTo>
                  <a:lnTo>
                    <a:pt x="0" y="46715"/>
                  </a:lnTo>
                  <a:lnTo>
                    <a:pt x="120" y="40333"/>
                  </a:lnTo>
                  <a:lnTo>
                    <a:pt x="2360" y="36090"/>
                  </a:lnTo>
                  <a:lnTo>
                    <a:pt x="3670" y="35502"/>
                  </a:lnTo>
                  <a:lnTo>
                    <a:pt x="6272" y="26395"/>
                  </a:lnTo>
                  <a:lnTo>
                    <a:pt x="3668" y="19408"/>
                  </a:lnTo>
                  <a:lnTo>
                    <a:pt x="3375" y="16115"/>
                  </a:lnTo>
                  <a:lnTo>
                    <a:pt x="9248" y="13789"/>
                  </a:lnTo>
                  <a:lnTo>
                    <a:pt x="11905" y="7753"/>
                  </a:lnTo>
                  <a:lnTo>
                    <a:pt x="14770" y="7864"/>
                  </a:lnTo>
                  <a:lnTo>
                    <a:pt x="14436" y="1247"/>
                  </a:lnTo>
                  <a:lnTo>
                    <a:pt x="1698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h1139"/>
            <p:cNvSpPr/>
            <p:nvPr/>
          </p:nvSpPr>
          <p:spPr>
            <a:xfrm>
              <a:off x="2021965" y="2842834"/>
              <a:ext cx="31245" cy="46858"/>
            </a:xfrm>
            <a:custGeom>
              <a:avLst/>
              <a:pathLst>
                <a:path w="31245" h="46858">
                  <a:moveTo>
                    <a:pt x="27251" y="653"/>
                  </a:moveTo>
                  <a:lnTo>
                    <a:pt x="29432" y="4043"/>
                  </a:lnTo>
                  <a:lnTo>
                    <a:pt x="28671" y="7361"/>
                  </a:lnTo>
                  <a:lnTo>
                    <a:pt x="30421" y="10045"/>
                  </a:lnTo>
                  <a:lnTo>
                    <a:pt x="29578" y="15948"/>
                  </a:lnTo>
                  <a:lnTo>
                    <a:pt x="28919" y="18004"/>
                  </a:lnTo>
                  <a:lnTo>
                    <a:pt x="28012" y="18497"/>
                  </a:lnTo>
                  <a:lnTo>
                    <a:pt x="26633" y="23494"/>
                  </a:lnTo>
                  <a:lnTo>
                    <a:pt x="26711" y="28176"/>
                  </a:lnTo>
                  <a:lnTo>
                    <a:pt x="27321" y="31253"/>
                  </a:lnTo>
                  <a:lnTo>
                    <a:pt x="29097" y="32390"/>
                  </a:lnTo>
                  <a:lnTo>
                    <a:pt x="30784" y="32465"/>
                  </a:lnTo>
                  <a:lnTo>
                    <a:pt x="31245" y="32811"/>
                  </a:lnTo>
                  <a:lnTo>
                    <a:pt x="30522" y="35545"/>
                  </a:lnTo>
                  <a:lnTo>
                    <a:pt x="28749" y="34842"/>
                  </a:lnTo>
                  <a:lnTo>
                    <a:pt x="23922" y="40999"/>
                  </a:lnTo>
                  <a:lnTo>
                    <a:pt x="19782" y="46858"/>
                  </a:lnTo>
                  <a:lnTo>
                    <a:pt x="18331" y="42789"/>
                  </a:lnTo>
                  <a:lnTo>
                    <a:pt x="16509" y="40774"/>
                  </a:lnTo>
                  <a:lnTo>
                    <a:pt x="13874" y="35214"/>
                  </a:lnTo>
                  <a:lnTo>
                    <a:pt x="13510" y="31550"/>
                  </a:lnTo>
                  <a:lnTo>
                    <a:pt x="7854" y="31342"/>
                  </a:lnTo>
                  <a:lnTo>
                    <a:pt x="6059" y="34062"/>
                  </a:lnTo>
                  <a:lnTo>
                    <a:pt x="1741" y="34255"/>
                  </a:lnTo>
                  <a:lnTo>
                    <a:pt x="230" y="31986"/>
                  </a:lnTo>
                  <a:lnTo>
                    <a:pt x="0" y="28671"/>
                  </a:lnTo>
                  <a:lnTo>
                    <a:pt x="1224" y="26020"/>
                  </a:lnTo>
                  <a:lnTo>
                    <a:pt x="5712" y="25433"/>
                  </a:lnTo>
                  <a:lnTo>
                    <a:pt x="6157" y="24602"/>
                  </a:lnTo>
                  <a:lnTo>
                    <a:pt x="3453" y="19511"/>
                  </a:lnTo>
                  <a:lnTo>
                    <a:pt x="4778" y="17875"/>
                  </a:lnTo>
                  <a:lnTo>
                    <a:pt x="15839" y="17859"/>
                  </a:lnTo>
                  <a:lnTo>
                    <a:pt x="20496" y="15898"/>
                  </a:lnTo>
                  <a:lnTo>
                    <a:pt x="20554" y="14598"/>
                  </a:lnTo>
                  <a:lnTo>
                    <a:pt x="18030" y="11414"/>
                  </a:lnTo>
                  <a:lnTo>
                    <a:pt x="15173" y="4580"/>
                  </a:lnTo>
                  <a:lnTo>
                    <a:pt x="15068" y="123"/>
                  </a:lnTo>
                  <a:lnTo>
                    <a:pt x="16595" y="998"/>
                  </a:lnTo>
                  <a:lnTo>
                    <a:pt x="24362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h1140"/>
            <p:cNvSpPr/>
            <p:nvPr/>
          </p:nvSpPr>
          <p:spPr>
            <a:xfrm>
              <a:off x="2009335" y="2823640"/>
              <a:ext cx="39881" cy="38706"/>
            </a:xfrm>
            <a:custGeom>
              <a:avLst/>
              <a:pathLst>
                <a:path w="39881" h="38706">
                  <a:moveTo>
                    <a:pt x="22722" y="571"/>
                  </a:moveTo>
                  <a:lnTo>
                    <a:pt x="24380" y="2614"/>
                  </a:lnTo>
                  <a:lnTo>
                    <a:pt x="25905" y="5734"/>
                  </a:lnTo>
                  <a:lnTo>
                    <a:pt x="26435" y="10378"/>
                  </a:lnTo>
                  <a:lnTo>
                    <a:pt x="27812" y="12598"/>
                  </a:lnTo>
                  <a:lnTo>
                    <a:pt x="31016" y="11692"/>
                  </a:lnTo>
                  <a:lnTo>
                    <a:pt x="32138" y="12225"/>
                  </a:lnTo>
                  <a:lnTo>
                    <a:pt x="38689" y="16643"/>
                  </a:lnTo>
                  <a:lnTo>
                    <a:pt x="39881" y="19847"/>
                  </a:lnTo>
                  <a:lnTo>
                    <a:pt x="36992" y="19194"/>
                  </a:lnTo>
                  <a:lnTo>
                    <a:pt x="29225" y="20192"/>
                  </a:lnTo>
                  <a:lnTo>
                    <a:pt x="27697" y="19318"/>
                  </a:lnTo>
                  <a:lnTo>
                    <a:pt x="27802" y="23774"/>
                  </a:lnTo>
                  <a:lnTo>
                    <a:pt x="30660" y="30609"/>
                  </a:lnTo>
                  <a:lnTo>
                    <a:pt x="33183" y="33793"/>
                  </a:lnTo>
                  <a:lnTo>
                    <a:pt x="33126" y="35092"/>
                  </a:lnTo>
                  <a:lnTo>
                    <a:pt x="28469" y="37054"/>
                  </a:lnTo>
                  <a:lnTo>
                    <a:pt x="17408" y="37069"/>
                  </a:lnTo>
                  <a:lnTo>
                    <a:pt x="16083" y="38706"/>
                  </a:lnTo>
                  <a:lnTo>
                    <a:pt x="14394" y="38365"/>
                  </a:lnTo>
                  <a:lnTo>
                    <a:pt x="11020" y="31857"/>
                  </a:lnTo>
                  <a:lnTo>
                    <a:pt x="4540" y="28826"/>
                  </a:lnTo>
                  <a:lnTo>
                    <a:pt x="8511" y="25353"/>
                  </a:lnTo>
                  <a:lnTo>
                    <a:pt x="2812" y="22372"/>
                  </a:lnTo>
                  <a:lnTo>
                    <a:pt x="938" y="21462"/>
                  </a:lnTo>
                  <a:lnTo>
                    <a:pt x="0" y="17934"/>
                  </a:lnTo>
                  <a:lnTo>
                    <a:pt x="5179" y="17604"/>
                  </a:lnTo>
                  <a:lnTo>
                    <a:pt x="11499" y="14085"/>
                  </a:lnTo>
                  <a:lnTo>
                    <a:pt x="18951" y="8336"/>
                  </a:lnTo>
                  <a:lnTo>
                    <a:pt x="20367" y="5544"/>
                  </a:lnTo>
                  <a:lnTo>
                    <a:pt x="18710" y="2224"/>
                  </a:lnTo>
                  <a:lnTo>
                    <a:pt x="202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h1141"/>
            <p:cNvSpPr/>
            <p:nvPr/>
          </p:nvSpPr>
          <p:spPr>
            <a:xfrm>
              <a:off x="1979905" y="2789565"/>
              <a:ext cx="49797" cy="67048"/>
            </a:xfrm>
            <a:custGeom>
              <a:avLst/>
              <a:pathLst>
                <a:path w="49797" h="67048">
                  <a:moveTo>
                    <a:pt x="29684" y="4773"/>
                  </a:moveTo>
                  <a:lnTo>
                    <a:pt x="28950" y="5543"/>
                  </a:lnTo>
                  <a:lnTo>
                    <a:pt x="28894" y="7346"/>
                  </a:lnTo>
                  <a:lnTo>
                    <a:pt x="30040" y="11429"/>
                  </a:lnTo>
                  <a:lnTo>
                    <a:pt x="33753" y="11836"/>
                  </a:lnTo>
                  <a:lnTo>
                    <a:pt x="34385" y="12576"/>
                  </a:lnTo>
                  <a:lnTo>
                    <a:pt x="34576" y="13691"/>
                  </a:lnTo>
                  <a:lnTo>
                    <a:pt x="32444" y="16246"/>
                  </a:lnTo>
                  <a:lnTo>
                    <a:pt x="32577" y="18634"/>
                  </a:lnTo>
                  <a:lnTo>
                    <a:pt x="33731" y="19475"/>
                  </a:lnTo>
                  <a:lnTo>
                    <a:pt x="36005" y="19331"/>
                  </a:lnTo>
                  <a:lnTo>
                    <a:pt x="37723" y="17118"/>
                  </a:lnTo>
                  <a:lnTo>
                    <a:pt x="39964" y="17215"/>
                  </a:lnTo>
                  <a:lnTo>
                    <a:pt x="40885" y="18295"/>
                  </a:lnTo>
                  <a:lnTo>
                    <a:pt x="41352" y="24245"/>
                  </a:lnTo>
                  <a:lnTo>
                    <a:pt x="42423" y="24773"/>
                  </a:lnTo>
                  <a:lnTo>
                    <a:pt x="43983" y="23849"/>
                  </a:lnTo>
                  <a:lnTo>
                    <a:pt x="46909" y="25430"/>
                  </a:lnTo>
                  <a:lnTo>
                    <a:pt x="46872" y="28358"/>
                  </a:lnTo>
                  <a:lnTo>
                    <a:pt x="48130" y="32540"/>
                  </a:lnTo>
                  <a:lnTo>
                    <a:pt x="49665" y="34075"/>
                  </a:lnTo>
                  <a:lnTo>
                    <a:pt x="48140" y="36299"/>
                  </a:lnTo>
                  <a:lnTo>
                    <a:pt x="49797" y="39619"/>
                  </a:lnTo>
                  <a:lnTo>
                    <a:pt x="48381" y="42411"/>
                  </a:lnTo>
                  <a:lnTo>
                    <a:pt x="40929" y="48160"/>
                  </a:lnTo>
                  <a:lnTo>
                    <a:pt x="34609" y="51679"/>
                  </a:lnTo>
                  <a:lnTo>
                    <a:pt x="29430" y="52009"/>
                  </a:lnTo>
                  <a:lnTo>
                    <a:pt x="30369" y="55537"/>
                  </a:lnTo>
                  <a:lnTo>
                    <a:pt x="32242" y="56447"/>
                  </a:lnTo>
                  <a:lnTo>
                    <a:pt x="32722" y="58645"/>
                  </a:lnTo>
                  <a:lnTo>
                    <a:pt x="26410" y="61436"/>
                  </a:lnTo>
                  <a:lnTo>
                    <a:pt x="26755" y="64884"/>
                  </a:lnTo>
                  <a:lnTo>
                    <a:pt x="25828" y="67048"/>
                  </a:lnTo>
                  <a:lnTo>
                    <a:pt x="20413" y="56553"/>
                  </a:lnTo>
                  <a:lnTo>
                    <a:pt x="14961" y="50906"/>
                  </a:lnTo>
                  <a:lnTo>
                    <a:pt x="13071" y="47221"/>
                  </a:lnTo>
                  <a:lnTo>
                    <a:pt x="15877" y="43244"/>
                  </a:lnTo>
                  <a:lnTo>
                    <a:pt x="13063" y="42345"/>
                  </a:lnTo>
                  <a:lnTo>
                    <a:pt x="10356" y="43904"/>
                  </a:lnTo>
                  <a:lnTo>
                    <a:pt x="3180" y="37570"/>
                  </a:lnTo>
                  <a:lnTo>
                    <a:pt x="925" y="37007"/>
                  </a:lnTo>
                  <a:lnTo>
                    <a:pt x="0" y="35562"/>
                  </a:lnTo>
                  <a:lnTo>
                    <a:pt x="3149" y="30457"/>
                  </a:lnTo>
                  <a:lnTo>
                    <a:pt x="5539" y="29915"/>
                  </a:lnTo>
                  <a:lnTo>
                    <a:pt x="5817" y="27623"/>
                  </a:lnTo>
                  <a:lnTo>
                    <a:pt x="5143" y="27522"/>
                  </a:lnTo>
                  <a:lnTo>
                    <a:pt x="8615" y="25004"/>
                  </a:lnTo>
                  <a:lnTo>
                    <a:pt x="10117" y="25129"/>
                  </a:lnTo>
                  <a:lnTo>
                    <a:pt x="10995" y="27004"/>
                  </a:lnTo>
                  <a:lnTo>
                    <a:pt x="12200" y="27434"/>
                  </a:lnTo>
                  <a:lnTo>
                    <a:pt x="14345" y="23931"/>
                  </a:lnTo>
                  <a:lnTo>
                    <a:pt x="9361" y="21291"/>
                  </a:lnTo>
                  <a:lnTo>
                    <a:pt x="16072" y="16116"/>
                  </a:lnTo>
                  <a:lnTo>
                    <a:pt x="21804" y="13450"/>
                  </a:lnTo>
                  <a:lnTo>
                    <a:pt x="22088" y="12709"/>
                  </a:lnTo>
                  <a:lnTo>
                    <a:pt x="17711" y="7782"/>
                  </a:lnTo>
                  <a:lnTo>
                    <a:pt x="19055" y="2671"/>
                  </a:lnTo>
                  <a:lnTo>
                    <a:pt x="19605" y="2142"/>
                  </a:lnTo>
                  <a:lnTo>
                    <a:pt x="23426" y="2591"/>
                  </a:lnTo>
                  <a:lnTo>
                    <a:pt x="26028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h1142"/>
            <p:cNvSpPr/>
            <p:nvPr/>
          </p:nvSpPr>
          <p:spPr>
            <a:xfrm>
              <a:off x="1848575" y="2753773"/>
              <a:ext cx="1108" cy="1553"/>
            </a:xfrm>
            <a:custGeom>
              <a:avLst/>
              <a:pathLst>
                <a:path w="1108" h="1553">
                  <a:moveTo>
                    <a:pt x="959" y="522"/>
                  </a:moveTo>
                  <a:lnTo>
                    <a:pt x="1108" y="1553"/>
                  </a:lnTo>
                  <a:lnTo>
                    <a:pt x="224" y="1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h1143"/>
            <p:cNvSpPr/>
            <p:nvPr/>
          </p:nvSpPr>
          <p:spPr>
            <a:xfrm>
              <a:off x="1877788" y="2697141"/>
              <a:ext cx="96636" cy="87112"/>
            </a:xfrm>
            <a:custGeom>
              <a:avLst/>
              <a:pathLst>
                <a:path w="96636" h="87112">
                  <a:moveTo>
                    <a:pt x="4995" y="7027"/>
                  </a:moveTo>
                  <a:lnTo>
                    <a:pt x="5358" y="14130"/>
                  </a:lnTo>
                  <a:lnTo>
                    <a:pt x="7333" y="19769"/>
                  </a:lnTo>
                  <a:lnTo>
                    <a:pt x="8475" y="20886"/>
                  </a:lnTo>
                  <a:lnTo>
                    <a:pt x="12709" y="29336"/>
                  </a:lnTo>
                  <a:lnTo>
                    <a:pt x="22036" y="44549"/>
                  </a:lnTo>
                  <a:lnTo>
                    <a:pt x="30608" y="49158"/>
                  </a:lnTo>
                  <a:lnTo>
                    <a:pt x="35204" y="46949"/>
                  </a:lnTo>
                  <a:lnTo>
                    <a:pt x="36126" y="58880"/>
                  </a:lnTo>
                  <a:lnTo>
                    <a:pt x="40227" y="57416"/>
                  </a:lnTo>
                  <a:lnTo>
                    <a:pt x="43309" y="54558"/>
                  </a:lnTo>
                  <a:lnTo>
                    <a:pt x="50996" y="54996"/>
                  </a:lnTo>
                  <a:lnTo>
                    <a:pt x="51879" y="56103"/>
                  </a:lnTo>
                  <a:lnTo>
                    <a:pt x="54371" y="55656"/>
                  </a:lnTo>
                  <a:lnTo>
                    <a:pt x="55038" y="54109"/>
                  </a:lnTo>
                  <a:lnTo>
                    <a:pt x="56953" y="51814"/>
                  </a:lnTo>
                  <a:lnTo>
                    <a:pt x="59126" y="52260"/>
                  </a:lnTo>
                  <a:lnTo>
                    <a:pt x="60319" y="55692"/>
                  </a:lnTo>
                  <a:lnTo>
                    <a:pt x="62027" y="56483"/>
                  </a:lnTo>
                  <a:lnTo>
                    <a:pt x="67507" y="56654"/>
                  </a:lnTo>
                  <a:lnTo>
                    <a:pt x="67870" y="53976"/>
                  </a:lnTo>
                  <a:lnTo>
                    <a:pt x="72067" y="52546"/>
                  </a:lnTo>
                  <a:lnTo>
                    <a:pt x="76239" y="52260"/>
                  </a:lnTo>
                  <a:lnTo>
                    <a:pt x="76228" y="53327"/>
                  </a:lnTo>
                  <a:lnTo>
                    <a:pt x="82802" y="54734"/>
                  </a:lnTo>
                  <a:lnTo>
                    <a:pt x="88069" y="54995"/>
                  </a:lnTo>
                  <a:lnTo>
                    <a:pt x="89379" y="54244"/>
                  </a:lnTo>
                  <a:lnTo>
                    <a:pt x="91394" y="55277"/>
                  </a:lnTo>
                  <a:lnTo>
                    <a:pt x="91706" y="56330"/>
                  </a:lnTo>
                  <a:lnTo>
                    <a:pt x="96636" y="54180"/>
                  </a:lnTo>
                  <a:lnTo>
                    <a:pt x="96268" y="60464"/>
                  </a:lnTo>
                  <a:lnTo>
                    <a:pt x="95439" y="59047"/>
                  </a:lnTo>
                  <a:lnTo>
                    <a:pt x="92903" y="59137"/>
                  </a:lnTo>
                  <a:lnTo>
                    <a:pt x="86695" y="64818"/>
                  </a:lnTo>
                  <a:lnTo>
                    <a:pt x="86772" y="68970"/>
                  </a:lnTo>
                  <a:lnTo>
                    <a:pt x="88014" y="69866"/>
                  </a:lnTo>
                  <a:lnTo>
                    <a:pt x="87400" y="73791"/>
                  </a:lnTo>
                  <a:lnTo>
                    <a:pt x="84355" y="76124"/>
                  </a:lnTo>
                  <a:lnTo>
                    <a:pt x="79891" y="77289"/>
                  </a:lnTo>
                  <a:lnTo>
                    <a:pt x="75923" y="76597"/>
                  </a:lnTo>
                  <a:lnTo>
                    <a:pt x="74318" y="73439"/>
                  </a:lnTo>
                  <a:lnTo>
                    <a:pt x="69418" y="73014"/>
                  </a:lnTo>
                  <a:lnTo>
                    <a:pt x="64042" y="73885"/>
                  </a:lnTo>
                  <a:lnTo>
                    <a:pt x="65518" y="82266"/>
                  </a:lnTo>
                  <a:lnTo>
                    <a:pt x="64494" y="82560"/>
                  </a:lnTo>
                  <a:lnTo>
                    <a:pt x="62071" y="78468"/>
                  </a:lnTo>
                  <a:lnTo>
                    <a:pt x="58232" y="79489"/>
                  </a:lnTo>
                  <a:lnTo>
                    <a:pt x="50130" y="79355"/>
                  </a:lnTo>
                  <a:lnTo>
                    <a:pt x="44772" y="74150"/>
                  </a:lnTo>
                  <a:lnTo>
                    <a:pt x="42478" y="73870"/>
                  </a:lnTo>
                  <a:lnTo>
                    <a:pt x="43899" y="77190"/>
                  </a:lnTo>
                  <a:lnTo>
                    <a:pt x="42582" y="78907"/>
                  </a:lnTo>
                  <a:lnTo>
                    <a:pt x="41729" y="79125"/>
                  </a:lnTo>
                  <a:lnTo>
                    <a:pt x="38883" y="77178"/>
                  </a:lnTo>
                  <a:lnTo>
                    <a:pt x="35996" y="78342"/>
                  </a:lnTo>
                  <a:lnTo>
                    <a:pt x="34818" y="78935"/>
                  </a:lnTo>
                  <a:lnTo>
                    <a:pt x="33948" y="81897"/>
                  </a:lnTo>
                  <a:lnTo>
                    <a:pt x="27132" y="84910"/>
                  </a:lnTo>
                  <a:lnTo>
                    <a:pt x="26272" y="84516"/>
                  </a:lnTo>
                  <a:lnTo>
                    <a:pt x="24493" y="87112"/>
                  </a:lnTo>
                  <a:lnTo>
                    <a:pt x="17311" y="70320"/>
                  </a:lnTo>
                  <a:lnTo>
                    <a:pt x="5983" y="49559"/>
                  </a:lnTo>
                  <a:lnTo>
                    <a:pt x="1136" y="38957"/>
                  </a:lnTo>
                  <a:lnTo>
                    <a:pt x="191" y="32682"/>
                  </a:lnTo>
                  <a:lnTo>
                    <a:pt x="1746" y="12531"/>
                  </a:lnTo>
                  <a:lnTo>
                    <a:pt x="0" y="0"/>
                  </a:lnTo>
                  <a:lnTo>
                    <a:pt x="3237" y="7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h1144"/>
            <p:cNvSpPr/>
            <p:nvPr/>
          </p:nvSpPr>
          <p:spPr>
            <a:xfrm>
              <a:off x="1866820" y="2660441"/>
              <a:ext cx="60642" cy="57586"/>
            </a:xfrm>
            <a:custGeom>
              <a:avLst/>
              <a:pathLst>
                <a:path w="60642" h="57586">
                  <a:moveTo>
                    <a:pt x="9531" y="0"/>
                  </a:moveTo>
                  <a:lnTo>
                    <a:pt x="10479" y="4596"/>
                  </a:lnTo>
                  <a:lnTo>
                    <a:pt x="11923" y="6862"/>
                  </a:lnTo>
                  <a:lnTo>
                    <a:pt x="17312" y="9178"/>
                  </a:lnTo>
                  <a:lnTo>
                    <a:pt x="20537" y="9658"/>
                  </a:lnTo>
                  <a:lnTo>
                    <a:pt x="23594" y="11440"/>
                  </a:lnTo>
                  <a:lnTo>
                    <a:pt x="25297" y="13414"/>
                  </a:lnTo>
                  <a:lnTo>
                    <a:pt x="25405" y="14716"/>
                  </a:lnTo>
                  <a:lnTo>
                    <a:pt x="23345" y="16319"/>
                  </a:lnTo>
                  <a:lnTo>
                    <a:pt x="27620" y="19461"/>
                  </a:lnTo>
                  <a:lnTo>
                    <a:pt x="27877" y="16628"/>
                  </a:lnTo>
                  <a:lnTo>
                    <a:pt x="29138" y="14987"/>
                  </a:lnTo>
                  <a:lnTo>
                    <a:pt x="33822" y="15509"/>
                  </a:lnTo>
                  <a:lnTo>
                    <a:pt x="36628" y="17310"/>
                  </a:lnTo>
                  <a:lnTo>
                    <a:pt x="42239" y="18318"/>
                  </a:lnTo>
                  <a:lnTo>
                    <a:pt x="42012" y="23221"/>
                  </a:lnTo>
                  <a:lnTo>
                    <a:pt x="43600" y="27295"/>
                  </a:lnTo>
                  <a:lnTo>
                    <a:pt x="48418" y="29875"/>
                  </a:lnTo>
                  <a:lnTo>
                    <a:pt x="50434" y="27314"/>
                  </a:lnTo>
                  <a:lnTo>
                    <a:pt x="52178" y="27049"/>
                  </a:lnTo>
                  <a:lnTo>
                    <a:pt x="55225" y="31507"/>
                  </a:lnTo>
                  <a:lnTo>
                    <a:pt x="55885" y="36155"/>
                  </a:lnTo>
                  <a:lnTo>
                    <a:pt x="59322" y="35873"/>
                  </a:lnTo>
                  <a:lnTo>
                    <a:pt x="60642" y="41304"/>
                  </a:lnTo>
                  <a:lnTo>
                    <a:pt x="50330" y="45020"/>
                  </a:lnTo>
                  <a:lnTo>
                    <a:pt x="47325" y="44675"/>
                  </a:lnTo>
                  <a:lnTo>
                    <a:pt x="47703" y="42997"/>
                  </a:lnTo>
                  <a:lnTo>
                    <a:pt x="46967" y="42091"/>
                  </a:lnTo>
                  <a:lnTo>
                    <a:pt x="41936" y="44079"/>
                  </a:lnTo>
                  <a:lnTo>
                    <a:pt x="41343" y="45216"/>
                  </a:lnTo>
                  <a:lnTo>
                    <a:pt x="42106" y="48009"/>
                  </a:lnTo>
                  <a:lnTo>
                    <a:pt x="39499" y="50003"/>
                  </a:lnTo>
                  <a:lnTo>
                    <a:pt x="34645" y="49389"/>
                  </a:lnTo>
                  <a:lnTo>
                    <a:pt x="31956" y="48193"/>
                  </a:lnTo>
                  <a:lnTo>
                    <a:pt x="29953" y="45547"/>
                  </a:lnTo>
                  <a:lnTo>
                    <a:pt x="29065" y="52709"/>
                  </a:lnTo>
                  <a:lnTo>
                    <a:pt x="21299" y="54254"/>
                  </a:lnTo>
                  <a:lnTo>
                    <a:pt x="21411" y="57350"/>
                  </a:lnTo>
                  <a:lnTo>
                    <a:pt x="19443" y="57586"/>
                  </a:lnTo>
                  <a:lnTo>
                    <a:pt x="18301" y="56469"/>
                  </a:lnTo>
                  <a:lnTo>
                    <a:pt x="16326" y="50830"/>
                  </a:lnTo>
                  <a:lnTo>
                    <a:pt x="15963" y="43727"/>
                  </a:lnTo>
                  <a:lnTo>
                    <a:pt x="14205" y="36770"/>
                  </a:lnTo>
                  <a:lnTo>
                    <a:pt x="10967" y="36699"/>
                  </a:lnTo>
                  <a:lnTo>
                    <a:pt x="7130" y="21590"/>
                  </a:lnTo>
                  <a:lnTo>
                    <a:pt x="0" y="4278"/>
                  </a:lnTo>
                  <a:lnTo>
                    <a:pt x="1131" y="4067"/>
                  </a:lnTo>
                  <a:lnTo>
                    <a:pt x="5321" y="12621"/>
                  </a:lnTo>
                  <a:lnTo>
                    <a:pt x="6870" y="13612"/>
                  </a:lnTo>
                  <a:lnTo>
                    <a:pt x="9810" y="13629"/>
                  </a:lnTo>
                  <a:lnTo>
                    <a:pt x="10576" y="11890"/>
                  </a:lnTo>
                  <a:lnTo>
                    <a:pt x="10160" y="8521"/>
                  </a:lnTo>
                  <a:lnTo>
                    <a:pt x="7267" y="1731"/>
                  </a:lnTo>
                  <a:lnTo>
                    <a:pt x="7529" y="43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h1145"/>
            <p:cNvSpPr/>
            <p:nvPr/>
          </p:nvSpPr>
          <p:spPr>
            <a:xfrm>
              <a:off x="2000448" y="2870387"/>
              <a:ext cx="46530" cy="51524"/>
            </a:xfrm>
            <a:custGeom>
              <a:avLst/>
              <a:pathLst>
                <a:path w="46530" h="51524">
                  <a:moveTo>
                    <a:pt x="10690" y="5740"/>
                  </a:moveTo>
                  <a:lnTo>
                    <a:pt x="18240" y="0"/>
                  </a:lnTo>
                  <a:lnTo>
                    <a:pt x="20802" y="19"/>
                  </a:lnTo>
                  <a:lnTo>
                    <a:pt x="21517" y="1119"/>
                  </a:lnTo>
                  <a:lnTo>
                    <a:pt x="21747" y="4434"/>
                  </a:lnTo>
                  <a:lnTo>
                    <a:pt x="23259" y="6703"/>
                  </a:lnTo>
                  <a:lnTo>
                    <a:pt x="27576" y="6509"/>
                  </a:lnTo>
                  <a:lnTo>
                    <a:pt x="29371" y="3789"/>
                  </a:lnTo>
                  <a:lnTo>
                    <a:pt x="35027" y="3998"/>
                  </a:lnTo>
                  <a:lnTo>
                    <a:pt x="35391" y="7662"/>
                  </a:lnTo>
                  <a:lnTo>
                    <a:pt x="38026" y="13221"/>
                  </a:lnTo>
                  <a:lnTo>
                    <a:pt x="39848" y="15237"/>
                  </a:lnTo>
                  <a:lnTo>
                    <a:pt x="41299" y="19305"/>
                  </a:lnTo>
                  <a:lnTo>
                    <a:pt x="38065" y="20591"/>
                  </a:lnTo>
                  <a:lnTo>
                    <a:pt x="34778" y="19512"/>
                  </a:lnTo>
                  <a:lnTo>
                    <a:pt x="32730" y="20195"/>
                  </a:lnTo>
                  <a:lnTo>
                    <a:pt x="32651" y="27471"/>
                  </a:lnTo>
                  <a:lnTo>
                    <a:pt x="36759" y="25875"/>
                  </a:lnTo>
                  <a:lnTo>
                    <a:pt x="41457" y="28148"/>
                  </a:lnTo>
                  <a:lnTo>
                    <a:pt x="45066" y="34236"/>
                  </a:lnTo>
                  <a:lnTo>
                    <a:pt x="46530" y="35413"/>
                  </a:lnTo>
                  <a:lnTo>
                    <a:pt x="46517" y="40212"/>
                  </a:lnTo>
                  <a:lnTo>
                    <a:pt x="45783" y="41199"/>
                  </a:lnTo>
                  <a:lnTo>
                    <a:pt x="45835" y="50903"/>
                  </a:lnTo>
                  <a:lnTo>
                    <a:pt x="45171" y="51524"/>
                  </a:lnTo>
                  <a:lnTo>
                    <a:pt x="42113" y="48129"/>
                  </a:lnTo>
                  <a:lnTo>
                    <a:pt x="40859" y="39866"/>
                  </a:lnTo>
                  <a:lnTo>
                    <a:pt x="37227" y="36592"/>
                  </a:lnTo>
                  <a:lnTo>
                    <a:pt x="33941" y="35394"/>
                  </a:lnTo>
                  <a:lnTo>
                    <a:pt x="26176" y="26268"/>
                  </a:lnTo>
                  <a:lnTo>
                    <a:pt x="20843" y="24488"/>
                  </a:lnTo>
                  <a:lnTo>
                    <a:pt x="18237" y="22359"/>
                  </a:lnTo>
                  <a:lnTo>
                    <a:pt x="15424" y="19250"/>
                  </a:lnTo>
                  <a:lnTo>
                    <a:pt x="10588" y="10509"/>
                  </a:lnTo>
                  <a:lnTo>
                    <a:pt x="8884" y="8878"/>
                  </a:lnTo>
                  <a:lnTo>
                    <a:pt x="5638" y="7471"/>
                  </a:lnTo>
                  <a:lnTo>
                    <a:pt x="1254" y="8790"/>
                  </a:lnTo>
                  <a:lnTo>
                    <a:pt x="0" y="8716"/>
                  </a:lnTo>
                  <a:lnTo>
                    <a:pt x="5996" y="336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h1146"/>
            <p:cNvSpPr/>
            <p:nvPr/>
          </p:nvSpPr>
          <p:spPr>
            <a:xfrm>
              <a:off x="1799058" y="2820503"/>
              <a:ext cx="6134" cy="5726"/>
            </a:xfrm>
            <a:custGeom>
              <a:avLst/>
              <a:pathLst>
                <a:path w="6134" h="5726">
                  <a:moveTo>
                    <a:pt x="2477" y="5489"/>
                  </a:moveTo>
                  <a:lnTo>
                    <a:pt x="365" y="3644"/>
                  </a:lnTo>
                  <a:lnTo>
                    <a:pt x="0" y="2319"/>
                  </a:lnTo>
                  <a:lnTo>
                    <a:pt x="2446" y="0"/>
                  </a:lnTo>
                  <a:lnTo>
                    <a:pt x="6134" y="398"/>
                  </a:lnTo>
                  <a:lnTo>
                    <a:pt x="5774" y="572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h1147"/>
            <p:cNvSpPr/>
            <p:nvPr/>
          </p:nvSpPr>
          <p:spPr>
            <a:xfrm>
              <a:off x="1773118" y="2798828"/>
              <a:ext cx="16162" cy="10075"/>
            </a:xfrm>
            <a:custGeom>
              <a:avLst/>
              <a:pathLst>
                <a:path w="16162" h="10075">
                  <a:moveTo>
                    <a:pt x="15111" y="2153"/>
                  </a:moveTo>
                  <a:lnTo>
                    <a:pt x="16162" y="5405"/>
                  </a:lnTo>
                  <a:lnTo>
                    <a:pt x="13007" y="10075"/>
                  </a:lnTo>
                  <a:lnTo>
                    <a:pt x="1707" y="5484"/>
                  </a:lnTo>
                  <a:lnTo>
                    <a:pt x="0" y="3584"/>
                  </a:lnTo>
                  <a:lnTo>
                    <a:pt x="4218" y="0"/>
                  </a:lnTo>
                  <a:lnTo>
                    <a:pt x="7387" y="138"/>
                  </a:lnTo>
                  <a:lnTo>
                    <a:pt x="11444" y="169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h1148"/>
            <p:cNvSpPr/>
            <p:nvPr/>
          </p:nvSpPr>
          <p:spPr>
            <a:xfrm>
              <a:off x="1902281" y="2771012"/>
              <a:ext cx="51328" cy="50928"/>
            </a:xfrm>
            <a:custGeom>
              <a:avLst/>
              <a:pathLst>
                <a:path w="51328" h="50928">
                  <a:moveTo>
                    <a:pt x="37578" y="4598"/>
                  </a:moveTo>
                  <a:lnTo>
                    <a:pt x="40001" y="8689"/>
                  </a:lnTo>
                  <a:lnTo>
                    <a:pt x="41025" y="8395"/>
                  </a:lnTo>
                  <a:lnTo>
                    <a:pt x="44812" y="8516"/>
                  </a:lnTo>
                  <a:lnTo>
                    <a:pt x="45881" y="10067"/>
                  </a:lnTo>
                  <a:lnTo>
                    <a:pt x="44219" y="12406"/>
                  </a:lnTo>
                  <a:lnTo>
                    <a:pt x="44310" y="16009"/>
                  </a:lnTo>
                  <a:lnTo>
                    <a:pt x="47925" y="19664"/>
                  </a:lnTo>
                  <a:lnTo>
                    <a:pt x="48449" y="24631"/>
                  </a:lnTo>
                  <a:lnTo>
                    <a:pt x="46595" y="26112"/>
                  </a:lnTo>
                  <a:lnTo>
                    <a:pt x="46217" y="28230"/>
                  </a:lnTo>
                  <a:lnTo>
                    <a:pt x="47688" y="31262"/>
                  </a:lnTo>
                  <a:lnTo>
                    <a:pt x="51328" y="33073"/>
                  </a:lnTo>
                  <a:lnTo>
                    <a:pt x="49789" y="35883"/>
                  </a:lnTo>
                  <a:lnTo>
                    <a:pt x="48248" y="37053"/>
                  </a:lnTo>
                  <a:lnTo>
                    <a:pt x="43781" y="37578"/>
                  </a:lnTo>
                  <a:lnTo>
                    <a:pt x="42619" y="38383"/>
                  </a:lnTo>
                  <a:lnTo>
                    <a:pt x="41891" y="43887"/>
                  </a:lnTo>
                  <a:lnTo>
                    <a:pt x="40114" y="45871"/>
                  </a:lnTo>
                  <a:lnTo>
                    <a:pt x="36950" y="45253"/>
                  </a:lnTo>
                  <a:lnTo>
                    <a:pt x="35331" y="48547"/>
                  </a:lnTo>
                  <a:lnTo>
                    <a:pt x="35338" y="50247"/>
                  </a:lnTo>
                  <a:lnTo>
                    <a:pt x="31552" y="50928"/>
                  </a:lnTo>
                  <a:lnTo>
                    <a:pt x="30002" y="49432"/>
                  </a:lnTo>
                  <a:lnTo>
                    <a:pt x="30415" y="48452"/>
                  </a:lnTo>
                  <a:lnTo>
                    <a:pt x="27300" y="47775"/>
                  </a:lnTo>
                  <a:lnTo>
                    <a:pt x="24377" y="49219"/>
                  </a:lnTo>
                  <a:lnTo>
                    <a:pt x="30791" y="38479"/>
                  </a:lnTo>
                  <a:lnTo>
                    <a:pt x="29754" y="32327"/>
                  </a:lnTo>
                  <a:lnTo>
                    <a:pt x="25528" y="27734"/>
                  </a:lnTo>
                  <a:lnTo>
                    <a:pt x="24479" y="27608"/>
                  </a:lnTo>
                  <a:lnTo>
                    <a:pt x="23002" y="29182"/>
                  </a:lnTo>
                  <a:lnTo>
                    <a:pt x="21575" y="29496"/>
                  </a:lnTo>
                  <a:lnTo>
                    <a:pt x="4062" y="17298"/>
                  </a:lnTo>
                  <a:lnTo>
                    <a:pt x="0" y="13241"/>
                  </a:lnTo>
                  <a:lnTo>
                    <a:pt x="1779" y="10645"/>
                  </a:lnTo>
                  <a:lnTo>
                    <a:pt x="2639" y="11040"/>
                  </a:lnTo>
                  <a:lnTo>
                    <a:pt x="9455" y="8027"/>
                  </a:lnTo>
                  <a:lnTo>
                    <a:pt x="10324" y="5064"/>
                  </a:lnTo>
                  <a:lnTo>
                    <a:pt x="11502" y="4471"/>
                  </a:lnTo>
                  <a:lnTo>
                    <a:pt x="14390" y="3308"/>
                  </a:lnTo>
                  <a:lnTo>
                    <a:pt x="17236" y="5255"/>
                  </a:lnTo>
                  <a:lnTo>
                    <a:pt x="18088" y="5036"/>
                  </a:lnTo>
                  <a:lnTo>
                    <a:pt x="19405" y="3320"/>
                  </a:lnTo>
                  <a:lnTo>
                    <a:pt x="17985" y="0"/>
                  </a:lnTo>
                  <a:lnTo>
                    <a:pt x="20279" y="279"/>
                  </a:lnTo>
                  <a:lnTo>
                    <a:pt x="25636" y="5484"/>
                  </a:lnTo>
                  <a:lnTo>
                    <a:pt x="33738" y="561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h1149"/>
            <p:cNvSpPr/>
            <p:nvPr/>
          </p:nvSpPr>
          <p:spPr>
            <a:xfrm>
              <a:off x="1754553" y="2772034"/>
              <a:ext cx="17265" cy="19139"/>
            </a:xfrm>
            <a:custGeom>
              <a:avLst/>
              <a:pathLst>
                <a:path w="17265" h="19139">
                  <a:moveTo>
                    <a:pt x="14175" y="5089"/>
                  </a:moveTo>
                  <a:lnTo>
                    <a:pt x="17265" y="12704"/>
                  </a:lnTo>
                  <a:lnTo>
                    <a:pt x="16412" y="16554"/>
                  </a:lnTo>
                  <a:lnTo>
                    <a:pt x="14071" y="19139"/>
                  </a:lnTo>
                  <a:lnTo>
                    <a:pt x="2581" y="12514"/>
                  </a:lnTo>
                  <a:lnTo>
                    <a:pt x="0" y="0"/>
                  </a:lnTo>
                  <a:lnTo>
                    <a:pt x="6376" y="591"/>
                  </a:lnTo>
                  <a:lnTo>
                    <a:pt x="12482" y="350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h1150"/>
            <p:cNvSpPr/>
            <p:nvPr/>
          </p:nvSpPr>
          <p:spPr>
            <a:xfrm>
              <a:off x="1750628" y="2761298"/>
              <a:ext cx="3586" cy="6040"/>
            </a:xfrm>
            <a:custGeom>
              <a:avLst/>
              <a:pathLst>
                <a:path w="3586" h="6040">
                  <a:moveTo>
                    <a:pt x="0" y="3141"/>
                  </a:moveTo>
                  <a:lnTo>
                    <a:pt x="1842" y="0"/>
                  </a:lnTo>
                  <a:lnTo>
                    <a:pt x="3586" y="4696"/>
                  </a:lnTo>
                  <a:lnTo>
                    <a:pt x="1185" y="604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h1151"/>
            <p:cNvSpPr/>
            <p:nvPr/>
          </p:nvSpPr>
          <p:spPr>
            <a:xfrm>
              <a:off x="1890280" y="2867900"/>
              <a:ext cx="69162" cy="42594"/>
            </a:xfrm>
            <a:custGeom>
              <a:avLst/>
              <a:pathLst>
                <a:path w="69162" h="42594">
                  <a:moveTo>
                    <a:pt x="64160" y="1412"/>
                  </a:moveTo>
                  <a:lnTo>
                    <a:pt x="69162" y="6813"/>
                  </a:lnTo>
                  <a:lnTo>
                    <a:pt x="68303" y="12369"/>
                  </a:lnTo>
                  <a:lnTo>
                    <a:pt x="58878" y="8973"/>
                  </a:lnTo>
                  <a:lnTo>
                    <a:pt x="54906" y="9192"/>
                  </a:lnTo>
                  <a:lnTo>
                    <a:pt x="53674" y="10206"/>
                  </a:lnTo>
                  <a:lnTo>
                    <a:pt x="47199" y="15558"/>
                  </a:lnTo>
                  <a:lnTo>
                    <a:pt x="45122" y="18182"/>
                  </a:lnTo>
                  <a:lnTo>
                    <a:pt x="42755" y="24365"/>
                  </a:lnTo>
                  <a:lnTo>
                    <a:pt x="43087" y="26631"/>
                  </a:lnTo>
                  <a:lnTo>
                    <a:pt x="44149" y="27125"/>
                  </a:lnTo>
                  <a:lnTo>
                    <a:pt x="42706" y="30346"/>
                  </a:lnTo>
                  <a:lnTo>
                    <a:pt x="39317" y="29626"/>
                  </a:lnTo>
                  <a:lnTo>
                    <a:pt x="35334" y="32671"/>
                  </a:lnTo>
                  <a:lnTo>
                    <a:pt x="32846" y="38342"/>
                  </a:lnTo>
                  <a:lnTo>
                    <a:pt x="31734" y="39971"/>
                  </a:lnTo>
                  <a:lnTo>
                    <a:pt x="29508" y="41288"/>
                  </a:lnTo>
                  <a:lnTo>
                    <a:pt x="29158" y="42594"/>
                  </a:lnTo>
                  <a:lnTo>
                    <a:pt x="28403" y="42347"/>
                  </a:lnTo>
                  <a:lnTo>
                    <a:pt x="25076" y="34637"/>
                  </a:lnTo>
                  <a:lnTo>
                    <a:pt x="21203" y="30908"/>
                  </a:lnTo>
                  <a:lnTo>
                    <a:pt x="19232" y="30539"/>
                  </a:lnTo>
                  <a:lnTo>
                    <a:pt x="15932" y="33276"/>
                  </a:lnTo>
                  <a:lnTo>
                    <a:pt x="13245" y="33925"/>
                  </a:lnTo>
                  <a:lnTo>
                    <a:pt x="0" y="28931"/>
                  </a:lnTo>
                  <a:lnTo>
                    <a:pt x="12925" y="12570"/>
                  </a:lnTo>
                  <a:lnTo>
                    <a:pt x="15019" y="8467"/>
                  </a:lnTo>
                  <a:lnTo>
                    <a:pt x="20831" y="4605"/>
                  </a:lnTo>
                  <a:lnTo>
                    <a:pt x="24832" y="8724"/>
                  </a:lnTo>
                  <a:lnTo>
                    <a:pt x="19232" y="15283"/>
                  </a:lnTo>
                  <a:lnTo>
                    <a:pt x="21158" y="18585"/>
                  </a:lnTo>
                  <a:lnTo>
                    <a:pt x="26433" y="16315"/>
                  </a:lnTo>
                  <a:lnTo>
                    <a:pt x="29175" y="12688"/>
                  </a:lnTo>
                  <a:lnTo>
                    <a:pt x="33061" y="11940"/>
                  </a:lnTo>
                  <a:lnTo>
                    <a:pt x="37500" y="5870"/>
                  </a:lnTo>
                  <a:lnTo>
                    <a:pt x="55918" y="4082"/>
                  </a:lnTo>
                  <a:lnTo>
                    <a:pt x="60065" y="1369"/>
                  </a:lnTo>
                  <a:lnTo>
                    <a:pt x="60581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h1152"/>
            <p:cNvSpPr/>
            <p:nvPr/>
          </p:nvSpPr>
          <p:spPr>
            <a:xfrm>
              <a:off x="1988040" y="2846012"/>
              <a:ext cx="40082" cy="33091"/>
            </a:xfrm>
            <a:custGeom>
              <a:avLst/>
              <a:pathLst>
                <a:path w="40082" h="33091">
                  <a:moveTo>
                    <a:pt x="29806" y="2981"/>
                  </a:moveTo>
                  <a:lnTo>
                    <a:pt x="25836" y="6454"/>
                  </a:lnTo>
                  <a:lnTo>
                    <a:pt x="32315" y="9485"/>
                  </a:lnTo>
                  <a:lnTo>
                    <a:pt x="35689" y="15992"/>
                  </a:lnTo>
                  <a:lnTo>
                    <a:pt x="37378" y="16333"/>
                  </a:lnTo>
                  <a:lnTo>
                    <a:pt x="40082" y="21424"/>
                  </a:lnTo>
                  <a:lnTo>
                    <a:pt x="39638" y="22255"/>
                  </a:lnTo>
                  <a:lnTo>
                    <a:pt x="35149" y="22842"/>
                  </a:lnTo>
                  <a:lnTo>
                    <a:pt x="33925" y="25493"/>
                  </a:lnTo>
                  <a:lnTo>
                    <a:pt x="33210" y="24394"/>
                  </a:lnTo>
                  <a:lnTo>
                    <a:pt x="30648" y="24374"/>
                  </a:lnTo>
                  <a:lnTo>
                    <a:pt x="23098" y="30114"/>
                  </a:lnTo>
                  <a:lnTo>
                    <a:pt x="18404" y="27738"/>
                  </a:lnTo>
                  <a:lnTo>
                    <a:pt x="12408" y="33091"/>
                  </a:lnTo>
                  <a:lnTo>
                    <a:pt x="11323" y="31764"/>
                  </a:lnTo>
                  <a:lnTo>
                    <a:pt x="5874" y="29693"/>
                  </a:lnTo>
                  <a:lnTo>
                    <a:pt x="210" y="25130"/>
                  </a:lnTo>
                  <a:lnTo>
                    <a:pt x="748" y="22405"/>
                  </a:lnTo>
                  <a:lnTo>
                    <a:pt x="0" y="21311"/>
                  </a:lnTo>
                  <a:lnTo>
                    <a:pt x="1371" y="20707"/>
                  </a:lnTo>
                  <a:lnTo>
                    <a:pt x="4589" y="15312"/>
                  </a:lnTo>
                  <a:lnTo>
                    <a:pt x="8583" y="11683"/>
                  </a:lnTo>
                  <a:lnTo>
                    <a:pt x="10234" y="8433"/>
                  </a:lnTo>
                  <a:lnTo>
                    <a:pt x="13776" y="5494"/>
                  </a:lnTo>
                  <a:lnTo>
                    <a:pt x="14209" y="4411"/>
                  </a:lnTo>
                  <a:lnTo>
                    <a:pt x="12278" y="106"/>
                  </a:lnTo>
                  <a:lnTo>
                    <a:pt x="17693" y="10600"/>
                  </a:lnTo>
                  <a:lnTo>
                    <a:pt x="18620" y="8436"/>
                  </a:lnTo>
                  <a:lnTo>
                    <a:pt x="18275" y="4989"/>
                  </a:lnTo>
                  <a:lnTo>
                    <a:pt x="24587" y="2197"/>
                  </a:lnTo>
                  <a:lnTo>
                    <a:pt x="241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h1153"/>
            <p:cNvSpPr/>
            <p:nvPr/>
          </p:nvSpPr>
          <p:spPr>
            <a:xfrm>
              <a:off x="2593876" y="2354820"/>
              <a:ext cx="15247" cy="12682"/>
            </a:xfrm>
            <a:custGeom>
              <a:avLst/>
              <a:pathLst>
                <a:path w="15247" h="12682">
                  <a:moveTo>
                    <a:pt x="1214" y="0"/>
                  </a:moveTo>
                  <a:lnTo>
                    <a:pt x="15061" y="292"/>
                  </a:lnTo>
                  <a:lnTo>
                    <a:pt x="15247" y="11570"/>
                  </a:lnTo>
                  <a:lnTo>
                    <a:pt x="12943" y="12682"/>
                  </a:lnTo>
                  <a:lnTo>
                    <a:pt x="296" y="12548"/>
                  </a:lnTo>
                  <a:lnTo>
                    <a:pt x="0" y="905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h1154"/>
            <p:cNvSpPr/>
            <p:nvPr/>
          </p:nvSpPr>
          <p:spPr>
            <a:xfrm>
              <a:off x="2475087" y="2248993"/>
              <a:ext cx="58676" cy="43812"/>
            </a:xfrm>
            <a:custGeom>
              <a:avLst/>
              <a:pathLst>
                <a:path w="58676" h="43812">
                  <a:moveTo>
                    <a:pt x="34112" y="3772"/>
                  </a:moveTo>
                  <a:lnTo>
                    <a:pt x="35805" y="4388"/>
                  </a:lnTo>
                  <a:lnTo>
                    <a:pt x="37198" y="7574"/>
                  </a:lnTo>
                  <a:lnTo>
                    <a:pt x="36255" y="14751"/>
                  </a:lnTo>
                  <a:lnTo>
                    <a:pt x="45890" y="20777"/>
                  </a:lnTo>
                  <a:lnTo>
                    <a:pt x="53846" y="29904"/>
                  </a:lnTo>
                  <a:lnTo>
                    <a:pt x="56343" y="34766"/>
                  </a:lnTo>
                  <a:lnTo>
                    <a:pt x="57320" y="39576"/>
                  </a:lnTo>
                  <a:lnTo>
                    <a:pt x="58676" y="41634"/>
                  </a:lnTo>
                  <a:lnTo>
                    <a:pt x="51878" y="43812"/>
                  </a:lnTo>
                  <a:lnTo>
                    <a:pt x="41027" y="38391"/>
                  </a:lnTo>
                  <a:lnTo>
                    <a:pt x="36436" y="41063"/>
                  </a:lnTo>
                  <a:lnTo>
                    <a:pt x="34271" y="41204"/>
                  </a:lnTo>
                  <a:lnTo>
                    <a:pt x="30282" y="39089"/>
                  </a:lnTo>
                  <a:lnTo>
                    <a:pt x="23861" y="37576"/>
                  </a:lnTo>
                  <a:lnTo>
                    <a:pt x="17426" y="36678"/>
                  </a:lnTo>
                  <a:lnTo>
                    <a:pt x="18035" y="33561"/>
                  </a:lnTo>
                  <a:lnTo>
                    <a:pt x="13313" y="32146"/>
                  </a:lnTo>
                  <a:lnTo>
                    <a:pt x="14553" y="31118"/>
                  </a:lnTo>
                  <a:lnTo>
                    <a:pt x="15595" y="30254"/>
                  </a:lnTo>
                  <a:lnTo>
                    <a:pt x="23933" y="30900"/>
                  </a:lnTo>
                  <a:lnTo>
                    <a:pt x="22871" y="28622"/>
                  </a:lnTo>
                  <a:lnTo>
                    <a:pt x="14103" y="26147"/>
                  </a:lnTo>
                  <a:lnTo>
                    <a:pt x="11588" y="23563"/>
                  </a:lnTo>
                  <a:lnTo>
                    <a:pt x="4771" y="24177"/>
                  </a:lnTo>
                  <a:lnTo>
                    <a:pt x="1207" y="19495"/>
                  </a:lnTo>
                  <a:lnTo>
                    <a:pt x="0" y="15464"/>
                  </a:lnTo>
                  <a:lnTo>
                    <a:pt x="764" y="16364"/>
                  </a:lnTo>
                  <a:lnTo>
                    <a:pt x="3548" y="14785"/>
                  </a:lnTo>
                  <a:lnTo>
                    <a:pt x="7129" y="11687"/>
                  </a:lnTo>
                  <a:lnTo>
                    <a:pt x="9960" y="7603"/>
                  </a:lnTo>
                  <a:lnTo>
                    <a:pt x="15016" y="4853"/>
                  </a:lnTo>
                  <a:lnTo>
                    <a:pt x="19431" y="6452"/>
                  </a:lnTo>
                  <a:lnTo>
                    <a:pt x="21322" y="5271"/>
                  </a:lnTo>
                  <a:lnTo>
                    <a:pt x="2597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h1155"/>
            <p:cNvSpPr/>
            <p:nvPr/>
          </p:nvSpPr>
          <p:spPr>
            <a:xfrm>
              <a:off x="2516586" y="2096147"/>
              <a:ext cx="53199" cy="87938"/>
            </a:xfrm>
            <a:custGeom>
              <a:avLst/>
              <a:pathLst>
                <a:path w="53199" h="87938">
                  <a:moveTo>
                    <a:pt x="13165" y="550"/>
                  </a:moveTo>
                  <a:lnTo>
                    <a:pt x="13794" y="1870"/>
                  </a:lnTo>
                  <a:lnTo>
                    <a:pt x="13399" y="3989"/>
                  </a:lnTo>
                  <a:lnTo>
                    <a:pt x="22919" y="5224"/>
                  </a:lnTo>
                  <a:lnTo>
                    <a:pt x="26856" y="13228"/>
                  </a:lnTo>
                  <a:lnTo>
                    <a:pt x="25535" y="14979"/>
                  </a:lnTo>
                  <a:lnTo>
                    <a:pt x="32712" y="14647"/>
                  </a:lnTo>
                  <a:lnTo>
                    <a:pt x="36970" y="27974"/>
                  </a:lnTo>
                  <a:lnTo>
                    <a:pt x="38910" y="31045"/>
                  </a:lnTo>
                  <a:lnTo>
                    <a:pt x="31429" y="36119"/>
                  </a:lnTo>
                  <a:lnTo>
                    <a:pt x="39023" y="42260"/>
                  </a:lnTo>
                  <a:lnTo>
                    <a:pt x="41750" y="48243"/>
                  </a:lnTo>
                  <a:lnTo>
                    <a:pt x="41223" y="52038"/>
                  </a:lnTo>
                  <a:lnTo>
                    <a:pt x="39262" y="55617"/>
                  </a:lnTo>
                  <a:lnTo>
                    <a:pt x="39374" y="57119"/>
                  </a:lnTo>
                  <a:lnTo>
                    <a:pt x="45993" y="60711"/>
                  </a:lnTo>
                  <a:lnTo>
                    <a:pt x="45082" y="64475"/>
                  </a:lnTo>
                  <a:lnTo>
                    <a:pt x="46915" y="67564"/>
                  </a:lnTo>
                  <a:lnTo>
                    <a:pt x="52293" y="68431"/>
                  </a:lnTo>
                  <a:lnTo>
                    <a:pt x="53199" y="72802"/>
                  </a:lnTo>
                  <a:lnTo>
                    <a:pt x="52742" y="76103"/>
                  </a:lnTo>
                  <a:lnTo>
                    <a:pt x="49355" y="87938"/>
                  </a:lnTo>
                  <a:lnTo>
                    <a:pt x="41392" y="86287"/>
                  </a:lnTo>
                  <a:lnTo>
                    <a:pt x="37183" y="79872"/>
                  </a:lnTo>
                  <a:lnTo>
                    <a:pt x="34549" y="78406"/>
                  </a:lnTo>
                  <a:lnTo>
                    <a:pt x="21762" y="76622"/>
                  </a:lnTo>
                  <a:lnTo>
                    <a:pt x="18635" y="66660"/>
                  </a:lnTo>
                  <a:lnTo>
                    <a:pt x="15036" y="59733"/>
                  </a:lnTo>
                  <a:lnTo>
                    <a:pt x="17187" y="56417"/>
                  </a:lnTo>
                  <a:lnTo>
                    <a:pt x="17268" y="54698"/>
                  </a:lnTo>
                  <a:lnTo>
                    <a:pt x="16637" y="53934"/>
                  </a:lnTo>
                  <a:lnTo>
                    <a:pt x="14159" y="53622"/>
                  </a:lnTo>
                  <a:lnTo>
                    <a:pt x="10517" y="40529"/>
                  </a:lnTo>
                  <a:lnTo>
                    <a:pt x="9103" y="38055"/>
                  </a:lnTo>
                  <a:lnTo>
                    <a:pt x="4883" y="34576"/>
                  </a:lnTo>
                  <a:lnTo>
                    <a:pt x="5653" y="32683"/>
                  </a:lnTo>
                  <a:lnTo>
                    <a:pt x="4418" y="28805"/>
                  </a:lnTo>
                  <a:lnTo>
                    <a:pt x="2666" y="28903"/>
                  </a:lnTo>
                  <a:lnTo>
                    <a:pt x="0" y="16468"/>
                  </a:lnTo>
                  <a:lnTo>
                    <a:pt x="7155" y="16168"/>
                  </a:lnTo>
                  <a:lnTo>
                    <a:pt x="7181" y="13672"/>
                  </a:lnTo>
                  <a:lnTo>
                    <a:pt x="4492" y="7859"/>
                  </a:lnTo>
                  <a:lnTo>
                    <a:pt x="7622" y="8680"/>
                  </a:lnTo>
                  <a:lnTo>
                    <a:pt x="1084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h1156"/>
            <p:cNvSpPr/>
            <p:nvPr/>
          </p:nvSpPr>
          <p:spPr>
            <a:xfrm>
              <a:off x="2587616" y="2224085"/>
              <a:ext cx="44928" cy="72264"/>
            </a:xfrm>
            <a:custGeom>
              <a:avLst/>
              <a:pathLst>
                <a:path w="44928" h="72264">
                  <a:moveTo>
                    <a:pt x="13734" y="3869"/>
                  </a:moveTo>
                  <a:lnTo>
                    <a:pt x="17951" y="8580"/>
                  </a:lnTo>
                  <a:lnTo>
                    <a:pt x="28389" y="3440"/>
                  </a:lnTo>
                  <a:lnTo>
                    <a:pt x="28391" y="9434"/>
                  </a:lnTo>
                  <a:lnTo>
                    <a:pt x="26734" y="10340"/>
                  </a:lnTo>
                  <a:lnTo>
                    <a:pt x="25957" y="12718"/>
                  </a:lnTo>
                  <a:lnTo>
                    <a:pt x="32731" y="10537"/>
                  </a:lnTo>
                  <a:lnTo>
                    <a:pt x="34559" y="14529"/>
                  </a:lnTo>
                  <a:lnTo>
                    <a:pt x="38033" y="11501"/>
                  </a:lnTo>
                  <a:lnTo>
                    <a:pt x="44928" y="20198"/>
                  </a:lnTo>
                  <a:lnTo>
                    <a:pt x="44859" y="21496"/>
                  </a:lnTo>
                  <a:lnTo>
                    <a:pt x="40281" y="24025"/>
                  </a:lnTo>
                  <a:lnTo>
                    <a:pt x="43021" y="27677"/>
                  </a:lnTo>
                  <a:lnTo>
                    <a:pt x="38070" y="31249"/>
                  </a:lnTo>
                  <a:lnTo>
                    <a:pt x="43841" y="39668"/>
                  </a:lnTo>
                  <a:lnTo>
                    <a:pt x="41872" y="51066"/>
                  </a:lnTo>
                  <a:lnTo>
                    <a:pt x="42587" y="51898"/>
                  </a:lnTo>
                  <a:lnTo>
                    <a:pt x="42965" y="58880"/>
                  </a:lnTo>
                  <a:lnTo>
                    <a:pt x="41101" y="58692"/>
                  </a:lnTo>
                  <a:lnTo>
                    <a:pt x="32261" y="62080"/>
                  </a:lnTo>
                  <a:lnTo>
                    <a:pt x="25424" y="57102"/>
                  </a:lnTo>
                  <a:lnTo>
                    <a:pt x="22615" y="56180"/>
                  </a:lnTo>
                  <a:lnTo>
                    <a:pt x="18198" y="56572"/>
                  </a:lnTo>
                  <a:lnTo>
                    <a:pt x="18538" y="60032"/>
                  </a:lnTo>
                  <a:lnTo>
                    <a:pt x="17323" y="62335"/>
                  </a:lnTo>
                  <a:lnTo>
                    <a:pt x="16414" y="62197"/>
                  </a:lnTo>
                  <a:lnTo>
                    <a:pt x="16145" y="59341"/>
                  </a:lnTo>
                  <a:lnTo>
                    <a:pt x="13602" y="59605"/>
                  </a:lnTo>
                  <a:lnTo>
                    <a:pt x="14578" y="69926"/>
                  </a:lnTo>
                  <a:lnTo>
                    <a:pt x="12679" y="70133"/>
                  </a:lnTo>
                  <a:lnTo>
                    <a:pt x="12317" y="66308"/>
                  </a:lnTo>
                  <a:lnTo>
                    <a:pt x="9940" y="66442"/>
                  </a:lnTo>
                  <a:lnTo>
                    <a:pt x="10500" y="72264"/>
                  </a:lnTo>
                  <a:lnTo>
                    <a:pt x="119" y="65735"/>
                  </a:lnTo>
                  <a:lnTo>
                    <a:pt x="1917" y="65358"/>
                  </a:lnTo>
                  <a:lnTo>
                    <a:pt x="5258" y="59948"/>
                  </a:lnTo>
                  <a:lnTo>
                    <a:pt x="10450" y="57219"/>
                  </a:lnTo>
                  <a:lnTo>
                    <a:pt x="11721" y="54619"/>
                  </a:lnTo>
                  <a:lnTo>
                    <a:pt x="8721" y="50601"/>
                  </a:lnTo>
                  <a:lnTo>
                    <a:pt x="5857" y="49867"/>
                  </a:lnTo>
                  <a:lnTo>
                    <a:pt x="5066" y="40742"/>
                  </a:lnTo>
                  <a:lnTo>
                    <a:pt x="1832" y="34717"/>
                  </a:lnTo>
                  <a:lnTo>
                    <a:pt x="0" y="34085"/>
                  </a:lnTo>
                  <a:lnTo>
                    <a:pt x="1788" y="30940"/>
                  </a:lnTo>
                  <a:lnTo>
                    <a:pt x="2722" y="25607"/>
                  </a:lnTo>
                  <a:lnTo>
                    <a:pt x="7545" y="26833"/>
                  </a:lnTo>
                  <a:lnTo>
                    <a:pt x="14021" y="19496"/>
                  </a:lnTo>
                  <a:lnTo>
                    <a:pt x="11421" y="17393"/>
                  </a:lnTo>
                  <a:lnTo>
                    <a:pt x="12418" y="12288"/>
                  </a:lnTo>
                  <a:lnTo>
                    <a:pt x="8330" y="5562"/>
                  </a:lnTo>
                  <a:lnTo>
                    <a:pt x="8449" y="3586"/>
                  </a:lnTo>
                  <a:lnTo>
                    <a:pt x="1182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h1157"/>
            <p:cNvSpPr/>
            <p:nvPr/>
          </p:nvSpPr>
          <p:spPr>
            <a:xfrm>
              <a:off x="2609251" y="2171085"/>
              <a:ext cx="30351" cy="30899"/>
            </a:xfrm>
            <a:custGeom>
              <a:avLst/>
              <a:pathLst>
                <a:path w="30351" h="30899">
                  <a:moveTo>
                    <a:pt x="30077" y="2938"/>
                  </a:moveTo>
                  <a:lnTo>
                    <a:pt x="30351" y="9955"/>
                  </a:lnTo>
                  <a:lnTo>
                    <a:pt x="22482" y="24979"/>
                  </a:lnTo>
                  <a:lnTo>
                    <a:pt x="25069" y="30899"/>
                  </a:lnTo>
                  <a:lnTo>
                    <a:pt x="23216" y="30797"/>
                  </a:lnTo>
                  <a:lnTo>
                    <a:pt x="13750" y="30396"/>
                  </a:lnTo>
                  <a:lnTo>
                    <a:pt x="7535" y="21964"/>
                  </a:lnTo>
                  <a:lnTo>
                    <a:pt x="4279" y="19386"/>
                  </a:lnTo>
                  <a:lnTo>
                    <a:pt x="182" y="19502"/>
                  </a:lnTo>
                  <a:lnTo>
                    <a:pt x="0" y="12791"/>
                  </a:lnTo>
                  <a:lnTo>
                    <a:pt x="5233" y="12582"/>
                  </a:lnTo>
                  <a:lnTo>
                    <a:pt x="11437" y="7464"/>
                  </a:lnTo>
                  <a:lnTo>
                    <a:pt x="14930" y="8472"/>
                  </a:lnTo>
                  <a:lnTo>
                    <a:pt x="14523" y="2334"/>
                  </a:lnTo>
                  <a:lnTo>
                    <a:pt x="21061" y="1710"/>
                  </a:lnTo>
                  <a:lnTo>
                    <a:pt x="22094" y="3289"/>
                  </a:lnTo>
                  <a:lnTo>
                    <a:pt x="22811" y="3098"/>
                  </a:lnTo>
                  <a:lnTo>
                    <a:pt x="2641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h1158"/>
            <p:cNvSpPr/>
            <p:nvPr/>
          </p:nvSpPr>
          <p:spPr>
            <a:xfrm>
              <a:off x="2586077" y="2280266"/>
              <a:ext cx="93010" cy="59268"/>
            </a:xfrm>
            <a:custGeom>
              <a:avLst/>
              <a:pathLst>
                <a:path w="93010" h="59268">
                  <a:moveTo>
                    <a:pt x="26963" y="922"/>
                  </a:moveTo>
                  <a:lnTo>
                    <a:pt x="33800" y="5900"/>
                  </a:lnTo>
                  <a:lnTo>
                    <a:pt x="42639" y="2511"/>
                  </a:lnTo>
                  <a:lnTo>
                    <a:pt x="44503" y="2700"/>
                  </a:lnTo>
                  <a:lnTo>
                    <a:pt x="45246" y="2820"/>
                  </a:lnTo>
                  <a:lnTo>
                    <a:pt x="48914" y="1"/>
                  </a:lnTo>
                  <a:lnTo>
                    <a:pt x="52459" y="2391"/>
                  </a:lnTo>
                  <a:lnTo>
                    <a:pt x="58171" y="12302"/>
                  </a:lnTo>
                  <a:lnTo>
                    <a:pt x="61902" y="12308"/>
                  </a:lnTo>
                  <a:lnTo>
                    <a:pt x="62041" y="10157"/>
                  </a:lnTo>
                  <a:lnTo>
                    <a:pt x="64337" y="9182"/>
                  </a:lnTo>
                  <a:lnTo>
                    <a:pt x="68593" y="12048"/>
                  </a:lnTo>
                  <a:lnTo>
                    <a:pt x="67662" y="12878"/>
                  </a:lnTo>
                  <a:lnTo>
                    <a:pt x="68608" y="15233"/>
                  </a:lnTo>
                  <a:lnTo>
                    <a:pt x="72527" y="15491"/>
                  </a:lnTo>
                  <a:lnTo>
                    <a:pt x="75351" y="14437"/>
                  </a:lnTo>
                  <a:lnTo>
                    <a:pt x="81902" y="21450"/>
                  </a:lnTo>
                  <a:lnTo>
                    <a:pt x="84392" y="20389"/>
                  </a:lnTo>
                  <a:lnTo>
                    <a:pt x="85658" y="22000"/>
                  </a:lnTo>
                  <a:lnTo>
                    <a:pt x="88774" y="30266"/>
                  </a:lnTo>
                  <a:lnTo>
                    <a:pt x="91296" y="29382"/>
                  </a:lnTo>
                  <a:lnTo>
                    <a:pt x="92217" y="32914"/>
                  </a:lnTo>
                  <a:lnTo>
                    <a:pt x="93010" y="36119"/>
                  </a:lnTo>
                  <a:lnTo>
                    <a:pt x="87029" y="36327"/>
                  </a:lnTo>
                  <a:lnTo>
                    <a:pt x="89627" y="38823"/>
                  </a:lnTo>
                  <a:lnTo>
                    <a:pt x="87508" y="41718"/>
                  </a:lnTo>
                  <a:lnTo>
                    <a:pt x="92095" y="46567"/>
                  </a:lnTo>
                  <a:lnTo>
                    <a:pt x="91640" y="48516"/>
                  </a:lnTo>
                  <a:lnTo>
                    <a:pt x="89185" y="48299"/>
                  </a:lnTo>
                  <a:lnTo>
                    <a:pt x="88082" y="49022"/>
                  </a:lnTo>
                  <a:lnTo>
                    <a:pt x="86659" y="54011"/>
                  </a:lnTo>
                  <a:lnTo>
                    <a:pt x="84448" y="56158"/>
                  </a:lnTo>
                  <a:lnTo>
                    <a:pt x="76223" y="58491"/>
                  </a:lnTo>
                  <a:lnTo>
                    <a:pt x="75379" y="59268"/>
                  </a:lnTo>
                  <a:lnTo>
                    <a:pt x="72041" y="59016"/>
                  </a:lnTo>
                  <a:lnTo>
                    <a:pt x="72593" y="54961"/>
                  </a:lnTo>
                  <a:lnTo>
                    <a:pt x="74220" y="55067"/>
                  </a:lnTo>
                  <a:lnTo>
                    <a:pt x="74683" y="52803"/>
                  </a:lnTo>
                  <a:lnTo>
                    <a:pt x="58688" y="50962"/>
                  </a:lnTo>
                  <a:lnTo>
                    <a:pt x="58853" y="45973"/>
                  </a:lnTo>
                  <a:lnTo>
                    <a:pt x="52443" y="45119"/>
                  </a:lnTo>
                  <a:lnTo>
                    <a:pt x="52012" y="47948"/>
                  </a:lnTo>
                  <a:lnTo>
                    <a:pt x="50239" y="49623"/>
                  </a:lnTo>
                  <a:lnTo>
                    <a:pt x="48729" y="49481"/>
                  </a:lnTo>
                  <a:lnTo>
                    <a:pt x="49037" y="47633"/>
                  </a:lnTo>
                  <a:lnTo>
                    <a:pt x="47025" y="47594"/>
                  </a:lnTo>
                  <a:lnTo>
                    <a:pt x="46498" y="51074"/>
                  </a:lnTo>
                  <a:lnTo>
                    <a:pt x="46334" y="52865"/>
                  </a:lnTo>
                  <a:lnTo>
                    <a:pt x="42057" y="52211"/>
                  </a:lnTo>
                  <a:lnTo>
                    <a:pt x="42759" y="46657"/>
                  </a:lnTo>
                  <a:lnTo>
                    <a:pt x="38886" y="44454"/>
                  </a:lnTo>
                  <a:lnTo>
                    <a:pt x="33770" y="49579"/>
                  </a:lnTo>
                  <a:lnTo>
                    <a:pt x="26436" y="53619"/>
                  </a:lnTo>
                  <a:lnTo>
                    <a:pt x="19952" y="48861"/>
                  </a:lnTo>
                  <a:lnTo>
                    <a:pt x="8635" y="37234"/>
                  </a:lnTo>
                  <a:lnTo>
                    <a:pt x="6248" y="31480"/>
                  </a:lnTo>
                  <a:lnTo>
                    <a:pt x="4344" y="29134"/>
                  </a:lnTo>
                  <a:lnTo>
                    <a:pt x="2522" y="30961"/>
                  </a:lnTo>
                  <a:lnTo>
                    <a:pt x="784" y="28789"/>
                  </a:lnTo>
                  <a:lnTo>
                    <a:pt x="2164" y="21201"/>
                  </a:lnTo>
                  <a:lnTo>
                    <a:pt x="0" y="17645"/>
                  </a:lnTo>
                  <a:lnTo>
                    <a:pt x="929" y="16166"/>
                  </a:lnTo>
                  <a:lnTo>
                    <a:pt x="760" y="11220"/>
                  </a:lnTo>
                  <a:lnTo>
                    <a:pt x="1658" y="9554"/>
                  </a:lnTo>
                  <a:lnTo>
                    <a:pt x="12039" y="16083"/>
                  </a:lnTo>
                  <a:lnTo>
                    <a:pt x="11479" y="10262"/>
                  </a:lnTo>
                  <a:lnTo>
                    <a:pt x="13856" y="10127"/>
                  </a:lnTo>
                  <a:lnTo>
                    <a:pt x="14218" y="13952"/>
                  </a:lnTo>
                  <a:lnTo>
                    <a:pt x="16116" y="13745"/>
                  </a:lnTo>
                  <a:lnTo>
                    <a:pt x="15141" y="3424"/>
                  </a:lnTo>
                  <a:lnTo>
                    <a:pt x="17684" y="3160"/>
                  </a:lnTo>
                  <a:lnTo>
                    <a:pt x="17952" y="6017"/>
                  </a:lnTo>
                  <a:lnTo>
                    <a:pt x="18861" y="6154"/>
                  </a:lnTo>
                  <a:lnTo>
                    <a:pt x="20076" y="3851"/>
                  </a:lnTo>
                  <a:lnTo>
                    <a:pt x="19737" y="391"/>
                  </a:lnTo>
                  <a:lnTo>
                    <a:pt x="2415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h1159"/>
            <p:cNvSpPr/>
            <p:nvPr/>
          </p:nvSpPr>
          <p:spPr>
            <a:xfrm>
              <a:off x="2497057" y="2201267"/>
              <a:ext cx="20732" cy="28515"/>
            </a:xfrm>
            <a:custGeom>
              <a:avLst/>
              <a:pathLst>
                <a:path w="20732" h="28515">
                  <a:moveTo>
                    <a:pt x="2619" y="0"/>
                  </a:moveTo>
                  <a:lnTo>
                    <a:pt x="12759" y="6287"/>
                  </a:lnTo>
                  <a:lnTo>
                    <a:pt x="18943" y="12110"/>
                  </a:lnTo>
                  <a:lnTo>
                    <a:pt x="20732" y="16448"/>
                  </a:lnTo>
                  <a:lnTo>
                    <a:pt x="20306" y="17108"/>
                  </a:lnTo>
                  <a:lnTo>
                    <a:pt x="20105" y="17093"/>
                  </a:lnTo>
                  <a:lnTo>
                    <a:pt x="16713" y="16230"/>
                  </a:lnTo>
                  <a:lnTo>
                    <a:pt x="11721" y="24302"/>
                  </a:lnTo>
                  <a:lnTo>
                    <a:pt x="13327" y="26267"/>
                  </a:lnTo>
                  <a:lnTo>
                    <a:pt x="13560" y="28515"/>
                  </a:lnTo>
                  <a:lnTo>
                    <a:pt x="8708" y="28230"/>
                  </a:lnTo>
                  <a:lnTo>
                    <a:pt x="5220" y="27671"/>
                  </a:lnTo>
                  <a:lnTo>
                    <a:pt x="4530" y="21278"/>
                  </a:lnTo>
                  <a:lnTo>
                    <a:pt x="6640" y="15340"/>
                  </a:lnTo>
                  <a:lnTo>
                    <a:pt x="9746" y="10649"/>
                  </a:lnTo>
                  <a:lnTo>
                    <a:pt x="4147" y="5931"/>
                  </a:lnTo>
                  <a:lnTo>
                    <a:pt x="154" y="1886"/>
                  </a:lnTo>
                  <a:lnTo>
                    <a:pt x="0" y="83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h1160"/>
            <p:cNvSpPr/>
            <p:nvPr/>
          </p:nvSpPr>
          <p:spPr>
            <a:xfrm>
              <a:off x="2498948" y="2278640"/>
              <a:ext cx="58736" cy="38846"/>
            </a:xfrm>
            <a:custGeom>
              <a:avLst/>
              <a:pathLst>
                <a:path w="58736" h="38846">
                  <a:moveTo>
                    <a:pt x="43150" y="423"/>
                  </a:moveTo>
                  <a:lnTo>
                    <a:pt x="47518" y="6488"/>
                  </a:lnTo>
                  <a:lnTo>
                    <a:pt x="51561" y="2111"/>
                  </a:lnTo>
                  <a:lnTo>
                    <a:pt x="54868" y="6341"/>
                  </a:lnTo>
                  <a:lnTo>
                    <a:pt x="58736" y="9258"/>
                  </a:lnTo>
                  <a:lnTo>
                    <a:pt x="56465" y="13323"/>
                  </a:lnTo>
                  <a:lnTo>
                    <a:pt x="56421" y="20623"/>
                  </a:lnTo>
                  <a:lnTo>
                    <a:pt x="54308" y="23985"/>
                  </a:lnTo>
                  <a:lnTo>
                    <a:pt x="46807" y="28797"/>
                  </a:lnTo>
                  <a:lnTo>
                    <a:pt x="53367" y="35740"/>
                  </a:lnTo>
                  <a:lnTo>
                    <a:pt x="53178" y="36812"/>
                  </a:lnTo>
                  <a:lnTo>
                    <a:pt x="47697" y="34073"/>
                  </a:lnTo>
                  <a:lnTo>
                    <a:pt x="43209" y="38846"/>
                  </a:lnTo>
                  <a:lnTo>
                    <a:pt x="38478" y="32914"/>
                  </a:lnTo>
                  <a:lnTo>
                    <a:pt x="34470" y="32936"/>
                  </a:lnTo>
                  <a:lnTo>
                    <a:pt x="33175" y="28077"/>
                  </a:lnTo>
                  <a:lnTo>
                    <a:pt x="24880" y="23841"/>
                  </a:lnTo>
                  <a:lnTo>
                    <a:pt x="16838" y="25496"/>
                  </a:lnTo>
                  <a:lnTo>
                    <a:pt x="7407" y="24324"/>
                  </a:lnTo>
                  <a:lnTo>
                    <a:pt x="9508" y="14776"/>
                  </a:lnTo>
                  <a:lnTo>
                    <a:pt x="4640" y="12214"/>
                  </a:lnTo>
                  <a:lnTo>
                    <a:pt x="1012" y="11739"/>
                  </a:lnTo>
                  <a:lnTo>
                    <a:pt x="0" y="7929"/>
                  </a:lnTo>
                  <a:lnTo>
                    <a:pt x="6421" y="9442"/>
                  </a:lnTo>
                  <a:lnTo>
                    <a:pt x="10409" y="11557"/>
                  </a:lnTo>
                  <a:lnTo>
                    <a:pt x="12575" y="11416"/>
                  </a:lnTo>
                  <a:lnTo>
                    <a:pt x="17165" y="8744"/>
                  </a:lnTo>
                  <a:lnTo>
                    <a:pt x="28017" y="14165"/>
                  </a:lnTo>
                  <a:lnTo>
                    <a:pt x="34815" y="11987"/>
                  </a:lnTo>
                  <a:lnTo>
                    <a:pt x="33459" y="9929"/>
                  </a:lnTo>
                  <a:lnTo>
                    <a:pt x="32481" y="5119"/>
                  </a:lnTo>
                  <a:lnTo>
                    <a:pt x="4033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h1161"/>
            <p:cNvSpPr/>
            <p:nvPr/>
          </p:nvSpPr>
          <p:spPr>
            <a:xfrm>
              <a:off x="2540726" y="2255368"/>
              <a:ext cx="58611" cy="46343"/>
            </a:xfrm>
            <a:custGeom>
              <a:avLst/>
              <a:pathLst>
                <a:path w="58611" h="46343">
                  <a:moveTo>
                    <a:pt x="39204" y="1633"/>
                  </a:moveTo>
                  <a:lnTo>
                    <a:pt x="41086" y="4486"/>
                  </a:lnTo>
                  <a:lnTo>
                    <a:pt x="42349" y="4480"/>
                  </a:lnTo>
                  <a:lnTo>
                    <a:pt x="44884" y="2633"/>
                  </a:lnTo>
                  <a:lnTo>
                    <a:pt x="46889" y="2802"/>
                  </a:lnTo>
                  <a:lnTo>
                    <a:pt x="48721" y="3434"/>
                  </a:lnTo>
                  <a:lnTo>
                    <a:pt x="51955" y="9458"/>
                  </a:lnTo>
                  <a:lnTo>
                    <a:pt x="52746" y="18584"/>
                  </a:lnTo>
                  <a:lnTo>
                    <a:pt x="55611" y="19317"/>
                  </a:lnTo>
                  <a:lnTo>
                    <a:pt x="58611" y="23336"/>
                  </a:lnTo>
                  <a:lnTo>
                    <a:pt x="57340" y="25936"/>
                  </a:lnTo>
                  <a:lnTo>
                    <a:pt x="52148" y="28665"/>
                  </a:lnTo>
                  <a:lnTo>
                    <a:pt x="48806" y="34075"/>
                  </a:lnTo>
                  <a:lnTo>
                    <a:pt x="47009" y="34451"/>
                  </a:lnTo>
                  <a:lnTo>
                    <a:pt x="46111" y="36117"/>
                  </a:lnTo>
                  <a:lnTo>
                    <a:pt x="46280" y="41064"/>
                  </a:lnTo>
                  <a:lnTo>
                    <a:pt x="45350" y="42542"/>
                  </a:lnTo>
                  <a:lnTo>
                    <a:pt x="44521" y="44802"/>
                  </a:lnTo>
                  <a:lnTo>
                    <a:pt x="42177" y="46343"/>
                  </a:lnTo>
                  <a:lnTo>
                    <a:pt x="29575" y="35973"/>
                  </a:lnTo>
                  <a:lnTo>
                    <a:pt x="28591" y="37788"/>
                  </a:lnTo>
                  <a:lnTo>
                    <a:pt x="30100" y="41005"/>
                  </a:lnTo>
                  <a:lnTo>
                    <a:pt x="28372" y="42139"/>
                  </a:lnTo>
                  <a:lnTo>
                    <a:pt x="19605" y="45648"/>
                  </a:lnTo>
                  <a:lnTo>
                    <a:pt x="16344" y="45242"/>
                  </a:lnTo>
                  <a:lnTo>
                    <a:pt x="14644" y="43895"/>
                  </a:lnTo>
                  <a:lnTo>
                    <a:pt x="14687" y="36595"/>
                  </a:lnTo>
                  <a:lnTo>
                    <a:pt x="16958" y="32529"/>
                  </a:lnTo>
                  <a:lnTo>
                    <a:pt x="13090" y="29612"/>
                  </a:lnTo>
                  <a:lnTo>
                    <a:pt x="9783" y="25382"/>
                  </a:lnTo>
                  <a:lnTo>
                    <a:pt x="5741" y="29759"/>
                  </a:lnTo>
                  <a:lnTo>
                    <a:pt x="1372" y="23695"/>
                  </a:lnTo>
                  <a:lnTo>
                    <a:pt x="0" y="21961"/>
                  </a:lnTo>
                  <a:lnTo>
                    <a:pt x="611" y="20949"/>
                  </a:lnTo>
                  <a:lnTo>
                    <a:pt x="5296" y="21065"/>
                  </a:lnTo>
                  <a:lnTo>
                    <a:pt x="9205" y="23988"/>
                  </a:lnTo>
                  <a:lnTo>
                    <a:pt x="15327" y="23598"/>
                  </a:lnTo>
                  <a:lnTo>
                    <a:pt x="12456" y="20493"/>
                  </a:lnTo>
                  <a:lnTo>
                    <a:pt x="12062" y="21332"/>
                  </a:lnTo>
                  <a:lnTo>
                    <a:pt x="8033" y="17332"/>
                  </a:lnTo>
                  <a:lnTo>
                    <a:pt x="8756" y="14741"/>
                  </a:lnTo>
                  <a:lnTo>
                    <a:pt x="17505" y="5483"/>
                  </a:lnTo>
                  <a:lnTo>
                    <a:pt x="19965" y="5718"/>
                  </a:lnTo>
                  <a:lnTo>
                    <a:pt x="22157" y="1738"/>
                  </a:lnTo>
                  <a:lnTo>
                    <a:pt x="24438" y="2043"/>
                  </a:lnTo>
                  <a:lnTo>
                    <a:pt x="26485" y="475"/>
                  </a:lnTo>
                  <a:lnTo>
                    <a:pt x="2916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h1162"/>
            <p:cNvSpPr/>
            <p:nvPr/>
          </p:nvSpPr>
          <p:spPr>
            <a:xfrm>
              <a:off x="2461023" y="2033367"/>
              <a:ext cx="102981" cy="99904"/>
            </a:xfrm>
            <a:custGeom>
              <a:avLst/>
              <a:pathLst>
                <a:path w="102981" h="99904">
                  <a:moveTo>
                    <a:pt x="51890" y="2483"/>
                  </a:moveTo>
                  <a:lnTo>
                    <a:pt x="50783" y="6875"/>
                  </a:lnTo>
                  <a:lnTo>
                    <a:pt x="68211" y="22649"/>
                  </a:lnTo>
                  <a:lnTo>
                    <a:pt x="76513" y="22542"/>
                  </a:lnTo>
                  <a:lnTo>
                    <a:pt x="77761" y="27280"/>
                  </a:lnTo>
                  <a:lnTo>
                    <a:pt x="77842" y="33199"/>
                  </a:lnTo>
                  <a:lnTo>
                    <a:pt x="83760" y="33116"/>
                  </a:lnTo>
                  <a:lnTo>
                    <a:pt x="86225" y="37823"/>
                  </a:lnTo>
                  <a:lnTo>
                    <a:pt x="86292" y="42564"/>
                  </a:lnTo>
                  <a:lnTo>
                    <a:pt x="83900" y="42599"/>
                  </a:lnTo>
                  <a:lnTo>
                    <a:pt x="83963" y="47333"/>
                  </a:lnTo>
                  <a:lnTo>
                    <a:pt x="89813" y="49288"/>
                  </a:lnTo>
                  <a:lnTo>
                    <a:pt x="95504" y="49475"/>
                  </a:lnTo>
                  <a:lnTo>
                    <a:pt x="97846" y="48563"/>
                  </a:lnTo>
                  <a:lnTo>
                    <a:pt x="102981" y="49709"/>
                  </a:lnTo>
                  <a:lnTo>
                    <a:pt x="98270" y="52828"/>
                  </a:lnTo>
                  <a:lnTo>
                    <a:pt x="96098" y="56710"/>
                  </a:lnTo>
                  <a:lnTo>
                    <a:pt x="98132" y="62227"/>
                  </a:lnTo>
                  <a:lnTo>
                    <a:pt x="95992" y="63140"/>
                  </a:lnTo>
                  <a:lnTo>
                    <a:pt x="95698" y="68250"/>
                  </a:lnTo>
                  <a:lnTo>
                    <a:pt x="90641" y="72067"/>
                  </a:lnTo>
                  <a:lnTo>
                    <a:pt x="88737" y="70776"/>
                  </a:lnTo>
                  <a:lnTo>
                    <a:pt x="87340" y="72240"/>
                  </a:lnTo>
                  <a:lnTo>
                    <a:pt x="87084" y="74884"/>
                  </a:lnTo>
                  <a:lnTo>
                    <a:pt x="88275" y="77427"/>
                  </a:lnTo>
                  <a:lnTo>
                    <a:pt x="81098" y="77759"/>
                  </a:lnTo>
                  <a:lnTo>
                    <a:pt x="82419" y="76008"/>
                  </a:lnTo>
                  <a:lnTo>
                    <a:pt x="78482" y="68004"/>
                  </a:lnTo>
                  <a:lnTo>
                    <a:pt x="68962" y="66769"/>
                  </a:lnTo>
                  <a:lnTo>
                    <a:pt x="69357" y="64650"/>
                  </a:lnTo>
                  <a:lnTo>
                    <a:pt x="68728" y="63330"/>
                  </a:lnTo>
                  <a:lnTo>
                    <a:pt x="66407" y="62779"/>
                  </a:lnTo>
                  <a:lnTo>
                    <a:pt x="63185" y="71460"/>
                  </a:lnTo>
                  <a:lnTo>
                    <a:pt x="60055" y="70639"/>
                  </a:lnTo>
                  <a:lnTo>
                    <a:pt x="62744" y="76452"/>
                  </a:lnTo>
                  <a:lnTo>
                    <a:pt x="62718" y="78948"/>
                  </a:lnTo>
                  <a:lnTo>
                    <a:pt x="55562" y="79248"/>
                  </a:lnTo>
                  <a:lnTo>
                    <a:pt x="58229" y="91683"/>
                  </a:lnTo>
                  <a:lnTo>
                    <a:pt x="59272" y="94788"/>
                  </a:lnTo>
                  <a:lnTo>
                    <a:pt x="52822" y="94389"/>
                  </a:lnTo>
                  <a:lnTo>
                    <a:pt x="43864" y="98726"/>
                  </a:lnTo>
                  <a:lnTo>
                    <a:pt x="41460" y="99904"/>
                  </a:lnTo>
                  <a:lnTo>
                    <a:pt x="41013" y="94745"/>
                  </a:lnTo>
                  <a:lnTo>
                    <a:pt x="27165" y="89722"/>
                  </a:lnTo>
                  <a:lnTo>
                    <a:pt x="29205" y="83318"/>
                  </a:lnTo>
                  <a:lnTo>
                    <a:pt x="34840" y="77162"/>
                  </a:lnTo>
                  <a:lnTo>
                    <a:pt x="35077" y="59609"/>
                  </a:lnTo>
                  <a:lnTo>
                    <a:pt x="34303" y="55273"/>
                  </a:lnTo>
                  <a:lnTo>
                    <a:pt x="35434" y="45709"/>
                  </a:lnTo>
                  <a:lnTo>
                    <a:pt x="21327" y="41890"/>
                  </a:lnTo>
                  <a:lnTo>
                    <a:pt x="19486" y="40420"/>
                  </a:lnTo>
                  <a:lnTo>
                    <a:pt x="14906" y="38783"/>
                  </a:lnTo>
                  <a:lnTo>
                    <a:pt x="11446" y="40799"/>
                  </a:lnTo>
                  <a:lnTo>
                    <a:pt x="10330" y="45687"/>
                  </a:lnTo>
                  <a:lnTo>
                    <a:pt x="548" y="42315"/>
                  </a:lnTo>
                  <a:lnTo>
                    <a:pt x="0" y="26396"/>
                  </a:lnTo>
                  <a:lnTo>
                    <a:pt x="18158" y="7904"/>
                  </a:lnTo>
                  <a:lnTo>
                    <a:pt x="4810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h1163"/>
            <p:cNvSpPr/>
            <p:nvPr/>
          </p:nvSpPr>
          <p:spPr>
            <a:xfrm>
              <a:off x="2533051" y="2254792"/>
              <a:ext cx="29833" cy="24564"/>
            </a:xfrm>
            <a:custGeom>
              <a:avLst/>
              <a:pathLst>
                <a:path w="29833" h="24564">
                  <a:moveTo>
                    <a:pt x="28850" y="1211"/>
                  </a:moveTo>
                  <a:lnTo>
                    <a:pt x="29833" y="2315"/>
                  </a:lnTo>
                  <a:lnTo>
                    <a:pt x="27641" y="6294"/>
                  </a:lnTo>
                  <a:lnTo>
                    <a:pt x="25180" y="6059"/>
                  </a:lnTo>
                  <a:lnTo>
                    <a:pt x="16431" y="15317"/>
                  </a:lnTo>
                  <a:lnTo>
                    <a:pt x="15708" y="17908"/>
                  </a:lnTo>
                  <a:lnTo>
                    <a:pt x="19738" y="21908"/>
                  </a:lnTo>
                  <a:lnTo>
                    <a:pt x="20132" y="21069"/>
                  </a:lnTo>
                  <a:lnTo>
                    <a:pt x="23003" y="24174"/>
                  </a:lnTo>
                  <a:lnTo>
                    <a:pt x="16880" y="24564"/>
                  </a:lnTo>
                  <a:lnTo>
                    <a:pt x="12971" y="21641"/>
                  </a:lnTo>
                  <a:lnTo>
                    <a:pt x="8286" y="21525"/>
                  </a:lnTo>
                  <a:lnTo>
                    <a:pt x="7675" y="22537"/>
                  </a:lnTo>
                  <a:lnTo>
                    <a:pt x="304" y="12007"/>
                  </a:lnTo>
                  <a:lnTo>
                    <a:pt x="0" y="10249"/>
                  </a:lnTo>
                  <a:lnTo>
                    <a:pt x="3975" y="10716"/>
                  </a:lnTo>
                  <a:lnTo>
                    <a:pt x="13802" y="3687"/>
                  </a:lnTo>
                  <a:lnTo>
                    <a:pt x="14711" y="640"/>
                  </a:lnTo>
                  <a:lnTo>
                    <a:pt x="1593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h1164"/>
            <p:cNvSpPr/>
            <p:nvPr/>
          </p:nvSpPr>
          <p:spPr>
            <a:xfrm>
              <a:off x="2613156" y="2201882"/>
              <a:ext cx="34202" cy="40837"/>
            </a:xfrm>
            <a:custGeom>
              <a:avLst/>
              <a:pathLst>
                <a:path w="34202" h="40837">
                  <a:moveTo>
                    <a:pt x="21164" y="102"/>
                  </a:moveTo>
                  <a:lnTo>
                    <a:pt x="26866" y="13162"/>
                  </a:lnTo>
                  <a:lnTo>
                    <a:pt x="27291" y="23526"/>
                  </a:lnTo>
                  <a:lnTo>
                    <a:pt x="31375" y="25419"/>
                  </a:lnTo>
                  <a:lnTo>
                    <a:pt x="33327" y="24669"/>
                  </a:lnTo>
                  <a:lnTo>
                    <a:pt x="33509" y="32904"/>
                  </a:lnTo>
                  <a:lnTo>
                    <a:pt x="34202" y="33407"/>
                  </a:lnTo>
                  <a:lnTo>
                    <a:pt x="24308" y="40837"/>
                  </a:lnTo>
                  <a:lnTo>
                    <a:pt x="17483" y="32447"/>
                  </a:lnTo>
                  <a:lnTo>
                    <a:pt x="12493" y="33704"/>
                  </a:lnTo>
                  <a:lnTo>
                    <a:pt x="9019" y="36732"/>
                  </a:lnTo>
                  <a:lnTo>
                    <a:pt x="7191" y="32740"/>
                  </a:lnTo>
                  <a:lnTo>
                    <a:pt x="417" y="34921"/>
                  </a:lnTo>
                  <a:lnTo>
                    <a:pt x="1193" y="32543"/>
                  </a:lnTo>
                  <a:lnTo>
                    <a:pt x="2850" y="31638"/>
                  </a:lnTo>
                  <a:lnTo>
                    <a:pt x="2849" y="25643"/>
                  </a:lnTo>
                  <a:lnTo>
                    <a:pt x="2904" y="24179"/>
                  </a:lnTo>
                  <a:lnTo>
                    <a:pt x="4685" y="22603"/>
                  </a:lnTo>
                  <a:lnTo>
                    <a:pt x="0" y="13569"/>
                  </a:lnTo>
                  <a:lnTo>
                    <a:pt x="13937" y="13508"/>
                  </a:lnTo>
                  <a:lnTo>
                    <a:pt x="18548" y="11761"/>
                  </a:lnTo>
                  <a:lnTo>
                    <a:pt x="1931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h1165"/>
            <p:cNvSpPr/>
            <p:nvPr/>
          </p:nvSpPr>
          <p:spPr>
            <a:xfrm>
              <a:off x="2654954" y="2206714"/>
              <a:ext cx="75164" cy="58836"/>
            </a:xfrm>
            <a:custGeom>
              <a:avLst/>
              <a:pathLst>
                <a:path w="75164" h="58836">
                  <a:moveTo>
                    <a:pt x="55763" y="1195"/>
                  </a:moveTo>
                  <a:lnTo>
                    <a:pt x="73742" y="3249"/>
                  </a:lnTo>
                  <a:lnTo>
                    <a:pt x="75164" y="44127"/>
                  </a:lnTo>
                  <a:lnTo>
                    <a:pt x="62203" y="42388"/>
                  </a:lnTo>
                  <a:lnTo>
                    <a:pt x="62360" y="51065"/>
                  </a:lnTo>
                  <a:lnTo>
                    <a:pt x="57299" y="54578"/>
                  </a:lnTo>
                  <a:lnTo>
                    <a:pt x="54701" y="55373"/>
                  </a:lnTo>
                  <a:lnTo>
                    <a:pt x="51948" y="53732"/>
                  </a:lnTo>
                  <a:lnTo>
                    <a:pt x="51351" y="51315"/>
                  </a:lnTo>
                  <a:lnTo>
                    <a:pt x="46898" y="51899"/>
                  </a:lnTo>
                  <a:lnTo>
                    <a:pt x="38802" y="57691"/>
                  </a:lnTo>
                  <a:lnTo>
                    <a:pt x="33319" y="58836"/>
                  </a:lnTo>
                  <a:lnTo>
                    <a:pt x="26660" y="52379"/>
                  </a:lnTo>
                  <a:lnTo>
                    <a:pt x="23478" y="56002"/>
                  </a:lnTo>
                  <a:lnTo>
                    <a:pt x="22833" y="55946"/>
                  </a:lnTo>
                  <a:lnTo>
                    <a:pt x="17505" y="53024"/>
                  </a:lnTo>
                  <a:lnTo>
                    <a:pt x="8792" y="50631"/>
                  </a:lnTo>
                  <a:lnTo>
                    <a:pt x="6709" y="48986"/>
                  </a:lnTo>
                  <a:lnTo>
                    <a:pt x="0" y="35424"/>
                  </a:lnTo>
                  <a:lnTo>
                    <a:pt x="3233" y="33169"/>
                  </a:lnTo>
                  <a:lnTo>
                    <a:pt x="3010" y="24391"/>
                  </a:lnTo>
                  <a:lnTo>
                    <a:pt x="24227" y="27892"/>
                  </a:lnTo>
                  <a:lnTo>
                    <a:pt x="49406" y="9414"/>
                  </a:lnTo>
                  <a:lnTo>
                    <a:pt x="49153" y="1961"/>
                  </a:lnTo>
                  <a:lnTo>
                    <a:pt x="42834" y="3090"/>
                  </a:lnTo>
                  <a:lnTo>
                    <a:pt x="4545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h1166"/>
            <p:cNvSpPr/>
            <p:nvPr/>
          </p:nvSpPr>
          <p:spPr>
            <a:xfrm>
              <a:off x="2543981" y="2237100"/>
              <a:ext cx="45422" cy="22755"/>
            </a:xfrm>
            <a:custGeom>
              <a:avLst/>
              <a:pathLst>
                <a:path w="45422" h="22755">
                  <a:moveTo>
                    <a:pt x="5097" y="628"/>
                  </a:moveTo>
                  <a:lnTo>
                    <a:pt x="15323" y="4171"/>
                  </a:lnTo>
                  <a:lnTo>
                    <a:pt x="20021" y="9146"/>
                  </a:lnTo>
                  <a:lnTo>
                    <a:pt x="25567" y="10751"/>
                  </a:lnTo>
                  <a:lnTo>
                    <a:pt x="28314" y="10414"/>
                  </a:lnTo>
                  <a:lnTo>
                    <a:pt x="31589" y="11219"/>
                  </a:lnTo>
                  <a:lnTo>
                    <a:pt x="36284" y="12494"/>
                  </a:lnTo>
                  <a:lnTo>
                    <a:pt x="38076" y="12264"/>
                  </a:lnTo>
                  <a:lnTo>
                    <a:pt x="41578" y="14078"/>
                  </a:lnTo>
                  <a:lnTo>
                    <a:pt x="45422" y="17925"/>
                  </a:lnTo>
                  <a:lnTo>
                    <a:pt x="43634" y="21070"/>
                  </a:lnTo>
                  <a:lnTo>
                    <a:pt x="41629" y="20901"/>
                  </a:lnTo>
                  <a:lnTo>
                    <a:pt x="39094" y="22748"/>
                  </a:lnTo>
                  <a:lnTo>
                    <a:pt x="37831" y="22755"/>
                  </a:lnTo>
                  <a:lnTo>
                    <a:pt x="35949" y="19902"/>
                  </a:lnTo>
                  <a:lnTo>
                    <a:pt x="25914" y="18268"/>
                  </a:lnTo>
                  <a:lnTo>
                    <a:pt x="23230" y="18743"/>
                  </a:lnTo>
                  <a:lnTo>
                    <a:pt x="21183" y="20311"/>
                  </a:lnTo>
                  <a:lnTo>
                    <a:pt x="18902" y="20007"/>
                  </a:lnTo>
                  <a:lnTo>
                    <a:pt x="17919" y="18903"/>
                  </a:lnTo>
                  <a:lnTo>
                    <a:pt x="5008" y="17692"/>
                  </a:lnTo>
                  <a:lnTo>
                    <a:pt x="3809" y="15857"/>
                  </a:lnTo>
                  <a:lnTo>
                    <a:pt x="0" y="13866"/>
                  </a:lnTo>
                  <a:lnTo>
                    <a:pt x="4192" y="10073"/>
                  </a:lnTo>
                  <a:lnTo>
                    <a:pt x="5561" y="7589"/>
                  </a:lnTo>
                  <a:lnTo>
                    <a:pt x="5507" y="4711"/>
                  </a:lnTo>
                  <a:lnTo>
                    <a:pt x="1829" y="2045"/>
                  </a:lnTo>
                  <a:lnTo>
                    <a:pt x="2006" y="827"/>
                  </a:lnTo>
                  <a:lnTo>
                    <a:pt x="38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h1167"/>
            <p:cNvSpPr/>
            <p:nvPr/>
          </p:nvSpPr>
          <p:spPr>
            <a:xfrm>
              <a:off x="2583262" y="2096701"/>
              <a:ext cx="47910" cy="73043"/>
            </a:xfrm>
            <a:custGeom>
              <a:avLst/>
              <a:pathLst>
                <a:path w="47910" h="73043">
                  <a:moveTo>
                    <a:pt x="16008" y="0"/>
                  </a:moveTo>
                  <a:lnTo>
                    <a:pt x="24322" y="4830"/>
                  </a:lnTo>
                  <a:lnTo>
                    <a:pt x="25663" y="9060"/>
                  </a:lnTo>
                  <a:lnTo>
                    <a:pt x="22008" y="14247"/>
                  </a:lnTo>
                  <a:lnTo>
                    <a:pt x="21475" y="22807"/>
                  </a:lnTo>
                  <a:lnTo>
                    <a:pt x="16993" y="26996"/>
                  </a:lnTo>
                  <a:lnTo>
                    <a:pt x="16312" y="28609"/>
                  </a:lnTo>
                  <a:lnTo>
                    <a:pt x="16814" y="30247"/>
                  </a:lnTo>
                  <a:lnTo>
                    <a:pt x="31069" y="30765"/>
                  </a:lnTo>
                  <a:lnTo>
                    <a:pt x="47910" y="39395"/>
                  </a:lnTo>
                  <a:lnTo>
                    <a:pt x="47601" y="45500"/>
                  </a:lnTo>
                  <a:lnTo>
                    <a:pt x="46741" y="59587"/>
                  </a:lnTo>
                  <a:lnTo>
                    <a:pt x="46060" y="60212"/>
                  </a:lnTo>
                  <a:lnTo>
                    <a:pt x="42338" y="59250"/>
                  </a:lnTo>
                  <a:lnTo>
                    <a:pt x="40197" y="59953"/>
                  </a:lnTo>
                  <a:lnTo>
                    <a:pt x="40621" y="64883"/>
                  </a:lnTo>
                  <a:lnTo>
                    <a:pt x="39107" y="66838"/>
                  </a:lnTo>
                  <a:lnTo>
                    <a:pt x="26956" y="63774"/>
                  </a:lnTo>
                  <a:lnTo>
                    <a:pt x="23077" y="64481"/>
                  </a:lnTo>
                  <a:lnTo>
                    <a:pt x="23152" y="65875"/>
                  </a:lnTo>
                  <a:lnTo>
                    <a:pt x="18101" y="67201"/>
                  </a:lnTo>
                  <a:lnTo>
                    <a:pt x="19379" y="72093"/>
                  </a:lnTo>
                  <a:lnTo>
                    <a:pt x="15715" y="73043"/>
                  </a:lnTo>
                  <a:lnTo>
                    <a:pt x="8413" y="69322"/>
                  </a:lnTo>
                  <a:lnTo>
                    <a:pt x="8397" y="66578"/>
                  </a:lnTo>
                  <a:lnTo>
                    <a:pt x="9391" y="64038"/>
                  </a:lnTo>
                  <a:lnTo>
                    <a:pt x="8897" y="61902"/>
                  </a:lnTo>
                  <a:lnTo>
                    <a:pt x="10680" y="43507"/>
                  </a:lnTo>
                  <a:lnTo>
                    <a:pt x="13540" y="42207"/>
                  </a:lnTo>
                  <a:lnTo>
                    <a:pt x="14137" y="38510"/>
                  </a:lnTo>
                  <a:lnTo>
                    <a:pt x="12617" y="37865"/>
                  </a:lnTo>
                  <a:lnTo>
                    <a:pt x="11218" y="39799"/>
                  </a:lnTo>
                  <a:lnTo>
                    <a:pt x="7969" y="30188"/>
                  </a:lnTo>
                  <a:lnTo>
                    <a:pt x="0" y="27843"/>
                  </a:lnTo>
                  <a:lnTo>
                    <a:pt x="2623" y="20716"/>
                  </a:lnTo>
                  <a:lnTo>
                    <a:pt x="6026" y="22032"/>
                  </a:lnTo>
                  <a:lnTo>
                    <a:pt x="9099" y="15719"/>
                  </a:lnTo>
                  <a:lnTo>
                    <a:pt x="11191" y="14185"/>
                  </a:lnTo>
                  <a:lnTo>
                    <a:pt x="13633" y="10052"/>
                  </a:lnTo>
                  <a:lnTo>
                    <a:pt x="9989" y="7794"/>
                  </a:lnTo>
                  <a:lnTo>
                    <a:pt x="14014" y="70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h1168"/>
            <p:cNvSpPr/>
            <p:nvPr/>
          </p:nvSpPr>
          <p:spPr>
            <a:xfrm>
              <a:off x="2509199" y="2242623"/>
              <a:ext cx="32899" cy="41136"/>
            </a:xfrm>
            <a:custGeom>
              <a:avLst/>
              <a:pathLst>
                <a:path w="32899" h="41136">
                  <a:moveTo>
                    <a:pt x="8721" y="749"/>
                  </a:moveTo>
                  <a:lnTo>
                    <a:pt x="12388" y="4476"/>
                  </a:lnTo>
                  <a:lnTo>
                    <a:pt x="14147" y="6103"/>
                  </a:lnTo>
                  <a:lnTo>
                    <a:pt x="14790" y="9694"/>
                  </a:lnTo>
                  <a:lnTo>
                    <a:pt x="21382" y="12425"/>
                  </a:lnTo>
                  <a:lnTo>
                    <a:pt x="21477" y="14859"/>
                  </a:lnTo>
                  <a:lnTo>
                    <a:pt x="20292" y="16473"/>
                  </a:lnTo>
                  <a:lnTo>
                    <a:pt x="20199" y="22363"/>
                  </a:lnTo>
                  <a:lnTo>
                    <a:pt x="20603" y="22890"/>
                  </a:lnTo>
                  <a:lnTo>
                    <a:pt x="23851" y="22418"/>
                  </a:lnTo>
                  <a:lnTo>
                    <a:pt x="24155" y="24176"/>
                  </a:lnTo>
                  <a:lnTo>
                    <a:pt x="31526" y="34706"/>
                  </a:lnTo>
                  <a:lnTo>
                    <a:pt x="32899" y="36440"/>
                  </a:lnTo>
                  <a:lnTo>
                    <a:pt x="30080" y="36016"/>
                  </a:lnTo>
                  <a:lnTo>
                    <a:pt x="22230" y="41136"/>
                  </a:lnTo>
                  <a:lnTo>
                    <a:pt x="19734" y="36274"/>
                  </a:lnTo>
                  <a:lnTo>
                    <a:pt x="11778" y="27147"/>
                  </a:lnTo>
                  <a:lnTo>
                    <a:pt x="15400" y="19606"/>
                  </a:lnTo>
                  <a:lnTo>
                    <a:pt x="9828" y="16906"/>
                  </a:lnTo>
                  <a:lnTo>
                    <a:pt x="1692" y="10758"/>
                  </a:lnTo>
                  <a:lnTo>
                    <a:pt x="0" y="10143"/>
                  </a:lnTo>
                  <a:lnTo>
                    <a:pt x="3020" y="1076"/>
                  </a:lnTo>
                  <a:lnTo>
                    <a:pt x="635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h1169"/>
            <p:cNvSpPr/>
            <p:nvPr/>
          </p:nvSpPr>
          <p:spPr>
            <a:xfrm>
              <a:off x="2521587" y="2245969"/>
              <a:ext cx="15856" cy="9079"/>
            </a:xfrm>
            <a:custGeom>
              <a:avLst/>
              <a:pathLst>
                <a:path w="15856" h="9079">
                  <a:moveTo>
                    <a:pt x="15462" y="4994"/>
                  </a:moveTo>
                  <a:lnTo>
                    <a:pt x="15856" y="6775"/>
                  </a:lnTo>
                  <a:lnTo>
                    <a:pt x="8994" y="9079"/>
                  </a:lnTo>
                  <a:lnTo>
                    <a:pt x="2402" y="6348"/>
                  </a:lnTo>
                  <a:lnTo>
                    <a:pt x="1759" y="2757"/>
                  </a:lnTo>
                  <a:lnTo>
                    <a:pt x="0" y="1129"/>
                  </a:lnTo>
                  <a:lnTo>
                    <a:pt x="8273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h1170"/>
            <p:cNvSpPr/>
            <p:nvPr/>
          </p:nvSpPr>
          <p:spPr>
            <a:xfrm>
              <a:off x="2510892" y="2253382"/>
              <a:ext cx="13708" cy="16389"/>
            </a:xfrm>
            <a:custGeom>
              <a:avLst/>
              <a:pathLst>
                <a:path w="13708" h="16389">
                  <a:moveTo>
                    <a:pt x="8136" y="6148"/>
                  </a:moveTo>
                  <a:lnTo>
                    <a:pt x="13708" y="8847"/>
                  </a:lnTo>
                  <a:lnTo>
                    <a:pt x="10085" y="16389"/>
                  </a:lnTo>
                  <a:lnTo>
                    <a:pt x="450" y="10363"/>
                  </a:lnTo>
                  <a:lnTo>
                    <a:pt x="1393" y="3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h1171"/>
            <p:cNvSpPr/>
            <p:nvPr/>
          </p:nvSpPr>
          <p:spPr>
            <a:xfrm>
              <a:off x="2417875" y="2120054"/>
              <a:ext cx="89716" cy="114275"/>
            </a:xfrm>
            <a:custGeom>
              <a:avLst/>
              <a:pathLst>
                <a:path w="89716" h="114275">
                  <a:moveTo>
                    <a:pt x="60034" y="14616"/>
                  </a:moveTo>
                  <a:lnTo>
                    <a:pt x="60555" y="16369"/>
                  </a:lnTo>
                  <a:lnTo>
                    <a:pt x="62381" y="19286"/>
                  </a:lnTo>
                  <a:lnTo>
                    <a:pt x="66719" y="25253"/>
                  </a:lnTo>
                  <a:lnTo>
                    <a:pt x="69285" y="30802"/>
                  </a:lnTo>
                  <a:lnTo>
                    <a:pt x="68807" y="39655"/>
                  </a:lnTo>
                  <a:lnTo>
                    <a:pt x="81691" y="39342"/>
                  </a:lnTo>
                  <a:lnTo>
                    <a:pt x="81672" y="41966"/>
                  </a:lnTo>
                  <a:lnTo>
                    <a:pt x="83715" y="48067"/>
                  </a:lnTo>
                  <a:lnTo>
                    <a:pt x="85769" y="50732"/>
                  </a:lnTo>
                  <a:lnTo>
                    <a:pt x="86926" y="51207"/>
                  </a:lnTo>
                  <a:lnTo>
                    <a:pt x="86445" y="53652"/>
                  </a:lnTo>
                  <a:lnTo>
                    <a:pt x="89316" y="59290"/>
                  </a:lnTo>
                  <a:lnTo>
                    <a:pt x="89716" y="62104"/>
                  </a:lnTo>
                  <a:lnTo>
                    <a:pt x="83740" y="68303"/>
                  </a:lnTo>
                  <a:lnTo>
                    <a:pt x="81121" y="68577"/>
                  </a:lnTo>
                  <a:lnTo>
                    <a:pt x="76161" y="80051"/>
                  </a:lnTo>
                  <a:lnTo>
                    <a:pt x="79182" y="82051"/>
                  </a:lnTo>
                  <a:lnTo>
                    <a:pt x="79336" y="83099"/>
                  </a:lnTo>
                  <a:lnTo>
                    <a:pt x="83329" y="87145"/>
                  </a:lnTo>
                  <a:lnTo>
                    <a:pt x="88928" y="91862"/>
                  </a:lnTo>
                  <a:lnTo>
                    <a:pt x="85822" y="96554"/>
                  </a:lnTo>
                  <a:lnTo>
                    <a:pt x="83712" y="102491"/>
                  </a:lnTo>
                  <a:lnTo>
                    <a:pt x="84403" y="108885"/>
                  </a:lnTo>
                  <a:lnTo>
                    <a:pt x="81344" y="108515"/>
                  </a:lnTo>
                  <a:lnTo>
                    <a:pt x="70961" y="114275"/>
                  </a:lnTo>
                  <a:lnTo>
                    <a:pt x="70813" y="103140"/>
                  </a:lnTo>
                  <a:lnTo>
                    <a:pt x="70138" y="100601"/>
                  </a:lnTo>
                  <a:lnTo>
                    <a:pt x="66172" y="102449"/>
                  </a:lnTo>
                  <a:lnTo>
                    <a:pt x="57962" y="103646"/>
                  </a:lnTo>
                  <a:lnTo>
                    <a:pt x="55898" y="98583"/>
                  </a:lnTo>
                  <a:lnTo>
                    <a:pt x="53973" y="101621"/>
                  </a:lnTo>
                  <a:lnTo>
                    <a:pt x="51483" y="102982"/>
                  </a:lnTo>
                  <a:lnTo>
                    <a:pt x="46616" y="104369"/>
                  </a:lnTo>
                  <a:lnTo>
                    <a:pt x="44445" y="103719"/>
                  </a:lnTo>
                  <a:lnTo>
                    <a:pt x="39410" y="103474"/>
                  </a:lnTo>
                  <a:lnTo>
                    <a:pt x="36004" y="102225"/>
                  </a:lnTo>
                  <a:lnTo>
                    <a:pt x="36062" y="95438"/>
                  </a:lnTo>
                  <a:lnTo>
                    <a:pt x="34596" y="86675"/>
                  </a:lnTo>
                  <a:lnTo>
                    <a:pt x="31449" y="85233"/>
                  </a:lnTo>
                  <a:lnTo>
                    <a:pt x="26683" y="78358"/>
                  </a:lnTo>
                  <a:lnTo>
                    <a:pt x="19003" y="74428"/>
                  </a:lnTo>
                  <a:lnTo>
                    <a:pt x="15754" y="70629"/>
                  </a:lnTo>
                  <a:lnTo>
                    <a:pt x="12992" y="63573"/>
                  </a:lnTo>
                  <a:lnTo>
                    <a:pt x="0" y="48321"/>
                  </a:lnTo>
                  <a:lnTo>
                    <a:pt x="26183" y="25092"/>
                  </a:lnTo>
                  <a:lnTo>
                    <a:pt x="5319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h1172"/>
            <p:cNvSpPr/>
            <p:nvPr/>
          </p:nvSpPr>
          <p:spPr>
            <a:xfrm>
              <a:off x="2510834" y="2218361"/>
              <a:ext cx="15203" cy="17543"/>
            </a:xfrm>
            <a:custGeom>
              <a:avLst/>
              <a:pathLst>
                <a:path w="15203" h="17543">
                  <a:moveTo>
                    <a:pt x="6529" y="15"/>
                  </a:moveTo>
                  <a:lnTo>
                    <a:pt x="6865" y="1114"/>
                  </a:lnTo>
                  <a:lnTo>
                    <a:pt x="9600" y="776"/>
                  </a:lnTo>
                  <a:lnTo>
                    <a:pt x="12968" y="4531"/>
                  </a:lnTo>
                  <a:lnTo>
                    <a:pt x="11042" y="7118"/>
                  </a:lnTo>
                  <a:lnTo>
                    <a:pt x="15203" y="17370"/>
                  </a:lnTo>
                  <a:lnTo>
                    <a:pt x="5543" y="17543"/>
                  </a:lnTo>
                  <a:lnTo>
                    <a:pt x="3431" y="16896"/>
                  </a:lnTo>
                  <a:lnTo>
                    <a:pt x="0" y="11714"/>
                  </a:lnTo>
                  <a:lnTo>
                    <a:pt x="2286" y="11997"/>
                  </a:lnTo>
                  <a:lnTo>
                    <a:pt x="5022" y="7242"/>
                  </a:lnTo>
                  <a:lnTo>
                    <a:pt x="632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h1173"/>
            <p:cNvSpPr/>
            <p:nvPr/>
          </p:nvSpPr>
          <p:spPr>
            <a:xfrm>
              <a:off x="2505766" y="2229498"/>
              <a:ext cx="24723" cy="17600"/>
            </a:xfrm>
            <a:custGeom>
              <a:avLst/>
              <a:pathLst>
                <a:path w="24723" h="17600">
                  <a:moveTo>
                    <a:pt x="4851" y="284"/>
                  </a:moveTo>
                  <a:lnTo>
                    <a:pt x="5068" y="577"/>
                  </a:lnTo>
                  <a:lnTo>
                    <a:pt x="8500" y="5759"/>
                  </a:lnTo>
                  <a:lnTo>
                    <a:pt x="10612" y="6405"/>
                  </a:lnTo>
                  <a:lnTo>
                    <a:pt x="20271" y="6233"/>
                  </a:lnTo>
                  <a:lnTo>
                    <a:pt x="23283" y="6140"/>
                  </a:lnTo>
                  <a:lnTo>
                    <a:pt x="24723" y="12338"/>
                  </a:lnTo>
                  <a:lnTo>
                    <a:pt x="23688" y="12349"/>
                  </a:lnTo>
                  <a:lnTo>
                    <a:pt x="24094" y="16470"/>
                  </a:lnTo>
                  <a:lnTo>
                    <a:pt x="15821" y="17600"/>
                  </a:lnTo>
                  <a:lnTo>
                    <a:pt x="12154" y="13874"/>
                  </a:lnTo>
                  <a:lnTo>
                    <a:pt x="9785" y="13124"/>
                  </a:lnTo>
                  <a:lnTo>
                    <a:pt x="6453" y="14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h1174"/>
            <p:cNvSpPr/>
            <p:nvPr/>
          </p:nvSpPr>
          <p:spPr>
            <a:xfrm>
              <a:off x="2531373" y="2210669"/>
              <a:ext cx="17396" cy="18424"/>
            </a:xfrm>
            <a:custGeom>
              <a:avLst/>
              <a:pathLst>
                <a:path w="17396" h="18424">
                  <a:moveTo>
                    <a:pt x="12644" y="3169"/>
                  </a:moveTo>
                  <a:lnTo>
                    <a:pt x="15694" y="0"/>
                  </a:lnTo>
                  <a:lnTo>
                    <a:pt x="17396" y="5431"/>
                  </a:lnTo>
                  <a:lnTo>
                    <a:pt x="13874" y="9974"/>
                  </a:lnTo>
                  <a:lnTo>
                    <a:pt x="11179" y="15088"/>
                  </a:lnTo>
                  <a:lnTo>
                    <a:pt x="9278" y="16886"/>
                  </a:lnTo>
                  <a:lnTo>
                    <a:pt x="4980" y="18424"/>
                  </a:lnTo>
                  <a:lnTo>
                    <a:pt x="1899" y="16372"/>
                  </a:lnTo>
                  <a:lnTo>
                    <a:pt x="1260" y="14753"/>
                  </a:lnTo>
                  <a:lnTo>
                    <a:pt x="2056" y="7891"/>
                  </a:lnTo>
                  <a:lnTo>
                    <a:pt x="0" y="5415"/>
                  </a:lnTo>
                  <a:lnTo>
                    <a:pt x="2033" y="2462"/>
                  </a:lnTo>
                  <a:lnTo>
                    <a:pt x="8857" y="662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h1175"/>
            <p:cNvSpPr/>
            <p:nvPr/>
          </p:nvSpPr>
          <p:spPr>
            <a:xfrm>
              <a:off x="2565941" y="2155952"/>
              <a:ext cx="64372" cy="39201"/>
            </a:xfrm>
            <a:custGeom>
              <a:avLst/>
              <a:pathLst>
                <a:path w="64372" h="39201">
                  <a:moveTo>
                    <a:pt x="59659" y="0"/>
                  </a:moveTo>
                  <a:lnTo>
                    <a:pt x="63381" y="961"/>
                  </a:lnTo>
                  <a:lnTo>
                    <a:pt x="61784" y="12387"/>
                  </a:lnTo>
                  <a:lnTo>
                    <a:pt x="64372" y="16843"/>
                  </a:lnTo>
                  <a:lnTo>
                    <a:pt x="57833" y="17467"/>
                  </a:lnTo>
                  <a:lnTo>
                    <a:pt x="58241" y="23605"/>
                  </a:lnTo>
                  <a:lnTo>
                    <a:pt x="54748" y="22597"/>
                  </a:lnTo>
                  <a:lnTo>
                    <a:pt x="48543" y="27715"/>
                  </a:lnTo>
                  <a:lnTo>
                    <a:pt x="43310" y="27924"/>
                  </a:lnTo>
                  <a:lnTo>
                    <a:pt x="37755" y="26447"/>
                  </a:lnTo>
                  <a:lnTo>
                    <a:pt x="26143" y="35908"/>
                  </a:lnTo>
                  <a:lnTo>
                    <a:pt x="22800" y="36315"/>
                  </a:lnTo>
                  <a:lnTo>
                    <a:pt x="15150" y="39084"/>
                  </a:lnTo>
                  <a:lnTo>
                    <a:pt x="11471" y="39201"/>
                  </a:lnTo>
                  <a:lnTo>
                    <a:pt x="9206" y="36503"/>
                  </a:lnTo>
                  <a:lnTo>
                    <a:pt x="4274" y="34867"/>
                  </a:lnTo>
                  <a:lnTo>
                    <a:pt x="3390" y="33707"/>
                  </a:lnTo>
                  <a:lnTo>
                    <a:pt x="2941" y="32260"/>
                  </a:lnTo>
                  <a:lnTo>
                    <a:pt x="4278" y="27201"/>
                  </a:lnTo>
                  <a:lnTo>
                    <a:pt x="0" y="28134"/>
                  </a:lnTo>
                  <a:lnTo>
                    <a:pt x="3386" y="16298"/>
                  </a:lnTo>
                  <a:lnTo>
                    <a:pt x="3843" y="12997"/>
                  </a:lnTo>
                  <a:lnTo>
                    <a:pt x="2937" y="8627"/>
                  </a:lnTo>
                  <a:lnTo>
                    <a:pt x="5982" y="9812"/>
                  </a:lnTo>
                  <a:lnTo>
                    <a:pt x="18404" y="9326"/>
                  </a:lnTo>
                  <a:lnTo>
                    <a:pt x="21949" y="8563"/>
                  </a:lnTo>
                  <a:lnTo>
                    <a:pt x="26712" y="4787"/>
                  </a:lnTo>
                  <a:lnTo>
                    <a:pt x="25719" y="7328"/>
                  </a:lnTo>
                  <a:lnTo>
                    <a:pt x="25734" y="10071"/>
                  </a:lnTo>
                  <a:lnTo>
                    <a:pt x="33036" y="13793"/>
                  </a:lnTo>
                  <a:lnTo>
                    <a:pt x="36700" y="12843"/>
                  </a:lnTo>
                  <a:lnTo>
                    <a:pt x="35423" y="7951"/>
                  </a:lnTo>
                  <a:lnTo>
                    <a:pt x="40473" y="6624"/>
                  </a:lnTo>
                  <a:lnTo>
                    <a:pt x="40398" y="5230"/>
                  </a:lnTo>
                  <a:lnTo>
                    <a:pt x="44277" y="4524"/>
                  </a:lnTo>
                  <a:lnTo>
                    <a:pt x="56429" y="7588"/>
                  </a:lnTo>
                  <a:lnTo>
                    <a:pt x="57943" y="5632"/>
                  </a:lnTo>
                  <a:lnTo>
                    <a:pt x="57518" y="70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h1176"/>
            <p:cNvSpPr/>
            <p:nvPr/>
          </p:nvSpPr>
          <p:spPr>
            <a:xfrm>
              <a:off x="2509129" y="1979656"/>
              <a:ext cx="91171" cy="124748"/>
            </a:xfrm>
            <a:custGeom>
              <a:avLst/>
              <a:pathLst>
                <a:path w="91171" h="124748">
                  <a:moveTo>
                    <a:pt x="49179" y="23858"/>
                  </a:moveTo>
                  <a:lnTo>
                    <a:pt x="56808" y="15980"/>
                  </a:lnTo>
                  <a:lnTo>
                    <a:pt x="67082" y="3288"/>
                  </a:lnTo>
                  <a:lnTo>
                    <a:pt x="69511" y="3688"/>
                  </a:lnTo>
                  <a:lnTo>
                    <a:pt x="75793" y="8276"/>
                  </a:lnTo>
                  <a:lnTo>
                    <a:pt x="80719" y="15000"/>
                  </a:lnTo>
                  <a:lnTo>
                    <a:pt x="57779" y="32423"/>
                  </a:lnTo>
                  <a:lnTo>
                    <a:pt x="58739" y="39981"/>
                  </a:lnTo>
                  <a:lnTo>
                    <a:pt x="77446" y="46865"/>
                  </a:lnTo>
                  <a:lnTo>
                    <a:pt x="79107" y="66271"/>
                  </a:lnTo>
                  <a:lnTo>
                    <a:pt x="87701" y="90630"/>
                  </a:lnTo>
                  <a:lnTo>
                    <a:pt x="90082" y="92464"/>
                  </a:lnTo>
                  <a:lnTo>
                    <a:pt x="91171" y="95378"/>
                  </a:lnTo>
                  <a:lnTo>
                    <a:pt x="81588" y="114599"/>
                  </a:lnTo>
                  <a:lnTo>
                    <a:pt x="77341" y="113641"/>
                  </a:lnTo>
                  <a:lnTo>
                    <a:pt x="77828" y="118697"/>
                  </a:lnTo>
                  <a:lnTo>
                    <a:pt x="65819" y="119822"/>
                  </a:lnTo>
                  <a:lnTo>
                    <a:pt x="54141" y="124748"/>
                  </a:lnTo>
                  <a:lnTo>
                    <a:pt x="50026" y="115938"/>
                  </a:lnTo>
                  <a:lnTo>
                    <a:pt x="47991" y="110421"/>
                  </a:lnTo>
                  <a:lnTo>
                    <a:pt x="50164" y="106539"/>
                  </a:lnTo>
                  <a:lnTo>
                    <a:pt x="54875" y="103421"/>
                  </a:lnTo>
                  <a:lnTo>
                    <a:pt x="49740" y="102275"/>
                  </a:lnTo>
                  <a:lnTo>
                    <a:pt x="47397" y="103187"/>
                  </a:lnTo>
                  <a:lnTo>
                    <a:pt x="41706" y="102999"/>
                  </a:lnTo>
                  <a:lnTo>
                    <a:pt x="35857" y="101044"/>
                  </a:lnTo>
                  <a:lnTo>
                    <a:pt x="35794" y="96310"/>
                  </a:lnTo>
                  <a:lnTo>
                    <a:pt x="38185" y="96275"/>
                  </a:lnTo>
                  <a:lnTo>
                    <a:pt x="38118" y="91534"/>
                  </a:lnTo>
                  <a:lnTo>
                    <a:pt x="35653" y="86828"/>
                  </a:lnTo>
                  <a:lnTo>
                    <a:pt x="29736" y="86911"/>
                  </a:lnTo>
                  <a:lnTo>
                    <a:pt x="29655" y="80992"/>
                  </a:lnTo>
                  <a:lnTo>
                    <a:pt x="28406" y="76253"/>
                  </a:lnTo>
                  <a:lnTo>
                    <a:pt x="20105" y="76360"/>
                  </a:lnTo>
                  <a:lnTo>
                    <a:pt x="2676" y="60586"/>
                  </a:lnTo>
                  <a:lnTo>
                    <a:pt x="3784" y="56195"/>
                  </a:lnTo>
                  <a:lnTo>
                    <a:pt x="0" y="53711"/>
                  </a:lnTo>
                  <a:lnTo>
                    <a:pt x="7916" y="15276"/>
                  </a:lnTo>
                  <a:lnTo>
                    <a:pt x="15378" y="9099"/>
                  </a:lnTo>
                  <a:lnTo>
                    <a:pt x="2669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h1177"/>
            <p:cNvSpPr/>
            <p:nvPr/>
          </p:nvSpPr>
          <p:spPr>
            <a:xfrm>
              <a:off x="2561330" y="2471565"/>
              <a:ext cx="69106" cy="41948"/>
            </a:xfrm>
            <a:custGeom>
              <a:avLst/>
              <a:pathLst>
                <a:path w="69106" h="41948">
                  <a:moveTo>
                    <a:pt x="58491" y="689"/>
                  </a:moveTo>
                  <a:lnTo>
                    <a:pt x="61219" y="6284"/>
                  </a:lnTo>
                  <a:lnTo>
                    <a:pt x="65268" y="10153"/>
                  </a:lnTo>
                  <a:lnTo>
                    <a:pt x="69106" y="22456"/>
                  </a:lnTo>
                  <a:lnTo>
                    <a:pt x="67828" y="22026"/>
                  </a:lnTo>
                  <a:lnTo>
                    <a:pt x="64631" y="20880"/>
                  </a:lnTo>
                  <a:lnTo>
                    <a:pt x="54878" y="34569"/>
                  </a:lnTo>
                  <a:lnTo>
                    <a:pt x="49754" y="36725"/>
                  </a:lnTo>
                  <a:lnTo>
                    <a:pt x="44854" y="35359"/>
                  </a:lnTo>
                  <a:lnTo>
                    <a:pt x="31682" y="33764"/>
                  </a:lnTo>
                  <a:lnTo>
                    <a:pt x="27283" y="33856"/>
                  </a:lnTo>
                  <a:lnTo>
                    <a:pt x="20658" y="35245"/>
                  </a:lnTo>
                  <a:lnTo>
                    <a:pt x="18082" y="41948"/>
                  </a:lnTo>
                  <a:lnTo>
                    <a:pt x="14654" y="33899"/>
                  </a:lnTo>
                  <a:lnTo>
                    <a:pt x="10473" y="33631"/>
                  </a:lnTo>
                  <a:lnTo>
                    <a:pt x="10702" y="27066"/>
                  </a:lnTo>
                  <a:lnTo>
                    <a:pt x="7956" y="24617"/>
                  </a:lnTo>
                  <a:lnTo>
                    <a:pt x="0" y="21041"/>
                  </a:lnTo>
                  <a:lnTo>
                    <a:pt x="724" y="19823"/>
                  </a:lnTo>
                  <a:lnTo>
                    <a:pt x="1417" y="13566"/>
                  </a:lnTo>
                  <a:lnTo>
                    <a:pt x="2527" y="13479"/>
                  </a:lnTo>
                  <a:lnTo>
                    <a:pt x="5215" y="7123"/>
                  </a:lnTo>
                  <a:lnTo>
                    <a:pt x="6717" y="5239"/>
                  </a:lnTo>
                  <a:lnTo>
                    <a:pt x="13295" y="5487"/>
                  </a:lnTo>
                  <a:lnTo>
                    <a:pt x="18077" y="3488"/>
                  </a:lnTo>
                  <a:lnTo>
                    <a:pt x="19394" y="6027"/>
                  </a:lnTo>
                  <a:lnTo>
                    <a:pt x="21144" y="5936"/>
                  </a:lnTo>
                  <a:lnTo>
                    <a:pt x="32902" y="4019"/>
                  </a:lnTo>
                  <a:lnTo>
                    <a:pt x="34321" y="1718"/>
                  </a:lnTo>
                  <a:lnTo>
                    <a:pt x="42358" y="269"/>
                  </a:lnTo>
                  <a:lnTo>
                    <a:pt x="5498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h1178"/>
            <p:cNvSpPr/>
            <p:nvPr/>
          </p:nvSpPr>
          <p:spPr>
            <a:xfrm>
              <a:off x="2529399" y="2250964"/>
              <a:ext cx="18363" cy="14549"/>
            </a:xfrm>
            <a:custGeom>
              <a:avLst/>
              <a:pathLst>
                <a:path w="18363" h="14549">
                  <a:moveTo>
                    <a:pt x="11043" y="270"/>
                  </a:moveTo>
                  <a:lnTo>
                    <a:pt x="10333" y="2500"/>
                  </a:lnTo>
                  <a:lnTo>
                    <a:pt x="18363" y="4469"/>
                  </a:lnTo>
                  <a:lnTo>
                    <a:pt x="17454" y="7515"/>
                  </a:lnTo>
                  <a:lnTo>
                    <a:pt x="7627" y="14544"/>
                  </a:lnTo>
                  <a:lnTo>
                    <a:pt x="3651" y="14077"/>
                  </a:lnTo>
                  <a:lnTo>
                    <a:pt x="403" y="14549"/>
                  </a:lnTo>
                  <a:lnTo>
                    <a:pt x="0" y="14022"/>
                  </a:lnTo>
                  <a:lnTo>
                    <a:pt x="92" y="8132"/>
                  </a:lnTo>
                  <a:lnTo>
                    <a:pt x="1278" y="6518"/>
                  </a:lnTo>
                  <a:lnTo>
                    <a:pt x="1183" y="4084"/>
                  </a:lnTo>
                  <a:lnTo>
                    <a:pt x="8044" y="1781"/>
                  </a:lnTo>
                  <a:lnTo>
                    <a:pt x="765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h1179"/>
            <p:cNvSpPr/>
            <p:nvPr/>
          </p:nvSpPr>
          <p:spPr>
            <a:xfrm>
              <a:off x="2631734" y="2174023"/>
              <a:ext cx="27888" cy="54670"/>
            </a:xfrm>
            <a:custGeom>
              <a:avLst/>
              <a:pathLst>
                <a:path w="27888" h="54670">
                  <a:moveTo>
                    <a:pt x="16435" y="6852"/>
                  </a:moveTo>
                  <a:lnTo>
                    <a:pt x="23775" y="5971"/>
                  </a:lnTo>
                  <a:lnTo>
                    <a:pt x="27888" y="29896"/>
                  </a:lnTo>
                  <a:lnTo>
                    <a:pt x="25401" y="29948"/>
                  </a:lnTo>
                  <a:lnTo>
                    <a:pt x="24678" y="31162"/>
                  </a:lnTo>
                  <a:lnTo>
                    <a:pt x="24338" y="36666"/>
                  </a:lnTo>
                  <a:lnTo>
                    <a:pt x="24813" y="39917"/>
                  </a:lnTo>
                  <a:lnTo>
                    <a:pt x="26233" y="42063"/>
                  </a:lnTo>
                  <a:lnTo>
                    <a:pt x="26208" y="46408"/>
                  </a:lnTo>
                  <a:lnTo>
                    <a:pt x="24935" y="49405"/>
                  </a:lnTo>
                  <a:lnTo>
                    <a:pt x="25721" y="52256"/>
                  </a:lnTo>
                  <a:lnTo>
                    <a:pt x="25458" y="53551"/>
                  </a:lnTo>
                  <a:lnTo>
                    <a:pt x="19594" y="54670"/>
                  </a:lnTo>
                  <a:lnTo>
                    <a:pt x="16608" y="51022"/>
                  </a:lnTo>
                  <a:lnTo>
                    <a:pt x="14749" y="52528"/>
                  </a:lnTo>
                  <a:lnTo>
                    <a:pt x="12796" y="53278"/>
                  </a:lnTo>
                  <a:lnTo>
                    <a:pt x="8713" y="51385"/>
                  </a:lnTo>
                  <a:lnTo>
                    <a:pt x="8287" y="41020"/>
                  </a:lnTo>
                  <a:lnTo>
                    <a:pt x="2586" y="27961"/>
                  </a:lnTo>
                  <a:lnTo>
                    <a:pt x="0" y="22041"/>
                  </a:lnTo>
                  <a:lnTo>
                    <a:pt x="7869" y="7017"/>
                  </a:lnTo>
                  <a:lnTo>
                    <a:pt x="759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h1180"/>
            <p:cNvSpPr/>
            <p:nvPr/>
          </p:nvSpPr>
          <p:spPr>
            <a:xfrm>
              <a:off x="2545756" y="2297508"/>
              <a:ext cx="23938" cy="19740"/>
            </a:xfrm>
            <a:custGeom>
              <a:avLst/>
              <a:pathLst>
                <a:path w="23938" h="19740">
                  <a:moveTo>
                    <a:pt x="23938" y="11158"/>
                  </a:moveTo>
                  <a:lnTo>
                    <a:pt x="13331" y="15881"/>
                  </a:lnTo>
                  <a:lnTo>
                    <a:pt x="11897" y="18689"/>
                  </a:lnTo>
                  <a:lnTo>
                    <a:pt x="9418" y="19740"/>
                  </a:lnTo>
                  <a:lnTo>
                    <a:pt x="6370" y="17944"/>
                  </a:lnTo>
                  <a:lnTo>
                    <a:pt x="6560" y="16873"/>
                  </a:lnTo>
                  <a:lnTo>
                    <a:pt x="0" y="9929"/>
                  </a:lnTo>
                  <a:lnTo>
                    <a:pt x="7501" y="5117"/>
                  </a:lnTo>
                  <a:lnTo>
                    <a:pt x="9614" y="1755"/>
                  </a:lnTo>
                  <a:lnTo>
                    <a:pt x="11314" y="3103"/>
                  </a:lnTo>
                  <a:lnTo>
                    <a:pt x="14575" y="3508"/>
                  </a:lnTo>
                  <a:lnTo>
                    <a:pt x="2334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h1181"/>
            <p:cNvSpPr/>
            <p:nvPr/>
          </p:nvSpPr>
          <p:spPr>
            <a:xfrm>
              <a:off x="2531230" y="2213048"/>
              <a:ext cx="23800" cy="24680"/>
            </a:xfrm>
            <a:custGeom>
              <a:avLst/>
              <a:pathLst>
                <a:path w="23800" h="24680">
                  <a:moveTo>
                    <a:pt x="23800" y="7183"/>
                  </a:moveTo>
                  <a:lnTo>
                    <a:pt x="21139" y="9210"/>
                  </a:lnTo>
                  <a:lnTo>
                    <a:pt x="20322" y="8255"/>
                  </a:lnTo>
                  <a:lnTo>
                    <a:pt x="20044" y="8851"/>
                  </a:lnTo>
                  <a:lnTo>
                    <a:pt x="22357" y="13280"/>
                  </a:lnTo>
                  <a:lnTo>
                    <a:pt x="22842" y="13992"/>
                  </a:lnTo>
                  <a:lnTo>
                    <a:pt x="21963" y="18164"/>
                  </a:lnTo>
                  <a:lnTo>
                    <a:pt x="19165" y="20944"/>
                  </a:lnTo>
                  <a:lnTo>
                    <a:pt x="17848" y="24680"/>
                  </a:lnTo>
                  <a:lnTo>
                    <a:pt x="16587" y="24051"/>
                  </a:lnTo>
                  <a:lnTo>
                    <a:pt x="16251" y="22924"/>
                  </a:lnTo>
                  <a:lnTo>
                    <a:pt x="9988" y="20742"/>
                  </a:lnTo>
                  <a:lnTo>
                    <a:pt x="2236" y="20729"/>
                  </a:lnTo>
                  <a:lnTo>
                    <a:pt x="1361" y="22157"/>
                  </a:lnTo>
                  <a:lnTo>
                    <a:pt x="0" y="18648"/>
                  </a:lnTo>
                  <a:lnTo>
                    <a:pt x="2042" y="13993"/>
                  </a:lnTo>
                  <a:lnTo>
                    <a:pt x="5123" y="16045"/>
                  </a:lnTo>
                  <a:lnTo>
                    <a:pt x="9421" y="14507"/>
                  </a:lnTo>
                  <a:lnTo>
                    <a:pt x="11323" y="12709"/>
                  </a:lnTo>
                  <a:lnTo>
                    <a:pt x="14018" y="7595"/>
                  </a:lnTo>
                  <a:lnTo>
                    <a:pt x="17539" y="3052"/>
                  </a:lnTo>
                  <a:lnTo>
                    <a:pt x="2067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h1182"/>
            <p:cNvSpPr/>
            <p:nvPr/>
          </p:nvSpPr>
          <p:spPr>
            <a:xfrm>
              <a:off x="2656073" y="2199822"/>
              <a:ext cx="48287" cy="34783"/>
            </a:xfrm>
            <a:custGeom>
              <a:avLst/>
              <a:pathLst>
                <a:path w="48287" h="34783">
                  <a:moveTo>
                    <a:pt x="35379" y="17491"/>
                  </a:moveTo>
                  <a:lnTo>
                    <a:pt x="41716" y="9981"/>
                  </a:lnTo>
                  <a:lnTo>
                    <a:pt x="48035" y="8852"/>
                  </a:lnTo>
                  <a:lnTo>
                    <a:pt x="48287" y="16306"/>
                  </a:lnTo>
                  <a:lnTo>
                    <a:pt x="23108" y="34783"/>
                  </a:lnTo>
                  <a:lnTo>
                    <a:pt x="1891" y="31283"/>
                  </a:lnTo>
                  <a:lnTo>
                    <a:pt x="1382" y="26457"/>
                  </a:lnTo>
                  <a:lnTo>
                    <a:pt x="596" y="23606"/>
                  </a:lnTo>
                  <a:lnTo>
                    <a:pt x="1870" y="20609"/>
                  </a:lnTo>
                  <a:lnTo>
                    <a:pt x="1894" y="16264"/>
                  </a:lnTo>
                  <a:lnTo>
                    <a:pt x="474" y="14118"/>
                  </a:lnTo>
                  <a:lnTo>
                    <a:pt x="0" y="10867"/>
                  </a:lnTo>
                  <a:lnTo>
                    <a:pt x="339" y="5363"/>
                  </a:lnTo>
                  <a:lnTo>
                    <a:pt x="1063" y="4149"/>
                  </a:lnTo>
                  <a:lnTo>
                    <a:pt x="3550" y="4097"/>
                  </a:lnTo>
                  <a:lnTo>
                    <a:pt x="6671" y="6978"/>
                  </a:lnTo>
                  <a:lnTo>
                    <a:pt x="8259" y="6866"/>
                  </a:lnTo>
                  <a:lnTo>
                    <a:pt x="12266" y="3528"/>
                  </a:lnTo>
                  <a:lnTo>
                    <a:pt x="15879" y="1849"/>
                  </a:lnTo>
                  <a:lnTo>
                    <a:pt x="18865" y="1426"/>
                  </a:lnTo>
                  <a:lnTo>
                    <a:pt x="2042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h1183"/>
            <p:cNvSpPr/>
            <p:nvPr/>
          </p:nvSpPr>
          <p:spPr>
            <a:xfrm>
              <a:off x="2538385" y="2410497"/>
              <a:ext cx="77935" cy="75052"/>
            </a:xfrm>
            <a:custGeom>
              <a:avLst/>
              <a:pathLst>
                <a:path w="77935" h="75052">
                  <a:moveTo>
                    <a:pt x="71432" y="5551"/>
                  </a:moveTo>
                  <a:lnTo>
                    <a:pt x="74861" y="14383"/>
                  </a:lnTo>
                  <a:lnTo>
                    <a:pt x="74481" y="22935"/>
                  </a:lnTo>
                  <a:lnTo>
                    <a:pt x="68300" y="37816"/>
                  </a:lnTo>
                  <a:lnTo>
                    <a:pt x="67402" y="50944"/>
                  </a:lnTo>
                  <a:lnTo>
                    <a:pt x="77935" y="61068"/>
                  </a:lnTo>
                  <a:lnTo>
                    <a:pt x="65304" y="61338"/>
                  </a:lnTo>
                  <a:lnTo>
                    <a:pt x="57266" y="62787"/>
                  </a:lnTo>
                  <a:lnTo>
                    <a:pt x="55847" y="65087"/>
                  </a:lnTo>
                  <a:lnTo>
                    <a:pt x="44089" y="67004"/>
                  </a:lnTo>
                  <a:lnTo>
                    <a:pt x="42339" y="67095"/>
                  </a:lnTo>
                  <a:lnTo>
                    <a:pt x="41023" y="64557"/>
                  </a:lnTo>
                  <a:lnTo>
                    <a:pt x="36240" y="66555"/>
                  </a:lnTo>
                  <a:lnTo>
                    <a:pt x="29662" y="66308"/>
                  </a:lnTo>
                  <a:lnTo>
                    <a:pt x="28160" y="68192"/>
                  </a:lnTo>
                  <a:lnTo>
                    <a:pt x="25472" y="74548"/>
                  </a:lnTo>
                  <a:lnTo>
                    <a:pt x="24363" y="74635"/>
                  </a:lnTo>
                  <a:lnTo>
                    <a:pt x="19057" y="75052"/>
                  </a:lnTo>
                  <a:lnTo>
                    <a:pt x="14134" y="72725"/>
                  </a:lnTo>
                  <a:lnTo>
                    <a:pt x="11894" y="70856"/>
                  </a:lnTo>
                  <a:lnTo>
                    <a:pt x="11560" y="67118"/>
                  </a:lnTo>
                  <a:lnTo>
                    <a:pt x="12691" y="59954"/>
                  </a:lnTo>
                  <a:lnTo>
                    <a:pt x="5727" y="57403"/>
                  </a:lnTo>
                  <a:lnTo>
                    <a:pt x="7712" y="54849"/>
                  </a:lnTo>
                  <a:lnTo>
                    <a:pt x="2876" y="51581"/>
                  </a:lnTo>
                  <a:lnTo>
                    <a:pt x="2851" y="49917"/>
                  </a:lnTo>
                  <a:lnTo>
                    <a:pt x="6140" y="46365"/>
                  </a:lnTo>
                  <a:lnTo>
                    <a:pt x="1608" y="39534"/>
                  </a:lnTo>
                  <a:lnTo>
                    <a:pt x="0" y="34730"/>
                  </a:lnTo>
                  <a:lnTo>
                    <a:pt x="2435" y="34689"/>
                  </a:lnTo>
                  <a:lnTo>
                    <a:pt x="3467" y="32784"/>
                  </a:lnTo>
                  <a:lnTo>
                    <a:pt x="4994" y="32624"/>
                  </a:lnTo>
                  <a:lnTo>
                    <a:pt x="5016" y="30268"/>
                  </a:lnTo>
                  <a:lnTo>
                    <a:pt x="7425" y="28133"/>
                  </a:lnTo>
                  <a:lnTo>
                    <a:pt x="12006" y="26575"/>
                  </a:lnTo>
                  <a:lnTo>
                    <a:pt x="13115" y="28000"/>
                  </a:lnTo>
                  <a:lnTo>
                    <a:pt x="17005" y="26573"/>
                  </a:lnTo>
                  <a:lnTo>
                    <a:pt x="17719" y="20799"/>
                  </a:lnTo>
                  <a:lnTo>
                    <a:pt x="14654" y="7912"/>
                  </a:lnTo>
                  <a:lnTo>
                    <a:pt x="26282" y="6115"/>
                  </a:lnTo>
                  <a:lnTo>
                    <a:pt x="36183" y="6642"/>
                  </a:lnTo>
                  <a:lnTo>
                    <a:pt x="42886" y="1156"/>
                  </a:lnTo>
                  <a:lnTo>
                    <a:pt x="44834" y="1792"/>
                  </a:lnTo>
                  <a:lnTo>
                    <a:pt x="45175" y="4825"/>
                  </a:lnTo>
                  <a:lnTo>
                    <a:pt x="50567" y="13388"/>
                  </a:lnTo>
                  <a:lnTo>
                    <a:pt x="54174" y="15502"/>
                  </a:lnTo>
                  <a:lnTo>
                    <a:pt x="56389" y="15268"/>
                  </a:lnTo>
                  <a:lnTo>
                    <a:pt x="56759" y="12987"/>
                  </a:lnTo>
                  <a:lnTo>
                    <a:pt x="60326" y="8597"/>
                  </a:lnTo>
                  <a:lnTo>
                    <a:pt x="59101" y="3169"/>
                  </a:lnTo>
                  <a:lnTo>
                    <a:pt x="6905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h1184"/>
            <p:cNvSpPr/>
            <p:nvPr/>
          </p:nvSpPr>
          <p:spPr>
            <a:xfrm>
              <a:off x="2459195" y="2218637"/>
              <a:ext cx="53025" cy="46720"/>
            </a:xfrm>
            <a:custGeom>
              <a:avLst/>
              <a:pathLst>
                <a:path w="53025" h="46720">
                  <a:moveTo>
                    <a:pt x="16642" y="5063"/>
                  </a:moveTo>
                  <a:lnTo>
                    <a:pt x="24852" y="3866"/>
                  </a:lnTo>
                  <a:lnTo>
                    <a:pt x="28818" y="2018"/>
                  </a:lnTo>
                  <a:lnTo>
                    <a:pt x="29493" y="4557"/>
                  </a:lnTo>
                  <a:lnTo>
                    <a:pt x="29641" y="15692"/>
                  </a:lnTo>
                  <a:lnTo>
                    <a:pt x="40024" y="9932"/>
                  </a:lnTo>
                  <a:lnTo>
                    <a:pt x="43083" y="10302"/>
                  </a:lnTo>
                  <a:lnTo>
                    <a:pt x="46571" y="10861"/>
                  </a:lnTo>
                  <a:lnTo>
                    <a:pt x="53025" y="25062"/>
                  </a:lnTo>
                  <a:lnTo>
                    <a:pt x="50004" y="34129"/>
                  </a:lnTo>
                  <a:lnTo>
                    <a:pt x="41868" y="30356"/>
                  </a:lnTo>
                  <a:lnTo>
                    <a:pt x="37214" y="35627"/>
                  </a:lnTo>
                  <a:lnTo>
                    <a:pt x="35323" y="36808"/>
                  </a:lnTo>
                  <a:lnTo>
                    <a:pt x="30908" y="35209"/>
                  </a:lnTo>
                  <a:lnTo>
                    <a:pt x="25853" y="37960"/>
                  </a:lnTo>
                  <a:lnTo>
                    <a:pt x="23021" y="42043"/>
                  </a:lnTo>
                  <a:lnTo>
                    <a:pt x="19440" y="45141"/>
                  </a:lnTo>
                  <a:lnTo>
                    <a:pt x="16656" y="46720"/>
                  </a:lnTo>
                  <a:lnTo>
                    <a:pt x="15892" y="45820"/>
                  </a:lnTo>
                  <a:lnTo>
                    <a:pt x="9511" y="45118"/>
                  </a:lnTo>
                  <a:lnTo>
                    <a:pt x="8944" y="39365"/>
                  </a:lnTo>
                  <a:lnTo>
                    <a:pt x="6781" y="34047"/>
                  </a:lnTo>
                  <a:lnTo>
                    <a:pt x="0" y="21756"/>
                  </a:lnTo>
                  <a:lnTo>
                    <a:pt x="1718" y="16575"/>
                  </a:lnTo>
                  <a:lnTo>
                    <a:pt x="3049" y="15423"/>
                  </a:lnTo>
                  <a:lnTo>
                    <a:pt x="4549" y="8817"/>
                  </a:lnTo>
                  <a:lnTo>
                    <a:pt x="3125" y="5136"/>
                  </a:lnTo>
                  <a:lnTo>
                    <a:pt x="5296" y="5786"/>
                  </a:lnTo>
                  <a:lnTo>
                    <a:pt x="10163" y="4399"/>
                  </a:lnTo>
                  <a:lnTo>
                    <a:pt x="12653" y="3038"/>
                  </a:lnTo>
                  <a:lnTo>
                    <a:pt x="1457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h1185"/>
            <p:cNvSpPr/>
            <p:nvPr/>
          </p:nvSpPr>
          <p:spPr>
            <a:xfrm>
              <a:off x="2498779" y="2124953"/>
              <a:ext cx="39843" cy="55985"/>
            </a:xfrm>
            <a:custGeom>
              <a:avLst/>
              <a:pathLst>
                <a:path w="39843" h="55985">
                  <a:moveTo>
                    <a:pt x="23460" y="3877"/>
                  </a:moveTo>
                  <a:lnTo>
                    <a:pt x="22690" y="5770"/>
                  </a:lnTo>
                  <a:lnTo>
                    <a:pt x="26909" y="9250"/>
                  </a:lnTo>
                  <a:lnTo>
                    <a:pt x="28324" y="11724"/>
                  </a:lnTo>
                  <a:lnTo>
                    <a:pt x="31966" y="24816"/>
                  </a:lnTo>
                  <a:lnTo>
                    <a:pt x="34444" y="25128"/>
                  </a:lnTo>
                  <a:lnTo>
                    <a:pt x="35075" y="25893"/>
                  </a:lnTo>
                  <a:lnTo>
                    <a:pt x="34993" y="27611"/>
                  </a:lnTo>
                  <a:lnTo>
                    <a:pt x="32842" y="30927"/>
                  </a:lnTo>
                  <a:lnTo>
                    <a:pt x="36442" y="37855"/>
                  </a:lnTo>
                  <a:lnTo>
                    <a:pt x="39569" y="47817"/>
                  </a:lnTo>
                  <a:lnTo>
                    <a:pt x="39843" y="53225"/>
                  </a:lnTo>
                  <a:lnTo>
                    <a:pt x="35220" y="55985"/>
                  </a:lnTo>
                  <a:lnTo>
                    <a:pt x="27578" y="55284"/>
                  </a:lnTo>
                  <a:lnTo>
                    <a:pt x="23949" y="49196"/>
                  </a:lnTo>
                  <a:lnTo>
                    <a:pt x="20745" y="45541"/>
                  </a:lnTo>
                  <a:lnTo>
                    <a:pt x="15813" y="43805"/>
                  </a:lnTo>
                  <a:lnTo>
                    <a:pt x="15185" y="39288"/>
                  </a:lnTo>
                  <a:lnTo>
                    <a:pt x="10631" y="39635"/>
                  </a:lnTo>
                  <a:lnTo>
                    <a:pt x="8788" y="40475"/>
                  </a:lnTo>
                  <a:lnTo>
                    <a:pt x="8032" y="42829"/>
                  </a:lnTo>
                  <a:lnTo>
                    <a:pt x="4865" y="45833"/>
                  </a:lnTo>
                  <a:lnTo>
                    <a:pt x="2811" y="43168"/>
                  </a:lnTo>
                  <a:lnTo>
                    <a:pt x="768" y="37067"/>
                  </a:lnTo>
                  <a:lnTo>
                    <a:pt x="787" y="34443"/>
                  </a:lnTo>
                  <a:lnTo>
                    <a:pt x="0" y="33145"/>
                  </a:lnTo>
                  <a:lnTo>
                    <a:pt x="2268" y="27506"/>
                  </a:lnTo>
                  <a:lnTo>
                    <a:pt x="7102" y="24941"/>
                  </a:lnTo>
                  <a:lnTo>
                    <a:pt x="8493" y="23205"/>
                  </a:lnTo>
                  <a:lnTo>
                    <a:pt x="4437" y="16077"/>
                  </a:lnTo>
                  <a:lnTo>
                    <a:pt x="4463" y="14576"/>
                  </a:lnTo>
                  <a:lnTo>
                    <a:pt x="5405" y="16095"/>
                  </a:lnTo>
                  <a:lnTo>
                    <a:pt x="9248" y="14473"/>
                  </a:lnTo>
                  <a:lnTo>
                    <a:pt x="6108" y="7141"/>
                  </a:lnTo>
                  <a:lnTo>
                    <a:pt x="15066" y="2804"/>
                  </a:lnTo>
                  <a:lnTo>
                    <a:pt x="21516" y="3202"/>
                  </a:lnTo>
                  <a:lnTo>
                    <a:pt x="20473" y="98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h1186"/>
            <p:cNvSpPr/>
            <p:nvPr/>
          </p:nvSpPr>
          <p:spPr>
            <a:xfrm>
              <a:off x="2529050" y="2231696"/>
              <a:ext cx="20493" cy="23736"/>
            </a:xfrm>
            <a:custGeom>
              <a:avLst/>
              <a:pathLst>
                <a:path w="20493" h="23736">
                  <a:moveTo>
                    <a:pt x="3541" y="3509"/>
                  </a:moveTo>
                  <a:lnTo>
                    <a:pt x="4416" y="2081"/>
                  </a:lnTo>
                  <a:lnTo>
                    <a:pt x="12168" y="2094"/>
                  </a:lnTo>
                  <a:lnTo>
                    <a:pt x="18432" y="4276"/>
                  </a:lnTo>
                  <a:lnTo>
                    <a:pt x="18767" y="5403"/>
                  </a:lnTo>
                  <a:lnTo>
                    <a:pt x="16938" y="6231"/>
                  </a:lnTo>
                  <a:lnTo>
                    <a:pt x="16761" y="7449"/>
                  </a:lnTo>
                  <a:lnTo>
                    <a:pt x="20439" y="10114"/>
                  </a:lnTo>
                  <a:lnTo>
                    <a:pt x="20493" y="12992"/>
                  </a:lnTo>
                  <a:lnTo>
                    <a:pt x="19124" y="15477"/>
                  </a:lnTo>
                  <a:lnTo>
                    <a:pt x="14931" y="19270"/>
                  </a:lnTo>
                  <a:lnTo>
                    <a:pt x="18741" y="21261"/>
                  </a:lnTo>
                  <a:lnTo>
                    <a:pt x="19939" y="23095"/>
                  </a:lnTo>
                  <a:lnTo>
                    <a:pt x="18712" y="23736"/>
                  </a:lnTo>
                  <a:lnTo>
                    <a:pt x="10683" y="21768"/>
                  </a:lnTo>
                  <a:lnTo>
                    <a:pt x="11393" y="19537"/>
                  </a:lnTo>
                  <a:lnTo>
                    <a:pt x="8000" y="19267"/>
                  </a:lnTo>
                  <a:lnTo>
                    <a:pt x="810" y="14273"/>
                  </a:lnTo>
                  <a:lnTo>
                    <a:pt x="405" y="10151"/>
                  </a:lnTo>
                  <a:lnTo>
                    <a:pt x="1440" y="10140"/>
                  </a:lnTo>
                  <a:lnTo>
                    <a:pt x="0" y="3942"/>
                  </a:lnTo>
                  <a:lnTo>
                    <a:pt x="218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h1187"/>
            <p:cNvSpPr/>
            <p:nvPr/>
          </p:nvSpPr>
          <p:spPr>
            <a:xfrm>
              <a:off x="2564385" y="2182399"/>
              <a:ext cx="58616" cy="50266"/>
            </a:xfrm>
            <a:custGeom>
              <a:avLst/>
              <a:pathLst>
                <a:path w="58616" h="50266">
                  <a:moveTo>
                    <a:pt x="44866" y="1477"/>
                  </a:moveTo>
                  <a:lnTo>
                    <a:pt x="45049" y="8188"/>
                  </a:lnTo>
                  <a:lnTo>
                    <a:pt x="49146" y="8072"/>
                  </a:lnTo>
                  <a:lnTo>
                    <a:pt x="52402" y="10650"/>
                  </a:lnTo>
                  <a:lnTo>
                    <a:pt x="58616" y="19081"/>
                  </a:lnTo>
                  <a:lnTo>
                    <a:pt x="47033" y="19846"/>
                  </a:lnTo>
                  <a:lnTo>
                    <a:pt x="45456" y="20232"/>
                  </a:lnTo>
                  <a:lnTo>
                    <a:pt x="43207" y="22796"/>
                  </a:lnTo>
                  <a:lnTo>
                    <a:pt x="48771" y="33052"/>
                  </a:lnTo>
                  <a:lnTo>
                    <a:pt x="53456" y="42085"/>
                  </a:lnTo>
                  <a:lnTo>
                    <a:pt x="51675" y="43662"/>
                  </a:lnTo>
                  <a:lnTo>
                    <a:pt x="51620" y="45126"/>
                  </a:lnTo>
                  <a:lnTo>
                    <a:pt x="41182" y="50266"/>
                  </a:lnTo>
                  <a:lnTo>
                    <a:pt x="36965" y="45555"/>
                  </a:lnTo>
                  <a:lnTo>
                    <a:pt x="35055" y="41686"/>
                  </a:lnTo>
                  <a:lnTo>
                    <a:pt x="24911" y="35570"/>
                  </a:lnTo>
                  <a:lnTo>
                    <a:pt x="20102" y="34002"/>
                  </a:lnTo>
                  <a:lnTo>
                    <a:pt x="20175" y="33302"/>
                  </a:lnTo>
                  <a:lnTo>
                    <a:pt x="18415" y="30349"/>
                  </a:lnTo>
                  <a:lnTo>
                    <a:pt x="10343" y="30373"/>
                  </a:lnTo>
                  <a:lnTo>
                    <a:pt x="9673" y="31012"/>
                  </a:lnTo>
                  <a:lnTo>
                    <a:pt x="6260" y="26455"/>
                  </a:lnTo>
                  <a:lnTo>
                    <a:pt x="6357" y="21452"/>
                  </a:lnTo>
                  <a:lnTo>
                    <a:pt x="2424" y="12754"/>
                  </a:lnTo>
                  <a:lnTo>
                    <a:pt x="252" y="11665"/>
                  </a:lnTo>
                  <a:lnTo>
                    <a:pt x="0" y="6917"/>
                  </a:lnTo>
                  <a:lnTo>
                    <a:pt x="2732" y="7583"/>
                  </a:lnTo>
                  <a:lnTo>
                    <a:pt x="4946" y="7260"/>
                  </a:lnTo>
                  <a:lnTo>
                    <a:pt x="5829" y="8419"/>
                  </a:lnTo>
                  <a:lnTo>
                    <a:pt x="10762" y="10056"/>
                  </a:lnTo>
                  <a:lnTo>
                    <a:pt x="13027" y="12753"/>
                  </a:lnTo>
                  <a:lnTo>
                    <a:pt x="16705" y="12637"/>
                  </a:lnTo>
                  <a:lnTo>
                    <a:pt x="24356" y="9868"/>
                  </a:lnTo>
                  <a:lnTo>
                    <a:pt x="27699" y="9461"/>
                  </a:lnTo>
                  <a:lnTo>
                    <a:pt x="3931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h1188"/>
            <p:cNvSpPr/>
            <p:nvPr/>
          </p:nvSpPr>
          <p:spPr>
            <a:xfrm>
              <a:off x="2508779" y="2217498"/>
              <a:ext cx="8384" cy="12860"/>
            </a:xfrm>
            <a:custGeom>
              <a:avLst/>
              <a:pathLst>
                <a:path w="8384" h="12860">
                  <a:moveTo>
                    <a:pt x="8384" y="862"/>
                  </a:moveTo>
                  <a:lnTo>
                    <a:pt x="7078" y="8105"/>
                  </a:lnTo>
                  <a:lnTo>
                    <a:pt x="4342" y="12860"/>
                  </a:lnTo>
                  <a:lnTo>
                    <a:pt x="2055" y="12577"/>
                  </a:lnTo>
                  <a:lnTo>
                    <a:pt x="1838" y="12284"/>
                  </a:lnTo>
                  <a:lnTo>
                    <a:pt x="1606" y="10036"/>
                  </a:lnTo>
                  <a:lnTo>
                    <a:pt x="0" y="8071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h1189"/>
            <p:cNvSpPr/>
            <p:nvPr/>
          </p:nvSpPr>
          <p:spPr>
            <a:xfrm>
              <a:off x="2464352" y="2313956"/>
              <a:ext cx="118385" cy="130648"/>
            </a:xfrm>
            <a:custGeom>
              <a:avLst/>
              <a:pathLst>
                <a:path w="118385" h="130648">
                  <a:moveTo>
                    <a:pt x="41864" y="2980"/>
                  </a:moveTo>
                  <a:lnTo>
                    <a:pt x="58680" y="8678"/>
                  </a:lnTo>
                  <a:lnTo>
                    <a:pt x="59786" y="10705"/>
                  </a:lnTo>
                  <a:lnTo>
                    <a:pt x="62811" y="13048"/>
                  </a:lnTo>
                  <a:lnTo>
                    <a:pt x="68134" y="15867"/>
                  </a:lnTo>
                  <a:lnTo>
                    <a:pt x="65941" y="18616"/>
                  </a:lnTo>
                  <a:lnTo>
                    <a:pt x="71963" y="26028"/>
                  </a:lnTo>
                  <a:lnTo>
                    <a:pt x="76549" y="30155"/>
                  </a:lnTo>
                  <a:lnTo>
                    <a:pt x="79510" y="31053"/>
                  </a:lnTo>
                  <a:lnTo>
                    <a:pt x="83231" y="40104"/>
                  </a:lnTo>
                  <a:lnTo>
                    <a:pt x="88979" y="44371"/>
                  </a:lnTo>
                  <a:lnTo>
                    <a:pt x="90945" y="47107"/>
                  </a:lnTo>
                  <a:lnTo>
                    <a:pt x="99984" y="45128"/>
                  </a:lnTo>
                  <a:lnTo>
                    <a:pt x="102610" y="48198"/>
                  </a:lnTo>
                  <a:lnTo>
                    <a:pt x="104876" y="50941"/>
                  </a:lnTo>
                  <a:lnTo>
                    <a:pt x="105551" y="54403"/>
                  </a:lnTo>
                  <a:lnTo>
                    <a:pt x="102680" y="58895"/>
                  </a:lnTo>
                  <a:lnTo>
                    <a:pt x="104147" y="62191"/>
                  </a:lnTo>
                  <a:lnTo>
                    <a:pt x="104011" y="63571"/>
                  </a:lnTo>
                  <a:lnTo>
                    <a:pt x="99533" y="67870"/>
                  </a:lnTo>
                  <a:lnTo>
                    <a:pt x="115268" y="82315"/>
                  </a:lnTo>
                  <a:lnTo>
                    <a:pt x="118385" y="89309"/>
                  </a:lnTo>
                  <a:lnTo>
                    <a:pt x="114394" y="94321"/>
                  </a:lnTo>
                  <a:lnTo>
                    <a:pt x="114002" y="96666"/>
                  </a:lnTo>
                  <a:lnTo>
                    <a:pt x="116919" y="97697"/>
                  </a:lnTo>
                  <a:lnTo>
                    <a:pt x="110216" y="103183"/>
                  </a:lnTo>
                  <a:lnTo>
                    <a:pt x="100315" y="102656"/>
                  </a:lnTo>
                  <a:lnTo>
                    <a:pt x="88686" y="104453"/>
                  </a:lnTo>
                  <a:lnTo>
                    <a:pt x="91751" y="117340"/>
                  </a:lnTo>
                  <a:lnTo>
                    <a:pt x="91037" y="123114"/>
                  </a:lnTo>
                  <a:lnTo>
                    <a:pt x="87147" y="124541"/>
                  </a:lnTo>
                  <a:lnTo>
                    <a:pt x="86038" y="123116"/>
                  </a:lnTo>
                  <a:lnTo>
                    <a:pt x="81457" y="124674"/>
                  </a:lnTo>
                  <a:lnTo>
                    <a:pt x="79049" y="126809"/>
                  </a:lnTo>
                  <a:lnTo>
                    <a:pt x="79027" y="129165"/>
                  </a:lnTo>
                  <a:lnTo>
                    <a:pt x="77500" y="129325"/>
                  </a:lnTo>
                  <a:lnTo>
                    <a:pt x="77489" y="126537"/>
                  </a:lnTo>
                  <a:lnTo>
                    <a:pt x="68979" y="122318"/>
                  </a:lnTo>
                  <a:lnTo>
                    <a:pt x="67130" y="130648"/>
                  </a:lnTo>
                  <a:lnTo>
                    <a:pt x="62027" y="122684"/>
                  </a:lnTo>
                  <a:lnTo>
                    <a:pt x="58069" y="123289"/>
                  </a:lnTo>
                  <a:lnTo>
                    <a:pt x="51135" y="115472"/>
                  </a:lnTo>
                  <a:lnTo>
                    <a:pt x="47738" y="106624"/>
                  </a:lnTo>
                  <a:lnTo>
                    <a:pt x="46040" y="106762"/>
                  </a:lnTo>
                  <a:lnTo>
                    <a:pt x="46411" y="108993"/>
                  </a:lnTo>
                  <a:lnTo>
                    <a:pt x="40179" y="110596"/>
                  </a:lnTo>
                  <a:lnTo>
                    <a:pt x="39152" y="104528"/>
                  </a:lnTo>
                  <a:lnTo>
                    <a:pt x="33477" y="106893"/>
                  </a:lnTo>
                  <a:lnTo>
                    <a:pt x="27307" y="111862"/>
                  </a:lnTo>
                  <a:lnTo>
                    <a:pt x="14285" y="100165"/>
                  </a:lnTo>
                  <a:lnTo>
                    <a:pt x="10591" y="104270"/>
                  </a:lnTo>
                  <a:lnTo>
                    <a:pt x="3579" y="91787"/>
                  </a:lnTo>
                  <a:lnTo>
                    <a:pt x="2871" y="86533"/>
                  </a:lnTo>
                  <a:lnTo>
                    <a:pt x="3719" y="66289"/>
                  </a:lnTo>
                  <a:lnTo>
                    <a:pt x="0" y="56703"/>
                  </a:lnTo>
                  <a:lnTo>
                    <a:pt x="141" y="55287"/>
                  </a:lnTo>
                  <a:lnTo>
                    <a:pt x="11836" y="44220"/>
                  </a:lnTo>
                  <a:lnTo>
                    <a:pt x="520" y="34097"/>
                  </a:lnTo>
                  <a:lnTo>
                    <a:pt x="2374" y="13568"/>
                  </a:lnTo>
                  <a:lnTo>
                    <a:pt x="2530" y="11994"/>
                  </a:lnTo>
                  <a:lnTo>
                    <a:pt x="13685" y="2567"/>
                  </a:lnTo>
                  <a:lnTo>
                    <a:pt x="2759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h1190"/>
            <p:cNvSpPr/>
            <p:nvPr/>
          </p:nvSpPr>
          <p:spPr>
            <a:xfrm>
              <a:off x="2563897" y="2215702"/>
              <a:ext cx="37740" cy="39323"/>
            </a:xfrm>
            <a:custGeom>
              <a:avLst/>
              <a:pathLst>
                <a:path w="37740" h="39323">
                  <a:moveTo>
                    <a:pt x="20590" y="699"/>
                  </a:moveTo>
                  <a:lnTo>
                    <a:pt x="25399" y="2268"/>
                  </a:lnTo>
                  <a:lnTo>
                    <a:pt x="35542" y="8383"/>
                  </a:lnTo>
                  <a:lnTo>
                    <a:pt x="32168" y="11970"/>
                  </a:lnTo>
                  <a:lnTo>
                    <a:pt x="32049" y="13946"/>
                  </a:lnTo>
                  <a:lnTo>
                    <a:pt x="36136" y="20672"/>
                  </a:lnTo>
                  <a:lnTo>
                    <a:pt x="35140" y="25777"/>
                  </a:lnTo>
                  <a:lnTo>
                    <a:pt x="37740" y="27880"/>
                  </a:lnTo>
                  <a:lnTo>
                    <a:pt x="31263" y="35216"/>
                  </a:lnTo>
                  <a:lnTo>
                    <a:pt x="26441" y="33990"/>
                  </a:lnTo>
                  <a:lnTo>
                    <a:pt x="25506" y="39323"/>
                  </a:lnTo>
                  <a:lnTo>
                    <a:pt x="21662" y="35476"/>
                  </a:lnTo>
                  <a:lnTo>
                    <a:pt x="18160" y="33662"/>
                  </a:lnTo>
                  <a:lnTo>
                    <a:pt x="16368" y="33892"/>
                  </a:lnTo>
                  <a:lnTo>
                    <a:pt x="11674" y="32617"/>
                  </a:lnTo>
                  <a:lnTo>
                    <a:pt x="9156" y="29185"/>
                  </a:lnTo>
                  <a:lnTo>
                    <a:pt x="10355" y="28097"/>
                  </a:lnTo>
                  <a:lnTo>
                    <a:pt x="9329" y="25396"/>
                  </a:lnTo>
                  <a:lnTo>
                    <a:pt x="5680" y="22706"/>
                  </a:lnTo>
                  <a:lnTo>
                    <a:pt x="1184" y="20920"/>
                  </a:lnTo>
                  <a:lnTo>
                    <a:pt x="0" y="13489"/>
                  </a:lnTo>
                  <a:lnTo>
                    <a:pt x="4053" y="13905"/>
                  </a:lnTo>
                  <a:lnTo>
                    <a:pt x="2066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h1191"/>
            <p:cNvSpPr/>
            <p:nvPr/>
          </p:nvSpPr>
          <p:spPr>
            <a:xfrm>
              <a:off x="2548015" y="2095595"/>
              <a:ext cx="49384" cy="70169"/>
            </a:xfrm>
            <a:custGeom>
              <a:avLst/>
              <a:pathLst>
                <a:path w="49384" h="70169">
                  <a:moveTo>
                    <a:pt x="45183" y="884"/>
                  </a:moveTo>
                  <a:lnTo>
                    <a:pt x="49261" y="1814"/>
                  </a:lnTo>
                  <a:lnTo>
                    <a:pt x="45236" y="8901"/>
                  </a:lnTo>
                  <a:lnTo>
                    <a:pt x="48880" y="11159"/>
                  </a:lnTo>
                  <a:lnTo>
                    <a:pt x="46438" y="15292"/>
                  </a:lnTo>
                  <a:lnTo>
                    <a:pt x="44346" y="16825"/>
                  </a:lnTo>
                  <a:lnTo>
                    <a:pt x="41273" y="23139"/>
                  </a:lnTo>
                  <a:lnTo>
                    <a:pt x="37870" y="21823"/>
                  </a:lnTo>
                  <a:lnTo>
                    <a:pt x="35247" y="28950"/>
                  </a:lnTo>
                  <a:lnTo>
                    <a:pt x="43216" y="31295"/>
                  </a:lnTo>
                  <a:lnTo>
                    <a:pt x="46465" y="40906"/>
                  </a:lnTo>
                  <a:lnTo>
                    <a:pt x="47864" y="38972"/>
                  </a:lnTo>
                  <a:lnTo>
                    <a:pt x="49384" y="39617"/>
                  </a:lnTo>
                  <a:lnTo>
                    <a:pt x="48787" y="43314"/>
                  </a:lnTo>
                  <a:lnTo>
                    <a:pt x="45927" y="44614"/>
                  </a:lnTo>
                  <a:lnTo>
                    <a:pt x="44144" y="63009"/>
                  </a:lnTo>
                  <a:lnTo>
                    <a:pt x="44638" y="65145"/>
                  </a:lnTo>
                  <a:lnTo>
                    <a:pt x="39875" y="68920"/>
                  </a:lnTo>
                  <a:lnTo>
                    <a:pt x="36329" y="69683"/>
                  </a:lnTo>
                  <a:lnTo>
                    <a:pt x="23908" y="70169"/>
                  </a:lnTo>
                  <a:lnTo>
                    <a:pt x="20863" y="68984"/>
                  </a:lnTo>
                  <a:lnTo>
                    <a:pt x="15486" y="68117"/>
                  </a:lnTo>
                  <a:lnTo>
                    <a:pt x="13652" y="65028"/>
                  </a:lnTo>
                  <a:lnTo>
                    <a:pt x="14564" y="61264"/>
                  </a:lnTo>
                  <a:lnTo>
                    <a:pt x="7945" y="57671"/>
                  </a:lnTo>
                  <a:lnTo>
                    <a:pt x="7833" y="56170"/>
                  </a:lnTo>
                  <a:lnTo>
                    <a:pt x="9793" y="52591"/>
                  </a:lnTo>
                  <a:lnTo>
                    <a:pt x="10321" y="48796"/>
                  </a:lnTo>
                  <a:lnTo>
                    <a:pt x="7593" y="42813"/>
                  </a:lnTo>
                  <a:lnTo>
                    <a:pt x="0" y="36672"/>
                  </a:lnTo>
                  <a:lnTo>
                    <a:pt x="7481" y="31598"/>
                  </a:lnTo>
                  <a:lnTo>
                    <a:pt x="5540" y="28527"/>
                  </a:lnTo>
                  <a:lnTo>
                    <a:pt x="1283" y="15200"/>
                  </a:lnTo>
                  <a:lnTo>
                    <a:pt x="92" y="12657"/>
                  </a:lnTo>
                  <a:lnTo>
                    <a:pt x="348" y="10012"/>
                  </a:lnTo>
                  <a:lnTo>
                    <a:pt x="1745" y="8548"/>
                  </a:lnTo>
                  <a:lnTo>
                    <a:pt x="3649" y="9839"/>
                  </a:lnTo>
                  <a:lnTo>
                    <a:pt x="8706" y="6022"/>
                  </a:lnTo>
                  <a:lnTo>
                    <a:pt x="9000" y="913"/>
                  </a:lnTo>
                  <a:lnTo>
                    <a:pt x="11140" y="0"/>
                  </a:lnTo>
                  <a:lnTo>
                    <a:pt x="15255" y="8809"/>
                  </a:lnTo>
                  <a:lnTo>
                    <a:pt x="26933" y="3883"/>
                  </a:lnTo>
                  <a:lnTo>
                    <a:pt x="38942" y="2758"/>
                  </a:lnTo>
                  <a:lnTo>
                    <a:pt x="40632" y="139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h1192"/>
            <p:cNvSpPr/>
            <p:nvPr/>
          </p:nvSpPr>
          <p:spPr>
            <a:xfrm>
              <a:off x="2549078" y="2212749"/>
              <a:ext cx="35482" cy="35570"/>
            </a:xfrm>
            <a:custGeom>
              <a:avLst/>
              <a:pathLst>
                <a:path w="35482" h="35570">
                  <a:moveTo>
                    <a:pt x="33722" y="0"/>
                  </a:moveTo>
                  <a:lnTo>
                    <a:pt x="35482" y="2952"/>
                  </a:lnTo>
                  <a:lnTo>
                    <a:pt x="18872" y="16858"/>
                  </a:lnTo>
                  <a:lnTo>
                    <a:pt x="14818" y="16442"/>
                  </a:lnTo>
                  <a:lnTo>
                    <a:pt x="16003" y="23872"/>
                  </a:lnTo>
                  <a:lnTo>
                    <a:pt x="20499" y="25659"/>
                  </a:lnTo>
                  <a:lnTo>
                    <a:pt x="24148" y="28348"/>
                  </a:lnTo>
                  <a:lnTo>
                    <a:pt x="25173" y="31049"/>
                  </a:lnTo>
                  <a:lnTo>
                    <a:pt x="23975" y="32138"/>
                  </a:lnTo>
                  <a:lnTo>
                    <a:pt x="26492" y="35570"/>
                  </a:lnTo>
                  <a:lnTo>
                    <a:pt x="23217" y="34765"/>
                  </a:lnTo>
                  <a:lnTo>
                    <a:pt x="20470" y="35102"/>
                  </a:lnTo>
                  <a:lnTo>
                    <a:pt x="14924" y="33497"/>
                  </a:lnTo>
                  <a:lnTo>
                    <a:pt x="10226" y="28522"/>
                  </a:lnTo>
                  <a:lnTo>
                    <a:pt x="0" y="24979"/>
                  </a:lnTo>
                  <a:lnTo>
                    <a:pt x="1317" y="21243"/>
                  </a:lnTo>
                  <a:lnTo>
                    <a:pt x="4114" y="18463"/>
                  </a:lnTo>
                  <a:lnTo>
                    <a:pt x="4993" y="14291"/>
                  </a:lnTo>
                  <a:lnTo>
                    <a:pt x="4508" y="13579"/>
                  </a:lnTo>
                  <a:lnTo>
                    <a:pt x="12463" y="13215"/>
                  </a:lnTo>
                  <a:lnTo>
                    <a:pt x="17974" y="15075"/>
                  </a:lnTo>
                  <a:lnTo>
                    <a:pt x="21181" y="12261"/>
                  </a:lnTo>
                  <a:lnTo>
                    <a:pt x="26252" y="3250"/>
                  </a:lnTo>
                  <a:lnTo>
                    <a:pt x="24979" y="662"/>
                  </a:lnTo>
                  <a:lnTo>
                    <a:pt x="25649" y="2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h1193"/>
            <p:cNvSpPr/>
            <p:nvPr/>
          </p:nvSpPr>
          <p:spPr>
            <a:xfrm>
              <a:off x="2607592" y="2201481"/>
              <a:ext cx="24876" cy="13970"/>
            </a:xfrm>
            <a:custGeom>
              <a:avLst/>
              <a:pathLst>
                <a:path w="24876" h="13970">
                  <a:moveTo>
                    <a:pt x="24876" y="400"/>
                  </a:moveTo>
                  <a:lnTo>
                    <a:pt x="24112" y="12162"/>
                  </a:lnTo>
                  <a:lnTo>
                    <a:pt x="19501" y="13909"/>
                  </a:lnTo>
                  <a:lnTo>
                    <a:pt x="5564" y="13970"/>
                  </a:lnTo>
                  <a:lnTo>
                    <a:pt x="0" y="3714"/>
                  </a:lnTo>
                  <a:lnTo>
                    <a:pt x="2249" y="1151"/>
                  </a:lnTo>
                  <a:lnTo>
                    <a:pt x="3826" y="764"/>
                  </a:lnTo>
                  <a:lnTo>
                    <a:pt x="1540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h1194"/>
            <p:cNvSpPr/>
            <p:nvPr/>
          </p:nvSpPr>
          <p:spPr>
            <a:xfrm>
              <a:off x="2547067" y="2194064"/>
              <a:ext cx="28263" cy="33760"/>
            </a:xfrm>
            <a:custGeom>
              <a:avLst/>
              <a:pathLst>
                <a:path w="28263" h="33760">
                  <a:moveTo>
                    <a:pt x="17570" y="0"/>
                  </a:moveTo>
                  <a:lnTo>
                    <a:pt x="19742" y="1089"/>
                  </a:lnTo>
                  <a:lnTo>
                    <a:pt x="23675" y="9787"/>
                  </a:lnTo>
                  <a:lnTo>
                    <a:pt x="23578" y="14789"/>
                  </a:lnTo>
                  <a:lnTo>
                    <a:pt x="26990" y="19347"/>
                  </a:lnTo>
                  <a:lnTo>
                    <a:pt x="28263" y="21934"/>
                  </a:lnTo>
                  <a:lnTo>
                    <a:pt x="23192" y="30945"/>
                  </a:lnTo>
                  <a:lnTo>
                    <a:pt x="19985" y="33760"/>
                  </a:lnTo>
                  <a:lnTo>
                    <a:pt x="14474" y="31900"/>
                  </a:lnTo>
                  <a:lnTo>
                    <a:pt x="6519" y="32263"/>
                  </a:lnTo>
                  <a:lnTo>
                    <a:pt x="4206" y="27834"/>
                  </a:lnTo>
                  <a:lnTo>
                    <a:pt x="4484" y="27238"/>
                  </a:lnTo>
                  <a:lnTo>
                    <a:pt x="5302" y="28194"/>
                  </a:lnTo>
                  <a:lnTo>
                    <a:pt x="7962" y="26167"/>
                  </a:lnTo>
                  <a:lnTo>
                    <a:pt x="4841" y="18983"/>
                  </a:lnTo>
                  <a:lnTo>
                    <a:pt x="1702" y="22035"/>
                  </a:lnTo>
                  <a:lnTo>
                    <a:pt x="0" y="16604"/>
                  </a:lnTo>
                  <a:lnTo>
                    <a:pt x="5090" y="13331"/>
                  </a:lnTo>
                  <a:lnTo>
                    <a:pt x="1485" y="6213"/>
                  </a:lnTo>
                  <a:lnTo>
                    <a:pt x="11058" y="151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h1195"/>
            <p:cNvSpPr/>
            <p:nvPr/>
          </p:nvSpPr>
          <p:spPr>
            <a:xfrm>
              <a:off x="2567704" y="2325385"/>
              <a:ext cx="95885" cy="79100"/>
            </a:xfrm>
            <a:custGeom>
              <a:avLst/>
              <a:pathLst>
                <a:path w="95885" h="79100">
                  <a:moveTo>
                    <a:pt x="77061" y="5843"/>
                  </a:moveTo>
                  <a:lnTo>
                    <a:pt x="93057" y="7684"/>
                  </a:lnTo>
                  <a:lnTo>
                    <a:pt x="92593" y="9947"/>
                  </a:lnTo>
                  <a:lnTo>
                    <a:pt x="90966" y="9841"/>
                  </a:lnTo>
                  <a:lnTo>
                    <a:pt x="90414" y="13896"/>
                  </a:lnTo>
                  <a:lnTo>
                    <a:pt x="93752" y="14149"/>
                  </a:lnTo>
                  <a:lnTo>
                    <a:pt x="94596" y="13372"/>
                  </a:lnTo>
                  <a:lnTo>
                    <a:pt x="95560" y="15305"/>
                  </a:lnTo>
                  <a:lnTo>
                    <a:pt x="93010" y="17994"/>
                  </a:lnTo>
                  <a:lnTo>
                    <a:pt x="95885" y="30460"/>
                  </a:lnTo>
                  <a:lnTo>
                    <a:pt x="90522" y="37353"/>
                  </a:lnTo>
                  <a:lnTo>
                    <a:pt x="93495" y="48846"/>
                  </a:lnTo>
                  <a:lnTo>
                    <a:pt x="92684" y="48254"/>
                  </a:lnTo>
                  <a:lnTo>
                    <a:pt x="89809" y="49490"/>
                  </a:lnTo>
                  <a:lnTo>
                    <a:pt x="79917" y="45425"/>
                  </a:lnTo>
                  <a:lnTo>
                    <a:pt x="76396" y="48037"/>
                  </a:lnTo>
                  <a:lnTo>
                    <a:pt x="71691" y="49822"/>
                  </a:lnTo>
                  <a:lnTo>
                    <a:pt x="66931" y="54713"/>
                  </a:lnTo>
                  <a:lnTo>
                    <a:pt x="61893" y="55398"/>
                  </a:lnTo>
                  <a:lnTo>
                    <a:pt x="57718" y="58479"/>
                  </a:lnTo>
                  <a:lnTo>
                    <a:pt x="55629" y="62217"/>
                  </a:lnTo>
                  <a:lnTo>
                    <a:pt x="55834" y="67205"/>
                  </a:lnTo>
                  <a:lnTo>
                    <a:pt x="50299" y="70993"/>
                  </a:lnTo>
                  <a:lnTo>
                    <a:pt x="49320" y="71412"/>
                  </a:lnTo>
                  <a:lnTo>
                    <a:pt x="46769" y="69881"/>
                  </a:lnTo>
                  <a:lnTo>
                    <a:pt x="42707" y="69888"/>
                  </a:lnTo>
                  <a:lnTo>
                    <a:pt x="31401" y="76180"/>
                  </a:lnTo>
                  <a:lnTo>
                    <a:pt x="28058" y="79100"/>
                  </a:lnTo>
                  <a:lnTo>
                    <a:pt x="23286" y="74955"/>
                  </a:lnTo>
                  <a:lnTo>
                    <a:pt x="18372" y="66762"/>
                  </a:lnTo>
                  <a:lnTo>
                    <a:pt x="18439" y="63518"/>
                  </a:lnTo>
                  <a:lnTo>
                    <a:pt x="14912" y="54530"/>
                  </a:lnTo>
                  <a:lnTo>
                    <a:pt x="8589" y="44114"/>
                  </a:lnTo>
                  <a:lnTo>
                    <a:pt x="12958" y="41110"/>
                  </a:lnTo>
                  <a:lnTo>
                    <a:pt x="9266" y="34312"/>
                  </a:lnTo>
                  <a:lnTo>
                    <a:pt x="2593" y="39575"/>
                  </a:lnTo>
                  <a:lnTo>
                    <a:pt x="723" y="37191"/>
                  </a:lnTo>
                  <a:lnTo>
                    <a:pt x="0" y="34909"/>
                  </a:lnTo>
                  <a:lnTo>
                    <a:pt x="2962" y="32329"/>
                  </a:lnTo>
                  <a:lnTo>
                    <a:pt x="11019" y="29673"/>
                  </a:lnTo>
                  <a:lnTo>
                    <a:pt x="14939" y="26383"/>
                  </a:lnTo>
                  <a:lnTo>
                    <a:pt x="17780" y="21805"/>
                  </a:lnTo>
                  <a:lnTo>
                    <a:pt x="19463" y="21043"/>
                  </a:lnTo>
                  <a:lnTo>
                    <a:pt x="25182" y="21928"/>
                  </a:lnTo>
                  <a:lnTo>
                    <a:pt x="34386" y="27186"/>
                  </a:lnTo>
                  <a:lnTo>
                    <a:pt x="36888" y="26698"/>
                  </a:lnTo>
                  <a:lnTo>
                    <a:pt x="37975" y="24765"/>
                  </a:lnTo>
                  <a:lnTo>
                    <a:pt x="46995" y="20276"/>
                  </a:lnTo>
                  <a:lnTo>
                    <a:pt x="52237" y="21256"/>
                  </a:lnTo>
                  <a:lnTo>
                    <a:pt x="56707" y="19674"/>
                  </a:lnTo>
                  <a:lnTo>
                    <a:pt x="62229" y="22320"/>
                  </a:lnTo>
                  <a:lnTo>
                    <a:pt x="65039" y="21693"/>
                  </a:lnTo>
                  <a:lnTo>
                    <a:pt x="67065" y="17961"/>
                  </a:lnTo>
                  <a:lnTo>
                    <a:pt x="70017" y="18610"/>
                  </a:lnTo>
                  <a:lnTo>
                    <a:pt x="70468" y="15008"/>
                  </a:lnTo>
                  <a:lnTo>
                    <a:pt x="65459" y="14003"/>
                  </a:lnTo>
                  <a:lnTo>
                    <a:pt x="65933" y="9283"/>
                  </a:lnTo>
                  <a:lnTo>
                    <a:pt x="66839" y="9515"/>
                  </a:lnTo>
                  <a:lnTo>
                    <a:pt x="67304" y="6389"/>
                  </a:lnTo>
                  <a:lnTo>
                    <a:pt x="64872" y="5954"/>
                  </a:lnTo>
                  <a:lnTo>
                    <a:pt x="65399" y="2475"/>
                  </a:lnTo>
                  <a:lnTo>
                    <a:pt x="67411" y="2514"/>
                  </a:lnTo>
                  <a:lnTo>
                    <a:pt x="67102" y="4361"/>
                  </a:lnTo>
                  <a:lnTo>
                    <a:pt x="68613" y="4504"/>
                  </a:lnTo>
                  <a:lnTo>
                    <a:pt x="70385" y="2829"/>
                  </a:lnTo>
                  <a:lnTo>
                    <a:pt x="70816" y="0"/>
                  </a:lnTo>
                  <a:lnTo>
                    <a:pt x="77226" y="854"/>
                  </a:lnTo>
                  <a:close/>
                  <a:moveTo>
                    <a:pt x="26468" y="41982"/>
                  </a:moveTo>
                  <a:lnTo>
                    <a:pt x="39115" y="42116"/>
                  </a:lnTo>
                  <a:lnTo>
                    <a:pt x="41419" y="41005"/>
                  </a:lnTo>
                  <a:lnTo>
                    <a:pt x="41234" y="29726"/>
                  </a:lnTo>
                  <a:lnTo>
                    <a:pt x="27386" y="29434"/>
                  </a:lnTo>
                  <a:lnTo>
                    <a:pt x="26172" y="3849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h1196"/>
            <p:cNvSpPr/>
            <p:nvPr/>
          </p:nvSpPr>
          <p:spPr>
            <a:xfrm>
              <a:off x="2522497" y="2533716"/>
              <a:ext cx="52938" cy="44601"/>
            </a:xfrm>
            <a:custGeom>
              <a:avLst/>
              <a:pathLst>
                <a:path w="52938" h="44601">
                  <a:moveTo>
                    <a:pt x="28602" y="760"/>
                  </a:moveTo>
                  <a:lnTo>
                    <a:pt x="30211" y="2696"/>
                  </a:lnTo>
                  <a:lnTo>
                    <a:pt x="38686" y="5776"/>
                  </a:lnTo>
                  <a:lnTo>
                    <a:pt x="40695" y="1487"/>
                  </a:lnTo>
                  <a:lnTo>
                    <a:pt x="44090" y="4203"/>
                  </a:lnTo>
                  <a:lnTo>
                    <a:pt x="45169" y="7630"/>
                  </a:lnTo>
                  <a:lnTo>
                    <a:pt x="49521" y="9558"/>
                  </a:lnTo>
                  <a:lnTo>
                    <a:pt x="52938" y="24961"/>
                  </a:lnTo>
                  <a:lnTo>
                    <a:pt x="45511" y="23341"/>
                  </a:lnTo>
                  <a:lnTo>
                    <a:pt x="33689" y="23061"/>
                  </a:lnTo>
                  <a:lnTo>
                    <a:pt x="25966" y="30527"/>
                  </a:lnTo>
                  <a:lnTo>
                    <a:pt x="34115" y="34811"/>
                  </a:lnTo>
                  <a:lnTo>
                    <a:pt x="31127" y="44601"/>
                  </a:lnTo>
                  <a:lnTo>
                    <a:pt x="16039" y="42314"/>
                  </a:lnTo>
                  <a:lnTo>
                    <a:pt x="18593" y="34865"/>
                  </a:lnTo>
                  <a:lnTo>
                    <a:pt x="17152" y="34487"/>
                  </a:lnTo>
                  <a:lnTo>
                    <a:pt x="16939" y="36087"/>
                  </a:lnTo>
                  <a:lnTo>
                    <a:pt x="9871" y="34545"/>
                  </a:lnTo>
                  <a:lnTo>
                    <a:pt x="6583" y="41057"/>
                  </a:lnTo>
                  <a:lnTo>
                    <a:pt x="3508" y="41336"/>
                  </a:lnTo>
                  <a:lnTo>
                    <a:pt x="2282" y="37102"/>
                  </a:lnTo>
                  <a:lnTo>
                    <a:pt x="2723" y="28165"/>
                  </a:lnTo>
                  <a:lnTo>
                    <a:pt x="0" y="23908"/>
                  </a:lnTo>
                  <a:lnTo>
                    <a:pt x="3944" y="18349"/>
                  </a:lnTo>
                  <a:lnTo>
                    <a:pt x="4389" y="10568"/>
                  </a:lnTo>
                  <a:lnTo>
                    <a:pt x="7040" y="11157"/>
                  </a:lnTo>
                  <a:lnTo>
                    <a:pt x="7371" y="5300"/>
                  </a:lnTo>
                  <a:lnTo>
                    <a:pt x="8340" y="2050"/>
                  </a:lnTo>
                  <a:lnTo>
                    <a:pt x="12764" y="2290"/>
                  </a:lnTo>
                  <a:lnTo>
                    <a:pt x="15049" y="3505"/>
                  </a:lnTo>
                  <a:lnTo>
                    <a:pt x="20217" y="2490"/>
                  </a:lnTo>
                  <a:lnTo>
                    <a:pt x="25794" y="4004"/>
                  </a:lnTo>
                  <a:lnTo>
                    <a:pt x="2358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h1197"/>
            <p:cNvSpPr/>
            <p:nvPr/>
          </p:nvSpPr>
          <p:spPr>
            <a:xfrm>
              <a:off x="2523032" y="2311555"/>
              <a:ext cx="47633" cy="50598"/>
            </a:xfrm>
            <a:custGeom>
              <a:avLst/>
              <a:pathLst>
                <a:path w="47633" h="50598">
                  <a:moveTo>
                    <a:pt x="14394" y="0"/>
                  </a:moveTo>
                  <a:lnTo>
                    <a:pt x="19125" y="5931"/>
                  </a:lnTo>
                  <a:lnTo>
                    <a:pt x="20962" y="8762"/>
                  </a:lnTo>
                  <a:lnTo>
                    <a:pt x="20881" y="10275"/>
                  </a:lnTo>
                  <a:lnTo>
                    <a:pt x="26571" y="18396"/>
                  </a:lnTo>
                  <a:lnTo>
                    <a:pt x="32079" y="20574"/>
                  </a:lnTo>
                  <a:lnTo>
                    <a:pt x="33507" y="24459"/>
                  </a:lnTo>
                  <a:lnTo>
                    <a:pt x="34879" y="25930"/>
                  </a:lnTo>
                  <a:lnTo>
                    <a:pt x="36618" y="26889"/>
                  </a:lnTo>
                  <a:lnTo>
                    <a:pt x="40819" y="27090"/>
                  </a:lnTo>
                  <a:lnTo>
                    <a:pt x="46445" y="45402"/>
                  </a:lnTo>
                  <a:lnTo>
                    <a:pt x="47633" y="46159"/>
                  </a:lnTo>
                  <a:lnTo>
                    <a:pt x="44671" y="48739"/>
                  </a:lnTo>
                  <a:lnTo>
                    <a:pt x="43930" y="50598"/>
                  </a:lnTo>
                  <a:lnTo>
                    <a:pt x="41304" y="47529"/>
                  </a:lnTo>
                  <a:lnTo>
                    <a:pt x="32265" y="49508"/>
                  </a:lnTo>
                  <a:lnTo>
                    <a:pt x="30299" y="46772"/>
                  </a:lnTo>
                  <a:lnTo>
                    <a:pt x="24551" y="42505"/>
                  </a:lnTo>
                  <a:lnTo>
                    <a:pt x="20829" y="33454"/>
                  </a:lnTo>
                  <a:lnTo>
                    <a:pt x="17869" y="32556"/>
                  </a:lnTo>
                  <a:lnTo>
                    <a:pt x="13283" y="28429"/>
                  </a:lnTo>
                  <a:lnTo>
                    <a:pt x="7261" y="21016"/>
                  </a:lnTo>
                  <a:lnTo>
                    <a:pt x="9454" y="18268"/>
                  </a:lnTo>
                  <a:lnTo>
                    <a:pt x="4131" y="15449"/>
                  </a:lnTo>
                  <a:lnTo>
                    <a:pt x="1106" y="13106"/>
                  </a:lnTo>
                  <a:lnTo>
                    <a:pt x="0" y="11079"/>
                  </a:lnTo>
                  <a:lnTo>
                    <a:pt x="714" y="6356"/>
                  </a:lnTo>
                  <a:lnTo>
                    <a:pt x="3144" y="7486"/>
                  </a:lnTo>
                  <a:lnTo>
                    <a:pt x="8387" y="8255"/>
                  </a:lnTo>
                  <a:lnTo>
                    <a:pt x="12161" y="6787"/>
                  </a:lnTo>
                  <a:lnTo>
                    <a:pt x="11555" y="4491"/>
                  </a:lnTo>
                  <a:lnTo>
                    <a:pt x="8178" y="2104"/>
                  </a:lnTo>
                  <a:lnTo>
                    <a:pt x="10386" y="2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h1198"/>
            <p:cNvSpPr/>
            <p:nvPr/>
          </p:nvSpPr>
          <p:spPr>
            <a:xfrm>
              <a:off x="2488336" y="2418484"/>
              <a:ext cx="91076" cy="169192"/>
            </a:xfrm>
            <a:custGeom>
              <a:avLst/>
              <a:pathLst>
                <a:path w="91076" h="169192">
                  <a:moveTo>
                    <a:pt x="16196" y="6067"/>
                  </a:moveTo>
                  <a:lnTo>
                    <a:pt x="22427" y="4464"/>
                  </a:lnTo>
                  <a:lnTo>
                    <a:pt x="22056" y="2233"/>
                  </a:lnTo>
                  <a:lnTo>
                    <a:pt x="23754" y="2096"/>
                  </a:lnTo>
                  <a:lnTo>
                    <a:pt x="27151" y="10943"/>
                  </a:lnTo>
                  <a:lnTo>
                    <a:pt x="34086" y="18761"/>
                  </a:lnTo>
                  <a:lnTo>
                    <a:pt x="38044" y="18155"/>
                  </a:lnTo>
                  <a:lnTo>
                    <a:pt x="43147" y="26119"/>
                  </a:lnTo>
                  <a:lnTo>
                    <a:pt x="44995" y="17790"/>
                  </a:lnTo>
                  <a:lnTo>
                    <a:pt x="53505" y="22008"/>
                  </a:lnTo>
                  <a:lnTo>
                    <a:pt x="53516" y="24796"/>
                  </a:lnTo>
                  <a:lnTo>
                    <a:pt x="52483" y="26702"/>
                  </a:lnTo>
                  <a:lnTo>
                    <a:pt x="50048" y="26742"/>
                  </a:lnTo>
                  <a:lnTo>
                    <a:pt x="51657" y="31547"/>
                  </a:lnTo>
                  <a:lnTo>
                    <a:pt x="56189" y="38378"/>
                  </a:lnTo>
                  <a:lnTo>
                    <a:pt x="52900" y="41929"/>
                  </a:lnTo>
                  <a:lnTo>
                    <a:pt x="52925" y="43594"/>
                  </a:lnTo>
                  <a:lnTo>
                    <a:pt x="57761" y="46861"/>
                  </a:lnTo>
                  <a:lnTo>
                    <a:pt x="55776" y="49415"/>
                  </a:lnTo>
                  <a:lnTo>
                    <a:pt x="62740" y="51966"/>
                  </a:lnTo>
                  <a:lnTo>
                    <a:pt x="61609" y="59131"/>
                  </a:lnTo>
                  <a:lnTo>
                    <a:pt x="61943" y="62868"/>
                  </a:lnTo>
                  <a:lnTo>
                    <a:pt x="64182" y="64737"/>
                  </a:lnTo>
                  <a:lnTo>
                    <a:pt x="69106" y="67064"/>
                  </a:lnTo>
                  <a:lnTo>
                    <a:pt x="74411" y="66647"/>
                  </a:lnTo>
                  <a:lnTo>
                    <a:pt x="73718" y="72904"/>
                  </a:lnTo>
                  <a:lnTo>
                    <a:pt x="72994" y="74122"/>
                  </a:lnTo>
                  <a:lnTo>
                    <a:pt x="80950" y="77699"/>
                  </a:lnTo>
                  <a:lnTo>
                    <a:pt x="83696" y="80147"/>
                  </a:lnTo>
                  <a:lnTo>
                    <a:pt x="83468" y="86713"/>
                  </a:lnTo>
                  <a:lnTo>
                    <a:pt x="87648" y="86981"/>
                  </a:lnTo>
                  <a:lnTo>
                    <a:pt x="91076" y="95029"/>
                  </a:lnTo>
                  <a:lnTo>
                    <a:pt x="87215" y="102747"/>
                  </a:lnTo>
                  <a:lnTo>
                    <a:pt x="81942" y="116993"/>
                  </a:lnTo>
                  <a:lnTo>
                    <a:pt x="83682" y="124790"/>
                  </a:lnTo>
                  <a:lnTo>
                    <a:pt x="79331" y="122862"/>
                  </a:lnTo>
                  <a:lnTo>
                    <a:pt x="78252" y="119435"/>
                  </a:lnTo>
                  <a:lnTo>
                    <a:pt x="74856" y="116719"/>
                  </a:lnTo>
                  <a:lnTo>
                    <a:pt x="72848" y="121008"/>
                  </a:lnTo>
                  <a:lnTo>
                    <a:pt x="64372" y="117928"/>
                  </a:lnTo>
                  <a:lnTo>
                    <a:pt x="62764" y="115992"/>
                  </a:lnTo>
                  <a:lnTo>
                    <a:pt x="57741" y="115231"/>
                  </a:lnTo>
                  <a:lnTo>
                    <a:pt x="59955" y="119236"/>
                  </a:lnTo>
                  <a:lnTo>
                    <a:pt x="54379" y="117722"/>
                  </a:lnTo>
                  <a:lnTo>
                    <a:pt x="49211" y="118737"/>
                  </a:lnTo>
                  <a:lnTo>
                    <a:pt x="46925" y="117522"/>
                  </a:lnTo>
                  <a:lnTo>
                    <a:pt x="42501" y="117281"/>
                  </a:lnTo>
                  <a:lnTo>
                    <a:pt x="41532" y="120532"/>
                  </a:lnTo>
                  <a:lnTo>
                    <a:pt x="41202" y="126389"/>
                  </a:lnTo>
                  <a:lnTo>
                    <a:pt x="38551" y="125800"/>
                  </a:lnTo>
                  <a:lnTo>
                    <a:pt x="38106" y="133581"/>
                  </a:lnTo>
                  <a:lnTo>
                    <a:pt x="34161" y="139140"/>
                  </a:lnTo>
                  <a:lnTo>
                    <a:pt x="36884" y="143397"/>
                  </a:lnTo>
                  <a:lnTo>
                    <a:pt x="36443" y="152333"/>
                  </a:lnTo>
                  <a:lnTo>
                    <a:pt x="37670" y="156567"/>
                  </a:lnTo>
                  <a:lnTo>
                    <a:pt x="32504" y="155811"/>
                  </a:lnTo>
                  <a:lnTo>
                    <a:pt x="33894" y="165790"/>
                  </a:lnTo>
                  <a:lnTo>
                    <a:pt x="38756" y="164866"/>
                  </a:lnTo>
                  <a:lnTo>
                    <a:pt x="37809" y="169192"/>
                  </a:lnTo>
                  <a:lnTo>
                    <a:pt x="19834" y="165243"/>
                  </a:lnTo>
                  <a:lnTo>
                    <a:pt x="19352" y="162670"/>
                  </a:lnTo>
                  <a:lnTo>
                    <a:pt x="22348" y="142684"/>
                  </a:lnTo>
                  <a:lnTo>
                    <a:pt x="15005" y="135607"/>
                  </a:lnTo>
                  <a:lnTo>
                    <a:pt x="17642" y="121518"/>
                  </a:lnTo>
                  <a:lnTo>
                    <a:pt x="21890" y="123679"/>
                  </a:lnTo>
                  <a:lnTo>
                    <a:pt x="21863" y="120850"/>
                  </a:lnTo>
                  <a:lnTo>
                    <a:pt x="20561" y="116461"/>
                  </a:lnTo>
                  <a:lnTo>
                    <a:pt x="17892" y="116250"/>
                  </a:lnTo>
                  <a:lnTo>
                    <a:pt x="18202" y="111475"/>
                  </a:lnTo>
                  <a:lnTo>
                    <a:pt x="19522" y="107693"/>
                  </a:lnTo>
                  <a:lnTo>
                    <a:pt x="23280" y="101954"/>
                  </a:lnTo>
                  <a:lnTo>
                    <a:pt x="23086" y="99441"/>
                  </a:lnTo>
                  <a:lnTo>
                    <a:pt x="20780" y="99893"/>
                  </a:lnTo>
                  <a:lnTo>
                    <a:pt x="16929" y="94297"/>
                  </a:lnTo>
                  <a:lnTo>
                    <a:pt x="16856" y="86125"/>
                  </a:lnTo>
                  <a:lnTo>
                    <a:pt x="13093" y="83699"/>
                  </a:lnTo>
                  <a:lnTo>
                    <a:pt x="13436" y="80815"/>
                  </a:lnTo>
                  <a:lnTo>
                    <a:pt x="10449" y="80495"/>
                  </a:lnTo>
                  <a:lnTo>
                    <a:pt x="11646" y="74433"/>
                  </a:lnTo>
                  <a:lnTo>
                    <a:pt x="10774" y="70638"/>
                  </a:lnTo>
                  <a:lnTo>
                    <a:pt x="8889" y="70368"/>
                  </a:lnTo>
                  <a:lnTo>
                    <a:pt x="11290" y="56446"/>
                  </a:lnTo>
                  <a:lnTo>
                    <a:pt x="13337" y="50439"/>
                  </a:lnTo>
                  <a:lnTo>
                    <a:pt x="11479" y="44294"/>
                  </a:lnTo>
                  <a:lnTo>
                    <a:pt x="13776" y="44287"/>
                  </a:lnTo>
                  <a:lnTo>
                    <a:pt x="14077" y="41466"/>
                  </a:lnTo>
                  <a:lnTo>
                    <a:pt x="2428" y="37123"/>
                  </a:lnTo>
                  <a:lnTo>
                    <a:pt x="4812" y="36543"/>
                  </a:lnTo>
                  <a:lnTo>
                    <a:pt x="5764" y="30544"/>
                  </a:lnTo>
                  <a:lnTo>
                    <a:pt x="0" y="30331"/>
                  </a:lnTo>
                  <a:lnTo>
                    <a:pt x="3822" y="14207"/>
                  </a:lnTo>
                  <a:lnTo>
                    <a:pt x="3323" y="7333"/>
                  </a:lnTo>
                  <a:lnTo>
                    <a:pt x="9493" y="2365"/>
                  </a:lnTo>
                  <a:lnTo>
                    <a:pt x="1516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h1199"/>
            <p:cNvSpPr/>
            <p:nvPr/>
          </p:nvSpPr>
          <p:spPr>
            <a:xfrm>
              <a:off x="2542158" y="2291342"/>
              <a:ext cx="96013" cy="66372"/>
            </a:xfrm>
            <a:custGeom>
              <a:avLst/>
              <a:pathLst>
                <a:path w="96013" h="66372">
                  <a:moveTo>
                    <a:pt x="40745" y="10369"/>
                  </a:moveTo>
                  <a:lnTo>
                    <a:pt x="43089" y="8828"/>
                  </a:lnTo>
                  <a:lnTo>
                    <a:pt x="43918" y="6568"/>
                  </a:lnTo>
                  <a:lnTo>
                    <a:pt x="46082" y="10124"/>
                  </a:lnTo>
                  <a:lnTo>
                    <a:pt x="44703" y="17712"/>
                  </a:lnTo>
                  <a:lnTo>
                    <a:pt x="46441" y="19885"/>
                  </a:lnTo>
                  <a:lnTo>
                    <a:pt x="48262" y="18058"/>
                  </a:lnTo>
                  <a:lnTo>
                    <a:pt x="50166" y="20404"/>
                  </a:lnTo>
                  <a:lnTo>
                    <a:pt x="52554" y="26158"/>
                  </a:lnTo>
                  <a:lnTo>
                    <a:pt x="63871" y="37784"/>
                  </a:lnTo>
                  <a:lnTo>
                    <a:pt x="70355" y="42542"/>
                  </a:lnTo>
                  <a:lnTo>
                    <a:pt x="77689" y="38502"/>
                  </a:lnTo>
                  <a:lnTo>
                    <a:pt x="82804" y="33377"/>
                  </a:lnTo>
                  <a:lnTo>
                    <a:pt x="86677" y="35581"/>
                  </a:lnTo>
                  <a:lnTo>
                    <a:pt x="85976" y="41135"/>
                  </a:lnTo>
                  <a:lnTo>
                    <a:pt x="90252" y="41789"/>
                  </a:lnTo>
                  <a:lnTo>
                    <a:pt x="90417" y="39997"/>
                  </a:lnTo>
                  <a:lnTo>
                    <a:pt x="92850" y="40432"/>
                  </a:lnTo>
                  <a:lnTo>
                    <a:pt x="92384" y="43558"/>
                  </a:lnTo>
                  <a:lnTo>
                    <a:pt x="91478" y="43326"/>
                  </a:lnTo>
                  <a:lnTo>
                    <a:pt x="91005" y="48046"/>
                  </a:lnTo>
                  <a:lnTo>
                    <a:pt x="96013" y="49051"/>
                  </a:lnTo>
                  <a:lnTo>
                    <a:pt x="95562" y="52653"/>
                  </a:lnTo>
                  <a:lnTo>
                    <a:pt x="92610" y="52004"/>
                  </a:lnTo>
                  <a:lnTo>
                    <a:pt x="90584" y="55736"/>
                  </a:lnTo>
                  <a:lnTo>
                    <a:pt x="87774" y="56363"/>
                  </a:lnTo>
                  <a:lnTo>
                    <a:pt x="82253" y="53716"/>
                  </a:lnTo>
                  <a:lnTo>
                    <a:pt x="77783" y="55299"/>
                  </a:lnTo>
                  <a:lnTo>
                    <a:pt x="72541" y="54319"/>
                  </a:lnTo>
                  <a:lnTo>
                    <a:pt x="63520" y="58808"/>
                  </a:lnTo>
                  <a:lnTo>
                    <a:pt x="62433" y="60741"/>
                  </a:lnTo>
                  <a:lnTo>
                    <a:pt x="59931" y="61229"/>
                  </a:lnTo>
                  <a:lnTo>
                    <a:pt x="50728" y="55970"/>
                  </a:lnTo>
                  <a:lnTo>
                    <a:pt x="45009" y="55086"/>
                  </a:lnTo>
                  <a:lnTo>
                    <a:pt x="43325" y="55848"/>
                  </a:lnTo>
                  <a:lnTo>
                    <a:pt x="40485" y="60426"/>
                  </a:lnTo>
                  <a:lnTo>
                    <a:pt x="36564" y="63716"/>
                  </a:lnTo>
                  <a:lnTo>
                    <a:pt x="28507" y="66372"/>
                  </a:lnTo>
                  <a:lnTo>
                    <a:pt x="27319" y="65615"/>
                  </a:lnTo>
                  <a:lnTo>
                    <a:pt x="21693" y="47303"/>
                  </a:lnTo>
                  <a:lnTo>
                    <a:pt x="17492" y="47102"/>
                  </a:lnTo>
                  <a:lnTo>
                    <a:pt x="15753" y="46143"/>
                  </a:lnTo>
                  <a:lnTo>
                    <a:pt x="14381" y="44672"/>
                  </a:lnTo>
                  <a:lnTo>
                    <a:pt x="12954" y="40786"/>
                  </a:lnTo>
                  <a:lnTo>
                    <a:pt x="7445" y="38609"/>
                  </a:lnTo>
                  <a:lnTo>
                    <a:pt x="1755" y="30487"/>
                  </a:lnTo>
                  <a:lnTo>
                    <a:pt x="1836" y="28974"/>
                  </a:lnTo>
                  <a:lnTo>
                    <a:pt x="0" y="26143"/>
                  </a:lnTo>
                  <a:lnTo>
                    <a:pt x="4487" y="21371"/>
                  </a:lnTo>
                  <a:lnTo>
                    <a:pt x="9968" y="24109"/>
                  </a:lnTo>
                  <a:lnTo>
                    <a:pt x="13016" y="25905"/>
                  </a:lnTo>
                  <a:lnTo>
                    <a:pt x="15494" y="24854"/>
                  </a:lnTo>
                  <a:lnTo>
                    <a:pt x="16928" y="22047"/>
                  </a:lnTo>
                  <a:lnTo>
                    <a:pt x="27536" y="17323"/>
                  </a:lnTo>
                  <a:lnTo>
                    <a:pt x="26940" y="6165"/>
                  </a:lnTo>
                  <a:lnTo>
                    <a:pt x="28668" y="5031"/>
                  </a:lnTo>
                  <a:lnTo>
                    <a:pt x="27159" y="1814"/>
                  </a:lnTo>
                  <a:lnTo>
                    <a:pt x="2814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h1200"/>
            <p:cNvSpPr/>
            <p:nvPr/>
          </p:nvSpPr>
          <p:spPr>
            <a:xfrm>
              <a:off x="2477909" y="2123090"/>
              <a:ext cx="30117" cy="36620"/>
            </a:xfrm>
            <a:custGeom>
              <a:avLst/>
              <a:pathLst>
                <a:path w="30117" h="36620">
                  <a:moveTo>
                    <a:pt x="24126" y="5023"/>
                  </a:moveTo>
                  <a:lnTo>
                    <a:pt x="24574" y="10182"/>
                  </a:lnTo>
                  <a:lnTo>
                    <a:pt x="26977" y="9004"/>
                  </a:lnTo>
                  <a:lnTo>
                    <a:pt x="30117" y="16336"/>
                  </a:lnTo>
                  <a:lnTo>
                    <a:pt x="26275" y="17958"/>
                  </a:lnTo>
                  <a:lnTo>
                    <a:pt x="25332" y="16439"/>
                  </a:lnTo>
                  <a:lnTo>
                    <a:pt x="25307" y="17940"/>
                  </a:lnTo>
                  <a:lnTo>
                    <a:pt x="29363" y="25069"/>
                  </a:lnTo>
                  <a:lnTo>
                    <a:pt x="27972" y="26804"/>
                  </a:lnTo>
                  <a:lnTo>
                    <a:pt x="23138" y="29369"/>
                  </a:lnTo>
                  <a:lnTo>
                    <a:pt x="20869" y="35008"/>
                  </a:lnTo>
                  <a:lnTo>
                    <a:pt x="21656" y="36307"/>
                  </a:lnTo>
                  <a:lnTo>
                    <a:pt x="8773" y="36620"/>
                  </a:lnTo>
                  <a:lnTo>
                    <a:pt x="9251" y="27767"/>
                  </a:lnTo>
                  <a:lnTo>
                    <a:pt x="6685" y="22217"/>
                  </a:lnTo>
                  <a:lnTo>
                    <a:pt x="2347" y="16250"/>
                  </a:lnTo>
                  <a:lnTo>
                    <a:pt x="520" y="13333"/>
                  </a:lnTo>
                  <a:lnTo>
                    <a:pt x="0" y="11580"/>
                  </a:lnTo>
                  <a:lnTo>
                    <a:pt x="585" y="12830"/>
                  </a:lnTo>
                  <a:lnTo>
                    <a:pt x="9554" y="3318"/>
                  </a:lnTo>
                  <a:lnTo>
                    <a:pt x="1027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h1201"/>
            <p:cNvSpPr/>
            <p:nvPr/>
          </p:nvSpPr>
          <p:spPr>
            <a:xfrm>
              <a:off x="2625649" y="2225045"/>
              <a:ext cx="124147" cy="110625"/>
            </a:xfrm>
            <a:custGeom>
              <a:avLst/>
              <a:pathLst>
                <a:path w="124147" h="110625">
                  <a:moveTo>
                    <a:pt x="22693" y="0"/>
                  </a:moveTo>
                  <a:lnTo>
                    <a:pt x="25678" y="3647"/>
                  </a:lnTo>
                  <a:lnTo>
                    <a:pt x="31543" y="2528"/>
                  </a:lnTo>
                  <a:lnTo>
                    <a:pt x="31805" y="1234"/>
                  </a:lnTo>
                  <a:lnTo>
                    <a:pt x="32315" y="6060"/>
                  </a:lnTo>
                  <a:lnTo>
                    <a:pt x="32538" y="14837"/>
                  </a:lnTo>
                  <a:lnTo>
                    <a:pt x="29304" y="17092"/>
                  </a:lnTo>
                  <a:lnTo>
                    <a:pt x="36014" y="30655"/>
                  </a:lnTo>
                  <a:lnTo>
                    <a:pt x="38097" y="32299"/>
                  </a:lnTo>
                  <a:lnTo>
                    <a:pt x="46810" y="34692"/>
                  </a:lnTo>
                  <a:lnTo>
                    <a:pt x="52138" y="37615"/>
                  </a:lnTo>
                  <a:lnTo>
                    <a:pt x="52783" y="37670"/>
                  </a:lnTo>
                  <a:lnTo>
                    <a:pt x="55965" y="34048"/>
                  </a:lnTo>
                  <a:lnTo>
                    <a:pt x="62624" y="40505"/>
                  </a:lnTo>
                  <a:lnTo>
                    <a:pt x="68107" y="39359"/>
                  </a:lnTo>
                  <a:lnTo>
                    <a:pt x="76203" y="33567"/>
                  </a:lnTo>
                  <a:lnTo>
                    <a:pt x="80656" y="32983"/>
                  </a:lnTo>
                  <a:lnTo>
                    <a:pt x="81253" y="35400"/>
                  </a:lnTo>
                  <a:lnTo>
                    <a:pt x="84006" y="37041"/>
                  </a:lnTo>
                  <a:lnTo>
                    <a:pt x="86604" y="36246"/>
                  </a:lnTo>
                  <a:lnTo>
                    <a:pt x="91664" y="32733"/>
                  </a:lnTo>
                  <a:lnTo>
                    <a:pt x="91507" y="24056"/>
                  </a:lnTo>
                  <a:lnTo>
                    <a:pt x="104469" y="25795"/>
                  </a:lnTo>
                  <a:lnTo>
                    <a:pt x="105098" y="54179"/>
                  </a:lnTo>
                  <a:lnTo>
                    <a:pt x="122749" y="53745"/>
                  </a:lnTo>
                  <a:lnTo>
                    <a:pt x="124147" y="53716"/>
                  </a:lnTo>
                  <a:lnTo>
                    <a:pt x="124099" y="59205"/>
                  </a:lnTo>
                  <a:lnTo>
                    <a:pt x="72587" y="102407"/>
                  </a:lnTo>
                  <a:lnTo>
                    <a:pt x="64352" y="109710"/>
                  </a:lnTo>
                  <a:lnTo>
                    <a:pt x="55931" y="110625"/>
                  </a:lnTo>
                  <a:lnTo>
                    <a:pt x="53890" y="110046"/>
                  </a:lnTo>
                  <a:lnTo>
                    <a:pt x="52067" y="103736"/>
                  </a:lnTo>
                  <a:lnTo>
                    <a:pt x="52523" y="101788"/>
                  </a:lnTo>
                  <a:lnTo>
                    <a:pt x="47935" y="96938"/>
                  </a:lnTo>
                  <a:lnTo>
                    <a:pt x="50054" y="94044"/>
                  </a:lnTo>
                  <a:lnTo>
                    <a:pt x="47457" y="91548"/>
                  </a:lnTo>
                  <a:lnTo>
                    <a:pt x="53438" y="91339"/>
                  </a:lnTo>
                  <a:lnTo>
                    <a:pt x="52645" y="88135"/>
                  </a:lnTo>
                  <a:lnTo>
                    <a:pt x="51724" y="84602"/>
                  </a:lnTo>
                  <a:lnTo>
                    <a:pt x="49202" y="85487"/>
                  </a:lnTo>
                  <a:lnTo>
                    <a:pt x="46086" y="77220"/>
                  </a:lnTo>
                  <a:lnTo>
                    <a:pt x="44819" y="75610"/>
                  </a:lnTo>
                  <a:lnTo>
                    <a:pt x="42330" y="76670"/>
                  </a:lnTo>
                  <a:lnTo>
                    <a:pt x="35778" y="69657"/>
                  </a:lnTo>
                  <a:lnTo>
                    <a:pt x="32954" y="70712"/>
                  </a:lnTo>
                  <a:lnTo>
                    <a:pt x="29036" y="70454"/>
                  </a:lnTo>
                  <a:lnTo>
                    <a:pt x="28090" y="68099"/>
                  </a:lnTo>
                  <a:lnTo>
                    <a:pt x="29021" y="67269"/>
                  </a:lnTo>
                  <a:lnTo>
                    <a:pt x="24765" y="64402"/>
                  </a:lnTo>
                  <a:lnTo>
                    <a:pt x="22468" y="65378"/>
                  </a:lnTo>
                  <a:lnTo>
                    <a:pt x="22329" y="67529"/>
                  </a:lnTo>
                  <a:lnTo>
                    <a:pt x="18599" y="67523"/>
                  </a:lnTo>
                  <a:lnTo>
                    <a:pt x="12887" y="57611"/>
                  </a:lnTo>
                  <a:lnTo>
                    <a:pt x="9341" y="55221"/>
                  </a:lnTo>
                  <a:lnTo>
                    <a:pt x="5673" y="58040"/>
                  </a:lnTo>
                  <a:lnTo>
                    <a:pt x="4931" y="57920"/>
                  </a:lnTo>
                  <a:lnTo>
                    <a:pt x="4554" y="50938"/>
                  </a:lnTo>
                  <a:lnTo>
                    <a:pt x="3838" y="50106"/>
                  </a:lnTo>
                  <a:lnTo>
                    <a:pt x="5807" y="38707"/>
                  </a:lnTo>
                  <a:lnTo>
                    <a:pt x="36" y="30288"/>
                  </a:lnTo>
                  <a:lnTo>
                    <a:pt x="4988" y="26717"/>
                  </a:lnTo>
                  <a:lnTo>
                    <a:pt x="2247" y="23065"/>
                  </a:lnTo>
                  <a:lnTo>
                    <a:pt x="6825" y="20535"/>
                  </a:lnTo>
                  <a:lnTo>
                    <a:pt x="6894" y="19238"/>
                  </a:lnTo>
                  <a:lnTo>
                    <a:pt x="0" y="10541"/>
                  </a:lnTo>
                  <a:lnTo>
                    <a:pt x="4989" y="9283"/>
                  </a:lnTo>
                  <a:lnTo>
                    <a:pt x="11815" y="17673"/>
                  </a:lnTo>
                  <a:lnTo>
                    <a:pt x="21708" y="10243"/>
                  </a:lnTo>
                  <a:lnTo>
                    <a:pt x="21016" y="9741"/>
                  </a:lnTo>
                  <a:lnTo>
                    <a:pt x="20834" y="150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h1202"/>
            <p:cNvSpPr/>
            <p:nvPr/>
          </p:nvSpPr>
          <p:spPr>
            <a:xfrm>
              <a:off x="2494036" y="2164241"/>
              <a:ext cx="76182" cy="71490"/>
            </a:xfrm>
            <a:custGeom>
              <a:avLst/>
              <a:pathLst>
                <a:path w="76182" h="71490">
                  <a:moveTo>
                    <a:pt x="20555" y="4517"/>
                  </a:moveTo>
                  <a:lnTo>
                    <a:pt x="25487" y="6253"/>
                  </a:lnTo>
                  <a:lnTo>
                    <a:pt x="28691" y="9908"/>
                  </a:lnTo>
                  <a:lnTo>
                    <a:pt x="32320" y="15996"/>
                  </a:lnTo>
                  <a:lnTo>
                    <a:pt x="39963" y="16697"/>
                  </a:lnTo>
                  <a:lnTo>
                    <a:pt x="44586" y="13937"/>
                  </a:lnTo>
                  <a:lnTo>
                    <a:pt x="44311" y="8529"/>
                  </a:lnTo>
                  <a:lnTo>
                    <a:pt x="57099" y="10313"/>
                  </a:lnTo>
                  <a:lnTo>
                    <a:pt x="59732" y="11778"/>
                  </a:lnTo>
                  <a:lnTo>
                    <a:pt x="63941" y="18193"/>
                  </a:lnTo>
                  <a:lnTo>
                    <a:pt x="71904" y="19845"/>
                  </a:lnTo>
                  <a:lnTo>
                    <a:pt x="76182" y="18912"/>
                  </a:lnTo>
                  <a:lnTo>
                    <a:pt x="74845" y="23971"/>
                  </a:lnTo>
                  <a:lnTo>
                    <a:pt x="75295" y="25418"/>
                  </a:lnTo>
                  <a:lnTo>
                    <a:pt x="73080" y="25742"/>
                  </a:lnTo>
                  <a:lnTo>
                    <a:pt x="70348" y="25075"/>
                  </a:lnTo>
                  <a:lnTo>
                    <a:pt x="70601" y="29823"/>
                  </a:lnTo>
                  <a:lnTo>
                    <a:pt x="64089" y="31336"/>
                  </a:lnTo>
                  <a:lnTo>
                    <a:pt x="54516" y="36037"/>
                  </a:lnTo>
                  <a:lnTo>
                    <a:pt x="58121" y="43154"/>
                  </a:lnTo>
                  <a:lnTo>
                    <a:pt x="53030" y="46428"/>
                  </a:lnTo>
                  <a:lnTo>
                    <a:pt x="49981" y="49597"/>
                  </a:lnTo>
                  <a:lnTo>
                    <a:pt x="46194" y="47091"/>
                  </a:lnTo>
                  <a:lnTo>
                    <a:pt x="39370" y="48890"/>
                  </a:lnTo>
                  <a:lnTo>
                    <a:pt x="37336" y="51843"/>
                  </a:lnTo>
                  <a:lnTo>
                    <a:pt x="39393" y="54319"/>
                  </a:lnTo>
                  <a:lnTo>
                    <a:pt x="38597" y="61182"/>
                  </a:lnTo>
                  <a:lnTo>
                    <a:pt x="39236" y="62800"/>
                  </a:lnTo>
                  <a:lnTo>
                    <a:pt x="37193" y="67455"/>
                  </a:lnTo>
                  <a:lnTo>
                    <a:pt x="35013" y="71397"/>
                  </a:lnTo>
                  <a:lnTo>
                    <a:pt x="32001" y="71490"/>
                  </a:lnTo>
                  <a:lnTo>
                    <a:pt x="27840" y="61238"/>
                  </a:lnTo>
                  <a:lnTo>
                    <a:pt x="29766" y="58651"/>
                  </a:lnTo>
                  <a:lnTo>
                    <a:pt x="26399" y="54896"/>
                  </a:lnTo>
                  <a:lnTo>
                    <a:pt x="23664" y="55235"/>
                  </a:lnTo>
                  <a:lnTo>
                    <a:pt x="23327" y="54135"/>
                  </a:lnTo>
                  <a:lnTo>
                    <a:pt x="23753" y="53475"/>
                  </a:lnTo>
                  <a:lnTo>
                    <a:pt x="21964" y="49137"/>
                  </a:lnTo>
                  <a:lnTo>
                    <a:pt x="15779" y="43314"/>
                  </a:lnTo>
                  <a:lnTo>
                    <a:pt x="5639" y="37026"/>
                  </a:lnTo>
                  <a:lnTo>
                    <a:pt x="3020" y="37864"/>
                  </a:lnTo>
                  <a:lnTo>
                    <a:pt x="0" y="35864"/>
                  </a:lnTo>
                  <a:lnTo>
                    <a:pt x="4959" y="24390"/>
                  </a:lnTo>
                  <a:lnTo>
                    <a:pt x="7579" y="24116"/>
                  </a:lnTo>
                  <a:lnTo>
                    <a:pt x="13554" y="17917"/>
                  </a:lnTo>
                  <a:lnTo>
                    <a:pt x="13155" y="15103"/>
                  </a:lnTo>
                  <a:lnTo>
                    <a:pt x="10283" y="9465"/>
                  </a:lnTo>
                  <a:lnTo>
                    <a:pt x="10765" y="7020"/>
                  </a:lnTo>
                  <a:lnTo>
                    <a:pt x="9607" y="6545"/>
                  </a:lnTo>
                  <a:lnTo>
                    <a:pt x="12774" y="3541"/>
                  </a:lnTo>
                  <a:lnTo>
                    <a:pt x="13530" y="1187"/>
                  </a:lnTo>
                  <a:lnTo>
                    <a:pt x="15373" y="347"/>
                  </a:lnTo>
                  <a:lnTo>
                    <a:pt x="1992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h1203"/>
            <p:cNvSpPr/>
            <p:nvPr/>
          </p:nvSpPr>
          <p:spPr>
            <a:xfrm>
              <a:off x="2563886" y="2359698"/>
              <a:ext cx="34824" cy="66301"/>
            </a:xfrm>
            <a:custGeom>
              <a:avLst/>
              <a:pathLst>
                <a:path w="34824" h="66301">
                  <a:moveTo>
                    <a:pt x="16775" y="6797"/>
                  </a:moveTo>
                  <a:lnTo>
                    <a:pt x="12407" y="9801"/>
                  </a:lnTo>
                  <a:lnTo>
                    <a:pt x="18730" y="20217"/>
                  </a:lnTo>
                  <a:lnTo>
                    <a:pt x="22256" y="29206"/>
                  </a:lnTo>
                  <a:lnTo>
                    <a:pt x="22190" y="32449"/>
                  </a:lnTo>
                  <a:lnTo>
                    <a:pt x="27103" y="40642"/>
                  </a:lnTo>
                  <a:lnTo>
                    <a:pt x="31875" y="44787"/>
                  </a:lnTo>
                  <a:lnTo>
                    <a:pt x="33600" y="53967"/>
                  </a:lnTo>
                  <a:lnTo>
                    <a:pt x="34824" y="59396"/>
                  </a:lnTo>
                  <a:lnTo>
                    <a:pt x="31257" y="63785"/>
                  </a:lnTo>
                  <a:lnTo>
                    <a:pt x="30888" y="66067"/>
                  </a:lnTo>
                  <a:lnTo>
                    <a:pt x="28673" y="66301"/>
                  </a:lnTo>
                  <a:lnTo>
                    <a:pt x="25066" y="64187"/>
                  </a:lnTo>
                  <a:lnTo>
                    <a:pt x="19673" y="55624"/>
                  </a:lnTo>
                  <a:lnTo>
                    <a:pt x="19333" y="52591"/>
                  </a:lnTo>
                  <a:lnTo>
                    <a:pt x="17385" y="51955"/>
                  </a:lnTo>
                  <a:lnTo>
                    <a:pt x="14468" y="50924"/>
                  </a:lnTo>
                  <a:lnTo>
                    <a:pt x="14860" y="48579"/>
                  </a:lnTo>
                  <a:lnTo>
                    <a:pt x="18851" y="43567"/>
                  </a:lnTo>
                  <a:lnTo>
                    <a:pt x="15735" y="36573"/>
                  </a:lnTo>
                  <a:lnTo>
                    <a:pt x="0" y="22127"/>
                  </a:lnTo>
                  <a:lnTo>
                    <a:pt x="4477" y="17828"/>
                  </a:lnTo>
                  <a:lnTo>
                    <a:pt x="4614" y="16449"/>
                  </a:lnTo>
                  <a:lnTo>
                    <a:pt x="3146" y="13152"/>
                  </a:lnTo>
                  <a:lnTo>
                    <a:pt x="6017" y="8661"/>
                  </a:lnTo>
                  <a:lnTo>
                    <a:pt x="5342" y="5199"/>
                  </a:lnTo>
                  <a:lnTo>
                    <a:pt x="3077" y="2455"/>
                  </a:lnTo>
                  <a:lnTo>
                    <a:pt x="3817" y="596"/>
                  </a:lnTo>
                  <a:lnTo>
                    <a:pt x="4540" y="2878"/>
                  </a:lnTo>
                  <a:lnTo>
                    <a:pt x="6410" y="5262"/>
                  </a:lnTo>
                  <a:lnTo>
                    <a:pt x="1308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h1204"/>
            <p:cNvSpPr/>
            <p:nvPr/>
          </p:nvSpPr>
          <p:spPr>
            <a:xfrm>
              <a:off x="3050035" y="3391807"/>
              <a:ext cx="86671" cy="129488"/>
            </a:xfrm>
            <a:custGeom>
              <a:avLst/>
              <a:pathLst>
                <a:path w="86671" h="129488">
                  <a:moveTo>
                    <a:pt x="86671" y="3974"/>
                  </a:moveTo>
                  <a:lnTo>
                    <a:pt x="84453" y="5372"/>
                  </a:lnTo>
                  <a:lnTo>
                    <a:pt x="83864" y="7338"/>
                  </a:lnTo>
                  <a:lnTo>
                    <a:pt x="84843" y="7845"/>
                  </a:lnTo>
                  <a:lnTo>
                    <a:pt x="84661" y="10516"/>
                  </a:lnTo>
                  <a:lnTo>
                    <a:pt x="72285" y="16019"/>
                  </a:lnTo>
                  <a:lnTo>
                    <a:pt x="72470" y="18550"/>
                  </a:lnTo>
                  <a:lnTo>
                    <a:pt x="67176" y="24620"/>
                  </a:lnTo>
                  <a:lnTo>
                    <a:pt x="67484" y="25919"/>
                  </a:lnTo>
                  <a:lnTo>
                    <a:pt x="68150" y="25733"/>
                  </a:lnTo>
                  <a:lnTo>
                    <a:pt x="66929" y="32160"/>
                  </a:lnTo>
                  <a:lnTo>
                    <a:pt x="65159" y="34065"/>
                  </a:lnTo>
                  <a:lnTo>
                    <a:pt x="64949" y="40067"/>
                  </a:lnTo>
                  <a:lnTo>
                    <a:pt x="67731" y="45963"/>
                  </a:lnTo>
                  <a:lnTo>
                    <a:pt x="66659" y="48363"/>
                  </a:lnTo>
                  <a:lnTo>
                    <a:pt x="67197" y="49309"/>
                  </a:lnTo>
                  <a:lnTo>
                    <a:pt x="76762" y="52281"/>
                  </a:lnTo>
                  <a:lnTo>
                    <a:pt x="68419" y="66461"/>
                  </a:lnTo>
                  <a:lnTo>
                    <a:pt x="61776" y="65406"/>
                  </a:lnTo>
                  <a:lnTo>
                    <a:pt x="57046" y="62757"/>
                  </a:lnTo>
                  <a:lnTo>
                    <a:pt x="55066" y="61338"/>
                  </a:lnTo>
                  <a:lnTo>
                    <a:pt x="53573" y="63538"/>
                  </a:lnTo>
                  <a:lnTo>
                    <a:pt x="51872" y="63712"/>
                  </a:lnTo>
                  <a:lnTo>
                    <a:pt x="41741" y="58828"/>
                  </a:lnTo>
                  <a:lnTo>
                    <a:pt x="35351" y="64008"/>
                  </a:lnTo>
                  <a:lnTo>
                    <a:pt x="39597" y="66564"/>
                  </a:lnTo>
                  <a:lnTo>
                    <a:pt x="41398" y="69868"/>
                  </a:lnTo>
                  <a:lnTo>
                    <a:pt x="44243" y="70184"/>
                  </a:lnTo>
                  <a:lnTo>
                    <a:pt x="48716" y="66436"/>
                  </a:lnTo>
                  <a:lnTo>
                    <a:pt x="54959" y="68238"/>
                  </a:lnTo>
                  <a:lnTo>
                    <a:pt x="56494" y="69960"/>
                  </a:lnTo>
                  <a:lnTo>
                    <a:pt x="51109" y="83574"/>
                  </a:lnTo>
                  <a:lnTo>
                    <a:pt x="49319" y="84085"/>
                  </a:lnTo>
                  <a:lnTo>
                    <a:pt x="44868" y="77845"/>
                  </a:lnTo>
                  <a:lnTo>
                    <a:pt x="46764" y="74385"/>
                  </a:lnTo>
                  <a:lnTo>
                    <a:pt x="47213" y="72933"/>
                  </a:lnTo>
                  <a:lnTo>
                    <a:pt x="46618" y="72779"/>
                  </a:lnTo>
                  <a:lnTo>
                    <a:pt x="43203" y="74154"/>
                  </a:lnTo>
                  <a:lnTo>
                    <a:pt x="41040" y="76017"/>
                  </a:lnTo>
                  <a:lnTo>
                    <a:pt x="40440" y="77127"/>
                  </a:lnTo>
                  <a:lnTo>
                    <a:pt x="43027" y="79944"/>
                  </a:lnTo>
                  <a:lnTo>
                    <a:pt x="37647" y="87034"/>
                  </a:lnTo>
                  <a:lnTo>
                    <a:pt x="35968" y="86897"/>
                  </a:lnTo>
                  <a:lnTo>
                    <a:pt x="35267" y="88023"/>
                  </a:lnTo>
                  <a:lnTo>
                    <a:pt x="34521" y="87709"/>
                  </a:lnTo>
                  <a:lnTo>
                    <a:pt x="33948" y="85491"/>
                  </a:lnTo>
                  <a:lnTo>
                    <a:pt x="37363" y="84433"/>
                  </a:lnTo>
                  <a:lnTo>
                    <a:pt x="38149" y="83272"/>
                  </a:lnTo>
                  <a:lnTo>
                    <a:pt x="38798" y="75934"/>
                  </a:lnTo>
                  <a:lnTo>
                    <a:pt x="37846" y="73384"/>
                  </a:lnTo>
                  <a:lnTo>
                    <a:pt x="36340" y="71946"/>
                  </a:lnTo>
                  <a:lnTo>
                    <a:pt x="32205" y="70034"/>
                  </a:lnTo>
                  <a:lnTo>
                    <a:pt x="30101" y="73196"/>
                  </a:lnTo>
                  <a:lnTo>
                    <a:pt x="27658" y="73552"/>
                  </a:lnTo>
                  <a:lnTo>
                    <a:pt x="25236" y="76877"/>
                  </a:lnTo>
                  <a:lnTo>
                    <a:pt x="26758" y="82199"/>
                  </a:lnTo>
                  <a:lnTo>
                    <a:pt x="26262" y="83943"/>
                  </a:lnTo>
                  <a:lnTo>
                    <a:pt x="23899" y="86307"/>
                  </a:lnTo>
                  <a:lnTo>
                    <a:pt x="23365" y="89441"/>
                  </a:lnTo>
                  <a:lnTo>
                    <a:pt x="24559" y="92482"/>
                  </a:lnTo>
                  <a:lnTo>
                    <a:pt x="27134" y="92496"/>
                  </a:lnTo>
                  <a:lnTo>
                    <a:pt x="27602" y="91310"/>
                  </a:lnTo>
                  <a:lnTo>
                    <a:pt x="30091" y="90052"/>
                  </a:lnTo>
                  <a:lnTo>
                    <a:pt x="32738" y="90576"/>
                  </a:lnTo>
                  <a:lnTo>
                    <a:pt x="35014" y="92037"/>
                  </a:lnTo>
                  <a:lnTo>
                    <a:pt x="36108" y="93346"/>
                  </a:lnTo>
                  <a:lnTo>
                    <a:pt x="39966" y="94954"/>
                  </a:lnTo>
                  <a:lnTo>
                    <a:pt x="43313" y="95074"/>
                  </a:lnTo>
                  <a:lnTo>
                    <a:pt x="46804" y="93192"/>
                  </a:lnTo>
                  <a:lnTo>
                    <a:pt x="46186" y="91508"/>
                  </a:lnTo>
                  <a:lnTo>
                    <a:pt x="46735" y="90656"/>
                  </a:lnTo>
                  <a:lnTo>
                    <a:pt x="48150" y="89850"/>
                  </a:lnTo>
                  <a:lnTo>
                    <a:pt x="51149" y="90260"/>
                  </a:lnTo>
                  <a:lnTo>
                    <a:pt x="62924" y="96206"/>
                  </a:lnTo>
                  <a:lnTo>
                    <a:pt x="48950" y="105093"/>
                  </a:lnTo>
                  <a:lnTo>
                    <a:pt x="47354" y="104953"/>
                  </a:lnTo>
                  <a:lnTo>
                    <a:pt x="48580" y="102734"/>
                  </a:lnTo>
                  <a:lnTo>
                    <a:pt x="47504" y="101938"/>
                  </a:lnTo>
                  <a:lnTo>
                    <a:pt x="44177" y="100983"/>
                  </a:lnTo>
                  <a:lnTo>
                    <a:pt x="43767" y="103337"/>
                  </a:lnTo>
                  <a:lnTo>
                    <a:pt x="46700" y="108598"/>
                  </a:lnTo>
                  <a:lnTo>
                    <a:pt x="51874" y="109377"/>
                  </a:lnTo>
                  <a:lnTo>
                    <a:pt x="51909" y="105710"/>
                  </a:lnTo>
                  <a:lnTo>
                    <a:pt x="54922" y="105425"/>
                  </a:lnTo>
                  <a:lnTo>
                    <a:pt x="56418" y="110627"/>
                  </a:lnTo>
                  <a:lnTo>
                    <a:pt x="61787" y="119799"/>
                  </a:lnTo>
                  <a:lnTo>
                    <a:pt x="58804" y="126099"/>
                  </a:lnTo>
                  <a:lnTo>
                    <a:pt x="55497" y="126416"/>
                  </a:lnTo>
                  <a:lnTo>
                    <a:pt x="51425" y="125163"/>
                  </a:lnTo>
                  <a:lnTo>
                    <a:pt x="44270" y="129488"/>
                  </a:lnTo>
                  <a:lnTo>
                    <a:pt x="40735" y="127433"/>
                  </a:lnTo>
                  <a:lnTo>
                    <a:pt x="38443" y="121008"/>
                  </a:lnTo>
                  <a:lnTo>
                    <a:pt x="33283" y="122472"/>
                  </a:lnTo>
                  <a:lnTo>
                    <a:pt x="32519" y="120998"/>
                  </a:lnTo>
                  <a:lnTo>
                    <a:pt x="31704" y="116718"/>
                  </a:lnTo>
                  <a:lnTo>
                    <a:pt x="35486" y="115341"/>
                  </a:lnTo>
                  <a:lnTo>
                    <a:pt x="40082" y="116995"/>
                  </a:lnTo>
                  <a:lnTo>
                    <a:pt x="36729" y="111505"/>
                  </a:lnTo>
                  <a:lnTo>
                    <a:pt x="32750" y="109598"/>
                  </a:lnTo>
                  <a:lnTo>
                    <a:pt x="27491" y="109037"/>
                  </a:lnTo>
                  <a:lnTo>
                    <a:pt x="23900" y="106992"/>
                  </a:lnTo>
                  <a:lnTo>
                    <a:pt x="24512" y="103656"/>
                  </a:lnTo>
                  <a:lnTo>
                    <a:pt x="27780" y="101295"/>
                  </a:lnTo>
                  <a:lnTo>
                    <a:pt x="25778" y="100536"/>
                  </a:lnTo>
                  <a:lnTo>
                    <a:pt x="21869" y="95543"/>
                  </a:lnTo>
                  <a:lnTo>
                    <a:pt x="16210" y="92204"/>
                  </a:lnTo>
                  <a:lnTo>
                    <a:pt x="16193" y="90239"/>
                  </a:lnTo>
                  <a:lnTo>
                    <a:pt x="14851" y="88308"/>
                  </a:lnTo>
                  <a:lnTo>
                    <a:pt x="11633" y="86464"/>
                  </a:lnTo>
                  <a:lnTo>
                    <a:pt x="11463" y="85718"/>
                  </a:lnTo>
                  <a:lnTo>
                    <a:pt x="13612" y="82757"/>
                  </a:lnTo>
                  <a:lnTo>
                    <a:pt x="13624" y="80355"/>
                  </a:lnTo>
                  <a:lnTo>
                    <a:pt x="11796" y="75590"/>
                  </a:lnTo>
                  <a:lnTo>
                    <a:pt x="8915" y="78320"/>
                  </a:lnTo>
                  <a:lnTo>
                    <a:pt x="4531" y="77112"/>
                  </a:lnTo>
                  <a:lnTo>
                    <a:pt x="1594" y="74492"/>
                  </a:lnTo>
                  <a:lnTo>
                    <a:pt x="0" y="71293"/>
                  </a:lnTo>
                  <a:lnTo>
                    <a:pt x="5343" y="72255"/>
                  </a:lnTo>
                  <a:lnTo>
                    <a:pt x="12305" y="71453"/>
                  </a:lnTo>
                  <a:lnTo>
                    <a:pt x="13616" y="66671"/>
                  </a:lnTo>
                  <a:lnTo>
                    <a:pt x="8450" y="61446"/>
                  </a:lnTo>
                  <a:lnTo>
                    <a:pt x="2751" y="53260"/>
                  </a:lnTo>
                  <a:lnTo>
                    <a:pt x="3842" y="52549"/>
                  </a:lnTo>
                  <a:lnTo>
                    <a:pt x="5922" y="52793"/>
                  </a:lnTo>
                  <a:lnTo>
                    <a:pt x="4104" y="45051"/>
                  </a:lnTo>
                  <a:lnTo>
                    <a:pt x="3168" y="43617"/>
                  </a:lnTo>
                  <a:lnTo>
                    <a:pt x="10683" y="40520"/>
                  </a:lnTo>
                  <a:lnTo>
                    <a:pt x="15117" y="47528"/>
                  </a:lnTo>
                  <a:lnTo>
                    <a:pt x="20805" y="45147"/>
                  </a:lnTo>
                  <a:lnTo>
                    <a:pt x="28088" y="37683"/>
                  </a:lnTo>
                  <a:lnTo>
                    <a:pt x="28520" y="37783"/>
                  </a:lnTo>
                  <a:lnTo>
                    <a:pt x="30093" y="38889"/>
                  </a:lnTo>
                  <a:lnTo>
                    <a:pt x="30932" y="47005"/>
                  </a:lnTo>
                  <a:lnTo>
                    <a:pt x="29157" y="52772"/>
                  </a:lnTo>
                  <a:lnTo>
                    <a:pt x="29373" y="55162"/>
                  </a:lnTo>
                  <a:lnTo>
                    <a:pt x="34841" y="60517"/>
                  </a:lnTo>
                  <a:lnTo>
                    <a:pt x="39387" y="59973"/>
                  </a:lnTo>
                  <a:lnTo>
                    <a:pt x="39135" y="56124"/>
                  </a:lnTo>
                  <a:lnTo>
                    <a:pt x="41613" y="57368"/>
                  </a:lnTo>
                  <a:lnTo>
                    <a:pt x="49821" y="58436"/>
                  </a:lnTo>
                  <a:lnTo>
                    <a:pt x="56978" y="60839"/>
                  </a:lnTo>
                  <a:lnTo>
                    <a:pt x="54765" y="52320"/>
                  </a:lnTo>
                  <a:lnTo>
                    <a:pt x="57273" y="48877"/>
                  </a:lnTo>
                  <a:lnTo>
                    <a:pt x="61602" y="44867"/>
                  </a:lnTo>
                  <a:lnTo>
                    <a:pt x="61456" y="43592"/>
                  </a:lnTo>
                  <a:lnTo>
                    <a:pt x="59059" y="38874"/>
                  </a:lnTo>
                  <a:lnTo>
                    <a:pt x="45580" y="29538"/>
                  </a:lnTo>
                  <a:lnTo>
                    <a:pt x="47085" y="22487"/>
                  </a:lnTo>
                  <a:lnTo>
                    <a:pt x="47416" y="23746"/>
                  </a:lnTo>
                  <a:lnTo>
                    <a:pt x="51176" y="22248"/>
                  </a:lnTo>
                  <a:lnTo>
                    <a:pt x="61272" y="7644"/>
                  </a:lnTo>
                  <a:lnTo>
                    <a:pt x="63034" y="3460"/>
                  </a:lnTo>
                  <a:lnTo>
                    <a:pt x="67208" y="3037"/>
                  </a:lnTo>
                  <a:lnTo>
                    <a:pt x="70697" y="2698"/>
                  </a:lnTo>
                  <a:lnTo>
                    <a:pt x="73656" y="4770"/>
                  </a:lnTo>
                  <a:lnTo>
                    <a:pt x="7801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h1205"/>
            <p:cNvSpPr/>
            <p:nvPr/>
          </p:nvSpPr>
          <p:spPr>
            <a:xfrm>
              <a:off x="2854282" y="3379453"/>
              <a:ext cx="12405" cy="15391"/>
            </a:xfrm>
            <a:custGeom>
              <a:avLst/>
              <a:pathLst>
                <a:path w="12405" h="15391">
                  <a:moveTo>
                    <a:pt x="9021" y="620"/>
                  </a:moveTo>
                  <a:lnTo>
                    <a:pt x="7857" y="2254"/>
                  </a:lnTo>
                  <a:lnTo>
                    <a:pt x="10220" y="4498"/>
                  </a:lnTo>
                  <a:lnTo>
                    <a:pt x="10811" y="7442"/>
                  </a:lnTo>
                  <a:lnTo>
                    <a:pt x="11910" y="9879"/>
                  </a:lnTo>
                  <a:lnTo>
                    <a:pt x="12405" y="10639"/>
                  </a:lnTo>
                  <a:lnTo>
                    <a:pt x="10982" y="13729"/>
                  </a:lnTo>
                  <a:lnTo>
                    <a:pt x="8567" y="15391"/>
                  </a:lnTo>
                  <a:lnTo>
                    <a:pt x="7317" y="15163"/>
                  </a:lnTo>
                  <a:lnTo>
                    <a:pt x="7794" y="13507"/>
                  </a:lnTo>
                  <a:lnTo>
                    <a:pt x="1247" y="15378"/>
                  </a:lnTo>
                  <a:lnTo>
                    <a:pt x="0" y="14585"/>
                  </a:lnTo>
                  <a:lnTo>
                    <a:pt x="1990" y="14730"/>
                  </a:lnTo>
                  <a:lnTo>
                    <a:pt x="5431" y="9004"/>
                  </a:lnTo>
                  <a:lnTo>
                    <a:pt x="5668" y="29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h1206"/>
            <p:cNvSpPr/>
            <p:nvPr/>
          </p:nvSpPr>
          <p:spPr>
            <a:xfrm>
              <a:off x="3062831" y="3383440"/>
              <a:ext cx="24267" cy="13965"/>
            </a:xfrm>
            <a:custGeom>
              <a:avLst/>
              <a:pathLst>
                <a:path w="24267" h="13965">
                  <a:moveTo>
                    <a:pt x="15174" y="0"/>
                  </a:moveTo>
                  <a:lnTo>
                    <a:pt x="18690" y="2740"/>
                  </a:lnTo>
                  <a:lnTo>
                    <a:pt x="18628" y="8766"/>
                  </a:lnTo>
                  <a:lnTo>
                    <a:pt x="24267" y="12255"/>
                  </a:lnTo>
                  <a:lnTo>
                    <a:pt x="19935" y="13965"/>
                  </a:lnTo>
                  <a:lnTo>
                    <a:pt x="10597" y="11933"/>
                  </a:lnTo>
                  <a:lnTo>
                    <a:pt x="6140" y="9427"/>
                  </a:lnTo>
                  <a:lnTo>
                    <a:pt x="4076" y="9264"/>
                  </a:lnTo>
                  <a:lnTo>
                    <a:pt x="1957" y="7153"/>
                  </a:lnTo>
                  <a:lnTo>
                    <a:pt x="0" y="4181"/>
                  </a:lnTo>
                  <a:lnTo>
                    <a:pt x="2498" y="4187"/>
                  </a:lnTo>
                  <a:lnTo>
                    <a:pt x="5328" y="1067"/>
                  </a:lnTo>
                  <a:lnTo>
                    <a:pt x="6656" y="574"/>
                  </a:lnTo>
                  <a:lnTo>
                    <a:pt x="8351" y="877"/>
                  </a:lnTo>
                  <a:lnTo>
                    <a:pt x="7912" y="4770"/>
                  </a:lnTo>
                  <a:lnTo>
                    <a:pt x="11151" y="5106"/>
                  </a:lnTo>
                  <a:lnTo>
                    <a:pt x="12043" y="21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h1207"/>
            <p:cNvSpPr/>
            <p:nvPr/>
          </p:nvSpPr>
          <p:spPr>
            <a:xfrm>
              <a:off x="2861045" y="3302862"/>
              <a:ext cx="10361" cy="6640"/>
            </a:xfrm>
            <a:custGeom>
              <a:avLst/>
              <a:pathLst>
                <a:path w="10361" h="6640">
                  <a:moveTo>
                    <a:pt x="8397" y="0"/>
                  </a:moveTo>
                  <a:lnTo>
                    <a:pt x="10361" y="921"/>
                  </a:lnTo>
                  <a:lnTo>
                    <a:pt x="8602" y="5551"/>
                  </a:lnTo>
                  <a:lnTo>
                    <a:pt x="3525" y="6640"/>
                  </a:lnTo>
                  <a:lnTo>
                    <a:pt x="0" y="4792"/>
                  </a:lnTo>
                  <a:lnTo>
                    <a:pt x="3394" y="61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h1208"/>
            <p:cNvSpPr/>
            <p:nvPr/>
          </p:nvSpPr>
          <p:spPr>
            <a:xfrm>
              <a:off x="2960854" y="3410089"/>
              <a:ext cx="22017" cy="9146"/>
            </a:xfrm>
            <a:custGeom>
              <a:avLst/>
              <a:pathLst>
                <a:path w="22017" h="9146">
                  <a:moveTo>
                    <a:pt x="6468" y="30"/>
                  </a:moveTo>
                  <a:lnTo>
                    <a:pt x="8116" y="1306"/>
                  </a:lnTo>
                  <a:lnTo>
                    <a:pt x="17007" y="2294"/>
                  </a:lnTo>
                  <a:lnTo>
                    <a:pt x="18206" y="3956"/>
                  </a:lnTo>
                  <a:lnTo>
                    <a:pt x="18150" y="6426"/>
                  </a:lnTo>
                  <a:lnTo>
                    <a:pt x="21497" y="7716"/>
                  </a:lnTo>
                  <a:lnTo>
                    <a:pt x="22017" y="8297"/>
                  </a:lnTo>
                  <a:lnTo>
                    <a:pt x="20975" y="8885"/>
                  </a:lnTo>
                  <a:lnTo>
                    <a:pt x="19540" y="9146"/>
                  </a:lnTo>
                  <a:lnTo>
                    <a:pt x="16167" y="7792"/>
                  </a:lnTo>
                  <a:lnTo>
                    <a:pt x="14744" y="6540"/>
                  </a:lnTo>
                  <a:lnTo>
                    <a:pt x="13474" y="3691"/>
                  </a:lnTo>
                  <a:lnTo>
                    <a:pt x="9715" y="3370"/>
                  </a:lnTo>
                  <a:lnTo>
                    <a:pt x="3036" y="5121"/>
                  </a:lnTo>
                  <a:lnTo>
                    <a:pt x="0" y="3393"/>
                  </a:lnTo>
                  <a:lnTo>
                    <a:pt x="734" y="1851"/>
                  </a:lnTo>
                  <a:lnTo>
                    <a:pt x="398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h1209"/>
            <p:cNvSpPr/>
            <p:nvPr/>
          </p:nvSpPr>
          <p:spPr>
            <a:xfrm>
              <a:off x="2924011" y="3332061"/>
              <a:ext cx="6734" cy="7399"/>
            </a:xfrm>
            <a:custGeom>
              <a:avLst/>
              <a:pathLst>
                <a:path w="6734" h="7399">
                  <a:moveTo>
                    <a:pt x="6734" y="5747"/>
                  </a:moveTo>
                  <a:lnTo>
                    <a:pt x="1239" y="7399"/>
                  </a:lnTo>
                  <a:lnTo>
                    <a:pt x="314" y="3647"/>
                  </a:lnTo>
                  <a:lnTo>
                    <a:pt x="0" y="2034"/>
                  </a:lnTo>
                  <a:lnTo>
                    <a:pt x="325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h1210"/>
            <p:cNvSpPr/>
            <p:nvPr/>
          </p:nvSpPr>
          <p:spPr>
            <a:xfrm>
              <a:off x="2986845" y="3439932"/>
              <a:ext cx="5259" cy="4879"/>
            </a:xfrm>
            <a:custGeom>
              <a:avLst/>
              <a:pathLst>
                <a:path w="5259" h="4879">
                  <a:moveTo>
                    <a:pt x="4584" y="354"/>
                  </a:moveTo>
                  <a:lnTo>
                    <a:pt x="3108" y="1198"/>
                  </a:lnTo>
                  <a:lnTo>
                    <a:pt x="5146" y="1627"/>
                  </a:lnTo>
                  <a:lnTo>
                    <a:pt x="5259" y="2547"/>
                  </a:lnTo>
                  <a:lnTo>
                    <a:pt x="1315" y="3285"/>
                  </a:lnTo>
                  <a:lnTo>
                    <a:pt x="21" y="4879"/>
                  </a:lnTo>
                  <a:lnTo>
                    <a:pt x="0" y="35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h1211"/>
            <p:cNvSpPr/>
            <p:nvPr/>
          </p:nvSpPr>
          <p:spPr>
            <a:xfrm>
              <a:off x="2819910" y="3284070"/>
              <a:ext cx="37147" cy="15352"/>
            </a:xfrm>
            <a:custGeom>
              <a:avLst/>
              <a:pathLst>
                <a:path w="37147" h="15352">
                  <a:moveTo>
                    <a:pt x="21170" y="3091"/>
                  </a:moveTo>
                  <a:lnTo>
                    <a:pt x="19544" y="4728"/>
                  </a:lnTo>
                  <a:lnTo>
                    <a:pt x="19407" y="6264"/>
                  </a:lnTo>
                  <a:lnTo>
                    <a:pt x="26409" y="9643"/>
                  </a:lnTo>
                  <a:lnTo>
                    <a:pt x="29240" y="9567"/>
                  </a:lnTo>
                  <a:lnTo>
                    <a:pt x="30890" y="7794"/>
                  </a:lnTo>
                  <a:lnTo>
                    <a:pt x="30594" y="6937"/>
                  </a:lnTo>
                  <a:lnTo>
                    <a:pt x="28403" y="6442"/>
                  </a:lnTo>
                  <a:lnTo>
                    <a:pt x="28980" y="6104"/>
                  </a:lnTo>
                  <a:lnTo>
                    <a:pt x="33525" y="7015"/>
                  </a:lnTo>
                  <a:lnTo>
                    <a:pt x="36385" y="8802"/>
                  </a:lnTo>
                  <a:lnTo>
                    <a:pt x="37147" y="10969"/>
                  </a:lnTo>
                  <a:lnTo>
                    <a:pt x="36517" y="14114"/>
                  </a:lnTo>
                  <a:lnTo>
                    <a:pt x="34975" y="11223"/>
                  </a:lnTo>
                  <a:lnTo>
                    <a:pt x="28789" y="13037"/>
                  </a:lnTo>
                  <a:lnTo>
                    <a:pt x="26739" y="15352"/>
                  </a:lnTo>
                  <a:lnTo>
                    <a:pt x="25059" y="13792"/>
                  </a:lnTo>
                  <a:lnTo>
                    <a:pt x="23448" y="13181"/>
                  </a:lnTo>
                  <a:lnTo>
                    <a:pt x="21925" y="14512"/>
                  </a:lnTo>
                  <a:lnTo>
                    <a:pt x="18430" y="14226"/>
                  </a:lnTo>
                  <a:lnTo>
                    <a:pt x="15225" y="9628"/>
                  </a:lnTo>
                  <a:lnTo>
                    <a:pt x="6905" y="10824"/>
                  </a:lnTo>
                  <a:lnTo>
                    <a:pt x="5459" y="10417"/>
                  </a:lnTo>
                  <a:lnTo>
                    <a:pt x="6032" y="9016"/>
                  </a:lnTo>
                  <a:lnTo>
                    <a:pt x="4679" y="8045"/>
                  </a:lnTo>
                  <a:lnTo>
                    <a:pt x="3000" y="8669"/>
                  </a:lnTo>
                  <a:lnTo>
                    <a:pt x="2142" y="11640"/>
                  </a:lnTo>
                  <a:lnTo>
                    <a:pt x="0" y="11825"/>
                  </a:lnTo>
                  <a:lnTo>
                    <a:pt x="179" y="10261"/>
                  </a:lnTo>
                  <a:lnTo>
                    <a:pt x="2694" y="8788"/>
                  </a:lnTo>
                  <a:lnTo>
                    <a:pt x="1539" y="7478"/>
                  </a:lnTo>
                  <a:lnTo>
                    <a:pt x="3185" y="6877"/>
                  </a:lnTo>
                  <a:lnTo>
                    <a:pt x="6567" y="8469"/>
                  </a:lnTo>
                  <a:lnTo>
                    <a:pt x="15086" y="7906"/>
                  </a:lnTo>
                  <a:lnTo>
                    <a:pt x="14391" y="4315"/>
                  </a:lnTo>
                  <a:lnTo>
                    <a:pt x="12630" y="2991"/>
                  </a:lnTo>
                  <a:lnTo>
                    <a:pt x="1940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h1212"/>
            <p:cNvSpPr/>
            <p:nvPr/>
          </p:nvSpPr>
          <p:spPr>
            <a:xfrm>
              <a:off x="2860547" y="3458112"/>
              <a:ext cx="24261" cy="31170"/>
            </a:xfrm>
            <a:custGeom>
              <a:avLst/>
              <a:pathLst>
                <a:path w="24261" h="31170">
                  <a:moveTo>
                    <a:pt x="19393" y="1318"/>
                  </a:moveTo>
                  <a:lnTo>
                    <a:pt x="20762" y="2957"/>
                  </a:lnTo>
                  <a:lnTo>
                    <a:pt x="21043" y="4874"/>
                  </a:lnTo>
                  <a:lnTo>
                    <a:pt x="22816" y="11406"/>
                  </a:lnTo>
                  <a:lnTo>
                    <a:pt x="22242" y="22765"/>
                  </a:lnTo>
                  <a:lnTo>
                    <a:pt x="24261" y="28337"/>
                  </a:lnTo>
                  <a:lnTo>
                    <a:pt x="6541" y="31170"/>
                  </a:lnTo>
                  <a:lnTo>
                    <a:pt x="2823" y="29724"/>
                  </a:lnTo>
                  <a:lnTo>
                    <a:pt x="0" y="21283"/>
                  </a:lnTo>
                  <a:lnTo>
                    <a:pt x="1101" y="18679"/>
                  </a:lnTo>
                  <a:lnTo>
                    <a:pt x="3555" y="18010"/>
                  </a:lnTo>
                  <a:lnTo>
                    <a:pt x="10474" y="22326"/>
                  </a:lnTo>
                  <a:lnTo>
                    <a:pt x="12759" y="17552"/>
                  </a:lnTo>
                  <a:lnTo>
                    <a:pt x="13127" y="16332"/>
                  </a:lnTo>
                  <a:lnTo>
                    <a:pt x="10608" y="13587"/>
                  </a:lnTo>
                  <a:lnTo>
                    <a:pt x="9822" y="9447"/>
                  </a:lnTo>
                  <a:lnTo>
                    <a:pt x="10874" y="4494"/>
                  </a:lnTo>
                  <a:lnTo>
                    <a:pt x="12550" y="976"/>
                  </a:lnTo>
                  <a:lnTo>
                    <a:pt x="1510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h1213"/>
            <p:cNvSpPr/>
            <p:nvPr/>
          </p:nvSpPr>
          <p:spPr>
            <a:xfrm>
              <a:off x="2988259" y="3331950"/>
              <a:ext cx="21309" cy="21930"/>
            </a:xfrm>
            <a:custGeom>
              <a:avLst/>
              <a:pathLst>
                <a:path w="21309" h="21930">
                  <a:moveTo>
                    <a:pt x="10405" y="2063"/>
                  </a:moveTo>
                  <a:lnTo>
                    <a:pt x="13493" y="3813"/>
                  </a:lnTo>
                  <a:lnTo>
                    <a:pt x="17042" y="4328"/>
                  </a:lnTo>
                  <a:lnTo>
                    <a:pt x="19964" y="3175"/>
                  </a:lnTo>
                  <a:lnTo>
                    <a:pt x="21309" y="6446"/>
                  </a:lnTo>
                  <a:lnTo>
                    <a:pt x="19338" y="10463"/>
                  </a:lnTo>
                  <a:lnTo>
                    <a:pt x="16108" y="9948"/>
                  </a:lnTo>
                  <a:lnTo>
                    <a:pt x="8239" y="13809"/>
                  </a:lnTo>
                  <a:lnTo>
                    <a:pt x="6737" y="15737"/>
                  </a:lnTo>
                  <a:lnTo>
                    <a:pt x="6814" y="20823"/>
                  </a:lnTo>
                  <a:lnTo>
                    <a:pt x="5532" y="21930"/>
                  </a:lnTo>
                  <a:lnTo>
                    <a:pt x="0" y="15979"/>
                  </a:lnTo>
                  <a:lnTo>
                    <a:pt x="4158" y="13083"/>
                  </a:lnTo>
                  <a:lnTo>
                    <a:pt x="1377" y="6494"/>
                  </a:lnTo>
                  <a:lnTo>
                    <a:pt x="2637" y="5693"/>
                  </a:lnTo>
                  <a:lnTo>
                    <a:pt x="9166" y="2053"/>
                  </a:lnTo>
                  <a:lnTo>
                    <a:pt x="923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h1214"/>
            <p:cNvSpPr/>
            <p:nvPr/>
          </p:nvSpPr>
          <p:spPr>
            <a:xfrm>
              <a:off x="2950973" y="3224363"/>
              <a:ext cx="8489" cy="4428"/>
            </a:xfrm>
            <a:custGeom>
              <a:avLst/>
              <a:pathLst>
                <a:path w="8489" h="4428">
                  <a:moveTo>
                    <a:pt x="8489" y="1397"/>
                  </a:moveTo>
                  <a:lnTo>
                    <a:pt x="5737" y="3792"/>
                  </a:lnTo>
                  <a:lnTo>
                    <a:pt x="655" y="4428"/>
                  </a:lnTo>
                  <a:lnTo>
                    <a:pt x="0" y="3496"/>
                  </a:lnTo>
                  <a:lnTo>
                    <a:pt x="1189" y="630"/>
                  </a:lnTo>
                  <a:lnTo>
                    <a:pt x="308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h1215"/>
            <p:cNvSpPr/>
            <p:nvPr/>
          </p:nvSpPr>
          <p:spPr>
            <a:xfrm>
              <a:off x="3033346" y="3416127"/>
              <a:ext cx="44777" cy="23208"/>
            </a:xfrm>
            <a:custGeom>
              <a:avLst/>
              <a:pathLst>
                <a:path w="44777" h="23208">
                  <a:moveTo>
                    <a:pt x="20616" y="4202"/>
                  </a:moveTo>
                  <a:lnTo>
                    <a:pt x="23349" y="5800"/>
                  </a:lnTo>
                  <a:lnTo>
                    <a:pt x="27058" y="2948"/>
                  </a:lnTo>
                  <a:lnTo>
                    <a:pt x="34552" y="713"/>
                  </a:lnTo>
                  <a:lnTo>
                    <a:pt x="34392" y="1527"/>
                  </a:lnTo>
                  <a:lnTo>
                    <a:pt x="42842" y="13135"/>
                  </a:lnTo>
                  <a:lnTo>
                    <a:pt x="44777" y="13364"/>
                  </a:lnTo>
                  <a:lnTo>
                    <a:pt x="37494" y="20827"/>
                  </a:lnTo>
                  <a:lnTo>
                    <a:pt x="31806" y="23208"/>
                  </a:lnTo>
                  <a:lnTo>
                    <a:pt x="27373" y="16200"/>
                  </a:lnTo>
                  <a:lnTo>
                    <a:pt x="19857" y="19297"/>
                  </a:lnTo>
                  <a:lnTo>
                    <a:pt x="18098" y="19944"/>
                  </a:lnTo>
                  <a:lnTo>
                    <a:pt x="11236" y="16908"/>
                  </a:lnTo>
                  <a:lnTo>
                    <a:pt x="2354" y="10813"/>
                  </a:lnTo>
                  <a:lnTo>
                    <a:pt x="0" y="9970"/>
                  </a:lnTo>
                  <a:lnTo>
                    <a:pt x="1226" y="7821"/>
                  </a:lnTo>
                  <a:lnTo>
                    <a:pt x="1338" y="7324"/>
                  </a:lnTo>
                  <a:lnTo>
                    <a:pt x="4707" y="7245"/>
                  </a:lnTo>
                  <a:lnTo>
                    <a:pt x="8015" y="5412"/>
                  </a:lnTo>
                  <a:lnTo>
                    <a:pt x="13301" y="393"/>
                  </a:lnTo>
                  <a:lnTo>
                    <a:pt x="1628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h1216"/>
            <p:cNvSpPr/>
            <p:nvPr/>
          </p:nvSpPr>
          <p:spPr>
            <a:xfrm>
              <a:off x="2917472" y="3527867"/>
              <a:ext cx="186" cy="130"/>
            </a:xfrm>
            <a:custGeom>
              <a:avLst/>
              <a:pathLst>
                <a:path w="186" h="130">
                  <a:moveTo>
                    <a:pt x="26" y="130"/>
                  </a:moveTo>
                  <a:lnTo>
                    <a:pt x="0" y="0"/>
                  </a:lnTo>
                  <a:lnTo>
                    <a:pt x="186" y="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h1217"/>
            <p:cNvSpPr/>
            <p:nvPr/>
          </p:nvSpPr>
          <p:spPr>
            <a:xfrm>
              <a:off x="2861435" y="3484442"/>
              <a:ext cx="78041" cy="44796"/>
            </a:xfrm>
            <a:custGeom>
              <a:avLst/>
              <a:pathLst>
                <a:path w="78041" h="44796">
                  <a:moveTo>
                    <a:pt x="41944" y="293"/>
                  </a:moveTo>
                  <a:lnTo>
                    <a:pt x="41022" y="9474"/>
                  </a:lnTo>
                  <a:lnTo>
                    <a:pt x="43852" y="14005"/>
                  </a:lnTo>
                  <a:lnTo>
                    <a:pt x="48307" y="16763"/>
                  </a:lnTo>
                  <a:lnTo>
                    <a:pt x="50332" y="16068"/>
                  </a:lnTo>
                  <a:lnTo>
                    <a:pt x="48759" y="19084"/>
                  </a:lnTo>
                  <a:lnTo>
                    <a:pt x="47587" y="28832"/>
                  </a:lnTo>
                  <a:lnTo>
                    <a:pt x="48866" y="34642"/>
                  </a:lnTo>
                  <a:lnTo>
                    <a:pt x="52540" y="39878"/>
                  </a:lnTo>
                  <a:lnTo>
                    <a:pt x="56684" y="37567"/>
                  </a:lnTo>
                  <a:lnTo>
                    <a:pt x="63842" y="31787"/>
                  </a:lnTo>
                  <a:lnTo>
                    <a:pt x="66345" y="31150"/>
                  </a:lnTo>
                  <a:lnTo>
                    <a:pt x="67275" y="31503"/>
                  </a:lnTo>
                  <a:lnTo>
                    <a:pt x="67150" y="32322"/>
                  </a:lnTo>
                  <a:lnTo>
                    <a:pt x="67083" y="34066"/>
                  </a:lnTo>
                  <a:lnTo>
                    <a:pt x="71824" y="33902"/>
                  </a:lnTo>
                  <a:lnTo>
                    <a:pt x="78041" y="36655"/>
                  </a:lnTo>
                  <a:lnTo>
                    <a:pt x="74276" y="44796"/>
                  </a:lnTo>
                  <a:lnTo>
                    <a:pt x="66144" y="43019"/>
                  </a:lnTo>
                  <a:lnTo>
                    <a:pt x="58447" y="42279"/>
                  </a:lnTo>
                  <a:lnTo>
                    <a:pt x="55277" y="42549"/>
                  </a:lnTo>
                  <a:lnTo>
                    <a:pt x="54047" y="43506"/>
                  </a:lnTo>
                  <a:lnTo>
                    <a:pt x="47197" y="43203"/>
                  </a:lnTo>
                  <a:lnTo>
                    <a:pt x="33135" y="39981"/>
                  </a:lnTo>
                  <a:lnTo>
                    <a:pt x="28882" y="40940"/>
                  </a:lnTo>
                  <a:lnTo>
                    <a:pt x="17229" y="39336"/>
                  </a:lnTo>
                  <a:lnTo>
                    <a:pt x="15317" y="39915"/>
                  </a:lnTo>
                  <a:lnTo>
                    <a:pt x="14609" y="41309"/>
                  </a:lnTo>
                  <a:lnTo>
                    <a:pt x="12993" y="41362"/>
                  </a:lnTo>
                  <a:lnTo>
                    <a:pt x="2585" y="39875"/>
                  </a:lnTo>
                  <a:lnTo>
                    <a:pt x="0" y="38802"/>
                  </a:lnTo>
                  <a:lnTo>
                    <a:pt x="16" y="34739"/>
                  </a:lnTo>
                  <a:lnTo>
                    <a:pt x="1759" y="32883"/>
                  </a:lnTo>
                  <a:lnTo>
                    <a:pt x="3642" y="33124"/>
                  </a:lnTo>
                  <a:lnTo>
                    <a:pt x="7130" y="26914"/>
                  </a:lnTo>
                  <a:lnTo>
                    <a:pt x="7508" y="24467"/>
                  </a:lnTo>
                  <a:lnTo>
                    <a:pt x="5287" y="17478"/>
                  </a:lnTo>
                  <a:lnTo>
                    <a:pt x="5404" y="14830"/>
                  </a:lnTo>
                  <a:lnTo>
                    <a:pt x="7967" y="9040"/>
                  </a:lnTo>
                  <a:lnTo>
                    <a:pt x="14442" y="4990"/>
                  </a:lnTo>
                  <a:lnTo>
                    <a:pt x="16531" y="6161"/>
                  </a:lnTo>
                  <a:lnTo>
                    <a:pt x="18312" y="9154"/>
                  </a:lnTo>
                  <a:lnTo>
                    <a:pt x="19562" y="9175"/>
                  </a:lnTo>
                  <a:lnTo>
                    <a:pt x="23394" y="4056"/>
                  </a:lnTo>
                  <a:lnTo>
                    <a:pt x="25591" y="4767"/>
                  </a:lnTo>
                  <a:lnTo>
                    <a:pt x="33168" y="3227"/>
                  </a:lnTo>
                  <a:lnTo>
                    <a:pt x="38736" y="293"/>
                  </a:lnTo>
                  <a:lnTo>
                    <a:pt x="4122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h1218"/>
            <p:cNvSpPr/>
            <p:nvPr/>
          </p:nvSpPr>
          <p:spPr>
            <a:xfrm>
              <a:off x="2899890" y="3334309"/>
              <a:ext cx="12264" cy="8082"/>
            </a:xfrm>
            <a:custGeom>
              <a:avLst/>
              <a:pathLst>
                <a:path w="12264" h="8082">
                  <a:moveTo>
                    <a:pt x="12264" y="2713"/>
                  </a:moveTo>
                  <a:lnTo>
                    <a:pt x="10577" y="5539"/>
                  </a:lnTo>
                  <a:lnTo>
                    <a:pt x="6407" y="5871"/>
                  </a:lnTo>
                  <a:lnTo>
                    <a:pt x="174" y="8082"/>
                  </a:lnTo>
                  <a:lnTo>
                    <a:pt x="212" y="7944"/>
                  </a:lnTo>
                  <a:lnTo>
                    <a:pt x="0" y="6879"/>
                  </a:lnTo>
                  <a:lnTo>
                    <a:pt x="1685" y="3051"/>
                  </a:lnTo>
                  <a:lnTo>
                    <a:pt x="5944" y="969"/>
                  </a:lnTo>
                  <a:lnTo>
                    <a:pt x="949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h1219"/>
            <p:cNvSpPr/>
            <p:nvPr/>
          </p:nvSpPr>
          <p:spPr>
            <a:xfrm>
              <a:off x="2862140" y="3372471"/>
              <a:ext cx="14937" cy="14424"/>
            </a:xfrm>
            <a:custGeom>
              <a:avLst/>
              <a:pathLst>
                <a:path w="14937" h="14424">
                  <a:moveTo>
                    <a:pt x="12270" y="448"/>
                  </a:moveTo>
                  <a:lnTo>
                    <a:pt x="14937" y="4600"/>
                  </a:lnTo>
                  <a:lnTo>
                    <a:pt x="13509" y="10831"/>
                  </a:lnTo>
                  <a:lnTo>
                    <a:pt x="2953" y="14424"/>
                  </a:lnTo>
                  <a:lnTo>
                    <a:pt x="2362" y="11480"/>
                  </a:lnTo>
                  <a:lnTo>
                    <a:pt x="0" y="9236"/>
                  </a:lnTo>
                  <a:lnTo>
                    <a:pt x="1163" y="7602"/>
                  </a:lnTo>
                  <a:lnTo>
                    <a:pt x="2211" y="283"/>
                  </a:lnTo>
                  <a:lnTo>
                    <a:pt x="904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h1220"/>
            <p:cNvSpPr/>
            <p:nvPr/>
          </p:nvSpPr>
          <p:spPr>
            <a:xfrm>
              <a:off x="2998071" y="3237479"/>
              <a:ext cx="24009" cy="12900"/>
            </a:xfrm>
            <a:custGeom>
              <a:avLst/>
              <a:pathLst>
                <a:path w="24009" h="12900">
                  <a:moveTo>
                    <a:pt x="20514" y="140"/>
                  </a:moveTo>
                  <a:lnTo>
                    <a:pt x="24009" y="1580"/>
                  </a:lnTo>
                  <a:lnTo>
                    <a:pt x="22447" y="3703"/>
                  </a:lnTo>
                  <a:lnTo>
                    <a:pt x="21862" y="8190"/>
                  </a:lnTo>
                  <a:lnTo>
                    <a:pt x="18469" y="10009"/>
                  </a:lnTo>
                  <a:lnTo>
                    <a:pt x="18576" y="12900"/>
                  </a:lnTo>
                  <a:lnTo>
                    <a:pt x="15637" y="12456"/>
                  </a:lnTo>
                  <a:lnTo>
                    <a:pt x="11460" y="10308"/>
                  </a:lnTo>
                  <a:lnTo>
                    <a:pt x="7877" y="11091"/>
                  </a:lnTo>
                  <a:lnTo>
                    <a:pt x="1238" y="9683"/>
                  </a:lnTo>
                  <a:lnTo>
                    <a:pt x="0" y="7220"/>
                  </a:lnTo>
                  <a:lnTo>
                    <a:pt x="4461" y="6356"/>
                  </a:lnTo>
                  <a:lnTo>
                    <a:pt x="7913" y="4050"/>
                  </a:lnTo>
                  <a:lnTo>
                    <a:pt x="9719" y="2054"/>
                  </a:lnTo>
                  <a:lnTo>
                    <a:pt x="10054" y="519"/>
                  </a:lnTo>
                  <a:lnTo>
                    <a:pt x="1068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h1221"/>
            <p:cNvSpPr/>
            <p:nvPr/>
          </p:nvSpPr>
          <p:spPr>
            <a:xfrm>
              <a:off x="3040213" y="3356300"/>
              <a:ext cx="18541" cy="5845"/>
            </a:xfrm>
            <a:custGeom>
              <a:avLst/>
              <a:pathLst>
                <a:path w="18541" h="5845">
                  <a:moveTo>
                    <a:pt x="12715" y="594"/>
                  </a:moveTo>
                  <a:lnTo>
                    <a:pt x="18541" y="1117"/>
                  </a:lnTo>
                  <a:lnTo>
                    <a:pt x="17757" y="2942"/>
                  </a:lnTo>
                  <a:lnTo>
                    <a:pt x="14946" y="5223"/>
                  </a:lnTo>
                  <a:lnTo>
                    <a:pt x="12820" y="5845"/>
                  </a:lnTo>
                  <a:lnTo>
                    <a:pt x="11648" y="5806"/>
                  </a:lnTo>
                  <a:lnTo>
                    <a:pt x="8462" y="4902"/>
                  </a:lnTo>
                  <a:lnTo>
                    <a:pt x="0" y="4919"/>
                  </a:lnTo>
                  <a:lnTo>
                    <a:pt x="572" y="3007"/>
                  </a:lnTo>
                  <a:lnTo>
                    <a:pt x="3228" y="0"/>
                  </a:lnTo>
                  <a:lnTo>
                    <a:pt x="5921" y="1322"/>
                  </a:lnTo>
                  <a:lnTo>
                    <a:pt x="8625" y="1275"/>
                  </a:lnTo>
                  <a:lnTo>
                    <a:pt x="10752" y="20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h1222"/>
            <p:cNvSpPr/>
            <p:nvPr/>
          </p:nvSpPr>
          <p:spPr>
            <a:xfrm>
              <a:off x="2962879" y="3441984"/>
              <a:ext cx="18601" cy="14561"/>
            </a:xfrm>
            <a:custGeom>
              <a:avLst/>
              <a:pathLst>
                <a:path w="18601" h="14561">
                  <a:moveTo>
                    <a:pt x="6415" y="0"/>
                  </a:moveTo>
                  <a:lnTo>
                    <a:pt x="10097" y="2166"/>
                  </a:lnTo>
                  <a:lnTo>
                    <a:pt x="14458" y="5626"/>
                  </a:lnTo>
                  <a:lnTo>
                    <a:pt x="18601" y="6759"/>
                  </a:lnTo>
                  <a:lnTo>
                    <a:pt x="16730" y="10344"/>
                  </a:lnTo>
                  <a:lnTo>
                    <a:pt x="15037" y="10715"/>
                  </a:lnTo>
                  <a:lnTo>
                    <a:pt x="15732" y="14561"/>
                  </a:lnTo>
                  <a:lnTo>
                    <a:pt x="8686" y="12739"/>
                  </a:lnTo>
                  <a:lnTo>
                    <a:pt x="6559" y="14065"/>
                  </a:lnTo>
                  <a:lnTo>
                    <a:pt x="4759" y="13565"/>
                  </a:lnTo>
                  <a:lnTo>
                    <a:pt x="173" y="9194"/>
                  </a:lnTo>
                  <a:lnTo>
                    <a:pt x="0" y="7643"/>
                  </a:lnTo>
                  <a:lnTo>
                    <a:pt x="3529" y="3673"/>
                  </a:lnTo>
                  <a:lnTo>
                    <a:pt x="6484" y="2266"/>
                  </a:lnTo>
                  <a:lnTo>
                    <a:pt x="6392" y="809"/>
                  </a:lnTo>
                  <a:lnTo>
                    <a:pt x="4781" y="16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h1223"/>
            <p:cNvSpPr/>
            <p:nvPr/>
          </p:nvSpPr>
          <p:spPr>
            <a:xfrm>
              <a:off x="2937572" y="3315578"/>
              <a:ext cx="27080" cy="40418"/>
            </a:xfrm>
            <a:custGeom>
              <a:avLst/>
              <a:pathLst>
                <a:path w="27080" h="40418">
                  <a:moveTo>
                    <a:pt x="24749" y="6794"/>
                  </a:moveTo>
                  <a:lnTo>
                    <a:pt x="27080" y="11410"/>
                  </a:lnTo>
                  <a:lnTo>
                    <a:pt x="24383" y="11203"/>
                  </a:lnTo>
                  <a:lnTo>
                    <a:pt x="21759" y="15640"/>
                  </a:lnTo>
                  <a:lnTo>
                    <a:pt x="16208" y="13052"/>
                  </a:lnTo>
                  <a:lnTo>
                    <a:pt x="16283" y="16825"/>
                  </a:lnTo>
                  <a:lnTo>
                    <a:pt x="18723" y="19740"/>
                  </a:lnTo>
                  <a:lnTo>
                    <a:pt x="17025" y="21342"/>
                  </a:lnTo>
                  <a:lnTo>
                    <a:pt x="14343" y="27615"/>
                  </a:lnTo>
                  <a:lnTo>
                    <a:pt x="15031" y="40418"/>
                  </a:lnTo>
                  <a:lnTo>
                    <a:pt x="9092" y="34348"/>
                  </a:lnTo>
                  <a:lnTo>
                    <a:pt x="5270" y="30055"/>
                  </a:lnTo>
                  <a:lnTo>
                    <a:pt x="7652" y="21877"/>
                  </a:lnTo>
                  <a:lnTo>
                    <a:pt x="2232" y="20154"/>
                  </a:lnTo>
                  <a:lnTo>
                    <a:pt x="0" y="18607"/>
                  </a:lnTo>
                  <a:lnTo>
                    <a:pt x="4771" y="14438"/>
                  </a:lnTo>
                  <a:lnTo>
                    <a:pt x="6695" y="15960"/>
                  </a:lnTo>
                  <a:lnTo>
                    <a:pt x="12607" y="15718"/>
                  </a:lnTo>
                  <a:lnTo>
                    <a:pt x="15388" y="12832"/>
                  </a:lnTo>
                  <a:lnTo>
                    <a:pt x="18186" y="12377"/>
                  </a:lnTo>
                  <a:lnTo>
                    <a:pt x="17174" y="7152"/>
                  </a:lnTo>
                  <a:lnTo>
                    <a:pt x="15463" y="7703"/>
                  </a:lnTo>
                  <a:lnTo>
                    <a:pt x="15573" y="5358"/>
                  </a:lnTo>
                  <a:lnTo>
                    <a:pt x="18941" y="4867"/>
                  </a:lnTo>
                  <a:lnTo>
                    <a:pt x="20754" y="3746"/>
                  </a:lnTo>
                  <a:lnTo>
                    <a:pt x="2316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h1224"/>
            <p:cNvSpPr/>
            <p:nvPr/>
          </p:nvSpPr>
          <p:spPr>
            <a:xfrm>
              <a:off x="2949874" y="3470242"/>
              <a:ext cx="32174" cy="44980"/>
            </a:xfrm>
            <a:custGeom>
              <a:avLst/>
              <a:pathLst>
                <a:path w="32174" h="44980">
                  <a:moveTo>
                    <a:pt x="8212" y="2652"/>
                  </a:moveTo>
                  <a:lnTo>
                    <a:pt x="11848" y="5381"/>
                  </a:lnTo>
                  <a:lnTo>
                    <a:pt x="14304" y="5849"/>
                  </a:lnTo>
                  <a:lnTo>
                    <a:pt x="18517" y="5055"/>
                  </a:lnTo>
                  <a:lnTo>
                    <a:pt x="22207" y="5650"/>
                  </a:lnTo>
                  <a:lnTo>
                    <a:pt x="24110" y="8071"/>
                  </a:lnTo>
                  <a:lnTo>
                    <a:pt x="27023" y="10013"/>
                  </a:lnTo>
                  <a:lnTo>
                    <a:pt x="28074" y="9556"/>
                  </a:lnTo>
                  <a:lnTo>
                    <a:pt x="27787" y="8960"/>
                  </a:lnTo>
                  <a:lnTo>
                    <a:pt x="32174" y="9404"/>
                  </a:lnTo>
                  <a:lnTo>
                    <a:pt x="30273" y="14761"/>
                  </a:lnTo>
                  <a:lnTo>
                    <a:pt x="28810" y="22936"/>
                  </a:lnTo>
                  <a:lnTo>
                    <a:pt x="17873" y="43749"/>
                  </a:lnTo>
                  <a:lnTo>
                    <a:pt x="18146" y="44980"/>
                  </a:lnTo>
                  <a:lnTo>
                    <a:pt x="9433" y="42165"/>
                  </a:lnTo>
                  <a:lnTo>
                    <a:pt x="7486" y="32414"/>
                  </a:lnTo>
                  <a:lnTo>
                    <a:pt x="4036" y="30118"/>
                  </a:lnTo>
                  <a:lnTo>
                    <a:pt x="4559" y="30145"/>
                  </a:lnTo>
                  <a:lnTo>
                    <a:pt x="3195" y="21535"/>
                  </a:lnTo>
                  <a:lnTo>
                    <a:pt x="3899" y="20667"/>
                  </a:lnTo>
                  <a:lnTo>
                    <a:pt x="7732" y="19980"/>
                  </a:lnTo>
                  <a:lnTo>
                    <a:pt x="7109" y="22500"/>
                  </a:lnTo>
                  <a:lnTo>
                    <a:pt x="7731" y="23148"/>
                  </a:lnTo>
                  <a:lnTo>
                    <a:pt x="9078" y="22778"/>
                  </a:lnTo>
                  <a:lnTo>
                    <a:pt x="8942" y="19469"/>
                  </a:lnTo>
                  <a:lnTo>
                    <a:pt x="7753" y="17291"/>
                  </a:lnTo>
                  <a:lnTo>
                    <a:pt x="3264" y="15754"/>
                  </a:lnTo>
                  <a:lnTo>
                    <a:pt x="1226" y="12466"/>
                  </a:lnTo>
                  <a:lnTo>
                    <a:pt x="0" y="13064"/>
                  </a:lnTo>
                  <a:lnTo>
                    <a:pt x="1965" y="61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h1225"/>
            <p:cNvSpPr/>
            <p:nvPr/>
          </p:nvSpPr>
          <p:spPr>
            <a:xfrm>
              <a:off x="3062364" y="3356585"/>
              <a:ext cx="25864" cy="17068"/>
            </a:xfrm>
            <a:custGeom>
              <a:avLst/>
              <a:pathLst>
                <a:path w="25864" h="17068">
                  <a:moveTo>
                    <a:pt x="25864" y="6683"/>
                  </a:moveTo>
                  <a:lnTo>
                    <a:pt x="25826" y="9763"/>
                  </a:lnTo>
                  <a:lnTo>
                    <a:pt x="22032" y="11094"/>
                  </a:lnTo>
                  <a:lnTo>
                    <a:pt x="20852" y="12250"/>
                  </a:lnTo>
                  <a:lnTo>
                    <a:pt x="21040" y="14715"/>
                  </a:lnTo>
                  <a:lnTo>
                    <a:pt x="19494" y="16057"/>
                  </a:lnTo>
                  <a:lnTo>
                    <a:pt x="13023" y="16125"/>
                  </a:lnTo>
                  <a:lnTo>
                    <a:pt x="8165" y="15221"/>
                  </a:lnTo>
                  <a:lnTo>
                    <a:pt x="6950" y="15569"/>
                  </a:lnTo>
                  <a:lnTo>
                    <a:pt x="6286" y="17068"/>
                  </a:lnTo>
                  <a:lnTo>
                    <a:pt x="4858" y="14714"/>
                  </a:lnTo>
                  <a:lnTo>
                    <a:pt x="1717" y="14686"/>
                  </a:lnTo>
                  <a:lnTo>
                    <a:pt x="0" y="12863"/>
                  </a:lnTo>
                  <a:lnTo>
                    <a:pt x="994" y="9577"/>
                  </a:lnTo>
                  <a:lnTo>
                    <a:pt x="9639" y="9638"/>
                  </a:lnTo>
                  <a:lnTo>
                    <a:pt x="12014" y="8037"/>
                  </a:lnTo>
                  <a:lnTo>
                    <a:pt x="12099" y="4818"/>
                  </a:lnTo>
                  <a:lnTo>
                    <a:pt x="13134" y="3552"/>
                  </a:lnTo>
                  <a:lnTo>
                    <a:pt x="19744" y="6073"/>
                  </a:lnTo>
                  <a:lnTo>
                    <a:pt x="21212" y="2023"/>
                  </a:lnTo>
                  <a:lnTo>
                    <a:pt x="2331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h1226"/>
            <p:cNvSpPr/>
            <p:nvPr/>
          </p:nvSpPr>
          <p:spPr>
            <a:xfrm>
              <a:off x="3203662" y="3452387"/>
              <a:ext cx="16434" cy="12836"/>
            </a:xfrm>
            <a:custGeom>
              <a:avLst/>
              <a:pathLst>
                <a:path w="16434" h="12836">
                  <a:moveTo>
                    <a:pt x="8309" y="0"/>
                  </a:moveTo>
                  <a:lnTo>
                    <a:pt x="10510" y="1989"/>
                  </a:lnTo>
                  <a:lnTo>
                    <a:pt x="11872" y="5251"/>
                  </a:lnTo>
                  <a:lnTo>
                    <a:pt x="16434" y="6542"/>
                  </a:lnTo>
                  <a:lnTo>
                    <a:pt x="15654" y="10194"/>
                  </a:lnTo>
                  <a:lnTo>
                    <a:pt x="14391" y="11391"/>
                  </a:lnTo>
                  <a:lnTo>
                    <a:pt x="6283" y="12836"/>
                  </a:lnTo>
                  <a:lnTo>
                    <a:pt x="2838" y="12544"/>
                  </a:lnTo>
                  <a:lnTo>
                    <a:pt x="2154" y="11822"/>
                  </a:lnTo>
                  <a:lnTo>
                    <a:pt x="1998" y="11645"/>
                  </a:lnTo>
                  <a:lnTo>
                    <a:pt x="0" y="7132"/>
                  </a:lnTo>
                  <a:lnTo>
                    <a:pt x="3178" y="6925"/>
                  </a:lnTo>
                  <a:lnTo>
                    <a:pt x="3116" y="235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h1227"/>
            <p:cNvSpPr/>
            <p:nvPr/>
          </p:nvSpPr>
          <p:spPr>
            <a:xfrm>
              <a:off x="2850448" y="3377587"/>
              <a:ext cx="9503" cy="16596"/>
            </a:xfrm>
            <a:custGeom>
              <a:avLst/>
              <a:pathLst>
                <a:path w="9503" h="16596">
                  <a:moveTo>
                    <a:pt x="7251" y="719"/>
                  </a:moveTo>
                  <a:lnTo>
                    <a:pt x="8778" y="1865"/>
                  </a:lnTo>
                  <a:lnTo>
                    <a:pt x="9503" y="4835"/>
                  </a:lnTo>
                  <a:lnTo>
                    <a:pt x="9265" y="10870"/>
                  </a:lnTo>
                  <a:lnTo>
                    <a:pt x="5824" y="16596"/>
                  </a:lnTo>
                  <a:lnTo>
                    <a:pt x="3834" y="16451"/>
                  </a:lnTo>
                  <a:lnTo>
                    <a:pt x="2780" y="11471"/>
                  </a:lnTo>
                  <a:lnTo>
                    <a:pt x="1036" y="8778"/>
                  </a:lnTo>
                  <a:lnTo>
                    <a:pt x="479" y="5361"/>
                  </a:lnTo>
                  <a:lnTo>
                    <a:pt x="1158" y="2708"/>
                  </a:lnTo>
                  <a:lnTo>
                    <a:pt x="0" y="1828"/>
                  </a:lnTo>
                  <a:lnTo>
                    <a:pt x="3522" y="2188"/>
                  </a:lnTo>
                  <a:lnTo>
                    <a:pt x="2929" y="438"/>
                  </a:lnTo>
                  <a:lnTo>
                    <a:pt x="412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h1228"/>
            <p:cNvSpPr/>
            <p:nvPr/>
          </p:nvSpPr>
          <p:spPr>
            <a:xfrm>
              <a:off x="2814690" y="3404192"/>
              <a:ext cx="37742" cy="32890"/>
            </a:xfrm>
            <a:custGeom>
              <a:avLst/>
              <a:pathLst>
                <a:path w="37742" h="32890">
                  <a:moveTo>
                    <a:pt x="32168" y="3694"/>
                  </a:moveTo>
                  <a:lnTo>
                    <a:pt x="34256" y="10257"/>
                  </a:lnTo>
                  <a:lnTo>
                    <a:pt x="34326" y="13862"/>
                  </a:lnTo>
                  <a:lnTo>
                    <a:pt x="36106" y="19041"/>
                  </a:lnTo>
                  <a:lnTo>
                    <a:pt x="36802" y="19312"/>
                  </a:lnTo>
                  <a:lnTo>
                    <a:pt x="37742" y="23521"/>
                  </a:lnTo>
                  <a:lnTo>
                    <a:pt x="35427" y="22693"/>
                  </a:lnTo>
                  <a:lnTo>
                    <a:pt x="30951" y="23753"/>
                  </a:lnTo>
                  <a:lnTo>
                    <a:pt x="30971" y="27801"/>
                  </a:lnTo>
                  <a:lnTo>
                    <a:pt x="30210" y="30037"/>
                  </a:lnTo>
                  <a:lnTo>
                    <a:pt x="26583" y="30601"/>
                  </a:lnTo>
                  <a:lnTo>
                    <a:pt x="25133" y="32890"/>
                  </a:lnTo>
                  <a:lnTo>
                    <a:pt x="20463" y="28237"/>
                  </a:lnTo>
                  <a:lnTo>
                    <a:pt x="13869" y="26055"/>
                  </a:lnTo>
                  <a:lnTo>
                    <a:pt x="8694" y="20656"/>
                  </a:lnTo>
                  <a:lnTo>
                    <a:pt x="7151" y="20277"/>
                  </a:lnTo>
                  <a:lnTo>
                    <a:pt x="5383" y="21989"/>
                  </a:lnTo>
                  <a:lnTo>
                    <a:pt x="3466" y="20559"/>
                  </a:lnTo>
                  <a:lnTo>
                    <a:pt x="0" y="18574"/>
                  </a:lnTo>
                  <a:lnTo>
                    <a:pt x="1896" y="18874"/>
                  </a:lnTo>
                  <a:lnTo>
                    <a:pt x="3462" y="17916"/>
                  </a:lnTo>
                  <a:lnTo>
                    <a:pt x="7357" y="5581"/>
                  </a:lnTo>
                  <a:lnTo>
                    <a:pt x="7578" y="2967"/>
                  </a:lnTo>
                  <a:lnTo>
                    <a:pt x="6476" y="1587"/>
                  </a:lnTo>
                  <a:lnTo>
                    <a:pt x="14752" y="1963"/>
                  </a:lnTo>
                  <a:lnTo>
                    <a:pt x="16217" y="1214"/>
                  </a:lnTo>
                  <a:lnTo>
                    <a:pt x="27167" y="5662"/>
                  </a:lnTo>
                  <a:lnTo>
                    <a:pt x="27608" y="273"/>
                  </a:lnTo>
                  <a:lnTo>
                    <a:pt x="2895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h1229"/>
            <p:cNvSpPr/>
            <p:nvPr/>
          </p:nvSpPr>
          <p:spPr>
            <a:xfrm>
              <a:off x="2803248" y="3338142"/>
              <a:ext cx="43198" cy="49765"/>
            </a:xfrm>
            <a:custGeom>
              <a:avLst/>
              <a:pathLst>
                <a:path w="43198" h="49765">
                  <a:moveTo>
                    <a:pt x="26763" y="549"/>
                  </a:moveTo>
                  <a:lnTo>
                    <a:pt x="31434" y="4702"/>
                  </a:lnTo>
                  <a:lnTo>
                    <a:pt x="34016" y="6409"/>
                  </a:lnTo>
                  <a:lnTo>
                    <a:pt x="38710" y="5885"/>
                  </a:lnTo>
                  <a:lnTo>
                    <a:pt x="37692" y="8499"/>
                  </a:lnTo>
                  <a:lnTo>
                    <a:pt x="33634" y="10311"/>
                  </a:lnTo>
                  <a:lnTo>
                    <a:pt x="33080" y="11930"/>
                  </a:lnTo>
                  <a:lnTo>
                    <a:pt x="36016" y="17240"/>
                  </a:lnTo>
                  <a:lnTo>
                    <a:pt x="40171" y="21058"/>
                  </a:lnTo>
                  <a:lnTo>
                    <a:pt x="37636" y="25270"/>
                  </a:lnTo>
                  <a:lnTo>
                    <a:pt x="39735" y="28164"/>
                  </a:lnTo>
                  <a:lnTo>
                    <a:pt x="41895" y="27700"/>
                  </a:lnTo>
                  <a:lnTo>
                    <a:pt x="41701" y="34346"/>
                  </a:lnTo>
                  <a:lnTo>
                    <a:pt x="43198" y="43626"/>
                  </a:lnTo>
                  <a:lnTo>
                    <a:pt x="41354" y="45776"/>
                  </a:lnTo>
                  <a:lnTo>
                    <a:pt x="36878" y="45445"/>
                  </a:lnTo>
                  <a:lnTo>
                    <a:pt x="32476" y="42949"/>
                  </a:lnTo>
                  <a:lnTo>
                    <a:pt x="31801" y="43758"/>
                  </a:lnTo>
                  <a:lnTo>
                    <a:pt x="27239" y="44299"/>
                  </a:lnTo>
                  <a:lnTo>
                    <a:pt x="25374" y="40667"/>
                  </a:lnTo>
                  <a:lnTo>
                    <a:pt x="24459" y="40546"/>
                  </a:lnTo>
                  <a:lnTo>
                    <a:pt x="21585" y="42754"/>
                  </a:lnTo>
                  <a:lnTo>
                    <a:pt x="24850" y="44520"/>
                  </a:lnTo>
                  <a:lnTo>
                    <a:pt x="25811" y="44087"/>
                  </a:lnTo>
                  <a:lnTo>
                    <a:pt x="27217" y="44729"/>
                  </a:lnTo>
                  <a:lnTo>
                    <a:pt x="28652" y="45863"/>
                  </a:lnTo>
                  <a:lnTo>
                    <a:pt x="30151" y="48898"/>
                  </a:lnTo>
                  <a:lnTo>
                    <a:pt x="24469" y="49765"/>
                  </a:lnTo>
                  <a:lnTo>
                    <a:pt x="26660" y="46948"/>
                  </a:lnTo>
                  <a:lnTo>
                    <a:pt x="18300" y="43985"/>
                  </a:lnTo>
                  <a:lnTo>
                    <a:pt x="19790" y="42062"/>
                  </a:lnTo>
                  <a:lnTo>
                    <a:pt x="19678" y="38209"/>
                  </a:lnTo>
                  <a:lnTo>
                    <a:pt x="18455" y="36111"/>
                  </a:lnTo>
                  <a:lnTo>
                    <a:pt x="16437" y="37008"/>
                  </a:lnTo>
                  <a:lnTo>
                    <a:pt x="16682" y="38542"/>
                  </a:lnTo>
                  <a:lnTo>
                    <a:pt x="14916" y="41513"/>
                  </a:lnTo>
                  <a:lnTo>
                    <a:pt x="8365" y="39242"/>
                  </a:lnTo>
                  <a:lnTo>
                    <a:pt x="7904" y="38205"/>
                  </a:lnTo>
                  <a:lnTo>
                    <a:pt x="4077" y="37346"/>
                  </a:lnTo>
                  <a:lnTo>
                    <a:pt x="6143" y="36029"/>
                  </a:lnTo>
                  <a:lnTo>
                    <a:pt x="7137" y="26696"/>
                  </a:lnTo>
                  <a:lnTo>
                    <a:pt x="5567" y="20022"/>
                  </a:lnTo>
                  <a:lnTo>
                    <a:pt x="1301" y="22475"/>
                  </a:lnTo>
                  <a:lnTo>
                    <a:pt x="210" y="20863"/>
                  </a:lnTo>
                  <a:lnTo>
                    <a:pt x="0" y="18560"/>
                  </a:lnTo>
                  <a:lnTo>
                    <a:pt x="3128" y="15114"/>
                  </a:lnTo>
                  <a:lnTo>
                    <a:pt x="5561" y="15565"/>
                  </a:lnTo>
                  <a:lnTo>
                    <a:pt x="10717" y="19310"/>
                  </a:lnTo>
                  <a:lnTo>
                    <a:pt x="11697" y="22533"/>
                  </a:lnTo>
                  <a:lnTo>
                    <a:pt x="13197" y="23352"/>
                  </a:lnTo>
                  <a:lnTo>
                    <a:pt x="16184" y="18128"/>
                  </a:lnTo>
                  <a:lnTo>
                    <a:pt x="16729" y="13830"/>
                  </a:lnTo>
                  <a:lnTo>
                    <a:pt x="20715" y="9282"/>
                  </a:lnTo>
                  <a:lnTo>
                    <a:pt x="22877" y="8441"/>
                  </a:lnTo>
                  <a:lnTo>
                    <a:pt x="24390" y="6474"/>
                  </a:lnTo>
                  <a:lnTo>
                    <a:pt x="2406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h1230"/>
            <p:cNvSpPr/>
            <p:nvPr/>
          </p:nvSpPr>
          <p:spPr>
            <a:xfrm>
              <a:off x="2935190" y="3356535"/>
              <a:ext cx="23842" cy="18813"/>
            </a:xfrm>
            <a:custGeom>
              <a:avLst/>
              <a:pathLst>
                <a:path w="23842" h="18813">
                  <a:moveTo>
                    <a:pt x="5247" y="0"/>
                  </a:moveTo>
                  <a:lnTo>
                    <a:pt x="12206" y="696"/>
                  </a:lnTo>
                  <a:lnTo>
                    <a:pt x="23820" y="6368"/>
                  </a:lnTo>
                  <a:lnTo>
                    <a:pt x="23842" y="9793"/>
                  </a:lnTo>
                  <a:lnTo>
                    <a:pt x="20971" y="14125"/>
                  </a:lnTo>
                  <a:lnTo>
                    <a:pt x="17563" y="17768"/>
                  </a:lnTo>
                  <a:lnTo>
                    <a:pt x="15448" y="18813"/>
                  </a:lnTo>
                  <a:lnTo>
                    <a:pt x="13351" y="10897"/>
                  </a:lnTo>
                  <a:lnTo>
                    <a:pt x="8032" y="7309"/>
                  </a:lnTo>
                  <a:lnTo>
                    <a:pt x="5442" y="9027"/>
                  </a:lnTo>
                  <a:lnTo>
                    <a:pt x="0" y="4071"/>
                  </a:lnTo>
                  <a:lnTo>
                    <a:pt x="3523" y="42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h1231"/>
            <p:cNvSpPr/>
            <p:nvPr/>
          </p:nvSpPr>
          <p:spPr>
            <a:xfrm>
              <a:off x="3170158" y="3378664"/>
              <a:ext cx="25194" cy="36259"/>
            </a:xfrm>
            <a:custGeom>
              <a:avLst/>
              <a:pathLst>
                <a:path w="25194" h="36259">
                  <a:moveTo>
                    <a:pt x="10247" y="455"/>
                  </a:moveTo>
                  <a:lnTo>
                    <a:pt x="13558" y="7180"/>
                  </a:lnTo>
                  <a:lnTo>
                    <a:pt x="20139" y="7709"/>
                  </a:lnTo>
                  <a:lnTo>
                    <a:pt x="24863" y="9834"/>
                  </a:lnTo>
                  <a:lnTo>
                    <a:pt x="21606" y="9241"/>
                  </a:lnTo>
                  <a:lnTo>
                    <a:pt x="19240" y="13230"/>
                  </a:lnTo>
                  <a:lnTo>
                    <a:pt x="25194" y="23121"/>
                  </a:lnTo>
                  <a:lnTo>
                    <a:pt x="24850" y="25021"/>
                  </a:lnTo>
                  <a:lnTo>
                    <a:pt x="22735" y="27124"/>
                  </a:lnTo>
                  <a:lnTo>
                    <a:pt x="23813" y="29809"/>
                  </a:lnTo>
                  <a:lnTo>
                    <a:pt x="21988" y="36103"/>
                  </a:lnTo>
                  <a:lnTo>
                    <a:pt x="17221" y="36259"/>
                  </a:lnTo>
                  <a:lnTo>
                    <a:pt x="12616" y="34669"/>
                  </a:lnTo>
                  <a:lnTo>
                    <a:pt x="11270" y="28089"/>
                  </a:lnTo>
                  <a:lnTo>
                    <a:pt x="5365" y="12753"/>
                  </a:lnTo>
                  <a:lnTo>
                    <a:pt x="3833" y="9948"/>
                  </a:lnTo>
                  <a:lnTo>
                    <a:pt x="0" y="5762"/>
                  </a:lnTo>
                  <a:lnTo>
                    <a:pt x="981" y="4282"/>
                  </a:lnTo>
                  <a:lnTo>
                    <a:pt x="1316" y="1209"/>
                  </a:lnTo>
                  <a:lnTo>
                    <a:pt x="487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h1232"/>
            <p:cNvSpPr/>
            <p:nvPr/>
          </p:nvSpPr>
          <p:spPr>
            <a:xfrm>
              <a:off x="2993008" y="3199996"/>
              <a:ext cx="50778" cy="39063"/>
            </a:xfrm>
            <a:custGeom>
              <a:avLst/>
              <a:pathLst>
                <a:path w="50778" h="39063">
                  <a:moveTo>
                    <a:pt x="31357" y="373"/>
                  </a:moveTo>
                  <a:lnTo>
                    <a:pt x="33670" y="1747"/>
                  </a:lnTo>
                  <a:lnTo>
                    <a:pt x="37200" y="6420"/>
                  </a:lnTo>
                  <a:lnTo>
                    <a:pt x="43724" y="4629"/>
                  </a:lnTo>
                  <a:lnTo>
                    <a:pt x="46162" y="9824"/>
                  </a:lnTo>
                  <a:lnTo>
                    <a:pt x="45207" y="14038"/>
                  </a:lnTo>
                  <a:lnTo>
                    <a:pt x="47135" y="17602"/>
                  </a:lnTo>
                  <a:lnTo>
                    <a:pt x="48213" y="17830"/>
                  </a:lnTo>
                  <a:lnTo>
                    <a:pt x="50778" y="21912"/>
                  </a:lnTo>
                  <a:lnTo>
                    <a:pt x="48876" y="29515"/>
                  </a:lnTo>
                  <a:lnTo>
                    <a:pt x="46920" y="31445"/>
                  </a:lnTo>
                  <a:lnTo>
                    <a:pt x="47787" y="32277"/>
                  </a:lnTo>
                  <a:lnTo>
                    <a:pt x="46006" y="31862"/>
                  </a:lnTo>
                  <a:lnTo>
                    <a:pt x="39883" y="33985"/>
                  </a:lnTo>
                  <a:lnTo>
                    <a:pt x="37651" y="32368"/>
                  </a:lnTo>
                  <a:lnTo>
                    <a:pt x="29909" y="37334"/>
                  </a:lnTo>
                  <a:lnTo>
                    <a:pt x="29073" y="39063"/>
                  </a:lnTo>
                  <a:lnTo>
                    <a:pt x="25577" y="37623"/>
                  </a:lnTo>
                  <a:lnTo>
                    <a:pt x="26151" y="36163"/>
                  </a:lnTo>
                  <a:lnTo>
                    <a:pt x="14726" y="24495"/>
                  </a:lnTo>
                  <a:lnTo>
                    <a:pt x="11597" y="24174"/>
                  </a:lnTo>
                  <a:lnTo>
                    <a:pt x="10261" y="26021"/>
                  </a:lnTo>
                  <a:lnTo>
                    <a:pt x="7630" y="25675"/>
                  </a:lnTo>
                  <a:lnTo>
                    <a:pt x="6273" y="24289"/>
                  </a:lnTo>
                  <a:lnTo>
                    <a:pt x="9179" y="19326"/>
                  </a:lnTo>
                  <a:lnTo>
                    <a:pt x="8783" y="17666"/>
                  </a:lnTo>
                  <a:lnTo>
                    <a:pt x="7600" y="16925"/>
                  </a:lnTo>
                  <a:lnTo>
                    <a:pt x="8893" y="15628"/>
                  </a:lnTo>
                  <a:lnTo>
                    <a:pt x="9472" y="13136"/>
                  </a:lnTo>
                  <a:lnTo>
                    <a:pt x="6534" y="12193"/>
                  </a:lnTo>
                  <a:lnTo>
                    <a:pt x="0" y="7279"/>
                  </a:lnTo>
                  <a:lnTo>
                    <a:pt x="886" y="6268"/>
                  </a:lnTo>
                  <a:lnTo>
                    <a:pt x="4681" y="6783"/>
                  </a:lnTo>
                  <a:lnTo>
                    <a:pt x="11581" y="11193"/>
                  </a:lnTo>
                  <a:lnTo>
                    <a:pt x="14428" y="10858"/>
                  </a:lnTo>
                  <a:lnTo>
                    <a:pt x="15490" y="3140"/>
                  </a:lnTo>
                  <a:lnTo>
                    <a:pt x="16211" y="2182"/>
                  </a:lnTo>
                  <a:lnTo>
                    <a:pt x="21175" y="4568"/>
                  </a:lnTo>
                  <a:lnTo>
                    <a:pt x="28056" y="12855"/>
                  </a:lnTo>
                  <a:lnTo>
                    <a:pt x="31208" y="9894"/>
                  </a:lnTo>
                  <a:lnTo>
                    <a:pt x="24181" y="1459"/>
                  </a:lnTo>
                  <a:lnTo>
                    <a:pt x="25114" y="137"/>
                  </a:lnTo>
                  <a:lnTo>
                    <a:pt x="30773" y="4454"/>
                  </a:lnTo>
                  <a:lnTo>
                    <a:pt x="31479" y="3624"/>
                  </a:lnTo>
                  <a:lnTo>
                    <a:pt x="28165" y="863"/>
                  </a:lnTo>
                  <a:lnTo>
                    <a:pt x="2880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h1233"/>
            <p:cNvSpPr/>
            <p:nvPr/>
          </p:nvSpPr>
          <p:spPr>
            <a:xfrm>
              <a:off x="3045582" y="3294230"/>
              <a:ext cx="26413" cy="32686"/>
            </a:xfrm>
            <a:custGeom>
              <a:avLst/>
              <a:pathLst>
                <a:path w="26413" h="32686">
                  <a:moveTo>
                    <a:pt x="20086" y="1586"/>
                  </a:moveTo>
                  <a:lnTo>
                    <a:pt x="22377" y="2933"/>
                  </a:lnTo>
                  <a:lnTo>
                    <a:pt x="23354" y="5471"/>
                  </a:lnTo>
                  <a:lnTo>
                    <a:pt x="22814" y="7587"/>
                  </a:lnTo>
                  <a:lnTo>
                    <a:pt x="26413" y="10545"/>
                  </a:lnTo>
                  <a:lnTo>
                    <a:pt x="24466" y="16990"/>
                  </a:lnTo>
                  <a:lnTo>
                    <a:pt x="23875" y="20614"/>
                  </a:lnTo>
                  <a:lnTo>
                    <a:pt x="24523" y="22552"/>
                  </a:lnTo>
                  <a:lnTo>
                    <a:pt x="23416" y="26448"/>
                  </a:lnTo>
                  <a:lnTo>
                    <a:pt x="21791" y="29073"/>
                  </a:lnTo>
                  <a:lnTo>
                    <a:pt x="20317" y="29790"/>
                  </a:lnTo>
                  <a:lnTo>
                    <a:pt x="17556" y="27907"/>
                  </a:lnTo>
                  <a:lnTo>
                    <a:pt x="14518" y="27831"/>
                  </a:lnTo>
                  <a:lnTo>
                    <a:pt x="16111" y="31764"/>
                  </a:lnTo>
                  <a:lnTo>
                    <a:pt x="8759" y="32686"/>
                  </a:lnTo>
                  <a:lnTo>
                    <a:pt x="5942" y="29541"/>
                  </a:lnTo>
                  <a:lnTo>
                    <a:pt x="2166" y="25011"/>
                  </a:lnTo>
                  <a:lnTo>
                    <a:pt x="0" y="22658"/>
                  </a:lnTo>
                  <a:lnTo>
                    <a:pt x="1220" y="19018"/>
                  </a:lnTo>
                  <a:lnTo>
                    <a:pt x="6300" y="14698"/>
                  </a:lnTo>
                  <a:lnTo>
                    <a:pt x="13175" y="12862"/>
                  </a:lnTo>
                  <a:lnTo>
                    <a:pt x="15953" y="5057"/>
                  </a:lnTo>
                  <a:lnTo>
                    <a:pt x="19524" y="2185"/>
                  </a:lnTo>
                  <a:lnTo>
                    <a:pt x="17907" y="1009"/>
                  </a:lnTo>
                  <a:lnTo>
                    <a:pt x="2021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h1234"/>
            <p:cNvSpPr/>
            <p:nvPr/>
          </p:nvSpPr>
          <p:spPr>
            <a:xfrm>
              <a:off x="2956322" y="3231887"/>
              <a:ext cx="8322" cy="6539"/>
            </a:xfrm>
            <a:custGeom>
              <a:avLst/>
              <a:pathLst>
                <a:path w="8322" h="6539">
                  <a:moveTo>
                    <a:pt x="8260" y="3001"/>
                  </a:moveTo>
                  <a:lnTo>
                    <a:pt x="4906" y="3308"/>
                  </a:lnTo>
                  <a:lnTo>
                    <a:pt x="189" y="6539"/>
                  </a:lnTo>
                  <a:lnTo>
                    <a:pt x="0" y="5459"/>
                  </a:lnTo>
                  <a:lnTo>
                    <a:pt x="3559" y="175"/>
                  </a:lnTo>
                  <a:lnTo>
                    <a:pt x="5341" y="28"/>
                  </a:lnTo>
                  <a:lnTo>
                    <a:pt x="832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h1235"/>
            <p:cNvSpPr/>
            <p:nvPr/>
          </p:nvSpPr>
          <p:spPr>
            <a:xfrm>
              <a:off x="3053312" y="3250147"/>
              <a:ext cx="22654" cy="24103"/>
            </a:xfrm>
            <a:custGeom>
              <a:avLst/>
              <a:pathLst>
                <a:path w="22654" h="24103">
                  <a:moveTo>
                    <a:pt x="8892" y="19"/>
                  </a:moveTo>
                  <a:lnTo>
                    <a:pt x="9187" y="2211"/>
                  </a:lnTo>
                  <a:lnTo>
                    <a:pt x="12676" y="7042"/>
                  </a:lnTo>
                  <a:lnTo>
                    <a:pt x="18931" y="9545"/>
                  </a:lnTo>
                  <a:lnTo>
                    <a:pt x="22654" y="13181"/>
                  </a:lnTo>
                  <a:lnTo>
                    <a:pt x="22218" y="14488"/>
                  </a:lnTo>
                  <a:lnTo>
                    <a:pt x="20912" y="18274"/>
                  </a:lnTo>
                  <a:lnTo>
                    <a:pt x="19409" y="15254"/>
                  </a:lnTo>
                  <a:lnTo>
                    <a:pt x="16425" y="16291"/>
                  </a:lnTo>
                  <a:lnTo>
                    <a:pt x="17618" y="21701"/>
                  </a:lnTo>
                  <a:lnTo>
                    <a:pt x="16126" y="23518"/>
                  </a:lnTo>
                  <a:lnTo>
                    <a:pt x="13179" y="24103"/>
                  </a:lnTo>
                  <a:lnTo>
                    <a:pt x="8511" y="23709"/>
                  </a:lnTo>
                  <a:lnTo>
                    <a:pt x="7456" y="16563"/>
                  </a:lnTo>
                  <a:lnTo>
                    <a:pt x="8520" y="15353"/>
                  </a:lnTo>
                  <a:lnTo>
                    <a:pt x="6848" y="12177"/>
                  </a:lnTo>
                  <a:lnTo>
                    <a:pt x="0" y="10263"/>
                  </a:lnTo>
                  <a:lnTo>
                    <a:pt x="824" y="2046"/>
                  </a:lnTo>
                  <a:lnTo>
                    <a:pt x="140" y="1700"/>
                  </a:lnTo>
                  <a:lnTo>
                    <a:pt x="93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h1236"/>
            <p:cNvSpPr/>
            <p:nvPr/>
          </p:nvSpPr>
          <p:spPr>
            <a:xfrm>
              <a:off x="3052252" y="3367267"/>
              <a:ext cx="9215" cy="13726"/>
            </a:xfrm>
            <a:custGeom>
              <a:avLst/>
              <a:pathLst>
                <a:path w="9215" h="13726">
                  <a:moveTo>
                    <a:pt x="8627" y="795"/>
                  </a:moveTo>
                  <a:lnTo>
                    <a:pt x="9215" y="6714"/>
                  </a:lnTo>
                  <a:lnTo>
                    <a:pt x="5742" y="9884"/>
                  </a:lnTo>
                  <a:lnTo>
                    <a:pt x="5647" y="13726"/>
                  </a:lnTo>
                  <a:lnTo>
                    <a:pt x="2948" y="10522"/>
                  </a:lnTo>
                  <a:lnTo>
                    <a:pt x="966" y="5361"/>
                  </a:lnTo>
                  <a:lnTo>
                    <a:pt x="0" y="2931"/>
                  </a:lnTo>
                  <a:lnTo>
                    <a:pt x="181" y="2726"/>
                  </a:lnTo>
                  <a:lnTo>
                    <a:pt x="5888" y="1974"/>
                  </a:lnTo>
                  <a:lnTo>
                    <a:pt x="7067" y="1415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h1237"/>
            <p:cNvSpPr/>
            <p:nvPr/>
          </p:nvSpPr>
          <p:spPr>
            <a:xfrm>
              <a:off x="2791888" y="3459883"/>
              <a:ext cx="47829" cy="47017"/>
            </a:xfrm>
            <a:custGeom>
              <a:avLst/>
              <a:pathLst>
                <a:path w="47829" h="47017">
                  <a:moveTo>
                    <a:pt x="17134" y="680"/>
                  </a:moveTo>
                  <a:lnTo>
                    <a:pt x="16347" y="1183"/>
                  </a:lnTo>
                  <a:lnTo>
                    <a:pt x="16074" y="3131"/>
                  </a:lnTo>
                  <a:lnTo>
                    <a:pt x="17891" y="3462"/>
                  </a:lnTo>
                  <a:lnTo>
                    <a:pt x="27358" y="10231"/>
                  </a:lnTo>
                  <a:lnTo>
                    <a:pt x="33386" y="10620"/>
                  </a:lnTo>
                  <a:lnTo>
                    <a:pt x="36807" y="9660"/>
                  </a:lnTo>
                  <a:lnTo>
                    <a:pt x="38927" y="7656"/>
                  </a:lnTo>
                  <a:lnTo>
                    <a:pt x="39931" y="6547"/>
                  </a:lnTo>
                  <a:lnTo>
                    <a:pt x="42107" y="8187"/>
                  </a:lnTo>
                  <a:lnTo>
                    <a:pt x="40355" y="11208"/>
                  </a:lnTo>
                  <a:lnTo>
                    <a:pt x="43574" y="15297"/>
                  </a:lnTo>
                  <a:lnTo>
                    <a:pt x="41323" y="17159"/>
                  </a:lnTo>
                  <a:lnTo>
                    <a:pt x="43504" y="18576"/>
                  </a:lnTo>
                  <a:lnTo>
                    <a:pt x="44610" y="17811"/>
                  </a:lnTo>
                  <a:lnTo>
                    <a:pt x="47829" y="20707"/>
                  </a:lnTo>
                  <a:lnTo>
                    <a:pt x="44988" y="22639"/>
                  </a:lnTo>
                  <a:lnTo>
                    <a:pt x="43033" y="20282"/>
                  </a:lnTo>
                  <a:lnTo>
                    <a:pt x="42249" y="20642"/>
                  </a:lnTo>
                  <a:lnTo>
                    <a:pt x="40779" y="24629"/>
                  </a:lnTo>
                  <a:lnTo>
                    <a:pt x="41156" y="25760"/>
                  </a:lnTo>
                  <a:lnTo>
                    <a:pt x="45992" y="29305"/>
                  </a:lnTo>
                  <a:lnTo>
                    <a:pt x="46561" y="38388"/>
                  </a:lnTo>
                  <a:lnTo>
                    <a:pt x="43303" y="45095"/>
                  </a:lnTo>
                  <a:lnTo>
                    <a:pt x="43659" y="47017"/>
                  </a:lnTo>
                  <a:lnTo>
                    <a:pt x="28418" y="38976"/>
                  </a:lnTo>
                  <a:lnTo>
                    <a:pt x="18580" y="34936"/>
                  </a:lnTo>
                  <a:lnTo>
                    <a:pt x="15588" y="32681"/>
                  </a:lnTo>
                  <a:lnTo>
                    <a:pt x="0" y="29362"/>
                  </a:lnTo>
                  <a:lnTo>
                    <a:pt x="351" y="22614"/>
                  </a:lnTo>
                  <a:lnTo>
                    <a:pt x="2084" y="16779"/>
                  </a:lnTo>
                  <a:lnTo>
                    <a:pt x="3812" y="16131"/>
                  </a:lnTo>
                  <a:lnTo>
                    <a:pt x="11197" y="18144"/>
                  </a:lnTo>
                  <a:lnTo>
                    <a:pt x="15836" y="13752"/>
                  </a:lnTo>
                  <a:lnTo>
                    <a:pt x="16168" y="11847"/>
                  </a:lnTo>
                  <a:lnTo>
                    <a:pt x="14257" y="9631"/>
                  </a:lnTo>
                  <a:lnTo>
                    <a:pt x="13242" y="9506"/>
                  </a:lnTo>
                  <a:lnTo>
                    <a:pt x="14304" y="1077"/>
                  </a:lnTo>
                  <a:lnTo>
                    <a:pt x="14574" y="220"/>
                  </a:lnTo>
                  <a:lnTo>
                    <a:pt x="1593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h1238"/>
            <p:cNvSpPr/>
            <p:nvPr/>
          </p:nvSpPr>
          <p:spPr>
            <a:xfrm>
              <a:off x="3187379" y="3414768"/>
              <a:ext cx="8573" cy="21351"/>
            </a:xfrm>
            <a:custGeom>
              <a:avLst/>
              <a:pathLst>
                <a:path w="8573" h="21351">
                  <a:moveTo>
                    <a:pt x="3971" y="2192"/>
                  </a:moveTo>
                  <a:lnTo>
                    <a:pt x="4841" y="7504"/>
                  </a:lnTo>
                  <a:lnTo>
                    <a:pt x="6768" y="13426"/>
                  </a:lnTo>
                  <a:lnTo>
                    <a:pt x="8573" y="15681"/>
                  </a:lnTo>
                  <a:lnTo>
                    <a:pt x="7719" y="19167"/>
                  </a:lnTo>
                  <a:lnTo>
                    <a:pt x="6014" y="18839"/>
                  </a:lnTo>
                  <a:lnTo>
                    <a:pt x="6117" y="21351"/>
                  </a:lnTo>
                  <a:lnTo>
                    <a:pt x="2625" y="21042"/>
                  </a:lnTo>
                  <a:lnTo>
                    <a:pt x="2856" y="14542"/>
                  </a:lnTo>
                  <a:lnTo>
                    <a:pt x="2445" y="13219"/>
                  </a:lnTo>
                  <a:lnTo>
                    <a:pt x="723" y="11759"/>
                  </a:lnTo>
                  <a:lnTo>
                    <a:pt x="0" y="155"/>
                  </a:lnTo>
                  <a:lnTo>
                    <a:pt x="476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h1239"/>
            <p:cNvSpPr/>
            <p:nvPr/>
          </p:nvSpPr>
          <p:spPr>
            <a:xfrm>
              <a:off x="3085564" y="3288312"/>
              <a:ext cx="49870" cy="49950"/>
            </a:xfrm>
            <a:custGeom>
              <a:avLst/>
              <a:pathLst>
                <a:path w="49870" h="49950">
                  <a:moveTo>
                    <a:pt x="11086" y="176"/>
                  </a:moveTo>
                  <a:lnTo>
                    <a:pt x="11625" y="2435"/>
                  </a:lnTo>
                  <a:lnTo>
                    <a:pt x="19331" y="8174"/>
                  </a:lnTo>
                  <a:lnTo>
                    <a:pt x="23833" y="9943"/>
                  </a:lnTo>
                  <a:lnTo>
                    <a:pt x="22895" y="12722"/>
                  </a:lnTo>
                  <a:lnTo>
                    <a:pt x="28596" y="15447"/>
                  </a:lnTo>
                  <a:lnTo>
                    <a:pt x="30290" y="17693"/>
                  </a:lnTo>
                  <a:lnTo>
                    <a:pt x="30823" y="20725"/>
                  </a:lnTo>
                  <a:lnTo>
                    <a:pt x="32830" y="22373"/>
                  </a:lnTo>
                  <a:lnTo>
                    <a:pt x="40063" y="20284"/>
                  </a:lnTo>
                  <a:lnTo>
                    <a:pt x="41438" y="19045"/>
                  </a:lnTo>
                  <a:lnTo>
                    <a:pt x="47882" y="20595"/>
                  </a:lnTo>
                  <a:lnTo>
                    <a:pt x="49574" y="18708"/>
                  </a:lnTo>
                  <a:lnTo>
                    <a:pt x="49870" y="21212"/>
                  </a:lnTo>
                  <a:lnTo>
                    <a:pt x="48456" y="22624"/>
                  </a:lnTo>
                  <a:lnTo>
                    <a:pt x="48039" y="26564"/>
                  </a:lnTo>
                  <a:lnTo>
                    <a:pt x="46299" y="28346"/>
                  </a:lnTo>
                  <a:lnTo>
                    <a:pt x="41757" y="29561"/>
                  </a:lnTo>
                  <a:lnTo>
                    <a:pt x="38760" y="28770"/>
                  </a:lnTo>
                  <a:lnTo>
                    <a:pt x="39291" y="32726"/>
                  </a:lnTo>
                  <a:lnTo>
                    <a:pt x="28954" y="41457"/>
                  </a:lnTo>
                  <a:lnTo>
                    <a:pt x="30843" y="44373"/>
                  </a:lnTo>
                  <a:lnTo>
                    <a:pt x="31088" y="47597"/>
                  </a:lnTo>
                  <a:lnTo>
                    <a:pt x="28670" y="49950"/>
                  </a:lnTo>
                  <a:lnTo>
                    <a:pt x="26058" y="49493"/>
                  </a:lnTo>
                  <a:lnTo>
                    <a:pt x="24914" y="48195"/>
                  </a:lnTo>
                  <a:lnTo>
                    <a:pt x="20328" y="46573"/>
                  </a:lnTo>
                  <a:lnTo>
                    <a:pt x="18735" y="43634"/>
                  </a:lnTo>
                  <a:lnTo>
                    <a:pt x="19044" y="39908"/>
                  </a:lnTo>
                  <a:lnTo>
                    <a:pt x="18538" y="39364"/>
                  </a:lnTo>
                  <a:lnTo>
                    <a:pt x="15681" y="38262"/>
                  </a:lnTo>
                  <a:lnTo>
                    <a:pt x="14224" y="39380"/>
                  </a:lnTo>
                  <a:lnTo>
                    <a:pt x="13832" y="41473"/>
                  </a:lnTo>
                  <a:lnTo>
                    <a:pt x="12800" y="41539"/>
                  </a:lnTo>
                  <a:lnTo>
                    <a:pt x="6637" y="38625"/>
                  </a:lnTo>
                  <a:lnTo>
                    <a:pt x="6908" y="36964"/>
                  </a:lnTo>
                  <a:lnTo>
                    <a:pt x="8914" y="34959"/>
                  </a:lnTo>
                  <a:lnTo>
                    <a:pt x="1787" y="34303"/>
                  </a:lnTo>
                  <a:lnTo>
                    <a:pt x="957" y="32372"/>
                  </a:lnTo>
                  <a:lnTo>
                    <a:pt x="0" y="27199"/>
                  </a:lnTo>
                  <a:lnTo>
                    <a:pt x="1603" y="28275"/>
                  </a:lnTo>
                  <a:lnTo>
                    <a:pt x="7678" y="29203"/>
                  </a:lnTo>
                  <a:lnTo>
                    <a:pt x="8666" y="28485"/>
                  </a:lnTo>
                  <a:lnTo>
                    <a:pt x="9121" y="25378"/>
                  </a:lnTo>
                  <a:lnTo>
                    <a:pt x="8326" y="23208"/>
                  </a:lnTo>
                  <a:lnTo>
                    <a:pt x="8921" y="19586"/>
                  </a:lnTo>
                  <a:lnTo>
                    <a:pt x="13105" y="12720"/>
                  </a:lnTo>
                  <a:lnTo>
                    <a:pt x="11690" y="6466"/>
                  </a:lnTo>
                  <a:lnTo>
                    <a:pt x="7397" y="1572"/>
                  </a:lnTo>
                  <a:lnTo>
                    <a:pt x="8017" y="0"/>
                  </a:lnTo>
                  <a:close/>
                  <a:moveTo>
                    <a:pt x="26712" y="25422"/>
                  </a:moveTo>
                  <a:lnTo>
                    <a:pt x="24190" y="29567"/>
                  </a:lnTo>
                  <a:lnTo>
                    <a:pt x="24870" y="30213"/>
                  </a:lnTo>
                  <a:lnTo>
                    <a:pt x="28139" y="30475"/>
                  </a:lnTo>
                  <a:lnTo>
                    <a:pt x="30136" y="25179"/>
                  </a:lnTo>
                  <a:lnTo>
                    <a:pt x="28990" y="2396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h1240"/>
            <p:cNvSpPr/>
            <p:nvPr/>
          </p:nvSpPr>
          <p:spPr>
            <a:xfrm>
              <a:off x="2956720" y="3413459"/>
              <a:ext cx="17608" cy="9153"/>
            </a:xfrm>
            <a:custGeom>
              <a:avLst/>
              <a:pathLst>
                <a:path w="17608" h="9153">
                  <a:moveTo>
                    <a:pt x="17608" y="321"/>
                  </a:moveTo>
                  <a:lnTo>
                    <a:pt x="13042" y="3663"/>
                  </a:lnTo>
                  <a:lnTo>
                    <a:pt x="16685" y="8356"/>
                  </a:lnTo>
                  <a:lnTo>
                    <a:pt x="8804" y="8907"/>
                  </a:lnTo>
                  <a:lnTo>
                    <a:pt x="4832" y="9153"/>
                  </a:lnTo>
                  <a:lnTo>
                    <a:pt x="0" y="4290"/>
                  </a:lnTo>
                  <a:lnTo>
                    <a:pt x="100" y="2228"/>
                  </a:lnTo>
                  <a:lnTo>
                    <a:pt x="2485" y="2749"/>
                  </a:lnTo>
                  <a:lnTo>
                    <a:pt x="4133" y="23"/>
                  </a:lnTo>
                  <a:lnTo>
                    <a:pt x="7169" y="1751"/>
                  </a:lnTo>
                  <a:lnTo>
                    <a:pt x="1384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h1241"/>
            <p:cNvSpPr/>
            <p:nvPr/>
          </p:nvSpPr>
          <p:spPr>
            <a:xfrm>
              <a:off x="2916764" y="3377531"/>
              <a:ext cx="12116" cy="19044"/>
            </a:xfrm>
            <a:custGeom>
              <a:avLst/>
              <a:pathLst>
                <a:path w="12116" h="19044">
                  <a:moveTo>
                    <a:pt x="11264" y="5147"/>
                  </a:moveTo>
                  <a:lnTo>
                    <a:pt x="12116" y="9088"/>
                  </a:lnTo>
                  <a:lnTo>
                    <a:pt x="6983" y="9318"/>
                  </a:lnTo>
                  <a:lnTo>
                    <a:pt x="8181" y="10897"/>
                  </a:lnTo>
                  <a:lnTo>
                    <a:pt x="11242" y="11599"/>
                  </a:lnTo>
                  <a:lnTo>
                    <a:pt x="10663" y="19044"/>
                  </a:lnTo>
                  <a:lnTo>
                    <a:pt x="2998" y="16477"/>
                  </a:lnTo>
                  <a:lnTo>
                    <a:pt x="224" y="16774"/>
                  </a:lnTo>
                  <a:lnTo>
                    <a:pt x="0" y="5058"/>
                  </a:lnTo>
                  <a:lnTo>
                    <a:pt x="1955" y="6817"/>
                  </a:lnTo>
                  <a:lnTo>
                    <a:pt x="4264" y="6309"/>
                  </a:lnTo>
                  <a:lnTo>
                    <a:pt x="6024" y="5118"/>
                  </a:lnTo>
                  <a:lnTo>
                    <a:pt x="6041" y="3702"/>
                  </a:lnTo>
                  <a:lnTo>
                    <a:pt x="836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h1242"/>
            <p:cNvSpPr/>
            <p:nvPr/>
          </p:nvSpPr>
          <p:spPr>
            <a:xfrm>
              <a:off x="2987412" y="3247162"/>
              <a:ext cx="26296" cy="18073"/>
            </a:xfrm>
            <a:custGeom>
              <a:avLst/>
              <a:pathLst>
                <a:path w="26296" h="18073">
                  <a:moveTo>
                    <a:pt x="18536" y="1408"/>
                  </a:moveTo>
                  <a:lnTo>
                    <a:pt x="22119" y="625"/>
                  </a:lnTo>
                  <a:lnTo>
                    <a:pt x="26296" y="2773"/>
                  </a:lnTo>
                  <a:lnTo>
                    <a:pt x="25439" y="5609"/>
                  </a:lnTo>
                  <a:lnTo>
                    <a:pt x="16998" y="12952"/>
                  </a:lnTo>
                  <a:lnTo>
                    <a:pt x="6648" y="9330"/>
                  </a:lnTo>
                  <a:lnTo>
                    <a:pt x="4044" y="11095"/>
                  </a:lnTo>
                  <a:lnTo>
                    <a:pt x="4304" y="12840"/>
                  </a:lnTo>
                  <a:lnTo>
                    <a:pt x="9287" y="17461"/>
                  </a:lnTo>
                  <a:lnTo>
                    <a:pt x="5755" y="18073"/>
                  </a:lnTo>
                  <a:lnTo>
                    <a:pt x="3111" y="14563"/>
                  </a:lnTo>
                  <a:lnTo>
                    <a:pt x="2468" y="16050"/>
                  </a:lnTo>
                  <a:lnTo>
                    <a:pt x="0" y="11957"/>
                  </a:lnTo>
                  <a:lnTo>
                    <a:pt x="2133" y="5632"/>
                  </a:lnTo>
                  <a:lnTo>
                    <a:pt x="5530" y="3997"/>
                  </a:lnTo>
                  <a:lnTo>
                    <a:pt x="10541" y="3687"/>
                  </a:lnTo>
                  <a:lnTo>
                    <a:pt x="11515" y="2424"/>
                  </a:lnTo>
                  <a:lnTo>
                    <a:pt x="1189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h1243"/>
            <p:cNvSpPr/>
            <p:nvPr/>
          </p:nvSpPr>
          <p:spPr>
            <a:xfrm>
              <a:off x="3055160" y="3359242"/>
              <a:ext cx="7874" cy="5738"/>
            </a:xfrm>
            <a:custGeom>
              <a:avLst/>
              <a:pathLst>
                <a:path w="7874" h="5738">
                  <a:moveTo>
                    <a:pt x="2811" y="0"/>
                  </a:moveTo>
                  <a:lnTo>
                    <a:pt x="7874" y="5738"/>
                  </a:lnTo>
                  <a:lnTo>
                    <a:pt x="3377" y="5344"/>
                  </a:lnTo>
                  <a:lnTo>
                    <a:pt x="0" y="228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h1244"/>
            <p:cNvSpPr/>
            <p:nvPr/>
          </p:nvSpPr>
          <p:spPr>
            <a:xfrm>
              <a:off x="2923395" y="3404828"/>
              <a:ext cx="55847" cy="75427"/>
            </a:xfrm>
            <a:custGeom>
              <a:avLst/>
              <a:pathLst>
                <a:path w="55847" h="75427">
                  <a:moveTo>
                    <a:pt x="6683" y="1136"/>
                  </a:moveTo>
                  <a:lnTo>
                    <a:pt x="12250" y="1395"/>
                  </a:lnTo>
                  <a:lnTo>
                    <a:pt x="13600" y="2258"/>
                  </a:lnTo>
                  <a:lnTo>
                    <a:pt x="13300" y="5877"/>
                  </a:lnTo>
                  <a:lnTo>
                    <a:pt x="11313" y="9320"/>
                  </a:lnTo>
                  <a:lnTo>
                    <a:pt x="11609" y="11092"/>
                  </a:lnTo>
                  <a:lnTo>
                    <a:pt x="14488" y="13879"/>
                  </a:lnTo>
                  <a:lnTo>
                    <a:pt x="12449" y="20876"/>
                  </a:lnTo>
                  <a:lnTo>
                    <a:pt x="11963" y="26421"/>
                  </a:lnTo>
                  <a:lnTo>
                    <a:pt x="15711" y="26711"/>
                  </a:lnTo>
                  <a:lnTo>
                    <a:pt x="21298" y="28532"/>
                  </a:lnTo>
                  <a:lnTo>
                    <a:pt x="23504" y="31084"/>
                  </a:lnTo>
                  <a:lnTo>
                    <a:pt x="24711" y="36765"/>
                  </a:lnTo>
                  <a:lnTo>
                    <a:pt x="29140" y="38181"/>
                  </a:lnTo>
                  <a:lnTo>
                    <a:pt x="26296" y="40287"/>
                  </a:lnTo>
                  <a:lnTo>
                    <a:pt x="27601" y="43151"/>
                  </a:lnTo>
                  <a:lnTo>
                    <a:pt x="31194" y="45568"/>
                  </a:lnTo>
                  <a:lnTo>
                    <a:pt x="37267" y="40935"/>
                  </a:lnTo>
                  <a:lnTo>
                    <a:pt x="37651" y="36569"/>
                  </a:lnTo>
                  <a:lnTo>
                    <a:pt x="36525" y="35235"/>
                  </a:lnTo>
                  <a:lnTo>
                    <a:pt x="35577" y="24172"/>
                  </a:lnTo>
                  <a:lnTo>
                    <a:pt x="37443" y="21308"/>
                  </a:lnTo>
                  <a:lnTo>
                    <a:pt x="38330" y="21140"/>
                  </a:lnTo>
                  <a:lnTo>
                    <a:pt x="38157" y="17785"/>
                  </a:lnTo>
                  <a:lnTo>
                    <a:pt x="42129" y="17539"/>
                  </a:lnTo>
                  <a:lnTo>
                    <a:pt x="45353" y="28910"/>
                  </a:lnTo>
                  <a:lnTo>
                    <a:pt x="37654" y="30199"/>
                  </a:lnTo>
                  <a:lnTo>
                    <a:pt x="40720" y="35434"/>
                  </a:lnTo>
                  <a:lnTo>
                    <a:pt x="38411" y="42485"/>
                  </a:lnTo>
                  <a:lnTo>
                    <a:pt x="39432" y="43344"/>
                  </a:lnTo>
                  <a:lnTo>
                    <a:pt x="41786" y="37226"/>
                  </a:lnTo>
                  <a:lnTo>
                    <a:pt x="44266" y="37321"/>
                  </a:lnTo>
                  <a:lnTo>
                    <a:pt x="45876" y="37966"/>
                  </a:lnTo>
                  <a:lnTo>
                    <a:pt x="45968" y="39423"/>
                  </a:lnTo>
                  <a:lnTo>
                    <a:pt x="43013" y="40829"/>
                  </a:lnTo>
                  <a:lnTo>
                    <a:pt x="39484" y="44800"/>
                  </a:lnTo>
                  <a:lnTo>
                    <a:pt x="39657" y="46350"/>
                  </a:lnTo>
                  <a:lnTo>
                    <a:pt x="44243" y="50722"/>
                  </a:lnTo>
                  <a:lnTo>
                    <a:pt x="46043" y="51222"/>
                  </a:lnTo>
                  <a:lnTo>
                    <a:pt x="48170" y="49896"/>
                  </a:lnTo>
                  <a:lnTo>
                    <a:pt x="55216" y="51718"/>
                  </a:lnTo>
                  <a:lnTo>
                    <a:pt x="55847" y="52270"/>
                  </a:lnTo>
                  <a:lnTo>
                    <a:pt x="53622" y="55241"/>
                  </a:lnTo>
                  <a:lnTo>
                    <a:pt x="51141" y="64177"/>
                  </a:lnTo>
                  <a:lnTo>
                    <a:pt x="52253" y="68361"/>
                  </a:lnTo>
                  <a:lnTo>
                    <a:pt x="54944" y="70756"/>
                  </a:lnTo>
                  <a:lnTo>
                    <a:pt x="54267" y="74374"/>
                  </a:lnTo>
                  <a:lnTo>
                    <a:pt x="54553" y="74970"/>
                  </a:lnTo>
                  <a:lnTo>
                    <a:pt x="53503" y="75427"/>
                  </a:lnTo>
                  <a:lnTo>
                    <a:pt x="50589" y="73485"/>
                  </a:lnTo>
                  <a:lnTo>
                    <a:pt x="48687" y="71064"/>
                  </a:lnTo>
                  <a:lnTo>
                    <a:pt x="44996" y="70469"/>
                  </a:lnTo>
                  <a:lnTo>
                    <a:pt x="40783" y="71263"/>
                  </a:lnTo>
                  <a:lnTo>
                    <a:pt x="38327" y="70794"/>
                  </a:lnTo>
                  <a:lnTo>
                    <a:pt x="34692" y="68066"/>
                  </a:lnTo>
                  <a:lnTo>
                    <a:pt x="27202" y="65413"/>
                  </a:lnTo>
                  <a:lnTo>
                    <a:pt x="25867" y="67855"/>
                  </a:lnTo>
                  <a:lnTo>
                    <a:pt x="21753" y="66903"/>
                  </a:lnTo>
                  <a:lnTo>
                    <a:pt x="18972" y="67702"/>
                  </a:lnTo>
                  <a:lnTo>
                    <a:pt x="12934" y="67907"/>
                  </a:lnTo>
                  <a:lnTo>
                    <a:pt x="7744" y="65130"/>
                  </a:lnTo>
                  <a:lnTo>
                    <a:pt x="8369" y="64979"/>
                  </a:lnTo>
                  <a:lnTo>
                    <a:pt x="10919" y="58694"/>
                  </a:lnTo>
                  <a:lnTo>
                    <a:pt x="14177" y="58100"/>
                  </a:lnTo>
                  <a:lnTo>
                    <a:pt x="16366" y="53556"/>
                  </a:lnTo>
                  <a:lnTo>
                    <a:pt x="15704" y="51238"/>
                  </a:lnTo>
                  <a:lnTo>
                    <a:pt x="21491" y="49643"/>
                  </a:lnTo>
                  <a:lnTo>
                    <a:pt x="21546" y="47066"/>
                  </a:lnTo>
                  <a:lnTo>
                    <a:pt x="19196" y="41122"/>
                  </a:lnTo>
                  <a:lnTo>
                    <a:pt x="16187" y="36106"/>
                  </a:lnTo>
                  <a:lnTo>
                    <a:pt x="10646" y="28888"/>
                  </a:lnTo>
                  <a:lnTo>
                    <a:pt x="10312" y="27456"/>
                  </a:lnTo>
                  <a:lnTo>
                    <a:pt x="10989" y="25755"/>
                  </a:lnTo>
                  <a:lnTo>
                    <a:pt x="9919" y="22054"/>
                  </a:lnTo>
                  <a:lnTo>
                    <a:pt x="7803" y="20127"/>
                  </a:lnTo>
                  <a:lnTo>
                    <a:pt x="6902" y="15044"/>
                  </a:lnTo>
                  <a:lnTo>
                    <a:pt x="2690" y="14591"/>
                  </a:lnTo>
                  <a:lnTo>
                    <a:pt x="237" y="13360"/>
                  </a:lnTo>
                  <a:lnTo>
                    <a:pt x="0" y="11440"/>
                  </a:lnTo>
                  <a:lnTo>
                    <a:pt x="4128" y="7014"/>
                  </a:lnTo>
                  <a:lnTo>
                    <a:pt x="2205" y="3747"/>
                  </a:lnTo>
                  <a:lnTo>
                    <a:pt x="3181" y="2240"/>
                  </a:lnTo>
                  <a:lnTo>
                    <a:pt x="667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h1245"/>
            <p:cNvSpPr/>
            <p:nvPr/>
          </p:nvSpPr>
          <p:spPr>
            <a:xfrm>
              <a:off x="2925750" y="3227859"/>
              <a:ext cx="27212" cy="23200"/>
            </a:xfrm>
            <a:custGeom>
              <a:avLst/>
              <a:pathLst>
                <a:path w="27212" h="23200">
                  <a:moveTo>
                    <a:pt x="25878" y="932"/>
                  </a:moveTo>
                  <a:lnTo>
                    <a:pt x="27212" y="6836"/>
                  </a:lnTo>
                  <a:lnTo>
                    <a:pt x="26030" y="8199"/>
                  </a:lnTo>
                  <a:lnTo>
                    <a:pt x="14956" y="14133"/>
                  </a:lnTo>
                  <a:lnTo>
                    <a:pt x="14387" y="15497"/>
                  </a:lnTo>
                  <a:lnTo>
                    <a:pt x="16028" y="16660"/>
                  </a:lnTo>
                  <a:lnTo>
                    <a:pt x="15273" y="18191"/>
                  </a:lnTo>
                  <a:lnTo>
                    <a:pt x="12617" y="21609"/>
                  </a:lnTo>
                  <a:lnTo>
                    <a:pt x="8998" y="21031"/>
                  </a:lnTo>
                  <a:lnTo>
                    <a:pt x="5758" y="23046"/>
                  </a:lnTo>
                  <a:lnTo>
                    <a:pt x="2972" y="23200"/>
                  </a:lnTo>
                  <a:lnTo>
                    <a:pt x="0" y="13913"/>
                  </a:lnTo>
                  <a:lnTo>
                    <a:pt x="3082" y="11204"/>
                  </a:lnTo>
                  <a:lnTo>
                    <a:pt x="5025" y="13894"/>
                  </a:lnTo>
                  <a:lnTo>
                    <a:pt x="10813" y="12292"/>
                  </a:lnTo>
                  <a:lnTo>
                    <a:pt x="11745" y="9695"/>
                  </a:lnTo>
                  <a:lnTo>
                    <a:pt x="15475" y="7792"/>
                  </a:lnTo>
                  <a:lnTo>
                    <a:pt x="21298" y="6619"/>
                  </a:lnTo>
                  <a:lnTo>
                    <a:pt x="21676" y="4010"/>
                  </a:lnTo>
                  <a:lnTo>
                    <a:pt x="23294" y="2181"/>
                  </a:lnTo>
                  <a:lnTo>
                    <a:pt x="2522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h1246"/>
            <p:cNvSpPr/>
            <p:nvPr/>
          </p:nvSpPr>
          <p:spPr>
            <a:xfrm>
              <a:off x="3008561" y="3369063"/>
              <a:ext cx="16323" cy="16680"/>
            </a:xfrm>
            <a:custGeom>
              <a:avLst/>
              <a:pathLst>
                <a:path w="16323" h="16680">
                  <a:moveTo>
                    <a:pt x="16012" y="755"/>
                  </a:moveTo>
                  <a:lnTo>
                    <a:pt x="16323" y="8066"/>
                  </a:lnTo>
                  <a:lnTo>
                    <a:pt x="12856" y="16680"/>
                  </a:lnTo>
                  <a:lnTo>
                    <a:pt x="10861" y="16147"/>
                  </a:lnTo>
                  <a:lnTo>
                    <a:pt x="9195" y="15811"/>
                  </a:lnTo>
                  <a:lnTo>
                    <a:pt x="7500" y="7376"/>
                  </a:lnTo>
                  <a:lnTo>
                    <a:pt x="6716" y="6441"/>
                  </a:lnTo>
                  <a:lnTo>
                    <a:pt x="5332" y="9264"/>
                  </a:lnTo>
                  <a:lnTo>
                    <a:pt x="4643" y="13157"/>
                  </a:lnTo>
                  <a:lnTo>
                    <a:pt x="3614" y="13948"/>
                  </a:lnTo>
                  <a:lnTo>
                    <a:pt x="1985" y="13230"/>
                  </a:lnTo>
                  <a:lnTo>
                    <a:pt x="0" y="9132"/>
                  </a:lnTo>
                  <a:lnTo>
                    <a:pt x="6063" y="4128"/>
                  </a:lnTo>
                  <a:lnTo>
                    <a:pt x="7103" y="1980"/>
                  </a:lnTo>
                  <a:lnTo>
                    <a:pt x="8875" y="104"/>
                  </a:lnTo>
                  <a:lnTo>
                    <a:pt x="12014" y="696"/>
                  </a:lnTo>
                  <a:lnTo>
                    <a:pt x="1414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h1247"/>
            <p:cNvSpPr/>
            <p:nvPr/>
          </p:nvSpPr>
          <p:spPr>
            <a:xfrm>
              <a:off x="2881808" y="3284964"/>
              <a:ext cx="10229" cy="11151"/>
            </a:xfrm>
            <a:custGeom>
              <a:avLst/>
              <a:pathLst>
                <a:path w="10229" h="11151">
                  <a:moveTo>
                    <a:pt x="2581" y="1069"/>
                  </a:moveTo>
                  <a:lnTo>
                    <a:pt x="6637" y="70"/>
                  </a:lnTo>
                  <a:lnTo>
                    <a:pt x="8179" y="4033"/>
                  </a:lnTo>
                  <a:lnTo>
                    <a:pt x="10229" y="8633"/>
                  </a:lnTo>
                  <a:lnTo>
                    <a:pt x="6643" y="11151"/>
                  </a:lnTo>
                  <a:lnTo>
                    <a:pt x="3961" y="10112"/>
                  </a:lnTo>
                  <a:lnTo>
                    <a:pt x="1619" y="7499"/>
                  </a:lnTo>
                  <a:lnTo>
                    <a:pt x="0" y="2064"/>
                  </a:lnTo>
                  <a:lnTo>
                    <a:pt x="90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h1248"/>
            <p:cNvSpPr/>
            <p:nvPr/>
          </p:nvSpPr>
          <p:spPr>
            <a:xfrm>
              <a:off x="3038457" y="3454676"/>
              <a:ext cx="11795" cy="16933"/>
            </a:xfrm>
            <a:custGeom>
              <a:avLst/>
              <a:pathLst>
                <a:path w="11795" h="16933">
                  <a:moveTo>
                    <a:pt x="9774" y="1120"/>
                  </a:moveTo>
                  <a:lnTo>
                    <a:pt x="9526" y="3550"/>
                  </a:lnTo>
                  <a:lnTo>
                    <a:pt x="11795" y="7135"/>
                  </a:lnTo>
                  <a:lnTo>
                    <a:pt x="11578" y="8424"/>
                  </a:lnTo>
                  <a:lnTo>
                    <a:pt x="10692" y="12483"/>
                  </a:lnTo>
                  <a:lnTo>
                    <a:pt x="10210" y="13503"/>
                  </a:lnTo>
                  <a:lnTo>
                    <a:pt x="4647" y="16933"/>
                  </a:lnTo>
                  <a:lnTo>
                    <a:pt x="4035" y="8723"/>
                  </a:lnTo>
                  <a:lnTo>
                    <a:pt x="1594" y="5326"/>
                  </a:lnTo>
                  <a:lnTo>
                    <a:pt x="0" y="5281"/>
                  </a:lnTo>
                  <a:lnTo>
                    <a:pt x="1089" y="2876"/>
                  </a:lnTo>
                  <a:lnTo>
                    <a:pt x="599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h1249"/>
            <p:cNvSpPr/>
            <p:nvPr/>
          </p:nvSpPr>
          <p:spPr>
            <a:xfrm>
              <a:off x="2807177" y="3300604"/>
              <a:ext cx="10806" cy="15827"/>
            </a:xfrm>
            <a:custGeom>
              <a:avLst/>
              <a:pathLst>
                <a:path w="10806" h="15827">
                  <a:moveTo>
                    <a:pt x="8432" y="5348"/>
                  </a:moveTo>
                  <a:lnTo>
                    <a:pt x="10806" y="5233"/>
                  </a:lnTo>
                  <a:lnTo>
                    <a:pt x="9614" y="6838"/>
                  </a:lnTo>
                  <a:lnTo>
                    <a:pt x="9422" y="11256"/>
                  </a:lnTo>
                  <a:lnTo>
                    <a:pt x="7914" y="15160"/>
                  </a:lnTo>
                  <a:lnTo>
                    <a:pt x="4145" y="15827"/>
                  </a:lnTo>
                  <a:lnTo>
                    <a:pt x="6081" y="8843"/>
                  </a:lnTo>
                  <a:lnTo>
                    <a:pt x="2018" y="6509"/>
                  </a:lnTo>
                  <a:lnTo>
                    <a:pt x="0" y="2512"/>
                  </a:lnTo>
                  <a:lnTo>
                    <a:pt x="791" y="1147"/>
                  </a:lnTo>
                  <a:lnTo>
                    <a:pt x="571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h1250"/>
            <p:cNvSpPr/>
            <p:nvPr/>
          </p:nvSpPr>
          <p:spPr>
            <a:xfrm>
              <a:off x="2793061" y="3468800"/>
              <a:ext cx="14995" cy="9227"/>
            </a:xfrm>
            <a:custGeom>
              <a:avLst/>
              <a:pathLst>
                <a:path w="14995" h="9227">
                  <a:moveTo>
                    <a:pt x="12069" y="588"/>
                  </a:moveTo>
                  <a:lnTo>
                    <a:pt x="13084" y="714"/>
                  </a:lnTo>
                  <a:lnTo>
                    <a:pt x="14995" y="2929"/>
                  </a:lnTo>
                  <a:lnTo>
                    <a:pt x="14663" y="4834"/>
                  </a:lnTo>
                  <a:lnTo>
                    <a:pt x="10024" y="9227"/>
                  </a:lnTo>
                  <a:lnTo>
                    <a:pt x="2639" y="7213"/>
                  </a:lnTo>
                  <a:lnTo>
                    <a:pt x="911" y="7861"/>
                  </a:lnTo>
                  <a:lnTo>
                    <a:pt x="0" y="2598"/>
                  </a:lnTo>
                  <a:lnTo>
                    <a:pt x="739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h1251"/>
            <p:cNvSpPr/>
            <p:nvPr/>
          </p:nvSpPr>
          <p:spPr>
            <a:xfrm>
              <a:off x="3038215" y="3209821"/>
              <a:ext cx="60448" cy="68320"/>
            </a:xfrm>
            <a:custGeom>
              <a:avLst/>
              <a:pathLst>
                <a:path w="60448" h="68320">
                  <a:moveTo>
                    <a:pt x="1903" y="697"/>
                  </a:moveTo>
                  <a:lnTo>
                    <a:pt x="2881" y="851"/>
                  </a:lnTo>
                  <a:lnTo>
                    <a:pt x="4255" y="2869"/>
                  </a:lnTo>
                  <a:lnTo>
                    <a:pt x="5683" y="12118"/>
                  </a:lnTo>
                  <a:lnTo>
                    <a:pt x="10509" y="16492"/>
                  </a:lnTo>
                  <a:lnTo>
                    <a:pt x="14086" y="18302"/>
                  </a:lnTo>
                  <a:lnTo>
                    <a:pt x="18009" y="16624"/>
                  </a:lnTo>
                  <a:lnTo>
                    <a:pt x="18243" y="18800"/>
                  </a:lnTo>
                  <a:lnTo>
                    <a:pt x="16130" y="19288"/>
                  </a:lnTo>
                  <a:lnTo>
                    <a:pt x="16076" y="21322"/>
                  </a:lnTo>
                  <a:lnTo>
                    <a:pt x="17215" y="22688"/>
                  </a:lnTo>
                  <a:lnTo>
                    <a:pt x="20024" y="23631"/>
                  </a:lnTo>
                  <a:lnTo>
                    <a:pt x="24190" y="22429"/>
                  </a:lnTo>
                  <a:lnTo>
                    <a:pt x="24419" y="20503"/>
                  </a:lnTo>
                  <a:lnTo>
                    <a:pt x="25569" y="19031"/>
                  </a:lnTo>
                  <a:lnTo>
                    <a:pt x="29124" y="19411"/>
                  </a:lnTo>
                  <a:lnTo>
                    <a:pt x="29745" y="20961"/>
                  </a:lnTo>
                  <a:lnTo>
                    <a:pt x="33179" y="23711"/>
                  </a:lnTo>
                  <a:lnTo>
                    <a:pt x="36589" y="22826"/>
                  </a:lnTo>
                  <a:lnTo>
                    <a:pt x="40900" y="20315"/>
                  </a:lnTo>
                  <a:lnTo>
                    <a:pt x="42346" y="20839"/>
                  </a:lnTo>
                  <a:lnTo>
                    <a:pt x="44202" y="27749"/>
                  </a:lnTo>
                  <a:lnTo>
                    <a:pt x="43455" y="29484"/>
                  </a:lnTo>
                  <a:lnTo>
                    <a:pt x="42088" y="27498"/>
                  </a:lnTo>
                  <a:lnTo>
                    <a:pt x="41785" y="36940"/>
                  </a:lnTo>
                  <a:lnTo>
                    <a:pt x="46396" y="41837"/>
                  </a:lnTo>
                  <a:lnTo>
                    <a:pt x="47200" y="49036"/>
                  </a:lnTo>
                  <a:lnTo>
                    <a:pt x="53207" y="56152"/>
                  </a:lnTo>
                  <a:lnTo>
                    <a:pt x="60448" y="59367"/>
                  </a:lnTo>
                  <a:lnTo>
                    <a:pt x="59160" y="59896"/>
                  </a:lnTo>
                  <a:lnTo>
                    <a:pt x="56138" y="64721"/>
                  </a:lnTo>
                  <a:lnTo>
                    <a:pt x="54366" y="65749"/>
                  </a:lnTo>
                  <a:lnTo>
                    <a:pt x="51276" y="66108"/>
                  </a:lnTo>
                  <a:lnTo>
                    <a:pt x="51822" y="67507"/>
                  </a:lnTo>
                  <a:lnTo>
                    <a:pt x="52601" y="67355"/>
                  </a:lnTo>
                  <a:lnTo>
                    <a:pt x="51237" y="68320"/>
                  </a:lnTo>
                  <a:lnTo>
                    <a:pt x="49035" y="67000"/>
                  </a:lnTo>
                  <a:lnTo>
                    <a:pt x="37314" y="54814"/>
                  </a:lnTo>
                  <a:lnTo>
                    <a:pt x="37750" y="53507"/>
                  </a:lnTo>
                  <a:lnTo>
                    <a:pt x="34027" y="49872"/>
                  </a:lnTo>
                  <a:lnTo>
                    <a:pt x="27772" y="47369"/>
                  </a:lnTo>
                  <a:lnTo>
                    <a:pt x="24283" y="42538"/>
                  </a:lnTo>
                  <a:lnTo>
                    <a:pt x="23988" y="40346"/>
                  </a:lnTo>
                  <a:lnTo>
                    <a:pt x="16026" y="40326"/>
                  </a:lnTo>
                  <a:lnTo>
                    <a:pt x="15236" y="42026"/>
                  </a:lnTo>
                  <a:lnTo>
                    <a:pt x="9032" y="45343"/>
                  </a:lnTo>
                  <a:lnTo>
                    <a:pt x="7368" y="40917"/>
                  </a:lnTo>
                  <a:lnTo>
                    <a:pt x="7693" y="39465"/>
                  </a:lnTo>
                  <a:lnTo>
                    <a:pt x="9961" y="39539"/>
                  </a:lnTo>
                  <a:lnTo>
                    <a:pt x="9724" y="34876"/>
                  </a:lnTo>
                  <a:lnTo>
                    <a:pt x="8717" y="34073"/>
                  </a:lnTo>
                  <a:lnTo>
                    <a:pt x="5145" y="36423"/>
                  </a:lnTo>
                  <a:lnTo>
                    <a:pt x="728" y="30141"/>
                  </a:lnTo>
                  <a:lnTo>
                    <a:pt x="6189" y="26862"/>
                  </a:lnTo>
                  <a:lnTo>
                    <a:pt x="2579" y="22453"/>
                  </a:lnTo>
                  <a:lnTo>
                    <a:pt x="1712" y="21621"/>
                  </a:lnTo>
                  <a:lnTo>
                    <a:pt x="3669" y="19690"/>
                  </a:lnTo>
                  <a:lnTo>
                    <a:pt x="5570" y="12087"/>
                  </a:lnTo>
                  <a:lnTo>
                    <a:pt x="3005" y="8006"/>
                  </a:lnTo>
                  <a:lnTo>
                    <a:pt x="1928" y="7777"/>
                  </a:lnTo>
                  <a:lnTo>
                    <a:pt x="0" y="4214"/>
                  </a:lnTo>
                  <a:lnTo>
                    <a:pt x="95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h1252"/>
            <p:cNvSpPr/>
            <p:nvPr/>
          </p:nvSpPr>
          <p:spPr>
            <a:xfrm>
              <a:off x="2800965" y="3422767"/>
              <a:ext cx="23011" cy="26497"/>
            </a:xfrm>
            <a:custGeom>
              <a:avLst/>
              <a:pathLst>
                <a:path w="23011" h="26497">
                  <a:moveTo>
                    <a:pt x="17191" y="1984"/>
                  </a:moveTo>
                  <a:lnTo>
                    <a:pt x="14545" y="10263"/>
                  </a:lnTo>
                  <a:lnTo>
                    <a:pt x="11894" y="11049"/>
                  </a:lnTo>
                  <a:lnTo>
                    <a:pt x="12244" y="13654"/>
                  </a:lnTo>
                  <a:lnTo>
                    <a:pt x="13110" y="15331"/>
                  </a:lnTo>
                  <a:lnTo>
                    <a:pt x="15295" y="15016"/>
                  </a:lnTo>
                  <a:lnTo>
                    <a:pt x="23011" y="18798"/>
                  </a:lnTo>
                  <a:lnTo>
                    <a:pt x="20405" y="24454"/>
                  </a:lnTo>
                  <a:lnTo>
                    <a:pt x="18498" y="25848"/>
                  </a:lnTo>
                  <a:lnTo>
                    <a:pt x="17146" y="22618"/>
                  </a:lnTo>
                  <a:lnTo>
                    <a:pt x="15137" y="22491"/>
                  </a:lnTo>
                  <a:lnTo>
                    <a:pt x="13069" y="22849"/>
                  </a:lnTo>
                  <a:lnTo>
                    <a:pt x="13180" y="26093"/>
                  </a:lnTo>
                  <a:lnTo>
                    <a:pt x="7731" y="26497"/>
                  </a:lnTo>
                  <a:lnTo>
                    <a:pt x="5420" y="22825"/>
                  </a:lnTo>
                  <a:lnTo>
                    <a:pt x="6789" y="18104"/>
                  </a:lnTo>
                  <a:lnTo>
                    <a:pt x="3979" y="17713"/>
                  </a:lnTo>
                  <a:lnTo>
                    <a:pt x="0" y="11786"/>
                  </a:lnTo>
                  <a:lnTo>
                    <a:pt x="878" y="6930"/>
                  </a:lnTo>
                  <a:lnTo>
                    <a:pt x="1679" y="5527"/>
                  </a:lnTo>
                  <a:lnTo>
                    <a:pt x="5699" y="8144"/>
                  </a:lnTo>
                  <a:lnTo>
                    <a:pt x="9972" y="4803"/>
                  </a:lnTo>
                  <a:lnTo>
                    <a:pt x="13384" y="4439"/>
                  </a:lnTo>
                  <a:lnTo>
                    <a:pt x="15017" y="2378"/>
                  </a:lnTo>
                  <a:lnTo>
                    <a:pt x="15165" y="982"/>
                  </a:lnTo>
                  <a:lnTo>
                    <a:pt x="1372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h1253"/>
            <p:cNvSpPr/>
            <p:nvPr/>
          </p:nvSpPr>
          <p:spPr>
            <a:xfrm>
              <a:off x="2915613" y="3303746"/>
              <a:ext cx="14288" cy="16695"/>
            </a:xfrm>
            <a:custGeom>
              <a:avLst/>
              <a:pathLst>
                <a:path w="14288" h="16695">
                  <a:moveTo>
                    <a:pt x="4684" y="2748"/>
                  </a:moveTo>
                  <a:lnTo>
                    <a:pt x="3287" y="7512"/>
                  </a:lnTo>
                  <a:lnTo>
                    <a:pt x="3836" y="7975"/>
                  </a:lnTo>
                  <a:lnTo>
                    <a:pt x="4655" y="8394"/>
                  </a:lnTo>
                  <a:lnTo>
                    <a:pt x="8404" y="4459"/>
                  </a:lnTo>
                  <a:lnTo>
                    <a:pt x="14288" y="5659"/>
                  </a:lnTo>
                  <a:lnTo>
                    <a:pt x="14174" y="7339"/>
                  </a:lnTo>
                  <a:lnTo>
                    <a:pt x="10202" y="11974"/>
                  </a:lnTo>
                  <a:lnTo>
                    <a:pt x="7338" y="14115"/>
                  </a:lnTo>
                  <a:lnTo>
                    <a:pt x="8286" y="12743"/>
                  </a:lnTo>
                  <a:lnTo>
                    <a:pt x="8047" y="11318"/>
                  </a:lnTo>
                  <a:lnTo>
                    <a:pt x="7149" y="9871"/>
                  </a:lnTo>
                  <a:lnTo>
                    <a:pt x="5073" y="9763"/>
                  </a:lnTo>
                  <a:lnTo>
                    <a:pt x="3718" y="11145"/>
                  </a:lnTo>
                  <a:lnTo>
                    <a:pt x="5921" y="14520"/>
                  </a:lnTo>
                  <a:lnTo>
                    <a:pt x="4859" y="15651"/>
                  </a:lnTo>
                  <a:lnTo>
                    <a:pt x="2171" y="16120"/>
                  </a:lnTo>
                  <a:lnTo>
                    <a:pt x="864" y="16695"/>
                  </a:lnTo>
                  <a:lnTo>
                    <a:pt x="0" y="15173"/>
                  </a:lnTo>
                  <a:lnTo>
                    <a:pt x="112" y="12954"/>
                  </a:lnTo>
                  <a:lnTo>
                    <a:pt x="1640" y="10678"/>
                  </a:lnTo>
                  <a:lnTo>
                    <a:pt x="260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h1254"/>
            <p:cNvSpPr/>
            <p:nvPr/>
          </p:nvSpPr>
          <p:spPr>
            <a:xfrm>
              <a:off x="3223023" y="3349843"/>
              <a:ext cx="130139" cy="60619"/>
            </a:xfrm>
            <a:custGeom>
              <a:avLst/>
              <a:pathLst>
                <a:path w="130139" h="60619">
                  <a:moveTo>
                    <a:pt x="19063" y="29"/>
                  </a:moveTo>
                  <a:lnTo>
                    <a:pt x="102232" y="272"/>
                  </a:lnTo>
                  <a:lnTo>
                    <a:pt x="130139" y="354"/>
                  </a:lnTo>
                  <a:lnTo>
                    <a:pt x="110847" y="59747"/>
                  </a:lnTo>
                  <a:lnTo>
                    <a:pt x="110886" y="57473"/>
                  </a:lnTo>
                  <a:lnTo>
                    <a:pt x="39779" y="60619"/>
                  </a:lnTo>
                  <a:lnTo>
                    <a:pt x="31854" y="59962"/>
                  </a:lnTo>
                  <a:lnTo>
                    <a:pt x="13238" y="54634"/>
                  </a:lnTo>
                  <a:lnTo>
                    <a:pt x="13557" y="52998"/>
                  </a:lnTo>
                  <a:lnTo>
                    <a:pt x="12198" y="50541"/>
                  </a:lnTo>
                  <a:lnTo>
                    <a:pt x="9993" y="49295"/>
                  </a:lnTo>
                  <a:lnTo>
                    <a:pt x="8909" y="49925"/>
                  </a:lnTo>
                  <a:lnTo>
                    <a:pt x="8198" y="52059"/>
                  </a:lnTo>
                  <a:lnTo>
                    <a:pt x="3334" y="46842"/>
                  </a:lnTo>
                  <a:lnTo>
                    <a:pt x="1147" y="45049"/>
                  </a:lnTo>
                  <a:lnTo>
                    <a:pt x="2251" y="39109"/>
                  </a:lnTo>
                  <a:lnTo>
                    <a:pt x="3700" y="37089"/>
                  </a:lnTo>
                  <a:lnTo>
                    <a:pt x="5175" y="36991"/>
                  </a:lnTo>
                  <a:lnTo>
                    <a:pt x="7050" y="39065"/>
                  </a:lnTo>
                  <a:lnTo>
                    <a:pt x="16636" y="36205"/>
                  </a:lnTo>
                  <a:lnTo>
                    <a:pt x="17195" y="32128"/>
                  </a:lnTo>
                  <a:lnTo>
                    <a:pt x="16550" y="31181"/>
                  </a:lnTo>
                  <a:lnTo>
                    <a:pt x="8989" y="27688"/>
                  </a:lnTo>
                  <a:lnTo>
                    <a:pt x="0" y="19738"/>
                  </a:lnTo>
                  <a:lnTo>
                    <a:pt x="191" y="17514"/>
                  </a:lnTo>
                  <a:lnTo>
                    <a:pt x="2561" y="17043"/>
                  </a:lnTo>
                  <a:lnTo>
                    <a:pt x="7879" y="17900"/>
                  </a:lnTo>
                  <a:lnTo>
                    <a:pt x="8479" y="19852"/>
                  </a:lnTo>
                  <a:lnTo>
                    <a:pt x="10290" y="20991"/>
                  </a:lnTo>
                  <a:lnTo>
                    <a:pt x="11454" y="20864"/>
                  </a:lnTo>
                  <a:lnTo>
                    <a:pt x="15762" y="18650"/>
                  </a:lnTo>
                  <a:lnTo>
                    <a:pt x="20139" y="18393"/>
                  </a:lnTo>
                  <a:lnTo>
                    <a:pt x="23999" y="14394"/>
                  </a:lnTo>
                  <a:lnTo>
                    <a:pt x="24801" y="12055"/>
                  </a:lnTo>
                  <a:lnTo>
                    <a:pt x="21878" y="10041"/>
                  </a:lnTo>
                  <a:lnTo>
                    <a:pt x="19108" y="10706"/>
                  </a:lnTo>
                  <a:lnTo>
                    <a:pt x="13631" y="9529"/>
                  </a:lnTo>
                  <a:lnTo>
                    <a:pt x="10448" y="5355"/>
                  </a:lnTo>
                  <a:lnTo>
                    <a:pt x="892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h1255"/>
            <p:cNvSpPr/>
            <p:nvPr/>
          </p:nvSpPr>
          <p:spPr>
            <a:xfrm>
              <a:off x="2783855" y="3269304"/>
              <a:ext cx="18955" cy="14347"/>
            </a:xfrm>
            <a:custGeom>
              <a:avLst/>
              <a:pathLst>
                <a:path w="18955" h="14347">
                  <a:moveTo>
                    <a:pt x="10664" y="0"/>
                  </a:moveTo>
                  <a:lnTo>
                    <a:pt x="10931" y="2408"/>
                  </a:lnTo>
                  <a:lnTo>
                    <a:pt x="12866" y="6325"/>
                  </a:lnTo>
                  <a:lnTo>
                    <a:pt x="17492" y="6031"/>
                  </a:lnTo>
                  <a:lnTo>
                    <a:pt x="17798" y="5070"/>
                  </a:lnTo>
                  <a:lnTo>
                    <a:pt x="18955" y="10976"/>
                  </a:lnTo>
                  <a:lnTo>
                    <a:pt x="18753" y="11854"/>
                  </a:lnTo>
                  <a:lnTo>
                    <a:pt x="16809" y="14347"/>
                  </a:lnTo>
                  <a:lnTo>
                    <a:pt x="13780" y="14154"/>
                  </a:lnTo>
                  <a:lnTo>
                    <a:pt x="12675" y="11198"/>
                  </a:lnTo>
                  <a:lnTo>
                    <a:pt x="12573" y="7347"/>
                  </a:lnTo>
                  <a:lnTo>
                    <a:pt x="11852" y="6537"/>
                  </a:lnTo>
                  <a:lnTo>
                    <a:pt x="8788" y="5873"/>
                  </a:lnTo>
                  <a:lnTo>
                    <a:pt x="6962" y="8706"/>
                  </a:lnTo>
                  <a:lnTo>
                    <a:pt x="9655" y="9393"/>
                  </a:lnTo>
                  <a:lnTo>
                    <a:pt x="10316" y="13387"/>
                  </a:lnTo>
                  <a:lnTo>
                    <a:pt x="6330" y="12675"/>
                  </a:lnTo>
                  <a:lnTo>
                    <a:pt x="3722" y="13009"/>
                  </a:lnTo>
                  <a:lnTo>
                    <a:pt x="0" y="9145"/>
                  </a:lnTo>
                  <a:lnTo>
                    <a:pt x="2130" y="6401"/>
                  </a:lnTo>
                  <a:lnTo>
                    <a:pt x="6286" y="2199"/>
                  </a:lnTo>
                  <a:lnTo>
                    <a:pt x="7009" y="104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h1256"/>
            <p:cNvSpPr/>
            <p:nvPr/>
          </p:nvSpPr>
          <p:spPr>
            <a:xfrm>
              <a:off x="2991838" y="3281200"/>
              <a:ext cx="23863" cy="30005"/>
            </a:xfrm>
            <a:custGeom>
              <a:avLst/>
              <a:pathLst>
                <a:path w="23863" h="30005">
                  <a:moveTo>
                    <a:pt x="5698" y="1954"/>
                  </a:moveTo>
                  <a:lnTo>
                    <a:pt x="8462" y="1894"/>
                  </a:lnTo>
                  <a:lnTo>
                    <a:pt x="9528" y="2588"/>
                  </a:lnTo>
                  <a:lnTo>
                    <a:pt x="10802" y="6054"/>
                  </a:lnTo>
                  <a:lnTo>
                    <a:pt x="12480" y="6934"/>
                  </a:lnTo>
                  <a:lnTo>
                    <a:pt x="12294" y="10079"/>
                  </a:lnTo>
                  <a:lnTo>
                    <a:pt x="16083" y="12405"/>
                  </a:lnTo>
                  <a:lnTo>
                    <a:pt x="17103" y="14990"/>
                  </a:lnTo>
                  <a:lnTo>
                    <a:pt x="9713" y="19877"/>
                  </a:lnTo>
                  <a:lnTo>
                    <a:pt x="11629" y="22191"/>
                  </a:lnTo>
                  <a:lnTo>
                    <a:pt x="14278" y="19924"/>
                  </a:lnTo>
                  <a:lnTo>
                    <a:pt x="23090" y="19726"/>
                  </a:lnTo>
                  <a:lnTo>
                    <a:pt x="23863" y="20826"/>
                  </a:lnTo>
                  <a:lnTo>
                    <a:pt x="17318" y="24532"/>
                  </a:lnTo>
                  <a:lnTo>
                    <a:pt x="15472" y="28181"/>
                  </a:lnTo>
                  <a:lnTo>
                    <a:pt x="11165" y="30005"/>
                  </a:lnTo>
                  <a:lnTo>
                    <a:pt x="7247" y="29880"/>
                  </a:lnTo>
                  <a:lnTo>
                    <a:pt x="6185" y="28399"/>
                  </a:lnTo>
                  <a:lnTo>
                    <a:pt x="7488" y="25311"/>
                  </a:lnTo>
                  <a:lnTo>
                    <a:pt x="8782" y="25055"/>
                  </a:lnTo>
                  <a:lnTo>
                    <a:pt x="3201" y="17701"/>
                  </a:lnTo>
                  <a:lnTo>
                    <a:pt x="1610" y="16401"/>
                  </a:lnTo>
                  <a:lnTo>
                    <a:pt x="0" y="16300"/>
                  </a:lnTo>
                  <a:lnTo>
                    <a:pt x="3850" y="10445"/>
                  </a:lnTo>
                  <a:lnTo>
                    <a:pt x="5322" y="9763"/>
                  </a:lnTo>
                  <a:lnTo>
                    <a:pt x="2062" y="8098"/>
                  </a:lnTo>
                  <a:lnTo>
                    <a:pt x="350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h1257"/>
            <p:cNvSpPr/>
            <p:nvPr/>
          </p:nvSpPr>
          <p:spPr>
            <a:xfrm>
              <a:off x="2969385" y="3275232"/>
              <a:ext cx="27775" cy="22268"/>
            </a:xfrm>
            <a:custGeom>
              <a:avLst/>
              <a:pathLst>
                <a:path w="27775" h="22268">
                  <a:moveTo>
                    <a:pt x="16499" y="656"/>
                  </a:moveTo>
                  <a:lnTo>
                    <a:pt x="20291" y="1073"/>
                  </a:lnTo>
                  <a:lnTo>
                    <a:pt x="22793" y="5660"/>
                  </a:lnTo>
                  <a:lnTo>
                    <a:pt x="25962" y="5968"/>
                  </a:lnTo>
                  <a:lnTo>
                    <a:pt x="24516" y="14066"/>
                  </a:lnTo>
                  <a:lnTo>
                    <a:pt x="27775" y="15732"/>
                  </a:lnTo>
                  <a:lnTo>
                    <a:pt x="26303" y="16413"/>
                  </a:lnTo>
                  <a:lnTo>
                    <a:pt x="22453" y="22268"/>
                  </a:lnTo>
                  <a:lnTo>
                    <a:pt x="21427" y="20785"/>
                  </a:lnTo>
                  <a:lnTo>
                    <a:pt x="16391" y="19037"/>
                  </a:lnTo>
                  <a:lnTo>
                    <a:pt x="14171" y="20763"/>
                  </a:lnTo>
                  <a:lnTo>
                    <a:pt x="3457" y="21867"/>
                  </a:lnTo>
                  <a:lnTo>
                    <a:pt x="855" y="18828"/>
                  </a:lnTo>
                  <a:lnTo>
                    <a:pt x="0" y="14726"/>
                  </a:lnTo>
                  <a:lnTo>
                    <a:pt x="1198" y="11410"/>
                  </a:lnTo>
                  <a:lnTo>
                    <a:pt x="3787" y="11311"/>
                  </a:lnTo>
                  <a:lnTo>
                    <a:pt x="5995" y="9790"/>
                  </a:lnTo>
                  <a:lnTo>
                    <a:pt x="7960" y="11568"/>
                  </a:lnTo>
                  <a:lnTo>
                    <a:pt x="11438" y="13296"/>
                  </a:lnTo>
                  <a:lnTo>
                    <a:pt x="12301" y="11511"/>
                  </a:lnTo>
                  <a:lnTo>
                    <a:pt x="10017" y="8780"/>
                  </a:lnTo>
                  <a:lnTo>
                    <a:pt x="13250" y="1911"/>
                  </a:lnTo>
                  <a:lnTo>
                    <a:pt x="1650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h1258"/>
            <p:cNvSpPr/>
            <p:nvPr/>
          </p:nvSpPr>
          <p:spPr>
            <a:xfrm>
              <a:off x="2978382" y="3364270"/>
              <a:ext cx="7789" cy="9607"/>
            </a:xfrm>
            <a:custGeom>
              <a:avLst/>
              <a:pathLst>
                <a:path w="7789" h="9607">
                  <a:moveTo>
                    <a:pt x="7107" y="0"/>
                  </a:moveTo>
                  <a:lnTo>
                    <a:pt x="7789" y="2511"/>
                  </a:lnTo>
                  <a:lnTo>
                    <a:pt x="7024" y="2781"/>
                  </a:lnTo>
                  <a:lnTo>
                    <a:pt x="6742" y="4823"/>
                  </a:lnTo>
                  <a:lnTo>
                    <a:pt x="4979" y="4586"/>
                  </a:lnTo>
                  <a:lnTo>
                    <a:pt x="2914" y="9330"/>
                  </a:lnTo>
                  <a:lnTo>
                    <a:pt x="532" y="9607"/>
                  </a:lnTo>
                  <a:lnTo>
                    <a:pt x="0" y="8709"/>
                  </a:lnTo>
                  <a:lnTo>
                    <a:pt x="532" y="1985"/>
                  </a:lnTo>
                  <a:lnTo>
                    <a:pt x="3852" y="1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h1259"/>
            <p:cNvSpPr/>
            <p:nvPr/>
          </p:nvSpPr>
          <p:spPr>
            <a:xfrm>
              <a:off x="2811047" y="3261333"/>
              <a:ext cx="28478" cy="25728"/>
            </a:xfrm>
            <a:custGeom>
              <a:avLst/>
              <a:pathLst>
                <a:path w="28478" h="25728">
                  <a:moveTo>
                    <a:pt x="2823" y="107"/>
                  </a:moveTo>
                  <a:lnTo>
                    <a:pt x="9833" y="0"/>
                  </a:lnTo>
                  <a:lnTo>
                    <a:pt x="10027" y="7194"/>
                  </a:lnTo>
                  <a:lnTo>
                    <a:pt x="15225" y="6278"/>
                  </a:lnTo>
                  <a:lnTo>
                    <a:pt x="18638" y="7354"/>
                  </a:lnTo>
                  <a:lnTo>
                    <a:pt x="17972" y="9733"/>
                  </a:lnTo>
                  <a:lnTo>
                    <a:pt x="18851" y="12416"/>
                  </a:lnTo>
                  <a:lnTo>
                    <a:pt x="28332" y="17008"/>
                  </a:lnTo>
                  <a:lnTo>
                    <a:pt x="28478" y="18784"/>
                  </a:lnTo>
                  <a:lnTo>
                    <a:pt x="28263" y="22736"/>
                  </a:lnTo>
                  <a:lnTo>
                    <a:pt x="21493" y="25728"/>
                  </a:lnTo>
                  <a:lnTo>
                    <a:pt x="19860" y="22731"/>
                  </a:lnTo>
                  <a:lnTo>
                    <a:pt x="19861" y="21041"/>
                  </a:lnTo>
                  <a:lnTo>
                    <a:pt x="21464" y="18115"/>
                  </a:lnTo>
                  <a:lnTo>
                    <a:pt x="21039" y="15140"/>
                  </a:lnTo>
                  <a:lnTo>
                    <a:pt x="19279" y="13892"/>
                  </a:lnTo>
                  <a:lnTo>
                    <a:pt x="15150" y="13918"/>
                  </a:lnTo>
                  <a:lnTo>
                    <a:pt x="15021" y="18140"/>
                  </a:lnTo>
                  <a:lnTo>
                    <a:pt x="11178" y="21311"/>
                  </a:lnTo>
                  <a:lnTo>
                    <a:pt x="8302" y="16630"/>
                  </a:lnTo>
                  <a:lnTo>
                    <a:pt x="4064" y="11944"/>
                  </a:lnTo>
                  <a:lnTo>
                    <a:pt x="6863" y="10591"/>
                  </a:lnTo>
                  <a:lnTo>
                    <a:pt x="6414" y="9334"/>
                  </a:lnTo>
                  <a:lnTo>
                    <a:pt x="4414" y="8264"/>
                  </a:lnTo>
                  <a:lnTo>
                    <a:pt x="2557" y="3564"/>
                  </a:lnTo>
                  <a:lnTo>
                    <a:pt x="2428" y="382"/>
                  </a:lnTo>
                  <a:lnTo>
                    <a:pt x="0" y="82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h1260"/>
            <p:cNvSpPr/>
            <p:nvPr/>
          </p:nvSpPr>
          <p:spPr>
            <a:xfrm>
              <a:off x="2886935" y="3267886"/>
              <a:ext cx="13045" cy="11885"/>
            </a:xfrm>
            <a:custGeom>
              <a:avLst/>
              <a:pathLst>
                <a:path w="13045" h="11885">
                  <a:moveTo>
                    <a:pt x="4554" y="684"/>
                  </a:moveTo>
                  <a:lnTo>
                    <a:pt x="12080" y="4938"/>
                  </a:lnTo>
                  <a:lnTo>
                    <a:pt x="13045" y="11265"/>
                  </a:lnTo>
                  <a:lnTo>
                    <a:pt x="10530" y="11637"/>
                  </a:lnTo>
                  <a:lnTo>
                    <a:pt x="7936" y="11885"/>
                  </a:lnTo>
                  <a:lnTo>
                    <a:pt x="7836" y="10231"/>
                  </a:lnTo>
                  <a:lnTo>
                    <a:pt x="4677" y="6891"/>
                  </a:lnTo>
                  <a:lnTo>
                    <a:pt x="1049" y="4528"/>
                  </a:lnTo>
                  <a:lnTo>
                    <a:pt x="0" y="2026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h1261"/>
            <p:cNvSpPr/>
            <p:nvPr/>
          </p:nvSpPr>
          <p:spPr>
            <a:xfrm>
              <a:off x="3020782" y="3345372"/>
              <a:ext cx="10990" cy="24445"/>
            </a:xfrm>
            <a:custGeom>
              <a:avLst/>
              <a:pathLst>
                <a:path w="10990" h="24445">
                  <a:moveTo>
                    <a:pt x="3360" y="372"/>
                  </a:moveTo>
                  <a:lnTo>
                    <a:pt x="3829" y="580"/>
                  </a:lnTo>
                  <a:lnTo>
                    <a:pt x="6939" y="4255"/>
                  </a:lnTo>
                  <a:lnTo>
                    <a:pt x="4942" y="4075"/>
                  </a:lnTo>
                  <a:lnTo>
                    <a:pt x="3880" y="6062"/>
                  </a:lnTo>
                  <a:lnTo>
                    <a:pt x="5718" y="13836"/>
                  </a:lnTo>
                  <a:lnTo>
                    <a:pt x="8372" y="18696"/>
                  </a:lnTo>
                  <a:lnTo>
                    <a:pt x="10990" y="19151"/>
                  </a:lnTo>
                  <a:lnTo>
                    <a:pt x="3791" y="24445"/>
                  </a:lnTo>
                  <a:lnTo>
                    <a:pt x="2211" y="8076"/>
                  </a:lnTo>
                  <a:lnTo>
                    <a:pt x="2681" y="4856"/>
                  </a:lnTo>
                  <a:lnTo>
                    <a:pt x="1494" y="3213"/>
                  </a:lnTo>
                  <a:lnTo>
                    <a:pt x="0" y="2859"/>
                  </a:lnTo>
                  <a:lnTo>
                    <a:pt x="133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h1262"/>
            <p:cNvSpPr/>
            <p:nvPr/>
          </p:nvSpPr>
          <p:spPr>
            <a:xfrm>
              <a:off x="3058745" y="3498800"/>
              <a:ext cx="35561" cy="42538"/>
            </a:xfrm>
            <a:custGeom>
              <a:avLst/>
              <a:pathLst>
                <a:path w="35561" h="42538">
                  <a:moveTo>
                    <a:pt x="18781" y="2044"/>
                  </a:moveTo>
                  <a:lnTo>
                    <a:pt x="24040" y="2605"/>
                  </a:lnTo>
                  <a:lnTo>
                    <a:pt x="28020" y="4512"/>
                  </a:lnTo>
                  <a:lnTo>
                    <a:pt x="31372" y="10002"/>
                  </a:lnTo>
                  <a:lnTo>
                    <a:pt x="26777" y="8348"/>
                  </a:lnTo>
                  <a:lnTo>
                    <a:pt x="22994" y="9725"/>
                  </a:lnTo>
                  <a:lnTo>
                    <a:pt x="23810" y="14005"/>
                  </a:lnTo>
                  <a:lnTo>
                    <a:pt x="24573" y="15479"/>
                  </a:lnTo>
                  <a:lnTo>
                    <a:pt x="29733" y="14016"/>
                  </a:lnTo>
                  <a:lnTo>
                    <a:pt x="32025" y="20440"/>
                  </a:lnTo>
                  <a:lnTo>
                    <a:pt x="35561" y="22495"/>
                  </a:lnTo>
                  <a:lnTo>
                    <a:pt x="30382" y="27749"/>
                  </a:lnTo>
                  <a:lnTo>
                    <a:pt x="29870" y="31636"/>
                  </a:lnTo>
                  <a:lnTo>
                    <a:pt x="31660" y="39749"/>
                  </a:lnTo>
                  <a:lnTo>
                    <a:pt x="26436" y="42538"/>
                  </a:lnTo>
                  <a:lnTo>
                    <a:pt x="22083" y="35894"/>
                  </a:lnTo>
                  <a:lnTo>
                    <a:pt x="19609" y="36914"/>
                  </a:lnTo>
                  <a:lnTo>
                    <a:pt x="19081" y="36524"/>
                  </a:lnTo>
                  <a:lnTo>
                    <a:pt x="17217" y="33324"/>
                  </a:lnTo>
                  <a:lnTo>
                    <a:pt x="17448" y="32118"/>
                  </a:lnTo>
                  <a:lnTo>
                    <a:pt x="4102" y="33062"/>
                  </a:lnTo>
                  <a:lnTo>
                    <a:pt x="885" y="32573"/>
                  </a:lnTo>
                  <a:lnTo>
                    <a:pt x="52" y="31552"/>
                  </a:lnTo>
                  <a:lnTo>
                    <a:pt x="0" y="29456"/>
                  </a:lnTo>
                  <a:lnTo>
                    <a:pt x="1129" y="23115"/>
                  </a:lnTo>
                  <a:lnTo>
                    <a:pt x="58" y="21849"/>
                  </a:lnTo>
                  <a:lnTo>
                    <a:pt x="1988" y="20250"/>
                  </a:lnTo>
                  <a:lnTo>
                    <a:pt x="6235" y="19577"/>
                  </a:lnTo>
                  <a:lnTo>
                    <a:pt x="12891" y="20119"/>
                  </a:lnTo>
                  <a:lnTo>
                    <a:pt x="16093" y="15445"/>
                  </a:lnTo>
                  <a:lnTo>
                    <a:pt x="13990" y="11126"/>
                  </a:lnTo>
                  <a:lnTo>
                    <a:pt x="9553" y="10735"/>
                  </a:lnTo>
                  <a:lnTo>
                    <a:pt x="8943" y="9633"/>
                  </a:lnTo>
                  <a:lnTo>
                    <a:pt x="12642" y="9159"/>
                  </a:lnTo>
                  <a:lnTo>
                    <a:pt x="13813" y="5164"/>
                  </a:lnTo>
                  <a:lnTo>
                    <a:pt x="13441" y="2499"/>
                  </a:lnTo>
                  <a:lnTo>
                    <a:pt x="1519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h1263"/>
            <p:cNvSpPr/>
            <p:nvPr/>
          </p:nvSpPr>
          <p:spPr>
            <a:xfrm>
              <a:off x="3009011" y="3375505"/>
              <a:ext cx="10411" cy="12472"/>
            </a:xfrm>
            <a:custGeom>
              <a:avLst/>
              <a:pathLst>
                <a:path w="10411" h="12472">
                  <a:moveTo>
                    <a:pt x="7049" y="934"/>
                  </a:moveTo>
                  <a:lnTo>
                    <a:pt x="8745" y="9369"/>
                  </a:lnTo>
                  <a:lnTo>
                    <a:pt x="10411" y="9705"/>
                  </a:lnTo>
                  <a:lnTo>
                    <a:pt x="9648" y="12472"/>
                  </a:lnTo>
                  <a:lnTo>
                    <a:pt x="4301" y="10512"/>
                  </a:lnTo>
                  <a:lnTo>
                    <a:pt x="2876" y="11567"/>
                  </a:lnTo>
                  <a:lnTo>
                    <a:pt x="0" y="8106"/>
                  </a:lnTo>
                  <a:lnTo>
                    <a:pt x="1534" y="6788"/>
                  </a:lnTo>
                  <a:lnTo>
                    <a:pt x="3164" y="7506"/>
                  </a:lnTo>
                  <a:lnTo>
                    <a:pt x="4192" y="6715"/>
                  </a:lnTo>
                  <a:lnTo>
                    <a:pt x="4881" y="2822"/>
                  </a:lnTo>
                  <a:lnTo>
                    <a:pt x="626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h1264"/>
            <p:cNvSpPr/>
            <p:nvPr/>
          </p:nvSpPr>
          <p:spPr>
            <a:xfrm>
              <a:off x="3037409" y="3509183"/>
              <a:ext cx="19979" cy="18564"/>
            </a:xfrm>
            <a:custGeom>
              <a:avLst/>
              <a:pathLst>
                <a:path w="19979" h="18564">
                  <a:moveTo>
                    <a:pt x="5295" y="241"/>
                  </a:moveTo>
                  <a:lnTo>
                    <a:pt x="7515" y="2378"/>
                  </a:lnTo>
                  <a:lnTo>
                    <a:pt x="9707" y="2526"/>
                  </a:lnTo>
                  <a:lnTo>
                    <a:pt x="14930" y="959"/>
                  </a:lnTo>
                  <a:lnTo>
                    <a:pt x="15503" y="2321"/>
                  </a:lnTo>
                  <a:lnTo>
                    <a:pt x="14380" y="4070"/>
                  </a:lnTo>
                  <a:lnTo>
                    <a:pt x="18129" y="9537"/>
                  </a:lnTo>
                  <a:lnTo>
                    <a:pt x="19979" y="10480"/>
                  </a:lnTo>
                  <a:lnTo>
                    <a:pt x="18243" y="12807"/>
                  </a:lnTo>
                  <a:lnTo>
                    <a:pt x="15558" y="13582"/>
                  </a:lnTo>
                  <a:lnTo>
                    <a:pt x="14951" y="15541"/>
                  </a:lnTo>
                  <a:lnTo>
                    <a:pt x="19249" y="16140"/>
                  </a:lnTo>
                  <a:lnTo>
                    <a:pt x="11481" y="16598"/>
                  </a:lnTo>
                  <a:lnTo>
                    <a:pt x="7962" y="18564"/>
                  </a:lnTo>
                  <a:lnTo>
                    <a:pt x="4266" y="16167"/>
                  </a:lnTo>
                  <a:lnTo>
                    <a:pt x="3425" y="12019"/>
                  </a:lnTo>
                  <a:lnTo>
                    <a:pt x="0" y="10760"/>
                  </a:lnTo>
                  <a:lnTo>
                    <a:pt x="2174" y="1866"/>
                  </a:lnTo>
                  <a:lnTo>
                    <a:pt x="364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h1265"/>
            <p:cNvSpPr/>
            <p:nvPr/>
          </p:nvSpPr>
          <p:spPr>
            <a:xfrm>
              <a:off x="3008354" y="3491074"/>
              <a:ext cx="29233" cy="23044"/>
            </a:xfrm>
            <a:custGeom>
              <a:avLst/>
              <a:pathLst>
                <a:path w="29233" h="23044">
                  <a:moveTo>
                    <a:pt x="18522" y="218"/>
                  </a:moveTo>
                  <a:lnTo>
                    <a:pt x="22311" y="1297"/>
                  </a:lnTo>
                  <a:lnTo>
                    <a:pt x="27544" y="4062"/>
                  </a:lnTo>
                  <a:lnTo>
                    <a:pt x="29233" y="3489"/>
                  </a:lnTo>
                  <a:lnTo>
                    <a:pt x="27963" y="8920"/>
                  </a:lnTo>
                  <a:lnTo>
                    <a:pt x="25586" y="9535"/>
                  </a:lnTo>
                  <a:lnTo>
                    <a:pt x="23517" y="7633"/>
                  </a:lnTo>
                  <a:lnTo>
                    <a:pt x="19194" y="8791"/>
                  </a:lnTo>
                  <a:lnTo>
                    <a:pt x="15519" y="11288"/>
                  </a:lnTo>
                  <a:lnTo>
                    <a:pt x="15373" y="16694"/>
                  </a:lnTo>
                  <a:lnTo>
                    <a:pt x="16727" y="16809"/>
                  </a:lnTo>
                  <a:lnTo>
                    <a:pt x="16943" y="18023"/>
                  </a:lnTo>
                  <a:lnTo>
                    <a:pt x="15078" y="20312"/>
                  </a:lnTo>
                  <a:lnTo>
                    <a:pt x="14411" y="23012"/>
                  </a:lnTo>
                  <a:lnTo>
                    <a:pt x="12812" y="23044"/>
                  </a:lnTo>
                  <a:lnTo>
                    <a:pt x="10969" y="21758"/>
                  </a:lnTo>
                  <a:lnTo>
                    <a:pt x="10504" y="18536"/>
                  </a:lnTo>
                  <a:lnTo>
                    <a:pt x="9105" y="15779"/>
                  </a:lnTo>
                  <a:lnTo>
                    <a:pt x="7384" y="14308"/>
                  </a:lnTo>
                  <a:lnTo>
                    <a:pt x="931" y="12907"/>
                  </a:lnTo>
                  <a:lnTo>
                    <a:pt x="0" y="10501"/>
                  </a:lnTo>
                  <a:lnTo>
                    <a:pt x="1585" y="10334"/>
                  </a:lnTo>
                  <a:lnTo>
                    <a:pt x="5194" y="6297"/>
                  </a:lnTo>
                  <a:lnTo>
                    <a:pt x="6071" y="2601"/>
                  </a:lnTo>
                  <a:lnTo>
                    <a:pt x="1493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h1266"/>
            <p:cNvSpPr/>
            <p:nvPr/>
          </p:nvSpPr>
          <p:spPr>
            <a:xfrm>
              <a:off x="2902457" y="3478841"/>
              <a:ext cx="17322" cy="22363"/>
            </a:xfrm>
            <a:custGeom>
              <a:avLst/>
              <a:pathLst>
                <a:path w="17322" h="22363">
                  <a:moveTo>
                    <a:pt x="13201" y="3201"/>
                  </a:moveTo>
                  <a:lnTo>
                    <a:pt x="17038" y="4096"/>
                  </a:lnTo>
                  <a:lnTo>
                    <a:pt x="17322" y="5371"/>
                  </a:lnTo>
                  <a:lnTo>
                    <a:pt x="16996" y="7815"/>
                  </a:lnTo>
                  <a:lnTo>
                    <a:pt x="11219" y="13628"/>
                  </a:lnTo>
                  <a:lnTo>
                    <a:pt x="7912" y="10781"/>
                  </a:lnTo>
                  <a:lnTo>
                    <a:pt x="6509" y="11027"/>
                  </a:lnTo>
                  <a:lnTo>
                    <a:pt x="3701" y="13408"/>
                  </a:lnTo>
                  <a:lnTo>
                    <a:pt x="8207" y="16155"/>
                  </a:lnTo>
                  <a:lnTo>
                    <a:pt x="10174" y="19330"/>
                  </a:lnTo>
                  <a:lnTo>
                    <a:pt x="9310" y="21668"/>
                  </a:lnTo>
                  <a:lnTo>
                    <a:pt x="7284" y="22363"/>
                  </a:lnTo>
                  <a:lnTo>
                    <a:pt x="2830" y="19606"/>
                  </a:lnTo>
                  <a:lnTo>
                    <a:pt x="0" y="15075"/>
                  </a:lnTo>
                  <a:lnTo>
                    <a:pt x="922" y="5894"/>
                  </a:lnTo>
                  <a:lnTo>
                    <a:pt x="199" y="5600"/>
                  </a:lnTo>
                  <a:lnTo>
                    <a:pt x="2476" y="4199"/>
                  </a:lnTo>
                  <a:lnTo>
                    <a:pt x="2576" y="4747"/>
                  </a:lnTo>
                  <a:lnTo>
                    <a:pt x="4345" y="2487"/>
                  </a:lnTo>
                  <a:lnTo>
                    <a:pt x="3267" y="1005"/>
                  </a:lnTo>
                  <a:lnTo>
                    <a:pt x="3797" y="595"/>
                  </a:lnTo>
                  <a:lnTo>
                    <a:pt x="1060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h1267"/>
            <p:cNvSpPr/>
            <p:nvPr/>
          </p:nvSpPr>
          <p:spPr>
            <a:xfrm>
              <a:off x="2946219" y="3387697"/>
              <a:ext cx="22075" cy="16820"/>
            </a:xfrm>
            <a:custGeom>
              <a:avLst/>
              <a:pathLst>
                <a:path w="22075" h="16820">
                  <a:moveTo>
                    <a:pt x="20780" y="739"/>
                  </a:moveTo>
                  <a:lnTo>
                    <a:pt x="22075" y="3833"/>
                  </a:lnTo>
                  <a:lnTo>
                    <a:pt x="18525" y="5772"/>
                  </a:lnTo>
                  <a:lnTo>
                    <a:pt x="17664" y="7570"/>
                  </a:lnTo>
                  <a:lnTo>
                    <a:pt x="16403" y="10314"/>
                  </a:lnTo>
                  <a:lnTo>
                    <a:pt x="15718" y="12725"/>
                  </a:lnTo>
                  <a:lnTo>
                    <a:pt x="11731" y="16820"/>
                  </a:lnTo>
                  <a:lnTo>
                    <a:pt x="5238" y="14411"/>
                  </a:lnTo>
                  <a:lnTo>
                    <a:pt x="2698" y="15232"/>
                  </a:lnTo>
                  <a:lnTo>
                    <a:pt x="2297" y="16321"/>
                  </a:lnTo>
                  <a:lnTo>
                    <a:pt x="0" y="9786"/>
                  </a:lnTo>
                  <a:lnTo>
                    <a:pt x="2794" y="3352"/>
                  </a:lnTo>
                  <a:lnTo>
                    <a:pt x="3614" y="4154"/>
                  </a:lnTo>
                  <a:lnTo>
                    <a:pt x="7051" y="1869"/>
                  </a:lnTo>
                  <a:lnTo>
                    <a:pt x="11422" y="1391"/>
                  </a:lnTo>
                  <a:lnTo>
                    <a:pt x="15530" y="1936"/>
                  </a:lnTo>
                  <a:lnTo>
                    <a:pt x="1897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h1268"/>
            <p:cNvSpPr/>
            <p:nvPr/>
          </p:nvSpPr>
          <p:spPr>
            <a:xfrm>
              <a:off x="3102928" y="3370862"/>
              <a:ext cx="20350" cy="24645"/>
            </a:xfrm>
            <a:custGeom>
              <a:avLst/>
              <a:pathLst>
                <a:path w="20350" h="24645">
                  <a:moveTo>
                    <a:pt x="7945" y="1641"/>
                  </a:moveTo>
                  <a:lnTo>
                    <a:pt x="13180" y="5015"/>
                  </a:lnTo>
                  <a:lnTo>
                    <a:pt x="17507" y="4761"/>
                  </a:lnTo>
                  <a:lnTo>
                    <a:pt x="20113" y="5913"/>
                  </a:lnTo>
                  <a:lnTo>
                    <a:pt x="20350" y="9831"/>
                  </a:lnTo>
                  <a:lnTo>
                    <a:pt x="18913" y="9120"/>
                  </a:lnTo>
                  <a:lnTo>
                    <a:pt x="15660" y="11858"/>
                  </a:lnTo>
                  <a:lnTo>
                    <a:pt x="15077" y="14482"/>
                  </a:lnTo>
                  <a:lnTo>
                    <a:pt x="15546" y="18821"/>
                  </a:lnTo>
                  <a:lnTo>
                    <a:pt x="14315" y="23982"/>
                  </a:lnTo>
                  <a:lnTo>
                    <a:pt x="10141" y="24405"/>
                  </a:lnTo>
                  <a:lnTo>
                    <a:pt x="2705" y="24645"/>
                  </a:lnTo>
                  <a:lnTo>
                    <a:pt x="1138" y="22208"/>
                  </a:lnTo>
                  <a:lnTo>
                    <a:pt x="1178" y="17803"/>
                  </a:lnTo>
                  <a:lnTo>
                    <a:pt x="3438" y="15684"/>
                  </a:lnTo>
                  <a:lnTo>
                    <a:pt x="7256" y="14816"/>
                  </a:lnTo>
                  <a:lnTo>
                    <a:pt x="6621" y="12853"/>
                  </a:lnTo>
                  <a:lnTo>
                    <a:pt x="2135" y="7246"/>
                  </a:lnTo>
                  <a:lnTo>
                    <a:pt x="0" y="5665"/>
                  </a:lnTo>
                  <a:lnTo>
                    <a:pt x="505" y="3440"/>
                  </a:lnTo>
                  <a:lnTo>
                    <a:pt x="3610" y="1108"/>
                  </a:lnTo>
                  <a:lnTo>
                    <a:pt x="869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h1269"/>
            <p:cNvSpPr/>
            <p:nvPr/>
          </p:nvSpPr>
          <p:spPr>
            <a:xfrm>
              <a:off x="3060156" y="3407177"/>
              <a:ext cx="7742" cy="11898"/>
            </a:xfrm>
            <a:custGeom>
              <a:avLst/>
              <a:pathLst>
                <a:path w="7742" h="11898">
                  <a:moveTo>
                    <a:pt x="0" y="282"/>
                  </a:moveTo>
                  <a:lnTo>
                    <a:pt x="6113" y="0"/>
                  </a:lnTo>
                  <a:lnTo>
                    <a:pt x="7742" y="9662"/>
                  </a:lnTo>
                  <a:lnTo>
                    <a:pt x="248" y="1189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h1270"/>
            <p:cNvSpPr/>
            <p:nvPr/>
          </p:nvSpPr>
          <p:spPr>
            <a:xfrm>
              <a:off x="3015437" y="3385210"/>
              <a:ext cx="17298" cy="15937"/>
            </a:xfrm>
            <a:custGeom>
              <a:avLst/>
              <a:pathLst>
                <a:path w="17298" h="15937">
                  <a:moveTo>
                    <a:pt x="10846" y="3052"/>
                  </a:moveTo>
                  <a:lnTo>
                    <a:pt x="16135" y="3923"/>
                  </a:lnTo>
                  <a:lnTo>
                    <a:pt x="17298" y="4718"/>
                  </a:lnTo>
                  <a:lnTo>
                    <a:pt x="16498" y="8452"/>
                  </a:lnTo>
                  <a:lnTo>
                    <a:pt x="14310" y="10240"/>
                  </a:lnTo>
                  <a:lnTo>
                    <a:pt x="8955" y="9129"/>
                  </a:lnTo>
                  <a:lnTo>
                    <a:pt x="4771" y="8170"/>
                  </a:lnTo>
                  <a:lnTo>
                    <a:pt x="3046" y="15937"/>
                  </a:lnTo>
                  <a:lnTo>
                    <a:pt x="425" y="13204"/>
                  </a:lnTo>
                  <a:lnTo>
                    <a:pt x="0" y="8186"/>
                  </a:lnTo>
                  <a:lnTo>
                    <a:pt x="4773" y="8157"/>
                  </a:lnTo>
                  <a:lnTo>
                    <a:pt x="4653" y="4676"/>
                  </a:lnTo>
                  <a:lnTo>
                    <a:pt x="3222" y="2767"/>
                  </a:lnTo>
                  <a:lnTo>
                    <a:pt x="3985" y="0"/>
                  </a:lnTo>
                  <a:lnTo>
                    <a:pt x="5980" y="532"/>
                  </a:lnTo>
                  <a:lnTo>
                    <a:pt x="11797" y="60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h1271"/>
            <p:cNvSpPr/>
            <p:nvPr/>
          </p:nvSpPr>
          <p:spPr>
            <a:xfrm>
              <a:off x="3091800" y="3421346"/>
              <a:ext cx="19837" cy="22781"/>
            </a:xfrm>
            <a:custGeom>
              <a:avLst/>
              <a:pathLst>
                <a:path w="19837" h="22781">
                  <a:moveTo>
                    <a:pt x="17295" y="9335"/>
                  </a:moveTo>
                  <a:lnTo>
                    <a:pt x="19692" y="14053"/>
                  </a:lnTo>
                  <a:lnTo>
                    <a:pt x="19837" y="15328"/>
                  </a:lnTo>
                  <a:lnTo>
                    <a:pt x="15508" y="19338"/>
                  </a:lnTo>
                  <a:lnTo>
                    <a:pt x="13000" y="22781"/>
                  </a:lnTo>
                  <a:lnTo>
                    <a:pt x="5262" y="17301"/>
                  </a:lnTo>
                  <a:lnTo>
                    <a:pt x="2314" y="17806"/>
                  </a:lnTo>
                  <a:lnTo>
                    <a:pt x="3646" y="12731"/>
                  </a:lnTo>
                  <a:lnTo>
                    <a:pt x="0" y="9033"/>
                  </a:lnTo>
                  <a:lnTo>
                    <a:pt x="98" y="4952"/>
                  </a:lnTo>
                  <a:lnTo>
                    <a:pt x="381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h1272"/>
            <p:cNvSpPr/>
            <p:nvPr/>
          </p:nvSpPr>
          <p:spPr>
            <a:xfrm>
              <a:off x="3085683" y="3343791"/>
              <a:ext cx="23802" cy="20869"/>
            </a:xfrm>
            <a:custGeom>
              <a:avLst/>
              <a:pathLst>
                <a:path w="23802" h="20869">
                  <a:moveTo>
                    <a:pt x="15507" y="2705"/>
                  </a:moveTo>
                  <a:lnTo>
                    <a:pt x="17709" y="2704"/>
                  </a:lnTo>
                  <a:lnTo>
                    <a:pt x="21842" y="5759"/>
                  </a:lnTo>
                  <a:lnTo>
                    <a:pt x="23802" y="7394"/>
                  </a:lnTo>
                  <a:lnTo>
                    <a:pt x="23148" y="9746"/>
                  </a:lnTo>
                  <a:lnTo>
                    <a:pt x="20222" y="9394"/>
                  </a:lnTo>
                  <a:lnTo>
                    <a:pt x="17423" y="10019"/>
                  </a:lnTo>
                  <a:lnTo>
                    <a:pt x="20945" y="13902"/>
                  </a:lnTo>
                  <a:lnTo>
                    <a:pt x="20704" y="17853"/>
                  </a:lnTo>
                  <a:lnTo>
                    <a:pt x="19603" y="18760"/>
                  </a:lnTo>
                  <a:lnTo>
                    <a:pt x="16684" y="20065"/>
                  </a:lnTo>
                  <a:lnTo>
                    <a:pt x="11219" y="19798"/>
                  </a:lnTo>
                  <a:lnTo>
                    <a:pt x="9354" y="20869"/>
                  </a:lnTo>
                  <a:lnTo>
                    <a:pt x="2545" y="19477"/>
                  </a:lnTo>
                  <a:lnTo>
                    <a:pt x="0" y="12794"/>
                  </a:lnTo>
                  <a:lnTo>
                    <a:pt x="1898" y="11421"/>
                  </a:lnTo>
                  <a:lnTo>
                    <a:pt x="5520" y="6362"/>
                  </a:lnTo>
                  <a:lnTo>
                    <a:pt x="9649" y="6005"/>
                  </a:lnTo>
                  <a:lnTo>
                    <a:pt x="9774" y="1277"/>
                  </a:lnTo>
                  <a:lnTo>
                    <a:pt x="10177" y="447"/>
                  </a:lnTo>
                  <a:lnTo>
                    <a:pt x="1201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h1273"/>
            <p:cNvSpPr/>
            <p:nvPr/>
          </p:nvSpPr>
          <p:spPr>
            <a:xfrm>
              <a:off x="2999726" y="3365596"/>
              <a:ext cx="17710" cy="17975"/>
            </a:xfrm>
            <a:custGeom>
              <a:avLst/>
              <a:pathLst>
                <a:path w="17710" h="17975">
                  <a:moveTo>
                    <a:pt x="8949" y="2885"/>
                  </a:moveTo>
                  <a:lnTo>
                    <a:pt x="15759" y="1341"/>
                  </a:lnTo>
                  <a:lnTo>
                    <a:pt x="17710" y="3571"/>
                  </a:lnTo>
                  <a:lnTo>
                    <a:pt x="15938" y="5447"/>
                  </a:lnTo>
                  <a:lnTo>
                    <a:pt x="7794" y="7086"/>
                  </a:lnTo>
                  <a:lnTo>
                    <a:pt x="3845" y="10948"/>
                  </a:lnTo>
                  <a:lnTo>
                    <a:pt x="3838" y="12103"/>
                  </a:lnTo>
                  <a:lnTo>
                    <a:pt x="510" y="17975"/>
                  </a:lnTo>
                  <a:lnTo>
                    <a:pt x="0" y="16459"/>
                  </a:lnTo>
                  <a:lnTo>
                    <a:pt x="184" y="11261"/>
                  </a:lnTo>
                  <a:lnTo>
                    <a:pt x="215" y="9331"/>
                  </a:lnTo>
                  <a:lnTo>
                    <a:pt x="424" y="7339"/>
                  </a:lnTo>
                  <a:lnTo>
                    <a:pt x="145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h1274"/>
            <p:cNvSpPr/>
            <p:nvPr/>
          </p:nvSpPr>
          <p:spPr>
            <a:xfrm>
              <a:off x="3232399" y="3404478"/>
              <a:ext cx="101510" cy="34553"/>
            </a:xfrm>
            <a:custGeom>
              <a:avLst/>
              <a:pathLst>
                <a:path w="101510" h="34553">
                  <a:moveTo>
                    <a:pt x="22477" y="5328"/>
                  </a:moveTo>
                  <a:lnTo>
                    <a:pt x="30402" y="5984"/>
                  </a:lnTo>
                  <a:lnTo>
                    <a:pt x="101510" y="2839"/>
                  </a:lnTo>
                  <a:lnTo>
                    <a:pt x="101471" y="5113"/>
                  </a:lnTo>
                  <a:lnTo>
                    <a:pt x="91908" y="34553"/>
                  </a:lnTo>
                  <a:lnTo>
                    <a:pt x="92005" y="30389"/>
                  </a:lnTo>
                  <a:lnTo>
                    <a:pt x="84978" y="30656"/>
                  </a:lnTo>
                  <a:lnTo>
                    <a:pt x="81324" y="25519"/>
                  </a:lnTo>
                  <a:lnTo>
                    <a:pt x="75679" y="24250"/>
                  </a:lnTo>
                  <a:lnTo>
                    <a:pt x="73939" y="21014"/>
                  </a:lnTo>
                  <a:lnTo>
                    <a:pt x="68431" y="23034"/>
                  </a:lnTo>
                  <a:lnTo>
                    <a:pt x="67861" y="19881"/>
                  </a:lnTo>
                  <a:lnTo>
                    <a:pt x="58830" y="23710"/>
                  </a:lnTo>
                  <a:lnTo>
                    <a:pt x="56818" y="23148"/>
                  </a:lnTo>
                  <a:lnTo>
                    <a:pt x="54419" y="24019"/>
                  </a:lnTo>
                  <a:lnTo>
                    <a:pt x="55303" y="22104"/>
                  </a:lnTo>
                  <a:lnTo>
                    <a:pt x="49100" y="21164"/>
                  </a:lnTo>
                  <a:lnTo>
                    <a:pt x="48241" y="15487"/>
                  </a:lnTo>
                  <a:lnTo>
                    <a:pt x="46800" y="15637"/>
                  </a:lnTo>
                  <a:lnTo>
                    <a:pt x="45753" y="20657"/>
                  </a:lnTo>
                  <a:lnTo>
                    <a:pt x="26897" y="17686"/>
                  </a:lnTo>
                  <a:lnTo>
                    <a:pt x="27066" y="15908"/>
                  </a:lnTo>
                  <a:lnTo>
                    <a:pt x="25002" y="15520"/>
                  </a:lnTo>
                  <a:lnTo>
                    <a:pt x="22805" y="16800"/>
                  </a:lnTo>
                  <a:lnTo>
                    <a:pt x="11196" y="15531"/>
                  </a:lnTo>
                  <a:lnTo>
                    <a:pt x="12035" y="20824"/>
                  </a:lnTo>
                  <a:lnTo>
                    <a:pt x="6561" y="20589"/>
                  </a:lnTo>
                  <a:lnTo>
                    <a:pt x="1938" y="20387"/>
                  </a:lnTo>
                  <a:lnTo>
                    <a:pt x="0" y="18883"/>
                  </a:lnTo>
                  <a:lnTo>
                    <a:pt x="2162" y="13561"/>
                  </a:lnTo>
                  <a:lnTo>
                    <a:pt x="2302" y="8985"/>
                  </a:lnTo>
                  <a:lnTo>
                    <a:pt x="944" y="3337"/>
                  </a:lnTo>
                  <a:lnTo>
                    <a:pt x="2567" y="328"/>
                  </a:lnTo>
                  <a:lnTo>
                    <a:pt x="386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h1275"/>
            <p:cNvSpPr/>
            <p:nvPr/>
          </p:nvSpPr>
          <p:spPr>
            <a:xfrm>
              <a:off x="2912427" y="3324893"/>
              <a:ext cx="5754" cy="4492"/>
            </a:xfrm>
            <a:custGeom>
              <a:avLst/>
              <a:pathLst>
                <a:path w="5754" h="4492">
                  <a:moveTo>
                    <a:pt x="5754" y="1338"/>
                  </a:moveTo>
                  <a:lnTo>
                    <a:pt x="1907" y="4492"/>
                  </a:lnTo>
                  <a:lnTo>
                    <a:pt x="0" y="35"/>
                  </a:lnTo>
                  <a:lnTo>
                    <a:pt x="1686" y="101"/>
                  </a:lnTo>
                  <a:lnTo>
                    <a:pt x="333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h1276"/>
            <p:cNvSpPr/>
            <p:nvPr/>
          </p:nvSpPr>
          <p:spPr>
            <a:xfrm>
              <a:off x="2935711" y="3515355"/>
              <a:ext cx="40076" cy="22123"/>
            </a:xfrm>
            <a:custGeom>
              <a:avLst/>
              <a:pathLst>
                <a:path w="40076" h="22123">
                  <a:moveTo>
                    <a:pt x="10891" y="0"/>
                  </a:moveTo>
                  <a:lnTo>
                    <a:pt x="13474" y="1472"/>
                  </a:lnTo>
                  <a:lnTo>
                    <a:pt x="21368" y="2539"/>
                  </a:lnTo>
                  <a:lnTo>
                    <a:pt x="25014" y="2153"/>
                  </a:lnTo>
                  <a:lnTo>
                    <a:pt x="26854" y="4387"/>
                  </a:lnTo>
                  <a:lnTo>
                    <a:pt x="34942" y="4025"/>
                  </a:lnTo>
                  <a:lnTo>
                    <a:pt x="37693" y="3141"/>
                  </a:lnTo>
                  <a:lnTo>
                    <a:pt x="39291" y="3709"/>
                  </a:lnTo>
                  <a:lnTo>
                    <a:pt x="40076" y="6420"/>
                  </a:lnTo>
                  <a:lnTo>
                    <a:pt x="29697" y="11858"/>
                  </a:lnTo>
                  <a:lnTo>
                    <a:pt x="20685" y="18288"/>
                  </a:lnTo>
                  <a:lnTo>
                    <a:pt x="19215" y="21481"/>
                  </a:lnTo>
                  <a:lnTo>
                    <a:pt x="18181" y="22123"/>
                  </a:lnTo>
                  <a:lnTo>
                    <a:pt x="16730" y="21764"/>
                  </a:lnTo>
                  <a:lnTo>
                    <a:pt x="9178" y="17157"/>
                  </a:lnTo>
                  <a:lnTo>
                    <a:pt x="0" y="13882"/>
                  </a:lnTo>
                  <a:lnTo>
                    <a:pt x="3765" y="5742"/>
                  </a:lnTo>
                  <a:lnTo>
                    <a:pt x="8585" y="115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h1277"/>
            <p:cNvSpPr/>
            <p:nvPr/>
          </p:nvSpPr>
          <p:spPr>
            <a:xfrm>
              <a:off x="3286654" y="3438423"/>
              <a:ext cx="51885" cy="46349"/>
            </a:xfrm>
            <a:custGeom>
              <a:avLst/>
              <a:pathLst>
                <a:path w="51885" h="46349">
                  <a:moveTo>
                    <a:pt x="42087" y="9401"/>
                  </a:moveTo>
                  <a:lnTo>
                    <a:pt x="49240" y="19282"/>
                  </a:lnTo>
                  <a:lnTo>
                    <a:pt x="51885" y="26237"/>
                  </a:lnTo>
                  <a:lnTo>
                    <a:pt x="51867" y="31045"/>
                  </a:lnTo>
                  <a:lnTo>
                    <a:pt x="50349" y="34218"/>
                  </a:lnTo>
                  <a:lnTo>
                    <a:pt x="42843" y="39530"/>
                  </a:lnTo>
                  <a:lnTo>
                    <a:pt x="43975" y="44302"/>
                  </a:lnTo>
                  <a:lnTo>
                    <a:pt x="36759" y="46349"/>
                  </a:lnTo>
                  <a:lnTo>
                    <a:pt x="31281" y="43632"/>
                  </a:lnTo>
                  <a:lnTo>
                    <a:pt x="29041" y="45734"/>
                  </a:lnTo>
                  <a:lnTo>
                    <a:pt x="21267" y="45476"/>
                  </a:lnTo>
                  <a:lnTo>
                    <a:pt x="14442" y="42982"/>
                  </a:lnTo>
                  <a:lnTo>
                    <a:pt x="7207" y="41601"/>
                  </a:lnTo>
                  <a:lnTo>
                    <a:pt x="0" y="37036"/>
                  </a:lnTo>
                  <a:lnTo>
                    <a:pt x="1055" y="36201"/>
                  </a:lnTo>
                  <a:lnTo>
                    <a:pt x="1411" y="32744"/>
                  </a:lnTo>
                  <a:lnTo>
                    <a:pt x="3250" y="27621"/>
                  </a:lnTo>
                  <a:lnTo>
                    <a:pt x="8541" y="25914"/>
                  </a:lnTo>
                  <a:lnTo>
                    <a:pt x="9314" y="20279"/>
                  </a:lnTo>
                  <a:lnTo>
                    <a:pt x="12099" y="19603"/>
                  </a:lnTo>
                  <a:lnTo>
                    <a:pt x="16128" y="20420"/>
                  </a:lnTo>
                  <a:lnTo>
                    <a:pt x="17529" y="19324"/>
                  </a:lnTo>
                  <a:lnTo>
                    <a:pt x="19100" y="17615"/>
                  </a:lnTo>
                  <a:lnTo>
                    <a:pt x="20550" y="14136"/>
                  </a:lnTo>
                  <a:lnTo>
                    <a:pt x="20196" y="11463"/>
                  </a:lnTo>
                  <a:lnTo>
                    <a:pt x="22036" y="7175"/>
                  </a:lnTo>
                  <a:lnTo>
                    <a:pt x="23150" y="6442"/>
                  </a:lnTo>
                  <a:lnTo>
                    <a:pt x="24830" y="7881"/>
                  </a:lnTo>
                  <a:lnTo>
                    <a:pt x="28930" y="5251"/>
                  </a:lnTo>
                  <a:lnTo>
                    <a:pt x="29205" y="0"/>
                  </a:lnTo>
                  <a:lnTo>
                    <a:pt x="37036" y="2510"/>
                  </a:lnTo>
                  <a:close/>
                  <a:moveTo>
                    <a:pt x="28698" y="24690"/>
                  </a:moveTo>
                  <a:lnTo>
                    <a:pt x="27171" y="31708"/>
                  </a:lnTo>
                  <a:lnTo>
                    <a:pt x="30962" y="32010"/>
                  </a:lnTo>
                  <a:lnTo>
                    <a:pt x="32943" y="23451"/>
                  </a:lnTo>
                  <a:lnTo>
                    <a:pt x="32068" y="2278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h1278"/>
            <p:cNvSpPr/>
            <p:nvPr/>
          </p:nvSpPr>
          <p:spPr>
            <a:xfrm>
              <a:off x="3065018" y="3339374"/>
              <a:ext cx="30439" cy="23284"/>
            </a:xfrm>
            <a:custGeom>
              <a:avLst/>
              <a:pathLst>
                <a:path w="30439" h="23284">
                  <a:moveTo>
                    <a:pt x="11971" y="81"/>
                  </a:moveTo>
                  <a:lnTo>
                    <a:pt x="18817" y="0"/>
                  </a:lnTo>
                  <a:lnTo>
                    <a:pt x="19241" y="1292"/>
                  </a:lnTo>
                  <a:lnTo>
                    <a:pt x="22375" y="4199"/>
                  </a:lnTo>
                  <a:lnTo>
                    <a:pt x="27276" y="5888"/>
                  </a:lnTo>
                  <a:lnTo>
                    <a:pt x="30439" y="5694"/>
                  </a:lnTo>
                  <a:lnTo>
                    <a:pt x="30314" y="10422"/>
                  </a:lnTo>
                  <a:lnTo>
                    <a:pt x="26185" y="10779"/>
                  </a:lnTo>
                  <a:lnTo>
                    <a:pt x="22563" y="15838"/>
                  </a:lnTo>
                  <a:lnTo>
                    <a:pt x="20664" y="17211"/>
                  </a:lnTo>
                  <a:lnTo>
                    <a:pt x="18558" y="19235"/>
                  </a:lnTo>
                  <a:lnTo>
                    <a:pt x="17090" y="23284"/>
                  </a:lnTo>
                  <a:lnTo>
                    <a:pt x="10479" y="20763"/>
                  </a:lnTo>
                  <a:lnTo>
                    <a:pt x="10021" y="15503"/>
                  </a:lnTo>
                  <a:lnTo>
                    <a:pt x="553" y="13087"/>
                  </a:lnTo>
                  <a:lnTo>
                    <a:pt x="0" y="12326"/>
                  </a:lnTo>
                  <a:lnTo>
                    <a:pt x="3729" y="8382"/>
                  </a:lnTo>
                  <a:lnTo>
                    <a:pt x="6504" y="375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h1279"/>
            <p:cNvSpPr/>
            <p:nvPr/>
          </p:nvSpPr>
          <p:spPr>
            <a:xfrm>
              <a:off x="2979702" y="3392534"/>
              <a:ext cx="9244" cy="4954"/>
            </a:xfrm>
            <a:custGeom>
              <a:avLst/>
              <a:pathLst>
                <a:path w="9244" h="4954">
                  <a:moveTo>
                    <a:pt x="7397" y="0"/>
                  </a:moveTo>
                  <a:lnTo>
                    <a:pt x="9244" y="4954"/>
                  </a:lnTo>
                  <a:lnTo>
                    <a:pt x="8027" y="4462"/>
                  </a:lnTo>
                  <a:lnTo>
                    <a:pt x="2090" y="3758"/>
                  </a:lnTo>
                  <a:lnTo>
                    <a:pt x="0" y="67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h1280"/>
            <p:cNvSpPr/>
            <p:nvPr/>
          </p:nvSpPr>
          <p:spPr>
            <a:xfrm>
              <a:off x="2888445" y="3283748"/>
              <a:ext cx="5372" cy="5249"/>
            </a:xfrm>
            <a:custGeom>
              <a:avLst/>
              <a:pathLst>
                <a:path w="5372" h="5249">
                  <a:moveTo>
                    <a:pt x="1304" y="0"/>
                  </a:moveTo>
                  <a:lnTo>
                    <a:pt x="5372" y="1922"/>
                  </a:lnTo>
                  <a:lnTo>
                    <a:pt x="5191" y="3488"/>
                  </a:lnTo>
                  <a:lnTo>
                    <a:pt x="1542" y="5249"/>
                  </a:lnTo>
                  <a:lnTo>
                    <a:pt x="0" y="128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h1281"/>
            <p:cNvSpPr/>
            <p:nvPr/>
          </p:nvSpPr>
          <p:spPr>
            <a:xfrm>
              <a:off x="2880320" y="3242438"/>
              <a:ext cx="26787" cy="32544"/>
            </a:xfrm>
            <a:custGeom>
              <a:avLst/>
              <a:pathLst>
                <a:path w="26787" h="32544">
                  <a:moveTo>
                    <a:pt x="21619" y="0"/>
                  </a:moveTo>
                  <a:lnTo>
                    <a:pt x="24663" y="1630"/>
                  </a:lnTo>
                  <a:lnTo>
                    <a:pt x="25924" y="777"/>
                  </a:lnTo>
                  <a:lnTo>
                    <a:pt x="26787" y="4301"/>
                  </a:lnTo>
                  <a:lnTo>
                    <a:pt x="26621" y="8113"/>
                  </a:lnTo>
                  <a:lnTo>
                    <a:pt x="20225" y="22437"/>
                  </a:lnTo>
                  <a:lnTo>
                    <a:pt x="20622" y="27047"/>
                  </a:lnTo>
                  <a:lnTo>
                    <a:pt x="24187" y="30393"/>
                  </a:lnTo>
                  <a:lnTo>
                    <a:pt x="23897" y="32076"/>
                  </a:lnTo>
                  <a:lnTo>
                    <a:pt x="22707" y="32544"/>
                  </a:lnTo>
                  <a:lnTo>
                    <a:pt x="16503" y="26335"/>
                  </a:lnTo>
                  <a:lnTo>
                    <a:pt x="7330" y="22573"/>
                  </a:lnTo>
                  <a:lnTo>
                    <a:pt x="6313" y="23719"/>
                  </a:lnTo>
                  <a:lnTo>
                    <a:pt x="5536" y="22420"/>
                  </a:lnTo>
                  <a:lnTo>
                    <a:pt x="2462" y="21033"/>
                  </a:lnTo>
                  <a:lnTo>
                    <a:pt x="0" y="18241"/>
                  </a:lnTo>
                  <a:lnTo>
                    <a:pt x="8227" y="18098"/>
                  </a:lnTo>
                  <a:lnTo>
                    <a:pt x="12023" y="17020"/>
                  </a:lnTo>
                  <a:lnTo>
                    <a:pt x="12299" y="10870"/>
                  </a:lnTo>
                  <a:lnTo>
                    <a:pt x="14120" y="10640"/>
                  </a:lnTo>
                  <a:lnTo>
                    <a:pt x="20593" y="70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h1282"/>
            <p:cNvSpPr/>
            <p:nvPr/>
          </p:nvSpPr>
          <p:spPr>
            <a:xfrm>
              <a:off x="3140142" y="3410467"/>
              <a:ext cx="5262" cy="4758"/>
            </a:xfrm>
            <a:custGeom>
              <a:avLst/>
              <a:pathLst>
                <a:path w="5262" h="4758">
                  <a:moveTo>
                    <a:pt x="5068" y="275"/>
                  </a:moveTo>
                  <a:lnTo>
                    <a:pt x="5262" y="1160"/>
                  </a:lnTo>
                  <a:lnTo>
                    <a:pt x="3508" y="4758"/>
                  </a:lnTo>
                  <a:lnTo>
                    <a:pt x="1902" y="4149"/>
                  </a:lnTo>
                  <a:lnTo>
                    <a:pt x="0" y="1855"/>
                  </a:lnTo>
                  <a:lnTo>
                    <a:pt x="359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h1283"/>
            <p:cNvSpPr/>
            <p:nvPr/>
          </p:nvSpPr>
          <p:spPr>
            <a:xfrm>
              <a:off x="3150232" y="3384927"/>
              <a:ext cx="23300" cy="26093"/>
            </a:xfrm>
            <a:custGeom>
              <a:avLst/>
              <a:pathLst>
                <a:path w="23300" h="26093">
                  <a:moveTo>
                    <a:pt x="12521" y="898"/>
                  </a:moveTo>
                  <a:lnTo>
                    <a:pt x="13116" y="2531"/>
                  </a:lnTo>
                  <a:lnTo>
                    <a:pt x="14440" y="3269"/>
                  </a:lnTo>
                  <a:lnTo>
                    <a:pt x="18007" y="2829"/>
                  </a:lnTo>
                  <a:lnTo>
                    <a:pt x="17991" y="2321"/>
                  </a:lnTo>
                  <a:lnTo>
                    <a:pt x="19272" y="1681"/>
                  </a:lnTo>
                  <a:lnTo>
                    <a:pt x="23300" y="7217"/>
                  </a:lnTo>
                  <a:lnTo>
                    <a:pt x="21554" y="20675"/>
                  </a:lnTo>
                  <a:lnTo>
                    <a:pt x="14466" y="26093"/>
                  </a:lnTo>
                  <a:lnTo>
                    <a:pt x="3292" y="23470"/>
                  </a:lnTo>
                  <a:lnTo>
                    <a:pt x="2232" y="17954"/>
                  </a:lnTo>
                  <a:lnTo>
                    <a:pt x="0" y="15482"/>
                  </a:lnTo>
                  <a:lnTo>
                    <a:pt x="3014" y="13668"/>
                  </a:lnTo>
                  <a:lnTo>
                    <a:pt x="8388" y="12302"/>
                  </a:lnTo>
                  <a:lnTo>
                    <a:pt x="9712" y="10500"/>
                  </a:lnTo>
                  <a:lnTo>
                    <a:pt x="8020" y="4148"/>
                  </a:lnTo>
                  <a:lnTo>
                    <a:pt x="6222" y="1641"/>
                  </a:lnTo>
                  <a:lnTo>
                    <a:pt x="943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h1284"/>
            <p:cNvSpPr/>
            <p:nvPr/>
          </p:nvSpPr>
          <p:spPr>
            <a:xfrm>
              <a:off x="2980879" y="3357190"/>
              <a:ext cx="4447" cy="4604"/>
            </a:xfrm>
            <a:custGeom>
              <a:avLst/>
              <a:pathLst>
                <a:path w="4447" h="4604">
                  <a:moveTo>
                    <a:pt x="443" y="0"/>
                  </a:moveTo>
                  <a:lnTo>
                    <a:pt x="589" y="80"/>
                  </a:lnTo>
                  <a:lnTo>
                    <a:pt x="4447" y="1421"/>
                  </a:lnTo>
                  <a:lnTo>
                    <a:pt x="4443" y="3541"/>
                  </a:lnTo>
                  <a:lnTo>
                    <a:pt x="3270" y="4604"/>
                  </a:lnTo>
                  <a:lnTo>
                    <a:pt x="0" y="427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h1285"/>
            <p:cNvSpPr/>
            <p:nvPr/>
          </p:nvSpPr>
          <p:spPr>
            <a:xfrm>
              <a:off x="2967747" y="3485003"/>
              <a:ext cx="17983" cy="37496"/>
            </a:xfrm>
            <a:custGeom>
              <a:avLst/>
              <a:pathLst>
                <a:path w="17983" h="37496">
                  <a:moveTo>
                    <a:pt x="17983" y="4143"/>
                  </a:moveTo>
                  <a:lnTo>
                    <a:pt x="15258" y="20552"/>
                  </a:lnTo>
                  <a:lnTo>
                    <a:pt x="12917" y="20268"/>
                  </a:lnTo>
                  <a:lnTo>
                    <a:pt x="9163" y="21660"/>
                  </a:lnTo>
                  <a:lnTo>
                    <a:pt x="14119" y="29511"/>
                  </a:lnTo>
                  <a:lnTo>
                    <a:pt x="16515" y="37496"/>
                  </a:lnTo>
                  <a:lnTo>
                    <a:pt x="8040" y="36772"/>
                  </a:lnTo>
                  <a:lnTo>
                    <a:pt x="7254" y="34060"/>
                  </a:lnTo>
                  <a:lnTo>
                    <a:pt x="6077" y="31012"/>
                  </a:lnTo>
                  <a:lnTo>
                    <a:pt x="0" y="28987"/>
                  </a:lnTo>
                  <a:lnTo>
                    <a:pt x="10937" y="8174"/>
                  </a:lnTo>
                  <a:lnTo>
                    <a:pt x="1240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h1286"/>
            <p:cNvSpPr/>
            <p:nvPr/>
          </p:nvSpPr>
          <p:spPr>
            <a:xfrm>
              <a:off x="2990967" y="3498387"/>
              <a:ext cx="15446" cy="19478"/>
            </a:xfrm>
            <a:custGeom>
              <a:avLst/>
              <a:pathLst>
                <a:path w="15446" h="19478">
                  <a:moveTo>
                    <a:pt x="15446" y="6816"/>
                  </a:moveTo>
                  <a:lnTo>
                    <a:pt x="15067" y="10498"/>
                  </a:lnTo>
                  <a:lnTo>
                    <a:pt x="9482" y="15396"/>
                  </a:lnTo>
                  <a:lnTo>
                    <a:pt x="8379" y="14937"/>
                  </a:lnTo>
                  <a:lnTo>
                    <a:pt x="8141" y="16410"/>
                  </a:lnTo>
                  <a:lnTo>
                    <a:pt x="4429" y="17750"/>
                  </a:lnTo>
                  <a:lnTo>
                    <a:pt x="3345" y="19478"/>
                  </a:lnTo>
                  <a:lnTo>
                    <a:pt x="2239" y="18809"/>
                  </a:lnTo>
                  <a:lnTo>
                    <a:pt x="303" y="12588"/>
                  </a:lnTo>
                  <a:lnTo>
                    <a:pt x="0" y="9590"/>
                  </a:lnTo>
                  <a:lnTo>
                    <a:pt x="1390" y="7199"/>
                  </a:lnTo>
                  <a:lnTo>
                    <a:pt x="1860" y="4133"/>
                  </a:lnTo>
                  <a:lnTo>
                    <a:pt x="1010" y="1841"/>
                  </a:lnTo>
                  <a:lnTo>
                    <a:pt x="456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h1287"/>
            <p:cNvSpPr/>
            <p:nvPr/>
          </p:nvSpPr>
          <p:spPr>
            <a:xfrm>
              <a:off x="2855039" y="3399630"/>
              <a:ext cx="33685" cy="43504"/>
            </a:xfrm>
            <a:custGeom>
              <a:avLst/>
              <a:pathLst>
                <a:path w="33685" h="43504">
                  <a:moveTo>
                    <a:pt x="21489" y="0"/>
                  </a:moveTo>
                  <a:lnTo>
                    <a:pt x="26932" y="15748"/>
                  </a:lnTo>
                  <a:lnTo>
                    <a:pt x="30626" y="19611"/>
                  </a:lnTo>
                  <a:lnTo>
                    <a:pt x="30897" y="23427"/>
                  </a:lnTo>
                  <a:lnTo>
                    <a:pt x="33685" y="25070"/>
                  </a:lnTo>
                  <a:lnTo>
                    <a:pt x="33643" y="31574"/>
                  </a:lnTo>
                  <a:lnTo>
                    <a:pt x="32641" y="33339"/>
                  </a:lnTo>
                  <a:lnTo>
                    <a:pt x="28114" y="35269"/>
                  </a:lnTo>
                  <a:lnTo>
                    <a:pt x="24955" y="40803"/>
                  </a:lnTo>
                  <a:lnTo>
                    <a:pt x="23962" y="41202"/>
                  </a:lnTo>
                  <a:lnTo>
                    <a:pt x="20537" y="39843"/>
                  </a:lnTo>
                  <a:lnTo>
                    <a:pt x="6990" y="39258"/>
                  </a:lnTo>
                  <a:lnTo>
                    <a:pt x="3517" y="39805"/>
                  </a:lnTo>
                  <a:lnTo>
                    <a:pt x="5504" y="43504"/>
                  </a:lnTo>
                  <a:lnTo>
                    <a:pt x="3015" y="42574"/>
                  </a:lnTo>
                  <a:lnTo>
                    <a:pt x="544" y="41049"/>
                  </a:lnTo>
                  <a:lnTo>
                    <a:pt x="0" y="38856"/>
                  </a:lnTo>
                  <a:lnTo>
                    <a:pt x="1437" y="36619"/>
                  </a:lnTo>
                  <a:lnTo>
                    <a:pt x="294" y="32421"/>
                  </a:lnTo>
                  <a:lnTo>
                    <a:pt x="2576" y="27479"/>
                  </a:lnTo>
                  <a:lnTo>
                    <a:pt x="6203" y="21151"/>
                  </a:lnTo>
                  <a:lnTo>
                    <a:pt x="8242" y="18875"/>
                  </a:lnTo>
                  <a:lnTo>
                    <a:pt x="10795" y="13628"/>
                  </a:lnTo>
                  <a:lnTo>
                    <a:pt x="18296" y="5197"/>
                  </a:lnTo>
                  <a:lnTo>
                    <a:pt x="19769" y="14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h1288"/>
            <p:cNvSpPr/>
            <p:nvPr/>
          </p:nvSpPr>
          <p:spPr>
            <a:xfrm>
              <a:off x="2931921" y="3292467"/>
              <a:ext cx="11542" cy="18292"/>
            </a:xfrm>
            <a:custGeom>
              <a:avLst/>
              <a:pathLst>
                <a:path w="11542" h="18292">
                  <a:moveTo>
                    <a:pt x="9785" y="2948"/>
                  </a:moveTo>
                  <a:lnTo>
                    <a:pt x="11542" y="5068"/>
                  </a:lnTo>
                  <a:lnTo>
                    <a:pt x="7815" y="10157"/>
                  </a:lnTo>
                  <a:lnTo>
                    <a:pt x="8510" y="16349"/>
                  </a:lnTo>
                  <a:lnTo>
                    <a:pt x="6502" y="18292"/>
                  </a:lnTo>
                  <a:lnTo>
                    <a:pt x="2650" y="17148"/>
                  </a:lnTo>
                  <a:lnTo>
                    <a:pt x="2261" y="8970"/>
                  </a:lnTo>
                  <a:lnTo>
                    <a:pt x="857" y="5471"/>
                  </a:lnTo>
                  <a:lnTo>
                    <a:pt x="0" y="6116"/>
                  </a:lnTo>
                  <a:lnTo>
                    <a:pt x="2170" y="1680"/>
                  </a:lnTo>
                  <a:lnTo>
                    <a:pt x="895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h1289"/>
            <p:cNvSpPr/>
            <p:nvPr/>
          </p:nvSpPr>
          <p:spPr>
            <a:xfrm>
              <a:off x="3188154" y="3394400"/>
              <a:ext cx="48426" cy="56433"/>
            </a:xfrm>
            <a:custGeom>
              <a:avLst/>
              <a:pathLst>
                <a:path w="48426" h="56433">
                  <a:moveTo>
                    <a:pt x="37074" y="3409"/>
                  </a:moveTo>
                  <a:lnTo>
                    <a:pt x="38203" y="2285"/>
                  </a:lnTo>
                  <a:lnTo>
                    <a:pt x="43066" y="7502"/>
                  </a:lnTo>
                  <a:lnTo>
                    <a:pt x="43777" y="5368"/>
                  </a:lnTo>
                  <a:lnTo>
                    <a:pt x="44862" y="4738"/>
                  </a:lnTo>
                  <a:lnTo>
                    <a:pt x="47067" y="5984"/>
                  </a:lnTo>
                  <a:lnTo>
                    <a:pt x="48426" y="8441"/>
                  </a:lnTo>
                  <a:lnTo>
                    <a:pt x="48107" y="10077"/>
                  </a:lnTo>
                  <a:lnTo>
                    <a:pt x="46813" y="10406"/>
                  </a:lnTo>
                  <a:lnTo>
                    <a:pt x="45189" y="13415"/>
                  </a:lnTo>
                  <a:lnTo>
                    <a:pt x="46547" y="19063"/>
                  </a:lnTo>
                  <a:lnTo>
                    <a:pt x="46407" y="23639"/>
                  </a:lnTo>
                  <a:lnTo>
                    <a:pt x="44245" y="28960"/>
                  </a:lnTo>
                  <a:lnTo>
                    <a:pt x="46183" y="30464"/>
                  </a:lnTo>
                  <a:lnTo>
                    <a:pt x="40880" y="32010"/>
                  </a:lnTo>
                  <a:lnTo>
                    <a:pt x="41122" y="36346"/>
                  </a:lnTo>
                  <a:lnTo>
                    <a:pt x="35667" y="34636"/>
                  </a:lnTo>
                  <a:lnTo>
                    <a:pt x="31337" y="35998"/>
                  </a:lnTo>
                  <a:lnTo>
                    <a:pt x="28770" y="38822"/>
                  </a:lnTo>
                  <a:lnTo>
                    <a:pt x="28737" y="43916"/>
                  </a:lnTo>
                  <a:lnTo>
                    <a:pt x="28146" y="45327"/>
                  </a:lnTo>
                  <a:lnTo>
                    <a:pt x="18121" y="49149"/>
                  </a:lnTo>
                  <a:lnTo>
                    <a:pt x="15438" y="56433"/>
                  </a:lnTo>
                  <a:lnTo>
                    <a:pt x="11077" y="55704"/>
                  </a:lnTo>
                  <a:lnTo>
                    <a:pt x="10904" y="52157"/>
                  </a:lnTo>
                  <a:lnTo>
                    <a:pt x="11867" y="52110"/>
                  </a:lnTo>
                  <a:lnTo>
                    <a:pt x="9713" y="49974"/>
                  </a:lnTo>
                  <a:lnTo>
                    <a:pt x="5251" y="48199"/>
                  </a:lnTo>
                  <a:lnTo>
                    <a:pt x="3667" y="48243"/>
                  </a:lnTo>
                  <a:lnTo>
                    <a:pt x="2585" y="46476"/>
                  </a:lnTo>
                  <a:lnTo>
                    <a:pt x="3201" y="44617"/>
                  </a:lnTo>
                  <a:lnTo>
                    <a:pt x="2484" y="43192"/>
                  </a:lnTo>
                  <a:lnTo>
                    <a:pt x="0" y="43744"/>
                  </a:lnTo>
                  <a:lnTo>
                    <a:pt x="1850" y="41409"/>
                  </a:lnTo>
                  <a:lnTo>
                    <a:pt x="5342" y="41718"/>
                  </a:lnTo>
                  <a:lnTo>
                    <a:pt x="5946" y="45602"/>
                  </a:lnTo>
                  <a:lnTo>
                    <a:pt x="10585" y="45606"/>
                  </a:lnTo>
                  <a:lnTo>
                    <a:pt x="16881" y="43836"/>
                  </a:lnTo>
                  <a:lnTo>
                    <a:pt x="21947" y="37901"/>
                  </a:lnTo>
                  <a:lnTo>
                    <a:pt x="25029" y="30865"/>
                  </a:lnTo>
                  <a:lnTo>
                    <a:pt x="24627" y="23309"/>
                  </a:lnTo>
                  <a:lnTo>
                    <a:pt x="19049" y="20440"/>
                  </a:lnTo>
                  <a:lnTo>
                    <a:pt x="22545" y="17791"/>
                  </a:lnTo>
                  <a:lnTo>
                    <a:pt x="24520" y="13925"/>
                  </a:lnTo>
                  <a:lnTo>
                    <a:pt x="21805" y="11265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h1290"/>
            <p:cNvSpPr/>
            <p:nvPr/>
          </p:nvSpPr>
          <p:spPr>
            <a:xfrm>
              <a:off x="2950463" y="3277866"/>
              <a:ext cx="10817" cy="13714"/>
            </a:xfrm>
            <a:custGeom>
              <a:avLst/>
              <a:pathLst>
                <a:path w="10817" h="13714">
                  <a:moveTo>
                    <a:pt x="8861" y="6443"/>
                  </a:moveTo>
                  <a:lnTo>
                    <a:pt x="10817" y="11525"/>
                  </a:lnTo>
                  <a:lnTo>
                    <a:pt x="8719" y="11747"/>
                  </a:lnTo>
                  <a:lnTo>
                    <a:pt x="7768" y="13397"/>
                  </a:lnTo>
                  <a:lnTo>
                    <a:pt x="2125" y="13714"/>
                  </a:lnTo>
                  <a:lnTo>
                    <a:pt x="2491" y="8634"/>
                  </a:lnTo>
                  <a:lnTo>
                    <a:pt x="0" y="3085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h1291"/>
            <p:cNvSpPr/>
            <p:nvPr/>
          </p:nvSpPr>
          <p:spPr>
            <a:xfrm>
              <a:off x="3024996" y="3415496"/>
              <a:ext cx="9576" cy="13590"/>
            </a:xfrm>
            <a:custGeom>
              <a:avLst/>
              <a:pathLst>
                <a:path w="9576" h="13590">
                  <a:moveTo>
                    <a:pt x="7584" y="2892"/>
                  </a:moveTo>
                  <a:lnTo>
                    <a:pt x="8452" y="5022"/>
                  </a:lnTo>
                  <a:lnTo>
                    <a:pt x="7931" y="8997"/>
                  </a:lnTo>
                  <a:lnTo>
                    <a:pt x="9576" y="8452"/>
                  </a:lnTo>
                  <a:lnTo>
                    <a:pt x="8349" y="10601"/>
                  </a:lnTo>
                  <a:lnTo>
                    <a:pt x="1226" y="13590"/>
                  </a:lnTo>
                  <a:lnTo>
                    <a:pt x="640" y="11932"/>
                  </a:lnTo>
                  <a:lnTo>
                    <a:pt x="2472" y="12667"/>
                  </a:lnTo>
                  <a:lnTo>
                    <a:pt x="526" y="6809"/>
                  </a:lnTo>
                  <a:lnTo>
                    <a:pt x="0" y="2244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h1292"/>
            <p:cNvSpPr/>
            <p:nvPr/>
          </p:nvSpPr>
          <p:spPr>
            <a:xfrm>
              <a:off x="2795388" y="3445077"/>
              <a:ext cx="13307" cy="10468"/>
            </a:xfrm>
            <a:custGeom>
              <a:avLst/>
              <a:pathLst>
                <a:path w="13307" h="10468">
                  <a:moveTo>
                    <a:pt x="10996" y="516"/>
                  </a:moveTo>
                  <a:lnTo>
                    <a:pt x="13307" y="4187"/>
                  </a:lnTo>
                  <a:lnTo>
                    <a:pt x="11669" y="10468"/>
                  </a:lnTo>
                  <a:lnTo>
                    <a:pt x="2074" y="10386"/>
                  </a:lnTo>
                  <a:lnTo>
                    <a:pt x="1388" y="5979"/>
                  </a:lnTo>
                  <a:lnTo>
                    <a:pt x="0" y="4514"/>
                  </a:lnTo>
                  <a:lnTo>
                    <a:pt x="5439" y="3617"/>
                  </a:lnTo>
                  <a:lnTo>
                    <a:pt x="7997" y="1259"/>
                  </a:lnTo>
                  <a:lnTo>
                    <a:pt x="1075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h1293"/>
            <p:cNvSpPr/>
            <p:nvPr/>
          </p:nvSpPr>
          <p:spPr>
            <a:xfrm>
              <a:off x="2977017" y="3453812"/>
              <a:ext cx="16742" cy="10854"/>
            </a:xfrm>
            <a:custGeom>
              <a:avLst/>
              <a:pathLst>
                <a:path w="16742" h="10854">
                  <a:moveTo>
                    <a:pt x="16436" y="42"/>
                  </a:moveTo>
                  <a:lnTo>
                    <a:pt x="16742" y="1051"/>
                  </a:lnTo>
                  <a:lnTo>
                    <a:pt x="13327" y="5288"/>
                  </a:lnTo>
                  <a:lnTo>
                    <a:pt x="11625" y="10765"/>
                  </a:lnTo>
                  <a:lnTo>
                    <a:pt x="10578" y="10805"/>
                  </a:lnTo>
                  <a:lnTo>
                    <a:pt x="9567" y="10854"/>
                  </a:lnTo>
                  <a:lnTo>
                    <a:pt x="6694" y="8583"/>
                  </a:lnTo>
                  <a:lnTo>
                    <a:pt x="0" y="6257"/>
                  </a:lnTo>
                  <a:lnTo>
                    <a:pt x="2224" y="3286"/>
                  </a:lnTo>
                  <a:lnTo>
                    <a:pt x="4425" y="3873"/>
                  </a:lnTo>
                  <a:lnTo>
                    <a:pt x="7568" y="3054"/>
                  </a:lnTo>
                  <a:lnTo>
                    <a:pt x="1107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h1294"/>
            <p:cNvSpPr/>
            <p:nvPr/>
          </p:nvSpPr>
          <p:spPr>
            <a:xfrm>
              <a:off x="2926054" y="3486565"/>
              <a:ext cx="9893" cy="9767"/>
            </a:xfrm>
            <a:custGeom>
              <a:avLst/>
              <a:pathLst>
                <a:path w="9893" h="9767">
                  <a:moveTo>
                    <a:pt x="9893" y="6863"/>
                  </a:moveTo>
                  <a:lnTo>
                    <a:pt x="6833" y="9767"/>
                  </a:lnTo>
                  <a:lnTo>
                    <a:pt x="3407" y="9442"/>
                  </a:lnTo>
                  <a:lnTo>
                    <a:pt x="1056" y="7409"/>
                  </a:lnTo>
                  <a:lnTo>
                    <a:pt x="0" y="2431"/>
                  </a:lnTo>
                  <a:lnTo>
                    <a:pt x="7522" y="1002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h1295"/>
            <p:cNvSpPr/>
            <p:nvPr/>
          </p:nvSpPr>
          <p:spPr>
            <a:xfrm>
              <a:off x="2832467" y="3295294"/>
              <a:ext cx="31972" cy="39355"/>
            </a:xfrm>
            <a:custGeom>
              <a:avLst/>
              <a:pathLst>
                <a:path w="31972" h="39355">
                  <a:moveTo>
                    <a:pt x="22418" y="0"/>
                  </a:moveTo>
                  <a:lnTo>
                    <a:pt x="23960" y="2890"/>
                  </a:lnTo>
                  <a:lnTo>
                    <a:pt x="24857" y="2890"/>
                  </a:lnTo>
                  <a:lnTo>
                    <a:pt x="24904" y="4718"/>
                  </a:lnTo>
                  <a:lnTo>
                    <a:pt x="26682" y="7278"/>
                  </a:lnTo>
                  <a:lnTo>
                    <a:pt x="29819" y="5305"/>
                  </a:lnTo>
                  <a:lnTo>
                    <a:pt x="31972" y="8185"/>
                  </a:lnTo>
                  <a:lnTo>
                    <a:pt x="28577" y="12360"/>
                  </a:lnTo>
                  <a:lnTo>
                    <a:pt x="29577" y="16313"/>
                  </a:lnTo>
                  <a:lnTo>
                    <a:pt x="21302" y="25256"/>
                  </a:lnTo>
                  <a:lnTo>
                    <a:pt x="16156" y="28340"/>
                  </a:lnTo>
                  <a:lnTo>
                    <a:pt x="14740" y="31124"/>
                  </a:lnTo>
                  <a:lnTo>
                    <a:pt x="15236" y="35204"/>
                  </a:lnTo>
                  <a:lnTo>
                    <a:pt x="14136" y="37208"/>
                  </a:lnTo>
                  <a:lnTo>
                    <a:pt x="11405" y="39355"/>
                  </a:lnTo>
                  <a:lnTo>
                    <a:pt x="9315" y="38522"/>
                  </a:lnTo>
                  <a:lnTo>
                    <a:pt x="8765" y="37242"/>
                  </a:lnTo>
                  <a:lnTo>
                    <a:pt x="6245" y="33639"/>
                  </a:lnTo>
                  <a:lnTo>
                    <a:pt x="2378" y="34861"/>
                  </a:lnTo>
                  <a:lnTo>
                    <a:pt x="1701" y="34333"/>
                  </a:lnTo>
                  <a:lnTo>
                    <a:pt x="0" y="30110"/>
                  </a:lnTo>
                  <a:lnTo>
                    <a:pt x="119" y="25185"/>
                  </a:lnTo>
                  <a:lnTo>
                    <a:pt x="3001" y="25571"/>
                  </a:lnTo>
                  <a:lnTo>
                    <a:pt x="4450" y="25041"/>
                  </a:lnTo>
                  <a:lnTo>
                    <a:pt x="1142" y="18571"/>
                  </a:lnTo>
                  <a:lnTo>
                    <a:pt x="2301" y="13495"/>
                  </a:lnTo>
                  <a:lnTo>
                    <a:pt x="3185" y="14263"/>
                  </a:lnTo>
                  <a:lnTo>
                    <a:pt x="5391" y="13431"/>
                  </a:lnTo>
                  <a:lnTo>
                    <a:pt x="4306" y="8547"/>
                  </a:lnTo>
                  <a:lnTo>
                    <a:pt x="9811" y="5237"/>
                  </a:lnTo>
                  <a:lnTo>
                    <a:pt x="12502" y="2568"/>
                  </a:lnTo>
                  <a:lnTo>
                    <a:pt x="14182" y="4128"/>
                  </a:lnTo>
                  <a:lnTo>
                    <a:pt x="16232" y="181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h1296"/>
            <p:cNvSpPr/>
            <p:nvPr/>
          </p:nvSpPr>
          <p:spPr>
            <a:xfrm>
              <a:off x="2914504" y="3371080"/>
              <a:ext cx="10624" cy="13269"/>
            </a:xfrm>
            <a:custGeom>
              <a:avLst/>
              <a:pathLst>
                <a:path w="10624" h="13269">
                  <a:moveTo>
                    <a:pt x="9222" y="2593"/>
                  </a:moveTo>
                  <a:lnTo>
                    <a:pt x="10624" y="6451"/>
                  </a:lnTo>
                  <a:lnTo>
                    <a:pt x="8302" y="10153"/>
                  </a:lnTo>
                  <a:lnTo>
                    <a:pt x="8284" y="11570"/>
                  </a:lnTo>
                  <a:lnTo>
                    <a:pt x="6524" y="12761"/>
                  </a:lnTo>
                  <a:lnTo>
                    <a:pt x="4216" y="13269"/>
                  </a:lnTo>
                  <a:lnTo>
                    <a:pt x="2260" y="11509"/>
                  </a:lnTo>
                  <a:lnTo>
                    <a:pt x="0" y="8168"/>
                  </a:lnTo>
                  <a:lnTo>
                    <a:pt x="2116" y="3801"/>
                  </a:lnTo>
                  <a:lnTo>
                    <a:pt x="1905" y="638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h1297"/>
            <p:cNvSpPr/>
            <p:nvPr/>
          </p:nvSpPr>
          <p:spPr>
            <a:xfrm>
              <a:off x="2975669" y="3382809"/>
              <a:ext cx="25240" cy="17094"/>
            </a:xfrm>
            <a:custGeom>
              <a:avLst/>
              <a:pathLst>
                <a:path w="25240" h="17094">
                  <a:moveTo>
                    <a:pt x="5737" y="2311"/>
                  </a:moveTo>
                  <a:lnTo>
                    <a:pt x="6053" y="5830"/>
                  </a:lnTo>
                  <a:lnTo>
                    <a:pt x="10436" y="8483"/>
                  </a:lnTo>
                  <a:lnTo>
                    <a:pt x="11902" y="8140"/>
                  </a:lnTo>
                  <a:lnTo>
                    <a:pt x="12186" y="7274"/>
                  </a:lnTo>
                  <a:lnTo>
                    <a:pt x="14125" y="6104"/>
                  </a:lnTo>
                  <a:lnTo>
                    <a:pt x="15999" y="6852"/>
                  </a:lnTo>
                  <a:lnTo>
                    <a:pt x="16562" y="7412"/>
                  </a:lnTo>
                  <a:lnTo>
                    <a:pt x="16915" y="9280"/>
                  </a:lnTo>
                  <a:lnTo>
                    <a:pt x="25240" y="12086"/>
                  </a:lnTo>
                  <a:lnTo>
                    <a:pt x="25219" y="13059"/>
                  </a:lnTo>
                  <a:lnTo>
                    <a:pt x="23426" y="12866"/>
                  </a:lnTo>
                  <a:lnTo>
                    <a:pt x="22139" y="17094"/>
                  </a:lnTo>
                  <a:lnTo>
                    <a:pt x="20384" y="15215"/>
                  </a:lnTo>
                  <a:lnTo>
                    <a:pt x="18553" y="14531"/>
                  </a:lnTo>
                  <a:lnTo>
                    <a:pt x="17218" y="12199"/>
                  </a:lnTo>
                  <a:lnTo>
                    <a:pt x="15312" y="11724"/>
                  </a:lnTo>
                  <a:lnTo>
                    <a:pt x="14716" y="14481"/>
                  </a:lnTo>
                  <a:lnTo>
                    <a:pt x="13277" y="14679"/>
                  </a:lnTo>
                  <a:lnTo>
                    <a:pt x="11430" y="9725"/>
                  </a:lnTo>
                  <a:lnTo>
                    <a:pt x="4032" y="10403"/>
                  </a:lnTo>
                  <a:lnTo>
                    <a:pt x="0" y="7948"/>
                  </a:lnTo>
                  <a:lnTo>
                    <a:pt x="2174" y="1722"/>
                  </a:lnTo>
                  <a:lnTo>
                    <a:pt x="414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h1298"/>
            <p:cNvSpPr/>
            <p:nvPr/>
          </p:nvSpPr>
          <p:spPr>
            <a:xfrm>
              <a:off x="2777576" y="3300502"/>
              <a:ext cx="4862" cy="8197"/>
            </a:xfrm>
            <a:custGeom>
              <a:avLst/>
              <a:pathLst>
                <a:path w="4862" h="8197">
                  <a:moveTo>
                    <a:pt x="2147" y="1125"/>
                  </a:moveTo>
                  <a:lnTo>
                    <a:pt x="4862" y="7152"/>
                  </a:lnTo>
                  <a:lnTo>
                    <a:pt x="4276" y="8197"/>
                  </a:lnTo>
                  <a:lnTo>
                    <a:pt x="521" y="5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h1299"/>
            <p:cNvSpPr/>
            <p:nvPr/>
          </p:nvSpPr>
          <p:spPr>
            <a:xfrm>
              <a:off x="2903136" y="3415004"/>
              <a:ext cx="30178" cy="19544"/>
            </a:xfrm>
            <a:custGeom>
              <a:avLst/>
              <a:pathLst>
                <a:path w="30178" h="19544">
                  <a:moveTo>
                    <a:pt x="20258" y="1264"/>
                  </a:moveTo>
                  <a:lnTo>
                    <a:pt x="20495" y="3184"/>
                  </a:lnTo>
                  <a:lnTo>
                    <a:pt x="22948" y="4415"/>
                  </a:lnTo>
                  <a:lnTo>
                    <a:pt x="27161" y="4868"/>
                  </a:lnTo>
                  <a:lnTo>
                    <a:pt x="28062" y="9950"/>
                  </a:lnTo>
                  <a:lnTo>
                    <a:pt x="30178" y="11878"/>
                  </a:lnTo>
                  <a:lnTo>
                    <a:pt x="29524" y="15789"/>
                  </a:lnTo>
                  <a:lnTo>
                    <a:pt x="27451" y="19289"/>
                  </a:lnTo>
                  <a:lnTo>
                    <a:pt x="24803" y="19544"/>
                  </a:lnTo>
                  <a:lnTo>
                    <a:pt x="15157" y="13620"/>
                  </a:lnTo>
                  <a:lnTo>
                    <a:pt x="4077" y="14473"/>
                  </a:lnTo>
                  <a:lnTo>
                    <a:pt x="825" y="15565"/>
                  </a:lnTo>
                  <a:lnTo>
                    <a:pt x="0" y="13765"/>
                  </a:lnTo>
                  <a:lnTo>
                    <a:pt x="3249" y="8171"/>
                  </a:lnTo>
                  <a:lnTo>
                    <a:pt x="3926" y="4899"/>
                  </a:lnTo>
                  <a:lnTo>
                    <a:pt x="6629" y="1404"/>
                  </a:lnTo>
                  <a:lnTo>
                    <a:pt x="1339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h1300"/>
            <p:cNvSpPr/>
            <p:nvPr/>
          </p:nvSpPr>
          <p:spPr>
            <a:xfrm>
              <a:off x="3068651" y="3367679"/>
              <a:ext cx="22587" cy="18501"/>
            </a:xfrm>
            <a:custGeom>
              <a:avLst/>
              <a:pathLst>
                <a:path w="22587" h="18501">
                  <a:moveTo>
                    <a:pt x="20120" y="2709"/>
                  </a:moveTo>
                  <a:lnTo>
                    <a:pt x="18658" y="8543"/>
                  </a:lnTo>
                  <a:lnTo>
                    <a:pt x="19011" y="10719"/>
                  </a:lnTo>
                  <a:lnTo>
                    <a:pt x="21050" y="13477"/>
                  </a:lnTo>
                  <a:lnTo>
                    <a:pt x="22587" y="14198"/>
                  </a:lnTo>
                  <a:lnTo>
                    <a:pt x="20881" y="14671"/>
                  </a:lnTo>
                  <a:lnTo>
                    <a:pt x="17905" y="13004"/>
                  </a:lnTo>
                  <a:lnTo>
                    <a:pt x="14179" y="13005"/>
                  </a:lnTo>
                  <a:lnTo>
                    <a:pt x="12844" y="14904"/>
                  </a:lnTo>
                  <a:lnTo>
                    <a:pt x="14358" y="18220"/>
                  </a:lnTo>
                  <a:lnTo>
                    <a:pt x="12870" y="18501"/>
                  </a:lnTo>
                  <a:lnTo>
                    <a:pt x="9355" y="15760"/>
                  </a:lnTo>
                  <a:lnTo>
                    <a:pt x="9879" y="14860"/>
                  </a:lnTo>
                  <a:lnTo>
                    <a:pt x="9609" y="10633"/>
                  </a:lnTo>
                  <a:lnTo>
                    <a:pt x="3448" y="6878"/>
                  </a:lnTo>
                  <a:lnTo>
                    <a:pt x="447" y="7556"/>
                  </a:lnTo>
                  <a:lnTo>
                    <a:pt x="0" y="5973"/>
                  </a:lnTo>
                  <a:lnTo>
                    <a:pt x="663" y="4475"/>
                  </a:lnTo>
                  <a:lnTo>
                    <a:pt x="1878" y="4126"/>
                  </a:lnTo>
                  <a:lnTo>
                    <a:pt x="6736" y="5031"/>
                  </a:lnTo>
                  <a:lnTo>
                    <a:pt x="13207" y="4963"/>
                  </a:lnTo>
                  <a:lnTo>
                    <a:pt x="14753" y="3621"/>
                  </a:lnTo>
                  <a:lnTo>
                    <a:pt x="14565" y="1156"/>
                  </a:lnTo>
                  <a:lnTo>
                    <a:pt x="1574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h1301"/>
            <p:cNvSpPr/>
            <p:nvPr/>
          </p:nvSpPr>
          <p:spPr>
            <a:xfrm>
              <a:off x="3023728" y="3498707"/>
              <a:ext cx="13562" cy="12473"/>
            </a:xfrm>
            <a:custGeom>
              <a:avLst/>
              <a:pathLst>
                <a:path w="13562" h="12473">
                  <a:moveTo>
                    <a:pt x="10213" y="1902"/>
                  </a:moveTo>
                  <a:lnTo>
                    <a:pt x="11268" y="3743"/>
                  </a:lnTo>
                  <a:lnTo>
                    <a:pt x="11669" y="6952"/>
                  </a:lnTo>
                  <a:lnTo>
                    <a:pt x="13562" y="9577"/>
                  </a:lnTo>
                  <a:lnTo>
                    <a:pt x="12739" y="12473"/>
                  </a:lnTo>
                  <a:lnTo>
                    <a:pt x="6333" y="10895"/>
                  </a:lnTo>
                  <a:lnTo>
                    <a:pt x="2955" y="8521"/>
                  </a:lnTo>
                  <a:lnTo>
                    <a:pt x="1354" y="9176"/>
                  </a:lnTo>
                  <a:lnTo>
                    <a:pt x="0" y="9060"/>
                  </a:lnTo>
                  <a:lnTo>
                    <a:pt x="146" y="3655"/>
                  </a:lnTo>
                  <a:lnTo>
                    <a:pt x="3821" y="1157"/>
                  </a:lnTo>
                  <a:lnTo>
                    <a:pt x="814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h1302"/>
            <p:cNvSpPr/>
            <p:nvPr/>
          </p:nvSpPr>
          <p:spPr>
            <a:xfrm>
              <a:off x="2954926" y="3521775"/>
              <a:ext cx="31817" cy="30350"/>
            </a:xfrm>
            <a:custGeom>
              <a:avLst/>
              <a:pathLst>
                <a:path w="31817" h="30350">
                  <a:moveTo>
                    <a:pt x="29377" y="805"/>
                  </a:moveTo>
                  <a:lnTo>
                    <a:pt x="28006" y="1037"/>
                  </a:lnTo>
                  <a:lnTo>
                    <a:pt x="27197" y="2303"/>
                  </a:lnTo>
                  <a:lnTo>
                    <a:pt x="28301" y="6051"/>
                  </a:lnTo>
                  <a:lnTo>
                    <a:pt x="31817" y="9469"/>
                  </a:lnTo>
                  <a:lnTo>
                    <a:pt x="30249" y="17700"/>
                  </a:lnTo>
                  <a:lnTo>
                    <a:pt x="28907" y="19863"/>
                  </a:lnTo>
                  <a:lnTo>
                    <a:pt x="27947" y="24601"/>
                  </a:lnTo>
                  <a:lnTo>
                    <a:pt x="28658" y="29457"/>
                  </a:lnTo>
                  <a:lnTo>
                    <a:pt x="27333" y="30350"/>
                  </a:lnTo>
                  <a:lnTo>
                    <a:pt x="16583" y="24666"/>
                  </a:lnTo>
                  <a:lnTo>
                    <a:pt x="5128" y="21574"/>
                  </a:lnTo>
                  <a:lnTo>
                    <a:pt x="1867" y="19264"/>
                  </a:lnTo>
                  <a:lnTo>
                    <a:pt x="2107" y="18211"/>
                  </a:lnTo>
                  <a:lnTo>
                    <a:pt x="0" y="15061"/>
                  </a:lnTo>
                  <a:lnTo>
                    <a:pt x="1470" y="11868"/>
                  </a:lnTo>
                  <a:lnTo>
                    <a:pt x="10482" y="5438"/>
                  </a:lnTo>
                  <a:lnTo>
                    <a:pt x="2086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h1303"/>
            <p:cNvSpPr/>
            <p:nvPr/>
          </p:nvSpPr>
          <p:spPr>
            <a:xfrm>
              <a:off x="2849661" y="3470269"/>
              <a:ext cx="10152" cy="12327"/>
            </a:xfrm>
            <a:custGeom>
              <a:avLst/>
              <a:pathLst>
                <a:path w="10152" h="12327">
                  <a:moveTo>
                    <a:pt x="9581" y="3942"/>
                  </a:moveTo>
                  <a:lnTo>
                    <a:pt x="10152" y="5345"/>
                  </a:lnTo>
                  <a:lnTo>
                    <a:pt x="5110" y="11827"/>
                  </a:lnTo>
                  <a:lnTo>
                    <a:pt x="1588" y="12327"/>
                  </a:lnTo>
                  <a:lnTo>
                    <a:pt x="0" y="8519"/>
                  </a:lnTo>
                  <a:lnTo>
                    <a:pt x="1317" y="1355"/>
                  </a:lnTo>
                  <a:lnTo>
                    <a:pt x="462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h1304"/>
            <p:cNvSpPr/>
            <p:nvPr/>
          </p:nvSpPr>
          <p:spPr>
            <a:xfrm>
              <a:off x="2876529" y="3394298"/>
              <a:ext cx="35291" cy="30402"/>
            </a:xfrm>
            <a:custGeom>
              <a:avLst/>
              <a:pathLst>
                <a:path w="35291" h="30402">
                  <a:moveTo>
                    <a:pt x="10645" y="520"/>
                  </a:moveTo>
                  <a:lnTo>
                    <a:pt x="12621" y="4073"/>
                  </a:lnTo>
                  <a:lnTo>
                    <a:pt x="12661" y="7010"/>
                  </a:lnTo>
                  <a:lnTo>
                    <a:pt x="14481" y="9873"/>
                  </a:lnTo>
                  <a:lnTo>
                    <a:pt x="16805" y="9249"/>
                  </a:lnTo>
                  <a:lnTo>
                    <a:pt x="17866" y="6709"/>
                  </a:lnTo>
                  <a:lnTo>
                    <a:pt x="23389" y="7854"/>
                  </a:lnTo>
                  <a:lnTo>
                    <a:pt x="21588" y="9089"/>
                  </a:lnTo>
                  <a:lnTo>
                    <a:pt x="17527" y="9131"/>
                  </a:lnTo>
                  <a:lnTo>
                    <a:pt x="16427" y="10550"/>
                  </a:lnTo>
                  <a:lnTo>
                    <a:pt x="17089" y="11074"/>
                  </a:lnTo>
                  <a:lnTo>
                    <a:pt x="24289" y="10185"/>
                  </a:lnTo>
                  <a:lnTo>
                    <a:pt x="29990" y="11200"/>
                  </a:lnTo>
                  <a:lnTo>
                    <a:pt x="33123" y="11594"/>
                  </a:lnTo>
                  <a:lnTo>
                    <a:pt x="35291" y="15795"/>
                  </a:lnTo>
                  <a:lnTo>
                    <a:pt x="34863" y="17500"/>
                  </a:lnTo>
                  <a:lnTo>
                    <a:pt x="33771" y="18123"/>
                  </a:lnTo>
                  <a:lnTo>
                    <a:pt x="24686" y="18716"/>
                  </a:lnTo>
                  <a:lnTo>
                    <a:pt x="19922" y="20069"/>
                  </a:lnTo>
                  <a:lnTo>
                    <a:pt x="16815" y="22769"/>
                  </a:lnTo>
                  <a:lnTo>
                    <a:pt x="12196" y="30402"/>
                  </a:lnTo>
                  <a:lnTo>
                    <a:pt x="9408" y="28759"/>
                  </a:lnTo>
                  <a:lnTo>
                    <a:pt x="9137" y="24943"/>
                  </a:lnTo>
                  <a:lnTo>
                    <a:pt x="5443" y="21080"/>
                  </a:lnTo>
                  <a:lnTo>
                    <a:pt x="0" y="5331"/>
                  </a:lnTo>
                  <a:lnTo>
                    <a:pt x="673" y="2970"/>
                  </a:lnTo>
                  <a:lnTo>
                    <a:pt x="815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h1305"/>
            <p:cNvSpPr/>
            <p:nvPr/>
          </p:nvSpPr>
          <p:spPr>
            <a:xfrm>
              <a:off x="3049385" y="3351694"/>
              <a:ext cx="3544" cy="5201"/>
            </a:xfrm>
            <a:custGeom>
              <a:avLst/>
              <a:pathLst>
                <a:path w="3544" h="5201">
                  <a:moveTo>
                    <a:pt x="2135" y="554"/>
                  </a:moveTo>
                  <a:lnTo>
                    <a:pt x="3544" y="5201"/>
                  </a:lnTo>
                  <a:lnTo>
                    <a:pt x="1581" y="4815"/>
                  </a:lnTo>
                  <a:lnTo>
                    <a:pt x="0" y="1332"/>
                  </a:lnTo>
                  <a:lnTo>
                    <a:pt x="155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h1306"/>
            <p:cNvSpPr/>
            <p:nvPr/>
          </p:nvSpPr>
          <p:spPr>
            <a:xfrm>
              <a:off x="2861333" y="3363460"/>
              <a:ext cx="9855" cy="9294"/>
            </a:xfrm>
            <a:custGeom>
              <a:avLst/>
              <a:pathLst>
                <a:path w="9855" h="9294">
                  <a:moveTo>
                    <a:pt x="5588" y="375"/>
                  </a:moveTo>
                  <a:lnTo>
                    <a:pt x="9855" y="9011"/>
                  </a:lnTo>
                  <a:lnTo>
                    <a:pt x="3018" y="9294"/>
                  </a:lnTo>
                  <a:lnTo>
                    <a:pt x="3660" y="8931"/>
                  </a:lnTo>
                  <a:lnTo>
                    <a:pt x="3335" y="8110"/>
                  </a:lnTo>
                  <a:lnTo>
                    <a:pt x="1396" y="6756"/>
                  </a:lnTo>
                  <a:lnTo>
                    <a:pt x="0" y="3580"/>
                  </a:lnTo>
                  <a:lnTo>
                    <a:pt x="368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h1307"/>
            <p:cNvSpPr/>
            <p:nvPr/>
          </p:nvSpPr>
          <p:spPr>
            <a:xfrm>
              <a:off x="2954214" y="3377707"/>
              <a:ext cx="13006" cy="10728"/>
            </a:xfrm>
            <a:custGeom>
              <a:avLst/>
              <a:pathLst>
                <a:path w="13006" h="10728">
                  <a:moveTo>
                    <a:pt x="3352" y="0"/>
                  </a:moveTo>
                  <a:lnTo>
                    <a:pt x="9870" y="299"/>
                  </a:lnTo>
                  <a:lnTo>
                    <a:pt x="11155" y="1176"/>
                  </a:lnTo>
                  <a:lnTo>
                    <a:pt x="11905" y="5833"/>
                  </a:lnTo>
                  <a:lnTo>
                    <a:pt x="13006" y="7433"/>
                  </a:lnTo>
                  <a:lnTo>
                    <a:pt x="12786" y="10728"/>
                  </a:lnTo>
                  <a:lnTo>
                    <a:pt x="10984" y="9989"/>
                  </a:lnTo>
                  <a:lnTo>
                    <a:pt x="233" y="6737"/>
                  </a:lnTo>
                  <a:lnTo>
                    <a:pt x="0" y="2688"/>
                  </a:lnTo>
                  <a:lnTo>
                    <a:pt x="1052" y="89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h1308"/>
            <p:cNvSpPr/>
            <p:nvPr/>
          </p:nvSpPr>
          <p:spPr>
            <a:xfrm>
              <a:off x="2876566" y="3320718"/>
              <a:ext cx="12516" cy="13520"/>
            </a:xfrm>
            <a:custGeom>
              <a:avLst/>
              <a:pathLst>
                <a:path w="12516" h="13520">
                  <a:moveTo>
                    <a:pt x="11482" y="4420"/>
                  </a:moveTo>
                  <a:lnTo>
                    <a:pt x="12516" y="8290"/>
                  </a:lnTo>
                  <a:lnTo>
                    <a:pt x="9721" y="13407"/>
                  </a:lnTo>
                  <a:lnTo>
                    <a:pt x="8068" y="13520"/>
                  </a:lnTo>
                  <a:lnTo>
                    <a:pt x="6583" y="11775"/>
                  </a:lnTo>
                  <a:lnTo>
                    <a:pt x="3644" y="8425"/>
                  </a:lnTo>
                  <a:lnTo>
                    <a:pt x="1667" y="7928"/>
                  </a:lnTo>
                  <a:lnTo>
                    <a:pt x="0" y="2590"/>
                  </a:lnTo>
                  <a:lnTo>
                    <a:pt x="448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h1309"/>
            <p:cNvSpPr/>
            <p:nvPr/>
          </p:nvSpPr>
          <p:spPr>
            <a:xfrm>
              <a:off x="2954170" y="3241716"/>
              <a:ext cx="22328" cy="21385"/>
            </a:xfrm>
            <a:custGeom>
              <a:avLst/>
              <a:pathLst>
                <a:path w="22328" h="21385">
                  <a:moveTo>
                    <a:pt x="21594" y="4430"/>
                  </a:moveTo>
                  <a:lnTo>
                    <a:pt x="22328" y="8097"/>
                  </a:lnTo>
                  <a:lnTo>
                    <a:pt x="19549" y="10243"/>
                  </a:lnTo>
                  <a:lnTo>
                    <a:pt x="14969" y="11211"/>
                  </a:lnTo>
                  <a:lnTo>
                    <a:pt x="9307" y="16118"/>
                  </a:lnTo>
                  <a:lnTo>
                    <a:pt x="10057" y="18151"/>
                  </a:lnTo>
                  <a:lnTo>
                    <a:pt x="13163" y="21385"/>
                  </a:lnTo>
                  <a:lnTo>
                    <a:pt x="7206" y="21246"/>
                  </a:lnTo>
                  <a:lnTo>
                    <a:pt x="866" y="9534"/>
                  </a:lnTo>
                  <a:lnTo>
                    <a:pt x="0" y="5191"/>
                  </a:lnTo>
                  <a:lnTo>
                    <a:pt x="2696" y="1135"/>
                  </a:lnTo>
                  <a:lnTo>
                    <a:pt x="12361" y="3150"/>
                  </a:lnTo>
                  <a:lnTo>
                    <a:pt x="1436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h1310"/>
            <p:cNvSpPr/>
            <p:nvPr/>
          </p:nvSpPr>
          <p:spPr>
            <a:xfrm>
              <a:off x="2977662" y="3451512"/>
              <a:ext cx="54833" cy="35103"/>
            </a:xfrm>
            <a:custGeom>
              <a:avLst/>
              <a:pathLst>
                <a:path w="54833" h="35103">
                  <a:moveTo>
                    <a:pt x="29160" y="3769"/>
                  </a:moveTo>
                  <a:lnTo>
                    <a:pt x="31774" y="3693"/>
                  </a:lnTo>
                  <a:lnTo>
                    <a:pt x="38526" y="1366"/>
                  </a:lnTo>
                  <a:lnTo>
                    <a:pt x="41468" y="6509"/>
                  </a:lnTo>
                  <a:lnTo>
                    <a:pt x="41152" y="10122"/>
                  </a:lnTo>
                  <a:lnTo>
                    <a:pt x="39143" y="14675"/>
                  </a:lnTo>
                  <a:lnTo>
                    <a:pt x="39003" y="16665"/>
                  </a:lnTo>
                  <a:lnTo>
                    <a:pt x="40923" y="18049"/>
                  </a:lnTo>
                  <a:lnTo>
                    <a:pt x="41620" y="21711"/>
                  </a:lnTo>
                  <a:lnTo>
                    <a:pt x="43860" y="17392"/>
                  </a:lnTo>
                  <a:lnTo>
                    <a:pt x="52440" y="18330"/>
                  </a:lnTo>
                  <a:lnTo>
                    <a:pt x="54833" y="21801"/>
                  </a:lnTo>
                  <a:lnTo>
                    <a:pt x="52809" y="22793"/>
                  </a:lnTo>
                  <a:lnTo>
                    <a:pt x="49033" y="17972"/>
                  </a:lnTo>
                  <a:lnTo>
                    <a:pt x="47120" y="18687"/>
                  </a:lnTo>
                  <a:lnTo>
                    <a:pt x="46062" y="21510"/>
                  </a:lnTo>
                  <a:lnTo>
                    <a:pt x="44828" y="25085"/>
                  </a:lnTo>
                  <a:lnTo>
                    <a:pt x="45869" y="28470"/>
                  </a:lnTo>
                  <a:lnTo>
                    <a:pt x="48569" y="31142"/>
                  </a:lnTo>
                  <a:lnTo>
                    <a:pt x="42637" y="31306"/>
                  </a:lnTo>
                  <a:lnTo>
                    <a:pt x="40281" y="26411"/>
                  </a:lnTo>
                  <a:lnTo>
                    <a:pt x="34667" y="27807"/>
                  </a:lnTo>
                  <a:lnTo>
                    <a:pt x="32638" y="28971"/>
                  </a:lnTo>
                  <a:lnTo>
                    <a:pt x="32945" y="29883"/>
                  </a:lnTo>
                  <a:lnTo>
                    <a:pt x="29701" y="32470"/>
                  </a:lnTo>
                  <a:lnTo>
                    <a:pt x="27093" y="35103"/>
                  </a:lnTo>
                  <a:lnTo>
                    <a:pt x="22191" y="31914"/>
                  </a:lnTo>
                  <a:lnTo>
                    <a:pt x="19919" y="33461"/>
                  </a:lnTo>
                  <a:lnTo>
                    <a:pt x="13862" y="34331"/>
                  </a:lnTo>
                  <a:lnTo>
                    <a:pt x="9278" y="32991"/>
                  </a:lnTo>
                  <a:lnTo>
                    <a:pt x="4386" y="28134"/>
                  </a:lnTo>
                  <a:lnTo>
                    <a:pt x="0" y="27690"/>
                  </a:lnTo>
                  <a:lnTo>
                    <a:pt x="676" y="24072"/>
                  </a:lnTo>
                  <a:lnTo>
                    <a:pt x="1781" y="22446"/>
                  </a:lnTo>
                  <a:lnTo>
                    <a:pt x="5362" y="20978"/>
                  </a:lnTo>
                  <a:lnTo>
                    <a:pt x="6636" y="20777"/>
                  </a:lnTo>
                  <a:lnTo>
                    <a:pt x="9062" y="21877"/>
                  </a:lnTo>
                  <a:lnTo>
                    <a:pt x="10204" y="23956"/>
                  </a:lnTo>
                  <a:lnTo>
                    <a:pt x="13168" y="21344"/>
                  </a:lnTo>
                  <a:lnTo>
                    <a:pt x="16306" y="27085"/>
                  </a:lnTo>
                  <a:lnTo>
                    <a:pt x="16877" y="25264"/>
                  </a:lnTo>
                  <a:lnTo>
                    <a:pt x="19752" y="26003"/>
                  </a:lnTo>
                  <a:lnTo>
                    <a:pt x="19026" y="27444"/>
                  </a:lnTo>
                  <a:lnTo>
                    <a:pt x="24462" y="26760"/>
                  </a:lnTo>
                  <a:lnTo>
                    <a:pt x="25059" y="27792"/>
                  </a:lnTo>
                  <a:lnTo>
                    <a:pt x="24206" y="28209"/>
                  </a:lnTo>
                  <a:lnTo>
                    <a:pt x="25408" y="30578"/>
                  </a:lnTo>
                  <a:lnTo>
                    <a:pt x="28587" y="29797"/>
                  </a:lnTo>
                  <a:lnTo>
                    <a:pt x="29362" y="27580"/>
                  </a:lnTo>
                  <a:lnTo>
                    <a:pt x="31395" y="26282"/>
                  </a:lnTo>
                  <a:lnTo>
                    <a:pt x="30378" y="21475"/>
                  </a:lnTo>
                  <a:lnTo>
                    <a:pt x="29088" y="21491"/>
                  </a:lnTo>
                  <a:lnTo>
                    <a:pt x="31760" y="18698"/>
                  </a:lnTo>
                  <a:lnTo>
                    <a:pt x="32732" y="16284"/>
                  </a:lnTo>
                  <a:lnTo>
                    <a:pt x="29552" y="9665"/>
                  </a:lnTo>
                  <a:lnTo>
                    <a:pt x="26986" y="16046"/>
                  </a:lnTo>
                  <a:lnTo>
                    <a:pt x="24633" y="17847"/>
                  </a:lnTo>
                  <a:lnTo>
                    <a:pt x="23910" y="15141"/>
                  </a:lnTo>
                  <a:lnTo>
                    <a:pt x="21261" y="12261"/>
                  </a:lnTo>
                  <a:lnTo>
                    <a:pt x="19894" y="9894"/>
                  </a:lnTo>
                  <a:lnTo>
                    <a:pt x="20546" y="7242"/>
                  </a:lnTo>
                  <a:lnTo>
                    <a:pt x="22947" y="9479"/>
                  </a:lnTo>
                  <a:lnTo>
                    <a:pt x="24165" y="7625"/>
                  </a:lnTo>
                  <a:lnTo>
                    <a:pt x="24442" y="4961"/>
                  </a:lnTo>
                  <a:lnTo>
                    <a:pt x="22106" y="4046"/>
                  </a:lnTo>
                  <a:lnTo>
                    <a:pt x="20111" y="6066"/>
                  </a:lnTo>
                  <a:lnTo>
                    <a:pt x="19575" y="10080"/>
                  </a:lnTo>
                  <a:lnTo>
                    <a:pt x="17601" y="9342"/>
                  </a:lnTo>
                  <a:lnTo>
                    <a:pt x="18971" y="7237"/>
                  </a:lnTo>
                  <a:lnTo>
                    <a:pt x="18345" y="4934"/>
                  </a:lnTo>
                  <a:lnTo>
                    <a:pt x="16097" y="3351"/>
                  </a:lnTo>
                  <a:lnTo>
                    <a:pt x="15791" y="2342"/>
                  </a:lnTo>
                  <a:lnTo>
                    <a:pt x="2001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h1311"/>
            <p:cNvSpPr/>
            <p:nvPr/>
          </p:nvSpPr>
          <p:spPr>
            <a:xfrm>
              <a:off x="2936816" y="3262963"/>
              <a:ext cx="36026" cy="56768"/>
            </a:xfrm>
            <a:custGeom>
              <a:avLst/>
              <a:pathLst>
                <a:path w="36026" h="56768">
                  <a:moveTo>
                    <a:pt x="30516" y="138"/>
                  </a:moveTo>
                  <a:lnTo>
                    <a:pt x="33669" y="754"/>
                  </a:lnTo>
                  <a:lnTo>
                    <a:pt x="31073" y="3673"/>
                  </a:lnTo>
                  <a:lnTo>
                    <a:pt x="25822" y="3977"/>
                  </a:lnTo>
                  <a:lnTo>
                    <a:pt x="23202" y="8803"/>
                  </a:lnTo>
                  <a:lnTo>
                    <a:pt x="23827" y="13729"/>
                  </a:lnTo>
                  <a:lnTo>
                    <a:pt x="25077" y="15699"/>
                  </a:lnTo>
                  <a:lnTo>
                    <a:pt x="24410" y="17303"/>
                  </a:lnTo>
                  <a:lnTo>
                    <a:pt x="26057" y="19858"/>
                  </a:lnTo>
                  <a:lnTo>
                    <a:pt x="29479" y="22696"/>
                  </a:lnTo>
                  <a:lnTo>
                    <a:pt x="32173" y="23856"/>
                  </a:lnTo>
                  <a:lnTo>
                    <a:pt x="33767" y="23679"/>
                  </a:lnTo>
                  <a:lnTo>
                    <a:pt x="32568" y="26995"/>
                  </a:lnTo>
                  <a:lnTo>
                    <a:pt x="33424" y="31097"/>
                  </a:lnTo>
                  <a:lnTo>
                    <a:pt x="36026" y="34136"/>
                  </a:lnTo>
                  <a:lnTo>
                    <a:pt x="34477" y="36157"/>
                  </a:lnTo>
                  <a:lnTo>
                    <a:pt x="33023" y="41043"/>
                  </a:lnTo>
                  <a:lnTo>
                    <a:pt x="33523" y="45400"/>
                  </a:lnTo>
                  <a:lnTo>
                    <a:pt x="24873" y="44069"/>
                  </a:lnTo>
                  <a:lnTo>
                    <a:pt x="25494" y="43682"/>
                  </a:lnTo>
                  <a:lnTo>
                    <a:pt x="24610" y="42114"/>
                  </a:lnTo>
                  <a:lnTo>
                    <a:pt x="23039" y="42584"/>
                  </a:lnTo>
                  <a:lnTo>
                    <a:pt x="18045" y="45982"/>
                  </a:lnTo>
                  <a:lnTo>
                    <a:pt x="17159" y="48859"/>
                  </a:lnTo>
                  <a:lnTo>
                    <a:pt x="19861" y="50215"/>
                  </a:lnTo>
                  <a:lnTo>
                    <a:pt x="19162" y="51554"/>
                  </a:lnTo>
                  <a:lnTo>
                    <a:pt x="19077" y="56768"/>
                  </a:lnTo>
                  <a:lnTo>
                    <a:pt x="15722" y="55739"/>
                  </a:lnTo>
                  <a:lnTo>
                    <a:pt x="13143" y="53228"/>
                  </a:lnTo>
                  <a:lnTo>
                    <a:pt x="12894" y="46375"/>
                  </a:lnTo>
                  <a:lnTo>
                    <a:pt x="12481" y="38863"/>
                  </a:lnTo>
                  <a:lnTo>
                    <a:pt x="16234" y="38048"/>
                  </a:lnTo>
                  <a:lnTo>
                    <a:pt x="19897" y="28955"/>
                  </a:lnTo>
                  <a:lnTo>
                    <a:pt x="21416" y="28300"/>
                  </a:lnTo>
                  <a:lnTo>
                    <a:pt x="22366" y="26650"/>
                  </a:lnTo>
                  <a:lnTo>
                    <a:pt x="24465" y="26428"/>
                  </a:lnTo>
                  <a:lnTo>
                    <a:pt x="22508" y="21346"/>
                  </a:lnTo>
                  <a:lnTo>
                    <a:pt x="16723" y="14902"/>
                  </a:lnTo>
                  <a:lnTo>
                    <a:pt x="13647" y="17988"/>
                  </a:lnTo>
                  <a:lnTo>
                    <a:pt x="13686" y="19084"/>
                  </a:lnTo>
                  <a:lnTo>
                    <a:pt x="10142" y="19620"/>
                  </a:lnTo>
                  <a:lnTo>
                    <a:pt x="3796" y="19456"/>
                  </a:lnTo>
                  <a:lnTo>
                    <a:pt x="2803" y="21441"/>
                  </a:lnTo>
                  <a:lnTo>
                    <a:pt x="0" y="18797"/>
                  </a:lnTo>
                  <a:lnTo>
                    <a:pt x="6974" y="12030"/>
                  </a:lnTo>
                  <a:lnTo>
                    <a:pt x="10811" y="9985"/>
                  </a:lnTo>
                  <a:lnTo>
                    <a:pt x="15366" y="9081"/>
                  </a:lnTo>
                  <a:lnTo>
                    <a:pt x="12824" y="5781"/>
                  </a:lnTo>
                  <a:lnTo>
                    <a:pt x="16321" y="1654"/>
                  </a:lnTo>
                  <a:lnTo>
                    <a:pt x="2456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h1312"/>
            <p:cNvSpPr/>
            <p:nvPr/>
          </p:nvSpPr>
          <p:spPr>
            <a:xfrm>
              <a:off x="2997496" y="3328573"/>
              <a:ext cx="12752" cy="7705"/>
            </a:xfrm>
            <a:custGeom>
              <a:avLst/>
              <a:pathLst>
                <a:path w="12752" h="7705">
                  <a:moveTo>
                    <a:pt x="7280" y="1618"/>
                  </a:moveTo>
                  <a:lnTo>
                    <a:pt x="12307" y="1500"/>
                  </a:lnTo>
                  <a:lnTo>
                    <a:pt x="12752" y="1843"/>
                  </a:lnTo>
                  <a:lnTo>
                    <a:pt x="12031" y="4213"/>
                  </a:lnTo>
                  <a:lnTo>
                    <a:pt x="10727" y="6552"/>
                  </a:lnTo>
                  <a:lnTo>
                    <a:pt x="7805" y="7705"/>
                  </a:lnTo>
                  <a:lnTo>
                    <a:pt x="4256" y="7189"/>
                  </a:lnTo>
                  <a:lnTo>
                    <a:pt x="1168" y="5440"/>
                  </a:lnTo>
                  <a:lnTo>
                    <a:pt x="0" y="3376"/>
                  </a:lnTo>
                  <a:lnTo>
                    <a:pt x="301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h1313"/>
            <p:cNvSpPr/>
            <p:nvPr/>
          </p:nvSpPr>
          <p:spPr>
            <a:xfrm>
              <a:off x="2906159" y="3467456"/>
              <a:ext cx="36671" cy="56864"/>
            </a:xfrm>
            <a:custGeom>
              <a:avLst/>
              <a:pathLst>
                <a:path w="36671" h="56864">
                  <a:moveTo>
                    <a:pt x="20980" y="2332"/>
                  </a:moveTo>
                  <a:lnTo>
                    <a:pt x="24980" y="2502"/>
                  </a:lnTo>
                  <a:lnTo>
                    <a:pt x="30170" y="5279"/>
                  </a:lnTo>
                  <a:lnTo>
                    <a:pt x="36208" y="5074"/>
                  </a:lnTo>
                  <a:lnTo>
                    <a:pt x="36671" y="14557"/>
                  </a:lnTo>
                  <a:lnTo>
                    <a:pt x="31474" y="19652"/>
                  </a:lnTo>
                  <a:lnTo>
                    <a:pt x="27397" y="19109"/>
                  </a:lnTo>
                  <a:lnTo>
                    <a:pt x="27417" y="20112"/>
                  </a:lnTo>
                  <a:lnTo>
                    <a:pt x="19895" y="21541"/>
                  </a:lnTo>
                  <a:lnTo>
                    <a:pt x="20951" y="26518"/>
                  </a:lnTo>
                  <a:lnTo>
                    <a:pt x="23302" y="28552"/>
                  </a:lnTo>
                  <a:lnTo>
                    <a:pt x="22254" y="32535"/>
                  </a:lnTo>
                  <a:lnTo>
                    <a:pt x="22305" y="35718"/>
                  </a:lnTo>
                  <a:lnTo>
                    <a:pt x="26940" y="44869"/>
                  </a:lnTo>
                  <a:lnTo>
                    <a:pt x="22426" y="49308"/>
                  </a:lnTo>
                  <a:lnTo>
                    <a:pt x="22551" y="48489"/>
                  </a:lnTo>
                  <a:lnTo>
                    <a:pt x="21621" y="48136"/>
                  </a:lnTo>
                  <a:lnTo>
                    <a:pt x="19118" y="48773"/>
                  </a:lnTo>
                  <a:lnTo>
                    <a:pt x="11960" y="54553"/>
                  </a:lnTo>
                  <a:lnTo>
                    <a:pt x="7816" y="56864"/>
                  </a:lnTo>
                  <a:lnTo>
                    <a:pt x="4142" y="51628"/>
                  </a:lnTo>
                  <a:lnTo>
                    <a:pt x="2863" y="45818"/>
                  </a:lnTo>
                  <a:lnTo>
                    <a:pt x="4035" y="36070"/>
                  </a:lnTo>
                  <a:lnTo>
                    <a:pt x="5608" y="33054"/>
                  </a:lnTo>
                  <a:lnTo>
                    <a:pt x="6472" y="30716"/>
                  </a:lnTo>
                  <a:lnTo>
                    <a:pt x="4505" y="27541"/>
                  </a:lnTo>
                  <a:lnTo>
                    <a:pt x="0" y="24793"/>
                  </a:lnTo>
                  <a:lnTo>
                    <a:pt x="2807" y="22413"/>
                  </a:lnTo>
                  <a:lnTo>
                    <a:pt x="4210" y="22167"/>
                  </a:lnTo>
                  <a:lnTo>
                    <a:pt x="7518" y="25013"/>
                  </a:lnTo>
                  <a:lnTo>
                    <a:pt x="13294" y="19201"/>
                  </a:lnTo>
                  <a:lnTo>
                    <a:pt x="13620" y="16756"/>
                  </a:lnTo>
                  <a:lnTo>
                    <a:pt x="21980" y="14235"/>
                  </a:lnTo>
                  <a:lnTo>
                    <a:pt x="24020" y="10590"/>
                  </a:lnTo>
                  <a:lnTo>
                    <a:pt x="23787" y="9152"/>
                  </a:lnTo>
                  <a:lnTo>
                    <a:pt x="21044" y="10221"/>
                  </a:lnTo>
                  <a:lnTo>
                    <a:pt x="16999" y="9925"/>
                  </a:lnTo>
                  <a:lnTo>
                    <a:pt x="14443" y="8201"/>
                  </a:lnTo>
                  <a:lnTo>
                    <a:pt x="14893" y="957"/>
                  </a:lnTo>
                  <a:lnTo>
                    <a:pt x="1534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h1314"/>
            <p:cNvSpPr/>
            <p:nvPr/>
          </p:nvSpPr>
          <p:spPr>
            <a:xfrm>
              <a:off x="2933345" y="3343870"/>
              <a:ext cx="13319" cy="16736"/>
            </a:xfrm>
            <a:custGeom>
              <a:avLst/>
              <a:pathLst>
                <a:path w="13319" h="16736">
                  <a:moveTo>
                    <a:pt x="9497" y="1763"/>
                  </a:moveTo>
                  <a:lnTo>
                    <a:pt x="13319" y="6055"/>
                  </a:lnTo>
                  <a:lnTo>
                    <a:pt x="6923" y="9864"/>
                  </a:lnTo>
                  <a:lnTo>
                    <a:pt x="5368" y="13088"/>
                  </a:lnTo>
                  <a:lnTo>
                    <a:pt x="1844" y="16736"/>
                  </a:lnTo>
                  <a:lnTo>
                    <a:pt x="0" y="9877"/>
                  </a:lnTo>
                  <a:lnTo>
                    <a:pt x="441" y="3663"/>
                  </a:lnTo>
                  <a:lnTo>
                    <a:pt x="405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h1315"/>
            <p:cNvSpPr/>
            <p:nvPr/>
          </p:nvSpPr>
          <p:spPr>
            <a:xfrm>
              <a:off x="2934708" y="3407015"/>
              <a:ext cx="21879" cy="34578"/>
            </a:xfrm>
            <a:custGeom>
              <a:avLst/>
              <a:pathLst>
                <a:path w="21879" h="34578">
                  <a:moveTo>
                    <a:pt x="17810" y="1367"/>
                  </a:moveTo>
                  <a:lnTo>
                    <a:pt x="21879" y="10185"/>
                  </a:lnTo>
                  <a:lnTo>
                    <a:pt x="18009" y="9820"/>
                  </a:lnTo>
                  <a:lnTo>
                    <a:pt x="12536" y="14661"/>
                  </a:lnTo>
                  <a:lnTo>
                    <a:pt x="11804" y="16226"/>
                  </a:lnTo>
                  <a:lnTo>
                    <a:pt x="13019" y="18655"/>
                  </a:lnTo>
                  <a:lnTo>
                    <a:pt x="14144" y="19093"/>
                  </a:lnTo>
                  <a:lnTo>
                    <a:pt x="15549" y="18154"/>
                  </a:lnTo>
                  <a:lnTo>
                    <a:pt x="13952" y="24163"/>
                  </a:lnTo>
                  <a:lnTo>
                    <a:pt x="13947" y="28894"/>
                  </a:lnTo>
                  <a:lnTo>
                    <a:pt x="14578" y="29894"/>
                  </a:lnTo>
                  <a:lnTo>
                    <a:pt x="13397" y="34578"/>
                  </a:lnTo>
                  <a:lnTo>
                    <a:pt x="12191" y="28897"/>
                  </a:lnTo>
                  <a:lnTo>
                    <a:pt x="9984" y="26346"/>
                  </a:lnTo>
                  <a:lnTo>
                    <a:pt x="4397" y="24524"/>
                  </a:lnTo>
                  <a:lnTo>
                    <a:pt x="649" y="24234"/>
                  </a:lnTo>
                  <a:lnTo>
                    <a:pt x="1135" y="18690"/>
                  </a:lnTo>
                  <a:lnTo>
                    <a:pt x="3175" y="11692"/>
                  </a:lnTo>
                  <a:lnTo>
                    <a:pt x="296" y="8905"/>
                  </a:lnTo>
                  <a:lnTo>
                    <a:pt x="0" y="7133"/>
                  </a:lnTo>
                  <a:lnTo>
                    <a:pt x="1987" y="3690"/>
                  </a:lnTo>
                  <a:lnTo>
                    <a:pt x="2286" y="71"/>
                  </a:lnTo>
                  <a:lnTo>
                    <a:pt x="3335" y="0"/>
                  </a:lnTo>
                  <a:lnTo>
                    <a:pt x="3505" y="1823"/>
                  </a:lnTo>
                  <a:lnTo>
                    <a:pt x="7314" y="2199"/>
                  </a:lnTo>
                  <a:lnTo>
                    <a:pt x="10236" y="382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h1316"/>
            <p:cNvSpPr/>
            <p:nvPr/>
          </p:nvSpPr>
          <p:spPr>
            <a:xfrm>
              <a:off x="2979004" y="3414045"/>
              <a:ext cx="5737" cy="5965"/>
            </a:xfrm>
            <a:custGeom>
              <a:avLst/>
              <a:pathLst>
                <a:path w="5737" h="5965">
                  <a:moveTo>
                    <a:pt x="5737" y="5186"/>
                  </a:moveTo>
                  <a:lnTo>
                    <a:pt x="5029" y="5965"/>
                  </a:lnTo>
                  <a:lnTo>
                    <a:pt x="2824" y="4928"/>
                  </a:lnTo>
                  <a:lnTo>
                    <a:pt x="3866" y="4341"/>
                  </a:lnTo>
                  <a:lnTo>
                    <a:pt x="3346" y="3760"/>
                  </a:lnTo>
                  <a:lnTo>
                    <a:pt x="0" y="2470"/>
                  </a:lnTo>
                  <a:lnTo>
                    <a:pt x="56" y="0"/>
                  </a:lnTo>
                  <a:lnTo>
                    <a:pt x="2127" y="25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h1317"/>
            <p:cNvSpPr/>
            <p:nvPr/>
          </p:nvSpPr>
          <p:spPr>
            <a:xfrm>
              <a:off x="2977452" y="3396293"/>
              <a:ext cx="11999" cy="11621"/>
            </a:xfrm>
            <a:custGeom>
              <a:avLst/>
              <a:pathLst>
                <a:path w="11999" h="11621">
                  <a:moveTo>
                    <a:pt x="7521" y="2656"/>
                  </a:moveTo>
                  <a:lnTo>
                    <a:pt x="8845" y="4477"/>
                  </a:lnTo>
                  <a:lnTo>
                    <a:pt x="11017" y="5451"/>
                  </a:lnTo>
                  <a:lnTo>
                    <a:pt x="11956" y="5014"/>
                  </a:lnTo>
                  <a:lnTo>
                    <a:pt x="11482" y="7661"/>
                  </a:lnTo>
                  <a:lnTo>
                    <a:pt x="11999" y="11621"/>
                  </a:lnTo>
                  <a:lnTo>
                    <a:pt x="6950" y="10292"/>
                  </a:lnTo>
                  <a:lnTo>
                    <a:pt x="4440" y="11555"/>
                  </a:lnTo>
                  <a:lnTo>
                    <a:pt x="103" y="9567"/>
                  </a:lnTo>
                  <a:lnTo>
                    <a:pt x="0" y="5255"/>
                  </a:lnTo>
                  <a:lnTo>
                    <a:pt x="4340" y="0"/>
                  </a:lnTo>
                  <a:lnTo>
                    <a:pt x="10276" y="703"/>
                  </a:lnTo>
                  <a:lnTo>
                    <a:pt x="7532" y="149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h1318"/>
            <p:cNvSpPr/>
            <p:nvPr/>
          </p:nvSpPr>
          <p:spPr>
            <a:xfrm>
              <a:off x="2962623" y="3394677"/>
              <a:ext cx="7791" cy="7061"/>
            </a:xfrm>
            <a:custGeom>
              <a:avLst/>
              <a:pathLst>
                <a:path w="7791" h="7061">
                  <a:moveTo>
                    <a:pt x="5805" y="7061"/>
                  </a:moveTo>
                  <a:lnTo>
                    <a:pt x="0" y="3333"/>
                  </a:lnTo>
                  <a:lnTo>
                    <a:pt x="1260" y="589"/>
                  </a:lnTo>
                  <a:lnTo>
                    <a:pt x="7791" y="0"/>
                  </a:lnTo>
                  <a:lnTo>
                    <a:pt x="4898" y="368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h1319"/>
            <p:cNvSpPr/>
            <p:nvPr/>
          </p:nvSpPr>
          <p:spPr>
            <a:xfrm>
              <a:off x="2765629" y="3274294"/>
              <a:ext cx="24556" cy="28394"/>
            </a:xfrm>
            <a:custGeom>
              <a:avLst/>
              <a:pathLst>
                <a:path w="24556" h="28394">
                  <a:moveTo>
                    <a:pt x="20356" y="1411"/>
                  </a:moveTo>
                  <a:lnTo>
                    <a:pt x="18226" y="4154"/>
                  </a:lnTo>
                  <a:lnTo>
                    <a:pt x="21948" y="8018"/>
                  </a:lnTo>
                  <a:lnTo>
                    <a:pt x="24556" y="7685"/>
                  </a:lnTo>
                  <a:lnTo>
                    <a:pt x="23634" y="16248"/>
                  </a:lnTo>
                  <a:lnTo>
                    <a:pt x="22237" y="21149"/>
                  </a:lnTo>
                  <a:lnTo>
                    <a:pt x="11946" y="26207"/>
                  </a:lnTo>
                  <a:lnTo>
                    <a:pt x="3523" y="28394"/>
                  </a:lnTo>
                  <a:lnTo>
                    <a:pt x="1052" y="25120"/>
                  </a:lnTo>
                  <a:lnTo>
                    <a:pt x="1327" y="21127"/>
                  </a:lnTo>
                  <a:lnTo>
                    <a:pt x="0" y="16545"/>
                  </a:lnTo>
                  <a:lnTo>
                    <a:pt x="3125" y="13837"/>
                  </a:lnTo>
                  <a:lnTo>
                    <a:pt x="8761" y="7016"/>
                  </a:lnTo>
                  <a:lnTo>
                    <a:pt x="8682" y="3546"/>
                  </a:lnTo>
                  <a:lnTo>
                    <a:pt x="11989" y="4131"/>
                  </a:lnTo>
                  <a:lnTo>
                    <a:pt x="13922" y="1154"/>
                  </a:lnTo>
                  <a:lnTo>
                    <a:pt x="1808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h1320"/>
            <p:cNvSpPr/>
            <p:nvPr/>
          </p:nvSpPr>
          <p:spPr>
            <a:xfrm>
              <a:off x="3181077" y="3319716"/>
              <a:ext cx="66747" cy="78331"/>
            </a:xfrm>
            <a:custGeom>
              <a:avLst/>
              <a:pathLst>
                <a:path w="66747" h="78331">
                  <a:moveTo>
                    <a:pt x="31296" y="12355"/>
                  </a:moveTo>
                  <a:lnTo>
                    <a:pt x="41579" y="14472"/>
                  </a:lnTo>
                  <a:lnTo>
                    <a:pt x="41875" y="15904"/>
                  </a:lnTo>
                  <a:lnTo>
                    <a:pt x="39766" y="18727"/>
                  </a:lnTo>
                  <a:lnTo>
                    <a:pt x="41049" y="22311"/>
                  </a:lnTo>
                  <a:lnTo>
                    <a:pt x="39631" y="27399"/>
                  </a:lnTo>
                  <a:lnTo>
                    <a:pt x="38202" y="28732"/>
                  </a:lnTo>
                  <a:lnTo>
                    <a:pt x="38295" y="30090"/>
                  </a:lnTo>
                  <a:lnTo>
                    <a:pt x="50870" y="30127"/>
                  </a:lnTo>
                  <a:lnTo>
                    <a:pt x="52394" y="35482"/>
                  </a:lnTo>
                  <a:lnTo>
                    <a:pt x="55577" y="39656"/>
                  </a:lnTo>
                  <a:lnTo>
                    <a:pt x="61054" y="40833"/>
                  </a:lnTo>
                  <a:lnTo>
                    <a:pt x="63824" y="40169"/>
                  </a:lnTo>
                  <a:lnTo>
                    <a:pt x="66747" y="42183"/>
                  </a:lnTo>
                  <a:lnTo>
                    <a:pt x="65945" y="44521"/>
                  </a:lnTo>
                  <a:lnTo>
                    <a:pt x="62085" y="48521"/>
                  </a:lnTo>
                  <a:lnTo>
                    <a:pt x="57708" y="48777"/>
                  </a:lnTo>
                  <a:lnTo>
                    <a:pt x="53400" y="50992"/>
                  </a:lnTo>
                  <a:lnTo>
                    <a:pt x="52236" y="51118"/>
                  </a:lnTo>
                  <a:lnTo>
                    <a:pt x="50425" y="49980"/>
                  </a:lnTo>
                  <a:lnTo>
                    <a:pt x="49825" y="48028"/>
                  </a:lnTo>
                  <a:lnTo>
                    <a:pt x="44507" y="47170"/>
                  </a:lnTo>
                  <a:lnTo>
                    <a:pt x="42137" y="47642"/>
                  </a:lnTo>
                  <a:lnTo>
                    <a:pt x="41946" y="49865"/>
                  </a:lnTo>
                  <a:lnTo>
                    <a:pt x="50935" y="57815"/>
                  </a:lnTo>
                  <a:lnTo>
                    <a:pt x="58496" y="61308"/>
                  </a:lnTo>
                  <a:lnTo>
                    <a:pt x="59141" y="62256"/>
                  </a:lnTo>
                  <a:lnTo>
                    <a:pt x="58583" y="66333"/>
                  </a:lnTo>
                  <a:lnTo>
                    <a:pt x="48996" y="69192"/>
                  </a:lnTo>
                  <a:lnTo>
                    <a:pt x="47121" y="67119"/>
                  </a:lnTo>
                  <a:lnTo>
                    <a:pt x="45646" y="67217"/>
                  </a:lnTo>
                  <a:lnTo>
                    <a:pt x="44197" y="69237"/>
                  </a:lnTo>
                  <a:lnTo>
                    <a:pt x="42681" y="68973"/>
                  </a:lnTo>
                  <a:lnTo>
                    <a:pt x="31482" y="75618"/>
                  </a:lnTo>
                  <a:lnTo>
                    <a:pt x="28880" y="76124"/>
                  </a:lnTo>
                  <a:lnTo>
                    <a:pt x="27581" y="75365"/>
                  </a:lnTo>
                  <a:lnTo>
                    <a:pt x="25158" y="76835"/>
                  </a:lnTo>
                  <a:lnTo>
                    <a:pt x="24490" y="78331"/>
                  </a:lnTo>
                  <a:lnTo>
                    <a:pt x="22706" y="77891"/>
                  </a:lnTo>
                  <a:lnTo>
                    <a:pt x="24552" y="69087"/>
                  </a:lnTo>
                  <a:lnTo>
                    <a:pt x="28868" y="66846"/>
                  </a:lnTo>
                  <a:lnTo>
                    <a:pt x="35932" y="65496"/>
                  </a:lnTo>
                  <a:lnTo>
                    <a:pt x="36679" y="64340"/>
                  </a:lnTo>
                  <a:lnTo>
                    <a:pt x="37540" y="61275"/>
                  </a:lnTo>
                  <a:lnTo>
                    <a:pt x="36888" y="57323"/>
                  </a:lnTo>
                  <a:lnTo>
                    <a:pt x="34817" y="56380"/>
                  </a:lnTo>
                  <a:lnTo>
                    <a:pt x="36521" y="56045"/>
                  </a:lnTo>
                  <a:lnTo>
                    <a:pt x="38074" y="52628"/>
                  </a:lnTo>
                  <a:lnTo>
                    <a:pt x="33508" y="50914"/>
                  </a:lnTo>
                  <a:lnTo>
                    <a:pt x="33749" y="46566"/>
                  </a:lnTo>
                  <a:lnTo>
                    <a:pt x="36421" y="40845"/>
                  </a:lnTo>
                  <a:lnTo>
                    <a:pt x="34743" y="36877"/>
                  </a:lnTo>
                  <a:lnTo>
                    <a:pt x="31768" y="36505"/>
                  </a:lnTo>
                  <a:lnTo>
                    <a:pt x="29772" y="42280"/>
                  </a:lnTo>
                  <a:lnTo>
                    <a:pt x="27180" y="40290"/>
                  </a:lnTo>
                  <a:lnTo>
                    <a:pt x="22710" y="42003"/>
                  </a:lnTo>
                  <a:lnTo>
                    <a:pt x="20157" y="41395"/>
                  </a:lnTo>
                  <a:lnTo>
                    <a:pt x="19988" y="37454"/>
                  </a:lnTo>
                  <a:lnTo>
                    <a:pt x="12382" y="31731"/>
                  </a:lnTo>
                  <a:lnTo>
                    <a:pt x="11329" y="33438"/>
                  </a:lnTo>
                  <a:lnTo>
                    <a:pt x="8529" y="32106"/>
                  </a:lnTo>
                  <a:lnTo>
                    <a:pt x="7758" y="26718"/>
                  </a:lnTo>
                  <a:lnTo>
                    <a:pt x="8406" y="21502"/>
                  </a:lnTo>
                  <a:lnTo>
                    <a:pt x="9396" y="22490"/>
                  </a:lnTo>
                  <a:lnTo>
                    <a:pt x="9905" y="21078"/>
                  </a:lnTo>
                  <a:lnTo>
                    <a:pt x="8363" y="16155"/>
                  </a:lnTo>
                  <a:lnTo>
                    <a:pt x="9887" y="15740"/>
                  </a:lnTo>
                  <a:lnTo>
                    <a:pt x="10420" y="10274"/>
                  </a:lnTo>
                  <a:lnTo>
                    <a:pt x="3466" y="10003"/>
                  </a:lnTo>
                  <a:lnTo>
                    <a:pt x="6442" y="14702"/>
                  </a:lnTo>
                  <a:lnTo>
                    <a:pt x="2071" y="15799"/>
                  </a:lnTo>
                  <a:lnTo>
                    <a:pt x="66" y="13451"/>
                  </a:lnTo>
                  <a:lnTo>
                    <a:pt x="28" y="12422"/>
                  </a:lnTo>
                  <a:lnTo>
                    <a:pt x="0" y="7459"/>
                  </a:lnTo>
                  <a:lnTo>
                    <a:pt x="3818" y="8252"/>
                  </a:lnTo>
                  <a:lnTo>
                    <a:pt x="4033" y="1518"/>
                  </a:lnTo>
                  <a:lnTo>
                    <a:pt x="11597" y="0"/>
                  </a:lnTo>
                  <a:lnTo>
                    <a:pt x="17723" y="7485"/>
                  </a:lnTo>
                  <a:close/>
                  <a:moveTo>
                    <a:pt x="30511" y="29815"/>
                  </a:moveTo>
                  <a:lnTo>
                    <a:pt x="36852" y="28195"/>
                  </a:lnTo>
                  <a:lnTo>
                    <a:pt x="33932" y="24136"/>
                  </a:lnTo>
                  <a:lnTo>
                    <a:pt x="30880" y="23094"/>
                  </a:lnTo>
                  <a:lnTo>
                    <a:pt x="30422" y="22019"/>
                  </a:lnTo>
                  <a:lnTo>
                    <a:pt x="28845" y="22465"/>
                  </a:lnTo>
                  <a:lnTo>
                    <a:pt x="28447" y="2295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h1321"/>
            <p:cNvSpPr/>
            <p:nvPr/>
          </p:nvSpPr>
          <p:spPr>
            <a:xfrm>
              <a:off x="3171554" y="3335961"/>
              <a:ext cx="15717" cy="22026"/>
            </a:xfrm>
            <a:custGeom>
              <a:avLst/>
              <a:pathLst>
                <a:path w="15717" h="22026">
                  <a:moveTo>
                    <a:pt x="15098" y="16396"/>
                  </a:moveTo>
                  <a:lnTo>
                    <a:pt x="14505" y="15715"/>
                  </a:lnTo>
                  <a:lnTo>
                    <a:pt x="11528" y="16591"/>
                  </a:lnTo>
                  <a:lnTo>
                    <a:pt x="6815" y="18917"/>
                  </a:lnTo>
                  <a:lnTo>
                    <a:pt x="6729" y="18279"/>
                  </a:lnTo>
                  <a:lnTo>
                    <a:pt x="2537" y="18677"/>
                  </a:lnTo>
                  <a:lnTo>
                    <a:pt x="2868" y="21834"/>
                  </a:lnTo>
                  <a:lnTo>
                    <a:pt x="798" y="22026"/>
                  </a:lnTo>
                  <a:lnTo>
                    <a:pt x="0" y="14344"/>
                  </a:lnTo>
                  <a:lnTo>
                    <a:pt x="3948" y="14091"/>
                  </a:lnTo>
                  <a:lnTo>
                    <a:pt x="4050" y="15501"/>
                  </a:lnTo>
                  <a:lnTo>
                    <a:pt x="2477" y="15617"/>
                  </a:lnTo>
                  <a:lnTo>
                    <a:pt x="2514" y="16200"/>
                  </a:lnTo>
                  <a:lnTo>
                    <a:pt x="11669" y="15494"/>
                  </a:lnTo>
                  <a:lnTo>
                    <a:pt x="12523" y="14954"/>
                  </a:lnTo>
                  <a:lnTo>
                    <a:pt x="13248" y="8525"/>
                  </a:lnTo>
                  <a:lnTo>
                    <a:pt x="12546" y="7827"/>
                  </a:lnTo>
                  <a:lnTo>
                    <a:pt x="8178" y="10117"/>
                  </a:lnTo>
                  <a:lnTo>
                    <a:pt x="4722" y="10027"/>
                  </a:lnTo>
                  <a:lnTo>
                    <a:pt x="2996" y="9227"/>
                  </a:lnTo>
                  <a:lnTo>
                    <a:pt x="3736" y="431"/>
                  </a:lnTo>
                  <a:lnTo>
                    <a:pt x="5977" y="815"/>
                  </a:lnTo>
                  <a:lnTo>
                    <a:pt x="6180" y="4543"/>
                  </a:lnTo>
                  <a:lnTo>
                    <a:pt x="12885" y="4416"/>
                  </a:lnTo>
                  <a:lnTo>
                    <a:pt x="13487" y="2285"/>
                  </a:lnTo>
                  <a:lnTo>
                    <a:pt x="13002" y="79"/>
                  </a:lnTo>
                  <a:lnTo>
                    <a:pt x="1571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h1322"/>
            <p:cNvSpPr/>
            <p:nvPr/>
          </p:nvSpPr>
          <p:spPr>
            <a:xfrm>
              <a:off x="2886288" y="3328364"/>
              <a:ext cx="13814" cy="13888"/>
            </a:xfrm>
            <a:custGeom>
              <a:avLst/>
              <a:pathLst>
                <a:path w="13814" h="13888">
                  <a:moveTo>
                    <a:pt x="10567" y="3791"/>
                  </a:moveTo>
                  <a:lnTo>
                    <a:pt x="10675" y="7401"/>
                  </a:lnTo>
                  <a:lnTo>
                    <a:pt x="13601" y="12824"/>
                  </a:lnTo>
                  <a:lnTo>
                    <a:pt x="13814" y="13888"/>
                  </a:lnTo>
                  <a:lnTo>
                    <a:pt x="5374" y="10418"/>
                  </a:lnTo>
                  <a:lnTo>
                    <a:pt x="2748" y="10555"/>
                  </a:lnTo>
                  <a:lnTo>
                    <a:pt x="713" y="9127"/>
                  </a:lnTo>
                  <a:lnTo>
                    <a:pt x="0" y="5761"/>
                  </a:lnTo>
                  <a:lnTo>
                    <a:pt x="2794" y="644"/>
                  </a:lnTo>
                  <a:lnTo>
                    <a:pt x="3464" y="1038"/>
                  </a:lnTo>
                  <a:lnTo>
                    <a:pt x="733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h1323"/>
            <p:cNvSpPr/>
            <p:nvPr/>
          </p:nvSpPr>
          <p:spPr>
            <a:xfrm>
              <a:off x="3014525" y="3403739"/>
              <a:ext cx="13343" cy="24424"/>
            </a:xfrm>
            <a:custGeom>
              <a:avLst/>
              <a:pathLst>
                <a:path w="13343" h="24424">
                  <a:moveTo>
                    <a:pt x="13343" y="10875"/>
                  </a:moveTo>
                  <a:lnTo>
                    <a:pt x="11886" y="11757"/>
                  </a:lnTo>
                  <a:lnTo>
                    <a:pt x="10471" y="14001"/>
                  </a:lnTo>
                  <a:lnTo>
                    <a:pt x="10997" y="18567"/>
                  </a:lnTo>
                  <a:lnTo>
                    <a:pt x="12944" y="24424"/>
                  </a:lnTo>
                  <a:lnTo>
                    <a:pt x="11112" y="23689"/>
                  </a:lnTo>
                  <a:lnTo>
                    <a:pt x="9438" y="23479"/>
                  </a:lnTo>
                  <a:lnTo>
                    <a:pt x="7156" y="20125"/>
                  </a:lnTo>
                  <a:lnTo>
                    <a:pt x="5607" y="19091"/>
                  </a:lnTo>
                  <a:lnTo>
                    <a:pt x="5776" y="14956"/>
                  </a:lnTo>
                  <a:lnTo>
                    <a:pt x="5315" y="12434"/>
                  </a:lnTo>
                  <a:lnTo>
                    <a:pt x="0" y="4527"/>
                  </a:lnTo>
                  <a:lnTo>
                    <a:pt x="24" y="1027"/>
                  </a:lnTo>
                  <a:lnTo>
                    <a:pt x="289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h1324"/>
            <p:cNvSpPr/>
            <p:nvPr/>
          </p:nvSpPr>
          <p:spPr>
            <a:xfrm>
              <a:off x="2889150" y="3396805"/>
              <a:ext cx="5244" cy="7366"/>
            </a:xfrm>
            <a:custGeom>
              <a:avLst/>
              <a:pathLst>
                <a:path w="5244" h="7366">
                  <a:moveTo>
                    <a:pt x="5244" y="4201"/>
                  </a:moveTo>
                  <a:lnTo>
                    <a:pt x="4183" y="6742"/>
                  </a:lnTo>
                  <a:lnTo>
                    <a:pt x="1860" y="7366"/>
                  </a:lnTo>
                  <a:lnTo>
                    <a:pt x="40" y="4503"/>
                  </a:lnTo>
                  <a:lnTo>
                    <a:pt x="0" y="1566"/>
                  </a:lnTo>
                  <a:lnTo>
                    <a:pt x="405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h1325"/>
            <p:cNvSpPr/>
            <p:nvPr/>
          </p:nvSpPr>
          <p:spPr>
            <a:xfrm>
              <a:off x="2885665" y="3376326"/>
              <a:ext cx="7755" cy="9891"/>
            </a:xfrm>
            <a:custGeom>
              <a:avLst/>
              <a:pathLst>
                <a:path w="7755" h="9891">
                  <a:moveTo>
                    <a:pt x="7755" y="3067"/>
                  </a:moveTo>
                  <a:lnTo>
                    <a:pt x="6728" y="3264"/>
                  </a:lnTo>
                  <a:lnTo>
                    <a:pt x="5107" y="9891"/>
                  </a:lnTo>
                  <a:lnTo>
                    <a:pt x="169" y="3221"/>
                  </a:lnTo>
                  <a:lnTo>
                    <a:pt x="0" y="2894"/>
                  </a:lnTo>
                  <a:lnTo>
                    <a:pt x="574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h1326"/>
            <p:cNvSpPr/>
            <p:nvPr/>
          </p:nvSpPr>
          <p:spPr>
            <a:xfrm>
              <a:off x="3033941" y="3493029"/>
              <a:ext cx="19442" cy="18680"/>
            </a:xfrm>
            <a:custGeom>
              <a:avLst/>
              <a:pathLst>
                <a:path w="19442" h="18680">
                  <a:moveTo>
                    <a:pt x="10844" y="196"/>
                  </a:moveTo>
                  <a:lnTo>
                    <a:pt x="17677" y="5310"/>
                  </a:lnTo>
                  <a:lnTo>
                    <a:pt x="17655" y="10515"/>
                  </a:lnTo>
                  <a:lnTo>
                    <a:pt x="17096" y="11267"/>
                  </a:lnTo>
                  <a:lnTo>
                    <a:pt x="18983" y="13677"/>
                  </a:lnTo>
                  <a:lnTo>
                    <a:pt x="19442" y="16545"/>
                  </a:lnTo>
                  <a:lnTo>
                    <a:pt x="18397" y="17113"/>
                  </a:lnTo>
                  <a:lnTo>
                    <a:pt x="13174" y="18680"/>
                  </a:lnTo>
                  <a:lnTo>
                    <a:pt x="10982" y="18531"/>
                  </a:lnTo>
                  <a:lnTo>
                    <a:pt x="8762" y="16395"/>
                  </a:lnTo>
                  <a:lnTo>
                    <a:pt x="6605" y="10898"/>
                  </a:lnTo>
                  <a:lnTo>
                    <a:pt x="5541" y="9815"/>
                  </a:lnTo>
                  <a:lnTo>
                    <a:pt x="1054" y="9421"/>
                  </a:lnTo>
                  <a:lnTo>
                    <a:pt x="0" y="7581"/>
                  </a:lnTo>
                  <a:lnTo>
                    <a:pt x="2376" y="6965"/>
                  </a:lnTo>
                  <a:lnTo>
                    <a:pt x="3646" y="1534"/>
                  </a:lnTo>
                  <a:lnTo>
                    <a:pt x="686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h1327"/>
            <p:cNvSpPr/>
            <p:nvPr/>
          </p:nvSpPr>
          <p:spPr>
            <a:xfrm>
              <a:off x="2970107" y="3201664"/>
              <a:ext cx="32372" cy="28935"/>
            </a:xfrm>
            <a:custGeom>
              <a:avLst/>
              <a:pathLst>
                <a:path w="32372" h="28935">
                  <a:moveTo>
                    <a:pt x="15148" y="0"/>
                  </a:moveTo>
                  <a:lnTo>
                    <a:pt x="13595" y="1619"/>
                  </a:lnTo>
                  <a:lnTo>
                    <a:pt x="14700" y="2858"/>
                  </a:lnTo>
                  <a:lnTo>
                    <a:pt x="18779" y="1550"/>
                  </a:lnTo>
                  <a:lnTo>
                    <a:pt x="19352" y="3904"/>
                  </a:lnTo>
                  <a:lnTo>
                    <a:pt x="22900" y="5612"/>
                  </a:lnTo>
                  <a:lnTo>
                    <a:pt x="29434" y="10526"/>
                  </a:lnTo>
                  <a:lnTo>
                    <a:pt x="32372" y="11469"/>
                  </a:lnTo>
                  <a:lnTo>
                    <a:pt x="31794" y="13961"/>
                  </a:lnTo>
                  <a:lnTo>
                    <a:pt x="30500" y="15258"/>
                  </a:lnTo>
                  <a:lnTo>
                    <a:pt x="28760" y="14997"/>
                  </a:lnTo>
                  <a:lnTo>
                    <a:pt x="27863" y="12103"/>
                  </a:lnTo>
                  <a:lnTo>
                    <a:pt x="20869" y="14252"/>
                  </a:lnTo>
                  <a:lnTo>
                    <a:pt x="20596" y="15388"/>
                  </a:lnTo>
                  <a:lnTo>
                    <a:pt x="21581" y="17427"/>
                  </a:lnTo>
                  <a:lnTo>
                    <a:pt x="19280" y="17722"/>
                  </a:lnTo>
                  <a:lnTo>
                    <a:pt x="12910" y="22370"/>
                  </a:lnTo>
                  <a:lnTo>
                    <a:pt x="12806" y="21724"/>
                  </a:lnTo>
                  <a:lnTo>
                    <a:pt x="11375" y="21566"/>
                  </a:lnTo>
                  <a:lnTo>
                    <a:pt x="6678" y="26277"/>
                  </a:lnTo>
                  <a:lnTo>
                    <a:pt x="1319" y="27896"/>
                  </a:lnTo>
                  <a:lnTo>
                    <a:pt x="1472" y="28935"/>
                  </a:lnTo>
                  <a:lnTo>
                    <a:pt x="922" y="28306"/>
                  </a:lnTo>
                  <a:lnTo>
                    <a:pt x="1508" y="25628"/>
                  </a:lnTo>
                  <a:lnTo>
                    <a:pt x="0" y="20860"/>
                  </a:lnTo>
                  <a:lnTo>
                    <a:pt x="1112" y="20089"/>
                  </a:lnTo>
                  <a:lnTo>
                    <a:pt x="5324" y="9090"/>
                  </a:lnTo>
                  <a:lnTo>
                    <a:pt x="11907" y="58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h1328"/>
            <p:cNvSpPr/>
            <p:nvPr/>
          </p:nvSpPr>
          <p:spPr>
            <a:xfrm>
              <a:off x="3085050" y="3454565"/>
              <a:ext cx="35924" cy="57041"/>
            </a:xfrm>
            <a:custGeom>
              <a:avLst/>
              <a:pathLst>
                <a:path w="35924" h="57041">
                  <a:moveTo>
                    <a:pt x="26762" y="2648"/>
                  </a:moveTo>
                  <a:lnTo>
                    <a:pt x="33404" y="3703"/>
                  </a:lnTo>
                  <a:lnTo>
                    <a:pt x="35924" y="6450"/>
                  </a:lnTo>
                  <a:lnTo>
                    <a:pt x="32459" y="12213"/>
                  </a:lnTo>
                  <a:lnTo>
                    <a:pt x="33027" y="12241"/>
                  </a:lnTo>
                  <a:lnTo>
                    <a:pt x="24854" y="16286"/>
                  </a:lnTo>
                  <a:lnTo>
                    <a:pt x="28099" y="21690"/>
                  </a:lnTo>
                  <a:lnTo>
                    <a:pt x="28728" y="37914"/>
                  </a:lnTo>
                  <a:lnTo>
                    <a:pt x="34315" y="46569"/>
                  </a:lnTo>
                  <a:lnTo>
                    <a:pt x="31686" y="52558"/>
                  </a:lnTo>
                  <a:lnTo>
                    <a:pt x="28675" y="56158"/>
                  </a:lnTo>
                  <a:lnTo>
                    <a:pt x="26773" y="57041"/>
                  </a:lnTo>
                  <a:lnTo>
                    <a:pt x="21404" y="47870"/>
                  </a:lnTo>
                  <a:lnTo>
                    <a:pt x="19908" y="42667"/>
                  </a:lnTo>
                  <a:lnTo>
                    <a:pt x="16894" y="42953"/>
                  </a:lnTo>
                  <a:lnTo>
                    <a:pt x="16860" y="46619"/>
                  </a:lnTo>
                  <a:lnTo>
                    <a:pt x="11686" y="45841"/>
                  </a:lnTo>
                  <a:lnTo>
                    <a:pt x="8753" y="40579"/>
                  </a:lnTo>
                  <a:lnTo>
                    <a:pt x="9163" y="38225"/>
                  </a:lnTo>
                  <a:lnTo>
                    <a:pt x="12490" y="39181"/>
                  </a:lnTo>
                  <a:lnTo>
                    <a:pt x="13566" y="39977"/>
                  </a:lnTo>
                  <a:lnTo>
                    <a:pt x="12340" y="42195"/>
                  </a:lnTo>
                  <a:lnTo>
                    <a:pt x="13935" y="42335"/>
                  </a:lnTo>
                  <a:lnTo>
                    <a:pt x="27910" y="33448"/>
                  </a:lnTo>
                  <a:lnTo>
                    <a:pt x="16135" y="27503"/>
                  </a:lnTo>
                  <a:lnTo>
                    <a:pt x="13135" y="27092"/>
                  </a:lnTo>
                  <a:lnTo>
                    <a:pt x="11720" y="27898"/>
                  </a:lnTo>
                  <a:lnTo>
                    <a:pt x="11172" y="28751"/>
                  </a:lnTo>
                  <a:lnTo>
                    <a:pt x="11790" y="30434"/>
                  </a:lnTo>
                  <a:lnTo>
                    <a:pt x="8298" y="32316"/>
                  </a:lnTo>
                  <a:lnTo>
                    <a:pt x="4952" y="32196"/>
                  </a:lnTo>
                  <a:lnTo>
                    <a:pt x="1093" y="30588"/>
                  </a:lnTo>
                  <a:lnTo>
                    <a:pt x="0" y="29279"/>
                  </a:lnTo>
                  <a:lnTo>
                    <a:pt x="1052" y="27036"/>
                  </a:lnTo>
                  <a:lnTo>
                    <a:pt x="953" y="24140"/>
                  </a:lnTo>
                  <a:lnTo>
                    <a:pt x="2632" y="24276"/>
                  </a:lnTo>
                  <a:lnTo>
                    <a:pt x="8012" y="17187"/>
                  </a:lnTo>
                  <a:lnTo>
                    <a:pt x="5426" y="14369"/>
                  </a:lnTo>
                  <a:lnTo>
                    <a:pt x="6026" y="13260"/>
                  </a:lnTo>
                  <a:lnTo>
                    <a:pt x="8189" y="11396"/>
                  </a:lnTo>
                  <a:lnTo>
                    <a:pt x="11604" y="10021"/>
                  </a:lnTo>
                  <a:lnTo>
                    <a:pt x="12199" y="10175"/>
                  </a:lnTo>
                  <a:lnTo>
                    <a:pt x="11749" y="11627"/>
                  </a:lnTo>
                  <a:lnTo>
                    <a:pt x="9854" y="15088"/>
                  </a:lnTo>
                  <a:lnTo>
                    <a:pt x="14304" y="21327"/>
                  </a:lnTo>
                  <a:lnTo>
                    <a:pt x="16094" y="20816"/>
                  </a:lnTo>
                  <a:lnTo>
                    <a:pt x="21480" y="7203"/>
                  </a:lnTo>
                  <a:lnTo>
                    <a:pt x="22287" y="6608"/>
                  </a:lnTo>
                  <a:lnTo>
                    <a:pt x="2203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h1329"/>
            <p:cNvSpPr/>
            <p:nvPr/>
          </p:nvSpPr>
          <p:spPr>
            <a:xfrm>
              <a:off x="3081460" y="3380684"/>
              <a:ext cx="9778" cy="16854"/>
            </a:xfrm>
            <a:custGeom>
              <a:avLst/>
              <a:pathLst>
                <a:path w="9778" h="16854">
                  <a:moveTo>
                    <a:pt x="5096" y="0"/>
                  </a:moveTo>
                  <a:lnTo>
                    <a:pt x="8071" y="1667"/>
                  </a:lnTo>
                  <a:lnTo>
                    <a:pt x="9778" y="1194"/>
                  </a:lnTo>
                  <a:lnTo>
                    <a:pt x="9120" y="9213"/>
                  </a:lnTo>
                  <a:lnTo>
                    <a:pt x="7086" y="12942"/>
                  </a:lnTo>
                  <a:lnTo>
                    <a:pt x="7998" y="16854"/>
                  </a:lnTo>
                  <a:lnTo>
                    <a:pt x="5638" y="15011"/>
                  </a:lnTo>
                  <a:lnTo>
                    <a:pt x="0" y="11522"/>
                  </a:lnTo>
                  <a:lnTo>
                    <a:pt x="61" y="5496"/>
                  </a:lnTo>
                  <a:lnTo>
                    <a:pt x="1549" y="5216"/>
                  </a:lnTo>
                  <a:lnTo>
                    <a:pt x="34" y="1900"/>
                  </a:lnTo>
                  <a:lnTo>
                    <a:pt x="1369" y="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h1330"/>
            <p:cNvSpPr/>
            <p:nvPr/>
          </p:nvSpPr>
          <p:spPr>
            <a:xfrm>
              <a:off x="3044083" y="3251848"/>
              <a:ext cx="43168" cy="32502"/>
            </a:xfrm>
            <a:custGeom>
              <a:avLst/>
              <a:pathLst>
                <a:path w="43168" h="32502">
                  <a:moveTo>
                    <a:pt x="10053" y="346"/>
                  </a:moveTo>
                  <a:lnTo>
                    <a:pt x="9229" y="8563"/>
                  </a:lnTo>
                  <a:lnTo>
                    <a:pt x="16077" y="10477"/>
                  </a:lnTo>
                  <a:lnTo>
                    <a:pt x="17749" y="13653"/>
                  </a:lnTo>
                  <a:lnTo>
                    <a:pt x="16685" y="14862"/>
                  </a:lnTo>
                  <a:lnTo>
                    <a:pt x="17740" y="22008"/>
                  </a:lnTo>
                  <a:lnTo>
                    <a:pt x="22408" y="22402"/>
                  </a:lnTo>
                  <a:lnTo>
                    <a:pt x="25355" y="21818"/>
                  </a:lnTo>
                  <a:lnTo>
                    <a:pt x="26847" y="20000"/>
                  </a:lnTo>
                  <a:lnTo>
                    <a:pt x="25654" y="14590"/>
                  </a:lnTo>
                  <a:lnTo>
                    <a:pt x="28639" y="13553"/>
                  </a:lnTo>
                  <a:lnTo>
                    <a:pt x="30141" y="16574"/>
                  </a:lnTo>
                  <a:lnTo>
                    <a:pt x="31447" y="12788"/>
                  </a:lnTo>
                  <a:lnTo>
                    <a:pt x="43168" y="24973"/>
                  </a:lnTo>
                  <a:lnTo>
                    <a:pt x="40591" y="26421"/>
                  </a:lnTo>
                  <a:lnTo>
                    <a:pt x="40090" y="23488"/>
                  </a:lnTo>
                  <a:lnTo>
                    <a:pt x="39021" y="22376"/>
                  </a:lnTo>
                  <a:lnTo>
                    <a:pt x="32766" y="27366"/>
                  </a:lnTo>
                  <a:lnTo>
                    <a:pt x="26419" y="29639"/>
                  </a:lnTo>
                  <a:lnTo>
                    <a:pt x="24988" y="32502"/>
                  </a:lnTo>
                  <a:lnTo>
                    <a:pt x="23896" y="27444"/>
                  </a:lnTo>
                  <a:lnTo>
                    <a:pt x="21369" y="24793"/>
                  </a:lnTo>
                  <a:lnTo>
                    <a:pt x="14804" y="26053"/>
                  </a:lnTo>
                  <a:lnTo>
                    <a:pt x="14756" y="27065"/>
                  </a:lnTo>
                  <a:lnTo>
                    <a:pt x="13152" y="27847"/>
                  </a:lnTo>
                  <a:lnTo>
                    <a:pt x="8499" y="26991"/>
                  </a:lnTo>
                  <a:lnTo>
                    <a:pt x="6397" y="22130"/>
                  </a:lnTo>
                  <a:lnTo>
                    <a:pt x="3116" y="20950"/>
                  </a:lnTo>
                  <a:lnTo>
                    <a:pt x="0" y="14891"/>
                  </a:lnTo>
                  <a:lnTo>
                    <a:pt x="6152" y="12324"/>
                  </a:lnTo>
                  <a:lnTo>
                    <a:pt x="5345" y="7049"/>
                  </a:lnTo>
                  <a:lnTo>
                    <a:pt x="3165" y="3317"/>
                  </a:lnTo>
                  <a:lnTo>
                    <a:pt x="936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h1331"/>
            <p:cNvSpPr/>
            <p:nvPr/>
          </p:nvSpPr>
          <p:spPr>
            <a:xfrm>
              <a:off x="2906328" y="3298296"/>
              <a:ext cx="10663" cy="9428"/>
            </a:xfrm>
            <a:custGeom>
              <a:avLst/>
              <a:pathLst>
                <a:path w="10663" h="9428">
                  <a:moveTo>
                    <a:pt x="9621" y="1369"/>
                  </a:moveTo>
                  <a:lnTo>
                    <a:pt x="10528" y="3224"/>
                  </a:lnTo>
                  <a:lnTo>
                    <a:pt x="10663" y="8236"/>
                  </a:lnTo>
                  <a:lnTo>
                    <a:pt x="7632" y="9428"/>
                  </a:lnTo>
                  <a:lnTo>
                    <a:pt x="0" y="3733"/>
                  </a:lnTo>
                  <a:lnTo>
                    <a:pt x="609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h1332"/>
            <p:cNvSpPr/>
            <p:nvPr/>
          </p:nvSpPr>
          <p:spPr>
            <a:xfrm>
              <a:off x="2982259" y="3529042"/>
              <a:ext cx="44584" cy="31437"/>
            </a:xfrm>
            <a:custGeom>
              <a:avLst/>
              <a:pathLst>
                <a:path w="44584" h="31437">
                  <a:moveTo>
                    <a:pt x="18722" y="8655"/>
                  </a:moveTo>
                  <a:lnTo>
                    <a:pt x="23953" y="15604"/>
                  </a:lnTo>
                  <a:lnTo>
                    <a:pt x="29510" y="15261"/>
                  </a:lnTo>
                  <a:lnTo>
                    <a:pt x="33210" y="13732"/>
                  </a:lnTo>
                  <a:lnTo>
                    <a:pt x="36317" y="13920"/>
                  </a:lnTo>
                  <a:lnTo>
                    <a:pt x="40723" y="11926"/>
                  </a:lnTo>
                  <a:lnTo>
                    <a:pt x="44194" y="19081"/>
                  </a:lnTo>
                  <a:lnTo>
                    <a:pt x="44584" y="26898"/>
                  </a:lnTo>
                  <a:lnTo>
                    <a:pt x="42268" y="31437"/>
                  </a:lnTo>
                  <a:lnTo>
                    <a:pt x="35916" y="30995"/>
                  </a:lnTo>
                  <a:lnTo>
                    <a:pt x="30772" y="29600"/>
                  </a:lnTo>
                  <a:lnTo>
                    <a:pt x="19401" y="25054"/>
                  </a:lnTo>
                  <a:lnTo>
                    <a:pt x="0" y="23084"/>
                  </a:lnTo>
                  <a:lnTo>
                    <a:pt x="1325" y="22190"/>
                  </a:lnTo>
                  <a:lnTo>
                    <a:pt x="614" y="17334"/>
                  </a:lnTo>
                  <a:lnTo>
                    <a:pt x="1574" y="12596"/>
                  </a:lnTo>
                  <a:lnTo>
                    <a:pt x="2916" y="10433"/>
                  </a:lnTo>
                  <a:lnTo>
                    <a:pt x="4484" y="2202"/>
                  </a:lnTo>
                  <a:lnTo>
                    <a:pt x="12337" y="2750"/>
                  </a:lnTo>
                  <a:lnTo>
                    <a:pt x="1863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h1333"/>
            <p:cNvSpPr/>
            <p:nvPr/>
          </p:nvSpPr>
          <p:spPr>
            <a:xfrm>
              <a:off x="2879995" y="3427049"/>
              <a:ext cx="27747" cy="17916"/>
            </a:xfrm>
            <a:custGeom>
              <a:avLst/>
              <a:pathLst>
                <a:path w="27747" h="17916">
                  <a:moveTo>
                    <a:pt x="14073" y="0"/>
                  </a:moveTo>
                  <a:lnTo>
                    <a:pt x="20680" y="3458"/>
                  </a:lnTo>
                  <a:lnTo>
                    <a:pt x="21968" y="5389"/>
                  </a:lnTo>
                  <a:lnTo>
                    <a:pt x="24963" y="11381"/>
                  </a:lnTo>
                  <a:lnTo>
                    <a:pt x="27747" y="14191"/>
                  </a:lnTo>
                  <a:lnTo>
                    <a:pt x="24350" y="14725"/>
                  </a:lnTo>
                  <a:lnTo>
                    <a:pt x="19876" y="16818"/>
                  </a:lnTo>
                  <a:lnTo>
                    <a:pt x="9873" y="16501"/>
                  </a:lnTo>
                  <a:lnTo>
                    <a:pt x="6565" y="17916"/>
                  </a:lnTo>
                  <a:lnTo>
                    <a:pt x="4865" y="16547"/>
                  </a:lnTo>
                  <a:lnTo>
                    <a:pt x="1655" y="16244"/>
                  </a:lnTo>
                  <a:lnTo>
                    <a:pt x="0" y="13385"/>
                  </a:lnTo>
                  <a:lnTo>
                    <a:pt x="3158" y="7850"/>
                  </a:lnTo>
                  <a:lnTo>
                    <a:pt x="7686" y="5920"/>
                  </a:lnTo>
                  <a:lnTo>
                    <a:pt x="8688" y="4155"/>
                  </a:lnTo>
                  <a:lnTo>
                    <a:pt x="11799" y="2257"/>
                  </a:lnTo>
                  <a:lnTo>
                    <a:pt x="12438" y="12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h1334"/>
            <p:cNvSpPr/>
            <p:nvPr/>
          </p:nvSpPr>
          <p:spPr>
            <a:xfrm>
              <a:off x="3282124" y="3446343"/>
              <a:ext cx="7786" cy="10982"/>
            </a:xfrm>
            <a:custGeom>
              <a:avLst/>
              <a:pathLst>
                <a:path w="7786" h="10982">
                  <a:moveTo>
                    <a:pt x="6022" y="1937"/>
                  </a:moveTo>
                  <a:lnTo>
                    <a:pt x="3471" y="4955"/>
                  </a:lnTo>
                  <a:lnTo>
                    <a:pt x="7786" y="10741"/>
                  </a:lnTo>
                  <a:lnTo>
                    <a:pt x="1179" y="10982"/>
                  </a:lnTo>
                  <a:lnTo>
                    <a:pt x="1823" y="7900"/>
                  </a:lnTo>
                  <a:lnTo>
                    <a:pt x="0" y="5466"/>
                  </a:lnTo>
                  <a:lnTo>
                    <a:pt x="473" y="2879"/>
                  </a:lnTo>
                  <a:lnTo>
                    <a:pt x="629" y="1167"/>
                  </a:lnTo>
                  <a:lnTo>
                    <a:pt x="3474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h1335"/>
            <p:cNvSpPr/>
            <p:nvPr/>
          </p:nvSpPr>
          <p:spPr>
            <a:xfrm>
              <a:off x="2794173" y="3306236"/>
              <a:ext cx="13648" cy="9100"/>
            </a:xfrm>
            <a:custGeom>
              <a:avLst/>
              <a:pathLst>
                <a:path w="13648" h="9100">
                  <a:moveTo>
                    <a:pt x="13648" y="1819"/>
                  </a:moveTo>
                  <a:lnTo>
                    <a:pt x="11648" y="5002"/>
                  </a:lnTo>
                  <a:lnTo>
                    <a:pt x="10963" y="7825"/>
                  </a:lnTo>
                  <a:lnTo>
                    <a:pt x="9704" y="9100"/>
                  </a:lnTo>
                  <a:lnTo>
                    <a:pt x="6777" y="6926"/>
                  </a:lnTo>
                  <a:lnTo>
                    <a:pt x="4366" y="7466"/>
                  </a:lnTo>
                  <a:lnTo>
                    <a:pt x="0" y="6189"/>
                  </a:lnTo>
                  <a:lnTo>
                    <a:pt x="672" y="3737"/>
                  </a:lnTo>
                  <a:lnTo>
                    <a:pt x="1392" y="3782"/>
                  </a:lnTo>
                  <a:lnTo>
                    <a:pt x="1445" y="800"/>
                  </a:lnTo>
                  <a:lnTo>
                    <a:pt x="8619" y="507"/>
                  </a:lnTo>
                  <a:lnTo>
                    <a:pt x="7437" y="5007"/>
                  </a:lnTo>
                  <a:lnTo>
                    <a:pt x="930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h1336"/>
            <p:cNvSpPr/>
            <p:nvPr/>
          </p:nvSpPr>
          <p:spPr>
            <a:xfrm>
              <a:off x="2994997" y="3341899"/>
              <a:ext cx="12601" cy="20029"/>
            </a:xfrm>
            <a:custGeom>
              <a:avLst/>
              <a:pathLst>
                <a:path w="12601" h="20029">
                  <a:moveTo>
                    <a:pt x="12601" y="514"/>
                  </a:moveTo>
                  <a:lnTo>
                    <a:pt x="8408" y="16281"/>
                  </a:lnTo>
                  <a:lnTo>
                    <a:pt x="6318" y="17904"/>
                  </a:lnTo>
                  <a:lnTo>
                    <a:pt x="5690" y="20029"/>
                  </a:lnTo>
                  <a:lnTo>
                    <a:pt x="5131" y="19081"/>
                  </a:lnTo>
                  <a:lnTo>
                    <a:pt x="76" y="10874"/>
                  </a:lnTo>
                  <a:lnTo>
                    <a:pt x="0" y="5789"/>
                  </a:lnTo>
                  <a:lnTo>
                    <a:pt x="1501" y="3861"/>
                  </a:lnTo>
                  <a:lnTo>
                    <a:pt x="937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h1337"/>
            <p:cNvSpPr/>
            <p:nvPr/>
          </p:nvSpPr>
          <p:spPr>
            <a:xfrm>
              <a:off x="3237518" y="3419999"/>
              <a:ext cx="23565" cy="21320"/>
            </a:xfrm>
            <a:custGeom>
              <a:avLst/>
              <a:pathLst>
                <a:path w="23565" h="21320">
                  <a:moveTo>
                    <a:pt x="21947" y="387"/>
                  </a:moveTo>
                  <a:lnTo>
                    <a:pt x="21778" y="2165"/>
                  </a:lnTo>
                  <a:lnTo>
                    <a:pt x="23565" y="5329"/>
                  </a:lnTo>
                  <a:lnTo>
                    <a:pt x="13765" y="11023"/>
                  </a:lnTo>
                  <a:lnTo>
                    <a:pt x="11218" y="21320"/>
                  </a:lnTo>
                  <a:lnTo>
                    <a:pt x="9365" y="20153"/>
                  </a:lnTo>
                  <a:lnTo>
                    <a:pt x="0" y="17876"/>
                  </a:lnTo>
                  <a:lnTo>
                    <a:pt x="1030" y="12032"/>
                  </a:lnTo>
                  <a:lnTo>
                    <a:pt x="547" y="8133"/>
                  </a:lnTo>
                  <a:lnTo>
                    <a:pt x="1442" y="5068"/>
                  </a:lnTo>
                  <a:lnTo>
                    <a:pt x="6916" y="5303"/>
                  </a:lnTo>
                  <a:lnTo>
                    <a:pt x="6077" y="10"/>
                  </a:lnTo>
                  <a:lnTo>
                    <a:pt x="17686" y="1279"/>
                  </a:lnTo>
                  <a:lnTo>
                    <a:pt x="1988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h1338"/>
            <p:cNvSpPr/>
            <p:nvPr/>
          </p:nvSpPr>
          <p:spPr>
            <a:xfrm>
              <a:off x="2769153" y="3300502"/>
              <a:ext cx="12699" cy="12298"/>
            </a:xfrm>
            <a:custGeom>
              <a:avLst/>
              <a:pathLst>
                <a:path w="12699" h="12298">
                  <a:moveTo>
                    <a:pt x="8944" y="5272"/>
                  </a:moveTo>
                  <a:lnTo>
                    <a:pt x="12699" y="8197"/>
                  </a:lnTo>
                  <a:lnTo>
                    <a:pt x="12057" y="11459"/>
                  </a:lnTo>
                  <a:lnTo>
                    <a:pt x="7891" y="12298"/>
                  </a:lnTo>
                  <a:lnTo>
                    <a:pt x="4919" y="9315"/>
                  </a:lnTo>
                  <a:lnTo>
                    <a:pt x="2692" y="8009"/>
                  </a:lnTo>
                  <a:lnTo>
                    <a:pt x="1372" y="8434"/>
                  </a:lnTo>
                  <a:lnTo>
                    <a:pt x="0" y="2186"/>
                  </a:lnTo>
                  <a:lnTo>
                    <a:pt x="842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h1339"/>
            <p:cNvSpPr/>
            <p:nvPr/>
          </p:nvSpPr>
          <p:spPr>
            <a:xfrm>
              <a:off x="2844281" y="3219040"/>
              <a:ext cx="31070" cy="29463"/>
            </a:xfrm>
            <a:custGeom>
              <a:avLst/>
              <a:pathLst>
                <a:path w="31070" h="29463">
                  <a:moveTo>
                    <a:pt x="26681" y="1755"/>
                  </a:moveTo>
                  <a:lnTo>
                    <a:pt x="28248" y="12141"/>
                  </a:lnTo>
                  <a:lnTo>
                    <a:pt x="27282" y="13877"/>
                  </a:lnTo>
                  <a:lnTo>
                    <a:pt x="26131" y="15246"/>
                  </a:lnTo>
                  <a:lnTo>
                    <a:pt x="25748" y="14913"/>
                  </a:lnTo>
                  <a:lnTo>
                    <a:pt x="24348" y="17380"/>
                  </a:lnTo>
                  <a:lnTo>
                    <a:pt x="27310" y="20196"/>
                  </a:lnTo>
                  <a:lnTo>
                    <a:pt x="29149" y="19453"/>
                  </a:lnTo>
                  <a:lnTo>
                    <a:pt x="29879" y="20367"/>
                  </a:lnTo>
                  <a:lnTo>
                    <a:pt x="31070" y="26183"/>
                  </a:lnTo>
                  <a:lnTo>
                    <a:pt x="30317" y="29463"/>
                  </a:lnTo>
                  <a:lnTo>
                    <a:pt x="22487" y="28019"/>
                  </a:lnTo>
                  <a:lnTo>
                    <a:pt x="21942" y="26399"/>
                  </a:lnTo>
                  <a:lnTo>
                    <a:pt x="22523" y="19625"/>
                  </a:lnTo>
                  <a:lnTo>
                    <a:pt x="17173" y="24173"/>
                  </a:lnTo>
                  <a:lnTo>
                    <a:pt x="12375" y="22560"/>
                  </a:lnTo>
                  <a:lnTo>
                    <a:pt x="11923" y="21377"/>
                  </a:lnTo>
                  <a:lnTo>
                    <a:pt x="11653" y="20770"/>
                  </a:lnTo>
                  <a:lnTo>
                    <a:pt x="14438" y="19191"/>
                  </a:lnTo>
                  <a:lnTo>
                    <a:pt x="16298" y="16233"/>
                  </a:lnTo>
                  <a:lnTo>
                    <a:pt x="14110" y="11546"/>
                  </a:lnTo>
                  <a:lnTo>
                    <a:pt x="11002" y="10540"/>
                  </a:lnTo>
                  <a:lnTo>
                    <a:pt x="10912" y="14094"/>
                  </a:lnTo>
                  <a:lnTo>
                    <a:pt x="9058" y="16261"/>
                  </a:lnTo>
                  <a:lnTo>
                    <a:pt x="2562" y="16697"/>
                  </a:lnTo>
                  <a:lnTo>
                    <a:pt x="1185" y="14463"/>
                  </a:lnTo>
                  <a:lnTo>
                    <a:pt x="0" y="14002"/>
                  </a:lnTo>
                  <a:lnTo>
                    <a:pt x="5229" y="4678"/>
                  </a:lnTo>
                  <a:lnTo>
                    <a:pt x="7426" y="1836"/>
                  </a:lnTo>
                  <a:lnTo>
                    <a:pt x="9184" y="1376"/>
                  </a:lnTo>
                  <a:lnTo>
                    <a:pt x="13422" y="2633"/>
                  </a:lnTo>
                  <a:lnTo>
                    <a:pt x="16995" y="2490"/>
                  </a:lnTo>
                  <a:lnTo>
                    <a:pt x="18265" y="1230"/>
                  </a:lnTo>
                  <a:lnTo>
                    <a:pt x="24193" y="201"/>
                  </a:lnTo>
                  <a:lnTo>
                    <a:pt x="2528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h1340"/>
            <p:cNvSpPr/>
            <p:nvPr/>
          </p:nvSpPr>
          <p:spPr>
            <a:xfrm>
              <a:off x="2911673" y="3454020"/>
              <a:ext cx="28087" cy="15937"/>
            </a:xfrm>
            <a:custGeom>
              <a:avLst/>
              <a:pathLst>
                <a:path w="28087" h="15937">
                  <a:moveTo>
                    <a:pt x="11824" y="0"/>
                  </a:moveTo>
                  <a:lnTo>
                    <a:pt x="18131" y="37"/>
                  </a:lnTo>
                  <a:lnTo>
                    <a:pt x="27426" y="2046"/>
                  </a:lnTo>
                  <a:lnTo>
                    <a:pt x="28087" y="4364"/>
                  </a:lnTo>
                  <a:lnTo>
                    <a:pt x="25899" y="8908"/>
                  </a:lnTo>
                  <a:lnTo>
                    <a:pt x="22640" y="9502"/>
                  </a:lnTo>
                  <a:lnTo>
                    <a:pt x="20090" y="15786"/>
                  </a:lnTo>
                  <a:lnTo>
                    <a:pt x="19465" y="15937"/>
                  </a:lnTo>
                  <a:lnTo>
                    <a:pt x="15465" y="15768"/>
                  </a:lnTo>
                  <a:lnTo>
                    <a:pt x="9833" y="13435"/>
                  </a:lnTo>
                  <a:lnTo>
                    <a:pt x="9378" y="14393"/>
                  </a:lnTo>
                  <a:lnTo>
                    <a:pt x="4418" y="10563"/>
                  </a:lnTo>
                  <a:lnTo>
                    <a:pt x="2763" y="10455"/>
                  </a:lnTo>
                  <a:lnTo>
                    <a:pt x="317" y="7372"/>
                  </a:lnTo>
                  <a:lnTo>
                    <a:pt x="0" y="6076"/>
                  </a:lnTo>
                  <a:lnTo>
                    <a:pt x="5955" y="4239"/>
                  </a:lnTo>
                  <a:lnTo>
                    <a:pt x="8328" y="2580"/>
                  </a:lnTo>
                  <a:lnTo>
                    <a:pt x="7934" y="218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h1341"/>
            <p:cNvSpPr/>
            <p:nvPr/>
          </p:nvSpPr>
          <p:spPr>
            <a:xfrm>
              <a:off x="2790384" y="3275177"/>
              <a:ext cx="21263" cy="36066"/>
            </a:xfrm>
            <a:custGeom>
              <a:avLst/>
              <a:pathLst>
                <a:path w="21263" h="36066">
                  <a:moveTo>
                    <a:pt x="5323" y="663"/>
                  </a:moveTo>
                  <a:lnTo>
                    <a:pt x="6044" y="1474"/>
                  </a:lnTo>
                  <a:lnTo>
                    <a:pt x="6146" y="5325"/>
                  </a:lnTo>
                  <a:lnTo>
                    <a:pt x="7251" y="8280"/>
                  </a:lnTo>
                  <a:lnTo>
                    <a:pt x="10280" y="8474"/>
                  </a:lnTo>
                  <a:lnTo>
                    <a:pt x="12224" y="5981"/>
                  </a:lnTo>
                  <a:lnTo>
                    <a:pt x="12790" y="11194"/>
                  </a:lnTo>
                  <a:lnTo>
                    <a:pt x="13118" y="9196"/>
                  </a:lnTo>
                  <a:lnTo>
                    <a:pt x="16432" y="9079"/>
                  </a:lnTo>
                  <a:lnTo>
                    <a:pt x="18908" y="11740"/>
                  </a:lnTo>
                  <a:lnTo>
                    <a:pt x="17315" y="12795"/>
                  </a:lnTo>
                  <a:lnTo>
                    <a:pt x="18481" y="13549"/>
                  </a:lnTo>
                  <a:lnTo>
                    <a:pt x="20417" y="12890"/>
                  </a:lnTo>
                  <a:lnTo>
                    <a:pt x="21263" y="13464"/>
                  </a:lnTo>
                  <a:lnTo>
                    <a:pt x="19710" y="15764"/>
                  </a:lnTo>
                  <a:lnTo>
                    <a:pt x="17068" y="14283"/>
                  </a:lnTo>
                  <a:lnTo>
                    <a:pt x="11464" y="13043"/>
                  </a:lnTo>
                  <a:lnTo>
                    <a:pt x="10792" y="13867"/>
                  </a:lnTo>
                  <a:lnTo>
                    <a:pt x="6015" y="11511"/>
                  </a:lnTo>
                  <a:lnTo>
                    <a:pt x="3775" y="13961"/>
                  </a:lnTo>
                  <a:lnTo>
                    <a:pt x="7009" y="16638"/>
                  </a:lnTo>
                  <a:lnTo>
                    <a:pt x="15082" y="21234"/>
                  </a:lnTo>
                  <a:lnTo>
                    <a:pt x="15138" y="26353"/>
                  </a:lnTo>
                  <a:lnTo>
                    <a:pt x="13092" y="31058"/>
                  </a:lnTo>
                  <a:lnTo>
                    <a:pt x="11225" y="36066"/>
                  </a:lnTo>
                  <a:lnTo>
                    <a:pt x="12408" y="31566"/>
                  </a:lnTo>
                  <a:lnTo>
                    <a:pt x="5233" y="31859"/>
                  </a:lnTo>
                  <a:lnTo>
                    <a:pt x="5181" y="34840"/>
                  </a:lnTo>
                  <a:lnTo>
                    <a:pt x="4460" y="34796"/>
                  </a:lnTo>
                  <a:lnTo>
                    <a:pt x="0" y="33587"/>
                  </a:lnTo>
                  <a:lnTo>
                    <a:pt x="761" y="30320"/>
                  </a:lnTo>
                  <a:lnTo>
                    <a:pt x="4078" y="23680"/>
                  </a:lnTo>
                  <a:lnTo>
                    <a:pt x="4602" y="23020"/>
                  </a:lnTo>
                  <a:lnTo>
                    <a:pt x="4180" y="16469"/>
                  </a:lnTo>
                  <a:lnTo>
                    <a:pt x="2733" y="14327"/>
                  </a:lnTo>
                  <a:lnTo>
                    <a:pt x="2244" y="11912"/>
                  </a:lnTo>
                  <a:lnTo>
                    <a:pt x="2317" y="9823"/>
                  </a:lnTo>
                  <a:lnTo>
                    <a:pt x="3787" y="7514"/>
                  </a:lnTo>
                  <a:lnTo>
                    <a:pt x="3126" y="3520"/>
                  </a:lnTo>
                  <a:lnTo>
                    <a:pt x="434" y="2832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h1342"/>
            <p:cNvSpPr/>
            <p:nvPr/>
          </p:nvSpPr>
          <p:spPr>
            <a:xfrm>
              <a:off x="2763136" y="3472777"/>
              <a:ext cx="19277" cy="14722"/>
            </a:xfrm>
            <a:custGeom>
              <a:avLst/>
              <a:pathLst>
                <a:path w="19277" h="14722">
                  <a:moveTo>
                    <a:pt x="19277" y="522"/>
                  </a:moveTo>
                  <a:lnTo>
                    <a:pt x="16697" y="14428"/>
                  </a:lnTo>
                  <a:lnTo>
                    <a:pt x="15538" y="14722"/>
                  </a:lnTo>
                  <a:lnTo>
                    <a:pt x="0" y="9512"/>
                  </a:lnTo>
                  <a:lnTo>
                    <a:pt x="1731" y="5449"/>
                  </a:lnTo>
                  <a:lnTo>
                    <a:pt x="5390" y="3168"/>
                  </a:lnTo>
                  <a:lnTo>
                    <a:pt x="5835" y="3497"/>
                  </a:lnTo>
                  <a:lnTo>
                    <a:pt x="1230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h1343"/>
            <p:cNvSpPr/>
            <p:nvPr/>
          </p:nvSpPr>
          <p:spPr>
            <a:xfrm>
              <a:off x="2902067" y="3342879"/>
              <a:ext cx="18072" cy="38097"/>
            </a:xfrm>
            <a:custGeom>
              <a:avLst/>
              <a:pathLst>
                <a:path w="18072" h="38097">
                  <a:moveTo>
                    <a:pt x="15357" y="524"/>
                  </a:moveTo>
                  <a:lnTo>
                    <a:pt x="16073" y="6582"/>
                  </a:lnTo>
                  <a:lnTo>
                    <a:pt x="18072" y="14442"/>
                  </a:lnTo>
                  <a:lnTo>
                    <a:pt x="12717" y="24654"/>
                  </a:lnTo>
                  <a:lnTo>
                    <a:pt x="13701" y="28200"/>
                  </a:lnTo>
                  <a:lnTo>
                    <a:pt x="14342" y="28838"/>
                  </a:lnTo>
                  <a:lnTo>
                    <a:pt x="14553" y="32001"/>
                  </a:lnTo>
                  <a:lnTo>
                    <a:pt x="12436" y="36368"/>
                  </a:lnTo>
                  <a:lnTo>
                    <a:pt x="10555" y="38097"/>
                  </a:lnTo>
                  <a:lnTo>
                    <a:pt x="9115" y="37213"/>
                  </a:lnTo>
                  <a:lnTo>
                    <a:pt x="6945" y="32503"/>
                  </a:lnTo>
                  <a:lnTo>
                    <a:pt x="8458" y="29548"/>
                  </a:lnTo>
                  <a:lnTo>
                    <a:pt x="8199" y="23723"/>
                  </a:lnTo>
                  <a:lnTo>
                    <a:pt x="6096" y="21900"/>
                  </a:lnTo>
                  <a:lnTo>
                    <a:pt x="3969" y="21889"/>
                  </a:lnTo>
                  <a:lnTo>
                    <a:pt x="1293" y="25483"/>
                  </a:lnTo>
                  <a:lnTo>
                    <a:pt x="0" y="18854"/>
                  </a:lnTo>
                  <a:lnTo>
                    <a:pt x="1796" y="6831"/>
                  </a:lnTo>
                  <a:lnTo>
                    <a:pt x="2770" y="11977"/>
                  </a:lnTo>
                  <a:lnTo>
                    <a:pt x="3945" y="12390"/>
                  </a:lnTo>
                  <a:lnTo>
                    <a:pt x="6443" y="11480"/>
                  </a:lnTo>
                  <a:lnTo>
                    <a:pt x="8594" y="9828"/>
                  </a:lnTo>
                  <a:lnTo>
                    <a:pt x="10175" y="7603"/>
                  </a:lnTo>
                  <a:lnTo>
                    <a:pt x="4880" y="5427"/>
                  </a:lnTo>
                  <a:lnTo>
                    <a:pt x="4115" y="4843"/>
                  </a:lnTo>
                  <a:lnTo>
                    <a:pt x="4684" y="4588"/>
                  </a:lnTo>
                  <a:lnTo>
                    <a:pt x="11227" y="1051"/>
                  </a:lnTo>
                  <a:lnTo>
                    <a:pt x="1376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h1344"/>
            <p:cNvSpPr/>
            <p:nvPr/>
          </p:nvSpPr>
          <p:spPr>
            <a:xfrm>
              <a:off x="3051038" y="3503439"/>
              <a:ext cx="23800" cy="17210"/>
            </a:xfrm>
            <a:custGeom>
              <a:avLst/>
              <a:pathLst>
                <a:path w="23800" h="17210">
                  <a:moveTo>
                    <a:pt x="4463" y="1131"/>
                  </a:moveTo>
                  <a:lnTo>
                    <a:pt x="4219" y="4472"/>
                  </a:lnTo>
                  <a:lnTo>
                    <a:pt x="10277" y="7563"/>
                  </a:lnTo>
                  <a:lnTo>
                    <a:pt x="16140" y="9483"/>
                  </a:lnTo>
                  <a:lnTo>
                    <a:pt x="17069" y="8675"/>
                  </a:lnTo>
                  <a:lnTo>
                    <a:pt x="17260" y="6097"/>
                  </a:lnTo>
                  <a:lnTo>
                    <a:pt x="21698" y="6487"/>
                  </a:lnTo>
                  <a:lnTo>
                    <a:pt x="23800" y="10806"/>
                  </a:lnTo>
                  <a:lnTo>
                    <a:pt x="20599" y="15480"/>
                  </a:lnTo>
                  <a:lnTo>
                    <a:pt x="13942" y="14938"/>
                  </a:lnTo>
                  <a:lnTo>
                    <a:pt x="9695" y="15611"/>
                  </a:lnTo>
                  <a:lnTo>
                    <a:pt x="7765" y="17210"/>
                  </a:lnTo>
                  <a:lnTo>
                    <a:pt x="6350" y="16224"/>
                  </a:lnTo>
                  <a:lnTo>
                    <a:pt x="4500" y="15281"/>
                  </a:lnTo>
                  <a:lnTo>
                    <a:pt x="752" y="9814"/>
                  </a:lnTo>
                  <a:lnTo>
                    <a:pt x="1874" y="8065"/>
                  </a:lnTo>
                  <a:lnTo>
                    <a:pt x="1301" y="6703"/>
                  </a:lnTo>
                  <a:lnTo>
                    <a:pt x="2346" y="6135"/>
                  </a:lnTo>
                  <a:lnTo>
                    <a:pt x="1887" y="3267"/>
                  </a:lnTo>
                  <a:lnTo>
                    <a:pt x="0" y="857"/>
                  </a:lnTo>
                  <a:lnTo>
                    <a:pt x="559" y="105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h1345"/>
            <p:cNvSpPr/>
            <p:nvPr/>
          </p:nvSpPr>
          <p:spPr>
            <a:xfrm>
              <a:off x="2974536" y="3460070"/>
              <a:ext cx="16294" cy="15514"/>
            </a:xfrm>
            <a:custGeom>
              <a:avLst/>
              <a:pathLst>
                <a:path w="16294" h="15514">
                  <a:moveTo>
                    <a:pt x="9175" y="2325"/>
                  </a:moveTo>
                  <a:lnTo>
                    <a:pt x="12047" y="4597"/>
                  </a:lnTo>
                  <a:lnTo>
                    <a:pt x="13058" y="4547"/>
                  </a:lnTo>
                  <a:lnTo>
                    <a:pt x="13867" y="7908"/>
                  </a:lnTo>
                  <a:lnTo>
                    <a:pt x="16294" y="12786"/>
                  </a:lnTo>
                  <a:lnTo>
                    <a:pt x="13329" y="15398"/>
                  </a:lnTo>
                  <a:lnTo>
                    <a:pt x="12188" y="13319"/>
                  </a:lnTo>
                  <a:lnTo>
                    <a:pt x="9762" y="12219"/>
                  </a:lnTo>
                  <a:lnTo>
                    <a:pt x="8487" y="12420"/>
                  </a:lnTo>
                  <a:lnTo>
                    <a:pt x="4907" y="13888"/>
                  </a:lnTo>
                  <a:lnTo>
                    <a:pt x="3802" y="15514"/>
                  </a:lnTo>
                  <a:lnTo>
                    <a:pt x="1112" y="13119"/>
                  </a:lnTo>
                  <a:lnTo>
                    <a:pt x="0" y="8935"/>
                  </a:lnTo>
                  <a:lnTo>
                    <a:pt x="248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h1346"/>
            <p:cNvSpPr/>
            <p:nvPr/>
          </p:nvSpPr>
          <p:spPr>
            <a:xfrm>
              <a:off x="2785863" y="3311682"/>
              <a:ext cx="4284" cy="4691"/>
            </a:xfrm>
            <a:custGeom>
              <a:avLst/>
              <a:pathLst>
                <a:path w="4284" h="4691">
                  <a:moveTo>
                    <a:pt x="3322" y="1416"/>
                  </a:moveTo>
                  <a:lnTo>
                    <a:pt x="4284" y="3872"/>
                  </a:lnTo>
                  <a:lnTo>
                    <a:pt x="2591" y="4691"/>
                  </a:lnTo>
                  <a:lnTo>
                    <a:pt x="0" y="4275"/>
                  </a:lnTo>
                  <a:lnTo>
                    <a:pt x="1794" y="0"/>
                  </a:lnTo>
                  <a:lnTo>
                    <a:pt x="2605" y="368"/>
                  </a:lnTo>
                  <a:lnTo>
                    <a:pt x="2293" y="113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h1347"/>
            <p:cNvSpPr/>
            <p:nvPr/>
          </p:nvSpPr>
          <p:spPr>
            <a:xfrm>
              <a:off x="2794159" y="3286688"/>
              <a:ext cx="32034" cy="54116"/>
            </a:xfrm>
            <a:custGeom>
              <a:avLst/>
              <a:pathLst>
                <a:path w="32034" h="54116">
                  <a:moveTo>
                    <a:pt x="6057" y="2927"/>
                  </a:moveTo>
                  <a:lnTo>
                    <a:pt x="6968" y="5960"/>
                  </a:lnTo>
                  <a:lnTo>
                    <a:pt x="8857" y="6497"/>
                  </a:lnTo>
                  <a:lnTo>
                    <a:pt x="8759" y="4435"/>
                  </a:lnTo>
                  <a:lnTo>
                    <a:pt x="9918" y="4478"/>
                  </a:lnTo>
                  <a:lnTo>
                    <a:pt x="14834" y="7654"/>
                  </a:lnTo>
                  <a:lnTo>
                    <a:pt x="18555" y="8248"/>
                  </a:lnTo>
                  <a:lnTo>
                    <a:pt x="18730" y="13915"/>
                  </a:lnTo>
                  <a:lnTo>
                    <a:pt x="13808" y="15062"/>
                  </a:lnTo>
                  <a:lnTo>
                    <a:pt x="13017" y="16428"/>
                  </a:lnTo>
                  <a:lnTo>
                    <a:pt x="15035" y="20425"/>
                  </a:lnTo>
                  <a:lnTo>
                    <a:pt x="19098" y="22759"/>
                  </a:lnTo>
                  <a:lnTo>
                    <a:pt x="17162" y="29743"/>
                  </a:lnTo>
                  <a:lnTo>
                    <a:pt x="20931" y="29076"/>
                  </a:lnTo>
                  <a:lnTo>
                    <a:pt x="22440" y="25172"/>
                  </a:lnTo>
                  <a:lnTo>
                    <a:pt x="22631" y="20753"/>
                  </a:lnTo>
                  <a:lnTo>
                    <a:pt x="23823" y="19149"/>
                  </a:lnTo>
                  <a:lnTo>
                    <a:pt x="25702" y="18808"/>
                  </a:lnTo>
                  <a:lnTo>
                    <a:pt x="28922" y="21314"/>
                  </a:lnTo>
                  <a:lnTo>
                    <a:pt x="30354" y="23498"/>
                  </a:lnTo>
                  <a:lnTo>
                    <a:pt x="29346" y="26109"/>
                  </a:lnTo>
                  <a:lnTo>
                    <a:pt x="30026" y="30824"/>
                  </a:lnTo>
                  <a:lnTo>
                    <a:pt x="32034" y="36703"/>
                  </a:lnTo>
                  <a:lnTo>
                    <a:pt x="30193" y="36437"/>
                  </a:lnTo>
                  <a:lnTo>
                    <a:pt x="29086" y="34752"/>
                  </a:lnTo>
                  <a:lnTo>
                    <a:pt x="26387" y="34236"/>
                  </a:lnTo>
                  <a:lnTo>
                    <a:pt x="25748" y="36731"/>
                  </a:lnTo>
                  <a:lnTo>
                    <a:pt x="26869" y="38236"/>
                  </a:lnTo>
                  <a:lnTo>
                    <a:pt x="26090" y="40176"/>
                  </a:lnTo>
                  <a:lnTo>
                    <a:pt x="25169" y="39502"/>
                  </a:lnTo>
                  <a:lnTo>
                    <a:pt x="19491" y="47552"/>
                  </a:lnTo>
                  <a:lnTo>
                    <a:pt x="17571" y="54116"/>
                  </a:lnTo>
                  <a:lnTo>
                    <a:pt x="15577" y="54033"/>
                  </a:lnTo>
                  <a:lnTo>
                    <a:pt x="14250" y="53913"/>
                  </a:lnTo>
                  <a:lnTo>
                    <a:pt x="10703" y="51026"/>
                  </a:lnTo>
                  <a:lnTo>
                    <a:pt x="9575" y="49771"/>
                  </a:lnTo>
                  <a:lnTo>
                    <a:pt x="9524" y="47588"/>
                  </a:lnTo>
                  <a:lnTo>
                    <a:pt x="9552" y="40862"/>
                  </a:lnTo>
                  <a:lnTo>
                    <a:pt x="8103" y="38239"/>
                  </a:lnTo>
                  <a:lnTo>
                    <a:pt x="9052" y="32983"/>
                  </a:lnTo>
                  <a:lnTo>
                    <a:pt x="10976" y="27373"/>
                  </a:lnTo>
                  <a:lnTo>
                    <a:pt x="11662" y="24550"/>
                  </a:lnTo>
                  <a:lnTo>
                    <a:pt x="13661" y="21367"/>
                  </a:lnTo>
                  <a:lnTo>
                    <a:pt x="9317" y="19547"/>
                  </a:lnTo>
                  <a:lnTo>
                    <a:pt x="11363" y="14842"/>
                  </a:lnTo>
                  <a:lnTo>
                    <a:pt x="11307" y="9723"/>
                  </a:lnTo>
                  <a:lnTo>
                    <a:pt x="3234" y="5127"/>
                  </a:lnTo>
                  <a:lnTo>
                    <a:pt x="0" y="2450"/>
                  </a:lnTo>
                  <a:lnTo>
                    <a:pt x="2240" y="0"/>
                  </a:lnTo>
                  <a:lnTo>
                    <a:pt x="7017" y="235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h1348"/>
            <p:cNvSpPr/>
            <p:nvPr/>
          </p:nvSpPr>
          <p:spPr>
            <a:xfrm>
              <a:off x="2882789" y="3469518"/>
              <a:ext cx="22143" cy="19690"/>
            </a:xfrm>
            <a:custGeom>
              <a:avLst/>
              <a:pathLst>
                <a:path w="22143" h="19690">
                  <a:moveTo>
                    <a:pt x="2695" y="386"/>
                  </a:moveTo>
                  <a:lnTo>
                    <a:pt x="7566" y="3529"/>
                  </a:lnTo>
                  <a:lnTo>
                    <a:pt x="16412" y="2914"/>
                  </a:lnTo>
                  <a:lnTo>
                    <a:pt x="21251" y="5799"/>
                  </a:lnTo>
                  <a:lnTo>
                    <a:pt x="22143" y="13523"/>
                  </a:lnTo>
                  <a:lnTo>
                    <a:pt x="19867" y="14923"/>
                  </a:lnTo>
                  <a:lnTo>
                    <a:pt x="17382" y="15217"/>
                  </a:lnTo>
                  <a:lnTo>
                    <a:pt x="11813" y="18151"/>
                  </a:lnTo>
                  <a:lnTo>
                    <a:pt x="4236" y="19690"/>
                  </a:lnTo>
                  <a:lnTo>
                    <a:pt x="2039" y="18980"/>
                  </a:lnTo>
                  <a:lnTo>
                    <a:pt x="2019" y="16930"/>
                  </a:lnTo>
                  <a:lnTo>
                    <a:pt x="0" y="11359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h1349"/>
            <p:cNvSpPr/>
            <p:nvPr/>
          </p:nvSpPr>
          <p:spPr>
            <a:xfrm>
              <a:off x="2900546" y="3232926"/>
              <a:ext cx="28176" cy="46456"/>
            </a:xfrm>
            <a:custGeom>
              <a:avLst/>
              <a:pathLst>
                <a:path w="28176" h="46456">
                  <a:moveTo>
                    <a:pt x="23052" y="0"/>
                  </a:moveTo>
                  <a:lnTo>
                    <a:pt x="24837" y="1356"/>
                  </a:lnTo>
                  <a:lnTo>
                    <a:pt x="25204" y="8847"/>
                  </a:lnTo>
                  <a:lnTo>
                    <a:pt x="28176" y="18134"/>
                  </a:lnTo>
                  <a:lnTo>
                    <a:pt x="28023" y="26667"/>
                  </a:lnTo>
                  <a:lnTo>
                    <a:pt x="22024" y="34114"/>
                  </a:lnTo>
                  <a:lnTo>
                    <a:pt x="4382" y="46456"/>
                  </a:lnTo>
                  <a:lnTo>
                    <a:pt x="3671" y="41588"/>
                  </a:lnTo>
                  <a:lnTo>
                    <a:pt x="3962" y="39905"/>
                  </a:lnTo>
                  <a:lnTo>
                    <a:pt x="396" y="36559"/>
                  </a:lnTo>
                  <a:lnTo>
                    <a:pt x="0" y="31949"/>
                  </a:lnTo>
                  <a:lnTo>
                    <a:pt x="6396" y="17625"/>
                  </a:lnTo>
                  <a:lnTo>
                    <a:pt x="6562" y="13813"/>
                  </a:lnTo>
                  <a:lnTo>
                    <a:pt x="5699" y="10289"/>
                  </a:lnTo>
                  <a:lnTo>
                    <a:pt x="7627" y="7237"/>
                  </a:lnTo>
                  <a:lnTo>
                    <a:pt x="13181" y="265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h1350"/>
            <p:cNvSpPr/>
            <p:nvPr/>
          </p:nvSpPr>
          <p:spPr>
            <a:xfrm>
              <a:off x="2939036" y="3313179"/>
              <a:ext cx="21699" cy="17322"/>
            </a:xfrm>
            <a:custGeom>
              <a:avLst/>
              <a:pathLst>
                <a:path w="21699" h="17322">
                  <a:moveTo>
                    <a:pt x="21699" y="2399"/>
                  </a:moveTo>
                  <a:lnTo>
                    <a:pt x="19291" y="6146"/>
                  </a:lnTo>
                  <a:lnTo>
                    <a:pt x="17478" y="7266"/>
                  </a:lnTo>
                  <a:lnTo>
                    <a:pt x="14110" y="7758"/>
                  </a:lnTo>
                  <a:lnTo>
                    <a:pt x="14000" y="10102"/>
                  </a:lnTo>
                  <a:lnTo>
                    <a:pt x="12322" y="10057"/>
                  </a:lnTo>
                  <a:lnTo>
                    <a:pt x="13734" y="13715"/>
                  </a:lnTo>
                  <a:lnTo>
                    <a:pt x="9400" y="17322"/>
                  </a:lnTo>
                  <a:lnTo>
                    <a:pt x="3520" y="16405"/>
                  </a:lnTo>
                  <a:lnTo>
                    <a:pt x="0" y="11646"/>
                  </a:lnTo>
                  <a:lnTo>
                    <a:pt x="4145" y="9937"/>
                  </a:lnTo>
                  <a:lnTo>
                    <a:pt x="10923" y="3013"/>
                  </a:lnTo>
                  <a:lnTo>
                    <a:pt x="13503" y="5523"/>
                  </a:lnTo>
                  <a:lnTo>
                    <a:pt x="16857" y="6552"/>
                  </a:lnTo>
                  <a:lnTo>
                    <a:pt x="16943" y="1338"/>
                  </a:lnTo>
                  <a:lnTo>
                    <a:pt x="1764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h1351"/>
            <p:cNvSpPr/>
            <p:nvPr/>
          </p:nvSpPr>
          <p:spPr>
            <a:xfrm>
              <a:off x="2846304" y="3459907"/>
              <a:ext cx="38524" cy="63336"/>
            </a:xfrm>
            <a:custGeom>
              <a:avLst/>
              <a:pathLst>
                <a:path w="38524" h="63336">
                  <a:moveTo>
                    <a:pt x="25117" y="2698"/>
                  </a:moveTo>
                  <a:lnTo>
                    <a:pt x="24066" y="7652"/>
                  </a:lnTo>
                  <a:lnTo>
                    <a:pt x="24851" y="11792"/>
                  </a:lnTo>
                  <a:lnTo>
                    <a:pt x="27370" y="14537"/>
                  </a:lnTo>
                  <a:lnTo>
                    <a:pt x="27003" y="15756"/>
                  </a:lnTo>
                  <a:lnTo>
                    <a:pt x="24718" y="20530"/>
                  </a:lnTo>
                  <a:lnTo>
                    <a:pt x="17798" y="16214"/>
                  </a:lnTo>
                  <a:lnTo>
                    <a:pt x="15345" y="16883"/>
                  </a:lnTo>
                  <a:lnTo>
                    <a:pt x="14243" y="19487"/>
                  </a:lnTo>
                  <a:lnTo>
                    <a:pt x="17066" y="27928"/>
                  </a:lnTo>
                  <a:lnTo>
                    <a:pt x="20784" y="29374"/>
                  </a:lnTo>
                  <a:lnTo>
                    <a:pt x="38504" y="26541"/>
                  </a:lnTo>
                  <a:lnTo>
                    <a:pt x="38524" y="28591"/>
                  </a:lnTo>
                  <a:lnTo>
                    <a:pt x="34693" y="33709"/>
                  </a:lnTo>
                  <a:lnTo>
                    <a:pt x="33443" y="33689"/>
                  </a:lnTo>
                  <a:lnTo>
                    <a:pt x="31662" y="30695"/>
                  </a:lnTo>
                  <a:lnTo>
                    <a:pt x="29573" y="29524"/>
                  </a:lnTo>
                  <a:lnTo>
                    <a:pt x="23097" y="33575"/>
                  </a:lnTo>
                  <a:lnTo>
                    <a:pt x="20535" y="39364"/>
                  </a:lnTo>
                  <a:lnTo>
                    <a:pt x="20418" y="42012"/>
                  </a:lnTo>
                  <a:lnTo>
                    <a:pt x="22639" y="49002"/>
                  </a:lnTo>
                  <a:lnTo>
                    <a:pt x="22260" y="51448"/>
                  </a:lnTo>
                  <a:lnTo>
                    <a:pt x="18773" y="57659"/>
                  </a:lnTo>
                  <a:lnTo>
                    <a:pt x="16890" y="57417"/>
                  </a:lnTo>
                  <a:lnTo>
                    <a:pt x="15147" y="59273"/>
                  </a:lnTo>
                  <a:lnTo>
                    <a:pt x="15130" y="63336"/>
                  </a:lnTo>
                  <a:lnTo>
                    <a:pt x="0" y="53636"/>
                  </a:lnTo>
                  <a:lnTo>
                    <a:pt x="3177" y="36272"/>
                  </a:lnTo>
                  <a:lnTo>
                    <a:pt x="6518" y="26578"/>
                  </a:lnTo>
                  <a:lnTo>
                    <a:pt x="4945" y="22688"/>
                  </a:lnTo>
                  <a:lnTo>
                    <a:pt x="8467" y="22188"/>
                  </a:lnTo>
                  <a:lnTo>
                    <a:pt x="13509" y="15707"/>
                  </a:lnTo>
                  <a:lnTo>
                    <a:pt x="12938" y="14304"/>
                  </a:lnTo>
                  <a:lnTo>
                    <a:pt x="15847" y="8076"/>
                  </a:lnTo>
                  <a:lnTo>
                    <a:pt x="15630" y="6870"/>
                  </a:lnTo>
                  <a:lnTo>
                    <a:pt x="20069" y="478"/>
                  </a:lnTo>
                  <a:lnTo>
                    <a:pt x="2354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h1352"/>
            <p:cNvSpPr/>
            <p:nvPr/>
          </p:nvSpPr>
          <p:spPr>
            <a:xfrm>
              <a:off x="3016398" y="3254070"/>
              <a:ext cx="42655" cy="45619"/>
            </a:xfrm>
            <a:custGeom>
              <a:avLst/>
              <a:pathLst>
                <a:path w="42655" h="45619">
                  <a:moveTo>
                    <a:pt x="27596" y="7658"/>
                  </a:moveTo>
                  <a:lnTo>
                    <a:pt x="29814" y="6694"/>
                  </a:lnTo>
                  <a:lnTo>
                    <a:pt x="33837" y="10102"/>
                  </a:lnTo>
                  <a:lnTo>
                    <a:pt x="27684" y="12669"/>
                  </a:lnTo>
                  <a:lnTo>
                    <a:pt x="30801" y="18728"/>
                  </a:lnTo>
                  <a:lnTo>
                    <a:pt x="34081" y="19908"/>
                  </a:lnTo>
                  <a:lnTo>
                    <a:pt x="36183" y="24769"/>
                  </a:lnTo>
                  <a:lnTo>
                    <a:pt x="40836" y="25625"/>
                  </a:lnTo>
                  <a:lnTo>
                    <a:pt x="42441" y="24843"/>
                  </a:lnTo>
                  <a:lnTo>
                    <a:pt x="42655" y="33105"/>
                  </a:lnTo>
                  <a:lnTo>
                    <a:pt x="41228" y="38132"/>
                  </a:lnTo>
                  <a:lnTo>
                    <a:pt x="32107" y="37863"/>
                  </a:lnTo>
                  <a:lnTo>
                    <a:pt x="30422" y="36663"/>
                  </a:lnTo>
                  <a:lnTo>
                    <a:pt x="30253" y="35318"/>
                  </a:lnTo>
                  <a:lnTo>
                    <a:pt x="28315" y="33333"/>
                  </a:lnTo>
                  <a:lnTo>
                    <a:pt x="25586" y="34410"/>
                  </a:lnTo>
                  <a:lnTo>
                    <a:pt x="24186" y="37332"/>
                  </a:lnTo>
                  <a:lnTo>
                    <a:pt x="18099" y="41206"/>
                  </a:lnTo>
                  <a:lnTo>
                    <a:pt x="19068" y="37927"/>
                  </a:lnTo>
                  <a:lnTo>
                    <a:pt x="15759" y="37594"/>
                  </a:lnTo>
                  <a:lnTo>
                    <a:pt x="3449" y="42359"/>
                  </a:lnTo>
                  <a:lnTo>
                    <a:pt x="0" y="45619"/>
                  </a:lnTo>
                  <a:lnTo>
                    <a:pt x="1185" y="36420"/>
                  </a:lnTo>
                  <a:lnTo>
                    <a:pt x="5164" y="33965"/>
                  </a:lnTo>
                  <a:lnTo>
                    <a:pt x="7372" y="31634"/>
                  </a:lnTo>
                  <a:lnTo>
                    <a:pt x="8105" y="25453"/>
                  </a:lnTo>
                  <a:lnTo>
                    <a:pt x="6406" y="19162"/>
                  </a:lnTo>
                  <a:lnTo>
                    <a:pt x="8238" y="16088"/>
                  </a:lnTo>
                  <a:lnTo>
                    <a:pt x="12493" y="4933"/>
                  </a:lnTo>
                  <a:lnTo>
                    <a:pt x="15430" y="6085"/>
                  </a:lnTo>
                  <a:lnTo>
                    <a:pt x="18365" y="5549"/>
                  </a:lnTo>
                  <a:lnTo>
                    <a:pt x="18854" y="2554"/>
                  </a:lnTo>
                  <a:lnTo>
                    <a:pt x="1743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h1353"/>
            <p:cNvSpPr/>
            <p:nvPr/>
          </p:nvSpPr>
          <p:spPr>
            <a:xfrm>
              <a:off x="2990703" y="3213767"/>
              <a:ext cx="11483" cy="11768"/>
            </a:xfrm>
            <a:custGeom>
              <a:avLst/>
              <a:pathLst>
                <a:path w="11483" h="11768">
                  <a:moveTo>
                    <a:pt x="8164" y="2894"/>
                  </a:moveTo>
                  <a:lnTo>
                    <a:pt x="9904" y="3154"/>
                  </a:lnTo>
                  <a:lnTo>
                    <a:pt x="11087" y="3895"/>
                  </a:lnTo>
                  <a:lnTo>
                    <a:pt x="11483" y="5555"/>
                  </a:lnTo>
                  <a:lnTo>
                    <a:pt x="8577" y="10518"/>
                  </a:lnTo>
                  <a:lnTo>
                    <a:pt x="8358" y="11768"/>
                  </a:lnTo>
                  <a:lnTo>
                    <a:pt x="7423" y="11695"/>
                  </a:lnTo>
                  <a:lnTo>
                    <a:pt x="3841" y="9454"/>
                  </a:lnTo>
                  <a:lnTo>
                    <a:pt x="1500" y="7241"/>
                  </a:lnTo>
                  <a:lnTo>
                    <a:pt x="984" y="5324"/>
                  </a:lnTo>
                  <a:lnTo>
                    <a:pt x="0" y="3285"/>
                  </a:lnTo>
                  <a:lnTo>
                    <a:pt x="273" y="2148"/>
                  </a:lnTo>
                  <a:lnTo>
                    <a:pt x="726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h1354"/>
            <p:cNvSpPr/>
            <p:nvPr/>
          </p:nvSpPr>
          <p:spPr>
            <a:xfrm>
              <a:off x="2982124" y="3513325"/>
              <a:ext cx="20756" cy="18468"/>
            </a:xfrm>
            <a:custGeom>
              <a:avLst/>
              <a:pathLst>
                <a:path w="20756" h="18468">
                  <a:moveTo>
                    <a:pt x="17222" y="0"/>
                  </a:moveTo>
                  <a:lnTo>
                    <a:pt x="20756" y="6155"/>
                  </a:lnTo>
                  <a:lnTo>
                    <a:pt x="18774" y="15717"/>
                  </a:lnTo>
                  <a:lnTo>
                    <a:pt x="12472" y="18468"/>
                  </a:lnTo>
                  <a:lnTo>
                    <a:pt x="4619" y="17920"/>
                  </a:lnTo>
                  <a:lnTo>
                    <a:pt x="1103" y="14501"/>
                  </a:lnTo>
                  <a:lnTo>
                    <a:pt x="0" y="10754"/>
                  </a:lnTo>
                  <a:lnTo>
                    <a:pt x="808" y="9488"/>
                  </a:lnTo>
                  <a:lnTo>
                    <a:pt x="2179" y="9256"/>
                  </a:lnTo>
                  <a:lnTo>
                    <a:pt x="8700" y="8444"/>
                  </a:lnTo>
                  <a:lnTo>
                    <a:pt x="10319" y="7435"/>
                  </a:lnTo>
                  <a:lnTo>
                    <a:pt x="12188" y="4541"/>
                  </a:lnTo>
                  <a:lnTo>
                    <a:pt x="13272" y="2813"/>
                  </a:lnTo>
                  <a:lnTo>
                    <a:pt x="16984" y="147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h1355"/>
            <p:cNvSpPr/>
            <p:nvPr/>
          </p:nvSpPr>
          <p:spPr>
            <a:xfrm>
              <a:off x="3040809" y="3485097"/>
              <a:ext cx="16087" cy="13241"/>
            </a:xfrm>
            <a:custGeom>
              <a:avLst/>
              <a:pathLst>
                <a:path w="16087" h="13241">
                  <a:moveTo>
                    <a:pt x="5101" y="2569"/>
                  </a:moveTo>
                  <a:lnTo>
                    <a:pt x="3661" y="3564"/>
                  </a:lnTo>
                  <a:lnTo>
                    <a:pt x="4944" y="4054"/>
                  </a:lnTo>
                  <a:lnTo>
                    <a:pt x="13076" y="3431"/>
                  </a:lnTo>
                  <a:lnTo>
                    <a:pt x="13622" y="1354"/>
                  </a:lnTo>
                  <a:lnTo>
                    <a:pt x="16087" y="4825"/>
                  </a:lnTo>
                  <a:lnTo>
                    <a:pt x="13107" y="7826"/>
                  </a:lnTo>
                  <a:lnTo>
                    <a:pt x="10809" y="13241"/>
                  </a:lnTo>
                  <a:lnTo>
                    <a:pt x="3976" y="8128"/>
                  </a:lnTo>
                  <a:lnTo>
                    <a:pt x="0" y="7931"/>
                  </a:lnTo>
                  <a:lnTo>
                    <a:pt x="120" y="6029"/>
                  </a:lnTo>
                  <a:lnTo>
                    <a:pt x="2764" y="3578"/>
                  </a:lnTo>
                  <a:lnTo>
                    <a:pt x="2309" y="1902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h1356"/>
            <p:cNvSpPr/>
            <p:nvPr/>
          </p:nvSpPr>
          <p:spPr>
            <a:xfrm>
              <a:off x="3065950" y="3333131"/>
              <a:ext cx="17885" cy="9996"/>
            </a:xfrm>
            <a:custGeom>
              <a:avLst/>
              <a:pathLst>
                <a:path w="17885" h="9996">
                  <a:moveTo>
                    <a:pt x="11578" y="3376"/>
                  </a:moveTo>
                  <a:lnTo>
                    <a:pt x="12415" y="2872"/>
                  </a:lnTo>
                  <a:lnTo>
                    <a:pt x="15222" y="3463"/>
                  </a:lnTo>
                  <a:lnTo>
                    <a:pt x="17885" y="6243"/>
                  </a:lnTo>
                  <a:lnTo>
                    <a:pt x="11039" y="6324"/>
                  </a:lnTo>
                  <a:lnTo>
                    <a:pt x="5572" y="9996"/>
                  </a:lnTo>
                  <a:lnTo>
                    <a:pt x="0" y="5900"/>
                  </a:lnTo>
                  <a:lnTo>
                    <a:pt x="712" y="2909"/>
                  </a:lnTo>
                  <a:lnTo>
                    <a:pt x="5634" y="2423"/>
                  </a:lnTo>
                  <a:lnTo>
                    <a:pt x="648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h1357"/>
            <p:cNvSpPr/>
            <p:nvPr/>
          </p:nvSpPr>
          <p:spPr>
            <a:xfrm>
              <a:off x="3018484" y="3393380"/>
              <a:ext cx="5908" cy="8815"/>
            </a:xfrm>
            <a:custGeom>
              <a:avLst/>
              <a:pathLst>
                <a:path w="5908" h="8815">
                  <a:moveTo>
                    <a:pt x="5908" y="959"/>
                  </a:moveTo>
                  <a:lnTo>
                    <a:pt x="3346" y="8815"/>
                  </a:lnTo>
                  <a:lnTo>
                    <a:pt x="795" y="8165"/>
                  </a:lnTo>
                  <a:lnTo>
                    <a:pt x="0" y="7767"/>
                  </a:lnTo>
                  <a:lnTo>
                    <a:pt x="172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h1358"/>
            <p:cNvSpPr/>
            <p:nvPr/>
          </p:nvSpPr>
          <p:spPr>
            <a:xfrm>
              <a:off x="2909383" y="3333003"/>
              <a:ext cx="6544" cy="4019"/>
            </a:xfrm>
            <a:custGeom>
              <a:avLst/>
              <a:pathLst>
                <a:path w="6544" h="4019">
                  <a:moveTo>
                    <a:pt x="6028" y="856"/>
                  </a:moveTo>
                  <a:lnTo>
                    <a:pt x="6544" y="3683"/>
                  </a:lnTo>
                  <a:lnTo>
                    <a:pt x="2771" y="4019"/>
                  </a:lnTo>
                  <a:lnTo>
                    <a:pt x="0" y="1305"/>
                  </a:lnTo>
                  <a:lnTo>
                    <a:pt x="661" y="598"/>
                  </a:lnTo>
                  <a:lnTo>
                    <a:pt x="210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h1359"/>
            <p:cNvSpPr/>
            <p:nvPr/>
          </p:nvSpPr>
          <p:spPr>
            <a:xfrm>
              <a:off x="3127020" y="3420555"/>
              <a:ext cx="17462" cy="16554"/>
            </a:xfrm>
            <a:custGeom>
              <a:avLst/>
              <a:pathLst>
                <a:path w="17462" h="16554">
                  <a:moveTo>
                    <a:pt x="6480" y="898"/>
                  </a:moveTo>
                  <a:lnTo>
                    <a:pt x="12376" y="4306"/>
                  </a:lnTo>
                  <a:lnTo>
                    <a:pt x="16010" y="9490"/>
                  </a:lnTo>
                  <a:lnTo>
                    <a:pt x="17462" y="10222"/>
                  </a:lnTo>
                  <a:lnTo>
                    <a:pt x="13464" y="15502"/>
                  </a:lnTo>
                  <a:lnTo>
                    <a:pt x="11843" y="16554"/>
                  </a:lnTo>
                  <a:lnTo>
                    <a:pt x="229" y="10278"/>
                  </a:lnTo>
                  <a:lnTo>
                    <a:pt x="0" y="8981"/>
                  </a:lnTo>
                  <a:lnTo>
                    <a:pt x="3187" y="3435"/>
                  </a:lnTo>
                  <a:lnTo>
                    <a:pt x="3273" y="2260"/>
                  </a:lnTo>
                  <a:lnTo>
                    <a:pt x="151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h1360"/>
            <p:cNvSpPr/>
            <p:nvPr/>
          </p:nvSpPr>
          <p:spPr>
            <a:xfrm>
              <a:off x="2842820" y="3269172"/>
              <a:ext cx="11290" cy="9501"/>
            </a:xfrm>
            <a:custGeom>
              <a:avLst/>
              <a:pathLst>
                <a:path w="11290" h="9501">
                  <a:moveTo>
                    <a:pt x="5919" y="1062"/>
                  </a:moveTo>
                  <a:lnTo>
                    <a:pt x="7539" y="198"/>
                  </a:lnTo>
                  <a:lnTo>
                    <a:pt x="11290" y="9230"/>
                  </a:lnTo>
                  <a:lnTo>
                    <a:pt x="4740" y="9501"/>
                  </a:lnTo>
                  <a:lnTo>
                    <a:pt x="2835" y="6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h1361"/>
            <p:cNvSpPr/>
            <p:nvPr/>
          </p:nvSpPr>
          <p:spPr>
            <a:xfrm>
              <a:off x="2906333" y="3302042"/>
              <a:ext cx="7628" cy="10033"/>
            </a:xfrm>
            <a:custGeom>
              <a:avLst/>
              <a:pathLst>
                <a:path w="7628" h="10033">
                  <a:moveTo>
                    <a:pt x="7628" y="5682"/>
                  </a:moveTo>
                  <a:lnTo>
                    <a:pt x="6898" y="9218"/>
                  </a:lnTo>
                  <a:lnTo>
                    <a:pt x="2018" y="10033"/>
                  </a:lnTo>
                  <a:lnTo>
                    <a:pt x="954" y="7122"/>
                  </a:lnTo>
                  <a:lnTo>
                    <a:pt x="1713" y="5596"/>
                  </a:lnTo>
                  <a:lnTo>
                    <a:pt x="1349" y="17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h1362"/>
            <p:cNvSpPr/>
            <p:nvPr/>
          </p:nvSpPr>
          <p:spPr>
            <a:xfrm>
              <a:off x="2991229" y="3311081"/>
              <a:ext cx="18574" cy="19111"/>
            </a:xfrm>
            <a:custGeom>
              <a:avLst/>
              <a:pathLst>
                <a:path w="18574" h="19111">
                  <a:moveTo>
                    <a:pt x="11774" y="124"/>
                  </a:moveTo>
                  <a:lnTo>
                    <a:pt x="16953" y="12361"/>
                  </a:lnTo>
                  <a:lnTo>
                    <a:pt x="16693" y="13345"/>
                  </a:lnTo>
                  <a:lnTo>
                    <a:pt x="18574" y="18993"/>
                  </a:lnTo>
                  <a:lnTo>
                    <a:pt x="13547" y="19111"/>
                  </a:lnTo>
                  <a:lnTo>
                    <a:pt x="9278" y="17492"/>
                  </a:lnTo>
                  <a:lnTo>
                    <a:pt x="10582" y="16105"/>
                  </a:lnTo>
                  <a:lnTo>
                    <a:pt x="9616" y="13002"/>
                  </a:lnTo>
                  <a:lnTo>
                    <a:pt x="6909" y="11183"/>
                  </a:lnTo>
                  <a:lnTo>
                    <a:pt x="10146" y="6995"/>
                  </a:lnTo>
                  <a:lnTo>
                    <a:pt x="7421" y="7109"/>
                  </a:lnTo>
                  <a:lnTo>
                    <a:pt x="5553" y="9667"/>
                  </a:lnTo>
                  <a:lnTo>
                    <a:pt x="992" y="9217"/>
                  </a:lnTo>
                  <a:lnTo>
                    <a:pt x="0" y="7917"/>
                  </a:lnTo>
                  <a:lnTo>
                    <a:pt x="2234" y="4026"/>
                  </a:lnTo>
                  <a:lnTo>
                    <a:pt x="785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h1363"/>
            <p:cNvSpPr/>
            <p:nvPr/>
          </p:nvSpPr>
          <p:spPr>
            <a:xfrm>
              <a:off x="2896555" y="3279152"/>
              <a:ext cx="6923" cy="6497"/>
            </a:xfrm>
            <a:custGeom>
              <a:avLst/>
              <a:pathLst>
                <a:path w="6923" h="6497">
                  <a:moveTo>
                    <a:pt x="3425" y="0"/>
                  </a:moveTo>
                  <a:lnTo>
                    <a:pt x="6923" y="636"/>
                  </a:lnTo>
                  <a:lnTo>
                    <a:pt x="4227" y="6497"/>
                  </a:lnTo>
                  <a:lnTo>
                    <a:pt x="0" y="5055"/>
                  </a:lnTo>
                  <a:lnTo>
                    <a:pt x="911" y="37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h1364"/>
            <p:cNvSpPr/>
            <p:nvPr/>
          </p:nvSpPr>
          <p:spPr>
            <a:xfrm>
              <a:off x="3087309" y="3370388"/>
              <a:ext cx="13316" cy="12010"/>
            </a:xfrm>
            <a:custGeom>
              <a:avLst/>
              <a:pathLst>
                <a:path w="13316" h="12010">
                  <a:moveTo>
                    <a:pt x="4946" y="236"/>
                  </a:moveTo>
                  <a:lnTo>
                    <a:pt x="9452" y="2678"/>
                  </a:lnTo>
                  <a:lnTo>
                    <a:pt x="11713" y="4832"/>
                  </a:lnTo>
                  <a:lnTo>
                    <a:pt x="10566" y="7155"/>
                  </a:lnTo>
                  <a:lnTo>
                    <a:pt x="13316" y="9047"/>
                  </a:lnTo>
                  <a:lnTo>
                    <a:pt x="12373" y="11350"/>
                  </a:lnTo>
                  <a:lnTo>
                    <a:pt x="10713" y="12010"/>
                  </a:lnTo>
                  <a:lnTo>
                    <a:pt x="6969" y="11039"/>
                  </a:lnTo>
                  <a:lnTo>
                    <a:pt x="3929" y="11489"/>
                  </a:lnTo>
                  <a:lnTo>
                    <a:pt x="2392" y="10768"/>
                  </a:lnTo>
                  <a:lnTo>
                    <a:pt x="353" y="8010"/>
                  </a:lnTo>
                  <a:lnTo>
                    <a:pt x="0" y="5834"/>
                  </a:lnTo>
                  <a:lnTo>
                    <a:pt x="146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h1365"/>
            <p:cNvSpPr/>
            <p:nvPr/>
          </p:nvSpPr>
          <p:spPr>
            <a:xfrm>
              <a:off x="2995530" y="3483426"/>
              <a:ext cx="13756" cy="21776"/>
            </a:xfrm>
            <a:custGeom>
              <a:avLst/>
              <a:pathLst>
                <a:path w="13756" h="21776">
                  <a:moveTo>
                    <a:pt x="9225" y="3189"/>
                  </a:moveTo>
                  <a:lnTo>
                    <a:pt x="10940" y="7300"/>
                  </a:lnTo>
                  <a:lnTo>
                    <a:pt x="12824" y="18149"/>
                  </a:lnTo>
                  <a:lnTo>
                    <a:pt x="13756" y="20554"/>
                  </a:lnTo>
                  <a:lnTo>
                    <a:pt x="10882" y="21776"/>
                  </a:lnTo>
                  <a:lnTo>
                    <a:pt x="0" y="14960"/>
                  </a:lnTo>
                  <a:lnTo>
                    <a:pt x="2124" y="5555"/>
                  </a:lnTo>
                  <a:lnTo>
                    <a:pt x="432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h1366"/>
            <p:cNvSpPr/>
            <p:nvPr/>
          </p:nvSpPr>
          <p:spPr>
            <a:xfrm>
              <a:off x="2859602" y="3262992"/>
              <a:ext cx="22496" cy="7287"/>
            </a:xfrm>
            <a:custGeom>
              <a:avLst/>
              <a:pathLst>
                <a:path w="22496" h="7287">
                  <a:moveTo>
                    <a:pt x="17479" y="365"/>
                  </a:moveTo>
                  <a:lnTo>
                    <a:pt x="19379" y="1430"/>
                  </a:lnTo>
                  <a:lnTo>
                    <a:pt x="22496" y="4477"/>
                  </a:lnTo>
                  <a:lnTo>
                    <a:pt x="21041" y="6366"/>
                  </a:lnTo>
                  <a:lnTo>
                    <a:pt x="19065" y="7247"/>
                  </a:lnTo>
                  <a:lnTo>
                    <a:pt x="16270" y="7287"/>
                  </a:lnTo>
                  <a:lnTo>
                    <a:pt x="4160" y="6550"/>
                  </a:lnTo>
                  <a:lnTo>
                    <a:pt x="0" y="646"/>
                  </a:lnTo>
                  <a:lnTo>
                    <a:pt x="8137" y="1208"/>
                  </a:lnTo>
                  <a:lnTo>
                    <a:pt x="1273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h1367"/>
            <p:cNvSpPr/>
            <p:nvPr/>
          </p:nvSpPr>
          <p:spPr>
            <a:xfrm>
              <a:off x="2991899" y="3415327"/>
              <a:ext cx="3364" cy="2461"/>
            </a:xfrm>
            <a:custGeom>
              <a:avLst/>
              <a:pathLst>
                <a:path w="3364" h="2461">
                  <a:moveTo>
                    <a:pt x="3364" y="937"/>
                  </a:moveTo>
                  <a:lnTo>
                    <a:pt x="3273" y="2143"/>
                  </a:lnTo>
                  <a:lnTo>
                    <a:pt x="2130" y="24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h1368"/>
            <p:cNvSpPr/>
            <p:nvPr/>
          </p:nvSpPr>
          <p:spPr>
            <a:xfrm>
              <a:off x="3007598" y="3338397"/>
              <a:ext cx="5565" cy="4017"/>
            </a:xfrm>
            <a:custGeom>
              <a:avLst/>
              <a:pathLst>
                <a:path w="5565" h="4017">
                  <a:moveTo>
                    <a:pt x="5565" y="2949"/>
                  </a:moveTo>
                  <a:lnTo>
                    <a:pt x="0" y="4017"/>
                  </a:lnTo>
                  <a:lnTo>
                    <a:pt x="197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h1369"/>
            <p:cNvSpPr/>
            <p:nvPr/>
          </p:nvSpPr>
          <p:spPr>
            <a:xfrm>
              <a:off x="2788739" y="3312425"/>
              <a:ext cx="14473" cy="12502"/>
            </a:xfrm>
            <a:custGeom>
              <a:avLst/>
              <a:pathLst>
                <a:path w="14473" h="12502">
                  <a:moveTo>
                    <a:pt x="9800" y="1277"/>
                  </a:moveTo>
                  <a:lnTo>
                    <a:pt x="14473" y="7246"/>
                  </a:lnTo>
                  <a:lnTo>
                    <a:pt x="13524" y="12502"/>
                  </a:lnTo>
                  <a:lnTo>
                    <a:pt x="5388" y="11061"/>
                  </a:lnTo>
                  <a:lnTo>
                    <a:pt x="1097" y="11346"/>
                  </a:lnTo>
                  <a:lnTo>
                    <a:pt x="0" y="9068"/>
                  </a:lnTo>
                  <a:lnTo>
                    <a:pt x="2433" y="9616"/>
                  </a:lnTo>
                  <a:lnTo>
                    <a:pt x="4535" y="8681"/>
                  </a:lnTo>
                  <a:lnTo>
                    <a:pt x="3872" y="2504"/>
                  </a:lnTo>
                  <a:lnTo>
                    <a:pt x="543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h1370"/>
            <p:cNvSpPr/>
            <p:nvPr/>
          </p:nvSpPr>
          <p:spPr>
            <a:xfrm>
              <a:off x="2981059" y="3251737"/>
              <a:ext cx="8486" cy="7382"/>
            </a:xfrm>
            <a:custGeom>
              <a:avLst/>
              <a:pathLst>
                <a:path w="8486" h="7382">
                  <a:moveTo>
                    <a:pt x="7151" y="3"/>
                  </a:moveTo>
                  <a:lnTo>
                    <a:pt x="8486" y="1058"/>
                  </a:lnTo>
                  <a:lnTo>
                    <a:pt x="6353" y="7382"/>
                  </a:lnTo>
                  <a:lnTo>
                    <a:pt x="4455" y="6446"/>
                  </a:lnTo>
                  <a:lnTo>
                    <a:pt x="578" y="6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h1371"/>
            <p:cNvSpPr/>
            <p:nvPr/>
          </p:nvSpPr>
          <p:spPr>
            <a:xfrm>
              <a:off x="3201917" y="3438317"/>
              <a:ext cx="16047" cy="16829"/>
            </a:xfrm>
            <a:custGeom>
              <a:avLst/>
              <a:pathLst>
                <a:path w="16047" h="16829">
                  <a:moveTo>
                    <a:pt x="16047" y="1043"/>
                  </a:moveTo>
                  <a:lnTo>
                    <a:pt x="13677" y="6109"/>
                  </a:lnTo>
                  <a:lnTo>
                    <a:pt x="9351" y="7003"/>
                  </a:lnTo>
                  <a:lnTo>
                    <a:pt x="7167" y="9257"/>
                  </a:lnTo>
                  <a:lnTo>
                    <a:pt x="7528" y="12459"/>
                  </a:lnTo>
                  <a:lnTo>
                    <a:pt x="0" y="16829"/>
                  </a:lnTo>
                  <a:lnTo>
                    <a:pt x="1675" y="12516"/>
                  </a:lnTo>
                  <a:lnTo>
                    <a:pt x="4358" y="5233"/>
                  </a:lnTo>
                  <a:lnTo>
                    <a:pt x="14382" y="1410"/>
                  </a:lnTo>
                  <a:lnTo>
                    <a:pt x="1497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h1372"/>
            <p:cNvSpPr/>
            <p:nvPr/>
          </p:nvSpPr>
          <p:spPr>
            <a:xfrm>
              <a:off x="3003564" y="3371043"/>
              <a:ext cx="12100" cy="8310"/>
            </a:xfrm>
            <a:custGeom>
              <a:avLst/>
              <a:pathLst>
                <a:path w="12100" h="8310">
                  <a:moveTo>
                    <a:pt x="11060" y="2147"/>
                  </a:moveTo>
                  <a:lnTo>
                    <a:pt x="4997" y="7152"/>
                  </a:lnTo>
                  <a:lnTo>
                    <a:pt x="3360" y="8310"/>
                  </a:lnTo>
                  <a:lnTo>
                    <a:pt x="0" y="6656"/>
                  </a:lnTo>
                  <a:lnTo>
                    <a:pt x="7" y="5500"/>
                  </a:lnTo>
                  <a:lnTo>
                    <a:pt x="3956" y="1639"/>
                  </a:lnTo>
                  <a:lnTo>
                    <a:pt x="1210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h1373"/>
            <p:cNvSpPr/>
            <p:nvPr/>
          </p:nvSpPr>
          <p:spPr>
            <a:xfrm>
              <a:off x="2800217" y="3288220"/>
              <a:ext cx="13535" cy="6716"/>
            </a:xfrm>
            <a:custGeom>
              <a:avLst/>
              <a:pathLst>
                <a:path w="13535" h="6716">
                  <a:moveTo>
                    <a:pt x="7236" y="1240"/>
                  </a:moveTo>
                  <a:lnTo>
                    <a:pt x="9877" y="2721"/>
                  </a:lnTo>
                  <a:lnTo>
                    <a:pt x="13535" y="3062"/>
                  </a:lnTo>
                  <a:lnTo>
                    <a:pt x="12497" y="6716"/>
                  </a:lnTo>
                  <a:lnTo>
                    <a:pt x="8776" y="6122"/>
                  </a:lnTo>
                  <a:lnTo>
                    <a:pt x="3860" y="2946"/>
                  </a:lnTo>
                  <a:lnTo>
                    <a:pt x="2701" y="2903"/>
                  </a:lnTo>
                  <a:lnTo>
                    <a:pt x="2799" y="4965"/>
                  </a:lnTo>
                  <a:lnTo>
                    <a:pt x="910" y="4428"/>
                  </a:lnTo>
                  <a:lnTo>
                    <a:pt x="0" y="1395"/>
                  </a:lnTo>
                  <a:lnTo>
                    <a:pt x="959" y="823"/>
                  </a:lnTo>
                  <a:lnTo>
                    <a:pt x="163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h1374"/>
            <p:cNvSpPr/>
            <p:nvPr/>
          </p:nvSpPr>
          <p:spPr>
            <a:xfrm>
              <a:off x="2984973" y="3396996"/>
              <a:ext cx="6147" cy="4747"/>
            </a:xfrm>
            <a:custGeom>
              <a:avLst/>
              <a:pathLst>
                <a:path w="6147" h="4747">
                  <a:moveTo>
                    <a:pt x="3972" y="491"/>
                  </a:moveTo>
                  <a:lnTo>
                    <a:pt x="5411" y="294"/>
                  </a:lnTo>
                  <a:lnTo>
                    <a:pt x="6147" y="395"/>
                  </a:lnTo>
                  <a:lnTo>
                    <a:pt x="4435" y="4311"/>
                  </a:lnTo>
                  <a:lnTo>
                    <a:pt x="3496" y="4747"/>
                  </a:lnTo>
                  <a:lnTo>
                    <a:pt x="1324" y="3774"/>
                  </a:lnTo>
                  <a:lnTo>
                    <a:pt x="0" y="1953"/>
                  </a:lnTo>
                  <a:lnTo>
                    <a:pt x="11" y="791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h1375"/>
            <p:cNvSpPr/>
            <p:nvPr/>
          </p:nvSpPr>
          <p:spPr>
            <a:xfrm>
              <a:off x="3071332" y="3320684"/>
              <a:ext cx="39146" cy="25812"/>
            </a:xfrm>
            <a:custGeom>
              <a:avLst/>
              <a:pathLst>
                <a:path w="39146" h="25812">
                  <a:moveTo>
                    <a:pt x="16019" y="1930"/>
                  </a:moveTo>
                  <a:lnTo>
                    <a:pt x="23146" y="2587"/>
                  </a:lnTo>
                  <a:lnTo>
                    <a:pt x="21139" y="4592"/>
                  </a:lnTo>
                  <a:lnTo>
                    <a:pt x="20869" y="6253"/>
                  </a:lnTo>
                  <a:lnTo>
                    <a:pt x="27032" y="9167"/>
                  </a:lnTo>
                  <a:lnTo>
                    <a:pt x="28064" y="9100"/>
                  </a:lnTo>
                  <a:lnTo>
                    <a:pt x="28455" y="7008"/>
                  </a:lnTo>
                  <a:lnTo>
                    <a:pt x="29913" y="5889"/>
                  </a:lnTo>
                  <a:lnTo>
                    <a:pt x="32770" y="6992"/>
                  </a:lnTo>
                  <a:lnTo>
                    <a:pt x="33276" y="7536"/>
                  </a:lnTo>
                  <a:lnTo>
                    <a:pt x="32967" y="11262"/>
                  </a:lnTo>
                  <a:lnTo>
                    <a:pt x="34559" y="14201"/>
                  </a:lnTo>
                  <a:lnTo>
                    <a:pt x="39146" y="15822"/>
                  </a:lnTo>
                  <a:lnTo>
                    <a:pt x="37414" y="15993"/>
                  </a:lnTo>
                  <a:lnTo>
                    <a:pt x="37112" y="18521"/>
                  </a:lnTo>
                  <a:lnTo>
                    <a:pt x="35761" y="21140"/>
                  </a:lnTo>
                  <a:lnTo>
                    <a:pt x="32060" y="25811"/>
                  </a:lnTo>
                  <a:lnTo>
                    <a:pt x="29857" y="25812"/>
                  </a:lnTo>
                  <a:lnTo>
                    <a:pt x="26365" y="23106"/>
                  </a:lnTo>
                  <a:lnTo>
                    <a:pt x="24528" y="23554"/>
                  </a:lnTo>
                  <a:lnTo>
                    <a:pt x="24125" y="24384"/>
                  </a:lnTo>
                  <a:lnTo>
                    <a:pt x="23774" y="23623"/>
                  </a:lnTo>
                  <a:lnTo>
                    <a:pt x="25678" y="16531"/>
                  </a:lnTo>
                  <a:lnTo>
                    <a:pt x="18008" y="15352"/>
                  </a:lnTo>
                  <a:lnTo>
                    <a:pt x="16528" y="11857"/>
                  </a:lnTo>
                  <a:lnTo>
                    <a:pt x="14935" y="10935"/>
                  </a:lnTo>
                  <a:lnTo>
                    <a:pt x="11124" y="10179"/>
                  </a:lnTo>
                  <a:lnTo>
                    <a:pt x="5260" y="13043"/>
                  </a:lnTo>
                  <a:lnTo>
                    <a:pt x="6196" y="15822"/>
                  </a:lnTo>
                  <a:lnTo>
                    <a:pt x="1105" y="12446"/>
                  </a:lnTo>
                  <a:lnTo>
                    <a:pt x="0" y="9908"/>
                  </a:lnTo>
                  <a:lnTo>
                    <a:pt x="5175" y="4419"/>
                  </a:lnTo>
                  <a:lnTo>
                    <a:pt x="5371" y="2013"/>
                  </a:lnTo>
                  <a:lnTo>
                    <a:pt x="7817" y="121"/>
                  </a:lnTo>
                  <a:lnTo>
                    <a:pt x="10770" y="1704"/>
                  </a:lnTo>
                  <a:lnTo>
                    <a:pt x="14472" y="1005"/>
                  </a:lnTo>
                  <a:lnTo>
                    <a:pt x="1518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h1376"/>
            <p:cNvSpPr/>
            <p:nvPr/>
          </p:nvSpPr>
          <p:spPr>
            <a:xfrm>
              <a:off x="3109754" y="3312276"/>
              <a:ext cx="5945" cy="6511"/>
            </a:xfrm>
            <a:custGeom>
              <a:avLst/>
              <a:pathLst>
                <a:path w="5945" h="6511">
                  <a:moveTo>
                    <a:pt x="3949" y="6511"/>
                  </a:moveTo>
                  <a:lnTo>
                    <a:pt x="679" y="6250"/>
                  </a:lnTo>
                  <a:lnTo>
                    <a:pt x="0" y="5603"/>
                  </a:lnTo>
                  <a:lnTo>
                    <a:pt x="2522" y="1458"/>
                  </a:lnTo>
                  <a:lnTo>
                    <a:pt x="4800" y="0"/>
                  </a:lnTo>
                  <a:lnTo>
                    <a:pt x="5945" y="121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h1377"/>
            <p:cNvSpPr/>
            <p:nvPr/>
          </p:nvSpPr>
          <p:spPr>
            <a:xfrm>
              <a:off x="3089492" y="3269717"/>
              <a:ext cx="9192" cy="10385"/>
            </a:xfrm>
            <a:custGeom>
              <a:avLst/>
              <a:pathLst>
                <a:path w="9192" h="10385">
                  <a:moveTo>
                    <a:pt x="8494" y="5103"/>
                  </a:moveTo>
                  <a:lnTo>
                    <a:pt x="7368" y="8201"/>
                  </a:lnTo>
                  <a:lnTo>
                    <a:pt x="4265" y="10385"/>
                  </a:lnTo>
                  <a:lnTo>
                    <a:pt x="1325" y="7459"/>
                  </a:lnTo>
                  <a:lnTo>
                    <a:pt x="546" y="7610"/>
                  </a:lnTo>
                  <a:lnTo>
                    <a:pt x="0" y="6211"/>
                  </a:lnTo>
                  <a:lnTo>
                    <a:pt x="3090" y="5853"/>
                  </a:lnTo>
                  <a:lnTo>
                    <a:pt x="4862" y="4824"/>
                  </a:lnTo>
                  <a:lnTo>
                    <a:pt x="7884" y="0"/>
                  </a:lnTo>
                  <a:lnTo>
                    <a:pt x="9192" y="240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h1378"/>
            <p:cNvSpPr/>
            <p:nvPr/>
          </p:nvSpPr>
          <p:spPr>
            <a:xfrm>
              <a:off x="3080001" y="3228827"/>
              <a:ext cx="24185" cy="40361"/>
            </a:xfrm>
            <a:custGeom>
              <a:avLst/>
              <a:pathLst>
                <a:path w="24185" h="40361">
                  <a:moveTo>
                    <a:pt x="7757" y="2276"/>
                  </a:moveTo>
                  <a:lnTo>
                    <a:pt x="10229" y="2877"/>
                  </a:lnTo>
                  <a:lnTo>
                    <a:pt x="16687" y="3246"/>
                  </a:lnTo>
                  <a:lnTo>
                    <a:pt x="19003" y="3379"/>
                  </a:lnTo>
                  <a:lnTo>
                    <a:pt x="20396" y="9638"/>
                  </a:lnTo>
                  <a:lnTo>
                    <a:pt x="24185" y="26737"/>
                  </a:lnTo>
                  <a:lnTo>
                    <a:pt x="18662" y="40361"/>
                  </a:lnTo>
                  <a:lnTo>
                    <a:pt x="11421" y="37146"/>
                  </a:lnTo>
                  <a:lnTo>
                    <a:pt x="5414" y="30031"/>
                  </a:lnTo>
                  <a:lnTo>
                    <a:pt x="4610" y="22831"/>
                  </a:lnTo>
                  <a:lnTo>
                    <a:pt x="0" y="17934"/>
                  </a:lnTo>
                  <a:lnTo>
                    <a:pt x="302" y="8492"/>
                  </a:lnTo>
                  <a:lnTo>
                    <a:pt x="1669" y="10478"/>
                  </a:lnTo>
                  <a:lnTo>
                    <a:pt x="2416" y="8743"/>
                  </a:lnTo>
                  <a:lnTo>
                    <a:pt x="560" y="1833"/>
                  </a:lnTo>
                  <a:lnTo>
                    <a:pt x="3602" y="0"/>
                  </a:lnTo>
                  <a:lnTo>
                    <a:pt x="5363" y="11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h1379"/>
            <p:cNvSpPr/>
            <p:nvPr/>
          </p:nvSpPr>
          <p:spPr>
            <a:xfrm>
              <a:off x="2968204" y="3433738"/>
              <a:ext cx="19895" cy="14028"/>
            </a:xfrm>
            <a:custGeom>
              <a:avLst/>
              <a:pathLst>
                <a:path w="19895" h="14028">
                  <a:moveTo>
                    <a:pt x="6456" y="1692"/>
                  </a:moveTo>
                  <a:lnTo>
                    <a:pt x="7410" y="4846"/>
                  </a:lnTo>
                  <a:lnTo>
                    <a:pt x="11703" y="5509"/>
                  </a:lnTo>
                  <a:lnTo>
                    <a:pt x="11826" y="2198"/>
                  </a:lnTo>
                  <a:lnTo>
                    <a:pt x="13329" y="453"/>
                  </a:lnTo>
                  <a:lnTo>
                    <a:pt x="18640" y="6544"/>
                  </a:lnTo>
                  <a:lnTo>
                    <a:pt x="18662" y="11072"/>
                  </a:lnTo>
                  <a:lnTo>
                    <a:pt x="19895" y="12205"/>
                  </a:lnTo>
                  <a:lnTo>
                    <a:pt x="14895" y="14028"/>
                  </a:lnTo>
                  <a:lnTo>
                    <a:pt x="10907" y="12918"/>
                  </a:lnTo>
                  <a:lnTo>
                    <a:pt x="9933" y="11055"/>
                  </a:lnTo>
                  <a:lnTo>
                    <a:pt x="6981" y="9572"/>
                  </a:lnTo>
                  <a:lnTo>
                    <a:pt x="4772" y="10412"/>
                  </a:lnTo>
                  <a:lnTo>
                    <a:pt x="1089" y="8245"/>
                  </a:lnTo>
                  <a:lnTo>
                    <a:pt x="0" y="7749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h1380"/>
            <p:cNvSpPr/>
            <p:nvPr/>
          </p:nvSpPr>
          <p:spPr>
            <a:xfrm>
              <a:off x="2778674" y="3467498"/>
              <a:ext cx="15297" cy="21746"/>
            </a:xfrm>
            <a:custGeom>
              <a:avLst/>
              <a:pathLst>
                <a:path w="15297" h="21746">
                  <a:moveTo>
                    <a:pt x="8153" y="4375"/>
                  </a:moveTo>
                  <a:lnTo>
                    <a:pt x="11673" y="4728"/>
                  </a:lnTo>
                  <a:lnTo>
                    <a:pt x="14386" y="3900"/>
                  </a:lnTo>
                  <a:lnTo>
                    <a:pt x="15297" y="9163"/>
                  </a:lnTo>
                  <a:lnTo>
                    <a:pt x="13565" y="14998"/>
                  </a:lnTo>
                  <a:lnTo>
                    <a:pt x="13213" y="21746"/>
                  </a:lnTo>
                  <a:lnTo>
                    <a:pt x="0" y="20001"/>
                  </a:lnTo>
                  <a:lnTo>
                    <a:pt x="1159" y="19706"/>
                  </a:lnTo>
                  <a:lnTo>
                    <a:pt x="3739" y="5801"/>
                  </a:lnTo>
                  <a:lnTo>
                    <a:pt x="787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h1381"/>
            <p:cNvSpPr/>
            <p:nvPr/>
          </p:nvSpPr>
          <p:spPr>
            <a:xfrm>
              <a:off x="2992881" y="3421850"/>
              <a:ext cx="4675" cy="3209"/>
            </a:xfrm>
            <a:custGeom>
              <a:avLst/>
              <a:pathLst>
                <a:path w="4675" h="3209">
                  <a:moveTo>
                    <a:pt x="4675" y="122"/>
                  </a:moveTo>
                  <a:lnTo>
                    <a:pt x="1637" y="3144"/>
                  </a:lnTo>
                  <a:lnTo>
                    <a:pt x="0" y="3209"/>
                  </a:lnTo>
                  <a:lnTo>
                    <a:pt x="65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h1382"/>
            <p:cNvSpPr/>
            <p:nvPr/>
          </p:nvSpPr>
          <p:spPr>
            <a:xfrm>
              <a:off x="2819862" y="3292116"/>
              <a:ext cx="25107" cy="17441"/>
            </a:xfrm>
            <a:custGeom>
              <a:avLst/>
              <a:pathLst>
                <a:path w="25107" h="17441">
                  <a:moveTo>
                    <a:pt x="6081" y="970"/>
                  </a:moveTo>
                  <a:lnTo>
                    <a:pt x="5508" y="2372"/>
                  </a:lnTo>
                  <a:lnTo>
                    <a:pt x="6954" y="2778"/>
                  </a:lnTo>
                  <a:lnTo>
                    <a:pt x="15274" y="1582"/>
                  </a:lnTo>
                  <a:lnTo>
                    <a:pt x="18478" y="6180"/>
                  </a:lnTo>
                  <a:lnTo>
                    <a:pt x="21973" y="6466"/>
                  </a:lnTo>
                  <a:lnTo>
                    <a:pt x="23497" y="5136"/>
                  </a:lnTo>
                  <a:lnTo>
                    <a:pt x="25107" y="5747"/>
                  </a:lnTo>
                  <a:lnTo>
                    <a:pt x="22417" y="8415"/>
                  </a:lnTo>
                  <a:lnTo>
                    <a:pt x="16911" y="11726"/>
                  </a:lnTo>
                  <a:lnTo>
                    <a:pt x="17997" y="16610"/>
                  </a:lnTo>
                  <a:lnTo>
                    <a:pt x="15791" y="17441"/>
                  </a:lnTo>
                  <a:lnTo>
                    <a:pt x="15596" y="15183"/>
                  </a:lnTo>
                  <a:lnTo>
                    <a:pt x="10912" y="13635"/>
                  </a:lnTo>
                  <a:lnTo>
                    <a:pt x="5749" y="13693"/>
                  </a:lnTo>
                  <a:lnTo>
                    <a:pt x="3461" y="14859"/>
                  </a:lnTo>
                  <a:lnTo>
                    <a:pt x="3219" y="15886"/>
                  </a:lnTo>
                  <a:lnTo>
                    <a:pt x="0" y="13380"/>
                  </a:lnTo>
                  <a:lnTo>
                    <a:pt x="2190" y="3595"/>
                  </a:lnTo>
                  <a:lnTo>
                    <a:pt x="3049" y="624"/>
                  </a:lnTo>
                  <a:lnTo>
                    <a:pt x="472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h1383"/>
            <p:cNvSpPr/>
            <p:nvPr/>
          </p:nvSpPr>
          <p:spPr>
            <a:xfrm>
              <a:off x="2960018" y="3263718"/>
              <a:ext cx="31911" cy="14944"/>
            </a:xfrm>
            <a:custGeom>
              <a:avLst/>
              <a:pathLst>
                <a:path w="31911" h="14944">
                  <a:moveTo>
                    <a:pt x="14210" y="617"/>
                  </a:moveTo>
                  <a:lnTo>
                    <a:pt x="19721" y="4566"/>
                  </a:lnTo>
                  <a:lnTo>
                    <a:pt x="20104" y="6224"/>
                  </a:lnTo>
                  <a:lnTo>
                    <a:pt x="23329" y="8353"/>
                  </a:lnTo>
                  <a:lnTo>
                    <a:pt x="30114" y="7030"/>
                  </a:lnTo>
                  <a:lnTo>
                    <a:pt x="31911" y="9951"/>
                  </a:lnTo>
                  <a:lnTo>
                    <a:pt x="30798" y="10898"/>
                  </a:lnTo>
                  <a:lnTo>
                    <a:pt x="29540" y="9836"/>
                  </a:lnTo>
                  <a:lnTo>
                    <a:pt x="23927" y="8694"/>
                  </a:lnTo>
                  <a:lnTo>
                    <a:pt x="18348" y="12252"/>
                  </a:lnTo>
                  <a:lnTo>
                    <a:pt x="17424" y="13746"/>
                  </a:lnTo>
                  <a:lnTo>
                    <a:pt x="13583" y="12439"/>
                  </a:lnTo>
                  <a:lnTo>
                    <a:pt x="11006" y="13852"/>
                  </a:lnTo>
                  <a:lnTo>
                    <a:pt x="4131" y="13275"/>
                  </a:lnTo>
                  <a:lnTo>
                    <a:pt x="1875" y="14944"/>
                  </a:lnTo>
                  <a:lnTo>
                    <a:pt x="625" y="12974"/>
                  </a:lnTo>
                  <a:lnTo>
                    <a:pt x="0" y="8048"/>
                  </a:lnTo>
                  <a:lnTo>
                    <a:pt x="2620" y="3222"/>
                  </a:lnTo>
                  <a:lnTo>
                    <a:pt x="7871" y="2918"/>
                  </a:lnTo>
                  <a:lnTo>
                    <a:pt x="1046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h1384"/>
            <p:cNvSpPr/>
            <p:nvPr/>
          </p:nvSpPr>
          <p:spPr>
            <a:xfrm>
              <a:off x="2843857" y="3229581"/>
              <a:ext cx="16722" cy="19476"/>
            </a:xfrm>
            <a:custGeom>
              <a:avLst/>
              <a:pathLst>
                <a:path w="16722" h="19476">
                  <a:moveTo>
                    <a:pt x="14534" y="1005"/>
                  </a:moveTo>
                  <a:lnTo>
                    <a:pt x="16722" y="5693"/>
                  </a:lnTo>
                  <a:lnTo>
                    <a:pt x="14862" y="8650"/>
                  </a:lnTo>
                  <a:lnTo>
                    <a:pt x="12077" y="10229"/>
                  </a:lnTo>
                  <a:lnTo>
                    <a:pt x="12347" y="10837"/>
                  </a:lnTo>
                  <a:lnTo>
                    <a:pt x="10925" y="10875"/>
                  </a:lnTo>
                  <a:lnTo>
                    <a:pt x="9552" y="12148"/>
                  </a:lnTo>
                  <a:lnTo>
                    <a:pt x="12159" y="15648"/>
                  </a:lnTo>
                  <a:lnTo>
                    <a:pt x="11610" y="18650"/>
                  </a:lnTo>
                  <a:lnTo>
                    <a:pt x="8173" y="19476"/>
                  </a:lnTo>
                  <a:lnTo>
                    <a:pt x="6148" y="17670"/>
                  </a:lnTo>
                  <a:lnTo>
                    <a:pt x="4857" y="14972"/>
                  </a:lnTo>
                  <a:lnTo>
                    <a:pt x="3188" y="14547"/>
                  </a:lnTo>
                  <a:lnTo>
                    <a:pt x="597" y="15237"/>
                  </a:lnTo>
                  <a:lnTo>
                    <a:pt x="0" y="9302"/>
                  </a:lnTo>
                  <a:lnTo>
                    <a:pt x="2986" y="6156"/>
                  </a:lnTo>
                  <a:lnTo>
                    <a:pt x="9482" y="5720"/>
                  </a:lnTo>
                  <a:lnTo>
                    <a:pt x="11336" y="3553"/>
                  </a:lnTo>
                  <a:lnTo>
                    <a:pt x="1142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h1385"/>
            <p:cNvSpPr/>
            <p:nvPr/>
          </p:nvSpPr>
          <p:spPr>
            <a:xfrm>
              <a:off x="2963477" y="3251960"/>
              <a:ext cx="14676" cy="12375"/>
            </a:xfrm>
            <a:custGeom>
              <a:avLst/>
              <a:pathLst>
                <a:path w="14676" h="12375">
                  <a:moveTo>
                    <a:pt x="14676" y="8504"/>
                  </a:moveTo>
                  <a:lnTo>
                    <a:pt x="10752" y="12375"/>
                  </a:lnTo>
                  <a:lnTo>
                    <a:pt x="7008" y="11757"/>
                  </a:lnTo>
                  <a:lnTo>
                    <a:pt x="3856" y="11141"/>
                  </a:lnTo>
                  <a:lnTo>
                    <a:pt x="750" y="7907"/>
                  </a:lnTo>
                  <a:lnTo>
                    <a:pt x="0" y="5874"/>
                  </a:lnTo>
                  <a:lnTo>
                    <a:pt x="5662" y="967"/>
                  </a:lnTo>
                  <a:lnTo>
                    <a:pt x="1024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h1386"/>
            <p:cNvSpPr/>
            <p:nvPr/>
          </p:nvSpPr>
          <p:spPr>
            <a:xfrm>
              <a:off x="3313825" y="3461206"/>
              <a:ext cx="5772" cy="9227"/>
            </a:xfrm>
            <a:custGeom>
              <a:avLst/>
              <a:pathLst>
                <a:path w="5772" h="9227">
                  <a:moveTo>
                    <a:pt x="5772" y="668"/>
                  </a:moveTo>
                  <a:lnTo>
                    <a:pt x="3791" y="9227"/>
                  </a:lnTo>
                  <a:lnTo>
                    <a:pt x="0" y="8925"/>
                  </a:lnTo>
                  <a:lnTo>
                    <a:pt x="1527" y="1907"/>
                  </a:lnTo>
                  <a:lnTo>
                    <a:pt x="489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h1387"/>
            <p:cNvSpPr/>
            <p:nvPr/>
          </p:nvSpPr>
          <p:spPr>
            <a:xfrm>
              <a:off x="2877202" y="3379548"/>
              <a:ext cx="21934" cy="18823"/>
            </a:xfrm>
            <a:custGeom>
              <a:avLst/>
              <a:pathLst>
                <a:path w="21934" h="18823">
                  <a:moveTo>
                    <a:pt x="13570" y="6670"/>
                  </a:moveTo>
                  <a:lnTo>
                    <a:pt x="14929" y="11698"/>
                  </a:lnTo>
                  <a:lnTo>
                    <a:pt x="15923" y="11170"/>
                  </a:lnTo>
                  <a:lnTo>
                    <a:pt x="19451" y="12333"/>
                  </a:lnTo>
                  <a:lnTo>
                    <a:pt x="21934" y="16956"/>
                  </a:lnTo>
                  <a:lnTo>
                    <a:pt x="16007" y="17257"/>
                  </a:lnTo>
                  <a:lnTo>
                    <a:pt x="11948" y="18823"/>
                  </a:lnTo>
                  <a:lnTo>
                    <a:pt x="9972" y="15271"/>
                  </a:lnTo>
                  <a:lnTo>
                    <a:pt x="7476" y="14750"/>
                  </a:lnTo>
                  <a:lnTo>
                    <a:pt x="0" y="17721"/>
                  </a:lnTo>
                  <a:lnTo>
                    <a:pt x="109" y="13925"/>
                  </a:lnTo>
                  <a:lnTo>
                    <a:pt x="721" y="10927"/>
                  </a:lnTo>
                  <a:lnTo>
                    <a:pt x="2721" y="9492"/>
                  </a:lnTo>
                  <a:lnTo>
                    <a:pt x="5565" y="2223"/>
                  </a:lnTo>
                  <a:lnTo>
                    <a:pt x="863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h1388"/>
            <p:cNvSpPr/>
            <p:nvPr/>
          </p:nvSpPr>
          <p:spPr>
            <a:xfrm>
              <a:off x="2964424" y="3222478"/>
              <a:ext cx="7191" cy="11801"/>
            </a:xfrm>
            <a:custGeom>
              <a:avLst/>
              <a:pathLst>
                <a:path w="7191" h="11801">
                  <a:moveTo>
                    <a:pt x="5683" y="46"/>
                  </a:moveTo>
                  <a:lnTo>
                    <a:pt x="7191" y="4814"/>
                  </a:lnTo>
                  <a:lnTo>
                    <a:pt x="6605" y="7492"/>
                  </a:lnTo>
                  <a:lnTo>
                    <a:pt x="7155" y="8121"/>
                  </a:lnTo>
                  <a:lnTo>
                    <a:pt x="6367" y="11801"/>
                  </a:lnTo>
                  <a:lnTo>
                    <a:pt x="5896" y="11606"/>
                  </a:lnTo>
                  <a:lnTo>
                    <a:pt x="220" y="9409"/>
                  </a:lnTo>
                  <a:lnTo>
                    <a:pt x="0" y="6248"/>
                  </a:lnTo>
                  <a:lnTo>
                    <a:pt x="415" y="5101"/>
                  </a:lnTo>
                  <a:lnTo>
                    <a:pt x="4587" y="2434"/>
                  </a:lnTo>
                  <a:lnTo>
                    <a:pt x="429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h1389"/>
            <p:cNvSpPr/>
            <p:nvPr/>
          </p:nvSpPr>
          <p:spPr>
            <a:xfrm>
              <a:off x="2806711" y="3261716"/>
              <a:ext cx="11200" cy="12479"/>
            </a:xfrm>
            <a:custGeom>
              <a:avLst/>
              <a:pathLst>
                <a:path w="11200" h="12479">
                  <a:moveTo>
                    <a:pt x="6894" y="3182"/>
                  </a:moveTo>
                  <a:lnTo>
                    <a:pt x="8751" y="7882"/>
                  </a:lnTo>
                  <a:lnTo>
                    <a:pt x="10751" y="8952"/>
                  </a:lnTo>
                  <a:lnTo>
                    <a:pt x="11200" y="10209"/>
                  </a:lnTo>
                  <a:lnTo>
                    <a:pt x="8401" y="11561"/>
                  </a:lnTo>
                  <a:lnTo>
                    <a:pt x="6687" y="12479"/>
                  </a:lnTo>
                  <a:lnTo>
                    <a:pt x="2205" y="11069"/>
                  </a:lnTo>
                  <a:lnTo>
                    <a:pt x="1381" y="9995"/>
                  </a:lnTo>
                  <a:lnTo>
                    <a:pt x="1384" y="7843"/>
                  </a:lnTo>
                  <a:lnTo>
                    <a:pt x="855" y="7387"/>
                  </a:lnTo>
                  <a:lnTo>
                    <a:pt x="0" y="8269"/>
                  </a:lnTo>
                  <a:lnTo>
                    <a:pt x="1444" y="1845"/>
                  </a:lnTo>
                  <a:lnTo>
                    <a:pt x="4336" y="440"/>
                  </a:lnTo>
                  <a:lnTo>
                    <a:pt x="676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h1390"/>
            <p:cNvSpPr/>
            <p:nvPr/>
          </p:nvSpPr>
          <p:spPr>
            <a:xfrm>
              <a:off x="3138191" y="3452572"/>
              <a:ext cx="56467" cy="62723"/>
            </a:xfrm>
            <a:custGeom>
              <a:avLst/>
              <a:pathLst>
                <a:path w="56467" h="62723">
                  <a:moveTo>
                    <a:pt x="53713" y="20595"/>
                  </a:moveTo>
                  <a:lnTo>
                    <a:pt x="55573" y="21168"/>
                  </a:lnTo>
                  <a:lnTo>
                    <a:pt x="56467" y="22973"/>
                  </a:lnTo>
                  <a:lnTo>
                    <a:pt x="56279" y="23908"/>
                  </a:lnTo>
                  <a:lnTo>
                    <a:pt x="54547" y="23999"/>
                  </a:lnTo>
                  <a:lnTo>
                    <a:pt x="53003" y="21230"/>
                  </a:lnTo>
                  <a:lnTo>
                    <a:pt x="42973" y="29437"/>
                  </a:lnTo>
                  <a:lnTo>
                    <a:pt x="40987" y="29427"/>
                  </a:lnTo>
                  <a:lnTo>
                    <a:pt x="42648" y="41346"/>
                  </a:lnTo>
                  <a:lnTo>
                    <a:pt x="43179" y="42325"/>
                  </a:lnTo>
                  <a:lnTo>
                    <a:pt x="41880" y="43239"/>
                  </a:lnTo>
                  <a:lnTo>
                    <a:pt x="33404" y="46677"/>
                  </a:lnTo>
                  <a:lnTo>
                    <a:pt x="30619" y="51055"/>
                  </a:lnTo>
                  <a:lnTo>
                    <a:pt x="32033" y="54380"/>
                  </a:lnTo>
                  <a:lnTo>
                    <a:pt x="25026" y="57473"/>
                  </a:lnTo>
                  <a:lnTo>
                    <a:pt x="23665" y="60649"/>
                  </a:lnTo>
                  <a:lnTo>
                    <a:pt x="17249" y="61011"/>
                  </a:lnTo>
                  <a:lnTo>
                    <a:pt x="13816" y="62723"/>
                  </a:lnTo>
                  <a:lnTo>
                    <a:pt x="10349" y="49773"/>
                  </a:lnTo>
                  <a:lnTo>
                    <a:pt x="4694" y="45745"/>
                  </a:lnTo>
                  <a:lnTo>
                    <a:pt x="5137" y="43719"/>
                  </a:lnTo>
                  <a:lnTo>
                    <a:pt x="3789" y="39555"/>
                  </a:lnTo>
                  <a:lnTo>
                    <a:pt x="1927" y="39729"/>
                  </a:lnTo>
                  <a:lnTo>
                    <a:pt x="0" y="41064"/>
                  </a:lnTo>
                  <a:lnTo>
                    <a:pt x="635" y="38946"/>
                  </a:lnTo>
                  <a:lnTo>
                    <a:pt x="6559" y="35814"/>
                  </a:lnTo>
                  <a:lnTo>
                    <a:pt x="11025" y="38058"/>
                  </a:lnTo>
                  <a:lnTo>
                    <a:pt x="12868" y="40524"/>
                  </a:lnTo>
                  <a:lnTo>
                    <a:pt x="13710" y="36796"/>
                  </a:lnTo>
                  <a:lnTo>
                    <a:pt x="13119" y="36074"/>
                  </a:lnTo>
                  <a:lnTo>
                    <a:pt x="15347" y="25772"/>
                  </a:lnTo>
                  <a:lnTo>
                    <a:pt x="17364" y="21588"/>
                  </a:lnTo>
                  <a:lnTo>
                    <a:pt x="17073" y="20113"/>
                  </a:lnTo>
                  <a:lnTo>
                    <a:pt x="13372" y="16304"/>
                  </a:lnTo>
                  <a:lnTo>
                    <a:pt x="10331" y="12411"/>
                  </a:lnTo>
                  <a:lnTo>
                    <a:pt x="18220" y="9607"/>
                  </a:lnTo>
                  <a:lnTo>
                    <a:pt x="32004" y="876"/>
                  </a:lnTo>
                  <a:lnTo>
                    <a:pt x="41035" y="9345"/>
                  </a:lnTo>
                  <a:lnTo>
                    <a:pt x="44205" y="10482"/>
                  </a:lnTo>
                  <a:lnTo>
                    <a:pt x="48960" y="4616"/>
                  </a:lnTo>
                  <a:lnTo>
                    <a:pt x="50710" y="0"/>
                  </a:lnTo>
                  <a:lnTo>
                    <a:pt x="50835" y="307"/>
                  </a:lnTo>
                  <a:lnTo>
                    <a:pt x="51529" y="2242"/>
                  </a:lnTo>
                  <a:lnTo>
                    <a:pt x="49715" y="139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h1391"/>
            <p:cNvSpPr/>
            <p:nvPr/>
          </p:nvSpPr>
          <p:spPr>
            <a:xfrm>
              <a:off x="3145505" y="3387457"/>
              <a:ext cx="8672" cy="6849"/>
            </a:xfrm>
            <a:custGeom>
              <a:avLst/>
              <a:pathLst>
                <a:path w="8672" h="6849">
                  <a:moveTo>
                    <a:pt x="6788" y="6849"/>
                  </a:moveTo>
                  <a:lnTo>
                    <a:pt x="5383" y="5607"/>
                  </a:lnTo>
                  <a:lnTo>
                    <a:pt x="2997" y="6720"/>
                  </a:lnTo>
                  <a:lnTo>
                    <a:pt x="176" y="6189"/>
                  </a:lnTo>
                  <a:lnTo>
                    <a:pt x="0" y="4698"/>
                  </a:lnTo>
                  <a:lnTo>
                    <a:pt x="3177" y="3095"/>
                  </a:lnTo>
                  <a:lnTo>
                    <a:pt x="2137" y="538"/>
                  </a:lnTo>
                  <a:lnTo>
                    <a:pt x="4279" y="1557"/>
                  </a:lnTo>
                  <a:lnTo>
                    <a:pt x="5829" y="0"/>
                  </a:lnTo>
                  <a:lnTo>
                    <a:pt x="8672" y="18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h1392"/>
            <p:cNvSpPr/>
            <p:nvPr/>
          </p:nvSpPr>
          <p:spPr>
            <a:xfrm>
              <a:off x="2910129" y="3426882"/>
              <a:ext cx="29453" cy="29321"/>
            </a:xfrm>
            <a:custGeom>
              <a:avLst/>
              <a:pathLst>
                <a:path w="29453" h="29321">
                  <a:moveTo>
                    <a:pt x="24254" y="3701"/>
                  </a:moveTo>
                  <a:lnTo>
                    <a:pt x="23578" y="5402"/>
                  </a:lnTo>
                  <a:lnTo>
                    <a:pt x="23912" y="6834"/>
                  </a:lnTo>
                  <a:lnTo>
                    <a:pt x="29453" y="14051"/>
                  </a:lnTo>
                  <a:lnTo>
                    <a:pt x="26696" y="13188"/>
                  </a:lnTo>
                  <a:lnTo>
                    <a:pt x="23923" y="14131"/>
                  </a:lnTo>
                  <a:lnTo>
                    <a:pt x="22049" y="16038"/>
                  </a:lnTo>
                  <a:lnTo>
                    <a:pt x="20880" y="21159"/>
                  </a:lnTo>
                  <a:lnTo>
                    <a:pt x="16553" y="25596"/>
                  </a:lnTo>
                  <a:lnTo>
                    <a:pt x="13177" y="25764"/>
                  </a:lnTo>
                  <a:lnTo>
                    <a:pt x="13369" y="27137"/>
                  </a:lnTo>
                  <a:lnTo>
                    <a:pt x="9478" y="29321"/>
                  </a:lnTo>
                  <a:lnTo>
                    <a:pt x="5690" y="22782"/>
                  </a:lnTo>
                  <a:lnTo>
                    <a:pt x="1249" y="19076"/>
                  </a:lnTo>
                  <a:lnTo>
                    <a:pt x="0" y="16670"/>
                  </a:lnTo>
                  <a:lnTo>
                    <a:pt x="6326" y="11276"/>
                  </a:lnTo>
                  <a:lnTo>
                    <a:pt x="11879" y="12685"/>
                  </a:lnTo>
                  <a:lnTo>
                    <a:pt x="14586" y="11237"/>
                  </a:lnTo>
                  <a:lnTo>
                    <a:pt x="16424" y="8210"/>
                  </a:lnTo>
                  <a:lnTo>
                    <a:pt x="17810" y="7666"/>
                  </a:lnTo>
                  <a:lnTo>
                    <a:pt x="20458" y="7411"/>
                  </a:lnTo>
                  <a:lnTo>
                    <a:pt x="22531" y="3911"/>
                  </a:lnTo>
                  <a:lnTo>
                    <a:pt x="2318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h1393"/>
            <p:cNvSpPr/>
            <p:nvPr/>
          </p:nvSpPr>
          <p:spPr>
            <a:xfrm>
              <a:off x="2979915" y="3361465"/>
              <a:ext cx="4234" cy="2874"/>
            </a:xfrm>
            <a:custGeom>
              <a:avLst/>
              <a:pathLst>
                <a:path w="4234" h="2874">
                  <a:moveTo>
                    <a:pt x="4234" y="329"/>
                  </a:moveTo>
                  <a:lnTo>
                    <a:pt x="2244" y="2874"/>
                  </a:lnTo>
                  <a:lnTo>
                    <a:pt x="127" y="1146"/>
                  </a:lnTo>
                  <a:lnTo>
                    <a:pt x="0" y="97"/>
                  </a:lnTo>
                  <a:lnTo>
                    <a:pt x="96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h1394"/>
            <p:cNvSpPr/>
            <p:nvPr/>
          </p:nvSpPr>
          <p:spPr>
            <a:xfrm>
              <a:off x="2879152" y="3349838"/>
              <a:ext cx="15236" cy="15859"/>
            </a:xfrm>
            <a:custGeom>
              <a:avLst/>
              <a:pathLst>
                <a:path w="15236" h="15859">
                  <a:moveTo>
                    <a:pt x="14572" y="3018"/>
                  </a:moveTo>
                  <a:lnTo>
                    <a:pt x="15236" y="7681"/>
                  </a:lnTo>
                  <a:lnTo>
                    <a:pt x="12559" y="7193"/>
                  </a:lnTo>
                  <a:lnTo>
                    <a:pt x="5036" y="13906"/>
                  </a:lnTo>
                  <a:lnTo>
                    <a:pt x="4478" y="15859"/>
                  </a:lnTo>
                  <a:lnTo>
                    <a:pt x="0" y="9831"/>
                  </a:lnTo>
                  <a:lnTo>
                    <a:pt x="220" y="5783"/>
                  </a:lnTo>
                  <a:lnTo>
                    <a:pt x="6295" y="3911"/>
                  </a:lnTo>
                  <a:lnTo>
                    <a:pt x="7676" y="2637"/>
                  </a:lnTo>
                  <a:lnTo>
                    <a:pt x="8302" y="93"/>
                  </a:lnTo>
                  <a:lnTo>
                    <a:pt x="907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h1395"/>
            <p:cNvSpPr/>
            <p:nvPr/>
          </p:nvSpPr>
          <p:spPr>
            <a:xfrm>
              <a:off x="3017793" y="3340829"/>
              <a:ext cx="2137" cy="3791"/>
            </a:xfrm>
            <a:custGeom>
              <a:avLst/>
              <a:pathLst>
                <a:path w="2137" h="3791">
                  <a:moveTo>
                    <a:pt x="2107" y="3791"/>
                  </a:moveTo>
                  <a:lnTo>
                    <a:pt x="1545" y="3179"/>
                  </a:lnTo>
                  <a:lnTo>
                    <a:pt x="0" y="2660"/>
                  </a:lnTo>
                  <a:lnTo>
                    <a:pt x="213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h1396"/>
            <p:cNvSpPr/>
            <p:nvPr/>
          </p:nvSpPr>
          <p:spPr>
            <a:xfrm>
              <a:off x="3010058" y="3393091"/>
              <a:ext cx="9221" cy="11675"/>
            </a:xfrm>
            <a:custGeom>
              <a:avLst/>
              <a:pathLst>
                <a:path w="9221" h="11675">
                  <a:moveTo>
                    <a:pt x="5379" y="305"/>
                  </a:moveTo>
                  <a:lnTo>
                    <a:pt x="5804" y="5323"/>
                  </a:lnTo>
                  <a:lnTo>
                    <a:pt x="8425" y="8056"/>
                  </a:lnTo>
                  <a:lnTo>
                    <a:pt x="9221" y="8454"/>
                  </a:lnTo>
                  <a:lnTo>
                    <a:pt x="7358" y="10647"/>
                  </a:lnTo>
                  <a:lnTo>
                    <a:pt x="4492" y="11675"/>
                  </a:lnTo>
                  <a:lnTo>
                    <a:pt x="0" y="2196"/>
                  </a:lnTo>
                  <a:lnTo>
                    <a:pt x="916" y="412"/>
                  </a:lnTo>
                  <a:lnTo>
                    <a:pt x="266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h1397"/>
            <p:cNvSpPr/>
            <p:nvPr/>
          </p:nvSpPr>
          <p:spPr>
            <a:xfrm>
              <a:off x="2896378" y="3324897"/>
              <a:ext cx="9455" cy="16291"/>
            </a:xfrm>
            <a:custGeom>
              <a:avLst/>
              <a:pathLst>
                <a:path w="9455" h="16291">
                  <a:moveTo>
                    <a:pt x="6649" y="0"/>
                  </a:moveTo>
                  <a:lnTo>
                    <a:pt x="8782" y="1680"/>
                  </a:lnTo>
                  <a:lnTo>
                    <a:pt x="8557" y="2324"/>
                  </a:lnTo>
                  <a:lnTo>
                    <a:pt x="7848" y="4465"/>
                  </a:lnTo>
                  <a:lnTo>
                    <a:pt x="8204" y="7827"/>
                  </a:lnTo>
                  <a:lnTo>
                    <a:pt x="9455" y="10381"/>
                  </a:lnTo>
                  <a:lnTo>
                    <a:pt x="5196" y="12462"/>
                  </a:lnTo>
                  <a:lnTo>
                    <a:pt x="3511" y="16291"/>
                  </a:lnTo>
                  <a:lnTo>
                    <a:pt x="585" y="10868"/>
                  </a:lnTo>
                  <a:lnTo>
                    <a:pt x="477" y="7258"/>
                  </a:lnTo>
                  <a:lnTo>
                    <a:pt x="0" y="4482"/>
                  </a:lnTo>
                  <a:lnTo>
                    <a:pt x="615" y="875"/>
                  </a:lnTo>
                  <a:lnTo>
                    <a:pt x="2719" y="1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h1398"/>
            <p:cNvSpPr/>
            <p:nvPr/>
          </p:nvSpPr>
          <p:spPr>
            <a:xfrm>
              <a:off x="2889749" y="3279255"/>
              <a:ext cx="7716" cy="6416"/>
            </a:xfrm>
            <a:custGeom>
              <a:avLst/>
              <a:pathLst>
                <a:path w="7716" h="6416">
                  <a:moveTo>
                    <a:pt x="5122" y="516"/>
                  </a:moveTo>
                  <a:lnTo>
                    <a:pt x="7716" y="268"/>
                  </a:lnTo>
                  <a:lnTo>
                    <a:pt x="6805" y="4951"/>
                  </a:lnTo>
                  <a:lnTo>
                    <a:pt x="4068" y="6416"/>
                  </a:lnTo>
                  <a:lnTo>
                    <a:pt x="0" y="4493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h1399"/>
            <p:cNvSpPr/>
            <p:nvPr/>
          </p:nvSpPr>
          <p:spPr>
            <a:xfrm>
              <a:off x="2817030" y="3392124"/>
              <a:ext cx="25267" cy="17730"/>
            </a:xfrm>
            <a:custGeom>
              <a:avLst/>
              <a:pathLst>
                <a:path w="25267" h="17730">
                  <a:moveTo>
                    <a:pt x="18804" y="1969"/>
                  </a:moveTo>
                  <a:lnTo>
                    <a:pt x="22989" y="10534"/>
                  </a:lnTo>
                  <a:lnTo>
                    <a:pt x="25267" y="12341"/>
                  </a:lnTo>
                  <a:lnTo>
                    <a:pt x="24826" y="17730"/>
                  </a:lnTo>
                  <a:lnTo>
                    <a:pt x="13877" y="13282"/>
                  </a:lnTo>
                  <a:lnTo>
                    <a:pt x="12411" y="14031"/>
                  </a:lnTo>
                  <a:lnTo>
                    <a:pt x="4136" y="13655"/>
                  </a:lnTo>
                  <a:lnTo>
                    <a:pt x="3687" y="11323"/>
                  </a:lnTo>
                  <a:lnTo>
                    <a:pt x="0" y="4027"/>
                  </a:lnTo>
                  <a:lnTo>
                    <a:pt x="1756" y="2660"/>
                  </a:lnTo>
                  <a:lnTo>
                    <a:pt x="1169" y="3804"/>
                  </a:lnTo>
                  <a:lnTo>
                    <a:pt x="1476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h1400"/>
            <p:cNvSpPr/>
            <p:nvPr/>
          </p:nvSpPr>
          <p:spPr>
            <a:xfrm>
              <a:off x="2975764" y="3238724"/>
              <a:ext cx="10756" cy="12021"/>
            </a:xfrm>
            <a:custGeom>
              <a:avLst/>
              <a:pathLst>
                <a:path w="10756" h="12021">
                  <a:moveTo>
                    <a:pt x="4006" y="0"/>
                  </a:moveTo>
                  <a:lnTo>
                    <a:pt x="10756" y="5362"/>
                  </a:lnTo>
                  <a:lnTo>
                    <a:pt x="6956" y="7795"/>
                  </a:lnTo>
                  <a:lnTo>
                    <a:pt x="5010" y="7421"/>
                  </a:lnTo>
                  <a:lnTo>
                    <a:pt x="3518" y="12021"/>
                  </a:lnTo>
                  <a:lnTo>
                    <a:pt x="734" y="11089"/>
                  </a:lnTo>
                  <a:lnTo>
                    <a:pt x="0" y="7422"/>
                  </a:lnTo>
                  <a:lnTo>
                    <a:pt x="653" y="3369"/>
                  </a:lnTo>
                  <a:lnTo>
                    <a:pt x="1097" y="1110"/>
                  </a:lnTo>
                  <a:lnTo>
                    <a:pt x="2956" y="36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h1401"/>
            <p:cNvSpPr/>
            <p:nvPr/>
          </p:nvSpPr>
          <p:spPr>
            <a:xfrm>
              <a:off x="2968533" y="3223230"/>
              <a:ext cx="17987" cy="22917"/>
            </a:xfrm>
            <a:custGeom>
              <a:avLst/>
              <a:pathLst>
                <a:path w="17987" h="22917">
                  <a:moveTo>
                    <a:pt x="14381" y="158"/>
                  </a:moveTo>
                  <a:lnTo>
                    <a:pt x="14485" y="804"/>
                  </a:lnTo>
                  <a:lnTo>
                    <a:pt x="15556" y="13214"/>
                  </a:lnTo>
                  <a:lnTo>
                    <a:pt x="16275" y="13532"/>
                  </a:lnTo>
                  <a:lnTo>
                    <a:pt x="17987" y="20856"/>
                  </a:lnTo>
                  <a:lnTo>
                    <a:pt x="11238" y="15494"/>
                  </a:lnTo>
                  <a:lnTo>
                    <a:pt x="10187" y="15855"/>
                  </a:lnTo>
                  <a:lnTo>
                    <a:pt x="4598" y="17905"/>
                  </a:lnTo>
                  <a:lnTo>
                    <a:pt x="7885" y="18864"/>
                  </a:lnTo>
                  <a:lnTo>
                    <a:pt x="7231" y="22917"/>
                  </a:lnTo>
                  <a:lnTo>
                    <a:pt x="0" y="18486"/>
                  </a:lnTo>
                  <a:lnTo>
                    <a:pt x="1363" y="14129"/>
                  </a:lnTo>
                  <a:lnTo>
                    <a:pt x="2259" y="11049"/>
                  </a:lnTo>
                  <a:lnTo>
                    <a:pt x="3047" y="7369"/>
                  </a:lnTo>
                  <a:lnTo>
                    <a:pt x="2894" y="6330"/>
                  </a:lnTo>
                  <a:lnTo>
                    <a:pt x="8253" y="4711"/>
                  </a:lnTo>
                  <a:lnTo>
                    <a:pt x="1295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h1402"/>
            <p:cNvSpPr/>
            <p:nvPr/>
          </p:nvSpPr>
          <p:spPr>
            <a:xfrm>
              <a:off x="3015882" y="3294982"/>
              <a:ext cx="49224" cy="50858"/>
            </a:xfrm>
            <a:custGeom>
              <a:avLst/>
              <a:pathLst>
                <a:path w="49224" h="50858">
                  <a:moveTo>
                    <a:pt x="49224" y="1433"/>
                  </a:moveTo>
                  <a:lnTo>
                    <a:pt x="45653" y="4305"/>
                  </a:lnTo>
                  <a:lnTo>
                    <a:pt x="42875" y="12110"/>
                  </a:lnTo>
                  <a:lnTo>
                    <a:pt x="35999" y="13946"/>
                  </a:lnTo>
                  <a:lnTo>
                    <a:pt x="30920" y="18266"/>
                  </a:lnTo>
                  <a:lnTo>
                    <a:pt x="29699" y="21906"/>
                  </a:lnTo>
                  <a:lnTo>
                    <a:pt x="31865" y="24259"/>
                  </a:lnTo>
                  <a:lnTo>
                    <a:pt x="31471" y="25737"/>
                  </a:lnTo>
                  <a:lnTo>
                    <a:pt x="27175" y="28946"/>
                  </a:lnTo>
                  <a:lnTo>
                    <a:pt x="26210" y="31681"/>
                  </a:lnTo>
                  <a:lnTo>
                    <a:pt x="26868" y="34524"/>
                  </a:lnTo>
                  <a:lnTo>
                    <a:pt x="26028" y="38677"/>
                  </a:lnTo>
                  <a:lnTo>
                    <a:pt x="23428" y="38127"/>
                  </a:lnTo>
                  <a:lnTo>
                    <a:pt x="17818" y="41413"/>
                  </a:lnTo>
                  <a:lnTo>
                    <a:pt x="15706" y="43622"/>
                  </a:lnTo>
                  <a:lnTo>
                    <a:pt x="11769" y="43631"/>
                  </a:lnTo>
                  <a:lnTo>
                    <a:pt x="7162" y="47840"/>
                  </a:lnTo>
                  <a:lnTo>
                    <a:pt x="8775" y="50092"/>
                  </a:lnTo>
                  <a:lnTo>
                    <a:pt x="8965" y="50858"/>
                  </a:lnTo>
                  <a:lnTo>
                    <a:pt x="8260" y="50762"/>
                  </a:lnTo>
                  <a:lnTo>
                    <a:pt x="6233" y="50390"/>
                  </a:lnTo>
                  <a:lnTo>
                    <a:pt x="4018" y="49638"/>
                  </a:lnTo>
                  <a:lnTo>
                    <a:pt x="4048" y="45846"/>
                  </a:lnTo>
                  <a:lnTo>
                    <a:pt x="1911" y="48506"/>
                  </a:lnTo>
                  <a:lnTo>
                    <a:pt x="0" y="48464"/>
                  </a:lnTo>
                  <a:lnTo>
                    <a:pt x="643" y="45075"/>
                  </a:lnTo>
                  <a:lnTo>
                    <a:pt x="3892" y="36978"/>
                  </a:lnTo>
                  <a:lnTo>
                    <a:pt x="3718" y="34740"/>
                  </a:lnTo>
                  <a:lnTo>
                    <a:pt x="6563" y="32762"/>
                  </a:lnTo>
                  <a:lnTo>
                    <a:pt x="12899" y="25883"/>
                  </a:lnTo>
                  <a:lnTo>
                    <a:pt x="15269" y="22046"/>
                  </a:lnTo>
                  <a:lnTo>
                    <a:pt x="15432" y="16975"/>
                  </a:lnTo>
                  <a:lnTo>
                    <a:pt x="15335" y="13592"/>
                  </a:lnTo>
                  <a:lnTo>
                    <a:pt x="19458" y="11678"/>
                  </a:lnTo>
                  <a:lnTo>
                    <a:pt x="22354" y="11710"/>
                  </a:lnTo>
                  <a:lnTo>
                    <a:pt x="27941" y="8385"/>
                  </a:lnTo>
                  <a:lnTo>
                    <a:pt x="28639" y="1564"/>
                  </a:lnTo>
                  <a:lnTo>
                    <a:pt x="33552" y="2380"/>
                  </a:lnTo>
                  <a:lnTo>
                    <a:pt x="43891" y="0"/>
                  </a:lnTo>
                  <a:lnTo>
                    <a:pt x="47606" y="257"/>
                  </a:lnTo>
                  <a:close/>
                  <a:moveTo>
                    <a:pt x="14234" y="31227"/>
                  </a:moveTo>
                  <a:lnTo>
                    <a:pt x="15068" y="34705"/>
                  </a:lnTo>
                  <a:lnTo>
                    <a:pt x="13557" y="36212"/>
                  </a:lnTo>
                  <a:lnTo>
                    <a:pt x="17752" y="36655"/>
                  </a:lnTo>
                  <a:lnTo>
                    <a:pt x="23164" y="33648"/>
                  </a:lnTo>
                  <a:lnTo>
                    <a:pt x="23325" y="32572"/>
                  </a:lnTo>
                  <a:lnTo>
                    <a:pt x="14733" y="2845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h1403"/>
            <p:cNvSpPr/>
            <p:nvPr/>
          </p:nvSpPr>
          <p:spPr>
            <a:xfrm>
              <a:off x="2976077" y="3348221"/>
              <a:ext cx="8142" cy="9048"/>
            </a:xfrm>
            <a:custGeom>
              <a:avLst/>
              <a:pathLst>
                <a:path w="8142" h="9048">
                  <a:moveTo>
                    <a:pt x="3509" y="664"/>
                  </a:moveTo>
                  <a:lnTo>
                    <a:pt x="4814" y="2807"/>
                  </a:lnTo>
                  <a:lnTo>
                    <a:pt x="8142" y="1879"/>
                  </a:lnTo>
                  <a:lnTo>
                    <a:pt x="6410" y="8673"/>
                  </a:lnTo>
                  <a:lnTo>
                    <a:pt x="5391" y="9048"/>
                  </a:lnTo>
                  <a:lnTo>
                    <a:pt x="5246" y="8968"/>
                  </a:lnTo>
                  <a:lnTo>
                    <a:pt x="1283" y="8578"/>
                  </a:lnTo>
                  <a:lnTo>
                    <a:pt x="0" y="8254"/>
                  </a:lnTo>
                  <a:lnTo>
                    <a:pt x="437" y="6057"/>
                  </a:lnTo>
                  <a:lnTo>
                    <a:pt x="1902" y="4488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h1404"/>
            <p:cNvSpPr/>
            <p:nvPr/>
          </p:nvSpPr>
          <p:spPr>
            <a:xfrm>
              <a:off x="3171505" y="3433723"/>
              <a:ext cx="20316" cy="14891"/>
            </a:xfrm>
            <a:custGeom>
              <a:avLst/>
              <a:pathLst>
                <a:path w="20316" h="14891">
                  <a:moveTo>
                    <a:pt x="8514" y="3629"/>
                  </a:moveTo>
                  <a:lnTo>
                    <a:pt x="16649" y="4421"/>
                  </a:lnTo>
                  <a:lnTo>
                    <a:pt x="19133" y="3869"/>
                  </a:lnTo>
                  <a:lnTo>
                    <a:pt x="19851" y="5294"/>
                  </a:lnTo>
                  <a:lnTo>
                    <a:pt x="19234" y="7153"/>
                  </a:lnTo>
                  <a:lnTo>
                    <a:pt x="20316" y="8920"/>
                  </a:lnTo>
                  <a:lnTo>
                    <a:pt x="16507" y="14182"/>
                  </a:lnTo>
                  <a:lnTo>
                    <a:pt x="11992" y="14891"/>
                  </a:lnTo>
                  <a:lnTo>
                    <a:pt x="7784" y="11530"/>
                  </a:lnTo>
                  <a:lnTo>
                    <a:pt x="2077" y="10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h1405"/>
            <p:cNvSpPr/>
            <p:nvPr/>
          </p:nvSpPr>
          <p:spPr>
            <a:xfrm>
              <a:off x="2914784" y="3336679"/>
              <a:ext cx="22618" cy="36993"/>
            </a:xfrm>
            <a:custGeom>
              <a:avLst/>
              <a:pathLst>
                <a:path w="22618" h="36993">
                  <a:moveTo>
                    <a:pt x="20799" y="693"/>
                  </a:moveTo>
                  <a:lnTo>
                    <a:pt x="21622" y="6878"/>
                  </a:lnTo>
                  <a:lnTo>
                    <a:pt x="22618" y="7190"/>
                  </a:lnTo>
                  <a:lnTo>
                    <a:pt x="19002" y="10854"/>
                  </a:lnTo>
                  <a:lnTo>
                    <a:pt x="18561" y="17068"/>
                  </a:lnTo>
                  <a:lnTo>
                    <a:pt x="17010" y="16810"/>
                  </a:lnTo>
                  <a:lnTo>
                    <a:pt x="14798" y="18665"/>
                  </a:lnTo>
                  <a:lnTo>
                    <a:pt x="13673" y="21249"/>
                  </a:lnTo>
                  <a:lnTo>
                    <a:pt x="11504" y="23414"/>
                  </a:lnTo>
                  <a:lnTo>
                    <a:pt x="9061" y="23168"/>
                  </a:lnTo>
                  <a:lnTo>
                    <a:pt x="9756" y="20394"/>
                  </a:lnTo>
                  <a:lnTo>
                    <a:pt x="6452" y="20616"/>
                  </a:lnTo>
                  <a:lnTo>
                    <a:pt x="5663" y="21481"/>
                  </a:lnTo>
                  <a:lnTo>
                    <a:pt x="5646" y="24250"/>
                  </a:lnTo>
                  <a:lnTo>
                    <a:pt x="6725" y="26212"/>
                  </a:lnTo>
                  <a:lnTo>
                    <a:pt x="8139" y="26083"/>
                  </a:lnTo>
                  <a:lnTo>
                    <a:pt x="11318" y="27921"/>
                  </a:lnTo>
                  <a:lnTo>
                    <a:pt x="8925" y="30698"/>
                  </a:lnTo>
                  <a:lnTo>
                    <a:pt x="8941" y="36993"/>
                  </a:lnTo>
                  <a:lnTo>
                    <a:pt x="983" y="34400"/>
                  </a:lnTo>
                  <a:lnTo>
                    <a:pt x="0" y="30854"/>
                  </a:lnTo>
                  <a:lnTo>
                    <a:pt x="5354" y="20642"/>
                  </a:lnTo>
                  <a:lnTo>
                    <a:pt x="3355" y="12782"/>
                  </a:lnTo>
                  <a:lnTo>
                    <a:pt x="8786" y="8598"/>
                  </a:lnTo>
                  <a:lnTo>
                    <a:pt x="10465" y="2781"/>
                  </a:lnTo>
                  <a:lnTo>
                    <a:pt x="15960" y="1128"/>
                  </a:lnTo>
                  <a:lnTo>
                    <a:pt x="16867" y="1403"/>
                  </a:lnTo>
                  <a:lnTo>
                    <a:pt x="1968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h1406"/>
            <p:cNvSpPr/>
            <p:nvPr/>
          </p:nvSpPr>
          <p:spPr>
            <a:xfrm>
              <a:off x="2905005" y="3311868"/>
              <a:ext cx="13252" cy="13823"/>
            </a:xfrm>
            <a:custGeom>
              <a:avLst/>
              <a:pathLst>
                <a:path w="13252" h="13823">
                  <a:moveTo>
                    <a:pt x="8871" y="299"/>
                  </a:moveTo>
                  <a:lnTo>
                    <a:pt x="12249" y="2555"/>
                  </a:lnTo>
                  <a:lnTo>
                    <a:pt x="10720" y="4831"/>
                  </a:lnTo>
                  <a:lnTo>
                    <a:pt x="10608" y="7051"/>
                  </a:lnTo>
                  <a:lnTo>
                    <a:pt x="11472" y="8572"/>
                  </a:lnTo>
                  <a:lnTo>
                    <a:pt x="12779" y="7998"/>
                  </a:lnTo>
                  <a:lnTo>
                    <a:pt x="13252" y="10065"/>
                  </a:lnTo>
                  <a:lnTo>
                    <a:pt x="10426" y="9062"/>
                  </a:lnTo>
                  <a:lnTo>
                    <a:pt x="7946" y="9484"/>
                  </a:lnTo>
                  <a:lnTo>
                    <a:pt x="9108" y="13125"/>
                  </a:lnTo>
                  <a:lnTo>
                    <a:pt x="7422" y="13060"/>
                  </a:lnTo>
                  <a:lnTo>
                    <a:pt x="1299" y="13823"/>
                  </a:lnTo>
                  <a:lnTo>
                    <a:pt x="1123" y="10229"/>
                  </a:lnTo>
                  <a:lnTo>
                    <a:pt x="3717" y="10360"/>
                  </a:lnTo>
                  <a:lnTo>
                    <a:pt x="5387" y="7484"/>
                  </a:lnTo>
                  <a:lnTo>
                    <a:pt x="4410" y="6279"/>
                  </a:lnTo>
                  <a:lnTo>
                    <a:pt x="0" y="4688"/>
                  </a:lnTo>
                  <a:lnTo>
                    <a:pt x="527" y="1500"/>
                  </a:lnTo>
                  <a:lnTo>
                    <a:pt x="670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h1407"/>
            <p:cNvSpPr/>
            <p:nvPr/>
          </p:nvSpPr>
          <p:spPr>
            <a:xfrm>
              <a:off x="2961937" y="3393127"/>
              <a:ext cx="15537" cy="10118"/>
            </a:xfrm>
            <a:custGeom>
              <a:avLst/>
              <a:pathLst>
                <a:path w="15537" h="10118">
                  <a:moveTo>
                    <a:pt x="10938" y="5937"/>
                  </a:moveTo>
                  <a:lnTo>
                    <a:pt x="12061" y="7566"/>
                  </a:lnTo>
                  <a:lnTo>
                    <a:pt x="15537" y="8453"/>
                  </a:lnTo>
                  <a:lnTo>
                    <a:pt x="7574" y="10118"/>
                  </a:lnTo>
                  <a:lnTo>
                    <a:pt x="0" y="7294"/>
                  </a:lnTo>
                  <a:lnTo>
                    <a:pt x="685" y="4883"/>
                  </a:lnTo>
                  <a:lnTo>
                    <a:pt x="6490" y="8612"/>
                  </a:lnTo>
                  <a:lnTo>
                    <a:pt x="5584" y="5231"/>
                  </a:lnTo>
                  <a:lnTo>
                    <a:pt x="8477" y="1550"/>
                  </a:lnTo>
                  <a:lnTo>
                    <a:pt x="1013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h1408"/>
            <p:cNvSpPr/>
            <p:nvPr/>
          </p:nvSpPr>
          <p:spPr>
            <a:xfrm>
              <a:off x="3038074" y="3362107"/>
              <a:ext cx="14960" cy="8090"/>
            </a:xfrm>
            <a:custGeom>
              <a:avLst/>
              <a:pathLst>
                <a:path w="14960" h="8090">
                  <a:moveTo>
                    <a:pt x="14960" y="38"/>
                  </a:moveTo>
                  <a:lnTo>
                    <a:pt x="14895" y="2859"/>
                  </a:lnTo>
                  <a:lnTo>
                    <a:pt x="13782" y="3107"/>
                  </a:lnTo>
                  <a:lnTo>
                    <a:pt x="14360" y="7885"/>
                  </a:lnTo>
                  <a:lnTo>
                    <a:pt x="14178" y="8090"/>
                  </a:lnTo>
                  <a:lnTo>
                    <a:pt x="13281" y="7355"/>
                  </a:lnTo>
                  <a:lnTo>
                    <a:pt x="1233" y="7422"/>
                  </a:lnTo>
                  <a:lnTo>
                    <a:pt x="0" y="5684"/>
                  </a:lnTo>
                  <a:lnTo>
                    <a:pt x="488" y="5282"/>
                  </a:lnTo>
                  <a:lnTo>
                    <a:pt x="10839" y="44"/>
                  </a:lnTo>
                  <a:lnTo>
                    <a:pt x="1378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h1409"/>
            <p:cNvSpPr/>
            <p:nvPr/>
          </p:nvSpPr>
          <p:spPr>
            <a:xfrm>
              <a:off x="2856428" y="3288237"/>
              <a:ext cx="11121" cy="9947"/>
            </a:xfrm>
            <a:custGeom>
              <a:avLst/>
              <a:pathLst>
                <a:path w="11121" h="9947">
                  <a:moveTo>
                    <a:pt x="10915" y="3315"/>
                  </a:moveTo>
                  <a:lnTo>
                    <a:pt x="11121" y="5744"/>
                  </a:lnTo>
                  <a:lnTo>
                    <a:pt x="897" y="9947"/>
                  </a:lnTo>
                  <a:lnTo>
                    <a:pt x="0" y="9947"/>
                  </a:lnTo>
                  <a:lnTo>
                    <a:pt x="629" y="6803"/>
                  </a:lnTo>
                  <a:lnTo>
                    <a:pt x="3248" y="3954"/>
                  </a:lnTo>
                  <a:lnTo>
                    <a:pt x="3220" y="1994"/>
                  </a:lnTo>
                  <a:lnTo>
                    <a:pt x="663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h1410"/>
            <p:cNvSpPr/>
            <p:nvPr/>
          </p:nvSpPr>
          <p:spPr>
            <a:xfrm>
              <a:off x="3063069" y="3352461"/>
              <a:ext cx="12429" cy="13762"/>
            </a:xfrm>
            <a:custGeom>
              <a:avLst/>
              <a:pathLst>
                <a:path w="12429" h="13762">
                  <a:moveTo>
                    <a:pt x="2503" y="0"/>
                  </a:moveTo>
                  <a:lnTo>
                    <a:pt x="11971" y="2415"/>
                  </a:lnTo>
                  <a:lnTo>
                    <a:pt x="12429" y="7676"/>
                  </a:lnTo>
                  <a:lnTo>
                    <a:pt x="11394" y="8942"/>
                  </a:lnTo>
                  <a:lnTo>
                    <a:pt x="11309" y="12161"/>
                  </a:lnTo>
                  <a:lnTo>
                    <a:pt x="8934" y="13762"/>
                  </a:lnTo>
                  <a:lnTo>
                    <a:pt x="289" y="13701"/>
                  </a:lnTo>
                  <a:lnTo>
                    <a:pt x="41" y="13522"/>
                  </a:lnTo>
                  <a:lnTo>
                    <a:pt x="0" y="12502"/>
                  </a:lnTo>
                  <a:lnTo>
                    <a:pt x="4172" y="9201"/>
                  </a:lnTo>
                  <a:lnTo>
                    <a:pt x="5832" y="5663"/>
                  </a:lnTo>
                  <a:lnTo>
                    <a:pt x="5467" y="4371"/>
                  </a:lnTo>
                  <a:lnTo>
                    <a:pt x="2527" y="250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h1411"/>
            <p:cNvSpPr/>
            <p:nvPr/>
          </p:nvSpPr>
          <p:spPr>
            <a:xfrm>
              <a:off x="3004649" y="3461177"/>
              <a:ext cx="5745" cy="11825"/>
            </a:xfrm>
            <a:custGeom>
              <a:avLst/>
              <a:pathLst>
                <a:path w="5745" h="11825">
                  <a:moveTo>
                    <a:pt x="5745" y="6619"/>
                  </a:moveTo>
                  <a:lnTo>
                    <a:pt x="4773" y="9032"/>
                  </a:lnTo>
                  <a:lnTo>
                    <a:pt x="2101" y="11825"/>
                  </a:lnTo>
                  <a:lnTo>
                    <a:pt x="2789" y="8455"/>
                  </a:lnTo>
                  <a:lnTo>
                    <a:pt x="0" y="6381"/>
                  </a:lnTo>
                  <a:lnTo>
                    <a:pt x="256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h1412"/>
            <p:cNvSpPr/>
            <p:nvPr/>
          </p:nvSpPr>
          <p:spPr>
            <a:xfrm>
              <a:off x="3027723" y="3342877"/>
              <a:ext cx="2399" cy="2017"/>
            </a:xfrm>
            <a:custGeom>
              <a:avLst/>
              <a:pathLst>
                <a:path w="2399" h="2017">
                  <a:moveTo>
                    <a:pt x="2399" y="1326"/>
                  </a:moveTo>
                  <a:lnTo>
                    <a:pt x="908" y="2017"/>
                  </a:lnTo>
                  <a:lnTo>
                    <a:pt x="0" y="1929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h1413"/>
            <p:cNvSpPr/>
            <p:nvPr/>
          </p:nvSpPr>
          <p:spPr>
            <a:xfrm>
              <a:off x="2976341" y="3360918"/>
              <a:ext cx="3701" cy="1929"/>
            </a:xfrm>
            <a:custGeom>
              <a:avLst/>
              <a:pathLst>
                <a:path w="3701" h="1929">
                  <a:moveTo>
                    <a:pt x="3401" y="0"/>
                  </a:moveTo>
                  <a:lnTo>
                    <a:pt x="3574" y="644"/>
                  </a:lnTo>
                  <a:lnTo>
                    <a:pt x="3701" y="1693"/>
                  </a:lnTo>
                  <a:lnTo>
                    <a:pt x="0" y="192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h1414"/>
            <p:cNvSpPr/>
            <p:nvPr/>
          </p:nvSpPr>
          <p:spPr>
            <a:xfrm>
              <a:off x="2819908" y="3317513"/>
              <a:ext cx="14261" cy="13114"/>
            </a:xfrm>
            <a:custGeom>
              <a:avLst/>
              <a:pathLst>
                <a:path w="14261" h="13114">
                  <a:moveTo>
                    <a:pt x="11743" y="635"/>
                  </a:moveTo>
                  <a:lnTo>
                    <a:pt x="12679" y="2967"/>
                  </a:lnTo>
                  <a:lnTo>
                    <a:pt x="12559" y="7892"/>
                  </a:lnTo>
                  <a:lnTo>
                    <a:pt x="14261" y="12114"/>
                  </a:lnTo>
                  <a:lnTo>
                    <a:pt x="12021" y="13114"/>
                  </a:lnTo>
                  <a:lnTo>
                    <a:pt x="10258" y="12307"/>
                  </a:lnTo>
                  <a:lnTo>
                    <a:pt x="7816" y="6973"/>
                  </a:lnTo>
                  <a:lnTo>
                    <a:pt x="4191" y="11522"/>
                  </a:lnTo>
                  <a:lnTo>
                    <a:pt x="1176" y="10829"/>
                  </a:lnTo>
                  <a:lnTo>
                    <a:pt x="341" y="9351"/>
                  </a:lnTo>
                  <a:lnTo>
                    <a:pt x="1121" y="7411"/>
                  </a:lnTo>
                  <a:lnTo>
                    <a:pt x="0" y="5906"/>
                  </a:lnTo>
                  <a:lnTo>
                    <a:pt x="639" y="3412"/>
                  </a:lnTo>
                  <a:lnTo>
                    <a:pt x="3338" y="3927"/>
                  </a:lnTo>
                  <a:lnTo>
                    <a:pt x="4444" y="5612"/>
                  </a:lnTo>
                  <a:lnTo>
                    <a:pt x="6285" y="5878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h1415"/>
            <p:cNvSpPr/>
            <p:nvPr/>
          </p:nvSpPr>
          <p:spPr>
            <a:xfrm>
              <a:off x="2981534" y="3429991"/>
              <a:ext cx="7263" cy="10291"/>
            </a:xfrm>
            <a:custGeom>
              <a:avLst/>
              <a:pathLst>
                <a:path w="7263" h="10291">
                  <a:moveTo>
                    <a:pt x="3979" y="891"/>
                  </a:moveTo>
                  <a:lnTo>
                    <a:pt x="7263" y="7096"/>
                  </a:lnTo>
                  <a:lnTo>
                    <a:pt x="5328" y="9940"/>
                  </a:lnTo>
                  <a:lnTo>
                    <a:pt x="5311" y="10291"/>
                  </a:lnTo>
                  <a:lnTo>
                    <a:pt x="0" y="4200"/>
                  </a:lnTo>
                  <a:lnTo>
                    <a:pt x="153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h1416"/>
            <p:cNvSpPr/>
            <p:nvPr/>
          </p:nvSpPr>
          <p:spPr>
            <a:xfrm>
              <a:off x="2831819" y="3462688"/>
              <a:ext cx="11879" cy="12491"/>
            </a:xfrm>
            <a:custGeom>
              <a:avLst/>
              <a:pathLst>
                <a:path w="11879" h="12491">
                  <a:moveTo>
                    <a:pt x="11059" y="3036"/>
                  </a:moveTo>
                  <a:lnTo>
                    <a:pt x="11879" y="8223"/>
                  </a:lnTo>
                  <a:lnTo>
                    <a:pt x="3642" y="12491"/>
                  </a:lnTo>
                  <a:lnTo>
                    <a:pt x="424" y="8403"/>
                  </a:lnTo>
                  <a:lnTo>
                    <a:pt x="2176" y="5382"/>
                  </a:lnTo>
                  <a:lnTo>
                    <a:pt x="0" y="3742"/>
                  </a:lnTo>
                  <a:lnTo>
                    <a:pt x="234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h1417"/>
            <p:cNvSpPr/>
            <p:nvPr/>
          </p:nvSpPr>
          <p:spPr>
            <a:xfrm>
              <a:off x="3027438" y="3519584"/>
              <a:ext cx="17933" cy="11289"/>
            </a:xfrm>
            <a:custGeom>
              <a:avLst/>
              <a:pathLst>
                <a:path w="17933" h="11289">
                  <a:moveTo>
                    <a:pt x="8736" y="6"/>
                  </a:moveTo>
                  <a:lnTo>
                    <a:pt x="9970" y="358"/>
                  </a:lnTo>
                  <a:lnTo>
                    <a:pt x="13395" y="1617"/>
                  </a:lnTo>
                  <a:lnTo>
                    <a:pt x="14236" y="5765"/>
                  </a:lnTo>
                  <a:lnTo>
                    <a:pt x="17933" y="8162"/>
                  </a:lnTo>
                  <a:lnTo>
                    <a:pt x="15843" y="10425"/>
                  </a:lnTo>
                  <a:lnTo>
                    <a:pt x="11874" y="11289"/>
                  </a:lnTo>
                  <a:lnTo>
                    <a:pt x="488" y="11056"/>
                  </a:lnTo>
                  <a:lnTo>
                    <a:pt x="0" y="6307"/>
                  </a:lnTo>
                  <a:lnTo>
                    <a:pt x="3257" y="984"/>
                  </a:lnTo>
                  <a:lnTo>
                    <a:pt x="274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h1418"/>
            <p:cNvSpPr/>
            <p:nvPr/>
          </p:nvSpPr>
          <p:spPr>
            <a:xfrm>
              <a:off x="2912951" y="3320930"/>
              <a:ext cx="9927" cy="5824"/>
            </a:xfrm>
            <a:custGeom>
              <a:avLst/>
              <a:pathLst>
                <a:path w="9927" h="5824">
                  <a:moveTo>
                    <a:pt x="5306" y="1003"/>
                  </a:moveTo>
                  <a:lnTo>
                    <a:pt x="9927" y="3306"/>
                  </a:lnTo>
                  <a:lnTo>
                    <a:pt x="9842" y="5824"/>
                  </a:lnTo>
                  <a:lnTo>
                    <a:pt x="5230" y="5301"/>
                  </a:lnTo>
                  <a:lnTo>
                    <a:pt x="2807" y="3962"/>
                  </a:lnTo>
                  <a:lnTo>
                    <a:pt x="1162" y="4063"/>
                  </a:lnTo>
                  <a:lnTo>
                    <a:pt x="0" y="422"/>
                  </a:lnTo>
                  <a:lnTo>
                    <a:pt x="248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h1419"/>
            <p:cNvSpPr/>
            <p:nvPr/>
          </p:nvSpPr>
          <p:spPr>
            <a:xfrm>
              <a:off x="2993253" y="3419446"/>
              <a:ext cx="17420" cy="16542"/>
            </a:xfrm>
            <a:custGeom>
              <a:avLst/>
              <a:pathLst>
                <a:path w="17420" h="16542">
                  <a:moveTo>
                    <a:pt x="5054" y="586"/>
                  </a:moveTo>
                  <a:lnTo>
                    <a:pt x="6067" y="3425"/>
                  </a:lnTo>
                  <a:lnTo>
                    <a:pt x="11721" y="3270"/>
                  </a:lnTo>
                  <a:lnTo>
                    <a:pt x="13633" y="3832"/>
                  </a:lnTo>
                  <a:lnTo>
                    <a:pt x="17420" y="10260"/>
                  </a:lnTo>
                  <a:lnTo>
                    <a:pt x="16522" y="11464"/>
                  </a:lnTo>
                  <a:lnTo>
                    <a:pt x="11560" y="13999"/>
                  </a:lnTo>
                  <a:lnTo>
                    <a:pt x="10895" y="14957"/>
                  </a:lnTo>
                  <a:lnTo>
                    <a:pt x="11485" y="15705"/>
                  </a:lnTo>
                  <a:lnTo>
                    <a:pt x="9908" y="16542"/>
                  </a:lnTo>
                  <a:lnTo>
                    <a:pt x="2626" y="13441"/>
                  </a:lnTo>
                  <a:lnTo>
                    <a:pt x="2802" y="12091"/>
                  </a:lnTo>
                  <a:lnTo>
                    <a:pt x="2838" y="10993"/>
                  </a:lnTo>
                  <a:lnTo>
                    <a:pt x="343" y="8222"/>
                  </a:lnTo>
                  <a:lnTo>
                    <a:pt x="1265" y="5548"/>
                  </a:lnTo>
                  <a:lnTo>
                    <a:pt x="4303" y="2527"/>
                  </a:lnTo>
                  <a:lnTo>
                    <a:pt x="281" y="2404"/>
                  </a:lnTo>
                  <a:lnTo>
                    <a:pt x="0" y="1211"/>
                  </a:lnTo>
                  <a:lnTo>
                    <a:pt x="187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h1420"/>
            <p:cNvSpPr/>
            <p:nvPr/>
          </p:nvSpPr>
          <p:spPr>
            <a:xfrm>
              <a:off x="3048292" y="3341664"/>
              <a:ext cx="12023" cy="10309"/>
            </a:xfrm>
            <a:custGeom>
              <a:avLst/>
              <a:pathLst>
                <a:path w="12023" h="10309">
                  <a:moveTo>
                    <a:pt x="3399" y="0"/>
                  </a:moveTo>
                  <a:lnTo>
                    <a:pt x="4437" y="1767"/>
                  </a:lnTo>
                  <a:lnTo>
                    <a:pt x="6436" y="1980"/>
                  </a:lnTo>
                  <a:lnTo>
                    <a:pt x="9541" y="63"/>
                  </a:lnTo>
                  <a:lnTo>
                    <a:pt x="11667" y="2996"/>
                  </a:lnTo>
                  <a:lnTo>
                    <a:pt x="12023" y="5668"/>
                  </a:lnTo>
                  <a:lnTo>
                    <a:pt x="11560" y="6788"/>
                  </a:lnTo>
                  <a:lnTo>
                    <a:pt x="6036" y="10309"/>
                  </a:lnTo>
                  <a:lnTo>
                    <a:pt x="2834" y="6791"/>
                  </a:lnTo>
                  <a:lnTo>
                    <a:pt x="0" y="270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h1421"/>
            <p:cNvSpPr/>
            <p:nvPr/>
          </p:nvSpPr>
          <p:spPr>
            <a:xfrm>
              <a:off x="2989881" y="3249936"/>
              <a:ext cx="27299" cy="19068"/>
            </a:xfrm>
            <a:custGeom>
              <a:avLst/>
              <a:pathLst>
                <a:path w="27299" h="19068">
                  <a:moveTo>
                    <a:pt x="26766" y="443"/>
                  </a:moveTo>
                  <a:lnTo>
                    <a:pt x="27299" y="2851"/>
                  </a:lnTo>
                  <a:lnTo>
                    <a:pt x="23893" y="10217"/>
                  </a:lnTo>
                  <a:lnTo>
                    <a:pt x="19198" y="10247"/>
                  </a:lnTo>
                  <a:lnTo>
                    <a:pt x="18194" y="13014"/>
                  </a:lnTo>
                  <a:lnTo>
                    <a:pt x="18874" y="16969"/>
                  </a:lnTo>
                  <a:lnTo>
                    <a:pt x="20119" y="19068"/>
                  </a:lnTo>
                  <a:lnTo>
                    <a:pt x="17327" y="17081"/>
                  </a:lnTo>
                  <a:lnTo>
                    <a:pt x="17813" y="15023"/>
                  </a:lnTo>
                  <a:lnTo>
                    <a:pt x="15000" y="14651"/>
                  </a:lnTo>
                  <a:lnTo>
                    <a:pt x="12185" y="15767"/>
                  </a:lnTo>
                  <a:lnTo>
                    <a:pt x="11098" y="18262"/>
                  </a:lnTo>
                  <a:lnTo>
                    <a:pt x="8703" y="18517"/>
                  </a:lnTo>
                  <a:lnTo>
                    <a:pt x="3091" y="17539"/>
                  </a:lnTo>
                  <a:lnTo>
                    <a:pt x="0" y="13277"/>
                  </a:lnTo>
                  <a:lnTo>
                    <a:pt x="642" y="11789"/>
                  </a:lnTo>
                  <a:lnTo>
                    <a:pt x="3286" y="15299"/>
                  </a:lnTo>
                  <a:lnTo>
                    <a:pt x="6818" y="14687"/>
                  </a:lnTo>
                  <a:lnTo>
                    <a:pt x="1836" y="10066"/>
                  </a:lnTo>
                  <a:lnTo>
                    <a:pt x="1575" y="8321"/>
                  </a:lnTo>
                  <a:lnTo>
                    <a:pt x="4179" y="6556"/>
                  </a:lnTo>
                  <a:lnTo>
                    <a:pt x="14530" y="10179"/>
                  </a:lnTo>
                  <a:lnTo>
                    <a:pt x="22971" y="2835"/>
                  </a:lnTo>
                  <a:lnTo>
                    <a:pt x="2382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h1422"/>
            <p:cNvSpPr/>
            <p:nvPr/>
          </p:nvSpPr>
          <p:spPr>
            <a:xfrm>
              <a:off x="3048667" y="3467160"/>
              <a:ext cx="13002" cy="11112"/>
            </a:xfrm>
            <a:custGeom>
              <a:avLst/>
              <a:pathLst>
                <a:path w="13002" h="11112">
                  <a:moveTo>
                    <a:pt x="1297" y="36"/>
                  </a:moveTo>
                  <a:lnTo>
                    <a:pt x="3343" y="2605"/>
                  </a:lnTo>
                  <a:lnTo>
                    <a:pt x="12831" y="10365"/>
                  </a:lnTo>
                  <a:lnTo>
                    <a:pt x="13002" y="11112"/>
                  </a:lnTo>
                  <a:lnTo>
                    <a:pt x="11160" y="10368"/>
                  </a:lnTo>
                  <a:lnTo>
                    <a:pt x="8729" y="11085"/>
                  </a:lnTo>
                  <a:lnTo>
                    <a:pt x="4406" y="9955"/>
                  </a:lnTo>
                  <a:lnTo>
                    <a:pt x="2836" y="9376"/>
                  </a:lnTo>
                  <a:lnTo>
                    <a:pt x="1725" y="7810"/>
                  </a:lnTo>
                  <a:lnTo>
                    <a:pt x="376" y="5216"/>
                  </a:lnTo>
                  <a:lnTo>
                    <a:pt x="0" y="1019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h1423"/>
            <p:cNvSpPr/>
            <p:nvPr/>
          </p:nvSpPr>
          <p:spPr>
            <a:xfrm>
              <a:off x="2839823" y="3422366"/>
              <a:ext cx="18231" cy="25095"/>
            </a:xfrm>
            <a:custGeom>
              <a:avLst/>
              <a:pathLst>
                <a:path w="18231" h="25095">
                  <a:moveTo>
                    <a:pt x="14303" y="0"/>
                  </a:moveTo>
                  <a:lnTo>
                    <a:pt x="15431" y="275"/>
                  </a:lnTo>
                  <a:lnTo>
                    <a:pt x="16532" y="1170"/>
                  </a:lnTo>
                  <a:lnTo>
                    <a:pt x="15423" y="1949"/>
                  </a:lnTo>
                  <a:lnTo>
                    <a:pt x="17792" y="4743"/>
                  </a:lnTo>
                  <a:lnTo>
                    <a:pt x="15510" y="9685"/>
                  </a:lnTo>
                  <a:lnTo>
                    <a:pt x="16653" y="13883"/>
                  </a:lnTo>
                  <a:lnTo>
                    <a:pt x="15216" y="16120"/>
                  </a:lnTo>
                  <a:lnTo>
                    <a:pt x="15760" y="18313"/>
                  </a:lnTo>
                  <a:lnTo>
                    <a:pt x="18231" y="19838"/>
                  </a:lnTo>
                  <a:lnTo>
                    <a:pt x="17533" y="21461"/>
                  </a:lnTo>
                  <a:lnTo>
                    <a:pt x="13084" y="22978"/>
                  </a:lnTo>
                  <a:lnTo>
                    <a:pt x="10620" y="24678"/>
                  </a:lnTo>
                  <a:lnTo>
                    <a:pt x="9317" y="23211"/>
                  </a:lnTo>
                  <a:lnTo>
                    <a:pt x="1047" y="25095"/>
                  </a:lnTo>
                  <a:lnTo>
                    <a:pt x="2802" y="19125"/>
                  </a:lnTo>
                  <a:lnTo>
                    <a:pt x="0" y="14716"/>
                  </a:lnTo>
                  <a:lnTo>
                    <a:pt x="1450" y="12427"/>
                  </a:lnTo>
                  <a:lnTo>
                    <a:pt x="5077" y="11863"/>
                  </a:lnTo>
                  <a:lnTo>
                    <a:pt x="5838" y="9627"/>
                  </a:lnTo>
                  <a:lnTo>
                    <a:pt x="5817" y="5579"/>
                  </a:lnTo>
                  <a:lnTo>
                    <a:pt x="10293" y="4519"/>
                  </a:lnTo>
                  <a:lnTo>
                    <a:pt x="12609" y="5347"/>
                  </a:lnTo>
                  <a:lnTo>
                    <a:pt x="11668" y="1137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h1424"/>
            <p:cNvSpPr/>
            <p:nvPr/>
          </p:nvSpPr>
          <p:spPr>
            <a:xfrm>
              <a:off x="3103106" y="3298217"/>
              <a:ext cx="89568" cy="78558"/>
            </a:xfrm>
            <a:custGeom>
              <a:avLst/>
              <a:pathLst>
                <a:path w="89568" h="78558">
                  <a:moveTo>
                    <a:pt x="78499" y="7972"/>
                  </a:moveTo>
                  <a:lnTo>
                    <a:pt x="89568" y="21499"/>
                  </a:lnTo>
                  <a:lnTo>
                    <a:pt x="82003" y="23017"/>
                  </a:lnTo>
                  <a:lnTo>
                    <a:pt x="81789" y="29751"/>
                  </a:lnTo>
                  <a:lnTo>
                    <a:pt x="77970" y="28958"/>
                  </a:lnTo>
                  <a:lnTo>
                    <a:pt x="77999" y="33921"/>
                  </a:lnTo>
                  <a:lnTo>
                    <a:pt x="69665" y="31489"/>
                  </a:lnTo>
                  <a:lnTo>
                    <a:pt x="53772" y="33800"/>
                  </a:lnTo>
                  <a:lnTo>
                    <a:pt x="53884" y="38499"/>
                  </a:lnTo>
                  <a:lnTo>
                    <a:pt x="54681" y="40773"/>
                  </a:lnTo>
                  <a:lnTo>
                    <a:pt x="57055" y="43105"/>
                  </a:lnTo>
                  <a:lnTo>
                    <a:pt x="56555" y="44991"/>
                  </a:lnTo>
                  <a:lnTo>
                    <a:pt x="42770" y="45641"/>
                  </a:lnTo>
                  <a:lnTo>
                    <a:pt x="37798" y="49379"/>
                  </a:lnTo>
                  <a:lnTo>
                    <a:pt x="39311" y="44552"/>
                  </a:lnTo>
                  <a:lnTo>
                    <a:pt x="38639" y="42319"/>
                  </a:lnTo>
                  <a:lnTo>
                    <a:pt x="37112" y="42016"/>
                  </a:lnTo>
                  <a:lnTo>
                    <a:pt x="34153" y="45262"/>
                  </a:lnTo>
                  <a:lnTo>
                    <a:pt x="34572" y="46680"/>
                  </a:lnTo>
                  <a:lnTo>
                    <a:pt x="35766" y="47133"/>
                  </a:lnTo>
                  <a:lnTo>
                    <a:pt x="35365" y="51124"/>
                  </a:lnTo>
                  <a:lnTo>
                    <a:pt x="30364" y="53473"/>
                  </a:lnTo>
                  <a:lnTo>
                    <a:pt x="30629" y="59012"/>
                  </a:lnTo>
                  <a:lnTo>
                    <a:pt x="26701" y="60461"/>
                  </a:lnTo>
                  <a:lnTo>
                    <a:pt x="26352" y="64065"/>
                  </a:lnTo>
                  <a:lnTo>
                    <a:pt x="23230" y="73332"/>
                  </a:lnTo>
                  <a:lnTo>
                    <a:pt x="22522" y="74824"/>
                  </a:lnTo>
                  <a:lnTo>
                    <a:pt x="20932" y="73918"/>
                  </a:lnTo>
                  <a:lnTo>
                    <a:pt x="19935" y="78558"/>
                  </a:lnTo>
                  <a:lnTo>
                    <a:pt x="17329" y="77406"/>
                  </a:lnTo>
                  <a:lnTo>
                    <a:pt x="13002" y="77659"/>
                  </a:lnTo>
                  <a:lnTo>
                    <a:pt x="7767" y="74286"/>
                  </a:lnTo>
                  <a:lnTo>
                    <a:pt x="8512" y="72644"/>
                  </a:lnTo>
                  <a:lnTo>
                    <a:pt x="2787" y="65331"/>
                  </a:lnTo>
                  <a:lnTo>
                    <a:pt x="5155" y="61880"/>
                  </a:lnTo>
                  <a:lnTo>
                    <a:pt x="3522" y="59476"/>
                  </a:lnTo>
                  <a:lnTo>
                    <a:pt x="0" y="55593"/>
                  </a:lnTo>
                  <a:lnTo>
                    <a:pt x="2798" y="54967"/>
                  </a:lnTo>
                  <a:lnTo>
                    <a:pt x="5725" y="55320"/>
                  </a:lnTo>
                  <a:lnTo>
                    <a:pt x="6379" y="52968"/>
                  </a:lnTo>
                  <a:lnTo>
                    <a:pt x="4419" y="51333"/>
                  </a:lnTo>
                  <a:lnTo>
                    <a:pt x="6466" y="48672"/>
                  </a:lnTo>
                  <a:lnTo>
                    <a:pt x="12478" y="44507"/>
                  </a:lnTo>
                  <a:lnTo>
                    <a:pt x="15665" y="46190"/>
                  </a:lnTo>
                  <a:lnTo>
                    <a:pt x="15738" y="48335"/>
                  </a:lnTo>
                  <a:lnTo>
                    <a:pt x="18402" y="50575"/>
                  </a:lnTo>
                  <a:lnTo>
                    <a:pt x="20172" y="50682"/>
                  </a:lnTo>
                  <a:lnTo>
                    <a:pt x="21682" y="47751"/>
                  </a:lnTo>
                  <a:lnTo>
                    <a:pt x="22018" y="45921"/>
                  </a:lnTo>
                  <a:lnTo>
                    <a:pt x="21371" y="44274"/>
                  </a:lnTo>
                  <a:lnTo>
                    <a:pt x="23397" y="40310"/>
                  </a:lnTo>
                  <a:lnTo>
                    <a:pt x="28487" y="36187"/>
                  </a:lnTo>
                  <a:lnTo>
                    <a:pt x="34065" y="27295"/>
                  </a:lnTo>
                  <a:lnTo>
                    <a:pt x="40051" y="21755"/>
                  </a:lnTo>
                  <a:lnTo>
                    <a:pt x="44678" y="20842"/>
                  </a:lnTo>
                  <a:lnTo>
                    <a:pt x="48876" y="21489"/>
                  </a:lnTo>
                  <a:lnTo>
                    <a:pt x="60466" y="14791"/>
                  </a:lnTo>
                  <a:lnTo>
                    <a:pt x="63619" y="10970"/>
                  </a:lnTo>
                  <a:lnTo>
                    <a:pt x="70702" y="6834"/>
                  </a:lnTo>
                  <a:lnTo>
                    <a:pt x="69946" y="4131"/>
                  </a:lnTo>
                  <a:lnTo>
                    <a:pt x="7197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h1425"/>
            <p:cNvSpPr/>
            <p:nvPr/>
          </p:nvSpPr>
          <p:spPr>
            <a:xfrm>
              <a:off x="3000236" y="3381376"/>
              <a:ext cx="6901" cy="5244"/>
            </a:xfrm>
            <a:custGeom>
              <a:avLst/>
              <a:pathLst>
                <a:path w="6901" h="5244">
                  <a:moveTo>
                    <a:pt x="6901" y="446"/>
                  </a:moveTo>
                  <a:lnTo>
                    <a:pt x="6319" y="1803"/>
                  </a:lnTo>
                  <a:lnTo>
                    <a:pt x="4828" y="4921"/>
                  </a:lnTo>
                  <a:lnTo>
                    <a:pt x="1084" y="5244"/>
                  </a:lnTo>
                  <a:lnTo>
                    <a:pt x="71" y="2757"/>
                  </a:lnTo>
                  <a:lnTo>
                    <a:pt x="0" y="2195"/>
                  </a:lnTo>
                  <a:lnTo>
                    <a:pt x="2365" y="2413"/>
                  </a:lnTo>
                  <a:lnTo>
                    <a:pt x="600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h1426"/>
            <p:cNvSpPr/>
            <p:nvPr/>
          </p:nvSpPr>
          <p:spPr>
            <a:xfrm>
              <a:off x="2977360" y="3356799"/>
              <a:ext cx="3962" cy="4763"/>
            </a:xfrm>
            <a:custGeom>
              <a:avLst/>
              <a:pathLst>
                <a:path w="3962" h="4763">
                  <a:moveTo>
                    <a:pt x="3962" y="390"/>
                  </a:moveTo>
                  <a:lnTo>
                    <a:pt x="3519" y="4665"/>
                  </a:lnTo>
                  <a:lnTo>
                    <a:pt x="2555" y="4763"/>
                  </a:lnTo>
                  <a:lnTo>
                    <a:pt x="2382" y="4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h1427"/>
            <p:cNvSpPr/>
            <p:nvPr/>
          </p:nvSpPr>
          <p:spPr>
            <a:xfrm>
              <a:off x="2823082" y="3305751"/>
              <a:ext cx="13836" cy="15114"/>
            </a:xfrm>
            <a:custGeom>
              <a:avLst/>
              <a:pathLst>
                <a:path w="13836" h="15114">
                  <a:moveTo>
                    <a:pt x="12377" y="1547"/>
                  </a:moveTo>
                  <a:lnTo>
                    <a:pt x="12571" y="3806"/>
                  </a:lnTo>
                  <a:lnTo>
                    <a:pt x="11687" y="3038"/>
                  </a:lnTo>
                  <a:lnTo>
                    <a:pt x="10528" y="8114"/>
                  </a:lnTo>
                  <a:lnTo>
                    <a:pt x="13836" y="14584"/>
                  </a:lnTo>
                  <a:lnTo>
                    <a:pt x="12387" y="15114"/>
                  </a:lnTo>
                  <a:lnTo>
                    <a:pt x="9505" y="14728"/>
                  </a:lnTo>
                  <a:lnTo>
                    <a:pt x="8569" y="12397"/>
                  </a:lnTo>
                  <a:lnTo>
                    <a:pt x="1104" y="11761"/>
                  </a:lnTo>
                  <a:lnTo>
                    <a:pt x="424" y="7045"/>
                  </a:lnTo>
                  <a:lnTo>
                    <a:pt x="1432" y="4435"/>
                  </a:lnTo>
                  <a:lnTo>
                    <a:pt x="0" y="2250"/>
                  </a:lnTo>
                  <a:lnTo>
                    <a:pt x="241" y="1224"/>
                  </a:lnTo>
                  <a:lnTo>
                    <a:pt x="2529" y="58"/>
                  </a:lnTo>
                  <a:lnTo>
                    <a:pt x="769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h1428"/>
            <p:cNvSpPr/>
            <p:nvPr/>
          </p:nvSpPr>
          <p:spPr>
            <a:xfrm>
              <a:off x="2938714" y="3349926"/>
              <a:ext cx="20178" cy="12951"/>
            </a:xfrm>
            <a:custGeom>
              <a:avLst/>
              <a:pathLst>
                <a:path w="20178" h="12951">
                  <a:moveTo>
                    <a:pt x="13890" y="6070"/>
                  </a:moveTo>
                  <a:lnTo>
                    <a:pt x="18562" y="9162"/>
                  </a:lnTo>
                  <a:lnTo>
                    <a:pt x="20178" y="12951"/>
                  </a:lnTo>
                  <a:lnTo>
                    <a:pt x="8683" y="7305"/>
                  </a:lnTo>
                  <a:lnTo>
                    <a:pt x="1723" y="6608"/>
                  </a:lnTo>
                  <a:lnTo>
                    <a:pt x="0" y="7032"/>
                  </a:lnTo>
                  <a:lnTo>
                    <a:pt x="1555" y="3808"/>
                  </a:lnTo>
                  <a:lnTo>
                    <a:pt x="795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h1429"/>
            <p:cNvSpPr/>
            <p:nvPr/>
          </p:nvSpPr>
          <p:spPr>
            <a:xfrm>
              <a:off x="2972976" y="3443311"/>
              <a:ext cx="18426" cy="10227"/>
            </a:xfrm>
            <a:custGeom>
              <a:avLst/>
              <a:pathLst>
                <a:path w="18426" h="10227">
                  <a:moveTo>
                    <a:pt x="5161" y="1482"/>
                  </a:moveTo>
                  <a:lnTo>
                    <a:pt x="6135" y="3345"/>
                  </a:lnTo>
                  <a:lnTo>
                    <a:pt x="10123" y="4455"/>
                  </a:lnTo>
                  <a:lnTo>
                    <a:pt x="15123" y="2632"/>
                  </a:lnTo>
                  <a:lnTo>
                    <a:pt x="18384" y="7424"/>
                  </a:lnTo>
                  <a:lnTo>
                    <a:pt x="18426" y="8999"/>
                  </a:lnTo>
                  <a:lnTo>
                    <a:pt x="13180" y="10227"/>
                  </a:lnTo>
                  <a:lnTo>
                    <a:pt x="4940" y="9388"/>
                  </a:lnTo>
                  <a:lnTo>
                    <a:pt x="6633" y="9017"/>
                  </a:lnTo>
                  <a:lnTo>
                    <a:pt x="8504" y="5432"/>
                  </a:lnTo>
                  <a:lnTo>
                    <a:pt x="4360" y="4299"/>
                  </a:lnTo>
                  <a:lnTo>
                    <a:pt x="0" y="839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h1430"/>
            <p:cNvSpPr/>
            <p:nvPr/>
          </p:nvSpPr>
          <p:spPr>
            <a:xfrm>
              <a:off x="2985044" y="3352774"/>
              <a:ext cx="15084" cy="10983"/>
            </a:xfrm>
            <a:custGeom>
              <a:avLst/>
              <a:pathLst>
                <a:path w="15084" h="10983">
                  <a:moveTo>
                    <a:pt x="15084" y="8206"/>
                  </a:moveTo>
                  <a:lnTo>
                    <a:pt x="10044" y="7520"/>
                  </a:lnTo>
                  <a:lnTo>
                    <a:pt x="1813" y="10983"/>
                  </a:lnTo>
                  <a:lnTo>
                    <a:pt x="0" y="9721"/>
                  </a:lnTo>
                  <a:lnTo>
                    <a:pt x="279" y="7957"/>
                  </a:lnTo>
                  <a:lnTo>
                    <a:pt x="283" y="5837"/>
                  </a:lnTo>
                  <a:lnTo>
                    <a:pt x="8747" y="1106"/>
                  </a:lnTo>
                  <a:lnTo>
                    <a:pt x="1002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h1431"/>
            <p:cNvSpPr/>
            <p:nvPr/>
          </p:nvSpPr>
          <p:spPr>
            <a:xfrm>
              <a:off x="2847835" y="3448532"/>
              <a:ext cx="25262" cy="25679"/>
            </a:xfrm>
            <a:custGeom>
              <a:avLst/>
              <a:pathLst>
                <a:path w="25262" h="25679">
                  <a:moveTo>
                    <a:pt x="5255" y="2307"/>
                  </a:moveTo>
                  <a:lnTo>
                    <a:pt x="4143" y="9085"/>
                  </a:lnTo>
                  <a:lnTo>
                    <a:pt x="13369" y="9865"/>
                  </a:lnTo>
                  <a:lnTo>
                    <a:pt x="22049" y="8653"/>
                  </a:lnTo>
                  <a:lnTo>
                    <a:pt x="25262" y="10555"/>
                  </a:lnTo>
                  <a:lnTo>
                    <a:pt x="23586" y="14073"/>
                  </a:lnTo>
                  <a:lnTo>
                    <a:pt x="22012" y="11374"/>
                  </a:lnTo>
                  <a:lnTo>
                    <a:pt x="18538" y="11853"/>
                  </a:lnTo>
                  <a:lnTo>
                    <a:pt x="14098" y="18245"/>
                  </a:lnTo>
                  <a:lnTo>
                    <a:pt x="14316" y="19451"/>
                  </a:lnTo>
                  <a:lnTo>
                    <a:pt x="11406" y="25679"/>
                  </a:lnTo>
                  <a:lnTo>
                    <a:pt x="6448" y="21736"/>
                  </a:lnTo>
                  <a:lnTo>
                    <a:pt x="6721" y="20234"/>
                  </a:lnTo>
                  <a:lnTo>
                    <a:pt x="5356" y="14952"/>
                  </a:lnTo>
                  <a:lnTo>
                    <a:pt x="3029" y="12813"/>
                  </a:lnTo>
                  <a:lnTo>
                    <a:pt x="0" y="9983"/>
                  </a:lnTo>
                  <a:lnTo>
                    <a:pt x="756" y="5202"/>
                  </a:lnTo>
                  <a:lnTo>
                    <a:pt x="327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h1432"/>
            <p:cNvSpPr/>
            <p:nvPr/>
          </p:nvSpPr>
          <p:spPr>
            <a:xfrm>
              <a:off x="2884189" y="3357031"/>
              <a:ext cx="11847" cy="9738"/>
            </a:xfrm>
            <a:custGeom>
              <a:avLst/>
              <a:pathLst>
                <a:path w="11847" h="9738">
                  <a:moveTo>
                    <a:pt x="10199" y="488"/>
                  </a:moveTo>
                  <a:lnTo>
                    <a:pt x="11346" y="1117"/>
                  </a:lnTo>
                  <a:lnTo>
                    <a:pt x="11847" y="4076"/>
                  </a:lnTo>
                  <a:lnTo>
                    <a:pt x="11723" y="9738"/>
                  </a:lnTo>
                  <a:lnTo>
                    <a:pt x="4044" y="8766"/>
                  </a:lnTo>
                  <a:lnTo>
                    <a:pt x="0" y="6713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h1433"/>
            <p:cNvSpPr/>
            <p:nvPr/>
          </p:nvSpPr>
          <p:spPr>
            <a:xfrm>
              <a:off x="2993271" y="3382695"/>
              <a:ext cx="8685" cy="7035"/>
            </a:xfrm>
            <a:custGeom>
              <a:avLst/>
              <a:pathLst>
                <a:path w="8685" h="7035">
                  <a:moveTo>
                    <a:pt x="7037" y="1437"/>
                  </a:moveTo>
                  <a:lnTo>
                    <a:pt x="8049" y="3925"/>
                  </a:lnTo>
                  <a:lnTo>
                    <a:pt x="8685" y="5001"/>
                  </a:lnTo>
                  <a:lnTo>
                    <a:pt x="8183" y="5088"/>
                  </a:lnTo>
                  <a:lnTo>
                    <a:pt x="4842" y="7035"/>
                  </a:lnTo>
                  <a:lnTo>
                    <a:pt x="1519" y="4633"/>
                  </a:lnTo>
                  <a:lnTo>
                    <a:pt x="0" y="2333"/>
                  </a:lnTo>
                  <a:lnTo>
                    <a:pt x="62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h1434"/>
            <p:cNvSpPr/>
            <p:nvPr/>
          </p:nvSpPr>
          <p:spPr>
            <a:xfrm>
              <a:off x="2968947" y="3372980"/>
              <a:ext cx="11908" cy="10148"/>
            </a:xfrm>
            <a:custGeom>
              <a:avLst/>
              <a:pathLst>
                <a:path w="11908" h="10148">
                  <a:moveTo>
                    <a:pt x="9967" y="898"/>
                  </a:moveTo>
                  <a:lnTo>
                    <a:pt x="11908" y="3091"/>
                  </a:lnTo>
                  <a:lnTo>
                    <a:pt x="4894" y="6102"/>
                  </a:lnTo>
                  <a:lnTo>
                    <a:pt x="4675" y="8893"/>
                  </a:lnTo>
                  <a:lnTo>
                    <a:pt x="836" y="10148"/>
                  </a:lnTo>
                  <a:lnTo>
                    <a:pt x="294" y="10061"/>
                  </a:lnTo>
                  <a:lnTo>
                    <a:pt x="0" y="6428"/>
                  </a:lnTo>
                  <a:lnTo>
                    <a:pt x="4044" y="5517"/>
                  </a:lnTo>
                  <a:lnTo>
                    <a:pt x="943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h1435"/>
            <p:cNvSpPr/>
            <p:nvPr/>
          </p:nvSpPr>
          <p:spPr>
            <a:xfrm>
              <a:off x="2995753" y="3372935"/>
              <a:ext cx="4396" cy="3154"/>
            </a:xfrm>
            <a:custGeom>
              <a:avLst/>
              <a:pathLst>
                <a:path w="4396" h="3154">
                  <a:moveTo>
                    <a:pt x="956" y="76"/>
                  </a:moveTo>
                  <a:lnTo>
                    <a:pt x="4396" y="0"/>
                  </a:lnTo>
                  <a:lnTo>
                    <a:pt x="4188" y="1991"/>
                  </a:lnTo>
                  <a:lnTo>
                    <a:pt x="1393" y="3154"/>
                  </a:lnTo>
                  <a:lnTo>
                    <a:pt x="0" y="130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h1436"/>
            <p:cNvSpPr/>
            <p:nvPr/>
          </p:nvSpPr>
          <p:spPr>
            <a:xfrm>
              <a:off x="2857325" y="3290919"/>
              <a:ext cx="18167" cy="12560"/>
            </a:xfrm>
            <a:custGeom>
              <a:avLst/>
              <a:pathLst>
                <a:path w="18167" h="12560">
                  <a:moveTo>
                    <a:pt x="18167" y="5584"/>
                  </a:moveTo>
                  <a:lnTo>
                    <a:pt x="16327" y="10118"/>
                  </a:lnTo>
                  <a:lnTo>
                    <a:pt x="12117" y="11943"/>
                  </a:lnTo>
                  <a:lnTo>
                    <a:pt x="7114" y="12560"/>
                  </a:lnTo>
                  <a:lnTo>
                    <a:pt x="4961" y="9680"/>
                  </a:lnTo>
                  <a:lnTo>
                    <a:pt x="1825" y="11654"/>
                  </a:lnTo>
                  <a:lnTo>
                    <a:pt x="46" y="9094"/>
                  </a:lnTo>
                  <a:lnTo>
                    <a:pt x="0" y="7265"/>
                  </a:lnTo>
                  <a:lnTo>
                    <a:pt x="10223" y="3062"/>
                  </a:lnTo>
                  <a:lnTo>
                    <a:pt x="10017" y="633"/>
                  </a:lnTo>
                  <a:lnTo>
                    <a:pt x="1686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h1437"/>
            <p:cNvSpPr/>
            <p:nvPr/>
          </p:nvSpPr>
          <p:spPr>
            <a:xfrm>
              <a:off x="2833211" y="3470912"/>
              <a:ext cx="18037" cy="11684"/>
            </a:xfrm>
            <a:custGeom>
              <a:avLst/>
              <a:pathLst>
                <a:path w="18037" h="11684">
                  <a:moveTo>
                    <a:pt x="17767" y="712"/>
                  </a:moveTo>
                  <a:lnTo>
                    <a:pt x="16449" y="7876"/>
                  </a:lnTo>
                  <a:lnTo>
                    <a:pt x="18037" y="11684"/>
                  </a:lnTo>
                  <a:lnTo>
                    <a:pt x="14282" y="11088"/>
                  </a:lnTo>
                  <a:lnTo>
                    <a:pt x="12494" y="9566"/>
                  </a:lnTo>
                  <a:lnTo>
                    <a:pt x="6505" y="9678"/>
                  </a:lnTo>
                  <a:lnTo>
                    <a:pt x="3287" y="6782"/>
                  </a:lnTo>
                  <a:lnTo>
                    <a:pt x="2181" y="7547"/>
                  </a:lnTo>
                  <a:lnTo>
                    <a:pt x="0" y="6130"/>
                  </a:lnTo>
                  <a:lnTo>
                    <a:pt x="2250" y="4268"/>
                  </a:lnTo>
                  <a:lnTo>
                    <a:pt x="1048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h1438"/>
            <p:cNvSpPr/>
            <p:nvPr/>
          </p:nvSpPr>
          <p:spPr>
            <a:xfrm>
              <a:off x="2996709" y="3361929"/>
              <a:ext cx="4468" cy="11083"/>
            </a:xfrm>
            <a:custGeom>
              <a:avLst/>
              <a:pathLst>
                <a:path w="4468" h="11083">
                  <a:moveTo>
                    <a:pt x="3977" y="0"/>
                  </a:moveTo>
                  <a:lnTo>
                    <a:pt x="4468" y="3667"/>
                  </a:lnTo>
                  <a:lnTo>
                    <a:pt x="3440" y="11006"/>
                  </a:lnTo>
                  <a:lnTo>
                    <a:pt x="0" y="11083"/>
                  </a:lnTo>
                  <a:lnTo>
                    <a:pt x="1574" y="137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h1439"/>
            <p:cNvSpPr/>
            <p:nvPr/>
          </p:nvSpPr>
          <p:spPr>
            <a:xfrm>
              <a:off x="3014206" y="3482654"/>
              <a:ext cx="13573" cy="11021"/>
            </a:xfrm>
            <a:custGeom>
              <a:avLst/>
              <a:pathLst>
                <a:path w="13573" h="11021">
                  <a:moveTo>
                    <a:pt x="6093" y="164"/>
                  </a:moveTo>
                  <a:lnTo>
                    <a:pt x="12025" y="0"/>
                  </a:lnTo>
                  <a:lnTo>
                    <a:pt x="13573" y="2466"/>
                  </a:lnTo>
                  <a:lnTo>
                    <a:pt x="12671" y="8638"/>
                  </a:lnTo>
                  <a:lnTo>
                    <a:pt x="9086" y="8419"/>
                  </a:lnTo>
                  <a:lnTo>
                    <a:pt x="219" y="11021"/>
                  </a:lnTo>
                  <a:lnTo>
                    <a:pt x="0" y="8388"/>
                  </a:lnTo>
                  <a:lnTo>
                    <a:pt x="5588" y="6014"/>
                  </a:lnTo>
                  <a:lnTo>
                    <a:pt x="5790" y="4807"/>
                  </a:lnTo>
                  <a:lnTo>
                    <a:pt x="3216" y="20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h1440"/>
            <p:cNvSpPr/>
            <p:nvPr/>
          </p:nvSpPr>
          <p:spPr>
            <a:xfrm>
              <a:off x="3059960" y="3339031"/>
              <a:ext cx="11562" cy="8724"/>
            </a:xfrm>
            <a:custGeom>
              <a:avLst/>
              <a:pathLst>
                <a:path w="11562" h="8724">
                  <a:moveTo>
                    <a:pt x="11562" y="4095"/>
                  </a:moveTo>
                  <a:lnTo>
                    <a:pt x="8787" y="8724"/>
                  </a:lnTo>
                  <a:lnTo>
                    <a:pt x="7599" y="7327"/>
                  </a:lnTo>
                  <a:lnTo>
                    <a:pt x="5460" y="6769"/>
                  </a:lnTo>
                  <a:lnTo>
                    <a:pt x="355" y="8301"/>
                  </a:lnTo>
                  <a:lnTo>
                    <a:pt x="0" y="5628"/>
                  </a:lnTo>
                  <a:lnTo>
                    <a:pt x="4262" y="2475"/>
                  </a:lnTo>
                  <a:lnTo>
                    <a:pt x="3387" y="2202"/>
                  </a:lnTo>
                  <a:lnTo>
                    <a:pt x="3997" y="670"/>
                  </a:lnTo>
                  <a:lnTo>
                    <a:pt x="599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h1441"/>
            <p:cNvSpPr/>
            <p:nvPr/>
          </p:nvSpPr>
          <p:spPr>
            <a:xfrm>
              <a:off x="2974661" y="3435431"/>
              <a:ext cx="5246" cy="3816"/>
            </a:xfrm>
            <a:custGeom>
              <a:avLst/>
              <a:pathLst>
                <a:path w="5246" h="3816">
                  <a:moveTo>
                    <a:pt x="3823" y="2355"/>
                  </a:moveTo>
                  <a:lnTo>
                    <a:pt x="5246" y="3816"/>
                  </a:lnTo>
                  <a:lnTo>
                    <a:pt x="953" y="3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h1442"/>
            <p:cNvSpPr/>
            <p:nvPr/>
          </p:nvSpPr>
          <p:spPr>
            <a:xfrm>
              <a:off x="2959010" y="3356476"/>
              <a:ext cx="20732" cy="10507"/>
            </a:xfrm>
            <a:custGeom>
              <a:avLst/>
              <a:pathLst>
                <a:path w="20732" h="10507">
                  <a:moveTo>
                    <a:pt x="18349" y="323"/>
                  </a:moveTo>
                  <a:lnTo>
                    <a:pt x="20732" y="4442"/>
                  </a:lnTo>
                  <a:lnTo>
                    <a:pt x="17331" y="6372"/>
                  </a:lnTo>
                  <a:lnTo>
                    <a:pt x="16412" y="8710"/>
                  </a:lnTo>
                  <a:lnTo>
                    <a:pt x="14262" y="10507"/>
                  </a:lnTo>
                  <a:lnTo>
                    <a:pt x="14865" y="5896"/>
                  </a:lnTo>
                  <a:lnTo>
                    <a:pt x="14054" y="5485"/>
                  </a:lnTo>
                  <a:lnTo>
                    <a:pt x="11968" y="5830"/>
                  </a:lnTo>
                  <a:lnTo>
                    <a:pt x="10474" y="7944"/>
                  </a:lnTo>
                  <a:lnTo>
                    <a:pt x="3894" y="8451"/>
                  </a:lnTo>
                  <a:lnTo>
                    <a:pt x="2532" y="9831"/>
                  </a:lnTo>
                  <a:lnTo>
                    <a:pt x="22" y="9852"/>
                  </a:lnTo>
                  <a:lnTo>
                    <a:pt x="0" y="6427"/>
                  </a:lnTo>
                  <a:lnTo>
                    <a:pt x="9302" y="1326"/>
                  </a:lnTo>
                  <a:lnTo>
                    <a:pt x="14850" y="1684"/>
                  </a:lnTo>
                  <a:lnTo>
                    <a:pt x="16554" y="1060"/>
                  </a:lnTo>
                  <a:lnTo>
                    <a:pt x="1706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h1443"/>
            <p:cNvSpPr/>
            <p:nvPr/>
          </p:nvSpPr>
          <p:spPr>
            <a:xfrm>
              <a:off x="3021830" y="3393663"/>
              <a:ext cx="10280" cy="12031"/>
            </a:xfrm>
            <a:custGeom>
              <a:avLst/>
              <a:pathLst>
                <a:path w="10280" h="12031">
                  <a:moveTo>
                    <a:pt x="10104" y="0"/>
                  </a:moveTo>
                  <a:lnTo>
                    <a:pt x="10280" y="696"/>
                  </a:lnTo>
                  <a:lnTo>
                    <a:pt x="9320" y="2500"/>
                  </a:lnTo>
                  <a:lnTo>
                    <a:pt x="9266" y="10928"/>
                  </a:lnTo>
                  <a:lnTo>
                    <a:pt x="7697" y="12031"/>
                  </a:lnTo>
                  <a:lnTo>
                    <a:pt x="3030" y="8991"/>
                  </a:lnTo>
                  <a:lnTo>
                    <a:pt x="0" y="8532"/>
                  </a:lnTo>
                  <a:lnTo>
                    <a:pt x="2562" y="676"/>
                  </a:lnTo>
                  <a:lnTo>
                    <a:pt x="7917" y="178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h1444"/>
            <p:cNvSpPr/>
            <p:nvPr/>
          </p:nvSpPr>
          <p:spPr>
            <a:xfrm>
              <a:off x="2994722" y="3405845"/>
              <a:ext cx="5537" cy="6284"/>
            </a:xfrm>
            <a:custGeom>
              <a:avLst/>
              <a:pathLst>
                <a:path w="5537" h="6284">
                  <a:moveTo>
                    <a:pt x="2052" y="145"/>
                  </a:moveTo>
                  <a:lnTo>
                    <a:pt x="1877" y="1751"/>
                  </a:lnTo>
                  <a:lnTo>
                    <a:pt x="5537" y="3943"/>
                  </a:lnTo>
                  <a:lnTo>
                    <a:pt x="5254" y="5381"/>
                  </a:lnTo>
                  <a:lnTo>
                    <a:pt x="4052" y="6284"/>
                  </a:lnTo>
                  <a:lnTo>
                    <a:pt x="1897" y="5925"/>
                  </a:lnTo>
                  <a:lnTo>
                    <a:pt x="0" y="3930"/>
                  </a:lnTo>
                  <a:lnTo>
                    <a:pt x="102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h1445"/>
            <p:cNvSpPr/>
            <p:nvPr/>
          </p:nvSpPr>
          <p:spPr>
            <a:xfrm>
              <a:off x="2938044" y="3402108"/>
              <a:ext cx="26796" cy="15642"/>
            </a:xfrm>
            <a:custGeom>
              <a:avLst/>
              <a:pathLst>
                <a:path w="26796" h="15642">
                  <a:moveTo>
                    <a:pt x="19906" y="2409"/>
                  </a:moveTo>
                  <a:lnTo>
                    <a:pt x="22678" y="6326"/>
                  </a:lnTo>
                  <a:lnTo>
                    <a:pt x="26796" y="7981"/>
                  </a:lnTo>
                  <a:lnTo>
                    <a:pt x="23544" y="9833"/>
                  </a:lnTo>
                  <a:lnTo>
                    <a:pt x="22809" y="11375"/>
                  </a:lnTo>
                  <a:lnTo>
                    <a:pt x="21161" y="14100"/>
                  </a:lnTo>
                  <a:lnTo>
                    <a:pt x="18776" y="13580"/>
                  </a:lnTo>
                  <a:lnTo>
                    <a:pt x="18676" y="15642"/>
                  </a:lnTo>
                  <a:lnTo>
                    <a:pt x="18544" y="15092"/>
                  </a:lnTo>
                  <a:lnTo>
                    <a:pt x="14474" y="6274"/>
                  </a:lnTo>
                  <a:lnTo>
                    <a:pt x="6900" y="8735"/>
                  </a:lnTo>
                  <a:lnTo>
                    <a:pt x="3978" y="7106"/>
                  </a:lnTo>
                  <a:lnTo>
                    <a:pt x="169" y="6730"/>
                  </a:lnTo>
                  <a:lnTo>
                    <a:pt x="0" y="4906"/>
                  </a:lnTo>
                  <a:lnTo>
                    <a:pt x="10472" y="1910"/>
                  </a:lnTo>
                  <a:lnTo>
                    <a:pt x="10873" y="821"/>
                  </a:lnTo>
                  <a:lnTo>
                    <a:pt x="1341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h1446"/>
            <p:cNvSpPr/>
            <p:nvPr/>
          </p:nvSpPr>
          <p:spPr>
            <a:xfrm>
              <a:off x="2853770" y="3311607"/>
              <a:ext cx="13404" cy="17739"/>
            </a:xfrm>
            <a:custGeom>
              <a:avLst/>
              <a:pathLst>
                <a:path w="13404" h="17739">
                  <a:moveTo>
                    <a:pt x="13404" y="5297"/>
                  </a:moveTo>
                  <a:lnTo>
                    <a:pt x="13374" y="16151"/>
                  </a:lnTo>
                  <a:lnTo>
                    <a:pt x="13240" y="17739"/>
                  </a:lnTo>
                  <a:lnTo>
                    <a:pt x="2309" y="14040"/>
                  </a:lnTo>
                  <a:lnTo>
                    <a:pt x="450" y="11340"/>
                  </a:lnTo>
                  <a:lnTo>
                    <a:pt x="0" y="8943"/>
                  </a:lnTo>
                  <a:lnTo>
                    <a:pt x="827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h1447"/>
            <p:cNvSpPr/>
            <p:nvPr/>
          </p:nvSpPr>
          <p:spPr>
            <a:xfrm>
              <a:off x="2993859" y="3378363"/>
              <a:ext cx="6449" cy="5770"/>
            </a:xfrm>
            <a:custGeom>
              <a:avLst/>
              <a:pathLst>
                <a:path w="6449" h="5770">
                  <a:moveTo>
                    <a:pt x="1325" y="772"/>
                  </a:moveTo>
                  <a:lnTo>
                    <a:pt x="2809" y="1913"/>
                  </a:lnTo>
                  <a:lnTo>
                    <a:pt x="3713" y="2414"/>
                  </a:lnTo>
                  <a:lnTo>
                    <a:pt x="5866" y="3692"/>
                  </a:lnTo>
                  <a:lnTo>
                    <a:pt x="6377" y="5208"/>
                  </a:lnTo>
                  <a:lnTo>
                    <a:pt x="6449" y="5770"/>
                  </a:lnTo>
                  <a:lnTo>
                    <a:pt x="34" y="4332"/>
                  </a:lnTo>
                  <a:lnTo>
                    <a:pt x="0" y="2849"/>
                  </a:lnTo>
                  <a:lnTo>
                    <a:pt x="95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h1448"/>
            <p:cNvSpPr/>
            <p:nvPr/>
          </p:nvSpPr>
          <p:spPr>
            <a:xfrm>
              <a:off x="2930069" y="3387637"/>
              <a:ext cx="19331" cy="19449"/>
            </a:xfrm>
            <a:custGeom>
              <a:avLst/>
              <a:pathLst>
                <a:path w="19331" h="19449">
                  <a:moveTo>
                    <a:pt x="11710" y="0"/>
                  </a:moveTo>
                  <a:lnTo>
                    <a:pt x="16003" y="805"/>
                  </a:lnTo>
                  <a:lnTo>
                    <a:pt x="19331" y="2241"/>
                  </a:lnTo>
                  <a:lnTo>
                    <a:pt x="18944" y="3412"/>
                  </a:lnTo>
                  <a:lnTo>
                    <a:pt x="16150" y="9846"/>
                  </a:lnTo>
                  <a:lnTo>
                    <a:pt x="18447" y="16381"/>
                  </a:lnTo>
                  <a:lnTo>
                    <a:pt x="7974" y="19377"/>
                  </a:lnTo>
                  <a:lnTo>
                    <a:pt x="6925" y="19449"/>
                  </a:lnTo>
                  <a:lnTo>
                    <a:pt x="5575" y="18585"/>
                  </a:lnTo>
                  <a:lnTo>
                    <a:pt x="9" y="18327"/>
                  </a:lnTo>
                  <a:lnTo>
                    <a:pt x="0" y="17190"/>
                  </a:lnTo>
                  <a:lnTo>
                    <a:pt x="1483" y="10338"/>
                  </a:lnTo>
                  <a:lnTo>
                    <a:pt x="2971" y="4812"/>
                  </a:lnTo>
                  <a:lnTo>
                    <a:pt x="2774" y="2652"/>
                  </a:lnTo>
                  <a:lnTo>
                    <a:pt x="6098" y="2164"/>
                  </a:lnTo>
                  <a:lnTo>
                    <a:pt x="8939" y="51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h1449"/>
            <p:cNvSpPr/>
            <p:nvPr/>
          </p:nvSpPr>
          <p:spPr>
            <a:xfrm>
              <a:off x="2925383" y="3229192"/>
              <a:ext cx="15841" cy="12580"/>
            </a:xfrm>
            <a:custGeom>
              <a:avLst/>
              <a:pathLst>
                <a:path w="15841" h="12580">
                  <a:moveTo>
                    <a:pt x="5788" y="883"/>
                  </a:moveTo>
                  <a:lnTo>
                    <a:pt x="9492" y="4318"/>
                  </a:lnTo>
                  <a:lnTo>
                    <a:pt x="13031" y="6504"/>
                  </a:lnTo>
                  <a:lnTo>
                    <a:pt x="15841" y="6459"/>
                  </a:lnTo>
                  <a:lnTo>
                    <a:pt x="12112" y="8362"/>
                  </a:lnTo>
                  <a:lnTo>
                    <a:pt x="11179" y="10959"/>
                  </a:lnTo>
                  <a:lnTo>
                    <a:pt x="5391" y="12561"/>
                  </a:lnTo>
                  <a:lnTo>
                    <a:pt x="3448" y="9871"/>
                  </a:lnTo>
                  <a:lnTo>
                    <a:pt x="366" y="12580"/>
                  </a:lnTo>
                  <a:lnTo>
                    <a:pt x="0" y="5089"/>
                  </a:lnTo>
                  <a:lnTo>
                    <a:pt x="2635" y="1225"/>
                  </a:lnTo>
                  <a:lnTo>
                    <a:pt x="573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h1450"/>
            <p:cNvSpPr/>
            <p:nvPr/>
          </p:nvSpPr>
          <p:spPr>
            <a:xfrm>
              <a:off x="2880276" y="3363745"/>
              <a:ext cx="7957" cy="10392"/>
            </a:xfrm>
            <a:custGeom>
              <a:avLst/>
              <a:pathLst>
                <a:path w="7957" h="10392">
                  <a:moveTo>
                    <a:pt x="7957" y="2052"/>
                  </a:moveTo>
                  <a:lnTo>
                    <a:pt x="5032" y="8507"/>
                  </a:lnTo>
                  <a:lnTo>
                    <a:pt x="2759" y="10392"/>
                  </a:lnTo>
                  <a:lnTo>
                    <a:pt x="0" y="4215"/>
                  </a:lnTo>
                  <a:lnTo>
                    <a:pt x="3355" y="1952"/>
                  </a:lnTo>
                  <a:lnTo>
                    <a:pt x="391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h1451"/>
            <p:cNvSpPr/>
            <p:nvPr/>
          </p:nvSpPr>
          <p:spPr>
            <a:xfrm>
              <a:off x="2819041" y="3446869"/>
              <a:ext cx="16798" cy="10304"/>
            </a:xfrm>
            <a:custGeom>
              <a:avLst/>
              <a:pathLst>
                <a:path w="16798" h="10304">
                  <a:moveTo>
                    <a:pt x="16798" y="1537"/>
                  </a:moveTo>
                  <a:lnTo>
                    <a:pt x="10770" y="7129"/>
                  </a:lnTo>
                  <a:lnTo>
                    <a:pt x="8417" y="7680"/>
                  </a:lnTo>
                  <a:lnTo>
                    <a:pt x="0" y="10304"/>
                  </a:lnTo>
                  <a:lnTo>
                    <a:pt x="1990" y="7749"/>
                  </a:lnTo>
                  <a:lnTo>
                    <a:pt x="422" y="1747"/>
                  </a:lnTo>
                  <a:lnTo>
                    <a:pt x="2329" y="352"/>
                  </a:lnTo>
                  <a:lnTo>
                    <a:pt x="5729" y="1051"/>
                  </a:lnTo>
                  <a:lnTo>
                    <a:pt x="1475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h1452"/>
            <p:cNvSpPr/>
            <p:nvPr/>
          </p:nvSpPr>
          <p:spPr>
            <a:xfrm>
              <a:off x="2961227" y="3276157"/>
              <a:ext cx="16216" cy="10662"/>
            </a:xfrm>
            <a:custGeom>
              <a:avLst/>
              <a:pathLst>
                <a:path w="16216" h="10662">
                  <a:moveTo>
                    <a:pt x="16216" y="1307"/>
                  </a:moveTo>
                  <a:lnTo>
                    <a:pt x="14702" y="3355"/>
                  </a:lnTo>
                  <a:lnTo>
                    <a:pt x="14071" y="7079"/>
                  </a:lnTo>
                  <a:lnTo>
                    <a:pt x="16204" y="9684"/>
                  </a:lnTo>
                  <a:lnTo>
                    <a:pt x="16118" y="10643"/>
                  </a:lnTo>
                  <a:lnTo>
                    <a:pt x="14153" y="8865"/>
                  </a:lnTo>
                  <a:lnTo>
                    <a:pt x="11945" y="10385"/>
                  </a:lnTo>
                  <a:lnTo>
                    <a:pt x="9356" y="10485"/>
                  </a:lnTo>
                  <a:lnTo>
                    <a:pt x="7762" y="10662"/>
                  </a:lnTo>
                  <a:lnTo>
                    <a:pt x="5068" y="9501"/>
                  </a:lnTo>
                  <a:lnTo>
                    <a:pt x="1647" y="6664"/>
                  </a:lnTo>
                  <a:lnTo>
                    <a:pt x="0" y="4108"/>
                  </a:lnTo>
                  <a:lnTo>
                    <a:pt x="667" y="2504"/>
                  </a:lnTo>
                  <a:lnTo>
                    <a:pt x="2923" y="835"/>
                  </a:lnTo>
                  <a:lnTo>
                    <a:pt x="9797" y="1412"/>
                  </a:lnTo>
                  <a:lnTo>
                    <a:pt x="1237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h1453"/>
            <p:cNvSpPr/>
            <p:nvPr/>
          </p:nvSpPr>
          <p:spPr>
            <a:xfrm>
              <a:off x="2987337" y="3238965"/>
              <a:ext cx="11973" cy="13830"/>
            </a:xfrm>
            <a:custGeom>
              <a:avLst/>
              <a:pathLst>
                <a:path w="11973" h="13830">
                  <a:moveTo>
                    <a:pt x="7730" y="754"/>
                  </a:moveTo>
                  <a:lnTo>
                    <a:pt x="10734" y="5735"/>
                  </a:lnTo>
                  <a:lnTo>
                    <a:pt x="11973" y="8197"/>
                  </a:lnTo>
                  <a:lnTo>
                    <a:pt x="11590" y="10622"/>
                  </a:lnTo>
                  <a:lnTo>
                    <a:pt x="10616" y="11884"/>
                  </a:lnTo>
                  <a:lnTo>
                    <a:pt x="5605" y="12194"/>
                  </a:lnTo>
                  <a:lnTo>
                    <a:pt x="2208" y="13830"/>
                  </a:lnTo>
                  <a:lnTo>
                    <a:pt x="873" y="12775"/>
                  </a:lnTo>
                  <a:lnTo>
                    <a:pt x="0" y="7856"/>
                  </a:lnTo>
                  <a:lnTo>
                    <a:pt x="2354" y="7323"/>
                  </a:lnTo>
                  <a:lnTo>
                    <a:pt x="5945" y="8627"/>
                  </a:lnTo>
                  <a:lnTo>
                    <a:pt x="6709" y="3546"/>
                  </a:lnTo>
                  <a:lnTo>
                    <a:pt x="1500" y="483"/>
                  </a:lnTo>
                  <a:lnTo>
                    <a:pt x="211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h1454"/>
            <p:cNvSpPr/>
            <p:nvPr/>
          </p:nvSpPr>
          <p:spPr>
            <a:xfrm>
              <a:off x="3051520" y="3348453"/>
              <a:ext cx="8332" cy="8964"/>
            </a:xfrm>
            <a:custGeom>
              <a:avLst/>
              <a:pathLst>
                <a:path w="8332" h="8964">
                  <a:moveTo>
                    <a:pt x="8156" y="2815"/>
                  </a:moveTo>
                  <a:lnTo>
                    <a:pt x="7235" y="8964"/>
                  </a:lnTo>
                  <a:lnTo>
                    <a:pt x="1409" y="8442"/>
                  </a:lnTo>
                  <a:lnTo>
                    <a:pt x="0" y="3794"/>
                  </a:lnTo>
                  <a:lnTo>
                    <a:pt x="2809" y="3520"/>
                  </a:lnTo>
                  <a:lnTo>
                    <a:pt x="833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h1455"/>
            <p:cNvSpPr/>
            <p:nvPr/>
          </p:nvSpPr>
          <p:spPr>
            <a:xfrm>
              <a:off x="2889037" y="3338782"/>
              <a:ext cx="11065" cy="8014"/>
            </a:xfrm>
            <a:custGeom>
              <a:avLst/>
              <a:pathLst>
                <a:path w="11065" h="8014">
                  <a:moveTo>
                    <a:pt x="2625" y="0"/>
                  </a:moveTo>
                  <a:lnTo>
                    <a:pt x="11065" y="3470"/>
                  </a:lnTo>
                  <a:lnTo>
                    <a:pt x="5373" y="5659"/>
                  </a:lnTo>
                  <a:lnTo>
                    <a:pt x="3356" y="8014"/>
                  </a:lnTo>
                  <a:lnTo>
                    <a:pt x="223" y="6301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h1456"/>
            <p:cNvSpPr/>
            <p:nvPr/>
          </p:nvSpPr>
          <p:spPr>
            <a:xfrm>
              <a:off x="2990385" y="3394533"/>
              <a:ext cx="5668" cy="5014"/>
            </a:xfrm>
            <a:custGeom>
              <a:avLst/>
              <a:pathLst>
                <a:path w="5668" h="5014">
                  <a:moveTo>
                    <a:pt x="3836" y="2807"/>
                  </a:moveTo>
                  <a:lnTo>
                    <a:pt x="5668" y="3490"/>
                  </a:lnTo>
                  <a:lnTo>
                    <a:pt x="5074" y="4476"/>
                  </a:lnTo>
                  <a:lnTo>
                    <a:pt x="4751" y="5014"/>
                  </a:lnTo>
                  <a:lnTo>
                    <a:pt x="735" y="2858"/>
                  </a:lnTo>
                  <a:lnTo>
                    <a:pt x="0" y="2757"/>
                  </a:lnTo>
                  <a:lnTo>
                    <a:pt x="596" y="0"/>
                  </a:lnTo>
                  <a:lnTo>
                    <a:pt x="2501" y="47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h1457"/>
            <p:cNvSpPr/>
            <p:nvPr/>
          </p:nvSpPr>
          <p:spPr>
            <a:xfrm>
              <a:off x="2992231" y="3387784"/>
              <a:ext cx="9222" cy="7111"/>
            </a:xfrm>
            <a:custGeom>
              <a:avLst/>
              <a:pathLst>
                <a:path w="9222" h="7111">
                  <a:moveTo>
                    <a:pt x="8677" y="7111"/>
                  </a:moveTo>
                  <a:lnTo>
                    <a:pt x="353" y="4305"/>
                  </a:lnTo>
                  <a:lnTo>
                    <a:pt x="0" y="2436"/>
                  </a:lnTo>
                  <a:lnTo>
                    <a:pt x="5881" y="1947"/>
                  </a:lnTo>
                  <a:lnTo>
                    <a:pt x="9222" y="0"/>
                  </a:lnTo>
                  <a:lnTo>
                    <a:pt x="9019" y="673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h1458"/>
            <p:cNvSpPr/>
            <p:nvPr/>
          </p:nvSpPr>
          <p:spPr>
            <a:xfrm>
              <a:off x="3062007" y="3555641"/>
              <a:ext cx="344" cy="265"/>
            </a:xfrm>
            <a:custGeom>
              <a:avLst/>
              <a:pathLst>
                <a:path w="344" h="265">
                  <a:moveTo>
                    <a:pt x="292" y="0"/>
                  </a:moveTo>
                  <a:lnTo>
                    <a:pt x="344" y="26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h1459"/>
            <p:cNvSpPr/>
            <p:nvPr/>
          </p:nvSpPr>
          <p:spPr>
            <a:xfrm>
              <a:off x="3062943" y="3555158"/>
              <a:ext cx="155" cy="19"/>
            </a:xfrm>
            <a:custGeom>
              <a:avLst/>
              <a:pathLst>
                <a:path w="155" h="19">
                  <a:moveTo>
                    <a:pt x="0" y="19"/>
                  </a:moveTo>
                  <a:lnTo>
                    <a:pt x="15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h1460"/>
            <p:cNvSpPr/>
            <p:nvPr/>
          </p:nvSpPr>
          <p:spPr>
            <a:xfrm>
              <a:off x="3070478" y="3550878"/>
              <a:ext cx="385" cy="515"/>
            </a:xfrm>
            <a:custGeom>
              <a:avLst/>
              <a:pathLst>
                <a:path w="385" h="515">
                  <a:moveTo>
                    <a:pt x="157" y="0"/>
                  </a:moveTo>
                  <a:lnTo>
                    <a:pt x="385" y="366"/>
                  </a:lnTo>
                  <a:lnTo>
                    <a:pt x="0" y="51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h1461"/>
            <p:cNvSpPr/>
            <p:nvPr/>
          </p:nvSpPr>
          <p:spPr>
            <a:xfrm>
              <a:off x="3075875" y="3547170"/>
              <a:ext cx="150" cy="48"/>
            </a:xfrm>
            <a:custGeom>
              <a:avLst/>
              <a:pathLst>
                <a:path w="150" h="48">
                  <a:moveTo>
                    <a:pt x="150" y="4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h1462"/>
            <p:cNvSpPr/>
            <p:nvPr/>
          </p:nvSpPr>
          <p:spPr>
            <a:xfrm>
              <a:off x="3080337" y="3544670"/>
              <a:ext cx="174" cy="322"/>
            </a:xfrm>
            <a:custGeom>
              <a:avLst/>
              <a:pathLst>
                <a:path w="174" h="322">
                  <a:moveTo>
                    <a:pt x="0" y="0"/>
                  </a:moveTo>
                  <a:lnTo>
                    <a:pt x="174" y="117"/>
                  </a:lnTo>
                  <a:lnTo>
                    <a:pt x="47" y="32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h1463"/>
            <p:cNvSpPr/>
            <p:nvPr/>
          </p:nvSpPr>
          <p:spPr>
            <a:xfrm>
              <a:off x="3043018" y="3519663"/>
              <a:ext cx="42163" cy="36494"/>
            </a:xfrm>
            <a:custGeom>
              <a:avLst/>
              <a:pathLst>
                <a:path w="42163" h="36494">
                  <a:moveTo>
                    <a:pt x="16611" y="11710"/>
                  </a:moveTo>
                  <a:lnTo>
                    <a:pt x="19829" y="12199"/>
                  </a:lnTo>
                  <a:lnTo>
                    <a:pt x="33175" y="11255"/>
                  </a:lnTo>
                  <a:lnTo>
                    <a:pt x="32943" y="12461"/>
                  </a:lnTo>
                  <a:lnTo>
                    <a:pt x="34808" y="15661"/>
                  </a:lnTo>
                  <a:lnTo>
                    <a:pt x="35335" y="16051"/>
                  </a:lnTo>
                  <a:lnTo>
                    <a:pt x="37810" y="15031"/>
                  </a:lnTo>
                  <a:lnTo>
                    <a:pt x="42163" y="21675"/>
                  </a:lnTo>
                  <a:lnTo>
                    <a:pt x="32572" y="25338"/>
                  </a:lnTo>
                  <a:lnTo>
                    <a:pt x="31333" y="26921"/>
                  </a:lnTo>
                  <a:lnTo>
                    <a:pt x="32341" y="28424"/>
                  </a:lnTo>
                  <a:lnTo>
                    <a:pt x="17519" y="36419"/>
                  </a:lnTo>
                  <a:lnTo>
                    <a:pt x="5913" y="36494"/>
                  </a:lnTo>
                  <a:lnTo>
                    <a:pt x="6115" y="29598"/>
                  </a:lnTo>
                  <a:lnTo>
                    <a:pt x="4821" y="21143"/>
                  </a:lnTo>
                  <a:lnTo>
                    <a:pt x="0" y="12811"/>
                  </a:lnTo>
                  <a:lnTo>
                    <a:pt x="1270" y="11888"/>
                  </a:lnTo>
                  <a:lnTo>
                    <a:pt x="4641" y="13063"/>
                  </a:lnTo>
                  <a:lnTo>
                    <a:pt x="14214" y="12850"/>
                  </a:lnTo>
                  <a:lnTo>
                    <a:pt x="12823" y="9249"/>
                  </a:lnTo>
                  <a:lnTo>
                    <a:pt x="13639" y="5660"/>
                  </a:lnTo>
                  <a:lnTo>
                    <a:pt x="9341" y="5061"/>
                  </a:lnTo>
                  <a:lnTo>
                    <a:pt x="9949" y="3101"/>
                  </a:lnTo>
                  <a:lnTo>
                    <a:pt x="12634" y="2327"/>
                  </a:lnTo>
                  <a:lnTo>
                    <a:pt x="14369" y="0"/>
                  </a:lnTo>
                  <a:lnTo>
                    <a:pt x="15784" y="986"/>
                  </a:lnTo>
                  <a:lnTo>
                    <a:pt x="16856" y="2252"/>
                  </a:lnTo>
                  <a:lnTo>
                    <a:pt x="15726" y="8593"/>
                  </a:lnTo>
                  <a:lnTo>
                    <a:pt x="15778" y="1068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h1464"/>
            <p:cNvSpPr/>
            <p:nvPr/>
          </p:nvSpPr>
          <p:spPr>
            <a:xfrm>
              <a:off x="2893725" y="3349711"/>
              <a:ext cx="10137" cy="20890"/>
            </a:xfrm>
            <a:custGeom>
              <a:avLst/>
              <a:pathLst>
                <a:path w="10137" h="20890">
                  <a:moveTo>
                    <a:pt x="8341" y="12023"/>
                  </a:moveTo>
                  <a:lnTo>
                    <a:pt x="9635" y="18652"/>
                  </a:lnTo>
                  <a:lnTo>
                    <a:pt x="7940" y="20890"/>
                  </a:lnTo>
                  <a:lnTo>
                    <a:pt x="6819" y="17077"/>
                  </a:lnTo>
                  <a:lnTo>
                    <a:pt x="5276" y="15597"/>
                  </a:lnTo>
                  <a:lnTo>
                    <a:pt x="2187" y="17059"/>
                  </a:lnTo>
                  <a:lnTo>
                    <a:pt x="2311" y="11397"/>
                  </a:lnTo>
                  <a:lnTo>
                    <a:pt x="1810" y="8438"/>
                  </a:lnTo>
                  <a:lnTo>
                    <a:pt x="663" y="7809"/>
                  </a:lnTo>
                  <a:lnTo>
                    <a:pt x="0" y="3146"/>
                  </a:lnTo>
                  <a:lnTo>
                    <a:pt x="1013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h1465"/>
            <p:cNvSpPr/>
            <p:nvPr/>
          </p:nvSpPr>
          <p:spPr>
            <a:xfrm>
              <a:off x="3050941" y="3348456"/>
              <a:ext cx="3388" cy="3792"/>
            </a:xfrm>
            <a:custGeom>
              <a:avLst/>
              <a:pathLst>
                <a:path w="3388" h="3792">
                  <a:moveTo>
                    <a:pt x="3388" y="3517"/>
                  </a:moveTo>
                  <a:lnTo>
                    <a:pt x="579" y="3792"/>
                  </a:lnTo>
                  <a:lnTo>
                    <a:pt x="0" y="3238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h1466"/>
            <p:cNvSpPr/>
            <p:nvPr/>
          </p:nvSpPr>
          <p:spPr>
            <a:xfrm>
              <a:off x="2903895" y="3301520"/>
              <a:ext cx="21693" cy="20708"/>
            </a:xfrm>
            <a:custGeom>
              <a:avLst/>
              <a:pathLst>
                <a:path w="21693" h="20708">
                  <a:moveTo>
                    <a:pt x="21693" y="1337"/>
                  </a:moveTo>
                  <a:lnTo>
                    <a:pt x="20123" y="6685"/>
                  </a:lnTo>
                  <a:lnTo>
                    <a:pt x="16374" y="10619"/>
                  </a:lnTo>
                  <a:lnTo>
                    <a:pt x="15555" y="10201"/>
                  </a:lnTo>
                  <a:lnTo>
                    <a:pt x="15005" y="9738"/>
                  </a:lnTo>
                  <a:lnTo>
                    <a:pt x="16402" y="4974"/>
                  </a:lnTo>
                  <a:lnTo>
                    <a:pt x="14327" y="2225"/>
                  </a:lnTo>
                  <a:lnTo>
                    <a:pt x="13359" y="12903"/>
                  </a:lnTo>
                  <a:lnTo>
                    <a:pt x="9981" y="10647"/>
                  </a:lnTo>
                  <a:lnTo>
                    <a:pt x="7819" y="10348"/>
                  </a:lnTo>
                  <a:lnTo>
                    <a:pt x="1637" y="11848"/>
                  </a:lnTo>
                  <a:lnTo>
                    <a:pt x="1110" y="15036"/>
                  </a:lnTo>
                  <a:lnTo>
                    <a:pt x="5520" y="16627"/>
                  </a:lnTo>
                  <a:lnTo>
                    <a:pt x="6497" y="17832"/>
                  </a:lnTo>
                  <a:lnTo>
                    <a:pt x="4827" y="20708"/>
                  </a:lnTo>
                  <a:lnTo>
                    <a:pt x="2233" y="20577"/>
                  </a:lnTo>
                  <a:lnTo>
                    <a:pt x="811" y="17116"/>
                  </a:lnTo>
                  <a:lnTo>
                    <a:pt x="0" y="13385"/>
                  </a:lnTo>
                  <a:lnTo>
                    <a:pt x="736" y="11186"/>
                  </a:lnTo>
                  <a:lnTo>
                    <a:pt x="4456" y="10554"/>
                  </a:lnTo>
                  <a:lnTo>
                    <a:pt x="9336" y="9740"/>
                  </a:lnTo>
                  <a:lnTo>
                    <a:pt x="10066" y="6203"/>
                  </a:lnTo>
                  <a:lnTo>
                    <a:pt x="13096" y="5012"/>
                  </a:lnTo>
                  <a:lnTo>
                    <a:pt x="1296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h1467"/>
            <p:cNvSpPr/>
            <p:nvPr/>
          </p:nvSpPr>
          <p:spPr>
            <a:xfrm>
              <a:off x="3191350" y="3414768"/>
              <a:ext cx="21833" cy="25239"/>
            </a:xfrm>
            <a:custGeom>
              <a:avLst/>
              <a:pathLst>
                <a:path w="21833" h="25239">
                  <a:moveTo>
                    <a:pt x="15852" y="73"/>
                  </a:moveTo>
                  <a:lnTo>
                    <a:pt x="21430" y="2942"/>
                  </a:lnTo>
                  <a:lnTo>
                    <a:pt x="21833" y="10498"/>
                  </a:lnTo>
                  <a:lnTo>
                    <a:pt x="18751" y="17534"/>
                  </a:lnTo>
                  <a:lnTo>
                    <a:pt x="13684" y="23469"/>
                  </a:lnTo>
                  <a:lnTo>
                    <a:pt x="7388" y="25239"/>
                  </a:lnTo>
                  <a:lnTo>
                    <a:pt x="2749" y="25235"/>
                  </a:lnTo>
                  <a:lnTo>
                    <a:pt x="2146" y="21351"/>
                  </a:lnTo>
                  <a:lnTo>
                    <a:pt x="2043" y="18839"/>
                  </a:lnTo>
                  <a:lnTo>
                    <a:pt x="3747" y="19167"/>
                  </a:lnTo>
                  <a:lnTo>
                    <a:pt x="4601" y="15681"/>
                  </a:lnTo>
                  <a:lnTo>
                    <a:pt x="2796" y="13426"/>
                  </a:lnTo>
                  <a:lnTo>
                    <a:pt x="870" y="7504"/>
                  </a:lnTo>
                  <a:lnTo>
                    <a:pt x="0" y="2192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h1468"/>
            <p:cNvSpPr/>
            <p:nvPr/>
          </p:nvSpPr>
          <p:spPr>
            <a:xfrm>
              <a:off x="2996660" y="3438740"/>
              <a:ext cx="19528" cy="16541"/>
            </a:xfrm>
            <a:custGeom>
              <a:avLst/>
              <a:pathLst>
                <a:path w="19528" h="16541">
                  <a:moveTo>
                    <a:pt x="5363" y="0"/>
                  </a:moveTo>
                  <a:lnTo>
                    <a:pt x="12604" y="7931"/>
                  </a:lnTo>
                  <a:lnTo>
                    <a:pt x="14868" y="7849"/>
                  </a:lnTo>
                  <a:lnTo>
                    <a:pt x="18945" y="8731"/>
                  </a:lnTo>
                  <a:lnTo>
                    <a:pt x="19141" y="11097"/>
                  </a:lnTo>
                  <a:lnTo>
                    <a:pt x="18465" y="12567"/>
                  </a:lnTo>
                  <a:lnTo>
                    <a:pt x="19528" y="14137"/>
                  </a:lnTo>
                  <a:lnTo>
                    <a:pt x="12775" y="16464"/>
                  </a:lnTo>
                  <a:lnTo>
                    <a:pt x="10161" y="16541"/>
                  </a:lnTo>
                  <a:lnTo>
                    <a:pt x="1019" y="12771"/>
                  </a:lnTo>
                  <a:lnTo>
                    <a:pt x="0" y="11595"/>
                  </a:lnTo>
                  <a:lnTo>
                    <a:pt x="3375" y="7381"/>
                  </a:lnTo>
                  <a:lnTo>
                    <a:pt x="3893" y="1126"/>
                  </a:lnTo>
                  <a:lnTo>
                    <a:pt x="3153" y="31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h1469"/>
            <p:cNvSpPr/>
            <p:nvPr/>
          </p:nvSpPr>
          <p:spPr>
            <a:xfrm>
              <a:off x="2957951" y="3400422"/>
              <a:ext cx="19911" cy="11961"/>
            </a:xfrm>
            <a:custGeom>
              <a:avLst/>
              <a:pathLst>
                <a:path w="19911" h="11961">
                  <a:moveTo>
                    <a:pt x="11560" y="2823"/>
                  </a:moveTo>
                  <a:lnTo>
                    <a:pt x="19524" y="1158"/>
                  </a:lnTo>
                  <a:lnTo>
                    <a:pt x="19605" y="5438"/>
                  </a:lnTo>
                  <a:lnTo>
                    <a:pt x="19911" y="11961"/>
                  </a:lnTo>
                  <a:lnTo>
                    <a:pt x="11019" y="10973"/>
                  </a:lnTo>
                  <a:lnTo>
                    <a:pt x="9372" y="9697"/>
                  </a:lnTo>
                  <a:lnTo>
                    <a:pt x="6890" y="9667"/>
                  </a:lnTo>
                  <a:lnTo>
                    <a:pt x="2771" y="8012"/>
                  </a:lnTo>
                  <a:lnTo>
                    <a:pt x="0" y="4095"/>
                  </a:lnTo>
                  <a:lnTo>
                    <a:pt x="398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h1470"/>
            <p:cNvSpPr/>
            <p:nvPr/>
          </p:nvSpPr>
          <p:spPr>
            <a:xfrm>
              <a:off x="3085387" y="3450635"/>
              <a:ext cx="21950" cy="11356"/>
            </a:xfrm>
            <a:custGeom>
              <a:avLst/>
              <a:pathLst>
                <a:path w="21950" h="11356">
                  <a:moveTo>
                    <a:pt x="16521" y="4884"/>
                  </a:moveTo>
                  <a:lnTo>
                    <a:pt x="18222" y="4710"/>
                  </a:lnTo>
                  <a:lnTo>
                    <a:pt x="19715" y="2510"/>
                  </a:lnTo>
                  <a:lnTo>
                    <a:pt x="21695" y="3929"/>
                  </a:lnTo>
                  <a:lnTo>
                    <a:pt x="21950" y="10538"/>
                  </a:lnTo>
                  <a:lnTo>
                    <a:pt x="21142" y="11132"/>
                  </a:lnTo>
                  <a:lnTo>
                    <a:pt x="19607" y="9410"/>
                  </a:lnTo>
                  <a:lnTo>
                    <a:pt x="13365" y="7608"/>
                  </a:lnTo>
                  <a:lnTo>
                    <a:pt x="8891" y="11356"/>
                  </a:lnTo>
                  <a:lnTo>
                    <a:pt x="6046" y="11040"/>
                  </a:lnTo>
                  <a:lnTo>
                    <a:pt x="4245" y="7736"/>
                  </a:lnTo>
                  <a:lnTo>
                    <a:pt x="0" y="5179"/>
                  </a:lnTo>
                  <a:lnTo>
                    <a:pt x="638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h1471"/>
            <p:cNvSpPr/>
            <p:nvPr/>
          </p:nvSpPr>
          <p:spPr>
            <a:xfrm>
              <a:off x="2830011" y="3328934"/>
              <a:ext cx="11221" cy="13910"/>
            </a:xfrm>
            <a:custGeom>
              <a:avLst/>
              <a:pathLst>
                <a:path w="11221" h="13910">
                  <a:moveTo>
                    <a:pt x="11221" y="3603"/>
                  </a:moveTo>
                  <a:lnTo>
                    <a:pt x="10194" y="6599"/>
                  </a:lnTo>
                  <a:lnTo>
                    <a:pt x="5206" y="9325"/>
                  </a:lnTo>
                  <a:lnTo>
                    <a:pt x="4671" y="13910"/>
                  </a:lnTo>
                  <a:lnTo>
                    <a:pt x="0" y="9757"/>
                  </a:lnTo>
                  <a:lnTo>
                    <a:pt x="1377" y="8779"/>
                  </a:lnTo>
                  <a:lnTo>
                    <a:pt x="2599" y="5723"/>
                  </a:lnTo>
                  <a:lnTo>
                    <a:pt x="1918" y="1693"/>
                  </a:lnTo>
                  <a:lnTo>
                    <a:pt x="4158" y="693"/>
                  </a:lnTo>
                  <a:lnTo>
                    <a:pt x="4834" y="1222"/>
                  </a:lnTo>
                  <a:lnTo>
                    <a:pt x="870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h1472"/>
            <p:cNvSpPr/>
            <p:nvPr/>
          </p:nvSpPr>
          <p:spPr>
            <a:xfrm>
              <a:off x="3187906" y="3448070"/>
              <a:ext cx="17909" cy="25670"/>
            </a:xfrm>
            <a:custGeom>
              <a:avLst/>
              <a:pathLst>
                <a:path w="17909" h="25670">
                  <a:moveTo>
                    <a:pt x="10670" y="662"/>
                  </a:moveTo>
                  <a:lnTo>
                    <a:pt x="11324" y="2034"/>
                  </a:lnTo>
                  <a:lnTo>
                    <a:pt x="15686" y="2763"/>
                  </a:lnTo>
                  <a:lnTo>
                    <a:pt x="14010" y="7075"/>
                  </a:lnTo>
                  <a:lnTo>
                    <a:pt x="15755" y="11449"/>
                  </a:lnTo>
                  <a:lnTo>
                    <a:pt x="17753" y="15962"/>
                  </a:lnTo>
                  <a:lnTo>
                    <a:pt x="17909" y="16139"/>
                  </a:lnTo>
                  <a:lnTo>
                    <a:pt x="15087" y="19544"/>
                  </a:lnTo>
                  <a:lnTo>
                    <a:pt x="12380" y="20267"/>
                  </a:lnTo>
                  <a:lnTo>
                    <a:pt x="11964" y="25229"/>
                  </a:lnTo>
                  <a:lnTo>
                    <a:pt x="5858" y="25670"/>
                  </a:lnTo>
                  <a:lnTo>
                    <a:pt x="3998" y="25097"/>
                  </a:lnTo>
                  <a:lnTo>
                    <a:pt x="0" y="18414"/>
                  </a:lnTo>
                  <a:lnTo>
                    <a:pt x="1814" y="6744"/>
                  </a:lnTo>
                  <a:lnTo>
                    <a:pt x="1120" y="4808"/>
                  </a:lnTo>
                  <a:lnTo>
                    <a:pt x="857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h1473"/>
            <p:cNvSpPr/>
            <p:nvPr/>
          </p:nvSpPr>
          <p:spPr>
            <a:xfrm>
              <a:off x="2899906" y="3286742"/>
              <a:ext cx="10953" cy="11422"/>
            </a:xfrm>
            <a:custGeom>
              <a:avLst/>
              <a:pathLst>
                <a:path w="10953" h="11422">
                  <a:moveTo>
                    <a:pt x="10765" y="628"/>
                  </a:moveTo>
                  <a:lnTo>
                    <a:pt x="10164" y="2031"/>
                  </a:lnTo>
                  <a:lnTo>
                    <a:pt x="10953" y="8725"/>
                  </a:lnTo>
                  <a:lnTo>
                    <a:pt x="4077" y="11422"/>
                  </a:lnTo>
                  <a:lnTo>
                    <a:pt x="0" y="7594"/>
                  </a:lnTo>
                  <a:lnTo>
                    <a:pt x="3631" y="3235"/>
                  </a:lnTo>
                  <a:lnTo>
                    <a:pt x="784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h1474"/>
            <p:cNvSpPr/>
            <p:nvPr/>
          </p:nvSpPr>
          <p:spPr>
            <a:xfrm>
              <a:off x="2938368" y="3240219"/>
              <a:ext cx="18499" cy="17880"/>
            </a:xfrm>
            <a:custGeom>
              <a:avLst/>
              <a:pathLst>
                <a:path w="18499" h="17880">
                  <a:moveTo>
                    <a:pt x="18499" y="2633"/>
                  </a:moveTo>
                  <a:lnTo>
                    <a:pt x="15802" y="6689"/>
                  </a:lnTo>
                  <a:lnTo>
                    <a:pt x="16668" y="11031"/>
                  </a:lnTo>
                  <a:lnTo>
                    <a:pt x="9050" y="17880"/>
                  </a:lnTo>
                  <a:lnTo>
                    <a:pt x="3465" y="13798"/>
                  </a:lnTo>
                  <a:lnTo>
                    <a:pt x="0" y="9249"/>
                  </a:lnTo>
                  <a:lnTo>
                    <a:pt x="2655" y="5832"/>
                  </a:lnTo>
                  <a:lnTo>
                    <a:pt x="6410" y="5703"/>
                  </a:lnTo>
                  <a:lnTo>
                    <a:pt x="1820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h1475"/>
            <p:cNvSpPr/>
            <p:nvPr/>
          </p:nvSpPr>
          <p:spPr>
            <a:xfrm>
              <a:off x="3029611" y="3463819"/>
              <a:ext cx="19432" cy="23180"/>
            </a:xfrm>
            <a:custGeom>
              <a:avLst/>
              <a:pathLst>
                <a:path w="19432" h="23180">
                  <a:moveTo>
                    <a:pt x="5187" y="905"/>
                  </a:moveTo>
                  <a:lnTo>
                    <a:pt x="5776" y="1848"/>
                  </a:lnTo>
                  <a:lnTo>
                    <a:pt x="5254" y="3151"/>
                  </a:lnTo>
                  <a:lnTo>
                    <a:pt x="9197" y="6734"/>
                  </a:lnTo>
                  <a:lnTo>
                    <a:pt x="10549" y="7641"/>
                  </a:lnTo>
                  <a:lnTo>
                    <a:pt x="13492" y="7790"/>
                  </a:lnTo>
                  <a:lnTo>
                    <a:pt x="19055" y="4360"/>
                  </a:lnTo>
                  <a:lnTo>
                    <a:pt x="19432" y="8557"/>
                  </a:lnTo>
                  <a:lnTo>
                    <a:pt x="14589" y="13849"/>
                  </a:lnTo>
                  <a:lnTo>
                    <a:pt x="14356" y="17518"/>
                  </a:lnTo>
                  <a:lnTo>
                    <a:pt x="15108" y="21278"/>
                  </a:lnTo>
                  <a:lnTo>
                    <a:pt x="13507" y="23180"/>
                  </a:lnTo>
                  <a:lnTo>
                    <a:pt x="9179" y="18583"/>
                  </a:lnTo>
                  <a:lnTo>
                    <a:pt x="9201" y="16160"/>
                  </a:lnTo>
                  <a:lnTo>
                    <a:pt x="4023" y="13452"/>
                  </a:lnTo>
                  <a:lnTo>
                    <a:pt x="2884" y="9494"/>
                  </a:lnTo>
                  <a:lnTo>
                    <a:pt x="491" y="6023"/>
                  </a:lnTo>
                  <a:lnTo>
                    <a:pt x="0" y="1725"/>
                  </a:lnTo>
                  <a:lnTo>
                    <a:pt x="237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h1476"/>
            <p:cNvSpPr/>
            <p:nvPr/>
          </p:nvSpPr>
          <p:spPr>
            <a:xfrm>
              <a:off x="2824833" y="3378688"/>
              <a:ext cx="15292" cy="10242"/>
            </a:xfrm>
            <a:custGeom>
              <a:avLst/>
              <a:pathLst>
                <a:path w="15292" h="10242">
                  <a:moveTo>
                    <a:pt x="10216" y="3211"/>
                  </a:moveTo>
                  <a:lnTo>
                    <a:pt x="10891" y="2402"/>
                  </a:lnTo>
                  <a:lnTo>
                    <a:pt x="15292" y="4898"/>
                  </a:lnTo>
                  <a:lnTo>
                    <a:pt x="13977" y="7367"/>
                  </a:lnTo>
                  <a:lnTo>
                    <a:pt x="12554" y="8180"/>
                  </a:lnTo>
                  <a:lnTo>
                    <a:pt x="4734" y="10242"/>
                  </a:lnTo>
                  <a:lnTo>
                    <a:pt x="2266" y="9691"/>
                  </a:lnTo>
                  <a:lnTo>
                    <a:pt x="2883" y="9219"/>
                  </a:lnTo>
                  <a:lnTo>
                    <a:pt x="8566" y="8351"/>
                  </a:lnTo>
                  <a:lnTo>
                    <a:pt x="7067" y="5316"/>
                  </a:lnTo>
                  <a:lnTo>
                    <a:pt x="5631" y="4183"/>
                  </a:lnTo>
                  <a:lnTo>
                    <a:pt x="4226" y="3540"/>
                  </a:lnTo>
                  <a:lnTo>
                    <a:pt x="3265" y="3973"/>
                  </a:lnTo>
                  <a:lnTo>
                    <a:pt x="0" y="2207"/>
                  </a:lnTo>
                  <a:lnTo>
                    <a:pt x="2873" y="0"/>
                  </a:lnTo>
                  <a:lnTo>
                    <a:pt x="3789" y="121"/>
                  </a:lnTo>
                  <a:lnTo>
                    <a:pt x="5653" y="375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h1477"/>
            <p:cNvSpPr/>
            <p:nvPr/>
          </p:nvSpPr>
          <p:spPr>
            <a:xfrm>
              <a:off x="2818164" y="3374253"/>
              <a:ext cx="4874" cy="7874"/>
            </a:xfrm>
            <a:custGeom>
              <a:avLst/>
              <a:pathLst>
                <a:path w="4874" h="7874">
                  <a:moveTo>
                    <a:pt x="2324" y="7614"/>
                  </a:moveTo>
                  <a:lnTo>
                    <a:pt x="0" y="5402"/>
                  </a:lnTo>
                  <a:lnTo>
                    <a:pt x="1766" y="2431"/>
                  </a:lnTo>
                  <a:lnTo>
                    <a:pt x="1521" y="897"/>
                  </a:lnTo>
                  <a:lnTo>
                    <a:pt x="3539" y="0"/>
                  </a:lnTo>
                  <a:lnTo>
                    <a:pt x="4762" y="2098"/>
                  </a:lnTo>
                  <a:lnTo>
                    <a:pt x="4874" y="5951"/>
                  </a:lnTo>
                  <a:lnTo>
                    <a:pt x="3384" y="787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h1478"/>
            <p:cNvSpPr/>
            <p:nvPr/>
          </p:nvSpPr>
          <p:spPr>
            <a:xfrm>
              <a:off x="2878582" y="3346826"/>
              <a:ext cx="8873" cy="8795"/>
            </a:xfrm>
            <a:custGeom>
              <a:avLst/>
              <a:pathLst>
                <a:path w="8873" h="8795">
                  <a:moveTo>
                    <a:pt x="8873" y="3106"/>
                  </a:moveTo>
                  <a:lnTo>
                    <a:pt x="8247" y="5649"/>
                  </a:lnTo>
                  <a:lnTo>
                    <a:pt x="6865" y="6924"/>
                  </a:lnTo>
                  <a:lnTo>
                    <a:pt x="791" y="8795"/>
                  </a:lnTo>
                  <a:lnTo>
                    <a:pt x="185" y="8650"/>
                  </a:lnTo>
                  <a:lnTo>
                    <a:pt x="0" y="5387"/>
                  </a:lnTo>
                  <a:lnTo>
                    <a:pt x="369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h1479"/>
            <p:cNvSpPr/>
            <p:nvPr/>
          </p:nvSpPr>
          <p:spPr>
            <a:xfrm>
              <a:off x="3058044" y="3333192"/>
              <a:ext cx="4866" cy="6167"/>
            </a:xfrm>
            <a:custGeom>
              <a:avLst/>
              <a:pathLst>
                <a:path w="4866" h="6167">
                  <a:moveTo>
                    <a:pt x="4474" y="1710"/>
                  </a:moveTo>
                  <a:lnTo>
                    <a:pt x="4866" y="4048"/>
                  </a:lnTo>
                  <a:lnTo>
                    <a:pt x="3902" y="6095"/>
                  </a:lnTo>
                  <a:lnTo>
                    <a:pt x="2405" y="6167"/>
                  </a:lnTo>
                  <a:lnTo>
                    <a:pt x="0" y="4285"/>
                  </a:lnTo>
                  <a:lnTo>
                    <a:pt x="100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h1480"/>
            <p:cNvSpPr/>
            <p:nvPr/>
          </p:nvSpPr>
          <p:spPr>
            <a:xfrm>
              <a:off x="2819383" y="3284065"/>
              <a:ext cx="15613" cy="8474"/>
            </a:xfrm>
            <a:custGeom>
              <a:avLst/>
              <a:pathLst>
                <a:path w="15613" h="8474">
                  <a:moveTo>
                    <a:pt x="13157" y="2996"/>
                  </a:moveTo>
                  <a:lnTo>
                    <a:pt x="14919" y="4320"/>
                  </a:lnTo>
                  <a:lnTo>
                    <a:pt x="15613" y="7911"/>
                  </a:lnTo>
                  <a:lnTo>
                    <a:pt x="7095" y="8474"/>
                  </a:lnTo>
                  <a:lnTo>
                    <a:pt x="3712" y="6882"/>
                  </a:lnTo>
                  <a:lnTo>
                    <a:pt x="2066" y="7483"/>
                  </a:lnTo>
                  <a:lnTo>
                    <a:pt x="0" y="4978"/>
                  </a:lnTo>
                  <a:lnTo>
                    <a:pt x="424" y="3689"/>
                  </a:lnTo>
                  <a:lnTo>
                    <a:pt x="3422" y="1802"/>
                  </a:lnTo>
                  <a:lnTo>
                    <a:pt x="4559" y="100"/>
                  </a:lnTo>
                  <a:lnTo>
                    <a:pt x="1152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h1481"/>
            <p:cNvSpPr/>
            <p:nvPr/>
          </p:nvSpPr>
          <p:spPr>
            <a:xfrm>
              <a:off x="3032714" y="3399860"/>
              <a:ext cx="27690" cy="23591"/>
            </a:xfrm>
            <a:custGeom>
              <a:avLst/>
              <a:pathLst>
                <a:path w="27690" h="23591">
                  <a:moveTo>
                    <a:pt x="22086" y="3313"/>
                  </a:moveTo>
                  <a:lnTo>
                    <a:pt x="24718" y="268"/>
                  </a:lnTo>
                  <a:lnTo>
                    <a:pt x="27441" y="7600"/>
                  </a:lnTo>
                  <a:lnTo>
                    <a:pt x="27690" y="19216"/>
                  </a:lnTo>
                  <a:lnTo>
                    <a:pt x="23981" y="22067"/>
                  </a:lnTo>
                  <a:lnTo>
                    <a:pt x="21248" y="20469"/>
                  </a:lnTo>
                  <a:lnTo>
                    <a:pt x="16913" y="16267"/>
                  </a:lnTo>
                  <a:lnTo>
                    <a:pt x="13933" y="16661"/>
                  </a:lnTo>
                  <a:lnTo>
                    <a:pt x="8647" y="21680"/>
                  </a:lnTo>
                  <a:lnTo>
                    <a:pt x="5339" y="23512"/>
                  </a:lnTo>
                  <a:lnTo>
                    <a:pt x="1970" y="23591"/>
                  </a:lnTo>
                  <a:lnTo>
                    <a:pt x="0" y="15737"/>
                  </a:lnTo>
                  <a:lnTo>
                    <a:pt x="387" y="8231"/>
                  </a:lnTo>
                  <a:lnTo>
                    <a:pt x="6045" y="7332"/>
                  </a:lnTo>
                  <a:lnTo>
                    <a:pt x="8373" y="9307"/>
                  </a:lnTo>
                  <a:lnTo>
                    <a:pt x="11145" y="1977"/>
                  </a:lnTo>
                  <a:lnTo>
                    <a:pt x="1285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h1482"/>
            <p:cNvSpPr/>
            <p:nvPr/>
          </p:nvSpPr>
          <p:spPr>
            <a:xfrm>
              <a:off x="3233863" y="3447046"/>
              <a:ext cx="30762" cy="31329"/>
            </a:xfrm>
            <a:custGeom>
              <a:avLst/>
              <a:pathLst>
                <a:path w="30762" h="31329">
                  <a:moveTo>
                    <a:pt x="26168" y="783"/>
                  </a:moveTo>
                  <a:lnTo>
                    <a:pt x="28268" y="4140"/>
                  </a:lnTo>
                  <a:lnTo>
                    <a:pt x="30762" y="8282"/>
                  </a:lnTo>
                  <a:lnTo>
                    <a:pt x="30438" y="11441"/>
                  </a:lnTo>
                  <a:lnTo>
                    <a:pt x="23433" y="10210"/>
                  </a:lnTo>
                  <a:lnTo>
                    <a:pt x="15333" y="29065"/>
                  </a:lnTo>
                  <a:lnTo>
                    <a:pt x="15260" y="31329"/>
                  </a:lnTo>
                  <a:lnTo>
                    <a:pt x="13062" y="31173"/>
                  </a:lnTo>
                  <a:lnTo>
                    <a:pt x="11587" y="29531"/>
                  </a:lnTo>
                  <a:lnTo>
                    <a:pt x="2703" y="29441"/>
                  </a:lnTo>
                  <a:lnTo>
                    <a:pt x="0" y="23310"/>
                  </a:lnTo>
                  <a:lnTo>
                    <a:pt x="7922" y="18548"/>
                  </a:lnTo>
                  <a:lnTo>
                    <a:pt x="10251" y="15896"/>
                  </a:lnTo>
                  <a:lnTo>
                    <a:pt x="10189" y="15125"/>
                  </a:lnTo>
                  <a:lnTo>
                    <a:pt x="6677" y="12735"/>
                  </a:lnTo>
                  <a:lnTo>
                    <a:pt x="5100" y="10674"/>
                  </a:lnTo>
                  <a:lnTo>
                    <a:pt x="4516" y="6003"/>
                  </a:lnTo>
                  <a:lnTo>
                    <a:pt x="5713" y="1330"/>
                  </a:lnTo>
                  <a:lnTo>
                    <a:pt x="7387" y="298"/>
                  </a:lnTo>
                  <a:lnTo>
                    <a:pt x="9958" y="2247"/>
                  </a:lnTo>
                  <a:lnTo>
                    <a:pt x="10824" y="5938"/>
                  </a:lnTo>
                  <a:lnTo>
                    <a:pt x="14825" y="3893"/>
                  </a:lnTo>
                  <a:lnTo>
                    <a:pt x="1765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h1483"/>
            <p:cNvSpPr/>
            <p:nvPr/>
          </p:nvSpPr>
          <p:spPr>
            <a:xfrm>
              <a:off x="2787216" y="3321290"/>
              <a:ext cx="16495" cy="13357"/>
            </a:xfrm>
            <a:custGeom>
              <a:avLst/>
              <a:pathLst>
                <a:path w="16495" h="13357">
                  <a:moveTo>
                    <a:pt x="1522" y="203"/>
                  </a:moveTo>
                  <a:lnTo>
                    <a:pt x="2619" y="2481"/>
                  </a:lnTo>
                  <a:lnTo>
                    <a:pt x="6910" y="2196"/>
                  </a:lnTo>
                  <a:lnTo>
                    <a:pt x="15046" y="3637"/>
                  </a:lnTo>
                  <a:lnTo>
                    <a:pt x="16495" y="6260"/>
                  </a:lnTo>
                  <a:lnTo>
                    <a:pt x="16467" y="12985"/>
                  </a:lnTo>
                  <a:lnTo>
                    <a:pt x="14435" y="13357"/>
                  </a:lnTo>
                  <a:lnTo>
                    <a:pt x="8862" y="12062"/>
                  </a:lnTo>
                  <a:lnTo>
                    <a:pt x="66" y="8069"/>
                  </a:lnTo>
                  <a:lnTo>
                    <a:pt x="2635" y="7278"/>
                  </a:lnTo>
                  <a:lnTo>
                    <a:pt x="1474" y="3439"/>
                  </a:lnTo>
                  <a:lnTo>
                    <a:pt x="0" y="1820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h1484"/>
            <p:cNvSpPr/>
            <p:nvPr/>
          </p:nvSpPr>
          <p:spPr>
            <a:xfrm>
              <a:off x="2942646" y="3500360"/>
              <a:ext cx="32355" cy="19382"/>
            </a:xfrm>
            <a:custGeom>
              <a:avLst/>
              <a:pathLst>
                <a:path w="32355" h="19382">
                  <a:moveTo>
                    <a:pt x="14713" y="2295"/>
                  </a:moveTo>
                  <a:lnTo>
                    <a:pt x="16660" y="12046"/>
                  </a:lnTo>
                  <a:lnTo>
                    <a:pt x="25374" y="14861"/>
                  </a:lnTo>
                  <a:lnTo>
                    <a:pt x="25101" y="13630"/>
                  </a:lnTo>
                  <a:lnTo>
                    <a:pt x="31178" y="15655"/>
                  </a:lnTo>
                  <a:lnTo>
                    <a:pt x="32355" y="18703"/>
                  </a:lnTo>
                  <a:lnTo>
                    <a:pt x="30757" y="18135"/>
                  </a:lnTo>
                  <a:lnTo>
                    <a:pt x="28006" y="19020"/>
                  </a:lnTo>
                  <a:lnTo>
                    <a:pt x="19918" y="19382"/>
                  </a:lnTo>
                  <a:lnTo>
                    <a:pt x="18078" y="17148"/>
                  </a:lnTo>
                  <a:lnTo>
                    <a:pt x="14432" y="17533"/>
                  </a:lnTo>
                  <a:lnTo>
                    <a:pt x="6538" y="16467"/>
                  </a:lnTo>
                  <a:lnTo>
                    <a:pt x="3955" y="14994"/>
                  </a:lnTo>
                  <a:lnTo>
                    <a:pt x="1649" y="16147"/>
                  </a:lnTo>
                  <a:lnTo>
                    <a:pt x="0" y="16097"/>
                  </a:lnTo>
                  <a:lnTo>
                    <a:pt x="4685" y="8993"/>
                  </a:lnTo>
                  <a:lnTo>
                    <a:pt x="5697" y="1914"/>
                  </a:lnTo>
                  <a:lnTo>
                    <a:pt x="1126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h1485"/>
            <p:cNvSpPr/>
            <p:nvPr/>
          </p:nvSpPr>
          <p:spPr>
            <a:xfrm>
              <a:off x="2998210" y="3415655"/>
              <a:ext cx="5514" cy="3897"/>
            </a:xfrm>
            <a:custGeom>
              <a:avLst/>
              <a:pathLst>
                <a:path w="5514" h="3897">
                  <a:moveTo>
                    <a:pt x="5514" y="1514"/>
                  </a:moveTo>
                  <a:lnTo>
                    <a:pt x="5209" y="3897"/>
                  </a:lnTo>
                  <a:lnTo>
                    <a:pt x="220" y="2774"/>
                  </a:lnTo>
                  <a:lnTo>
                    <a:pt x="0" y="2590"/>
                  </a:lnTo>
                  <a:lnTo>
                    <a:pt x="2248" y="0"/>
                  </a:lnTo>
                  <a:lnTo>
                    <a:pt x="3985" y="1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h1486"/>
            <p:cNvSpPr/>
            <p:nvPr/>
          </p:nvSpPr>
          <p:spPr>
            <a:xfrm>
              <a:off x="2964084" y="3365186"/>
              <a:ext cx="14830" cy="19954"/>
            </a:xfrm>
            <a:custGeom>
              <a:avLst/>
              <a:pathLst>
                <a:path w="14830" h="19954">
                  <a:moveTo>
                    <a:pt x="14830" y="1070"/>
                  </a:moveTo>
                  <a:lnTo>
                    <a:pt x="14298" y="7794"/>
                  </a:lnTo>
                  <a:lnTo>
                    <a:pt x="8908" y="13311"/>
                  </a:lnTo>
                  <a:lnTo>
                    <a:pt x="4863" y="14222"/>
                  </a:lnTo>
                  <a:lnTo>
                    <a:pt x="5157" y="17855"/>
                  </a:lnTo>
                  <a:lnTo>
                    <a:pt x="5699" y="17942"/>
                  </a:lnTo>
                  <a:lnTo>
                    <a:pt x="3135" y="19954"/>
                  </a:lnTo>
                  <a:lnTo>
                    <a:pt x="2035" y="18354"/>
                  </a:lnTo>
                  <a:lnTo>
                    <a:pt x="1285" y="13698"/>
                  </a:lnTo>
                  <a:lnTo>
                    <a:pt x="0" y="12820"/>
                  </a:lnTo>
                  <a:lnTo>
                    <a:pt x="1827" y="6933"/>
                  </a:lnTo>
                  <a:lnTo>
                    <a:pt x="2928" y="5125"/>
                  </a:lnTo>
                  <a:lnTo>
                    <a:pt x="9228" y="2354"/>
                  </a:lnTo>
                  <a:lnTo>
                    <a:pt x="9188" y="1796"/>
                  </a:lnTo>
                  <a:lnTo>
                    <a:pt x="1133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h1487"/>
            <p:cNvSpPr/>
            <p:nvPr/>
          </p:nvSpPr>
          <p:spPr>
            <a:xfrm>
              <a:off x="3004132" y="3252787"/>
              <a:ext cx="24759" cy="46902"/>
            </a:xfrm>
            <a:custGeom>
              <a:avLst/>
              <a:pathLst>
                <a:path w="24759" h="46902">
                  <a:moveTo>
                    <a:pt x="13460" y="4207"/>
                  </a:moveTo>
                  <a:lnTo>
                    <a:pt x="23997" y="4651"/>
                  </a:lnTo>
                  <a:lnTo>
                    <a:pt x="24759" y="6215"/>
                  </a:lnTo>
                  <a:lnTo>
                    <a:pt x="20505" y="17371"/>
                  </a:lnTo>
                  <a:lnTo>
                    <a:pt x="18672" y="20445"/>
                  </a:lnTo>
                  <a:lnTo>
                    <a:pt x="20371" y="26736"/>
                  </a:lnTo>
                  <a:lnTo>
                    <a:pt x="19638" y="32917"/>
                  </a:lnTo>
                  <a:lnTo>
                    <a:pt x="17430" y="35248"/>
                  </a:lnTo>
                  <a:lnTo>
                    <a:pt x="13452" y="37702"/>
                  </a:lnTo>
                  <a:lnTo>
                    <a:pt x="12266" y="46902"/>
                  </a:lnTo>
                  <a:lnTo>
                    <a:pt x="4809" y="43403"/>
                  </a:lnTo>
                  <a:lnTo>
                    <a:pt x="3789" y="40818"/>
                  </a:lnTo>
                  <a:lnTo>
                    <a:pt x="0" y="38493"/>
                  </a:lnTo>
                  <a:lnTo>
                    <a:pt x="186" y="35347"/>
                  </a:lnTo>
                  <a:lnTo>
                    <a:pt x="1602" y="30719"/>
                  </a:lnTo>
                  <a:lnTo>
                    <a:pt x="4580" y="27445"/>
                  </a:lnTo>
                  <a:lnTo>
                    <a:pt x="4883" y="25595"/>
                  </a:lnTo>
                  <a:lnTo>
                    <a:pt x="2937" y="21447"/>
                  </a:lnTo>
                  <a:lnTo>
                    <a:pt x="6554" y="17137"/>
                  </a:lnTo>
                  <a:lnTo>
                    <a:pt x="5868" y="16217"/>
                  </a:lnTo>
                  <a:lnTo>
                    <a:pt x="4623" y="14118"/>
                  </a:lnTo>
                  <a:lnTo>
                    <a:pt x="3943" y="10163"/>
                  </a:lnTo>
                  <a:lnTo>
                    <a:pt x="4947" y="7396"/>
                  </a:lnTo>
                  <a:lnTo>
                    <a:pt x="9642" y="7366"/>
                  </a:lnTo>
                  <a:lnTo>
                    <a:pt x="1304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h1488"/>
            <p:cNvSpPr/>
            <p:nvPr/>
          </p:nvSpPr>
          <p:spPr>
            <a:xfrm>
              <a:off x="2893344" y="3394009"/>
              <a:ext cx="38208" cy="32533"/>
            </a:xfrm>
            <a:custGeom>
              <a:avLst/>
              <a:pathLst>
                <a:path w="38208" h="32533">
                  <a:moveTo>
                    <a:pt x="34083" y="2566"/>
                  </a:moveTo>
                  <a:lnTo>
                    <a:pt x="38208" y="3965"/>
                  </a:lnTo>
                  <a:lnTo>
                    <a:pt x="35605" y="6435"/>
                  </a:lnTo>
                  <a:lnTo>
                    <a:pt x="29189" y="7226"/>
                  </a:lnTo>
                  <a:lnTo>
                    <a:pt x="28001" y="12744"/>
                  </a:lnTo>
                  <a:lnTo>
                    <a:pt x="23991" y="18065"/>
                  </a:lnTo>
                  <a:lnTo>
                    <a:pt x="20055" y="20006"/>
                  </a:lnTo>
                  <a:lnTo>
                    <a:pt x="16315" y="19859"/>
                  </a:lnTo>
                  <a:lnTo>
                    <a:pt x="12867" y="27115"/>
                  </a:lnTo>
                  <a:lnTo>
                    <a:pt x="8526" y="32533"/>
                  </a:lnTo>
                  <a:lnTo>
                    <a:pt x="6512" y="27038"/>
                  </a:lnTo>
                  <a:lnTo>
                    <a:pt x="1954" y="25660"/>
                  </a:lnTo>
                  <a:lnTo>
                    <a:pt x="0" y="23058"/>
                  </a:lnTo>
                  <a:lnTo>
                    <a:pt x="3107" y="20358"/>
                  </a:lnTo>
                  <a:lnTo>
                    <a:pt x="7871" y="19005"/>
                  </a:lnTo>
                  <a:lnTo>
                    <a:pt x="16956" y="18412"/>
                  </a:lnTo>
                  <a:lnTo>
                    <a:pt x="18048" y="17789"/>
                  </a:lnTo>
                  <a:lnTo>
                    <a:pt x="18476" y="16084"/>
                  </a:lnTo>
                  <a:lnTo>
                    <a:pt x="16308" y="11883"/>
                  </a:lnTo>
                  <a:lnTo>
                    <a:pt x="13175" y="11488"/>
                  </a:lnTo>
                  <a:lnTo>
                    <a:pt x="10501" y="8869"/>
                  </a:lnTo>
                  <a:lnTo>
                    <a:pt x="11952" y="8183"/>
                  </a:lnTo>
                  <a:lnTo>
                    <a:pt x="13242" y="5876"/>
                  </a:lnTo>
                  <a:lnTo>
                    <a:pt x="11859" y="3961"/>
                  </a:lnTo>
                  <a:lnTo>
                    <a:pt x="9079" y="2766"/>
                  </a:lnTo>
                  <a:lnTo>
                    <a:pt x="9190" y="1993"/>
                  </a:lnTo>
                  <a:lnTo>
                    <a:pt x="20407" y="1414"/>
                  </a:lnTo>
                  <a:lnTo>
                    <a:pt x="23644" y="296"/>
                  </a:lnTo>
                  <a:lnTo>
                    <a:pt x="2641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h1489"/>
            <p:cNvSpPr/>
            <p:nvPr/>
          </p:nvSpPr>
          <p:spPr>
            <a:xfrm>
              <a:off x="2979740" y="3258183"/>
              <a:ext cx="13232" cy="13887"/>
            </a:xfrm>
            <a:custGeom>
              <a:avLst/>
              <a:pathLst>
                <a:path w="13232" h="13887">
                  <a:moveTo>
                    <a:pt x="5905" y="2527"/>
                  </a:moveTo>
                  <a:lnTo>
                    <a:pt x="3905" y="9951"/>
                  </a:lnTo>
                  <a:lnTo>
                    <a:pt x="3826" y="13060"/>
                  </a:lnTo>
                  <a:lnTo>
                    <a:pt x="7204" y="10100"/>
                  </a:lnTo>
                  <a:lnTo>
                    <a:pt x="6394" y="7762"/>
                  </a:lnTo>
                  <a:lnTo>
                    <a:pt x="10140" y="5029"/>
                  </a:lnTo>
                  <a:lnTo>
                    <a:pt x="13232" y="9292"/>
                  </a:lnTo>
                  <a:lnTo>
                    <a:pt x="10393" y="12564"/>
                  </a:lnTo>
                  <a:lnTo>
                    <a:pt x="3608" y="13887"/>
                  </a:lnTo>
                  <a:lnTo>
                    <a:pt x="382" y="11759"/>
                  </a:lnTo>
                  <a:lnTo>
                    <a:pt x="0" y="10101"/>
                  </a:lnTo>
                  <a:lnTo>
                    <a:pt x="2206" y="6569"/>
                  </a:lnTo>
                  <a:lnTo>
                    <a:pt x="823" y="2646"/>
                  </a:lnTo>
                  <a:lnTo>
                    <a:pt x="1897" y="243"/>
                  </a:lnTo>
                  <a:lnTo>
                    <a:pt x="577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h1490"/>
            <p:cNvSpPr/>
            <p:nvPr/>
          </p:nvSpPr>
          <p:spPr>
            <a:xfrm>
              <a:off x="2957983" y="3223896"/>
              <a:ext cx="4190" cy="8166"/>
            </a:xfrm>
            <a:custGeom>
              <a:avLst/>
              <a:pathLst>
                <a:path w="4190" h="8166">
                  <a:moveTo>
                    <a:pt x="3465" y="0"/>
                  </a:moveTo>
                  <a:lnTo>
                    <a:pt x="3051" y="4147"/>
                  </a:lnTo>
                  <a:lnTo>
                    <a:pt x="4190" y="5598"/>
                  </a:lnTo>
                  <a:lnTo>
                    <a:pt x="3680" y="8019"/>
                  </a:lnTo>
                  <a:lnTo>
                    <a:pt x="1898" y="8166"/>
                  </a:lnTo>
                  <a:lnTo>
                    <a:pt x="115" y="7362"/>
                  </a:lnTo>
                  <a:lnTo>
                    <a:pt x="0" y="5194"/>
                  </a:lnTo>
                  <a:lnTo>
                    <a:pt x="2065" y="223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h1491"/>
            <p:cNvSpPr/>
            <p:nvPr/>
          </p:nvSpPr>
          <p:spPr>
            <a:xfrm>
              <a:off x="2909635" y="3330147"/>
              <a:ext cx="9667" cy="7068"/>
            </a:xfrm>
            <a:custGeom>
              <a:avLst/>
              <a:pathLst>
                <a:path w="9667" h="7068">
                  <a:moveTo>
                    <a:pt x="9667" y="0"/>
                  </a:moveTo>
                  <a:lnTo>
                    <a:pt x="8880" y="5127"/>
                  </a:lnTo>
                  <a:lnTo>
                    <a:pt x="6968" y="7068"/>
                  </a:lnTo>
                  <a:lnTo>
                    <a:pt x="6292" y="6539"/>
                  </a:lnTo>
                  <a:lnTo>
                    <a:pt x="5776" y="3712"/>
                  </a:lnTo>
                  <a:lnTo>
                    <a:pt x="1848" y="2855"/>
                  </a:lnTo>
                  <a:lnTo>
                    <a:pt x="409" y="3453"/>
                  </a:lnTo>
                  <a:lnTo>
                    <a:pt x="0" y="1964"/>
                  </a:lnTo>
                  <a:lnTo>
                    <a:pt x="4172" y="2012"/>
                  </a:lnTo>
                  <a:lnTo>
                    <a:pt x="4860" y="90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h1492"/>
            <p:cNvSpPr/>
            <p:nvPr/>
          </p:nvSpPr>
          <p:spPr>
            <a:xfrm>
              <a:off x="3249123" y="3450515"/>
              <a:ext cx="95586" cy="49854"/>
            </a:xfrm>
            <a:custGeom>
              <a:avLst/>
              <a:pathLst>
                <a:path w="95586" h="49854">
                  <a:moveTo>
                    <a:pt x="20728" y="2948"/>
                  </a:moveTo>
                  <a:lnTo>
                    <a:pt x="20131" y="5708"/>
                  </a:lnTo>
                  <a:lnTo>
                    <a:pt x="22784" y="6549"/>
                  </a:lnTo>
                  <a:lnTo>
                    <a:pt x="27676" y="5757"/>
                  </a:lnTo>
                  <a:lnTo>
                    <a:pt x="30910" y="7492"/>
                  </a:lnTo>
                  <a:lnTo>
                    <a:pt x="31331" y="8726"/>
                  </a:lnTo>
                  <a:lnTo>
                    <a:pt x="30265" y="13359"/>
                  </a:lnTo>
                  <a:lnTo>
                    <a:pt x="28529" y="14670"/>
                  </a:lnTo>
                  <a:lnTo>
                    <a:pt x="23125" y="15248"/>
                  </a:lnTo>
                  <a:lnTo>
                    <a:pt x="22007" y="16509"/>
                  </a:lnTo>
                  <a:lnTo>
                    <a:pt x="22640" y="19878"/>
                  </a:lnTo>
                  <a:lnTo>
                    <a:pt x="23909" y="16671"/>
                  </a:lnTo>
                  <a:lnTo>
                    <a:pt x="26668" y="16751"/>
                  </a:lnTo>
                  <a:lnTo>
                    <a:pt x="31210" y="23918"/>
                  </a:lnTo>
                  <a:lnTo>
                    <a:pt x="34809" y="23738"/>
                  </a:lnTo>
                  <a:lnTo>
                    <a:pt x="39121" y="18555"/>
                  </a:lnTo>
                  <a:lnTo>
                    <a:pt x="38457" y="16257"/>
                  </a:lnTo>
                  <a:lnTo>
                    <a:pt x="36077" y="14046"/>
                  </a:lnTo>
                  <a:lnTo>
                    <a:pt x="34180" y="6811"/>
                  </a:lnTo>
                  <a:lnTo>
                    <a:pt x="40787" y="6570"/>
                  </a:lnTo>
                  <a:lnTo>
                    <a:pt x="41326" y="7291"/>
                  </a:lnTo>
                  <a:lnTo>
                    <a:pt x="39966" y="15794"/>
                  </a:lnTo>
                  <a:lnTo>
                    <a:pt x="40781" y="15529"/>
                  </a:lnTo>
                  <a:lnTo>
                    <a:pt x="38941" y="20652"/>
                  </a:lnTo>
                  <a:lnTo>
                    <a:pt x="38586" y="24109"/>
                  </a:lnTo>
                  <a:lnTo>
                    <a:pt x="37530" y="24945"/>
                  </a:lnTo>
                  <a:lnTo>
                    <a:pt x="44737" y="29509"/>
                  </a:lnTo>
                  <a:lnTo>
                    <a:pt x="51972" y="30890"/>
                  </a:lnTo>
                  <a:lnTo>
                    <a:pt x="58797" y="33384"/>
                  </a:lnTo>
                  <a:lnTo>
                    <a:pt x="66571" y="33642"/>
                  </a:lnTo>
                  <a:lnTo>
                    <a:pt x="68811" y="31540"/>
                  </a:lnTo>
                  <a:lnTo>
                    <a:pt x="74289" y="34257"/>
                  </a:lnTo>
                  <a:lnTo>
                    <a:pt x="81505" y="32210"/>
                  </a:lnTo>
                  <a:lnTo>
                    <a:pt x="81782" y="32657"/>
                  </a:lnTo>
                  <a:lnTo>
                    <a:pt x="90886" y="47603"/>
                  </a:lnTo>
                  <a:lnTo>
                    <a:pt x="95586" y="49854"/>
                  </a:lnTo>
                  <a:lnTo>
                    <a:pt x="69151" y="38929"/>
                  </a:lnTo>
                  <a:lnTo>
                    <a:pt x="45581" y="32074"/>
                  </a:lnTo>
                  <a:lnTo>
                    <a:pt x="25396" y="28684"/>
                  </a:lnTo>
                  <a:lnTo>
                    <a:pt x="5036" y="27362"/>
                  </a:lnTo>
                  <a:lnTo>
                    <a:pt x="0" y="27860"/>
                  </a:lnTo>
                  <a:lnTo>
                    <a:pt x="72" y="25596"/>
                  </a:lnTo>
                  <a:lnTo>
                    <a:pt x="8172" y="6741"/>
                  </a:lnTo>
                  <a:lnTo>
                    <a:pt x="15177" y="7972"/>
                  </a:lnTo>
                  <a:lnTo>
                    <a:pt x="15501" y="4813"/>
                  </a:lnTo>
                  <a:lnTo>
                    <a:pt x="13007" y="671"/>
                  </a:lnTo>
                  <a:lnTo>
                    <a:pt x="1895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h1493"/>
            <p:cNvSpPr/>
            <p:nvPr/>
          </p:nvSpPr>
          <p:spPr>
            <a:xfrm>
              <a:off x="2839311" y="3278419"/>
              <a:ext cx="10762" cy="10521"/>
            </a:xfrm>
            <a:custGeom>
              <a:avLst/>
              <a:pathLst>
                <a:path w="10762" h="10521">
                  <a:moveTo>
                    <a:pt x="9566" y="2995"/>
                  </a:moveTo>
                  <a:lnTo>
                    <a:pt x="10762" y="9926"/>
                  </a:lnTo>
                  <a:lnTo>
                    <a:pt x="10347" y="10521"/>
                  </a:lnTo>
                  <a:lnTo>
                    <a:pt x="3860" y="10261"/>
                  </a:lnTo>
                  <a:lnTo>
                    <a:pt x="1769" y="8742"/>
                  </a:lnTo>
                  <a:lnTo>
                    <a:pt x="0" y="5651"/>
                  </a:lnTo>
                  <a:lnTo>
                    <a:pt x="214" y="1699"/>
                  </a:lnTo>
                  <a:lnTo>
                    <a:pt x="698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h1494"/>
            <p:cNvSpPr/>
            <p:nvPr/>
          </p:nvSpPr>
          <p:spPr>
            <a:xfrm>
              <a:off x="3260031" y="3446340"/>
              <a:ext cx="28214" cy="28093"/>
            </a:xfrm>
            <a:custGeom>
              <a:avLst/>
              <a:pathLst>
                <a:path w="28214" h="28093">
                  <a:moveTo>
                    <a:pt x="9677" y="85"/>
                  </a:moveTo>
                  <a:lnTo>
                    <a:pt x="18287" y="0"/>
                  </a:lnTo>
                  <a:lnTo>
                    <a:pt x="21826" y="2375"/>
                  </a:lnTo>
                  <a:lnTo>
                    <a:pt x="22567" y="2882"/>
                  </a:lnTo>
                  <a:lnTo>
                    <a:pt x="22093" y="5469"/>
                  </a:lnTo>
                  <a:lnTo>
                    <a:pt x="23916" y="7903"/>
                  </a:lnTo>
                  <a:lnTo>
                    <a:pt x="23272" y="10986"/>
                  </a:lnTo>
                  <a:lnTo>
                    <a:pt x="25170" y="18221"/>
                  </a:lnTo>
                  <a:lnTo>
                    <a:pt x="27549" y="20432"/>
                  </a:lnTo>
                  <a:lnTo>
                    <a:pt x="28214" y="22730"/>
                  </a:lnTo>
                  <a:lnTo>
                    <a:pt x="23901" y="27913"/>
                  </a:lnTo>
                  <a:lnTo>
                    <a:pt x="20303" y="28093"/>
                  </a:lnTo>
                  <a:lnTo>
                    <a:pt x="15760" y="20926"/>
                  </a:lnTo>
                  <a:lnTo>
                    <a:pt x="13002" y="20846"/>
                  </a:lnTo>
                  <a:lnTo>
                    <a:pt x="11732" y="24053"/>
                  </a:lnTo>
                  <a:lnTo>
                    <a:pt x="11099" y="20683"/>
                  </a:lnTo>
                  <a:lnTo>
                    <a:pt x="12218" y="19423"/>
                  </a:lnTo>
                  <a:lnTo>
                    <a:pt x="17622" y="18845"/>
                  </a:lnTo>
                  <a:lnTo>
                    <a:pt x="19358" y="17534"/>
                  </a:lnTo>
                  <a:lnTo>
                    <a:pt x="20424" y="12901"/>
                  </a:lnTo>
                  <a:lnTo>
                    <a:pt x="20003" y="11667"/>
                  </a:lnTo>
                  <a:lnTo>
                    <a:pt x="16769" y="9932"/>
                  </a:lnTo>
                  <a:lnTo>
                    <a:pt x="11877" y="10724"/>
                  </a:lnTo>
                  <a:lnTo>
                    <a:pt x="9224" y="9883"/>
                  </a:lnTo>
                  <a:lnTo>
                    <a:pt x="9820" y="7123"/>
                  </a:lnTo>
                  <a:lnTo>
                    <a:pt x="8047" y="4174"/>
                  </a:lnTo>
                  <a:lnTo>
                    <a:pt x="2100" y="4845"/>
                  </a:lnTo>
                  <a:lnTo>
                    <a:pt x="0" y="148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h1495"/>
            <p:cNvSpPr/>
            <p:nvPr/>
          </p:nvSpPr>
          <p:spPr>
            <a:xfrm>
              <a:off x="2917424" y="3335709"/>
              <a:ext cx="7825" cy="13753"/>
            </a:xfrm>
            <a:custGeom>
              <a:avLst/>
              <a:pathLst>
                <a:path w="7825" h="13753">
                  <a:moveTo>
                    <a:pt x="7825" y="3751"/>
                  </a:moveTo>
                  <a:lnTo>
                    <a:pt x="6147" y="9568"/>
                  </a:lnTo>
                  <a:lnTo>
                    <a:pt x="716" y="13753"/>
                  </a:lnTo>
                  <a:lnTo>
                    <a:pt x="0" y="7694"/>
                  </a:lnTo>
                  <a:lnTo>
                    <a:pt x="1944" y="1908"/>
                  </a:lnTo>
                  <a:lnTo>
                    <a:pt x="690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h1496"/>
            <p:cNvSpPr/>
            <p:nvPr/>
          </p:nvSpPr>
          <p:spPr>
            <a:xfrm>
              <a:off x="3006555" y="3378195"/>
              <a:ext cx="3990" cy="5444"/>
            </a:xfrm>
            <a:custGeom>
              <a:avLst/>
              <a:pathLst>
                <a:path w="3990" h="5444">
                  <a:moveTo>
                    <a:pt x="3990" y="4097"/>
                  </a:moveTo>
                  <a:lnTo>
                    <a:pt x="2455" y="5415"/>
                  </a:lnTo>
                  <a:lnTo>
                    <a:pt x="1888" y="5444"/>
                  </a:lnTo>
                  <a:lnTo>
                    <a:pt x="0" y="4984"/>
                  </a:lnTo>
                  <a:lnTo>
                    <a:pt x="582" y="3626"/>
                  </a:lnTo>
                  <a:lnTo>
                    <a:pt x="368" y="115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h1497"/>
            <p:cNvSpPr/>
            <p:nvPr/>
          </p:nvSpPr>
          <p:spPr>
            <a:xfrm>
              <a:off x="2961543" y="3361961"/>
              <a:ext cx="12332" cy="10157"/>
            </a:xfrm>
            <a:custGeom>
              <a:avLst/>
              <a:pathLst>
                <a:path w="12332" h="10157">
                  <a:moveTo>
                    <a:pt x="12332" y="410"/>
                  </a:moveTo>
                  <a:lnTo>
                    <a:pt x="11730" y="5021"/>
                  </a:lnTo>
                  <a:lnTo>
                    <a:pt x="11769" y="5578"/>
                  </a:lnTo>
                  <a:lnTo>
                    <a:pt x="5469" y="8349"/>
                  </a:lnTo>
                  <a:lnTo>
                    <a:pt x="4369" y="10157"/>
                  </a:lnTo>
                  <a:lnTo>
                    <a:pt x="0" y="4346"/>
                  </a:lnTo>
                  <a:lnTo>
                    <a:pt x="1362" y="2966"/>
                  </a:lnTo>
                  <a:lnTo>
                    <a:pt x="7942" y="2458"/>
                  </a:lnTo>
                  <a:lnTo>
                    <a:pt x="9435" y="344"/>
                  </a:lnTo>
                  <a:lnTo>
                    <a:pt x="1152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h1498"/>
            <p:cNvSpPr/>
            <p:nvPr/>
          </p:nvSpPr>
          <p:spPr>
            <a:xfrm>
              <a:off x="3034865" y="3459958"/>
              <a:ext cx="8238" cy="11652"/>
            </a:xfrm>
            <a:custGeom>
              <a:avLst/>
              <a:pathLst>
                <a:path w="8238" h="11652">
                  <a:moveTo>
                    <a:pt x="5185" y="45"/>
                  </a:moveTo>
                  <a:lnTo>
                    <a:pt x="7627" y="3442"/>
                  </a:lnTo>
                  <a:lnTo>
                    <a:pt x="8238" y="11652"/>
                  </a:lnTo>
                  <a:lnTo>
                    <a:pt x="5294" y="11502"/>
                  </a:lnTo>
                  <a:lnTo>
                    <a:pt x="3943" y="10595"/>
                  </a:lnTo>
                  <a:lnTo>
                    <a:pt x="0" y="7012"/>
                  </a:lnTo>
                  <a:lnTo>
                    <a:pt x="522" y="5710"/>
                  </a:lnTo>
                  <a:lnTo>
                    <a:pt x="359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h1499"/>
            <p:cNvSpPr/>
            <p:nvPr/>
          </p:nvSpPr>
          <p:spPr>
            <a:xfrm>
              <a:off x="2910467" y="3336687"/>
              <a:ext cx="6136" cy="7244"/>
            </a:xfrm>
            <a:custGeom>
              <a:avLst/>
              <a:pathLst>
                <a:path w="6136" h="7244">
                  <a:moveTo>
                    <a:pt x="5459" y="0"/>
                  </a:moveTo>
                  <a:lnTo>
                    <a:pt x="6136" y="528"/>
                  </a:lnTo>
                  <a:lnTo>
                    <a:pt x="5364" y="6192"/>
                  </a:lnTo>
                  <a:lnTo>
                    <a:pt x="2827" y="7244"/>
                  </a:lnTo>
                  <a:lnTo>
                    <a:pt x="0" y="3161"/>
                  </a:lnTo>
                  <a:lnTo>
                    <a:pt x="1687" y="33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h1500"/>
            <p:cNvSpPr/>
            <p:nvPr/>
          </p:nvSpPr>
          <p:spPr>
            <a:xfrm>
              <a:off x="3058147" y="3495193"/>
              <a:ext cx="10656" cy="12462"/>
            </a:xfrm>
            <a:custGeom>
              <a:avLst/>
              <a:pathLst>
                <a:path w="10656" h="12462">
                  <a:moveTo>
                    <a:pt x="4356" y="0"/>
                  </a:moveTo>
                  <a:lnTo>
                    <a:pt x="5705" y="3285"/>
                  </a:lnTo>
                  <a:lnTo>
                    <a:pt x="10656" y="5503"/>
                  </a:lnTo>
                  <a:lnTo>
                    <a:pt x="8525" y="11197"/>
                  </a:lnTo>
                  <a:lnTo>
                    <a:pt x="4799" y="12462"/>
                  </a:lnTo>
                  <a:lnTo>
                    <a:pt x="1938" y="10881"/>
                  </a:lnTo>
                  <a:lnTo>
                    <a:pt x="1430" y="6242"/>
                  </a:lnTo>
                  <a:lnTo>
                    <a:pt x="0" y="388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h1501"/>
            <p:cNvSpPr/>
            <p:nvPr/>
          </p:nvSpPr>
          <p:spPr>
            <a:xfrm>
              <a:off x="2953781" y="3326782"/>
              <a:ext cx="21842" cy="22217"/>
            </a:xfrm>
            <a:custGeom>
              <a:avLst/>
              <a:pathLst>
                <a:path w="21842" h="22217">
                  <a:moveTo>
                    <a:pt x="10872" y="206"/>
                  </a:moveTo>
                  <a:lnTo>
                    <a:pt x="10316" y="2548"/>
                  </a:lnTo>
                  <a:lnTo>
                    <a:pt x="10774" y="4932"/>
                  </a:lnTo>
                  <a:lnTo>
                    <a:pt x="17903" y="203"/>
                  </a:lnTo>
                  <a:lnTo>
                    <a:pt x="21842" y="8489"/>
                  </a:lnTo>
                  <a:lnTo>
                    <a:pt x="20689" y="8390"/>
                  </a:lnTo>
                  <a:lnTo>
                    <a:pt x="15952" y="16431"/>
                  </a:lnTo>
                  <a:lnTo>
                    <a:pt x="15042" y="21565"/>
                  </a:lnTo>
                  <a:lnTo>
                    <a:pt x="7425" y="22217"/>
                  </a:lnTo>
                  <a:lnTo>
                    <a:pt x="7131" y="21631"/>
                  </a:lnTo>
                  <a:lnTo>
                    <a:pt x="7501" y="18121"/>
                  </a:lnTo>
                  <a:lnTo>
                    <a:pt x="2515" y="8537"/>
                  </a:lnTo>
                  <a:lnTo>
                    <a:pt x="75" y="5622"/>
                  </a:lnTo>
                  <a:lnTo>
                    <a:pt x="0" y="1849"/>
                  </a:lnTo>
                  <a:lnTo>
                    <a:pt x="5551" y="4437"/>
                  </a:lnTo>
                  <a:lnTo>
                    <a:pt x="817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h1502"/>
            <p:cNvSpPr/>
            <p:nvPr/>
          </p:nvSpPr>
          <p:spPr>
            <a:xfrm>
              <a:off x="2875873" y="3260679"/>
              <a:ext cx="18998" cy="19091"/>
            </a:xfrm>
            <a:custGeom>
              <a:avLst/>
              <a:pathLst>
                <a:path w="18998" h="19091">
                  <a:moveTo>
                    <a:pt x="6910" y="2792"/>
                  </a:moveTo>
                  <a:lnTo>
                    <a:pt x="9983" y="4178"/>
                  </a:lnTo>
                  <a:lnTo>
                    <a:pt x="10761" y="5477"/>
                  </a:lnTo>
                  <a:lnTo>
                    <a:pt x="11413" y="7206"/>
                  </a:lnTo>
                  <a:lnTo>
                    <a:pt x="11062" y="9233"/>
                  </a:lnTo>
                  <a:lnTo>
                    <a:pt x="12111" y="11735"/>
                  </a:lnTo>
                  <a:lnTo>
                    <a:pt x="15740" y="14098"/>
                  </a:lnTo>
                  <a:lnTo>
                    <a:pt x="18898" y="17438"/>
                  </a:lnTo>
                  <a:lnTo>
                    <a:pt x="18998" y="19091"/>
                  </a:lnTo>
                  <a:lnTo>
                    <a:pt x="14156" y="18575"/>
                  </a:lnTo>
                  <a:lnTo>
                    <a:pt x="7181" y="14345"/>
                  </a:lnTo>
                  <a:lnTo>
                    <a:pt x="5319" y="13508"/>
                  </a:lnTo>
                  <a:lnTo>
                    <a:pt x="4377" y="14028"/>
                  </a:lnTo>
                  <a:lnTo>
                    <a:pt x="0" y="9600"/>
                  </a:lnTo>
                  <a:lnTo>
                    <a:pt x="2795" y="9560"/>
                  </a:lnTo>
                  <a:lnTo>
                    <a:pt x="4771" y="8679"/>
                  </a:lnTo>
                  <a:lnTo>
                    <a:pt x="6225" y="6791"/>
                  </a:lnTo>
                  <a:lnTo>
                    <a:pt x="3108" y="3743"/>
                  </a:lnTo>
                  <a:lnTo>
                    <a:pt x="3252" y="2050"/>
                  </a:lnTo>
                  <a:lnTo>
                    <a:pt x="444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h1503"/>
            <p:cNvSpPr/>
            <p:nvPr/>
          </p:nvSpPr>
          <p:spPr>
            <a:xfrm>
              <a:off x="2986603" y="3370572"/>
              <a:ext cx="2991" cy="5008"/>
            </a:xfrm>
            <a:custGeom>
              <a:avLst/>
              <a:pathLst>
                <a:path w="2991" h="5008">
                  <a:moveTo>
                    <a:pt x="1505" y="295"/>
                  </a:moveTo>
                  <a:lnTo>
                    <a:pt x="1680" y="2673"/>
                  </a:lnTo>
                  <a:lnTo>
                    <a:pt x="2991" y="5008"/>
                  </a:lnTo>
                  <a:lnTo>
                    <a:pt x="1334" y="4234"/>
                  </a:lnTo>
                  <a:lnTo>
                    <a:pt x="0" y="977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h1504"/>
            <p:cNvSpPr/>
            <p:nvPr/>
          </p:nvSpPr>
          <p:spPr>
            <a:xfrm>
              <a:off x="3198146" y="3476378"/>
              <a:ext cx="27535" cy="7210"/>
            </a:xfrm>
            <a:custGeom>
              <a:avLst/>
              <a:pathLst>
                <a:path w="27535" h="7210">
                  <a:moveTo>
                    <a:pt x="26283" y="3109"/>
                  </a:moveTo>
                  <a:lnTo>
                    <a:pt x="27535" y="3236"/>
                  </a:lnTo>
                  <a:lnTo>
                    <a:pt x="9977" y="7210"/>
                  </a:lnTo>
                  <a:lnTo>
                    <a:pt x="269" y="7055"/>
                  </a:lnTo>
                  <a:lnTo>
                    <a:pt x="0" y="2922"/>
                  </a:lnTo>
                  <a:lnTo>
                    <a:pt x="2784" y="850"/>
                  </a:lnTo>
                  <a:lnTo>
                    <a:pt x="10809" y="1847"/>
                  </a:lnTo>
                  <a:lnTo>
                    <a:pt x="2518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h1505"/>
            <p:cNvSpPr/>
            <p:nvPr/>
          </p:nvSpPr>
          <p:spPr>
            <a:xfrm>
              <a:off x="2908309" y="3445959"/>
              <a:ext cx="11693" cy="14137"/>
            </a:xfrm>
            <a:custGeom>
              <a:avLst/>
              <a:pathLst>
                <a:path w="11693" h="14137">
                  <a:moveTo>
                    <a:pt x="7510" y="3705"/>
                  </a:moveTo>
                  <a:lnTo>
                    <a:pt x="11298" y="10244"/>
                  </a:lnTo>
                  <a:lnTo>
                    <a:pt x="11693" y="10641"/>
                  </a:lnTo>
                  <a:lnTo>
                    <a:pt x="9319" y="12300"/>
                  </a:lnTo>
                  <a:lnTo>
                    <a:pt x="3364" y="14137"/>
                  </a:lnTo>
                  <a:lnTo>
                    <a:pt x="2572" y="13841"/>
                  </a:lnTo>
                  <a:lnTo>
                    <a:pt x="1919" y="11841"/>
                  </a:lnTo>
                  <a:lnTo>
                    <a:pt x="0" y="3392"/>
                  </a:lnTo>
                  <a:lnTo>
                    <a:pt x="306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h1506"/>
            <p:cNvSpPr/>
            <p:nvPr/>
          </p:nvSpPr>
          <p:spPr>
            <a:xfrm>
              <a:off x="3005240" y="3417795"/>
              <a:ext cx="15061" cy="11911"/>
            </a:xfrm>
            <a:custGeom>
              <a:avLst/>
              <a:pathLst>
                <a:path w="15061" h="11911">
                  <a:moveTo>
                    <a:pt x="4699" y="432"/>
                  </a:moveTo>
                  <a:lnTo>
                    <a:pt x="6453" y="1630"/>
                  </a:lnTo>
                  <a:lnTo>
                    <a:pt x="15061" y="900"/>
                  </a:lnTo>
                  <a:lnTo>
                    <a:pt x="14892" y="5035"/>
                  </a:lnTo>
                  <a:lnTo>
                    <a:pt x="13637" y="5225"/>
                  </a:lnTo>
                  <a:lnTo>
                    <a:pt x="12422" y="10727"/>
                  </a:lnTo>
                  <a:lnTo>
                    <a:pt x="8553" y="9870"/>
                  </a:lnTo>
                  <a:lnTo>
                    <a:pt x="5433" y="11911"/>
                  </a:lnTo>
                  <a:lnTo>
                    <a:pt x="1645" y="5483"/>
                  </a:lnTo>
                  <a:lnTo>
                    <a:pt x="4333" y="2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h1507"/>
            <p:cNvSpPr/>
            <p:nvPr/>
          </p:nvSpPr>
          <p:spPr>
            <a:xfrm>
              <a:off x="2812715" y="3294937"/>
              <a:ext cx="9337" cy="11014"/>
            </a:xfrm>
            <a:custGeom>
              <a:avLst/>
              <a:pathLst>
                <a:path w="9337" h="11014">
                  <a:moveTo>
                    <a:pt x="7195" y="958"/>
                  </a:moveTo>
                  <a:lnTo>
                    <a:pt x="9337" y="774"/>
                  </a:lnTo>
                  <a:lnTo>
                    <a:pt x="7147" y="10559"/>
                  </a:lnTo>
                  <a:lnTo>
                    <a:pt x="5268" y="10900"/>
                  </a:lnTo>
                  <a:lnTo>
                    <a:pt x="2894" y="11014"/>
                  </a:lnTo>
                  <a:lnTo>
                    <a:pt x="175" y="5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h1508"/>
            <p:cNvSpPr/>
            <p:nvPr/>
          </p:nvSpPr>
          <p:spPr>
            <a:xfrm>
              <a:off x="2903984" y="3280113"/>
              <a:ext cx="30107" cy="22744"/>
            </a:xfrm>
            <a:custGeom>
              <a:avLst/>
              <a:pathLst>
                <a:path w="30107" h="22744">
                  <a:moveTo>
                    <a:pt x="19301" y="431"/>
                  </a:moveTo>
                  <a:lnTo>
                    <a:pt x="25469" y="3940"/>
                  </a:lnTo>
                  <a:lnTo>
                    <a:pt x="29302" y="10364"/>
                  </a:lnTo>
                  <a:lnTo>
                    <a:pt x="30107" y="14035"/>
                  </a:lnTo>
                  <a:lnTo>
                    <a:pt x="27936" y="18470"/>
                  </a:lnTo>
                  <a:lnTo>
                    <a:pt x="21604" y="22744"/>
                  </a:lnTo>
                  <a:lnTo>
                    <a:pt x="12873" y="21406"/>
                  </a:lnTo>
                  <a:lnTo>
                    <a:pt x="11966" y="19552"/>
                  </a:lnTo>
                  <a:lnTo>
                    <a:pt x="8439" y="18182"/>
                  </a:lnTo>
                  <a:lnTo>
                    <a:pt x="2344" y="21916"/>
                  </a:lnTo>
                  <a:lnTo>
                    <a:pt x="2159" y="21472"/>
                  </a:lnTo>
                  <a:lnTo>
                    <a:pt x="0" y="18052"/>
                  </a:lnTo>
                  <a:lnTo>
                    <a:pt x="6875" y="15354"/>
                  </a:lnTo>
                  <a:lnTo>
                    <a:pt x="6086" y="8660"/>
                  </a:lnTo>
                  <a:lnTo>
                    <a:pt x="6688" y="7258"/>
                  </a:lnTo>
                  <a:lnTo>
                    <a:pt x="12059" y="6355"/>
                  </a:lnTo>
                  <a:lnTo>
                    <a:pt x="1804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h1509"/>
            <p:cNvSpPr/>
            <p:nvPr/>
          </p:nvSpPr>
          <p:spPr>
            <a:xfrm>
              <a:off x="2826816" y="3262115"/>
              <a:ext cx="8816" cy="6292"/>
            </a:xfrm>
            <a:custGeom>
              <a:avLst/>
              <a:pathLst>
                <a:path w="8816" h="6292">
                  <a:moveTo>
                    <a:pt x="4679" y="434"/>
                  </a:moveTo>
                  <a:lnTo>
                    <a:pt x="8816" y="1591"/>
                  </a:lnTo>
                  <a:lnTo>
                    <a:pt x="8775" y="6292"/>
                  </a:lnTo>
                  <a:lnTo>
                    <a:pt x="5933" y="3061"/>
                  </a:lnTo>
                  <a:lnTo>
                    <a:pt x="4881" y="4940"/>
                  </a:lnTo>
                  <a:lnTo>
                    <a:pt x="2904" y="6094"/>
                  </a:lnTo>
                  <a:lnTo>
                    <a:pt x="142" y="2982"/>
                  </a:lnTo>
                  <a:lnTo>
                    <a:pt x="0" y="1109"/>
                  </a:lnTo>
                  <a:lnTo>
                    <a:pt x="127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h1510"/>
            <p:cNvSpPr/>
            <p:nvPr/>
          </p:nvSpPr>
          <p:spPr>
            <a:xfrm>
              <a:off x="3022491" y="3473022"/>
              <a:ext cx="6840" cy="12099"/>
            </a:xfrm>
            <a:custGeom>
              <a:avLst/>
              <a:pathLst>
                <a:path w="6840" h="12099">
                  <a:moveTo>
                    <a:pt x="3756" y="2824"/>
                  </a:moveTo>
                  <a:lnTo>
                    <a:pt x="6840" y="10809"/>
                  </a:lnTo>
                  <a:lnTo>
                    <a:pt x="5289" y="12099"/>
                  </a:lnTo>
                  <a:lnTo>
                    <a:pt x="3740" y="9632"/>
                  </a:lnTo>
                  <a:lnTo>
                    <a:pt x="1040" y="6959"/>
                  </a:lnTo>
                  <a:lnTo>
                    <a:pt x="0" y="3574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h1511"/>
            <p:cNvSpPr/>
            <p:nvPr/>
          </p:nvSpPr>
          <p:spPr>
            <a:xfrm>
              <a:off x="2998841" y="3394519"/>
              <a:ext cx="12741" cy="12994"/>
            </a:xfrm>
            <a:custGeom>
              <a:avLst/>
              <a:pathLst>
                <a:path w="12741" h="12994">
                  <a:moveTo>
                    <a:pt x="5984" y="808"/>
                  </a:moveTo>
                  <a:lnTo>
                    <a:pt x="6406" y="4893"/>
                  </a:lnTo>
                  <a:lnTo>
                    <a:pt x="8707" y="5455"/>
                  </a:lnTo>
                  <a:lnTo>
                    <a:pt x="12741" y="10992"/>
                  </a:lnTo>
                  <a:lnTo>
                    <a:pt x="8070" y="12903"/>
                  </a:lnTo>
                  <a:lnTo>
                    <a:pt x="3242" y="12994"/>
                  </a:lnTo>
                  <a:lnTo>
                    <a:pt x="2399" y="11882"/>
                  </a:lnTo>
                  <a:lnTo>
                    <a:pt x="0" y="11579"/>
                  </a:lnTo>
                  <a:lnTo>
                    <a:pt x="154" y="7613"/>
                  </a:lnTo>
                  <a:lnTo>
                    <a:pt x="2774" y="8392"/>
                  </a:lnTo>
                  <a:lnTo>
                    <a:pt x="2490" y="7022"/>
                  </a:lnTo>
                  <a:lnTo>
                    <a:pt x="1135" y="6478"/>
                  </a:lnTo>
                  <a:lnTo>
                    <a:pt x="343" y="7053"/>
                  </a:lnTo>
                  <a:lnTo>
                    <a:pt x="2046" y="1349"/>
                  </a:lnTo>
                  <a:lnTo>
                    <a:pt x="2067" y="375"/>
                  </a:lnTo>
                  <a:lnTo>
                    <a:pt x="240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h1512"/>
            <p:cNvSpPr/>
            <p:nvPr/>
          </p:nvSpPr>
          <p:spPr>
            <a:xfrm>
              <a:off x="2979282" y="3236762"/>
              <a:ext cx="14764" cy="14977"/>
            </a:xfrm>
            <a:custGeom>
              <a:avLst/>
              <a:pathLst>
                <a:path w="14764" h="14977">
                  <a:moveTo>
                    <a:pt x="9555" y="2685"/>
                  </a:moveTo>
                  <a:lnTo>
                    <a:pt x="14764" y="5748"/>
                  </a:lnTo>
                  <a:lnTo>
                    <a:pt x="13999" y="10829"/>
                  </a:lnTo>
                  <a:lnTo>
                    <a:pt x="10409" y="9525"/>
                  </a:lnTo>
                  <a:lnTo>
                    <a:pt x="8054" y="10058"/>
                  </a:lnTo>
                  <a:lnTo>
                    <a:pt x="8927" y="14977"/>
                  </a:lnTo>
                  <a:lnTo>
                    <a:pt x="1776" y="14974"/>
                  </a:lnTo>
                  <a:lnTo>
                    <a:pt x="0" y="13983"/>
                  </a:lnTo>
                  <a:lnTo>
                    <a:pt x="1492" y="9384"/>
                  </a:lnTo>
                  <a:lnTo>
                    <a:pt x="3438" y="9757"/>
                  </a:lnTo>
                  <a:lnTo>
                    <a:pt x="7238" y="7324"/>
                  </a:lnTo>
                  <a:lnTo>
                    <a:pt x="55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h1513"/>
            <p:cNvSpPr/>
            <p:nvPr/>
          </p:nvSpPr>
          <p:spPr>
            <a:xfrm>
              <a:off x="2983018" y="3219091"/>
              <a:ext cx="25107" cy="25608"/>
            </a:xfrm>
            <a:custGeom>
              <a:avLst/>
              <a:pathLst>
                <a:path w="25107" h="25608">
                  <a:moveTo>
                    <a:pt x="8670" y="0"/>
                  </a:moveTo>
                  <a:lnTo>
                    <a:pt x="9185" y="1916"/>
                  </a:lnTo>
                  <a:lnTo>
                    <a:pt x="11526" y="4130"/>
                  </a:lnTo>
                  <a:lnTo>
                    <a:pt x="15109" y="6370"/>
                  </a:lnTo>
                  <a:lnTo>
                    <a:pt x="16043" y="6444"/>
                  </a:lnTo>
                  <a:lnTo>
                    <a:pt x="16262" y="5194"/>
                  </a:lnTo>
                  <a:lnTo>
                    <a:pt x="17620" y="6580"/>
                  </a:lnTo>
                  <a:lnTo>
                    <a:pt x="16331" y="7269"/>
                  </a:lnTo>
                  <a:lnTo>
                    <a:pt x="16213" y="8775"/>
                  </a:lnTo>
                  <a:lnTo>
                    <a:pt x="19825" y="10232"/>
                  </a:lnTo>
                  <a:lnTo>
                    <a:pt x="21741" y="11850"/>
                  </a:lnTo>
                  <a:lnTo>
                    <a:pt x="22214" y="15433"/>
                  </a:lnTo>
                  <a:lnTo>
                    <a:pt x="20227" y="17389"/>
                  </a:lnTo>
                  <a:lnTo>
                    <a:pt x="20257" y="18382"/>
                  </a:lnTo>
                  <a:lnTo>
                    <a:pt x="21928" y="19542"/>
                  </a:lnTo>
                  <a:lnTo>
                    <a:pt x="25107" y="18906"/>
                  </a:lnTo>
                  <a:lnTo>
                    <a:pt x="24771" y="20441"/>
                  </a:lnTo>
                  <a:lnTo>
                    <a:pt x="22966" y="22437"/>
                  </a:lnTo>
                  <a:lnTo>
                    <a:pt x="19514" y="24744"/>
                  </a:lnTo>
                  <a:lnTo>
                    <a:pt x="15052" y="25608"/>
                  </a:lnTo>
                  <a:lnTo>
                    <a:pt x="12049" y="20627"/>
                  </a:lnTo>
                  <a:lnTo>
                    <a:pt x="6432" y="19873"/>
                  </a:lnTo>
                  <a:lnTo>
                    <a:pt x="5819" y="20356"/>
                  </a:lnTo>
                  <a:lnTo>
                    <a:pt x="1789" y="17670"/>
                  </a:lnTo>
                  <a:lnTo>
                    <a:pt x="1071" y="17352"/>
                  </a:lnTo>
                  <a:lnTo>
                    <a:pt x="0" y="4942"/>
                  </a:lnTo>
                  <a:lnTo>
                    <a:pt x="6369" y="29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h1514"/>
            <p:cNvSpPr/>
            <p:nvPr/>
          </p:nvSpPr>
          <p:spPr>
            <a:xfrm>
              <a:off x="2834162" y="3445578"/>
              <a:ext cx="16947" cy="20147"/>
            </a:xfrm>
            <a:custGeom>
              <a:avLst/>
              <a:pathLst>
                <a:path w="16947" h="20147">
                  <a:moveTo>
                    <a:pt x="16282" y="1466"/>
                  </a:moveTo>
                  <a:lnTo>
                    <a:pt x="16947" y="2954"/>
                  </a:lnTo>
                  <a:lnTo>
                    <a:pt x="14429" y="8157"/>
                  </a:lnTo>
                  <a:lnTo>
                    <a:pt x="13673" y="12938"/>
                  </a:lnTo>
                  <a:lnTo>
                    <a:pt x="16702" y="15767"/>
                  </a:lnTo>
                  <a:lnTo>
                    <a:pt x="14220" y="18001"/>
                  </a:lnTo>
                  <a:lnTo>
                    <a:pt x="8717" y="20147"/>
                  </a:lnTo>
                  <a:lnTo>
                    <a:pt x="0" y="17110"/>
                  </a:lnTo>
                  <a:lnTo>
                    <a:pt x="2886" y="13206"/>
                  </a:lnTo>
                  <a:lnTo>
                    <a:pt x="9614" y="7895"/>
                  </a:lnTo>
                  <a:lnTo>
                    <a:pt x="8534" y="4143"/>
                  </a:lnTo>
                  <a:lnTo>
                    <a:pt x="5451" y="2000"/>
                  </a:lnTo>
                  <a:lnTo>
                    <a:pt x="6708" y="1884"/>
                  </a:lnTo>
                  <a:lnTo>
                    <a:pt x="1497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h1515"/>
            <p:cNvSpPr/>
            <p:nvPr/>
          </p:nvSpPr>
          <p:spPr>
            <a:xfrm>
              <a:off x="3007922" y="3311957"/>
              <a:ext cx="23393" cy="18968"/>
            </a:xfrm>
            <a:custGeom>
              <a:avLst/>
              <a:pathLst>
                <a:path w="23393" h="18968">
                  <a:moveTo>
                    <a:pt x="23229" y="5071"/>
                  </a:moveTo>
                  <a:lnTo>
                    <a:pt x="20859" y="8908"/>
                  </a:lnTo>
                  <a:lnTo>
                    <a:pt x="14523" y="15787"/>
                  </a:lnTo>
                  <a:lnTo>
                    <a:pt x="11679" y="17764"/>
                  </a:lnTo>
                  <a:lnTo>
                    <a:pt x="11173" y="18968"/>
                  </a:lnTo>
                  <a:lnTo>
                    <a:pt x="6734" y="17670"/>
                  </a:lnTo>
                  <a:lnTo>
                    <a:pt x="2326" y="18459"/>
                  </a:lnTo>
                  <a:lnTo>
                    <a:pt x="1880" y="18116"/>
                  </a:lnTo>
                  <a:lnTo>
                    <a:pt x="0" y="12469"/>
                  </a:lnTo>
                  <a:lnTo>
                    <a:pt x="260" y="11485"/>
                  </a:lnTo>
                  <a:lnTo>
                    <a:pt x="12384" y="8095"/>
                  </a:lnTo>
                  <a:lnTo>
                    <a:pt x="16343" y="4093"/>
                  </a:lnTo>
                  <a:lnTo>
                    <a:pt x="18748" y="3568"/>
                  </a:lnTo>
                  <a:lnTo>
                    <a:pt x="2339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h1516"/>
            <p:cNvSpPr/>
            <p:nvPr/>
          </p:nvSpPr>
          <p:spPr>
            <a:xfrm>
              <a:off x="2992536" y="3385029"/>
              <a:ext cx="2254" cy="2712"/>
            </a:xfrm>
            <a:custGeom>
              <a:avLst/>
              <a:pathLst>
                <a:path w="2254" h="2712">
                  <a:moveTo>
                    <a:pt x="2254" y="2300"/>
                  </a:moveTo>
                  <a:lnTo>
                    <a:pt x="0" y="2712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h1517"/>
            <p:cNvSpPr/>
            <p:nvPr/>
          </p:nvSpPr>
          <p:spPr>
            <a:xfrm>
              <a:off x="3015882" y="3343446"/>
              <a:ext cx="6233" cy="9423"/>
            </a:xfrm>
            <a:custGeom>
              <a:avLst/>
              <a:pathLst>
                <a:path w="6233" h="9423">
                  <a:moveTo>
                    <a:pt x="1911" y="42"/>
                  </a:moveTo>
                  <a:lnTo>
                    <a:pt x="3456" y="561"/>
                  </a:lnTo>
                  <a:lnTo>
                    <a:pt x="4018" y="1173"/>
                  </a:lnTo>
                  <a:lnTo>
                    <a:pt x="6233" y="1925"/>
                  </a:lnTo>
                  <a:lnTo>
                    <a:pt x="4899" y="4785"/>
                  </a:lnTo>
                  <a:lnTo>
                    <a:pt x="1739" y="9423"/>
                  </a:lnTo>
                  <a:lnTo>
                    <a:pt x="2099" y="4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h1518"/>
            <p:cNvSpPr/>
            <p:nvPr/>
          </p:nvSpPr>
          <p:spPr>
            <a:xfrm>
              <a:off x="3009528" y="3329628"/>
              <a:ext cx="9567" cy="3871"/>
            </a:xfrm>
            <a:custGeom>
              <a:avLst/>
              <a:pathLst>
                <a:path w="9567" h="3871">
                  <a:moveTo>
                    <a:pt x="9567" y="1298"/>
                  </a:moveTo>
                  <a:lnTo>
                    <a:pt x="6347" y="3871"/>
                  </a:lnTo>
                  <a:lnTo>
                    <a:pt x="667" y="2585"/>
                  </a:lnTo>
                  <a:lnTo>
                    <a:pt x="0" y="3159"/>
                  </a:lnTo>
                  <a:lnTo>
                    <a:pt x="720" y="788"/>
                  </a:lnTo>
                  <a:lnTo>
                    <a:pt x="512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h1519"/>
            <p:cNvSpPr/>
            <p:nvPr/>
          </p:nvSpPr>
          <p:spPr>
            <a:xfrm>
              <a:off x="2981469" y="3347929"/>
              <a:ext cx="12322" cy="10681"/>
            </a:xfrm>
            <a:custGeom>
              <a:avLst/>
              <a:pathLst>
                <a:path w="12322" h="10681">
                  <a:moveTo>
                    <a:pt x="12322" y="5950"/>
                  </a:moveTo>
                  <a:lnTo>
                    <a:pt x="3858" y="10681"/>
                  </a:lnTo>
                  <a:lnTo>
                    <a:pt x="0" y="9340"/>
                  </a:lnTo>
                  <a:lnTo>
                    <a:pt x="1018" y="8965"/>
                  </a:lnTo>
                  <a:lnTo>
                    <a:pt x="2750" y="2171"/>
                  </a:lnTo>
                  <a:lnTo>
                    <a:pt x="679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h1520"/>
            <p:cNvSpPr/>
            <p:nvPr/>
          </p:nvSpPr>
          <p:spPr>
            <a:xfrm>
              <a:off x="3011888" y="3386017"/>
              <a:ext cx="8323" cy="7379"/>
            </a:xfrm>
            <a:custGeom>
              <a:avLst/>
              <a:pathLst>
                <a:path w="8323" h="7379">
                  <a:moveTo>
                    <a:pt x="6771" y="1960"/>
                  </a:moveTo>
                  <a:lnTo>
                    <a:pt x="8202" y="3869"/>
                  </a:lnTo>
                  <a:lnTo>
                    <a:pt x="8323" y="7350"/>
                  </a:lnTo>
                  <a:lnTo>
                    <a:pt x="3549" y="7379"/>
                  </a:lnTo>
                  <a:lnTo>
                    <a:pt x="832" y="7074"/>
                  </a:lnTo>
                  <a:lnTo>
                    <a:pt x="326" y="2239"/>
                  </a:lnTo>
                  <a:lnTo>
                    <a:pt x="0" y="1054"/>
                  </a:lnTo>
                  <a:lnTo>
                    <a:pt x="142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h1521"/>
            <p:cNvSpPr/>
            <p:nvPr/>
          </p:nvSpPr>
          <p:spPr>
            <a:xfrm>
              <a:off x="2782422" y="3447741"/>
              <a:ext cx="13327" cy="16247"/>
            </a:xfrm>
            <a:custGeom>
              <a:avLst/>
              <a:pathLst>
                <a:path w="13327" h="16247">
                  <a:moveTo>
                    <a:pt x="9899" y="336"/>
                  </a:moveTo>
                  <a:lnTo>
                    <a:pt x="10627" y="12809"/>
                  </a:lnTo>
                  <a:lnTo>
                    <a:pt x="13327" y="13549"/>
                  </a:lnTo>
                  <a:lnTo>
                    <a:pt x="9970" y="16247"/>
                  </a:lnTo>
                  <a:lnTo>
                    <a:pt x="7199" y="12562"/>
                  </a:lnTo>
                  <a:lnTo>
                    <a:pt x="5099" y="12650"/>
                  </a:lnTo>
                  <a:lnTo>
                    <a:pt x="4937" y="10651"/>
                  </a:lnTo>
                  <a:lnTo>
                    <a:pt x="3769" y="9892"/>
                  </a:lnTo>
                  <a:lnTo>
                    <a:pt x="1155" y="10063"/>
                  </a:lnTo>
                  <a:lnTo>
                    <a:pt x="0" y="3624"/>
                  </a:lnTo>
                  <a:lnTo>
                    <a:pt x="819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h1522"/>
            <p:cNvSpPr/>
            <p:nvPr/>
          </p:nvSpPr>
          <p:spPr>
            <a:xfrm>
              <a:off x="3087002" y="3438647"/>
              <a:ext cx="20011" cy="13999"/>
            </a:xfrm>
            <a:custGeom>
              <a:avLst/>
              <a:pathLst>
                <a:path w="20011" h="13999">
                  <a:moveTo>
                    <a:pt x="17798" y="5480"/>
                  </a:moveTo>
                  <a:lnTo>
                    <a:pt x="20011" y="13999"/>
                  </a:lnTo>
                  <a:lnTo>
                    <a:pt x="12854" y="11595"/>
                  </a:lnTo>
                  <a:lnTo>
                    <a:pt x="4646" y="10528"/>
                  </a:lnTo>
                  <a:lnTo>
                    <a:pt x="2169" y="9284"/>
                  </a:lnTo>
                  <a:lnTo>
                    <a:pt x="1853" y="6382"/>
                  </a:lnTo>
                  <a:lnTo>
                    <a:pt x="0" y="4557"/>
                  </a:lnTo>
                  <a:lnTo>
                    <a:pt x="6258" y="2163"/>
                  </a:lnTo>
                  <a:lnTo>
                    <a:pt x="7112" y="505"/>
                  </a:lnTo>
                  <a:lnTo>
                    <a:pt x="1006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h1523"/>
            <p:cNvSpPr/>
            <p:nvPr/>
          </p:nvSpPr>
          <p:spPr>
            <a:xfrm>
              <a:off x="2866255" y="3251187"/>
              <a:ext cx="12870" cy="13236"/>
            </a:xfrm>
            <a:custGeom>
              <a:avLst/>
              <a:pathLst>
                <a:path w="12870" h="13236">
                  <a:moveTo>
                    <a:pt x="6785" y="509"/>
                  </a:moveTo>
                  <a:lnTo>
                    <a:pt x="9000" y="892"/>
                  </a:lnTo>
                  <a:lnTo>
                    <a:pt x="11674" y="3585"/>
                  </a:lnTo>
                  <a:lnTo>
                    <a:pt x="11983" y="10871"/>
                  </a:lnTo>
                  <a:lnTo>
                    <a:pt x="12870" y="11543"/>
                  </a:lnTo>
                  <a:lnTo>
                    <a:pt x="12726" y="13236"/>
                  </a:lnTo>
                  <a:lnTo>
                    <a:pt x="10827" y="12171"/>
                  </a:lnTo>
                  <a:lnTo>
                    <a:pt x="6079" y="11805"/>
                  </a:lnTo>
                  <a:lnTo>
                    <a:pt x="1484" y="13013"/>
                  </a:lnTo>
                  <a:lnTo>
                    <a:pt x="0" y="3811"/>
                  </a:lnTo>
                  <a:lnTo>
                    <a:pt x="363" y="2710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h1524"/>
            <p:cNvSpPr/>
            <p:nvPr/>
          </p:nvSpPr>
          <p:spPr>
            <a:xfrm>
              <a:off x="2859029" y="3339105"/>
              <a:ext cx="17851" cy="11275"/>
            </a:xfrm>
            <a:custGeom>
              <a:avLst/>
              <a:pathLst>
                <a:path w="17851" h="11275">
                  <a:moveTo>
                    <a:pt x="17851" y="1303"/>
                  </a:moveTo>
                  <a:lnTo>
                    <a:pt x="17152" y="4164"/>
                  </a:lnTo>
                  <a:lnTo>
                    <a:pt x="13909" y="7594"/>
                  </a:lnTo>
                  <a:lnTo>
                    <a:pt x="2359" y="11275"/>
                  </a:lnTo>
                  <a:lnTo>
                    <a:pt x="0" y="10938"/>
                  </a:lnTo>
                  <a:lnTo>
                    <a:pt x="929" y="4515"/>
                  </a:lnTo>
                  <a:lnTo>
                    <a:pt x="8799" y="3812"/>
                  </a:lnTo>
                  <a:lnTo>
                    <a:pt x="1473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h1525"/>
            <p:cNvSpPr/>
            <p:nvPr/>
          </p:nvSpPr>
          <p:spPr>
            <a:xfrm>
              <a:off x="2998585" y="3264588"/>
              <a:ext cx="12101" cy="10984"/>
            </a:xfrm>
            <a:custGeom>
              <a:avLst/>
              <a:pathLst>
                <a:path w="12101" h="10984">
                  <a:moveTo>
                    <a:pt x="9109" y="371"/>
                  </a:moveTo>
                  <a:lnTo>
                    <a:pt x="8623" y="2429"/>
                  </a:lnTo>
                  <a:lnTo>
                    <a:pt x="11416" y="4416"/>
                  </a:lnTo>
                  <a:lnTo>
                    <a:pt x="12101" y="5336"/>
                  </a:lnTo>
                  <a:lnTo>
                    <a:pt x="8484" y="9647"/>
                  </a:lnTo>
                  <a:lnTo>
                    <a:pt x="6092" y="10984"/>
                  </a:lnTo>
                  <a:lnTo>
                    <a:pt x="0" y="3865"/>
                  </a:lnTo>
                  <a:lnTo>
                    <a:pt x="2394" y="3610"/>
                  </a:lnTo>
                  <a:lnTo>
                    <a:pt x="3481" y="1115"/>
                  </a:lnTo>
                  <a:lnTo>
                    <a:pt x="629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h1526"/>
            <p:cNvSpPr/>
            <p:nvPr/>
          </p:nvSpPr>
          <p:spPr>
            <a:xfrm>
              <a:off x="2781211" y="3306500"/>
              <a:ext cx="13634" cy="15541"/>
            </a:xfrm>
            <a:custGeom>
              <a:avLst/>
              <a:pathLst>
                <a:path w="13634" h="15541">
                  <a:moveTo>
                    <a:pt x="13634" y="3472"/>
                  </a:moveTo>
                  <a:lnTo>
                    <a:pt x="12962" y="5924"/>
                  </a:lnTo>
                  <a:lnTo>
                    <a:pt x="11399" y="8429"/>
                  </a:lnTo>
                  <a:lnTo>
                    <a:pt x="12063" y="14606"/>
                  </a:lnTo>
                  <a:lnTo>
                    <a:pt x="9961" y="15541"/>
                  </a:lnTo>
                  <a:lnTo>
                    <a:pt x="7527" y="14993"/>
                  </a:lnTo>
                  <a:lnTo>
                    <a:pt x="6214" y="14790"/>
                  </a:lnTo>
                  <a:lnTo>
                    <a:pt x="0" y="5460"/>
                  </a:lnTo>
                  <a:lnTo>
                    <a:pt x="641" y="2199"/>
                  </a:lnTo>
                  <a:lnTo>
                    <a:pt x="1227" y="1154"/>
                  </a:lnTo>
                  <a:lnTo>
                    <a:pt x="3470" y="215"/>
                  </a:lnTo>
                  <a:lnTo>
                    <a:pt x="8964" y="0"/>
                  </a:lnTo>
                  <a:lnTo>
                    <a:pt x="9173" y="2264"/>
                  </a:lnTo>
                  <a:close/>
                  <a:moveTo>
                    <a:pt x="7244" y="9872"/>
                  </a:moveTo>
                  <a:lnTo>
                    <a:pt x="8936" y="9053"/>
                  </a:lnTo>
                  <a:lnTo>
                    <a:pt x="7975" y="6597"/>
                  </a:lnTo>
                  <a:lnTo>
                    <a:pt x="6945" y="6320"/>
                  </a:lnTo>
                  <a:lnTo>
                    <a:pt x="7257" y="5550"/>
                  </a:lnTo>
                  <a:lnTo>
                    <a:pt x="6446" y="5181"/>
                  </a:lnTo>
                  <a:lnTo>
                    <a:pt x="4652" y="945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h1527"/>
            <p:cNvSpPr/>
            <p:nvPr/>
          </p:nvSpPr>
          <p:spPr>
            <a:xfrm>
              <a:off x="3076593" y="3330864"/>
              <a:ext cx="20417" cy="14397"/>
            </a:xfrm>
            <a:custGeom>
              <a:avLst/>
              <a:pathLst>
                <a:path w="20417" h="14397">
                  <a:moveTo>
                    <a:pt x="9675" y="755"/>
                  </a:moveTo>
                  <a:lnTo>
                    <a:pt x="11268" y="1677"/>
                  </a:lnTo>
                  <a:lnTo>
                    <a:pt x="12747" y="5173"/>
                  </a:lnTo>
                  <a:lnTo>
                    <a:pt x="20417" y="6352"/>
                  </a:lnTo>
                  <a:lnTo>
                    <a:pt x="18514" y="13443"/>
                  </a:lnTo>
                  <a:lnTo>
                    <a:pt x="18865" y="14204"/>
                  </a:lnTo>
                  <a:lnTo>
                    <a:pt x="15702" y="14397"/>
                  </a:lnTo>
                  <a:lnTo>
                    <a:pt x="10800" y="12709"/>
                  </a:lnTo>
                  <a:lnTo>
                    <a:pt x="7666" y="9802"/>
                  </a:lnTo>
                  <a:lnTo>
                    <a:pt x="7243" y="8509"/>
                  </a:lnTo>
                  <a:lnTo>
                    <a:pt x="4580" y="5729"/>
                  </a:lnTo>
                  <a:lnTo>
                    <a:pt x="1773" y="5139"/>
                  </a:lnTo>
                  <a:lnTo>
                    <a:pt x="935" y="5642"/>
                  </a:lnTo>
                  <a:lnTo>
                    <a:pt x="0" y="2863"/>
                  </a:lnTo>
                  <a:lnTo>
                    <a:pt x="586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h1528"/>
            <p:cNvSpPr/>
            <p:nvPr/>
          </p:nvSpPr>
          <p:spPr>
            <a:xfrm>
              <a:off x="2997816" y="3406099"/>
              <a:ext cx="4268" cy="1657"/>
            </a:xfrm>
            <a:custGeom>
              <a:avLst/>
              <a:pathLst>
                <a:path w="4268" h="1657">
                  <a:moveTo>
                    <a:pt x="1025" y="0"/>
                  </a:moveTo>
                  <a:lnTo>
                    <a:pt x="3424" y="302"/>
                  </a:lnTo>
                  <a:lnTo>
                    <a:pt x="4268" y="1414"/>
                  </a:lnTo>
                  <a:lnTo>
                    <a:pt x="0" y="165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h1529"/>
            <p:cNvSpPr/>
            <p:nvPr/>
          </p:nvSpPr>
          <p:spPr>
            <a:xfrm>
              <a:off x="2975623" y="3332205"/>
              <a:ext cx="16794" cy="18823"/>
            </a:xfrm>
            <a:custGeom>
              <a:avLst/>
              <a:pathLst>
                <a:path w="16794" h="18823">
                  <a:moveTo>
                    <a:pt x="10021" y="2835"/>
                  </a:moveTo>
                  <a:lnTo>
                    <a:pt x="15272" y="5437"/>
                  </a:lnTo>
                  <a:lnTo>
                    <a:pt x="14013" y="6238"/>
                  </a:lnTo>
                  <a:lnTo>
                    <a:pt x="16794" y="12828"/>
                  </a:lnTo>
                  <a:lnTo>
                    <a:pt x="12635" y="15723"/>
                  </a:lnTo>
                  <a:lnTo>
                    <a:pt x="8595" y="17895"/>
                  </a:lnTo>
                  <a:lnTo>
                    <a:pt x="5267" y="18823"/>
                  </a:lnTo>
                  <a:lnTo>
                    <a:pt x="3962" y="16680"/>
                  </a:lnTo>
                  <a:lnTo>
                    <a:pt x="1809" y="16015"/>
                  </a:lnTo>
                  <a:lnTo>
                    <a:pt x="2728" y="3431"/>
                  </a:lnTo>
                  <a:lnTo>
                    <a:pt x="0" y="3065"/>
                  </a:lnTo>
                  <a:lnTo>
                    <a:pt x="2859" y="1575"/>
                  </a:lnTo>
                  <a:lnTo>
                    <a:pt x="319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h1530"/>
            <p:cNvSpPr/>
            <p:nvPr/>
          </p:nvSpPr>
          <p:spPr>
            <a:xfrm>
              <a:off x="2886634" y="3265012"/>
              <a:ext cx="18294" cy="14776"/>
            </a:xfrm>
            <a:custGeom>
              <a:avLst/>
              <a:pathLst>
                <a:path w="18294" h="14776">
                  <a:moveTo>
                    <a:pt x="10189" y="3761"/>
                  </a:moveTo>
                  <a:lnTo>
                    <a:pt x="16394" y="9970"/>
                  </a:lnTo>
                  <a:lnTo>
                    <a:pt x="17583" y="9502"/>
                  </a:lnTo>
                  <a:lnTo>
                    <a:pt x="18294" y="14370"/>
                  </a:lnTo>
                  <a:lnTo>
                    <a:pt x="17383" y="14625"/>
                  </a:lnTo>
                  <a:lnTo>
                    <a:pt x="16844" y="14776"/>
                  </a:lnTo>
                  <a:lnTo>
                    <a:pt x="13346" y="14140"/>
                  </a:lnTo>
                  <a:lnTo>
                    <a:pt x="12382" y="7812"/>
                  </a:lnTo>
                  <a:lnTo>
                    <a:pt x="4855" y="3558"/>
                  </a:lnTo>
                  <a:lnTo>
                    <a:pt x="652" y="2874"/>
                  </a:lnTo>
                  <a:lnTo>
                    <a:pt x="0" y="1145"/>
                  </a:lnTo>
                  <a:lnTo>
                    <a:pt x="101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h1531"/>
            <p:cNvSpPr/>
            <p:nvPr/>
          </p:nvSpPr>
          <p:spPr>
            <a:xfrm>
              <a:off x="3055743" y="3390594"/>
              <a:ext cx="17685" cy="10591"/>
            </a:xfrm>
            <a:custGeom>
              <a:avLst/>
              <a:pathLst>
                <a:path w="17685" h="10591">
                  <a:moveTo>
                    <a:pt x="11164" y="2110"/>
                  </a:moveTo>
                  <a:lnTo>
                    <a:pt x="13227" y="2273"/>
                  </a:lnTo>
                  <a:lnTo>
                    <a:pt x="17685" y="4779"/>
                  </a:lnTo>
                  <a:lnTo>
                    <a:pt x="11991" y="9430"/>
                  </a:lnTo>
                  <a:lnTo>
                    <a:pt x="8013" y="10571"/>
                  </a:lnTo>
                  <a:lnTo>
                    <a:pt x="6128" y="10591"/>
                  </a:lnTo>
                  <a:lnTo>
                    <a:pt x="0" y="8195"/>
                  </a:lnTo>
                  <a:lnTo>
                    <a:pt x="1494" y="5547"/>
                  </a:lnTo>
                  <a:lnTo>
                    <a:pt x="5963" y="2216"/>
                  </a:lnTo>
                  <a:lnTo>
                    <a:pt x="904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h1532"/>
            <p:cNvSpPr/>
            <p:nvPr/>
          </p:nvSpPr>
          <p:spPr>
            <a:xfrm>
              <a:off x="2903039" y="3346616"/>
              <a:ext cx="9203" cy="8654"/>
            </a:xfrm>
            <a:custGeom>
              <a:avLst/>
              <a:pathLst>
                <a:path w="9203" h="8654">
                  <a:moveTo>
                    <a:pt x="3712" y="852"/>
                  </a:moveTo>
                  <a:lnTo>
                    <a:pt x="3143" y="1107"/>
                  </a:lnTo>
                  <a:lnTo>
                    <a:pt x="3908" y="1691"/>
                  </a:lnTo>
                  <a:lnTo>
                    <a:pt x="9203" y="3867"/>
                  </a:lnTo>
                  <a:lnTo>
                    <a:pt x="7622" y="6092"/>
                  </a:lnTo>
                  <a:lnTo>
                    <a:pt x="5471" y="7744"/>
                  </a:lnTo>
                  <a:lnTo>
                    <a:pt x="2973" y="8654"/>
                  </a:lnTo>
                  <a:lnTo>
                    <a:pt x="1798" y="8240"/>
                  </a:lnTo>
                  <a:lnTo>
                    <a:pt x="824" y="3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h1533"/>
            <p:cNvSpPr/>
            <p:nvPr/>
          </p:nvSpPr>
          <p:spPr>
            <a:xfrm>
              <a:off x="2787867" y="3281979"/>
              <a:ext cx="7119" cy="16878"/>
            </a:xfrm>
            <a:custGeom>
              <a:avLst/>
              <a:pathLst>
                <a:path w="7119" h="16878">
                  <a:moveTo>
                    <a:pt x="6305" y="711"/>
                  </a:moveTo>
                  <a:lnTo>
                    <a:pt x="4835" y="3021"/>
                  </a:lnTo>
                  <a:lnTo>
                    <a:pt x="4762" y="5110"/>
                  </a:lnTo>
                  <a:lnTo>
                    <a:pt x="5251" y="7525"/>
                  </a:lnTo>
                  <a:lnTo>
                    <a:pt x="6698" y="9667"/>
                  </a:lnTo>
                  <a:lnTo>
                    <a:pt x="7119" y="16218"/>
                  </a:lnTo>
                  <a:lnTo>
                    <a:pt x="6596" y="16878"/>
                  </a:lnTo>
                  <a:lnTo>
                    <a:pt x="1913" y="15310"/>
                  </a:lnTo>
                  <a:lnTo>
                    <a:pt x="0" y="13464"/>
                  </a:lnTo>
                  <a:lnTo>
                    <a:pt x="1397" y="8563"/>
                  </a:lnTo>
                  <a:lnTo>
                    <a:pt x="231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h1534"/>
            <p:cNvSpPr/>
            <p:nvPr/>
          </p:nvSpPr>
          <p:spPr>
            <a:xfrm>
              <a:off x="3088021" y="3381428"/>
              <a:ext cx="25048" cy="34125"/>
            </a:xfrm>
            <a:custGeom>
              <a:avLst/>
              <a:pathLst>
                <a:path w="25048" h="34125">
                  <a:moveTo>
                    <a:pt x="6257" y="0"/>
                  </a:moveTo>
                  <a:lnTo>
                    <a:pt x="10001" y="971"/>
                  </a:lnTo>
                  <a:lnTo>
                    <a:pt x="11661" y="310"/>
                  </a:lnTo>
                  <a:lnTo>
                    <a:pt x="12818" y="954"/>
                  </a:lnTo>
                  <a:lnTo>
                    <a:pt x="12034" y="3080"/>
                  </a:lnTo>
                  <a:lnTo>
                    <a:pt x="12549" y="7211"/>
                  </a:lnTo>
                  <a:lnTo>
                    <a:pt x="13461" y="8250"/>
                  </a:lnTo>
                  <a:lnTo>
                    <a:pt x="16085" y="7236"/>
                  </a:lnTo>
                  <a:lnTo>
                    <a:pt x="16045" y="11642"/>
                  </a:lnTo>
                  <a:lnTo>
                    <a:pt x="17612" y="14079"/>
                  </a:lnTo>
                  <a:lnTo>
                    <a:pt x="25048" y="13839"/>
                  </a:lnTo>
                  <a:lnTo>
                    <a:pt x="23286" y="18023"/>
                  </a:lnTo>
                  <a:lnTo>
                    <a:pt x="13191" y="32627"/>
                  </a:lnTo>
                  <a:lnTo>
                    <a:pt x="9430" y="34125"/>
                  </a:lnTo>
                  <a:lnTo>
                    <a:pt x="9099" y="32866"/>
                  </a:lnTo>
                  <a:lnTo>
                    <a:pt x="8586" y="30170"/>
                  </a:lnTo>
                  <a:lnTo>
                    <a:pt x="9137" y="26872"/>
                  </a:lnTo>
                  <a:lnTo>
                    <a:pt x="709" y="20378"/>
                  </a:lnTo>
                  <a:lnTo>
                    <a:pt x="0" y="18438"/>
                  </a:lnTo>
                  <a:lnTo>
                    <a:pt x="1437" y="16109"/>
                  </a:lnTo>
                  <a:lnTo>
                    <a:pt x="525" y="12197"/>
                  </a:lnTo>
                  <a:lnTo>
                    <a:pt x="2559" y="8469"/>
                  </a:lnTo>
                  <a:lnTo>
                    <a:pt x="3217" y="44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h1535"/>
            <p:cNvSpPr/>
            <p:nvPr/>
          </p:nvSpPr>
          <p:spPr>
            <a:xfrm>
              <a:off x="3036653" y="3334693"/>
              <a:ext cx="15038" cy="10229"/>
            </a:xfrm>
            <a:custGeom>
              <a:avLst/>
              <a:pathLst>
                <a:path w="15038" h="10229">
                  <a:moveTo>
                    <a:pt x="11039" y="827"/>
                  </a:moveTo>
                  <a:lnTo>
                    <a:pt x="11209" y="3499"/>
                  </a:lnTo>
                  <a:lnTo>
                    <a:pt x="12454" y="4391"/>
                  </a:lnTo>
                  <a:lnTo>
                    <a:pt x="13601" y="3917"/>
                  </a:lnTo>
                  <a:lnTo>
                    <a:pt x="14673" y="6267"/>
                  </a:lnTo>
                  <a:lnTo>
                    <a:pt x="15038" y="6971"/>
                  </a:lnTo>
                  <a:lnTo>
                    <a:pt x="11639" y="9675"/>
                  </a:lnTo>
                  <a:lnTo>
                    <a:pt x="2969" y="8972"/>
                  </a:lnTo>
                  <a:lnTo>
                    <a:pt x="1323" y="10229"/>
                  </a:lnTo>
                  <a:lnTo>
                    <a:pt x="0" y="7603"/>
                  </a:lnTo>
                  <a:lnTo>
                    <a:pt x="603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h1536"/>
            <p:cNvSpPr/>
            <p:nvPr/>
          </p:nvSpPr>
          <p:spPr>
            <a:xfrm>
              <a:off x="2933556" y="3480759"/>
              <a:ext cx="25396" cy="21515"/>
            </a:xfrm>
            <a:custGeom>
              <a:avLst/>
              <a:pathLst>
                <a:path w="25396" h="21515">
                  <a:moveTo>
                    <a:pt x="16317" y="2546"/>
                  </a:moveTo>
                  <a:lnTo>
                    <a:pt x="17543" y="1949"/>
                  </a:lnTo>
                  <a:lnTo>
                    <a:pt x="19582" y="5237"/>
                  </a:lnTo>
                  <a:lnTo>
                    <a:pt x="24071" y="6774"/>
                  </a:lnTo>
                  <a:lnTo>
                    <a:pt x="25259" y="8952"/>
                  </a:lnTo>
                  <a:lnTo>
                    <a:pt x="25396" y="12260"/>
                  </a:lnTo>
                  <a:lnTo>
                    <a:pt x="24048" y="12631"/>
                  </a:lnTo>
                  <a:lnTo>
                    <a:pt x="23427" y="11982"/>
                  </a:lnTo>
                  <a:lnTo>
                    <a:pt x="24049" y="9462"/>
                  </a:lnTo>
                  <a:lnTo>
                    <a:pt x="20217" y="10150"/>
                  </a:lnTo>
                  <a:lnTo>
                    <a:pt x="19513" y="11017"/>
                  </a:lnTo>
                  <a:lnTo>
                    <a:pt x="20877" y="19628"/>
                  </a:lnTo>
                  <a:lnTo>
                    <a:pt x="20353" y="19601"/>
                  </a:lnTo>
                  <a:lnTo>
                    <a:pt x="14787" y="21515"/>
                  </a:lnTo>
                  <a:lnTo>
                    <a:pt x="9441" y="19856"/>
                  </a:lnTo>
                  <a:lnTo>
                    <a:pt x="6963" y="16332"/>
                  </a:lnTo>
                  <a:lnTo>
                    <a:pt x="4798" y="10862"/>
                  </a:lnTo>
                  <a:lnTo>
                    <a:pt x="2390" y="12669"/>
                  </a:lnTo>
                  <a:lnTo>
                    <a:pt x="0" y="5806"/>
                  </a:lnTo>
                  <a:lnTo>
                    <a:pt x="4076" y="6349"/>
                  </a:lnTo>
                  <a:lnTo>
                    <a:pt x="9273" y="1253"/>
                  </a:lnTo>
                  <a:lnTo>
                    <a:pt x="1079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h1537"/>
            <p:cNvSpPr/>
            <p:nvPr/>
          </p:nvSpPr>
          <p:spPr>
            <a:xfrm>
              <a:off x="3010064" y="3434728"/>
              <a:ext cx="15875" cy="13485"/>
            </a:xfrm>
            <a:custGeom>
              <a:avLst/>
              <a:pathLst>
                <a:path w="15875" h="13485">
                  <a:moveTo>
                    <a:pt x="10926" y="1044"/>
                  </a:moveTo>
                  <a:lnTo>
                    <a:pt x="15875" y="2864"/>
                  </a:lnTo>
                  <a:lnTo>
                    <a:pt x="12781" y="9340"/>
                  </a:lnTo>
                  <a:lnTo>
                    <a:pt x="12615" y="13078"/>
                  </a:lnTo>
                  <a:lnTo>
                    <a:pt x="10504" y="13485"/>
                  </a:lnTo>
                  <a:lnTo>
                    <a:pt x="7282" y="12072"/>
                  </a:lnTo>
                  <a:lnTo>
                    <a:pt x="5541" y="12743"/>
                  </a:lnTo>
                  <a:lnTo>
                    <a:pt x="1464" y="11861"/>
                  </a:lnTo>
                  <a:lnTo>
                    <a:pt x="0" y="2209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h1538"/>
            <p:cNvSpPr/>
            <p:nvPr/>
          </p:nvSpPr>
          <p:spPr>
            <a:xfrm>
              <a:off x="2848624" y="3320550"/>
              <a:ext cx="25136" cy="23069"/>
            </a:xfrm>
            <a:custGeom>
              <a:avLst/>
              <a:pathLst>
                <a:path w="25136" h="23069">
                  <a:moveTo>
                    <a:pt x="5146" y="0"/>
                  </a:moveTo>
                  <a:lnTo>
                    <a:pt x="5596" y="2397"/>
                  </a:lnTo>
                  <a:lnTo>
                    <a:pt x="7456" y="5097"/>
                  </a:lnTo>
                  <a:lnTo>
                    <a:pt x="18387" y="8796"/>
                  </a:lnTo>
                  <a:lnTo>
                    <a:pt x="24454" y="15484"/>
                  </a:lnTo>
                  <a:lnTo>
                    <a:pt x="25136" y="18554"/>
                  </a:lnTo>
                  <a:lnTo>
                    <a:pt x="19204" y="22367"/>
                  </a:lnTo>
                  <a:lnTo>
                    <a:pt x="11334" y="23069"/>
                  </a:lnTo>
                  <a:lnTo>
                    <a:pt x="8035" y="16771"/>
                  </a:lnTo>
                  <a:lnTo>
                    <a:pt x="1319" y="11951"/>
                  </a:lnTo>
                  <a:lnTo>
                    <a:pt x="116" y="8290"/>
                  </a:lnTo>
                  <a:lnTo>
                    <a:pt x="0" y="308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h1539"/>
            <p:cNvSpPr/>
            <p:nvPr/>
          </p:nvSpPr>
          <p:spPr>
            <a:xfrm>
              <a:off x="2834682" y="3323635"/>
              <a:ext cx="25275" cy="35957"/>
            </a:xfrm>
            <a:custGeom>
              <a:avLst/>
              <a:pathLst>
                <a:path w="25275" h="35957">
                  <a:moveTo>
                    <a:pt x="14057" y="5206"/>
                  </a:moveTo>
                  <a:lnTo>
                    <a:pt x="15261" y="8866"/>
                  </a:lnTo>
                  <a:lnTo>
                    <a:pt x="21976" y="13687"/>
                  </a:lnTo>
                  <a:lnTo>
                    <a:pt x="25275" y="19985"/>
                  </a:lnTo>
                  <a:lnTo>
                    <a:pt x="24346" y="26408"/>
                  </a:lnTo>
                  <a:lnTo>
                    <a:pt x="23267" y="34564"/>
                  </a:lnTo>
                  <a:lnTo>
                    <a:pt x="18725" y="35957"/>
                  </a:lnTo>
                  <a:lnTo>
                    <a:pt x="19453" y="33984"/>
                  </a:lnTo>
                  <a:lnTo>
                    <a:pt x="17036" y="32263"/>
                  </a:lnTo>
                  <a:lnTo>
                    <a:pt x="8737" y="35565"/>
                  </a:lnTo>
                  <a:lnTo>
                    <a:pt x="4582" y="31747"/>
                  </a:lnTo>
                  <a:lnTo>
                    <a:pt x="1645" y="26436"/>
                  </a:lnTo>
                  <a:lnTo>
                    <a:pt x="2200" y="24818"/>
                  </a:lnTo>
                  <a:lnTo>
                    <a:pt x="6257" y="23005"/>
                  </a:lnTo>
                  <a:lnTo>
                    <a:pt x="7275" y="20392"/>
                  </a:lnTo>
                  <a:lnTo>
                    <a:pt x="2582" y="20916"/>
                  </a:lnTo>
                  <a:lnTo>
                    <a:pt x="0" y="19209"/>
                  </a:lnTo>
                  <a:lnTo>
                    <a:pt x="535" y="14624"/>
                  </a:lnTo>
                  <a:lnTo>
                    <a:pt x="5523" y="11898"/>
                  </a:lnTo>
                  <a:lnTo>
                    <a:pt x="6550" y="8902"/>
                  </a:lnTo>
                  <a:lnTo>
                    <a:pt x="7100" y="10181"/>
                  </a:lnTo>
                  <a:lnTo>
                    <a:pt x="9190" y="11015"/>
                  </a:lnTo>
                  <a:lnTo>
                    <a:pt x="11921" y="8867"/>
                  </a:lnTo>
                  <a:lnTo>
                    <a:pt x="13021" y="6864"/>
                  </a:lnTo>
                  <a:lnTo>
                    <a:pt x="12525" y="2784"/>
                  </a:lnTo>
                  <a:lnTo>
                    <a:pt x="1394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h1540"/>
            <p:cNvSpPr/>
            <p:nvPr/>
          </p:nvSpPr>
          <p:spPr>
            <a:xfrm>
              <a:off x="3043967" y="3472376"/>
              <a:ext cx="10464" cy="16775"/>
            </a:xfrm>
            <a:custGeom>
              <a:avLst/>
              <a:pathLst>
                <a:path w="10464" h="16775">
                  <a:moveTo>
                    <a:pt x="6425" y="2593"/>
                  </a:moveTo>
                  <a:lnTo>
                    <a:pt x="6112" y="4079"/>
                  </a:lnTo>
                  <a:lnTo>
                    <a:pt x="7294" y="9636"/>
                  </a:lnTo>
                  <a:lnTo>
                    <a:pt x="9094" y="10966"/>
                  </a:lnTo>
                  <a:lnTo>
                    <a:pt x="10464" y="14075"/>
                  </a:lnTo>
                  <a:lnTo>
                    <a:pt x="9917" y="16152"/>
                  </a:lnTo>
                  <a:lnTo>
                    <a:pt x="1786" y="16775"/>
                  </a:lnTo>
                  <a:lnTo>
                    <a:pt x="503" y="16285"/>
                  </a:lnTo>
                  <a:lnTo>
                    <a:pt x="1942" y="15290"/>
                  </a:lnTo>
                  <a:lnTo>
                    <a:pt x="752" y="12720"/>
                  </a:lnTo>
                  <a:lnTo>
                    <a:pt x="0" y="8960"/>
                  </a:lnTo>
                  <a:lnTo>
                    <a:pt x="233" y="5291"/>
                  </a:lnTo>
                  <a:lnTo>
                    <a:pt x="507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h1541"/>
            <p:cNvSpPr/>
            <p:nvPr/>
          </p:nvSpPr>
          <p:spPr>
            <a:xfrm>
              <a:off x="2888683" y="3397975"/>
              <a:ext cx="42870" cy="34463"/>
            </a:xfrm>
            <a:custGeom>
              <a:avLst/>
              <a:pathLst>
                <a:path w="42870" h="34463">
                  <a:moveTo>
                    <a:pt x="41386" y="6852"/>
                  </a:moveTo>
                  <a:lnTo>
                    <a:pt x="37893" y="9093"/>
                  </a:lnTo>
                  <a:lnTo>
                    <a:pt x="36917" y="10599"/>
                  </a:lnTo>
                  <a:lnTo>
                    <a:pt x="38840" y="13867"/>
                  </a:lnTo>
                  <a:lnTo>
                    <a:pt x="34711" y="18293"/>
                  </a:lnTo>
                  <a:lnTo>
                    <a:pt x="27845" y="17028"/>
                  </a:lnTo>
                  <a:lnTo>
                    <a:pt x="21082" y="18432"/>
                  </a:lnTo>
                  <a:lnTo>
                    <a:pt x="18379" y="21928"/>
                  </a:lnTo>
                  <a:lnTo>
                    <a:pt x="17702" y="25199"/>
                  </a:lnTo>
                  <a:lnTo>
                    <a:pt x="14453" y="30794"/>
                  </a:lnTo>
                  <a:lnTo>
                    <a:pt x="15278" y="32593"/>
                  </a:lnTo>
                  <a:lnTo>
                    <a:pt x="13280" y="34463"/>
                  </a:lnTo>
                  <a:lnTo>
                    <a:pt x="11992" y="32531"/>
                  </a:lnTo>
                  <a:lnTo>
                    <a:pt x="5385" y="29073"/>
                  </a:lnTo>
                  <a:lnTo>
                    <a:pt x="3750" y="29197"/>
                  </a:lnTo>
                  <a:lnTo>
                    <a:pt x="3111" y="31330"/>
                  </a:lnTo>
                  <a:lnTo>
                    <a:pt x="0" y="33229"/>
                  </a:lnTo>
                  <a:lnTo>
                    <a:pt x="42" y="26725"/>
                  </a:lnTo>
                  <a:lnTo>
                    <a:pt x="4661" y="19092"/>
                  </a:lnTo>
                  <a:lnTo>
                    <a:pt x="6615" y="21695"/>
                  </a:lnTo>
                  <a:lnTo>
                    <a:pt x="11173" y="23072"/>
                  </a:lnTo>
                  <a:lnTo>
                    <a:pt x="13187" y="28567"/>
                  </a:lnTo>
                  <a:lnTo>
                    <a:pt x="17528" y="23149"/>
                  </a:lnTo>
                  <a:lnTo>
                    <a:pt x="20976" y="15893"/>
                  </a:lnTo>
                  <a:lnTo>
                    <a:pt x="24716" y="16040"/>
                  </a:lnTo>
                  <a:lnTo>
                    <a:pt x="28652" y="14099"/>
                  </a:lnTo>
                  <a:lnTo>
                    <a:pt x="32663" y="8778"/>
                  </a:lnTo>
                  <a:lnTo>
                    <a:pt x="33850" y="3260"/>
                  </a:lnTo>
                  <a:lnTo>
                    <a:pt x="40266" y="2469"/>
                  </a:lnTo>
                  <a:lnTo>
                    <a:pt x="4287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h1542"/>
            <p:cNvSpPr/>
            <p:nvPr/>
          </p:nvSpPr>
          <p:spPr>
            <a:xfrm>
              <a:off x="2914335" y="3326231"/>
              <a:ext cx="8823" cy="4825"/>
            </a:xfrm>
            <a:custGeom>
              <a:avLst/>
              <a:pathLst>
                <a:path w="8823" h="4825">
                  <a:moveTo>
                    <a:pt x="8458" y="523"/>
                  </a:moveTo>
                  <a:lnTo>
                    <a:pt x="8823" y="2156"/>
                  </a:lnTo>
                  <a:lnTo>
                    <a:pt x="4967" y="3916"/>
                  </a:lnTo>
                  <a:lnTo>
                    <a:pt x="160" y="4825"/>
                  </a:lnTo>
                  <a:lnTo>
                    <a:pt x="0" y="3153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h1543"/>
            <p:cNvSpPr/>
            <p:nvPr/>
          </p:nvSpPr>
          <p:spPr>
            <a:xfrm>
              <a:off x="2896846" y="3371708"/>
              <a:ext cx="10685" cy="13325"/>
            </a:xfrm>
            <a:custGeom>
              <a:avLst/>
              <a:pathLst>
                <a:path w="10685" h="13325">
                  <a:moveTo>
                    <a:pt x="10685" y="1338"/>
                  </a:moveTo>
                  <a:lnTo>
                    <a:pt x="9736" y="11989"/>
                  </a:lnTo>
                  <a:lnTo>
                    <a:pt x="7532" y="13325"/>
                  </a:lnTo>
                  <a:lnTo>
                    <a:pt x="4407" y="12951"/>
                  </a:lnTo>
                  <a:lnTo>
                    <a:pt x="3046" y="11151"/>
                  </a:lnTo>
                  <a:lnTo>
                    <a:pt x="2147" y="6753"/>
                  </a:lnTo>
                  <a:lnTo>
                    <a:pt x="0" y="6524"/>
                  </a:lnTo>
                  <a:lnTo>
                    <a:pt x="137" y="2861"/>
                  </a:lnTo>
                  <a:lnTo>
                    <a:pt x="428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h1544"/>
            <p:cNvSpPr/>
            <p:nvPr/>
          </p:nvSpPr>
          <p:spPr>
            <a:xfrm>
              <a:off x="3008529" y="3404766"/>
              <a:ext cx="11772" cy="14659"/>
            </a:xfrm>
            <a:custGeom>
              <a:avLst/>
              <a:pathLst>
                <a:path w="11772" h="14659">
                  <a:moveTo>
                    <a:pt x="5995" y="3500"/>
                  </a:moveTo>
                  <a:lnTo>
                    <a:pt x="11310" y="11406"/>
                  </a:lnTo>
                  <a:lnTo>
                    <a:pt x="11772" y="13929"/>
                  </a:lnTo>
                  <a:lnTo>
                    <a:pt x="3165" y="14659"/>
                  </a:lnTo>
                  <a:lnTo>
                    <a:pt x="1410" y="13461"/>
                  </a:lnTo>
                  <a:lnTo>
                    <a:pt x="0" y="11083"/>
                  </a:lnTo>
                  <a:lnTo>
                    <a:pt x="3053" y="745"/>
                  </a:lnTo>
                  <a:lnTo>
                    <a:pt x="602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h1545"/>
            <p:cNvSpPr/>
            <p:nvPr/>
          </p:nvSpPr>
          <p:spPr>
            <a:xfrm>
              <a:off x="3051327" y="3337779"/>
              <a:ext cx="6731" cy="5864"/>
            </a:xfrm>
            <a:custGeom>
              <a:avLst/>
              <a:pathLst>
                <a:path w="6731" h="5864">
                  <a:moveTo>
                    <a:pt x="6731" y="0"/>
                  </a:moveTo>
                  <a:lnTo>
                    <a:pt x="6506" y="3948"/>
                  </a:lnTo>
                  <a:lnTo>
                    <a:pt x="3401" y="5864"/>
                  </a:lnTo>
                  <a:lnTo>
                    <a:pt x="1402" y="5652"/>
                  </a:lnTo>
                  <a:lnTo>
                    <a:pt x="365" y="3884"/>
                  </a:lnTo>
                  <a:lnTo>
                    <a:pt x="0" y="3180"/>
                  </a:lnTo>
                  <a:lnTo>
                    <a:pt x="2942" y="11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h1546"/>
            <p:cNvSpPr/>
            <p:nvPr/>
          </p:nvSpPr>
          <p:spPr>
            <a:xfrm>
              <a:off x="2923710" y="3353490"/>
              <a:ext cx="26928" cy="36311"/>
            </a:xfrm>
            <a:custGeom>
              <a:avLst/>
              <a:pathLst>
                <a:path w="26928" h="36311">
                  <a:moveTo>
                    <a:pt x="9635" y="258"/>
                  </a:moveTo>
                  <a:lnTo>
                    <a:pt x="11480" y="7116"/>
                  </a:lnTo>
                  <a:lnTo>
                    <a:pt x="16922" y="12072"/>
                  </a:lnTo>
                  <a:lnTo>
                    <a:pt x="19512" y="10354"/>
                  </a:lnTo>
                  <a:lnTo>
                    <a:pt x="24832" y="13943"/>
                  </a:lnTo>
                  <a:lnTo>
                    <a:pt x="26928" y="21858"/>
                  </a:lnTo>
                  <a:lnTo>
                    <a:pt x="26912" y="23846"/>
                  </a:lnTo>
                  <a:lnTo>
                    <a:pt x="25281" y="25149"/>
                  </a:lnTo>
                  <a:lnTo>
                    <a:pt x="24220" y="25178"/>
                  </a:lnTo>
                  <a:lnTo>
                    <a:pt x="24377" y="23253"/>
                  </a:lnTo>
                  <a:lnTo>
                    <a:pt x="23333" y="23196"/>
                  </a:lnTo>
                  <a:lnTo>
                    <a:pt x="18593" y="25623"/>
                  </a:lnTo>
                  <a:lnTo>
                    <a:pt x="13906" y="30802"/>
                  </a:lnTo>
                  <a:lnTo>
                    <a:pt x="15298" y="34664"/>
                  </a:lnTo>
                  <a:lnTo>
                    <a:pt x="12457" y="36311"/>
                  </a:lnTo>
                  <a:lnTo>
                    <a:pt x="12992" y="33976"/>
                  </a:lnTo>
                  <a:lnTo>
                    <a:pt x="8638" y="28610"/>
                  </a:lnTo>
                  <a:lnTo>
                    <a:pt x="7446" y="30546"/>
                  </a:lnTo>
                  <a:lnTo>
                    <a:pt x="7638" y="33094"/>
                  </a:lnTo>
                  <a:lnTo>
                    <a:pt x="4318" y="29189"/>
                  </a:lnTo>
                  <a:lnTo>
                    <a:pt x="1418" y="24041"/>
                  </a:lnTo>
                  <a:lnTo>
                    <a:pt x="16" y="20183"/>
                  </a:lnTo>
                  <a:lnTo>
                    <a:pt x="0" y="13888"/>
                  </a:lnTo>
                  <a:lnTo>
                    <a:pt x="2393" y="11111"/>
                  </a:lnTo>
                  <a:lnTo>
                    <a:pt x="3921" y="9695"/>
                  </a:lnTo>
                  <a:lnTo>
                    <a:pt x="2579" y="6604"/>
                  </a:lnTo>
                  <a:lnTo>
                    <a:pt x="4748" y="4439"/>
                  </a:lnTo>
                  <a:lnTo>
                    <a:pt x="5872" y="1855"/>
                  </a:lnTo>
                  <a:lnTo>
                    <a:pt x="808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h1547"/>
            <p:cNvSpPr/>
            <p:nvPr/>
          </p:nvSpPr>
          <p:spPr>
            <a:xfrm>
              <a:off x="3004826" y="3392119"/>
              <a:ext cx="9723" cy="13392"/>
            </a:xfrm>
            <a:custGeom>
              <a:avLst/>
              <a:pathLst>
                <a:path w="9723" h="13392">
                  <a:moveTo>
                    <a:pt x="6148" y="1385"/>
                  </a:moveTo>
                  <a:lnTo>
                    <a:pt x="5231" y="3168"/>
                  </a:lnTo>
                  <a:lnTo>
                    <a:pt x="9723" y="12647"/>
                  </a:lnTo>
                  <a:lnTo>
                    <a:pt x="6756" y="13392"/>
                  </a:lnTo>
                  <a:lnTo>
                    <a:pt x="2723" y="7856"/>
                  </a:lnTo>
                  <a:lnTo>
                    <a:pt x="421" y="7294"/>
                  </a:lnTo>
                  <a:lnTo>
                    <a:pt x="0" y="3209"/>
                  </a:lnTo>
                  <a:lnTo>
                    <a:pt x="337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h1548"/>
            <p:cNvSpPr/>
            <p:nvPr/>
          </p:nvSpPr>
          <p:spPr>
            <a:xfrm>
              <a:off x="2896972" y="3301586"/>
              <a:ext cx="11379" cy="18085"/>
            </a:xfrm>
            <a:custGeom>
              <a:avLst/>
              <a:pathLst>
                <a:path w="11379" h="18085">
                  <a:moveTo>
                    <a:pt x="9361" y="455"/>
                  </a:moveTo>
                  <a:lnTo>
                    <a:pt x="10710" y="2194"/>
                  </a:lnTo>
                  <a:lnTo>
                    <a:pt x="11074" y="6052"/>
                  </a:lnTo>
                  <a:lnTo>
                    <a:pt x="10315" y="7578"/>
                  </a:lnTo>
                  <a:lnTo>
                    <a:pt x="11379" y="10488"/>
                  </a:lnTo>
                  <a:lnTo>
                    <a:pt x="7659" y="11121"/>
                  </a:lnTo>
                  <a:lnTo>
                    <a:pt x="6923" y="13319"/>
                  </a:lnTo>
                  <a:lnTo>
                    <a:pt x="7734" y="17050"/>
                  </a:lnTo>
                  <a:lnTo>
                    <a:pt x="6380" y="16752"/>
                  </a:lnTo>
                  <a:lnTo>
                    <a:pt x="2881" y="18085"/>
                  </a:lnTo>
                  <a:lnTo>
                    <a:pt x="0" y="14849"/>
                  </a:lnTo>
                  <a:lnTo>
                    <a:pt x="36" y="8031"/>
                  </a:lnTo>
                  <a:lnTo>
                    <a:pt x="4468" y="4875"/>
                  </a:lnTo>
                  <a:lnTo>
                    <a:pt x="6091" y="1253"/>
                  </a:lnTo>
                  <a:lnTo>
                    <a:pt x="917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h1549"/>
            <p:cNvSpPr/>
            <p:nvPr/>
          </p:nvSpPr>
          <p:spPr>
            <a:xfrm>
              <a:off x="3042093" y="3319241"/>
              <a:ext cx="9431" cy="10265"/>
            </a:xfrm>
            <a:custGeom>
              <a:avLst/>
              <a:pathLst>
                <a:path w="9431" h="10265">
                  <a:moveTo>
                    <a:pt x="9431" y="4530"/>
                  </a:moveTo>
                  <a:lnTo>
                    <a:pt x="8186" y="5250"/>
                  </a:lnTo>
                  <a:lnTo>
                    <a:pt x="5747" y="9138"/>
                  </a:lnTo>
                  <a:lnTo>
                    <a:pt x="3822" y="9909"/>
                  </a:lnTo>
                  <a:lnTo>
                    <a:pt x="657" y="10265"/>
                  </a:lnTo>
                  <a:lnTo>
                    <a:pt x="0" y="7421"/>
                  </a:lnTo>
                  <a:lnTo>
                    <a:pt x="964" y="4687"/>
                  </a:lnTo>
                  <a:lnTo>
                    <a:pt x="5260" y="1478"/>
                  </a:lnTo>
                  <a:lnTo>
                    <a:pt x="565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h1550"/>
            <p:cNvSpPr/>
            <p:nvPr/>
          </p:nvSpPr>
          <p:spPr>
            <a:xfrm>
              <a:off x="3054341" y="3325994"/>
              <a:ext cx="9301" cy="5809"/>
            </a:xfrm>
            <a:custGeom>
              <a:avLst/>
              <a:pathLst>
                <a:path w="9301" h="5809">
                  <a:moveTo>
                    <a:pt x="7351" y="0"/>
                  </a:moveTo>
                  <a:lnTo>
                    <a:pt x="9301" y="3855"/>
                  </a:lnTo>
                  <a:lnTo>
                    <a:pt x="3700" y="5809"/>
                  </a:lnTo>
                  <a:lnTo>
                    <a:pt x="0" y="92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h1551"/>
            <p:cNvSpPr/>
            <p:nvPr/>
          </p:nvSpPr>
          <p:spPr>
            <a:xfrm>
              <a:off x="3041911" y="3329151"/>
              <a:ext cx="6212" cy="6370"/>
            </a:xfrm>
            <a:custGeom>
              <a:avLst/>
              <a:pathLst>
                <a:path w="6212" h="6370">
                  <a:moveTo>
                    <a:pt x="4004" y="0"/>
                  </a:moveTo>
                  <a:lnTo>
                    <a:pt x="6212" y="3126"/>
                  </a:lnTo>
                  <a:lnTo>
                    <a:pt x="5782" y="6370"/>
                  </a:lnTo>
                  <a:lnTo>
                    <a:pt x="780" y="5542"/>
                  </a:lnTo>
                  <a:lnTo>
                    <a:pt x="0" y="4508"/>
                  </a:lnTo>
                  <a:lnTo>
                    <a:pt x="840" y="35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h1552"/>
            <p:cNvSpPr/>
            <p:nvPr/>
          </p:nvSpPr>
          <p:spPr>
            <a:xfrm>
              <a:off x="3103393" y="3280035"/>
              <a:ext cx="79754" cy="69515"/>
            </a:xfrm>
            <a:custGeom>
              <a:avLst/>
              <a:pathLst>
                <a:path w="79754" h="69515">
                  <a:moveTo>
                    <a:pt x="72642" y="0"/>
                  </a:moveTo>
                  <a:lnTo>
                    <a:pt x="79754" y="6861"/>
                  </a:lnTo>
                  <a:lnTo>
                    <a:pt x="79677" y="10678"/>
                  </a:lnTo>
                  <a:lnTo>
                    <a:pt x="79518" y="11478"/>
                  </a:lnTo>
                  <a:lnTo>
                    <a:pt x="69276" y="15240"/>
                  </a:lnTo>
                  <a:lnTo>
                    <a:pt x="68984" y="17289"/>
                  </a:lnTo>
                  <a:lnTo>
                    <a:pt x="71689" y="18182"/>
                  </a:lnTo>
                  <a:lnTo>
                    <a:pt x="69660" y="22313"/>
                  </a:lnTo>
                  <a:lnTo>
                    <a:pt x="70416" y="25016"/>
                  </a:lnTo>
                  <a:lnTo>
                    <a:pt x="63332" y="29153"/>
                  </a:lnTo>
                  <a:lnTo>
                    <a:pt x="60179" y="32974"/>
                  </a:lnTo>
                  <a:lnTo>
                    <a:pt x="48589" y="39671"/>
                  </a:lnTo>
                  <a:lnTo>
                    <a:pt x="44391" y="39025"/>
                  </a:lnTo>
                  <a:lnTo>
                    <a:pt x="39764" y="39937"/>
                  </a:lnTo>
                  <a:lnTo>
                    <a:pt x="33778" y="45477"/>
                  </a:lnTo>
                  <a:lnTo>
                    <a:pt x="28201" y="54369"/>
                  </a:lnTo>
                  <a:lnTo>
                    <a:pt x="23110" y="58493"/>
                  </a:lnTo>
                  <a:lnTo>
                    <a:pt x="21085" y="62456"/>
                  </a:lnTo>
                  <a:lnTo>
                    <a:pt x="21732" y="64103"/>
                  </a:lnTo>
                  <a:lnTo>
                    <a:pt x="21395" y="65933"/>
                  </a:lnTo>
                  <a:lnTo>
                    <a:pt x="19885" y="68864"/>
                  </a:lnTo>
                  <a:lnTo>
                    <a:pt x="18115" y="68758"/>
                  </a:lnTo>
                  <a:lnTo>
                    <a:pt x="15451" y="66517"/>
                  </a:lnTo>
                  <a:lnTo>
                    <a:pt x="15378" y="64372"/>
                  </a:lnTo>
                  <a:lnTo>
                    <a:pt x="12191" y="62690"/>
                  </a:lnTo>
                  <a:lnTo>
                    <a:pt x="6179" y="66854"/>
                  </a:lnTo>
                  <a:lnTo>
                    <a:pt x="4132" y="69515"/>
                  </a:lnTo>
                  <a:lnTo>
                    <a:pt x="0" y="66460"/>
                  </a:lnTo>
                  <a:lnTo>
                    <a:pt x="3700" y="61789"/>
                  </a:lnTo>
                  <a:lnTo>
                    <a:pt x="5051" y="59171"/>
                  </a:lnTo>
                  <a:lnTo>
                    <a:pt x="5353" y="56642"/>
                  </a:lnTo>
                  <a:lnTo>
                    <a:pt x="7085" y="56472"/>
                  </a:lnTo>
                  <a:lnTo>
                    <a:pt x="8229" y="57771"/>
                  </a:lnTo>
                  <a:lnTo>
                    <a:pt x="10841" y="58227"/>
                  </a:lnTo>
                  <a:lnTo>
                    <a:pt x="13259" y="55874"/>
                  </a:lnTo>
                  <a:lnTo>
                    <a:pt x="13014" y="52651"/>
                  </a:lnTo>
                  <a:lnTo>
                    <a:pt x="11125" y="49734"/>
                  </a:lnTo>
                  <a:lnTo>
                    <a:pt x="21462" y="41004"/>
                  </a:lnTo>
                  <a:lnTo>
                    <a:pt x="20931" y="37047"/>
                  </a:lnTo>
                  <a:lnTo>
                    <a:pt x="23928" y="37838"/>
                  </a:lnTo>
                  <a:lnTo>
                    <a:pt x="28470" y="36623"/>
                  </a:lnTo>
                  <a:lnTo>
                    <a:pt x="30210" y="34842"/>
                  </a:lnTo>
                  <a:lnTo>
                    <a:pt x="30627" y="30901"/>
                  </a:lnTo>
                  <a:lnTo>
                    <a:pt x="32041" y="29489"/>
                  </a:lnTo>
                  <a:lnTo>
                    <a:pt x="31745" y="26985"/>
                  </a:lnTo>
                  <a:lnTo>
                    <a:pt x="36979" y="23806"/>
                  </a:lnTo>
                  <a:lnTo>
                    <a:pt x="45263" y="18468"/>
                  </a:lnTo>
                  <a:lnTo>
                    <a:pt x="50067" y="13166"/>
                  </a:lnTo>
                  <a:lnTo>
                    <a:pt x="54478" y="10777"/>
                  </a:lnTo>
                  <a:lnTo>
                    <a:pt x="58846" y="9524"/>
                  </a:lnTo>
                  <a:lnTo>
                    <a:pt x="58875" y="8690"/>
                  </a:lnTo>
                  <a:lnTo>
                    <a:pt x="62591" y="7532"/>
                  </a:lnTo>
                  <a:lnTo>
                    <a:pt x="66228" y="340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h1553"/>
            <p:cNvSpPr/>
            <p:nvPr/>
          </p:nvSpPr>
          <p:spPr>
            <a:xfrm>
              <a:off x="2917784" y="3313509"/>
              <a:ext cx="6115" cy="10728"/>
            </a:xfrm>
            <a:custGeom>
              <a:avLst/>
              <a:pathLst>
                <a:path w="6115" h="10728">
                  <a:moveTo>
                    <a:pt x="4978" y="108"/>
                  </a:moveTo>
                  <a:lnTo>
                    <a:pt x="5876" y="1555"/>
                  </a:lnTo>
                  <a:lnTo>
                    <a:pt x="6115" y="2980"/>
                  </a:lnTo>
                  <a:lnTo>
                    <a:pt x="5167" y="4352"/>
                  </a:lnTo>
                  <a:lnTo>
                    <a:pt x="5094" y="10728"/>
                  </a:lnTo>
                  <a:lnTo>
                    <a:pt x="472" y="8425"/>
                  </a:lnTo>
                  <a:lnTo>
                    <a:pt x="0" y="6357"/>
                  </a:lnTo>
                  <a:lnTo>
                    <a:pt x="2687" y="5888"/>
                  </a:lnTo>
                  <a:lnTo>
                    <a:pt x="3750" y="4757"/>
                  </a:lnTo>
                  <a:lnTo>
                    <a:pt x="1547" y="138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h1554"/>
            <p:cNvSpPr/>
            <p:nvPr/>
          </p:nvSpPr>
          <p:spPr>
            <a:xfrm>
              <a:off x="2842879" y="3461345"/>
              <a:ext cx="11677" cy="10279"/>
            </a:xfrm>
            <a:custGeom>
              <a:avLst/>
              <a:pathLst>
                <a:path w="11677" h="10279">
                  <a:moveTo>
                    <a:pt x="10312" y="2139"/>
                  </a:moveTo>
                  <a:lnTo>
                    <a:pt x="11677" y="7420"/>
                  </a:lnTo>
                  <a:lnTo>
                    <a:pt x="11405" y="8923"/>
                  </a:lnTo>
                  <a:lnTo>
                    <a:pt x="8099" y="10279"/>
                  </a:lnTo>
                  <a:lnTo>
                    <a:pt x="819" y="9566"/>
                  </a:lnTo>
                  <a:lnTo>
                    <a:pt x="0" y="4379"/>
                  </a:lnTo>
                  <a:lnTo>
                    <a:pt x="5503" y="2233"/>
                  </a:lnTo>
                  <a:lnTo>
                    <a:pt x="798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h1555"/>
            <p:cNvSpPr/>
            <p:nvPr/>
          </p:nvSpPr>
          <p:spPr>
            <a:xfrm>
              <a:off x="2789171" y="3352333"/>
              <a:ext cx="21214" cy="23155"/>
            </a:xfrm>
            <a:custGeom>
              <a:avLst/>
              <a:pathLst>
                <a:path w="21214" h="23155">
                  <a:moveTo>
                    <a:pt x="8692" y="0"/>
                  </a:moveTo>
                  <a:lnTo>
                    <a:pt x="17205" y="922"/>
                  </a:lnTo>
                  <a:lnTo>
                    <a:pt x="14077" y="4369"/>
                  </a:lnTo>
                  <a:lnTo>
                    <a:pt x="14287" y="6672"/>
                  </a:lnTo>
                  <a:lnTo>
                    <a:pt x="15379" y="8283"/>
                  </a:lnTo>
                  <a:lnTo>
                    <a:pt x="19644" y="5830"/>
                  </a:lnTo>
                  <a:lnTo>
                    <a:pt x="21214" y="12505"/>
                  </a:lnTo>
                  <a:lnTo>
                    <a:pt x="20220" y="21837"/>
                  </a:lnTo>
                  <a:lnTo>
                    <a:pt x="18154" y="23155"/>
                  </a:lnTo>
                  <a:lnTo>
                    <a:pt x="13184" y="22699"/>
                  </a:lnTo>
                  <a:lnTo>
                    <a:pt x="13582" y="14165"/>
                  </a:lnTo>
                  <a:lnTo>
                    <a:pt x="15706" y="11856"/>
                  </a:lnTo>
                  <a:lnTo>
                    <a:pt x="15320" y="10244"/>
                  </a:lnTo>
                  <a:lnTo>
                    <a:pt x="12315" y="6952"/>
                  </a:lnTo>
                  <a:lnTo>
                    <a:pt x="9897" y="5884"/>
                  </a:lnTo>
                  <a:lnTo>
                    <a:pt x="5838" y="6043"/>
                  </a:lnTo>
                  <a:lnTo>
                    <a:pt x="4450" y="7641"/>
                  </a:lnTo>
                  <a:lnTo>
                    <a:pt x="2695" y="6624"/>
                  </a:lnTo>
                  <a:lnTo>
                    <a:pt x="0" y="2933"/>
                  </a:lnTo>
                  <a:lnTo>
                    <a:pt x="3190" y="313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h1556"/>
            <p:cNvSpPr/>
            <p:nvPr/>
          </p:nvSpPr>
          <p:spPr>
            <a:xfrm>
              <a:off x="3045072" y="3388255"/>
              <a:ext cx="21197" cy="19204"/>
            </a:xfrm>
            <a:custGeom>
              <a:avLst/>
              <a:pathLst>
                <a:path w="21197" h="19204">
                  <a:moveTo>
                    <a:pt x="9554" y="0"/>
                  </a:moveTo>
                  <a:lnTo>
                    <a:pt x="12096" y="949"/>
                  </a:lnTo>
                  <a:lnTo>
                    <a:pt x="13640" y="2452"/>
                  </a:lnTo>
                  <a:lnTo>
                    <a:pt x="13724" y="4055"/>
                  </a:lnTo>
                  <a:lnTo>
                    <a:pt x="16634" y="4554"/>
                  </a:lnTo>
                  <a:lnTo>
                    <a:pt x="12165" y="7885"/>
                  </a:lnTo>
                  <a:lnTo>
                    <a:pt x="10670" y="10534"/>
                  </a:lnTo>
                  <a:lnTo>
                    <a:pt x="16799" y="12929"/>
                  </a:lnTo>
                  <a:lnTo>
                    <a:pt x="18684" y="12910"/>
                  </a:lnTo>
                  <a:lnTo>
                    <a:pt x="21197" y="18922"/>
                  </a:lnTo>
                  <a:lnTo>
                    <a:pt x="15083" y="19204"/>
                  </a:lnTo>
                  <a:lnTo>
                    <a:pt x="12360" y="11872"/>
                  </a:lnTo>
                  <a:lnTo>
                    <a:pt x="9728" y="14917"/>
                  </a:lnTo>
                  <a:lnTo>
                    <a:pt x="497" y="11604"/>
                  </a:lnTo>
                  <a:lnTo>
                    <a:pt x="0" y="11298"/>
                  </a:lnTo>
                  <a:lnTo>
                    <a:pt x="2788" y="129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h1557"/>
            <p:cNvSpPr/>
            <p:nvPr/>
          </p:nvSpPr>
          <p:spPr>
            <a:xfrm>
              <a:off x="2960048" y="3223105"/>
              <a:ext cx="3873" cy="6388"/>
            </a:xfrm>
            <a:custGeom>
              <a:avLst/>
              <a:pathLst>
                <a:path w="3873" h="6388">
                  <a:moveTo>
                    <a:pt x="3111" y="0"/>
                  </a:moveTo>
                  <a:lnTo>
                    <a:pt x="3873" y="126"/>
                  </a:lnTo>
                  <a:lnTo>
                    <a:pt x="3029" y="5633"/>
                  </a:lnTo>
                  <a:lnTo>
                    <a:pt x="2125" y="6388"/>
                  </a:lnTo>
                  <a:lnTo>
                    <a:pt x="986" y="4937"/>
                  </a:lnTo>
                  <a:lnTo>
                    <a:pt x="1400" y="790"/>
                  </a:lnTo>
                  <a:lnTo>
                    <a:pt x="0" y="3025"/>
                  </a:lnTo>
                  <a:lnTo>
                    <a:pt x="1111" y="23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h1558"/>
            <p:cNvSpPr/>
            <p:nvPr/>
          </p:nvSpPr>
          <p:spPr>
            <a:xfrm>
              <a:off x="2923307" y="3440070"/>
              <a:ext cx="21634" cy="15995"/>
            </a:xfrm>
            <a:custGeom>
              <a:avLst/>
              <a:pathLst>
                <a:path w="21634" h="15995">
                  <a:moveTo>
                    <a:pt x="16275" y="863"/>
                  </a:moveTo>
                  <a:lnTo>
                    <a:pt x="19284" y="5879"/>
                  </a:lnTo>
                  <a:lnTo>
                    <a:pt x="21634" y="11823"/>
                  </a:lnTo>
                  <a:lnTo>
                    <a:pt x="21578" y="14401"/>
                  </a:lnTo>
                  <a:lnTo>
                    <a:pt x="15792" y="15995"/>
                  </a:lnTo>
                  <a:lnTo>
                    <a:pt x="6497" y="13987"/>
                  </a:lnTo>
                  <a:lnTo>
                    <a:pt x="191" y="13949"/>
                  </a:lnTo>
                  <a:lnTo>
                    <a:pt x="0" y="12576"/>
                  </a:lnTo>
                  <a:lnTo>
                    <a:pt x="3376" y="12408"/>
                  </a:lnTo>
                  <a:lnTo>
                    <a:pt x="7702" y="7971"/>
                  </a:lnTo>
                  <a:lnTo>
                    <a:pt x="8871" y="2850"/>
                  </a:lnTo>
                  <a:lnTo>
                    <a:pt x="10745" y="943"/>
                  </a:lnTo>
                  <a:lnTo>
                    <a:pt x="1351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h1559"/>
            <p:cNvSpPr/>
            <p:nvPr/>
          </p:nvSpPr>
          <p:spPr>
            <a:xfrm>
              <a:off x="3117244" y="3379982"/>
              <a:ext cx="17119" cy="16595"/>
            </a:xfrm>
            <a:custGeom>
              <a:avLst/>
              <a:pathLst>
                <a:path w="17119" h="16595">
                  <a:moveTo>
                    <a:pt x="6035" y="711"/>
                  </a:moveTo>
                  <a:lnTo>
                    <a:pt x="9199" y="5062"/>
                  </a:lnTo>
                  <a:lnTo>
                    <a:pt x="11670" y="4380"/>
                  </a:lnTo>
                  <a:lnTo>
                    <a:pt x="11657" y="2054"/>
                  </a:lnTo>
                  <a:lnTo>
                    <a:pt x="17119" y="2200"/>
                  </a:lnTo>
                  <a:lnTo>
                    <a:pt x="16978" y="3232"/>
                  </a:lnTo>
                  <a:lnTo>
                    <a:pt x="11708" y="8039"/>
                  </a:lnTo>
                  <a:lnTo>
                    <a:pt x="10808" y="11825"/>
                  </a:lnTo>
                  <a:lnTo>
                    <a:pt x="6448" y="16595"/>
                  </a:lnTo>
                  <a:lnTo>
                    <a:pt x="3489" y="14523"/>
                  </a:lnTo>
                  <a:lnTo>
                    <a:pt x="0" y="14862"/>
                  </a:lnTo>
                  <a:lnTo>
                    <a:pt x="1230" y="9700"/>
                  </a:lnTo>
                  <a:lnTo>
                    <a:pt x="761" y="5361"/>
                  </a:lnTo>
                  <a:lnTo>
                    <a:pt x="1344" y="2737"/>
                  </a:lnTo>
                  <a:lnTo>
                    <a:pt x="459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h1560"/>
            <p:cNvSpPr/>
            <p:nvPr/>
          </p:nvSpPr>
          <p:spPr>
            <a:xfrm>
              <a:off x="3016540" y="3231859"/>
              <a:ext cx="33695" cy="32313"/>
            </a:xfrm>
            <a:custGeom>
              <a:avLst/>
              <a:pathLst>
                <a:path w="33695" h="32313">
                  <a:moveTo>
                    <a:pt x="22474" y="0"/>
                  </a:moveTo>
                  <a:lnTo>
                    <a:pt x="24254" y="415"/>
                  </a:lnTo>
                  <a:lnTo>
                    <a:pt x="27865" y="4824"/>
                  </a:lnTo>
                  <a:lnTo>
                    <a:pt x="22404" y="8102"/>
                  </a:lnTo>
                  <a:lnTo>
                    <a:pt x="26820" y="14385"/>
                  </a:lnTo>
                  <a:lnTo>
                    <a:pt x="30393" y="12035"/>
                  </a:lnTo>
                  <a:lnTo>
                    <a:pt x="31400" y="12837"/>
                  </a:lnTo>
                  <a:lnTo>
                    <a:pt x="31636" y="17501"/>
                  </a:lnTo>
                  <a:lnTo>
                    <a:pt x="29369" y="17427"/>
                  </a:lnTo>
                  <a:lnTo>
                    <a:pt x="29044" y="18879"/>
                  </a:lnTo>
                  <a:lnTo>
                    <a:pt x="30708" y="23305"/>
                  </a:lnTo>
                  <a:lnTo>
                    <a:pt x="32888" y="27038"/>
                  </a:lnTo>
                  <a:lnTo>
                    <a:pt x="33695" y="32313"/>
                  </a:lnTo>
                  <a:lnTo>
                    <a:pt x="29672" y="28904"/>
                  </a:lnTo>
                  <a:lnTo>
                    <a:pt x="27454" y="29868"/>
                  </a:lnTo>
                  <a:lnTo>
                    <a:pt x="17288" y="22210"/>
                  </a:lnTo>
                  <a:lnTo>
                    <a:pt x="18712" y="24765"/>
                  </a:lnTo>
                  <a:lnTo>
                    <a:pt x="18223" y="27759"/>
                  </a:lnTo>
                  <a:lnTo>
                    <a:pt x="15288" y="28296"/>
                  </a:lnTo>
                  <a:lnTo>
                    <a:pt x="12351" y="27143"/>
                  </a:lnTo>
                  <a:lnTo>
                    <a:pt x="11589" y="25579"/>
                  </a:lnTo>
                  <a:lnTo>
                    <a:pt x="1052" y="25134"/>
                  </a:lnTo>
                  <a:lnTo>
                    <a:pt x="640" y="20927"/>
                  </a:lnTo>
                  <a:lnTo>
                    <a:pt x="107" y="18520"/>
                  </a:lnTo>
                  <a:lnTo>
                    <a:pt x="0" y="15628"/>
                  </a:lnTo>
                  <a:lnTo>
                    <a:pt x="3393" y="13810"/>
                  </a:lnTo>
                  <a:lnTo>
                    <a:pt x="3978" y="9323"/>
                  </a:lnTo>
                  <a:lnTo>
                    <a:pt x="5540" y="7200"/>
                  </a:lnTo>
                  <a:lnTo>
                    <a:pt x="6377" y="5472"/>
                  </a:lnTo>
                  <a:lnTo>
                    <a:pt x="14119" y="506"/>
                  </a:lnTo>
                  <a:lnTo>
                    <a:pt x="16350" y="212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h1561"/>
            <p:cNvSpPr/>
            <p:nvPr/>
          </p:nvSpPr>
          <p:spPr>
            <a:xfrm>
              <a:off x="2956511" y="3234888"/>
              <a:ext cx="13385" cy="9978"/>
            </a:xfrm>
            <a:custGeom>
              <a:avLst/>
              <a:pathLst>
                <a:path w="13385" h="9978">
                  <a:moveTo>
                    <a:pt x="8071" y="0"/>
                  </a:moveTo>
                  <a:lnTo>
                    <a:pt x="10532" y="64"/>
                  </a:lnTo>
                  <a:lnTo>
                    <a:pt x="13385" y="2470"/>
                  </a:lnTo>
                  <a:lnTo>
                    <a:pt x="12021" y="6828"/>
                  </a:lnTo>
                  <a:lnTo>
                    <a:pt x="10020" y="9978"/>
                  </a:lnTo>
                  <a:lnTo>
                    <a:pt x="355" y="7963"/>
                  </a:lnTo>
                  <a:lnTo>
                    <a:pt x="58" y="5330"/>
                  </a:lnTo>
                  <a:lnTo>
                    <a:pt x="0" y="3538"/>
                  </a:lnTo>
                  <a:lnTo>
                    <a:pt x="4717" y="30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h1562"/>
            <p:cNvSpPr/>
            <p:nvPr/>
          </p:nvSpPr>
          <p:spPr>
            <a:xfrm>
              <a:off x="3015126" y="3437250"/>
              <a:ext cx="24419" cy="32592"/>
            </a:xfrm>
            <a:custGeom>
              <a:avLst/>
              <a:pathLst>
                <a:path w="24419" h="32592">
                  <a:moveTo>
                    <a:pt x="17432" y="13975"/>
                  </a:moveTo>
                  <a:lnTo>
                    <a:pt x="24419" y="20302"/>
                  </a:lnTo>
                  <a:lnTo>
                    <a:pt x="23330" y="22707"/>
                  </a:lnTo>
                  <a:lnTo>
                    <a:pt x="20261" y="28417"/>
                  </a:lnTo>
                  <a:lnTo>
                    <a:pt x="19672" y="27474"/>
                  </a:lnTo>
                  <a:lnTo>
                    <a:pt x="16863" y="26569"/>
                  </a:lnTo>
                  <a:lnTo>
                    <a:pt x="14484" y="28294"/>
                  </a:lnTo>
                  <a:lnTo>
                    <a:pt x="14975" y="32592"/>
                  </a:lnTo>
                  <a:lnTo>
                    <a:pt x="6396" y="31654"/>
                  </a:lnTo>
                  <a:lnTo>
                    <a:pt x="4647" y="30867"/>
                  </a:lnTo>
                  <a:lnTo>
                    <a:pt x="3688" y="24384"/>
                  </a:lnTo>
                  <a:lnTo>
                    <a:pt x="4004" y="20771"/>
                  </a:lnTo>
                  <a:lnTo>
                    <a:pt x="1062" y="15628"/>
                  </a:lnTo>
                  <a:lnTo>
                    <a:pt x="0" y="14058"/>
                  </a:lnTo>
                  <a:lnTo>
                    <a:pt x="675" y="12588"/>
                  </a:lnTo>
                  <a:lnTo>
                    <a:pt x="479" y="10221"/>
                  </a:lnTo>
                  <a:lnTo>
                    <a:pt x="2220" y="9550"/>
                  </a:lnTo>
                  <a:lnTo>
                    <a:pt x="5442" y="10964"/>
                  </a:lnTo>
                  <a:lnTo>
                    <a:pt x="7553" y="10557"/>
                  </a:lnTo>
                  <a:lnTo>
                    <a:pt x="7719" y="6818"/>
                  </a:lnTo>
                  <a:lnTo>
                    <a:pt x="10813" y="342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h1563"/>
            <p:cNvSpPr/>
            <p:nvPr/>
          </p:nvSpPr>
          <p:spPr>
            <a:xfrm>
              <a:off x="3033903" y="3502451"/>
              <a:ext cx="8801" cy="17492"/>
            </a:xfrm>
            <a:custGeom>
              <a:avLst/>
              <a:pathLst>
                <a:path w="8801" h="17492">
                  <a:moveTo>
                    <a:pt x="5579" y="393"/>
                  </a:moveTo>
                  <a:lnTo>
                    <a:pt x="6643" y="1476"/>
                  </a:lnTo>
                  <a:lnTo>
                    <a:pt x="8801" y="6973"/>
                  </a:lnTo>
                  <a:lnTo>
                    <a:pt x="7154" y="6731"/>
                  </a:lnTo>
                  <a:lnTo>
                    <a:pt x="5680" y="8598"/>
                  </a:lnTo>
                  <a:lnTo>
                    <a:pt x="3505" y="17492"/>
                  </a:lnTo>
                  <a:lnTo>
                    <a:pt x="2271" y="17139"/>
                  </a:lnTo>
                  <a:lnTo>
                    <a:pt x="0" y="13291"/>
                  </a:lnTo>
                  <a:lnTo>
                    <a:pt x="2563" y="8730"/>
                  </a:lnTo>
                  <a:lnTo>
                    <a:pt x="3386" y="5833"/>
                  </a:lnTo>
                  <a:lnTo>
                    <a:pt x="1494" y="3209"/>
                  </a:lnTo>
                  <a:lnTo>
                    <a:pt x="109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h1564"/>
            <p:cNvSpPr/>
            <p:nvPr/>
          </p:nvSpPr>
          <p:spPr>
            <a:xfrm>
              <a:off x="2873078" y="3332493"/>
              <a:ext cx="11556" cy="7915"/>
            </a:xfrm>
            <a:custGeom>
              <a:avLst/>
              <a:pathLst>
                <a:path w="11556" h="7915">
                  <a:moveTo>
                    <a:pt x="11556" y="1745"/>
                  </a:moveTo>
                  <a:lnTo>
                    <a:pt x="11555" y="3455"/>
                  </a:lnTo>
                  <a:lnTo>
                    <a:pt x="10320" y="5495"/>
                  </a:lnTo>
                  <a:lnTo>
                    <a:pt x="8627" y="5769"/>
                  </a:lnTo>
                  <a:lnTo>
                    <a:pt x="6910" y="7259"/>
                  </a:lnTo>
                  <a:lnTo>
                    <a:pt x="3801" y="7915"/>
                  </a:lnTo>
                  <a:lnTo>
                    <a:pt x="681" y="6611"/>
                  </a:lnTo>
                  <a:lnTo>
                    <a:pt x="0" y="3541"/>
                  </a:lnTo>
                  <a:lnTo>
                    <a:pt x="1501" y="2311"/>
                  </a:lnTo>
                  <a:lnTo>
                    <a:pt x="5462" y="1970"/>
                  </a:lnTo>
                  <a:lnTo>
                    <a:pt x="1007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h1565"/>
            <p:cNvSpPr/>
            <p:nvPr/>
          </p:nvSpPr>
          <p:spPr>
            <a:xfrm>
              <a:off x="2840885" y="3355898"/>
              <a:ext cx="14406" cy="10408"/>
            </a:xfrm>
            <a:custGeom>
              <a:avLst/>
              <a:pathLst>
                <a:path w="14406" h="10408">
                  <a:moveTo>
                    <a:pt x="10834" y="0"/>
                  </a:moveTo>
                  <a:lnTo>
                    <a:pt x="13251" y="1721"/>
                  </a:lnTo>
                  <a:lnTo>
                    <a:pt x="12522" y="3694"/>
                  </a:lnTo>
                  <a:lnTo>
                    <a:pt x="14020" y="4007"/>
                  </a:lnTo>
                  <a:lnTo>
                    <a:pt x="14406" y="7083"/>
                  </a:lnTo>
                  <a:lnTo>
                    <a:pt x="11992" y="9253"/>
                  </a:lnTo>
                  <a:lnTo>
                    <a:pt x="10860" y="9946"/>
                  </a:lnTo>
                  <a:lnTo>
                    <a:pt x="9562" y="9419"/>
                  </a:lnTo>
                  <a:lnTo>
                    <a:pt x="7676" y="6578"/>
                  </a:lnTo>
                  <a:lnTo>
                    <a:pt x="4724" y="7706"/>
                  </a:lnTo>
                  <a:lnTo>
                    <a:pt x="4258" y="9943"/>
                  </a:lnTo>
                  <a:lnTo>
                    <a:pt x="2098" y="10408"/>
                  </a:lnTo>
                  <a:lnTo>
                    <a:pt x="0" y="7514"/>
                  </a:lnTo>
                  <a:lnTo>
                    <a:pt x="2534" y="330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h1566"/>
            <p:cNvSpPr/>
            <p:nvPr/>
          </p:nvSpPr>
          <p:spPr>
            <a:xfrm>
              <a:off x="2974661" y="3434184"/>
              <a:ext cx="5369" cy="5063"/>
            </a:xfrm>
            <a:custGeom>
              <a:avLst/>
              <a:pathLst>
                <a:path w="5369" h="5063">
                  <a:moveTo>
                    <a:pt x="5369" y="1753"/>
                  </a:moveTo>
                  <a:lnTo>
                    <a:pt x="5246" y="5063"/>
                  </a:lnTo>
                  <a:lnTo>
                    <a:pt x="3823" y="3603"/>
                  </a:lnTo>
                  <a:lnTo>
                    <a:pt x="0" y="1247"/>
                  </a:lnTo>
                  <a:lnTo>
                    <a:pt x="327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h1567"/>
            <p:cNvSpPr/>
            <p:nvPr/>
          </p:nvSpPr>
          <p:spPr>
            <a:xfrm>
              <a:off x="2786898" y="3329360"/>
              <a:ext cx="23317" cy="26109"/>
            </a:xfrm>
            <a:custGeom>
              <a:avLst/>
              <a:pathLst>
                <a:path w="23317" h="26109">
                  <a:moveTo>
                    <a:pt x="9180" y="3992"/>
                  </a:moveTo>
                  <a:lnTo>
                    <a:pt x="14754" y="5287"/>
                  </a:lnTo>
                  <a:lnTo>
                    <a:pt x="16786" y="4916"/>
                  </a:lnTo>
                  <a:lnTo>
                    <a:pt x="16837" y="7099"/>
                  </a:lnTo>
                  <a:lnTo>
                    <a:pt x="17964" y="8354"/>
                  </a:lnTo>
                  <a:lnTo>
                    <a:pt x="21511" y="11241"/>
                  </a:lnTo>
                  <a:lnTo>
                    <a:pt x="22838" y="11361"/>
                  </a:lnTo>
                  <a:lnTo>
                    <a:pt x="23317" y="12146"/>
                  </a:lnTo>
                  <a:lnTo>
                    <a:pt x="21884" y="17538"/>
                  </a:lnTo>
                  <a:lnTo>
                    <a:pt x="21911" y="24347"/>
                  </a:lnTo>
                  <a:lnTo>
                    <a:pt x="19478" y="23895"/>
                  </a:lnTo>
                  <a:lnTo>
                    <a:pt x="10964" y="22973"/>
                  </a:lnTo>
                  <a:lnTo>
                    <a:pt x="5463" y="26109"/>
                  </a:lnTo>
                  <a:lnTo>
                    <a:pt x="2272" y="25906"/>
                  </a:lnTo>
                  <a:lnTo>
                    <a:pt x="2794" y="22266"/>
                  </a:lnTo>
                  <a:lnTo>
                    <a:pt x="4355" y="18916"/>
                  </a:lnTo>
                  <a:lnTo>
                    <a:pt x="6554" y="18663"/>
                  </a:lnTo>
                  <a:lnTo>
                    <a:pt x="4116" y="10130"/>
                  </a:lnTo>
                  <a:lnTo>
                    <a:pt x="0" y="2073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h1568"/>
            <p:cNvSpPr/>
            <p:nvPr/>
          </p:nvSpPr>
          <p:spPr>
            <a:xfrm>
              <a:off x="2993420" y="3395676"/>
              <a:ext cx="7467" cy="10314"/>
            </a:xfrm>
            <a:custGeom>
              <a:avLst/>
              <a:pathLst>
                <a:path w="7467" h="10314">
                  <a:moveTo>
                    <a:pt x="7467" y="192"/>
                  </a:moveTo>
                  <a:lnTo>
                    <a:pt x="5764" y="5897"/>
                  </a:lnTo>
                  <a:lnTo>
                    <a:pt x="5050" y="6011"/>
                  </a:lnTo>
                  <a:lnTo>
                    <a:pt x="5023" y="8352"/>
                  </a:lnTo>
                  <a:lnTo>
                    <a:pt x="4144" y="10089"/>
                  </a:lnTo>
                  <a:lnTo>
                    <a:pt x="3353" y="10314"/>
                  </a:lnTo>
                  <a:lnTo>
                    <a:pt x="2330" y="10169"/>
                  </a:lnTo>
                  <a:lnTo>
                    <a:pt x="0" y="6719"/>
                  </a:lnTo>
                  <a:lnTo>
                    <a:pt x="3176" y="3483"/>
                  </a:lnTo>
                  <a:lnTo>
                    <a:pt x="2039" y="3334"/>
                  </a:lnTo>
                  <a:lnTo>
                    <a:pt x="2632" y="2348"/>
                  </a:lnTo>
                  <a:lnTo>
                    <a:pt x="4388" y="4227"/>
                  </a:lnTo>
                  <a:lnTo>
                    <a:pt x="567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h1569"/>
            <p:cNvSpPr/>
            <p:nvPr/>
          </p:nvSpPr>
          <p:spPr>
            <a:xfrm>
              <a:off x="2940137" y="3234696"/>
              <a:ext cx="16432" cy="11355"/>
            </a:xfrm>
            <a:custGeom>
              <a:avLst/>
              <a:pathLst>
                <a:path w="16432" h="11355">
                  <a:moveTo>
                    <a:pt x="16184" y="2651"/>
                  </a:moveTo>
                  <a:lnTo>
                    <a:pt x="16373" y="3730"/>
                  </a:lnTo>
                  <a:lnTo>
                    <a:pt x="16432" y="5523"/>
                  </a:lnTo>
                  <a:lnTo>
                    <a:pt x="4640" y="11226"/>
                  </a:lnTo>
                  <a:lnTo>
                    <a:pt x="886" y="11355"/>
                  </a:lnTo>
                  <a:lnTo>
                    <a:pt x="1640" y="9824"/>
                  </a:lnTo>
                  <a:lnTo>
                    <a:pt x="0" y="8661"/>
                  </a:lnTo>
                  <a:lnTo>
                    <a:pt x="568" y="7297"/>
                  </a:lnTo>
                  <a:lnTo>
                    <a:pt x="11643" y="1363"/>
                  </a:lnTo>
                  <a:lnTo>
                    <a:pt x="128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h1570"/>
            <p:cNvSpPr/>
            <p:nvPr/>
          </p:nvSpPr>
          <p:spPr>
            <a:xfrm>
              <a:off x="2967043" y="3234085"/>
              <a:ext cx="3748" cy="3274"/>
            </a:xfrm>
            <a:custGeom>
              <a:avLst/>
              <a:pathLst>
                <a:path w="3748" h="3274">
                  <a:moveTo>
                    <a:pt x="3277" y="0"/>
                  </a:moveTo>
                  <a:lnTo>
                    <a:pt x="3748" y="194"/>
                  </a:lnTo>
                  <a:lnTo>
                    <a:pt x="2852" y="3274"/>
                  </a:lnTo>
                  <a:lnTo>
                    <a:pt x="0" y="86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h1571"/>
            <p:cNvSpPr/>
            <p:nvPr/>
          </p:nvSpPr>
          <p:spPr>
            <a:xfrm>
              <a:off x="3280577" y="3424360"/>
              <a:ext cx="43827" cy="41949"/>
            </a:xfrm>
            <a:custGeom>
              <a:avLst/>
              <a:pathLst>
                <a:path w="43827" h="41949">
                  <a:moveTo>
                    <a:pt x="20254" y="3153"/>
                  </a:moveTo>
                  <a:lnTo>
                    <a:pt x="25762" y="1132"/>
                  </a:lnTo>
                  <a:lnTo>
                    <a:pt x="27502" y="4368"/>
                  </a:lnTo>
                  <a:lnTo>
                    <a:pt x="33147" y="5637"/>
                  </a:lnTo>
                  <a:lnTo>
                    <a:pt x="36801" y="10775"/>
                  </a:lnTo>
                  <a:lnTo>
                    <a:pt x="43827" y="10507"/>
                  </a:lnTo>
                  <a:lnTo>
                    <a:pt x="43731" y="14671"/>
                  </a:lnTo>
                  <a:lnTo>
                    <a:pt x="43113" y="16573"/>
                  </a:lnTo>
                  <a:lnTo>
                    <a:pt x="35282" y="14063"/>
                  </a:lnTo>
                  <a:lnTo>
                    <a:pt x="35007" y="19314"/>
                  </a:lnTo>
                  <a:lnTo>
                    <a:pt x="30907" y="21944"/>
                  </a:lnTo>
                  <a:lnTo>
                    <a:pt x="29227" y="20506"/>
                  </a:lnTo>
                  <a:lnTo>
                    <a:pt x="28113" y="21239"/>
                  </a:lnTo>
                  <a:lnTo>
                    <a:pt x="26273" y="25527"/>
                  </a:lnTo>
                  <a:lnTo>
                    <a:pt x="26627" y="28200"/>
                  </a:lnTo>
                  <a:lnTo>
                    <a:pt x="25177" y="31679"/>
                  </a:lnTo>
                  <a:lnTo>
                    <a:pt x="23606" y="33387"/>
                  </a:lnTo>
                  <a:lnTo>
                    <a:pt x="22205" y="34484"/>
                  </a:lnTo>
                  <a:lnTo>
                    <a:pt x="18176" y="33666"/>
                  </a:lnTo>
                  <a:lnTo>
                    <a:pt x="15391" y="34343"/>
                  </a:lnTo>
                  <a:lnTo>
                    <a:pt x="14618" y="39978"/>
                  </a:lnTo>
                  <a:lnTo>
                    <a:pt x="9328" y="41684"/>
                  </a:lnTo>
                  <a:lnTo>
                    <a:pt x="8513" y="41949"/>
                  </a:lnTo>
                  <a:lnTo>
                    <a:pt x="9873" y="33447"/>
                  </a:lnTo>
                  <a:lnTo>
                    <a:pt x="9334" y="32725"/>
                  </a:lnTo>
                  <a:lnTo>
                    <a:pt x="5019" y="26938"/>
                  </a:lnTo>
                  <a:lnTo>
                    <a:pt x="7570" y="23921"/>
                  </a:lnTo>
                  <a:lnTo>
                    <a:pt x="5021" y="21983"/>
                  </a:lnTo>
                  <a:lnTo>
                    <a:pt x="2177" y="23150"/>
                  </a:lnTo>
                  <a:lnTo>
                    <a:pt x="2021" y="24862"/>
                  </a:lnTo>
                  <a:lnTo>
                    <a:pt x="1280" y="24356"/>
                  </a:lnTo>
                  <a:lnTo>
                    <a:pt x="0" y="18965"/>
                  </a:lnTo>
                  <a:lnTo>
                    <a:pt x="1181" y="14265"/>
                  </a:lnTo>
                  <a:lnTo>
                    <a:pt x="6241" y="4137"/>
                  </a:lnTo>
                  <a:lnTo>
                    <a:pt x="8641" y="3267"/>
                  </a:lnTo>
                  <a:lnTo>
                    <a:pt x="10652" y="3829"/>
                  </a:lnTo>
                  <a:lnTo>
                    <a:pt x="1968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h1572"/>
            <p:cNvSpPr/>
            <p:nvPr/>
          </p:nvSpPr>
          <p:spPr>
            <a:xfrm>
              <a:off x="2928413" y="3496008"/>
              <a:ext cx="19930" cy="25089"/>
            </a:xfrm>
            <a:custGeom>
              <a:avLst/>
              <a:pathLst>
                <a:path w="19930" h="25089">
                  <a:moveTo>
                    <a:pt x="4473" y="324"/>
                  </a:moveTo>
                  <a:lnTo>
                    <a:pt x="9433" y="3311"/>
                  </a:lnTo>
                  <a:lnTo>
                    <a:pt x="10936" y="5588"/>
                  </a:lnTo>
                  <a:lnTo>
                    <a:pt x="13919" y="5770"/>
                  </a:lnTo>
                  <a:lnTo>
                    <a:pt x="14620" y="5522"/>
                  </a:lnTo>
                  <a:lnTo>
                    <a:pt x="14585" y="4607"/>
                  </a:lnTo>
                  <a:lnTo>
                    <a:pt x="19930" y="6266"/>
                  </a:lnTo>
                  <a:lnTo>
                    <a:pt x="18918" y="13346"/>
                  </a:lnTo>
                  <a:lnTo>
                    <a:pt x="14233" y="20449"/>
                  </a:lnTo>
                  <a:lnTo>
                    <a:pt x="15882" y="20500"/>
                  </a:lnTo>
                  <a:lnTo>
                    <a:pt x="11062" y="25089"/>
                  </a:lnTo>
                  <a:lnTo>
                    <a:pt x="4845" y="22336"/>
                  </a:lnTo>
                  <a:lnTo>
                    <a:pt x="104" y="22500"/>
                  </a:lnTo>
                  <a:lnTo>
                    <a:pt x="172" y="20756"/>
                  </a:lnTo>
                  <a:lnTo>
                    <a:pt x="4685" y="16316"/>
                  </a:lnTo>
                  <a:lnTo>
                    <a:pt x="50" y="7166"/>
                  </a:lnTo>
                  <a:lnTo>
                    <a:pt x="0" y="3983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h1573"/>
            <p:cNvSpPr/>
            <p:nvPr/>
          </p:nvSpPr>
          <p:spPr>
            <a:xfrm>
              <a:off x="2813331" y="3277964"/>
              <a:ext cx="10611" cy="11080"/>
            </a:xfrm>
            <a:custGeom>
              <a:avLst/>
              <a:pathLst>
                <a:path w="10611" h="11080">
                  <a:moveTo>
                    <a:pt x="6019" y="0"/>
                  </a:moveTo>
                  <a:lnTo>
                    <a:pt x="8895" y="4681"/>
                  </a:lnTo>
                  <a:lnTo>
                    <a:pt x="10611" y="6201"/>
                  </a:lnTo>
                  <a:lnTo>
                    <a:pt x="9474" y="7903"/>
                  </a:lnTo>
                  <a:lnTo>
                    <a:pt x="6476" y="9791"/>
                  </a:lnTo>
                  <a:lnTo>
                    <a:pt x="6052" y="11080"/>
                  </a:lnTo>
                  <a:lnTo>
                    <a:pt x="0" y="3036"/>
                  </a:lnTo>
                  <a:lnTo>
                    <a:pt x="1685" y="1083"/>
                  </a:lnTo>
                  <a:lnTo>
                    <a:pt x="4181" y="140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h1574"/>
            <p:cNvSpPr/>
            <p:nvPr/>
          </p:nvSpPr>
          <p:spPr>
            <a:xfrm>
              <a:off x="2874410" y="3367961"/>
              <a:ext cx="11424" cy="23305"/>
            </a:xfrm>
            <a:custGeom>
              <a:avLst/>
              <a:pathLst>
                <a:path w="11424" h="23305">
                  <a:moveTo>
                    <a:pt x="3516" y="13"/>
                  </a:moveTo>
                  <a:lnTo>
                    <a:pt x="5865" y="0"/>
                  </a:lnTo>
                  <a:lnTo>
                    <a:pt x="8625" y="6177"/>
                  </a:lnTo>
                  <a:lnTo>
                    <a:pt x="11254" y="11260"/>
                  </a:lnTo>
                  <a:lnTo>
                    <a:pt x="11424" y="11587"/>
                  </a:lnTo>
                  <a:lnTo>
                    <a:pt x="8357" y="13810"/>
                  </a:lnTo>
                  <a:lnTo>
                    <a:pt x="5513" y="21079"/>
                  </a:lnTo>
                  <a:lnTo>
                    <a:pt x="3513" y="22515"/>
                  </a:lnTo>
                  <a:lnTo>
                    <a:pt x="1814" y="23305"/>
                  </a:lnTo>
                  <a:lnTo>
                    <a:pt x="1239" y="15342"/>
                  </a:lnTo>
                  <a:lnTo>
                    <a:pt x="2666" y="9111"/>
                  </a:lnTo>
                  <a:lnTo>
                    <a:pt x="0" y="4959"/>
                  </a:lnTo>
                  <a:lnTo>
                    <a:pt x="1128" y="218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h1575"/>
            <p:cNvSpPr/>
            <p:nvPr/>
          </p:nvSpPr>
          <p:spPr>
            <a:xfrm>
              <a:off x="3023045" y="3338604"/>
              <a:ext cx="13608" cy="7348"/>
            </a:xfrm>
            <a:custGeom>
              <a:avLst/>
              <a:pathLst>
                <a:path w="13608" h="7348">
                  <a:moveTo>
                    <a:pt x="8543" y="0"/>
                  </a:moveTo>
                  <a:lnTo>
                    <a:pt x="13608" y="3692"/>
                  </a:lnTo>
                  <a:lnTo>
                    <a:pt x="11427" y="4904"/>
                  </a:lnTo>
                  <a:lnTo>
                    <a:pt x="8869" y="4815"/>
                  </a:lnTo>
                  <a:lnTo>
                    <a:pt x="7076" y="5599"/>
                  </a:lnTo>
                  <a:lnTo>
                    <a:pt x="6028" y="4273"/>
                  </a:lnTo>
                  <a:lnTo>
                    <a:pt x="4677" y="6202"/>
                  </a:lnTo>
                  <a:lnTo>
                    <a:pt x="1566" y="7348"/>
                  </a:lnTo>
                  <a:lnTo>
                    <a:pt x="1097" y="7140"/>
                  </a:lnTo>
                  <a:lnTo>
                    <a:pt x="1802" y="7236"/>
                  </a:lnTo>
                  <a:lnTo>
                    <a:pt x="1612" y="6469"/>
                  </a:lnTo>
                  <a:lnTo>
                    <a:pt x="0" y="4218"/>
                  </a:lnTo>
                  <a:lnTo>
                    <a:pt x="4607" y="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h1576"/>
            <p:cNvSpPr/>
            <p:nvPr/>
          </p:nvSpPr>
          <p:spPr>
            <a:xfrm>
              <a:off x="2918515" y="3328387"/>
              <a:ext cx="8749" cy="6887"/>
            </a:xfrm>
            <a:custGeom>
              <a:avLst/>
              <a:pathLst>
                <a:path w="8749" h="6887">
                  <a:moveTo>
                    <a:pt x="8749" y="3673"/>
                  </a:moveTo>
                  <a:lnTo>
                    <a:pt x="5495" y="5708"/>
                  </a:lnTo>
                  <a:lnTo>
                    <a:pt x="0" y="6887"/>
                  </a:lnTo>
                  <a:lnTo>
                    <a:pt x="787" y="1759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h1577"/>
            <p:cNvSpPr/>
            <p:nvPr/>
          </p:nvSpPr>
          <p:spPr>
            <a:xfrm>
              <a:off x="2902534" y="3373046"/>
              <a:ext cx="14454" cy="22956"/>
            </a:xfrm>
            <a:custGeom>
              <a:avLst/>
              <a:pathLst>
                <a:path w="14454" h="22956">
                  <a:moveTo>
                    <a:pt x="6477" y="2336"/>
                  </a:moveTo>
                  <a:lnTo>
                    <a:pt x="8647" y="7046"/>
                  </a:lnTo>
                  <a:lnTo>
                    <a:pt x="10088" y="7930"/>
                  </a:lnTo>
                  <a:lnTo>
                    <a:pt x="11969" y="6201"/>
                  </a:lnTo>
                  <a:lnTo>
                    <a:pt x="14230" y="9543"/>
                  </a:lnTo>
                  <a:lnTo>
                    <a:pt x="14454" y="21259"/>
                  </a:lnTo>
                  <a:lnTo>
                    <a:pt x="11216" y="22378"/>
                  </a:lnTo>
                  <a:lnTo>
                    <a:pt x="0" y="22956"/>
                  </a:lnTo>
                  <a:lnTo>
                    <a:pt x="1072" y="21541"/>
                  </a:lnTo>
                  <a:lnTo>
                    <a:pt x="1697" y="18278"/>
                  </a:lnTo>
                  <a:lnTo>
                    <a:pt x="1844" y="11987"/>
                  </a:lnTo>
                  <a:lnTo>
                    <a:pt x="4047" y="10650"/>
                  </a:lnTo>
                  <a:lnTo>
                    <a:pt x="499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h1578"/>
            <p:cNvSpPr/>
            <p:nvPr/>
          </p:nvSpPr>
          <p:spPr>
            <a:xfrm>
              <a:off x="2885309" y="3365308"/>
              <a:ext cx="16357" cy="9261"/>
            </a:xfrm>
            <a:custGeom>
              <a:avLst/>
              <a:pathLst>
                <a:path w="16357" h="9261">
                  <a:moveTo>
                    <a:pt x="13692" y="0"/>
                  </a:moveTo>
                  <a:lnTo>
                    <a:pt x="15235" y="1480"/>
                  </a:lnTo>
                  <a:lnTo>
                    <a:pt x="16357" y="5292"/>
                  </a:lnTo>
                  <a:lnTo>
                    <a:pt x="15820" y="6399"/>
                  </a:lnTo>
                  <a:lnTo>
                    <a:pt x="11674" y="9261"/>
                  </a:lnTo>
                  <a:lnTo>
                    <a:pt x="9613" y="4651"/>
                  </a:lnTo>
                  <a:lnTo>
                    <a:pt x="6455" y="4184"/>
                  </a:lnTo>
                  <a:lnTo>
                    <a:pt x="4692" y="5782"/>
                  </a:lnTo>
                  <a:lnTo>
                    <a:pt x="0" y="6944"/>
                  </a:lnTo>
                  <a:lnTo>
                    <a:pt x="2924" y="490"/>
                  </a:lnTo>
                  <a:lnTo>
                    <a:pt x="10603" y="146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h1579"/>
            <p:cNvSpPr/>
            <p:nvPr/>
          </p:nvSpPr>
          <p:spPr>
            <a:xfrm>
              <a:off x="3059676" y="3345801"/>
              <a:ext cx="9071" cy="9165"/>
            </a:xfrm>
            <a:custGeom>
              <a:avLst/>
              <a:pathLst>
                <a:path w="9071" h="9165">
                  <a:moveTo>
                    <a:pt x="7882" y="557"/>
                  </a:moveTo>
                  <a:lnTo>
                    <a:pt x="9071" y="1955"/>
                  </a:lnTo>
                  <a:lnTo>
                    <a:pt x="5341" y="5898"/>
                  </a:lnTo>
                  <a:lnTo>
                    <a:pt x="5895" y="6659"/>
                  </a:lnTo>
                  <a:lnTo>
                    <a:pt x="5919" y="9165"/>
                  </a:lnTo>
                  <a:lnTo>
                    <a:pt x="2724" y="8781"/>
                  </a:lnTo>
                  <a:lnTo>
                    <a:pt x="1964" y="6338"/>
                  </a:lnTo>
                  <a:lnTo>
                    <a:pt x="0" y="5467"/>
                  </a:lnTo>
                  <a:lnTo>
                    <a:pt x="175" y="2651"/>
                  </a:lnTo>
                  <a:lnTo>
                    <a:pt x="638" y="1531"/>
                  </a:lnTo>
                  <a:lnTo>
                    <a:pt x="574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h1580"/>
            <p:cNvSpPr/>
            <p:nvPr/>
          </p:nvSpPr>
          <p:spPr>
            <a:xfrm>
              <a:off x="2888229" y="3342253"/>
              <a:ext cx="15633" cy="10603"/>
            </a:xfrm>
            <a:custGeom>
              <a:avLst/>
              <a:pathLst>
                <a:path w="15633" h="10603">
                  <a:moveTo>
                    <a:pt x="11835" y="138"/>
                  </a:moveTo>
                  <a:lnTo>
                    <a:pt x="14809" y="4362"/>
                  </a:lnTo>
                  <a:lnTo>
                    <a:pt x="15633" y="7457"/>
                  </a:lnTo>
                  <a:lnTo>
                    <a:pt x="5495" y="10603"/>
                  </a:lnTo>
                  <a:lnTo>
                    <a:pt x="0" y="7585"/>
                  </a:lnTo>
                  <a:lnTo>
                    <a:pt x="981" y="7571"/>
                  </a:lnTo>
                  <a:lnTo>
                    <a:pt x="1557" y="5973"/>
                  </a:lnTo>
                  <a:lnTo>
                    <a:pt x="323" y="2524"/>
                  </a:lnTo>
                  <a:lnTo>
                    <a:pt x="1030" y="2831"/>
                  </a:lnTo>
                  <a:lnTo>
                    <a:pt x="4163" y="4543"/>
                  </a:lnTo>
                  <a:lnTo>
                    <a:pt x="6180" y="2189"/>
                  </a:lnTo>
                  <a:lnTo>
                    <a:pt x="1187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h1581"/>
            <p:cNvSpPr/>
            <p:nvPr/>
          </p:nvSpPr>
          <p:spPr>
            <a:xfrm>
              <a:off x="2777576" y="3295443"/>
              <a:ext cx="16887" cy="13321"/>
            </a:xfrm>
            <a:custGeom>
              <a:avLst/>
              <a:pathLst>
                <a:path w="16887" h="13321">
                  <a:moveTo>
                    <a:pt x="12204" y="1846"/>
                  </a:moveTo>
                  <a:lnTo>
                    <a:pt x="16887" y="3414"/>
                  </a:lnTo>
                  <a:lnTo>
                    <a:pt x="13569" y="10054"/>
                  </a:lnTo>
                  <a:lnTo>
                    <a:pt x="12808" y="13321"/>
                  </a:lnTo>
                  <a:lnTo>
                    <a:pt x="12598" y="11057"/>
                  </a:lnTo>
                  <a:lnTo>
                    <a:pt x="7104" y="11272"/>
                  </a:lnTo>
                  <a:lnTo>
                    <a:pt x="4862" y="12211"/>
                  </a:lnTo>
                  <a:lnTo>
                    <a:pt x="2147" y="6184"/>
                  </a:lnTo>
                  <a:lnTo>
                    <a:pt x="0" y="5058"/>
                  </a:lnTo>
                  <a:lnTo>
                    <a:pt x="1029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h1582"/>
            <p:cNvSpPr/>
            <p:nvPr/>
          </p:nvSpPr>
          <p:spPr>
            <a:xfrm>
              <a:off x="2984200" y="3318077"/>
              <a:ext cx="17610" cy="19566"/>
            </a:xfrm>
            <a:custGeom>
              <a:avLst/>
              <a:pathLst>
                <a:path w="17610" h="19566">
                  <a:moveTo>
                    <a:pt x="13937" y="4187"/>
                  </a:moveTo>
                  <a:lnTo>
                    <a:pt x="16644" y="6007"/>
                  </a:lnTo>
                  <a:lnTo>
                    <a:pt x="17610" y="9109"/>
                  </a:lnTo>
                  <a:lnTo>
                    <a:pt x="16307" y="10496"/>
                  </a:lnTo>
                  <a:lnTo>
                    <a:pt x="13295" y="13873"/>
                  </a:lnTo>
                  <a:lnTo>
                    <a:pt x="13225" y="15926"/>
                  </a:lnTo>
                  <a:lnTo>
                    <a:pt x="6695" y="19566"/>
                  </a:lnTo>
                  <a:lnTo>
                    <a:pt x="1444" y="16964"/>
                  </a:lnTo>
                  <a:lnTo>
                    <a:pt x="3520" y="5366"/>
                  </a:lnTo>
                  <a:lnTo>
                    <a:pt x="2530" y="4674"/>
                  </a:lnTo>
                  <a:lnTo>
                    <a:pt x="0" y="4694"/>
                  </a:lnTo>
                  <a:lnTo>
                    <a:pt x="7028" y="921"/>
                  </a:lnTo>
                  <a:lnTo>
                    <a:pt x="8020" y="2221"/>
                  </a:lnTo>
                  <a:lnTo>
                    <a:pt x="12581" y="2671"/>
                  </a:lnTo>
                  <a:lnTo>
                    <a:pt x="14450" y="113"/>
                  </a:lnTo>
                  <a:lnTo>
                    <a:pt x="1717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h1583"/>
            <p:cNvSpPr/>
            <p:nvPr/>
          </p:nvSpPr>
          <p:spPr>
            <a:xfrm>
              <a:off x="2989954" y="3435516"/>
              <a:ext cx="5206" cy="6043"/>
            </a:xfrm>
            <a:custGeom>
              <a:avLst/>
              <a:pathLst>
                <a:path w="5206" h="6043">
                  <a:moveTo>
                    <a:pt x="5206" y="1080"/>
                  </a:moveTo>
                  <a:lnTo>
                    <a:pt x="2037" y="6043"/>
                  </a:lnTo>
                  <a:lnTo>
                    <a:pt x="0" y="5614"/>
                  </a:lnTo>
                  <a:lnTo>
                    <a:pt x="1475" y="4770"/>
                  </a:lnTo>
                  <a:lnTo>
                    <a:pt x="2352" y="2518"/>
                  </a:lnTo>
                  <a:lnTo>
                    <a:pt x="2009" y="1640"/>
                  </a:lnTo>
                  <a:lnTo>
                    <a:pt x="1336" y="2368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h1584"/>
            <p:cNvSpPr/>
            <p:nvPr/>
          </p:nvSpPr>
          <p:spPr>
            <a:xfrm>
              <a:off x="2974229" y="3260464"/>
              <a:ext cx="7717" cy="7820"/>
            </a:xfrm>
            <a:custGeom>
              <a:avLst/>
              <a:pathLst>
                <a:path w="7717" h="7820">
                  <a:moveTo>
                    <a:pt x="6334" y="365"/>
                  </a:moveTo>
                  <a:lnTo>
                    <a:pt x="7717" y="4288"/>
                  </a:lnTo>
                  <a:lnTo>
                    <a:pt x="5510" y="7820"/>
                  </a:lnTo>
                  <a:lnTo>
                    <a:pt x="0" y="3871"/>
                  </a:lnTo>
                  <a:lnTo>
                    <a:pt x="392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h1585"/>
            <p:cNvSpPr/>
            <p:nvPr/>
          </p:nvSpPr>
          <p:spPr>
            <a:xfrm>
              <a:off x="2915832" y="3334096"/>
              <a:ext cx="8492" cy="9307"/>
            </a:xfrm>
            <a:custGeom>
              <a:avLst/>
              <a:pathLst>
                <a:path w="8492" h="9307">
                  <a:moveTo>
                    <a:pt x="8178" y="0"/>
                  </a:moveTo>
                  <a:lnTo>
                    <a:pt x="8492" y="1612"/>
                  </a:lnTo>
                  <a:lnTo>
                    <a:pt x="3536" y="3521"/>
                  </a:lnTo>
                  <a:lnTo>
                    <a:pt x="1591" y="9307"/>
                  </a:lnTo>
                  <a:lnTo>
                    <a:pt x="0" y="8783"/>
                  </a:lnTo>
                  <a:lnTo>
                    <a:pt x="771" y="3119"/>
                  </a:lnTo>
                  <a:lnTo>
                    <a:pt x="2682" y="117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h1586"/>
            <p:cNvSpPr/>
            <p:nvPr/>
          </p:nvSpPr>
          <p:spPr>
            <a:xfrm>
              <a:off x="2923748" y="3382100"/>
              <a:ext cx="12954" cy="15875"/>
            </a:xfrm>
            <a:custGeom>
              <a:avLst/>
              <a:pathLst>
                <a:path w="12954" h="15875">
                  <a:moveTo>
                    <a:pt x="12954" y="5366"/>
                  </a:moveTo>
                  <a:lnTo>
                    <a:pt x="12419" y="7701"/>
                  </a:lnTo>
                  <a:lnTo>
                    <a:pt x="9095" y="8189"/>
                  </a:lnTo>
                  <a:lnTo>
                    <a:pt x="9292" y="10349"/>
                  </a:lnTo>
                  <a:lnTo>
                    <a:pt x="7805" y="15875"/>
                  </a:lnTo>
                  <a:lnTo>
                    <a:pt x="3679" y="14475"/>
                  </a:lnTo>
                  <a:lnTo>
                    <a:pt x="4259" y="7031"/>
                  </a:lnTo>
                  <a:lnTo>
                    <a:pt x="1198" y="6329"/>
                  </a:lnTo>
                  <a:lnTo>
                    <a:pt x="0" y="4750"/>
                  </a:lnTo>
                  <a:lnTo>
                    <a:pt x="5132" y="4519"/>
                  </a:lnTo>
                  <a:lnTo>
                    <a:pt x="4280" y="579"/>
                  </a:lnTo>
                  <a:lnTo>
                    <a:pt x="7600" y="4484"/>
                  </a:lnTo>
                  <a:lnTo>
                    <a:pt x="7407" y="1936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h1587"/>
            <p:cNvSpPr/>
            <p:nvPr/>
          </p:nvSpPr>
          <p:spPr>
            <a:xfrm>
              <a:off x="2849263" y="3367040"/>
              <a:ext cx="15730" cy="13033"/>
            </a:xfrm>
            <a:custGeom>
              <a:avLst/>
              <a:pathLst>
                <a:path w="15730" h="13033">
                  <a:moveTo>
                    <a:pt x="12069" y="0"/>
                  </a:moveTo>
                  <a:lnTo>
                    <a:pt x="13466" y="3176"/>
                  </a:lnTo>
                  <a:lnTo>
                    <a:pt x="15405" y="4529"/>
                  </a:lnTo>
                  <a:lnTo>
                    <a:pt x="15730" y="5351"/>
                  </a:lnTo>
                  <a:lnTo>
                    <a:pt x="15088" y="5713"/>
                  </a:lnTo>
                  <a:lnTo>
                    <a:pt x="14040" y="13033"/>
                  </a:lnTo>
                  <a:lnTo>
                    <a:pt x="9963" y="12412"/>
                  </a:lnTo>
                  <a:lnTo>
                    <a:pt x="8436" y="11265"/>
                  </a:lnTo>
                  <a:lnTo>
                    <a:pt x="5306" y="10546"/>
                  </a:lnTo>
                  <a:lnTo>
                    <a:pt x="4114" y="10985"/>
                  </a:lnTo>
                  <a:lnTo>
                    <a:pt x="4707" y="12735"/>
                  </a:lnTo>
                  <a:lnTo>
                    <a:pt x="1185" y="12375"/>
                  </a:lnTo>
                  <a:lnTo>
                    <a:pt x="637" y="12512"/>
                  </a:lnTo>
                  <a:lnTo>
                    <a:pt x="0" y="11108"/>
                  </a:lnTo>
                  <a:lnTo>
                    <a:pt x="1678" y="7872"/>
                  </a:lnTo>
                  <a:lnTo>
                    <a:pt x="3299" y="7996"/>
                  </a:lnTo>
                  <a:lnTo>
                    <a:pt x="5626" y="6158"/>
                  </a:lnTo>
                  <a:lnTo>
                    <a:pt x="7279" y="1913"/>
                  </a:lnTo>
                  <a:lnTo>
                    <a:pt x="9629" y="29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h1588"/>
            <p:cNvSpPr/>
            <p:nvPr/>
          </p:nvSpPr>
          <p:spPr>
            <a:xfrm>
              <a:off x="3047693" y="3326916"/>
              <a:ext cx="11357" cy="14044"/>
            </a:xfrm>
            <a:custGeom>
              <a:avLst/>
              <a:pathLst>
                <a:path w="11357" h="14044">
                  <a:moveTo>
                    <a:pt x="6648" y="0"/>
                  </a:moveTo>
                  <a:lnTo>
                    <a:pt x="10348" y="4887"/>
                  </a:lnTo>
                  <a:lnTo>
                    <a:pt x="11357" y="6275"/>
                  </a:lnTo>
                  <a:lnTo>
                    <a:pt x="10351" y="10561"/>
                  </a:lnTo>
                  <a:lnTo>
                    <a:pt x="10365" y="10863"/>
                  </a:lnTo>
                  <a:lnTo>
                    <a:pt x="6576" y="10983"/>
                  </a:lnTo>
                  <a:lnTo>
                    <a:pt x="3633" y="14044"/>
                  </a:lnTo>
                  <a:lnTo>
                    <a:pt x="2561" y="11694"/>
                  </a:lnTo>
                  <a:lnTo>
                    <a:pt x="1414" y="12168"/>
                  </a:lnTo>
                  <a:lnTo>
                    <a:pt x="169" y="11276"/>
                  </a:lnTo>
                  <a:lnTo>
                    <a:pt x="0" y="8604"/>
                  </a:lnTo>
                  <a:lnTo>
                    <a:pt x="429" y="5361"/>
                  </a:lnTo>
                  <a:lnTo>
                    <a:pt x="3070" y="505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h1589"/>
            <p:cNvSpPr/>
            <p:nvPr/>
          </p:nvSpPr>
          <p:spPr>
            <a:xfrm>
              <a:off x="3007363" y="3477924"/>
              <a:ext cx="12936" cy="13119"/>
            </a:xfrm>
            <a:custGeom>
              <a:avLst/>
              <a:pathLst>
                <a:path w="12936" h="13119">
                  <a:moveTo>
                    <a:pt x="12936" y="4895"/>
                  </a:moveTo>
                  <a:lnTo>
                    <a:pt x="10060" y="4936"/>
                  </a:lnTo>
                  <a:lnTo>
                    <a:pt x="12633" y="9538"/>
                  </a:lnTo>
                  <a:lnTo>
                    <a:pt x="12431" y="10744"/>
                  </a:lnTo>
                  <a:lnTo>
                    <a:pt x="6843" y="13119"/>
                  </a:lnTo>
                  <a:lnTo>
                    <a:pt x="0" y="6058"/>
                  </a:lnTo>
                  <a:lnTo>
                    <a:pt x="3244" y="3472"/>
                  </a:lnTo>
                  <a:lnTo>
                    <a:pt x="2937" y="2559"/>
                  </a:lnTo>
                  <a:lnTo>
                    <a:pt x="4966" y="1395"/>
                  </a:lnTo>
                  <a:lnTo>
                    <a:pt x="1058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h1590"/>
            <p:cNvSpPr/>
            <p:nvPr/>
          </p:nvSpPr>
          <p:spPr>
            <a:xfrm>
              <a:off x="3004584" y="3405512"/>
              <a:ext cx="6998" cy="12716"/>
            </a:xfrm>
            <a:custGeom>
              <a:avLst/>
              <a:pathLst>
                <a:path w="6998" h="12716">
                  <a:moveTo>
                    <a:pt x="3944" y="10337"/>
                  </a:moveTo>
                  <a:lnTo>
                    <a:pt x="5355" y="12716"/>
                  </a:lnTo>
                  <a:lnTo>
                    <a:pt x="655" y="12283"/>
                  </a:lnTo>
                  <a:lnTo>
                    <a:pt x="0" y="9909"/>
                  </a:lnTo>
                  <a:lnTo>
                    <a:pt x="464" y="4625"/>
                  </a:lnTo>
                  <a:lnTo>
                    <a:pt x="2327" y="1911"/>
                  </a:lnTo>
                  <a:lnTo>
                    <a:pt x="699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h1591"/>
            <p:cNvSpPr/>
            <p:nvPr/>
          </p:nvSpPr>
          <p:spPr>
            <a:xfrm>
              <a:off x="3136045" y="3467953"/>
              <a:ext cx="19510" cy="25142"/>
            </a:xfrm>
            <a:custGeom>
              <a:avLst/>
              <a:pathLst>
                <a:path w="19510" h="25142">
                  <a:moveTo>
                    <a:pt x="15518" y="922"/>
                  </a:moveTo>
                  <a:lnTo>
                    <a:pt x="19219" y="4731"/>
                  </a:lnTo>
                  <a:lnTo>
                    <a:pt x="19510" y="6206"/>
                  </a:lnTo>
                  <a:lnTo>
                    <a:pt x="17494" y="10390"/>
                  </a:lnTo>
                  <a:lnTo>
                    <a:pt x="15265" y="20692"/>
                  </a:lnTo>
                  <a:lnTo>
                    <a:pt x="15856" y="21414"/>
                  </a:lnTo>
                  <a:lnTo>
                    <a:pt x="15014" y="25142"/>
                  </a:lnTo>
                  <a:lnTo>
                    <a:pt x="13172" y="22676"/>
                  </a:lnTo>
                  <a:lnTo>
                    <a:pt x="8705" y="20432"/>
                  </a:lnTo>
                  <a:lnTo>
                    <a:pt x="2781" y="23564"/>
                  </a:lnTo>
                  <a:lnTo>
                    <a:pt x="3299" y="22339"/>
                  </a:lnTo>
                  <a:lnTo>
                    <a:pt x="2872" y="20475"/>
                  </a:lnTo>
                  <a:lnTo>
                    <a:pt x="0" y="15526"/>
                  </a:lnTo>
                  <a:lnTo>
                    <a:pt x="3057" y="7044"/>
                  </a:lnTo>
                  <a:lnTo>
                    <a:pt x="1391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h1592"/>
            <p:cNvSpPr/>
            <p:nvPr/>
          </p:nvSpPr>
          <p:spPr>
            <a:xfrm>
              <a:off x="3115647" y="3430963"/>
              <a:ext cx="35916" cy="66015"/>
            </a:xfrm>
            <a:custGeom>
              <a:avLst/>
              <a:pathLst>
                <a:path w="35916" h="66015">
                  <a:moveTo>
                    <a:pt x="6101" y="3126"/>
                  </a:moveTo>
                  <a:lnTo>
                    <a:pt x="12664" y="5017"/>
                  </a:lnTo>
                  <a:lnTo>
                    <a:pt x="13200" y="9766"/>
                  </a:lnTo>
                  <a:lnTo>
                    <a:pt x="18108" y="10599"/>
                  </a:lnTo>
                  <a:lnTo>
                    <a:pt x="24372" y="16610"/>
                  </a:lnTo>
                  <a:lnTo>
                    <a:pt x="30327" y="19466"/>
                  </a:lnTo>
                  <a:lnTo>
                    <a:pt x="32244" y="21977"/>
                  </a:lnTo>
                  <a:lnTo>
                    <a:pt x="32876" y="34019"/>
                  </a:lnTo>
                  <a:lnTo>
                    <a:pt x="35916" y="37913"/>
                  </a:lnTo>
                  <a:lnTo>
                    <a:pt x="34312" y="36990"/>
                  </a:lnTo>
                  <a:lnTo>
                    <a:pt x="23455" y="44035"/>
                  </a:lnTo>
                  <a:lnTo>
                    <a:pt x="20398" y="52517"/>
                  </a:lnTo>
                  <a:lnTo>
                    <a:pt x="23271" y="57466"/>
                  </a:lnTo>
                  <a:lnTo>
                    <a:pt x="23697" y="59330"/>
                  </a:lnTo>
                  <a:lnTo>
                    <a:pt x="23179" y="60555"/>
                  </a:lnTo>
                  <a:lnTo>
                    <a:pt x="22544" y="62673"/>
                  </a:lnTo>
                  <a:lnTo>
                    <a:pt x="20887" y="64051"/>
                  </a:lnTo>
                  <a:lnTo>
                    <a:pt x="11593" y="64390"/>
                  </a:lnTo>
                  <a:lnTo>
                    <a:pt x="8748" y="66015"/>
                  </a:lnTo>
                  <a:lnTo>
                    <a:pt x="7912" y="65367"/>
                  </a:lnTo>
                  <a:lnTo>
                    <a:pt x="3862" y="55482"/>
                  </a:lnTo>
                  <a:lnTo>
                    <a:pt x="6841" y="56063"/>
                  </a:lnTo>
                  <a:lnTo>
                    <a:pt x="7253" y="54191"/>
                  </a:lnTo>
                  <a:lnTo>
                    <a:pt x="5344" y="50474"/>
                  </a:lnTo>
                  <a:lnTo>
                    <a:pt x="0" y="46737"/>
                  </a:lnTo>
                  <a:lnTo>
                    <a:pt x="258" y="45793"/>
                  </a:lnTo>
                  <a:lnTo>
                    <a:pt x="6012" y="43123"/>
                  </a:lnTo>
                  <a:lnTo>
                    <a:pt x="8684" y="43699"/>
                  </a:lnTo>
                  <a:lnTo>
                    <a:pt x="11038" y="36281"/>
                  </a:lnTo>
                  <a:lnTo>
                    <a:pt x="2430" y="35843"/>
                  </a:lnTo>
                  <a:lnTo>
                    <a:pt x="1862" y="35815"/>
                  </a:lnTo>
                  <a:lnTo>
                    <a:pt x="5327" y="30052"/>
                  </a:lnTo>
                  <a:lnTo>
                    <a:pt x="2807" y="27305"/>
                  </a:lnTo>
                  <a:lnTo>
                    <a:pt x="11151" y="13125"/>
                  </a:lnTo>
                  <a:lnTo>
                    <a:pt x="1586" y="10153"/>
                  </a:lnTo>
                  <a:lnTo>
                    <a:pt x="1047" y="9207"/>
                  </a:lnTo>
                  <a:lnTo>
                    <a:pt x="2120" y="6807"/>
                  </a:lnTo>
                  <a:lnTo>
                    <a:pt x="4380" y="1281"/>
                  </a:lnTo>
                  <a:lnTo>
                    <a:pt x="801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h1593"/>
            <p:cNvSpPr/>
            <p:nvPr/>
          </p:nvSpPr>
          <p:spPr>
            <a:xfrm>
              <a:off x="2901784" y="3267040"/>
              <a:ext cx="21501" cy="22937"/>
            </a:xfrm>
            <a:custGeom>
              <a:avLst/>
              <a:pathLst>
                <a:path w="21501" h="22937">
                  <a:moveTo>
                    <a:pt x="21501" y="13504"/>
                  </a:moveTo>
                  <a:lnTo>
                    <a:pt x="20246" y="13072"/>
                  </a:lnTo>
                  <a:lnTo>
                    <a:pt x="14258" y="19428"/>
                  </a:lnTo>
                  <a:lnTo>
                    <a:pt x="8888" y="20330"/>
                  </a:lnTo>
                  <a:lnTo>
                    <a:pt x="5964" y="19701"/>
                  </a:lnTo>
                  <a:lnTo>
                    <a:pt x="1753" y="22937"/>
                  </a:lnTo>
                  <a:lnTo>
                    <a:pt x="0" y="19663"/>
                  </a:lnTo>
                  <a:lnTo>
                    <a:pt x="5160" y="18615"/>
                  </a:lnTo>
                  <a:lnTo>
                    <a:pt x="2233" y="12596"/>
                  </a:lnTo>
                  <a:lnTo>
                    <a:pt x="3144" y="12342"/>
                  </a:lnTo>
                  <a:lnTo>
                    <a:pt x="2078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h1594"/>
            <p:cNvSpPr/>
            <p:nvPr/>
          </p:nvSpPr>
          <p:spPr>
            <a:xfrm>
              <a:off x="2948106" y="3422613"/>
              <a:ext cx="13619" cy="20395"/>
            </a:xfrm>
            <a:custGeom>
              <a:avLst/>
              <a:pathLst>
                <a:path w="13619" h="20395">
                  <a:moveTo>
                    <a:pt x="13446" y="0"/>
                  </a:moveTo>
                  <a:lnTo>
                    <a:pt x="13619" y="3355"/>
                  </a:lnTo>
                  <a:lnTo>
                    <a:pt x="12732" y="3523"/>
                  </a:lnTo>
                  <a:lnTo>
                    <a:pt x="10866" y="6387"/>
                  </a:lnTo>
                  <a:lnTo>
                    <a:pt x="11814" y="17449"/>
                  </a:lnTo>
                  <a:lnTo>
                    <a:pt x="6496" y="14140"/>
                  </a:lnTo>
                  <a:lnTo>
                    <a:pt x="4623" y="15543"/>
                  </a:lnTo>
                  <a:lnTo>
                    <a:pt x="8111" y="16918"/>
                  </a:lnTo>
                  <a:lnTo>
                    <a:pt x="8806" y="19744"/>
                  </a:lnTo>
                  <a:lnTo>
                    <a:pt x="4429" y="20395"/>
                  </a:lnTo>
                  <a:lnTo>
                    <a:pt x="0" y="18980"/>
                  </a:lnTo>
                  <a:lnTo>
                    <a:pt x="1181" y="14296"/>
                  </a:lnTo>
                  <a:lnTo>
                    <a:pt x="550" y="13296"/>
                  </a:lnTo>
                  <a:lnTo>
                    <a:pt x="554" y="8564"/>
                  </a:lnTo>
                  <a:lnTo>
                    <a:pt x="2151" y="2555"/>
                  </a:lnTo>
                  <a:lnTo>
                    <a:pt x="1714" y="113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h1595"/>
            <p:cNvSpPr/>
            <p:nvPr/>
          </p:nvSpPr>
          <p:spPr>
            <a:xfrm>
              <a:off x="2823143" y="3324486"/>
              <a:ext cx="9468" cy="14204"/>
            </a:xfrm>
            <a:custGeom>
              <a:avLst/>
              <a:pathLst>
                <a:path w="9468" h="14204">
                  <a:moveTo>
                    <a:pt x="7023" y="5333"/>
                  </a:moveTo>
                  <a:lnTo>
                    <a:pt x="8786" y="6141"/>
                  </a:lnTo>
                  <a:lnTo>
                    <a:pt x="9468" y="10171"/>
                  </a:lnTo>
                  <a:lnTo>
                    <a:pt x="8246" y="13227"/>
                  </a:lnTo>
                  <a:lnTo>
                    <a:pt x="6868" y="14204"/>
                  </a:lnTo>
                  <a:lnTo>
                    <a:pt x="4166" y="13655"/>
                  </a:lnTo>
                  <a:lnTo>
                    <a:pt x="4635" y="12638"/>
                  </a:lnTo>
                  <a:lnTo>
                    <a:pt x="1877" y="10807"/>
                  </a:lnTo>
                  <a:lnTo>
                    <a:pt x="268" y="8337"/>
                  </a:lnTo>
                  <a:lnTo>
                    <a:pt x="0" y="6381"/>
                  </a:lnTo>
                  <a:lnTo>
                    <a:pt x="956" y="4549"/>
                  </a:lnTo>
                  <a:lnTo>
                    <a:pt x="458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h1596"/>
            <p:cNvSpPr/>
            <p:nvPr/>
          </p:nvSpPr>
          <p:spPr>
            <a:xfrm>
              <a:off x="2807963" y="3457173"/>
              <a:ext cx="22852" cy="13329"/>
            </a:xfrm>
            <a:custGeom>
              <a:avLst/>
              <a:pathLst>
                <a:path w="22852" h="13329">
                  <a:moveTo>
                    <a:pt x="11078" y="0"/>
                  </a:moveTo>
                  <a:lnTo>
                    <a:pt x="11566" y="2460"/>
                  </a:lnTo>
                  <a:lnTo>
                    <a:pt x="13942" y="4934"/>
                  </a:lnTo>
                  <a:lnTo>
                    <a:pt x="22852" y="10365"/>
                  </a:lnTo>
                  <a:lnTo>
                    <a:pt x="20732" y="12369"/>
                  </a:lnTo>
                  <a:lnTo>
                    <a:pt x="17311" y="13329"/>
                  </a:lnTo>
                  <a:lnTo>
                    <a:pt x="11283" y="12940"/>
                  </a:lnTo>
                  <a:lnTo>
                    <a:pt x="1816" y="6172"/>
                  </a:lnTo>
                  <a:lnTo>
                    <a:pt x="0" y="5840"/>
                  </a:lnTo>
                  <a:lnTo>
                    <a:pt x="273" y="3892"/>
                  </a:lnTo>
                  <a:lnTo>
                    <a:pt x="1059" y="339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h1597"/>
            <p:cNvSpPr/>
            <p:nvPr/>
          </p:nvSpPr>
          <p:spPr>
            <a:xfrm>
              <a:off x="3031589" y="3333110"/>
              <a:ext cx="11102" cy="9186"/>
            </a:xfrm>
            <a:custGeom>
              <a:avLst/>
              <a:pathLst>
                <a:path w="11102" h="9186">
                  <a:moveTo>
                    <a:pt x="10322" y="549"/>
                  </a:moveTo>
                  <a:lnTo>
                    <a:pt x="11102" y="1583"/>
                  </a:lnTo>
                  <a:lnTo>
                    <a:pt x="5064" y="9186"/>
                  </a:lnTo>
                  <a:lnTo>
                    <a:pt x="0" y="5494"/>
                  </a:lnTo>
                  <a:lnTo>
                    <a:pt x="2111" y="3286"/>
                  </a:lnTo>
                  <a:lnTo>
                    <a:pt x="772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h1598"/>
            <p:cNvSpPr/>
            <p:nvPr/>
          </p:nvSpPr>
          <p:spPr>
            <a:xfrm>
              <a:off x="2988642" y="3454863"/>
              <a:ext cx="7991" cy="9915"/>
            </a:xfrm>
            <a:custGeom>
              <a:avLst/>
              <a:pathLst>
                <a:path w="7991" h="9915">
                  <a:moveTo>
                    <a:pt x="7365" y="1583"/>
                  </a:moveTo>
                  <a:lnTo>
                    <a:pt x="7991" y="3886"/>
                  </a:lnTo>
                  <a:lnTo>
                    <a:pt x="6621" y="5990"/>
                  </a:lnTo>
                  <a:lnTo>
                    <a:pt x="3218" y="9915"/>
                  </a:lnTo>
                  <a:lnTo>
                    <a:pt x="0" y="9714"/>
                  </a:lnTo>
                  <a:lnTo>
                    <a:pt x="1702" y="4237"/>
                  </a:lnTo>
                  <a:lnTo>
                    <a:pt x="511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h1599"/>
            <p:cNvSpPr/>
            <p:nvPr/>
          </p:nvSpPr>
          <p:spPr>
            <a:xfrm>
              <a:off x="2807700" y="3286032"/>
              <a:ext cx="6275" cy="5250"/>
            </a:xfrm>
            <a:custGeom>
              <a:avLst/>
              <a:pathLst>
                <a:path w="6275" h="5250">
                  <a:moveTo>
                    <a:pt x="4185" y="1472"/>
                  </a:moveTo>
                  <a:lnTo>
                    <a:pt x="6275" y="1850"/>
                  </a:lnTo>
                  <a:lnTo>
                    <a:pt x="6052" y="5250"/>
                  </a:lnTo>
                  <a:lnTo>
                    <a:pt x="2395" y="4909"/>
                  </a:lnTo>
                  <a:lnTo>
                    <a:pt x="3947" y="2609"/>
                  </a:lnTo>
                  <a:lnTo>
                    <a:pt x="3102" y="2034"/>
                  </a:lnTo>
                  <a:lnTo>
                    <a:pt x="1166" y="2693"/>
                  </a:lnTo>
                  <a:lnTo>
                    <a:pt x="0" y="1939"/>
                  </a:lnTo>
                  <a:lnTo>
                    <a:pt x="1593" y="885"/>
                  </a:lnTo>
                  <a:lnTo>
                    <a:pt x="317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h1600"/>
            <p:cNvSpPr/>
            <p:nvPr/>
          </p:nvSpPr>
          <p:spPr>
            <a:xfrm>
              <a:off x="2963883" y="3381873"/>
              <a:ext cx="13960" cy="13393"/>
            </a:xfrm>
            <a:custGeom>
              <a:avLst/>
              <a:pathLst>
                <a:path w="13960" h="13393">
                  <a:moveTo>
                    <a:pt x="11160" y="55"/>
                  </a:moveTo>
                  <a:lnTo>
                    <a:pt x="13960" y="2658"/>
                  </a:lnTo>
                  <a:lnTo>
                    <a:pt x="11785" y="8883"/>
                  </a:lnTo>
                  <a:lnTo>
                    <a:pt x="8193" y="11254"/>
                  </a:lnTo>
                  <a:lnTo>
                    <a:pt x="6530" y="12804"/>
                  </a:lnTo>
                  <a:lnTo>
                    <a:pt x="0" y="13393"/>
                  </a:lnTo>
                  <a:lnTo>
                    <a:pt x="861" y="11596"/>
                  </a:lnTo>
                  <a:lnTo>
                    <a:pt x="4411" y="9657"/>
                  </a:lnTo>
                  <a:lnTo>
                    <a:pt x="3116" y="6562"/>
                  </a:lnTo>
                  <a:lnTo>
                    <a:pt x="3336" y="3267"/>
                  </a:lnTo>
                  <a:lnTo>
                    <a:pt x="5900" y="1255"/>
                  </a:lnTo>
                  <a:lnTo>
                    <a:pt x="973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h1601"/>
            <p:cNvSpPr/>
            <p:nvPr/>
          </p:nvSpPr>
          <p:spPr>
            <a:xfrm>
              <a:off x="3008199" y="3388257"/>
              <a:ext cx="4521" cy="5246"/>
            </a:xfrm>
            <a:custGeom>
              <a:avLst/>
              <a:pathLst>
                <a:path w="4521" h="5246">
                  <a:moveTo>
                    <a:pt x="4015" y="0"/>
                  </a:moveTo>
                  <a:lnTo>
                    <a:pt x="4521" y="4834"/>
                  </a:lnTo>
                  <a:lnTo>
                    <a:pt x="2776" y="5246"/>
                  </a:lnTo>
                  <a:lnTo>
                    <a:pt x="0" y="3861"/>
                  </a:lnTo>
                  <a:lnTo>
                    <a:pt x="654" y="69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h1602"/>
            <p:cNvSpPr/>
            <p:nvPr/>
          </p:nvSpPr>
          <p:spPr>
            <a:xfrm>
              <a:off x="2960853" y="3335172"/>
              <a:ext cx="17499" cy="18537"/>
            </a:xfrm>
            <a:custGeom>
              <a:avLst/>
              <a:pathLst>
                <a:path w="17499" h="18537">
                  <a:moveTo>
                    <a:pt x="16580" y="13049"/>
                  </a:moveTo>
                  <a:lnTo>
                    <a:pt x="14169" y="15856"/>
                  </a:lnTo>
                  <a:lnTo>
                    <a:pt x="11297" y="15433"/>
                  </a:lnTo>
                  <a:lnTo>
                    <a:pt x="5789" y="16041"/>
                  </a:lnTo>
                  <a:lnTo>
                    <a:pt x="0" y="18537"/>
                  </a:lnTo>
                  <a:lnTo>
                    <a:pt x="59" y="13241"/>
                  </a:lnTo>
                  <a:lnTo>
                    <a:pt x="353" y="13826"/>
                  </a:lnTo>
                  <a:lnTo>
                    <a:pt x="7970" y="13175"/>
                  </a:lnTo>
                  <a:lnTo>
                    <a:pt x="8880" y="8041"/>
                  </a:lnTo>
                  <a:lnTo>
                    <a:pt x="13617" y="0"/>
                  </a:lnTo>
                  <a:lnTo>
                    <a:pt x="14770" y="99"/>
                  </a:lnTo>
                  <a:lnTo>
                    <a:pt x="17499" y="46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h1603"/>
            <p:cNvSpPr/>
            <p:nvPr/>
          </p:nvSpPr>
          <p:spPr>
            <a:xfrm>
              <a:off x="3199871" y="3424865"/>
              <a:ext cx="47054" cy="54748"/>
            </a:xfrm>
            <a:custGeom>
              <a:avLst/>
              <a:pathLst>
                <a:path w="47054" h="54748">
                  <a:moveTo>
                    <a:pt x="39089" y="201"/>
                  </a:moveTo>
                  <a:lnTo>
                    <a:pt x="38195" y="3267"/>
                  </a:lnTo>
                  <a:lnTo>
                    <a:pt x="38678" y="7165"/>
                  </a:lnTo>
                  <a:lnTo>
                    <a:pt x="37647" y="13009"/>
                  </a:lnTo>
                  <a:lnTo>
                    <a:pt x="34392" y="11245"/>
                  </a:lnTo>
                  <a:lnTo>
                    <a:pt x="31315" y="12032"/>
                  </a:lnTo>
                  <a:lnTo>
                    <a:pt x="30062" y="11593"/>
                  </a:lnTo>
                  <a:lnTo>
                    <a:pt x="26936" y="13185"/>
                  </a:lnTo>
                  <a:lnTo>
                    <a:pt x="26431" y="16636"/>
                  </a:lnTo>
                  <a:lnTo>
                    <a:pt x="28859" y="21328"/>
                  </a:lnTo>
                  <a:lnTo>
                    <a:pt x="35104" y="21242"/>
                  </a:lnTo>
                  <a:lnTo>
                    <a:pt x="36684" y="19803"/>
                  </a:lnTo>
                  <a:lnTo>
                    <a:pt x="41379" y="22479"/>
                  </a:lnTo>
                  <a:lnTo>
                    <a:pt x="39705" y="23510"/>
                  </a:lnTo>
                  <a:lnTo>
                    <a:pt x="38508" y="28184"/>
                  </a:lnTo>
                  <a:lnTo>
                    <a:pt x="39092" y="32854"/>
                  </a:lnTo>
                  <a:lnTo>
                    <a:pt x="40669" y="34915"/>
                  </a:lnTo>
                  <a:lnTo>
                    <a:pt x="44181" y="37305"/>
                  </a:lnTo>
                  <a:lnTo>
                    <a:pt x="44243" y="38076"/>
                  </a:lnTo>
                  <a:lnTo>
                    <a:pt x="41914" y="40728"/>
                  </a:lnTo>
                  <a:lnTo>
                    <a:pt x="33991" y="45491"/>
                  </a:lnTo>
                  <a:lnTo>
                    <a:pt x="36695" y="51621"/>
                  </a:lnTo>
                  <a:lnTo>
                    <a:pt x="45579" y="51711"/>
                  </a:lnTo>
                  <a:lnTo>
                    <a:pt x="47054" y="53353"/>
                  </a:lnTo>
                  <a:lnTo>
                    <a:pt x="33506" y="53503"/>
                  </a:lnTo>
                  <a:lnTo>
                    <a:pt x="25811" y="54748"/>
                  </a:lnTo>
                  <a:lnTo>
                    <a:pt x="24558" y="54621"/>
                  </a:lnTo>
                  <a:lnTo>
                    <a:pt x="23464" y="51512"/>
                  </a:lnTo>
                  <a:lnTo>
                    <a:pt x="9085" y="53359"/>
                  </a:lnTo>
                  <a:lnTo>
                    <a:pt x="1059" y="52362"/>
                  </a:lnTo>
                  <a:lnTo>
                    <a:pt x="0" y="48433"/>
                  </a:lnTo>
                  <a:lnTo>
                    <a:pt x="416" y="43472"/>
                  </a:lnTo>
                  <a:lnTo>
                    <a:pt x="3123" y="42749"/>
                  </a:lnTo>
                  <a:lnTo>
                    <a:pt x="5945" y="39344"/>
                  </a:lnTo>
                  <a:lnTo>
                    <a:pt x="6629" y="40066"/>
                  </a:lnTo>
                  <a:lnTo>
                    <a:pt x="10074" y="40358"/>
                  </a:lnTo>
                  <a:lnTo>
                    <a:pt x="18182" y="38913"/>
                  </a:lnTo>
                  <a:lnTo>
                    <a:pt x="19445" y="37716"/>
                  </a:lnTo>
                  <a:lnTo>
                    <a:pt x="20225" y="34064"/>
                  </a:lnTo>
                  <a:lnTo>
                    <a:pt x="15663" y="32773"/>
                  </a:lnTo>
                  <a:lnTo>
                    <a:pt x="14301" y="29512"/>
                  </a:lnTo>
                  <a:lnTo>
                    <a:pt x="12100" y="27522"/>
                  </a:lnTo>
                  <a:lnTo>
                    <a:pt x="6907" y="29872"/>
                  </a:lnTo>
                  <a:lnTo>
                    <a:pt x="6969" y="34447"/>
                  </a:lnTo>
                  <a:lnTo>
                    <a:pt x="3791" y="34654"/>
                  </a:lnTo>
                  <a:lnTo>
                    <a:pt x="2046" y="30280"/>
                  </a:lnTo>
                  <a:lnTo>
                    <a:pt x="9575" y="25911"/>
                  </a:lnTo>
                  <a:lnTo>
                    <a:pt x="9214" y="22709"/>
                  </a:lnTo>
                  <a:lnTo>
                    <a:pt x="11397" y="20454"/>
                  </a:lnTo>
                  <a:lnTo>
                    <a:pt x="15723" y="19560"/>
                  </a:lnTo>
                  <a:lnTo>
                    <a:pt x="18093" y="14494"/>
                  </a:lnTo>
                  <a:lnTo>
                    <a:pt x="17020" y="13451"/>
                  </a:lnTo>
                  <a:lnTo>
                    <a:pt x="17053" y="8357"/>
                  </a:lnTo>
                  <a:lnTo>
                    <a:pt x="19621" y="5533"/>
                  </a:lnTo>
                  <a:lnTo>
                    <a:pt x="23950" y="4171"/>
                  </a:lnTo>
                  <a:lnTo>
                    <a:pt x="29405" y="5881"/>
                  </a:lnTo>
                  <a:lnTo>
                    <a:pt x="29163" y="1545"/>
                  </a:lnTo>
                  <a:lnTo>
                    <a:pt x="3446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h1604"/>
            <p:cNvSpPr/>
            <p:nvPr/>
          </p:nvSpPr>
          <p:spPr>
            <a:xfrm>
              <a:off x="2977556" y="3405861"/>
              <a:ext cx="12491" cy="8437"/>
            </a:xfrm>
            <a:custGeom>
              <a:avLst/>
              <a:pathLst>
                <a:path w="12491" h="8437">
                  <a:moveTo>
                    <a:pt x="6846" y="724"/>
                  </a:moveTo>
                  <a:lnTo>
                    <a:pt x="11895" y="2053"/>
                  </a:lnTo>
                  <a:lnTo>
                    <a:pt x="12443" y="3982"/>
                  </a:lnTo>
                  <a:lnTo>
                    <a:pt x="12491" y="4204"/>
                  </a:lnTo>
                  <a:lnTo>
                    <a:pt x="10969" y="6025"/>
                  </a:lnTo>
                  <a:lnTo>
                    <a:pt x="7085" y="6573"/>
                  </a:lnTo>
                  <a:lnTo>
                    <a:pt x="3396" y="4785"/>
                  </a:lnTo>
                  <a:lnTo>
                    <a:pt x="1554" y="5932"/>
                  </a:lnTo>
                  <a:lnTo>
                    <a:pt x="4229" y="8184"/>
                  </a:lnTo>
                  <a:lnTo>
                    <a:pt x="3575" y="8437"/>
                  </a:lnTo>
                  <a:lnTo>
                    <a:pt x="1504" y="8184"/>
                  </a:lnTo>
                  <a:lnTo>
                    <a:pt x="305" y="6522"/>
                  </a:lnTo>
                  <a:lnTo>
                    <a:pt x="0" y="0"/>
                  </a:lnTo>
                  <a:lnTo>
                    <a:pt x="4337" y="198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h1605"/>
            <p:cNvSpPr/>
            <p:nvPr/>
          </p:nvSpPr>
          <p:spPr>
            <a:xfrm>
              <a:off x="3016665" y="3461634"/>
              <a:ext cx="4856" cy="11588"/>
            </a:xfrm>
            <a:custGeom>
              <a:avLst/>
              <a:pathLst>
                <a:path w="4856" h="11588">
                  <a:moveTo>
                    <a:pt x="3108" y="6483"/>
                  </a:moveTo>
                  <a:lnTo>
                    <a:pt x="4856" y="7269"/>
                  </a:lnTo>
                  <a:lnTo>
                    <a:pt x="2616" y="11588"/>
                  </a:lnTo>
                  <a:lnTo>
                    <a:pt x="1920" y="7926"/>
                  </a:lnTo>
                  <a:lnTo>
                    <a:pt x="0" y="6543"/>
                  </a:lnTo>
                  <a:lnTo>
                    <a:pt x="139" y="4553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h1606"/>
            <p:cNvSpPr/>
            <p:nvPr/>
          </p:nvSpPr>
          <p:spPr>
            <a:xfrm>
              <a:off x="3003004" y="3308574"/>
              <a:ext cx="28311" cy="14868"/>
            </a:xfrm>
            <a:custGeom>
              <a:avLst/>
              <a:pathLst>
                <a:path w="28311" h="14868">
                  <a:moveTo>
                    <a:pt x="28311" y="3382"/>
                  </a:moveTo>
                  <a:lnTo>
                    <a:pt x="23666" y="6951"/>
                  </a:lnTo>
                  <a:lnTo>
                    <a:pt x="21261" y="7476"/>
                  </a:lnTo>
                  <a:lnTo>
                    <a:pt x="17303" y="11478"/>
                  </a:lnTo>
                  <a:lnTo>
                    <a:pt x="5178" y="14868"/>
                  </a:lnTo>
                  <a:lnTo>
                    <a:pt x="0" y="2630"/>
                  </a:lnTo>
                  <a:lnTo>
                    <a:pt x="4307" y="807"/>
                  </a:lnTo>
                  <a:lnTo>
                    <a:pt x="4677" y="2538"/>
                  </a:lnTo>
                  <a:lnTo>
                    <a:pt x="6004" y="3363"/>
                  </a:lnTo>
                  <a:lnTo>
                    <a:pt x="9251" y="3298"/>
                  </a:lnTo>
                  <a:lnTo>
                    <a:pt x="16723" y="1787"/>
                  </a:lnTo>
                  <a:lnTo>
                    <a:pt x="21949" y="2728"/>
                  </a:lnTo>
                  <a:lnTo>
                    <a:pt x="25673" y="2290"/>
                  </a:lnTo>
                  <a:lnTo>
                    <a:pt x="2821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h1607"/>
            <p:cNvSpPr/>
            <p:nvPr/>
          </p:nvSpPr>
          <p:spPr>
            <a:xfrm>
              <a:off x="2890772" y="3378233"/>
              <a:ext cx="13606" cy="18271"/>
            </a:xfrm>
            <a:custGeom>
              <a:avLst/>
              <a:pathLst>
                <a:path w="13606" h="18271">
                  <a:moveTo>
                    <a:pt x="8221" y="228"/>
                  </a:moveTo>
                  <a:lnTo>
                    <a:pt x="9120" y="4626"/>
                  </a:lnTo>
                  <a:lnTo>
                    <a:pt x="10481" y="6427"/>
                  </a:lnTo>
                  <a:lnTo>
                    <a:pt x="13606" y="6800"/>
                  </a:lnTo>
                  <a:lnTo>
                    <a:pt x="13459" y="13091"/>
                  </a:lnTo>
                  <a:lnTo>
                    <a:pt x="12835" y="16355"/>
                  </a:lnTo>
                  <a:lnTo>
                    <a:pt x="11762" y="17770"/>
                  </a:lnTo>
                  <a:lnTo>
                    <a:pt x="8364" y="18271"/>
                  </a:lnTo>
                  <a:lnTo>
                    <a:pt x="5881" y="13649"/>
                  </a:lnTo>
                  <a:lnTo>
                    <a:pt x="2353" y="12485"/>
                  </a:lnTo>
                  <a:lnTo>
                    <a:pt x="1358" y="13014"/>
                  </a:lnTo>
                  <a:lnTo>
                    <a:pt x="0" y="7985"/>
                  </a:lnTo>
                  <a:lnTo>
                    <a:pt x="1621" y="1357"/>
                  </a:lnTo>
                  <a:lnTo>
                    <a:pt x="2648" y="1161"/>
                  </a:lnTo>
                  <a:lnTo>
                    <a:pt x="607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h1608"/>
            <p:cNvSpPr/>
            <p:nvPr/>
          </p:nvSpPr>
          <p:spPr>
            <a:xfrm>
              <a:off x="2932213" y="3309338"/>
              <a:ext cx="17746" cy="15486"/>
            </a:xfrm>
            <a:custGeom>
              <a:avLst/>
              <a:pathLst>
                <a:path w="17746" h="15486">
                  <a:moveTo>
                    <a:pt x="17498" y="0"/>
                  </a:moveTo>
                  <a:lnTo>
                    <a:pt x="17746" y="6853"/>
                  </a:lnTo>
                  <a:lnTo>
                    <a:pt x="10968" y="13777"/>
                  </a:lnTo>
                  <a:lnTo>
                    <a:pt x="6822" y="15486"/>
                  </a:lnTo>
                  <a:lnTo>
                    <a:pt x="2328" y="14459"/>
                  </a:lnTo>
                  <a:lnTo>
                    <a:pt x="1026" y="12925"/>
                  </a:lnTo>
                  <a:lnTo>
                    <a:pt x="0" y="10988"/>
                  </a:lnTo>
                  <a:lnTo>
                    <a:pt x="1565" y="6731"/>
                  </a:lnTo>
                  <a:lnTo>
                    <a:pt x="4073" y="5222"/>
                  </a:lnTo>
                  <a:lnTo>
                    <a:pt x="6067" y="5006"/>
                  </a:lnTo>
                  <a:lnTo>
                    <a:pt x="9198" y="8496"/>
                  </a:lnTo>
                  <a:lnTo>
                    <a:pt x="11901" y="8387"/>
                  </a:lnTo>
                  <a:lnTo>
                    <a:pt x="14099" y="70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h1609"/>
            <p:cNvSpPr/>
            <p:nvPr/>
          </p:nvSpPr>
          <p:spPr>
            <a:xfrm>
              <a:off x="3051856" y="3361524"/>
              <a:ext cx="11253" cy="8468"/>
            </a:xfrm>
            <a:custGeom>
              <a:avLst/>
              <a:pathLst>
                <a:path w="11253" h="8468">
                  <a:moveTo>
                    <a:pt x="6681" y="3062"/>
                  </a:moveTo>
                  <a:lnTo>
                    <a:pt x="11212" y="3439"/>
                  </a:lnTo>
                  <a:lnTo>
                    <a:pt x="11253" y="4459"/>
                  </a:lnTo>
                  <a:lnTo>
                    <a:pt x="7915" y="5742"/>
                  </a:lnTo>
                  <a:lnTo>
                    <a:pt x="7462" y="7158"/>
                  </a:lnTo>
                  <a:lnTo>
                    <a:pt x="6284" y="7717"/>
                  </a:lnTo>
                  <a:lnTo>
                    <a:pt x="577" y="8468"/>
                  </a:lnTo>
                  <a:lnTo>
                    <a:pt x="0" y="3690"/>
                  </a:lnTo>
                  <a:lnTo>
                    <a:pt x="1112" y="3442"/>
                  </a:lnTo>
                  <a:lnTo>
                    <a:pt x="1177" y="621"/>
                  </a:lnTo>
                  <a:lnTo>
                    <a:pt x="330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h1610"/>
            <p:cNvSpPr/>
            <p:nvPr/>
          </p:nvSpPr>
          <p:spPr>
            <a:xfrm>
              <a:off x="2812860" y="3424469"/>
              <a:ext cx="16368" cy="17095"/>
            </a:xfrm>
            <a:custGeom>
              <a:avLst/>
              <a:pathLst>
                <a:path w="16368" h="17095">
                  <a:moveTo>
                    <a:pt x="10524" y="379"/>
                  </a:moveTo>
                  <a:lnTo>
                    <a:pt x="15700" y="5778"/>
                  </a:lnTo>
                  <a:lnTo>
                    <a:pt x="16368" y="9908"/>
                  </a:lnTo>
                  <a:lnTo>
                    <a:pt x="13621" y="14842"/>
                  </a:lnTo>
                  <a:lnTo>
                    <a:pt x="11117" y="17095"/>
                  </a:lnTo>
                  <a:lnTo>
                    <a:pt x="3401" y="13313"/>
                  </a:lnTo>
                  <a:lnTo>
                    <a:pt x="1216" y="13629"/>
                  </a:lnTo>
                  <a:lnTo>
                    <a:pt x="349" y="11952"/>
                  </a:lnTo>
                  <a:lnTo>
                    <a:pt x="0" y="9347"/>
                  </a:lnTo>
                  <a:lnTo>
                    <a:pt x="2650" y="8561"/>
                  </a:lnTo>
                  <a:lnTo>
                    <a:pt x="5297" y="282"/>
                  </a:lnTo>
                  <a:lnTo>
                    <a:pt x="7213" y="1712"/>
                  </a:lnTo>
                  <a:lnTo>
                    <a:pt x="898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h1611"/>
            <p:cNvSpPr/>
            <p:nvPr/>
          </p:nvSpPr>
          <p:spPr>
            <a:xfrm>
              <a:off x="3192981" y="3473299"/>
              <a:ext cx="7949" cy="6401"/>
            </a:xfrm>
            <a:custGeom>
              <a:avLst/>
              <a:pathLst>
                <a:path w="7949" h="6401">
                  <a:moveTo>
                    <a:pt x="6890" y="0"/>
                  </a:moveTo>
                  <a:lnTo>
                    <a:pt x="7949" y="3928"/>
                  </a:lnTo>
                  <a:lnTo>
                    <a:pt x="5165" y="6001"/>
                  </a:lnTo>
                  <a:lnTo>
                    <a:pt x="103" y="6401"/>
                  </a:lnTo>
                  <a:lnTo>
                    <a:pt x="0" y="4837"/>
                  </a:lnTo>
                  <a:lnTo>
                    <a:pt x="2179" y="3515"/>
                  </a:lnTo>
                  <a:lnTo>
                    <a:pt x="1678" y="2246"/>
                  </a:lnTo>
                  <a:lnTo>
                    <a:pt x="784" y="44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h1612"/>
            <p:cNvSpPr/>
            <p:nvPr/>
          </p:nvSpPr>
          <p:spPr>
            <a:xfrm>
              <a:off x="2989871" y="3417066"/>
              <a:ext cx="5259" cy="3761"/>
            </a:xfrm>
            <a:custGeom>
              <a:avLst/>
              <a:pathLst>
                <a:path w="5259" h="3761">
                  <a:moveTo>
                    <a:pt x="4041" y="1196"/>
                  </a:moveTo>
                  <a:lnTo>
                    <a:pt x="5259" y="2380"/>
                  </a:lnTo>
                  <a:lnTo>
                    <a:pt x="3381" y="3591"/>
                  </a:lnTo>
                  <a:lnTo>
                    <a:pt x="417" y="3761"/>
                  </a:lnTo>
                  <a:lnTo>
                    <a:pt x="1488" y="3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h1613"/>
            <p:cNvSpPr/>
            <p:nvPr/>
          </p:nvSpPr>
          <p:spPr>
            <a:xfrm>
              <a:off x="2944429" y="3291264"/>
              <a:ext cx="13803" cy="10562"/>
            </a:xfrm>
            <a:custGeom>
              <a:avLst/>
              <a:pathLst>
                <a:path w="13803" h="10562">
                  <a:moveTo>
                    <a:pt x="13803" y="0"/>
                  </a:moveTo>
                  <a:lnTo>
                    <a:pt x="12285" y="655"/>
                  </a:lnTo>
                  <a:lnTo>
                    <a:pt x="8622" y="9747"/>
                  </a:lnTo>
                  <a:lnTo>
                    <a:pt x="4868" y="10562"/>
                  </a:lnTo>
                  <a:lnTo>
                    <a:pt x="0" y="5246"/>
                  </a:lnTo>
                  <a:lnTo>
                    <a:pt x="4693" y="1515"/>
                  </a:lnTo>
                  <a:lnTo>
                    <a:pt x="8160" y="31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h1614"/>
            <p:cNvSpPr/>
            <p:nvPr/>
          </p:nvSpPr>
          <p:spPr>
            <a:xfrm>
              <a:off x="2827459" y="3447578"/>
              <a:ext cx="16317" cy="11933"/>
            </a:xfrm>
            <a:custGeom>
              <a:avLst/>
              <a:pathLst>
                <a:path w="16317" h="11933">
                  <a:moveTo>
                    <a:pt x="12154" y="0"/>
                  </a:moveTo>
                  <a:lnTo>
                    <a:pt x="15237" y="2143"/>
                  </a:lnTo>
                  <a:lnTo>
                    <a:pt x="16317" y="5895"/>
                  </a:lnTo>
                  <a:lnTo>
                    <a:pt x="9589" y="11206"/>
                  </a:lnTo>
                  <a:lnTo>
                    <a:pt x="6398" y="11933"/>
                  </a:lnTo>
                  <a:lnTo>
                    <a:pt x="0" y="6971"/>
                  </a:lnTo>
                  <a:lnTo>
                    <a:pt x="2352" y="6420"/>
                  </a:lnTo>
                  <a:lnTo>
                    <a:pt x="8380" y="827"/>
                  </a:lnTo>
                  <a:lnTo>
                    <a:pt x="8023" y="1674"/>
                  </a:lnTo>
                  <a:lnTo>
                    <a:pt x="9252" y="231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h1615"/>
            <p:cNvSpPr/>
            <p:nvPr/>
          </p:nvSpPr>
          <p:spPr>
            <a:xfrm>
              <a:off x="3048676" y="3361203"/>
              <a:ext cx="3186" cy="948"/>
            </a:xfrm>
            <a:custGeom>
              <a:avLst/>
              <a:pathLst>
                <a:path w="3186" h="948">
                  <a:moveTo>
                    <a:pt x="3186" y="904"/>
                  </a:moveTo>
                  <a:lnTo>
                    <a:pt x="237" y="9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h1616"/>
            <p:cNvSpPr/>
            <p:nvPr/>
          </p:nvSpPr>
          <p:spPr>
            <a:xfrm>
              <a:off x="3188013" y="3442600"/>
              <a:ext cx="12008" cy="10279"/>
            </a:xfrm>
            <a:custGeom>
              <a:avLst/>
              <a:pathLst>
                <a:path w="12008" h="10279">
                  <a:moveTo>
                    <a:pt x="9854" y="1774"/>
                  </a:moveTo>
                  <a:lnTo>
                    <a:pt x="12008" y="3911"/>
                  </a:lnTo>
                  <a:lnTo>
                    <a:pt x="11046" y="3958"/>
                  </a:lnTo>
                  <a:lnTo>
                    <a:pt x="11218" y="7505"/>
                  </a:lnTo>
                  <a:lnTo>
                    <a:pt x="10564" y="6132"/>
                  </a:lnTo>
                  <a:lnTo>
                    <a:pt x="8472" y="5470"/>
                  </a:lnTo>
                  <a:lnTo>
                    <a:pt x="1014" y="10279"/>
                  </a:lnTo>
                  <a:lnTo>
                    <a:pt x="889" y="9971"/>
                  </a:lnTo>
                  <a:lnTo>
                    <a:pt x="0" y="5306"/>
                  </a:lnTo>
                  <a:lnTo>
                    <a:pt x="3808" y="44"/>
                  </a:lnTo>
                  <a:lnTo>
                    <a:pt x="539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h1617"/>
            <p:cNvSpPr/>
            <p:nvPr/>
          </p:nvSpPr>
          <p:spPr>
            <a:xfrm>
              <a:off x="2872155" y="3274187"/>
              <a:ext cx="17874" cy="15496"/>
            </a:xfrm>
            <a:custGeom>
              <a:avLst/>
              <a:pathLst>
                <a:path w="17874" h="15496">
                  <a:moveTo>
                    <a:pt x="10899" y="837"/>
                  </a:moveTo>
                  <a:lnTo>
                    <a:pt x="17874" y="5067"/>
                  </a:lnTo>
                  <a:lnTo>
                    <a:pt x="17594" y="9560"/>
                  </a:lnTo>
                  <a:lnTo>
                    <a:pt x="16290" y="10846"/>
                  </a:lnTo>
                  <a:lnTo>
                    <a:pt x="12233" y="11845"/>
                  </a:lnTo>
                  <a:lnTo>
                    <a:pt x="10558" y="10776"/>
                  </a:lnTo>
                  <a:lnTo>
                    <a:pt x="9652" y="12841"/>
                  </a:lnTo>
                  <a:lnTo>
                    <a:pt x="4773" y="15496"/>
                  </a:lnTo>
                  <a:lnTo>
                    <a:pt x="734" y="13796"/>
                  </a:lnTo>
                  <a:lnTo>
                    <a:pt x="0" y="11540"/>
                  </a:lnTo>
                  <a:lnTo>
                    <a:pt x="1986" y="9701"/>
                  </a:lnTo>
                  <a:lnTo>
                    <a:pt x="3800" y="6411"/>
                  </a:lnTo>
                  <a:lnTo>
                    <a:pt x="8094" y="520"/>
                  </a:lnTo>
                  <a:lnTo>
                    <a:pt x="903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h1618"/>
            <p:cNvSpPr/>
            <p:nvPr/>
          </p:nvSpPr>
          <p:spPr>
            <a:xfrm>
              <a:off x="2906304" y="3324928"/>
              <a:ext cx="8191" cy="7231"/>
            </a:xfrm>
            <a:custGeom>
              <a:avLst/>
              <a:pathLst>
                <a:path w="8191" h="7231">
                  <a:moveTo>
                    <a:pt x="6123" y="0"/>
                  </a:moveTo>
                  <a:lnTo>
                    <a:pt x="8030" y="4456"/>
                  </a:lnTo>
                  <a:lnTo>
                    <a:pt x="8191" y="6128"/>
                  </a:lnTo>
                  <a:lnTo>
                    <a:pt x="7503" y="7231"/>
                  </a:lnTo>
                  <a:lnTo>
                    <a:pt x="3331" y="7183"/>
                  </a:lnTo>
                  <a:lnTo>
                    <a:pt x="478" y="2726"/>
                  </a:lnTo>
                  <a:lnTo>
                    <a:pt x="0" y="76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h1619"/>
            <p:cNvSpPr/>
            <p:nvPr/>
          </p:nvSpPr>
          <p:spPr>
            <a:xfrm>
              <a:off x="3088616" y="3492127"/>
              <a:ext cx="59924" cy="46421"/>
            </a:xfrm>
            <a:custGeom>
              <a:avLst/>
              <a:pathLst>
                <a:path w="59924" h="46421">
                  <a:moveTo>
                    <a:pt x="54713" y="4163"/>
                  </a:moveTo>
                  <a:lnTo>
                    <a:pt x="54269" y="6189"/>
                  </a:lnTo>
                  <a:lnTo>
                    <a:pt x="59924" y="10218"/>
                  </a:lnTo>
                  <a:lnTo>
                    <a:pt x="52810" y="15639"/>
                  </a:lnTo>
                  <a:lnTo>
                    <a:pt x="43923" y="20070"/>
                  </a:lnTo>
                  <a:lnTo>
                    <a:pt x="39588" y="20944"/>
                  </a:lnTo>
                  <a:lnTo>
                    <a:pt x="38413" y="31686"/>
                  </a:lnTo>
                  <a:lnTo>
                    <a:pt x="31098" y="33748"/>
                  </a:lnTo>
                  <a:lnTo>
                    <a:pt x="26631" y="37277"/>
                  </a:lnTo>
                  <a:lnTo>
                    <a:pt x="8792" y="43024"/>
                  </a:lnTo>
                  <a:lnTo>
                    <a:pt x="1789" y="46421"/>
                  </a:lnTo>
                  <a:lnTo>
                    <a:pt x="0" y="38309"/>
                  </a:lnTo>
                  <a:lnTo>
                    <a:pt x="511" y="34422"/>
                  </a:lnTo>
                  <a:lnTo>
                    <a:pt x="5690" y="29168"/>
                  </a:lnTo>
                  <a:lnTo>
                    <a:pt x="12844" y="24843"/>
                  </a:lnTo>
                  <a:lnTo>
                    <a:pt x="16917" y="26096"/>
                  </a:lnTo>
                  <a:lnTo>
                    <a:pt x="20223" y="25779"/>
                  </a:lnTo>
                  <a:lnTo>
                    <a:pt x="23207" y="19478"/>
                  </a:lnTo>
                  <a:lnTo>
                    <a:pt x="25109" y="18596"/>
                  </a:lnTo>
                  <a:lnTo>
                    <a:pt x="28120" y="14996"/>
                  </a:lnTo>
                  <a:lnTo>
                    <a:pt x="30749" y="9007"/>
                  </a:lnTo>
                  <a:lnTo>
                    <a:pt x="34493" y="9326"/>
                  </a:lnTo>
                  <a:lnTo>
                    <a:pt x="35779" y="4850"/>
                  </a:lnTo>
                  <a:lnTo>
                    <a:pt x="38624" y="3225"/>
                  </a:lnTo>
                  <a:lnTo>
                    <a:pt x="47918" y="2887"/>
                  </a:lnTo>
                  <a:lnTo>
                    <a:pt x="49575" y="1509"/>
                  </a:lnTo>
                  <a:lnTo>
                    <a:pt x="51502" y="173"/>
                  </a:lnTo>
                  <a:lnTo>
                    <a:pt x="5336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h1620"/>
            <p:cNvSpPr/>
            <p:nvPr/>
          </p:nvSpPr>
          <p:spPr>
            <a:xfrm>
              <a:off x="2819041" y="3454549"/>
              <a:ext cx="18007" cy="12989"/>
            </a:xfrm>
            <a:custGeom>
              <a:avLst/>
              <a:pathLst>
                <a:path w="18007" h="12989">
                  <a:moveTo>
                    <a:pt x="8417" y="0"/>
                  </a:moveTo>
                  <a:lnTo>
                    <a:pt x="14816" y="4962"/>
                  </a:lnTo>
                  <a:lnTo>
                    <a:pt x="18007" y="4234"/>
                  </a:lnTo>
                  <a:lnTo>
                    <a:pt x="15120" y="8138"/>
                  </a:lnTo>
                  <a:lnTo>
                    <a:pt x="12777" y="11880"/>
                  </a:lnTo>
                  <a:lnTo>
                    <a:pt x="11773" y="12989"/>
                  </a:lnTo>
                  <a:lnTo>
                    <a:pt x="2864" y="7557"/>
                  </a:lnTo>
                  <a:lnTo>
                    <a:pt x="487" y="5083"/>
                  </a:lnTo>
                  <a:lnTo>
                    <a:pt x="0" y="262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h1621"/>
            <p:cNvSpPr/>
            <p:nvPr/>
          </p:nvSpPr>
          <p:spPr>
            <a:xfrm>
              <a:off x="2939620" y="3280951"/>
              <a:ext cx="13334" cy="14464"/>
            </a:xfrm>
            <a:custGeom>
              <a:avLst/>
              <a:pathLst>
                <a:path w="13334" h="14464">
                  <a:moveTo>
                    <a:pt x="13334" y="5548"/>
                  </a:moveTo>
                  <a:lnTo>
                    <a:pt x="10356" y="6390"/>
                  </a:lnTo>
                  <a:lnTo>
                    <a:pt x="6381" y="8770"/>
                  </a:lnTo>
                  <a:lnTo>
                    <a:pt x="2085" y="14464"/>
                  </a:lnTo>
                  <a:lnTo>
                    <a:pt x="1253" y="11516"/>
                  </a:lnTo>
                  <a:lnTo>
                    <a:pt x="0" y="3453"/>
                  </a:lnTo>
                  <a:lnTo>
                    <a:pt x="992" y="1468"/>
                  </a:lnTo>
                  <a:lnTo>
                    <a:pt x="7338" y="1632"/>
                  </a:lnTo>
                  <a:lnTo>
                    <a:pt x="10882" y="1096"/>
                  </a:lnTo>
                  <a:lnTo>
                    <a:pt x="1084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h1622"/>
            <p:cNvSpPr/>
            <p:nvPr/>
          </p:nvSpPr>
          <p:spPr>
            <a:xfrm>
              <a:off x="2942367" y="3470242"/>
              <a:ext cx="9472" cy="13064"/>
            </a:xfrm>
            <a:custGeom>
              <a:avLst/>
              <a:pathLst>
                <a:path w="9472" h="13064">
                  <a:moveTo>
                    <a:pt x="9472" y="6181"/>
                  </a:moveTo>
                  <a:lnTo>
                    <a:pt x="7507" y="13064"/>
                  </a:lnTo>
                  <a:lnTo>
                    <a:pt x="1979" y="10517"/>
                  </a:lnTo>
                  <a:lnTo>
                    <a:pt x="463" y="11771"/>
                  </a:lnTo>
                  <a:lnTo>
                    <a:pt x="0" y="2288"/>
                  </a:lnTo>
                  <a:lnTo>
                    <a:pt x="2781" y="1489"/>
                  </a:lnTo>
                  <a:lnTo>
                    <a:pt x="6894" y="2441"/>
                  </a:lnTo>
                  <a:lnTo>
                    <a:pt x="823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h1623"/>
            <p:cNvSpPr/>
            <p:nvPr/>
          </p:nvSpPr>
          <p:spPr>
            <a:xfrm>
              <a:off x="3179179" y="3473802"/>
              <a:ext cx="19237" cy="20116"/>
            </a:xfrm>
            <a:custGeom>
              <a:avLst/>
              <a:pathLst>
                <a:path w="19237" h="20116">
                  <a:moveTo>
                    <a:pt x="13560" y="2769"/>
                  </a:moveTo>
                  <a:lnTo>
                    <a:pt x="15292" y="2678"/>
                  </a:lnTo>
                  <a:lnTo>
                    <a:pt x="15480" y="1743"/>
                  </a:lnTo>
                  <a:lnTo>
                    <a:pt x="15981" y="3012"/>
                  </a:lnTo>
                  <a:lnTo>
                    <a:pt x="13802" y="4335"/>
                  </a:lnTo>
                  <a:lnTo>
                    <a:pt x="13906" y="5898"/>
                  </a:lnTo>
                  <a:lnTo>
                    <a:pt x="18967" y="5498"/>
                  </a:lnTo>
                  <a:lnTo>
                    <a:pt x="19237" y="9631"/>
                  </a:lnTo>
                  <a:lnTo>
                    <a:pt x="7162" y="14512"/>
                  </a:lnTo>
                  <a:lnTo>
                    <a:pt x="1660" y="19388"/>
                  </a:lnTo>
                  <a:lnTo>
                    <a:pt x="1661" y="20116"/>
                  </a:lnTo>
                  <a:lnTo>
                    <a:pt x="0" y="8197"/>
                  </a:lnTo>
                  <a:lnTo>
                    <a:pt x="1986" y="8207"/>
                  </a:lnTo>
                  <a:lnTo>
                    <a:pt x="1201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h1624"/>
            <p:cNvSpPr/>
            <p:nvPr/>
          </p:nvSpPr>
          <p:spPr>
            <a:xfrm>
              <a:off x="2900065" y="3339848"/>
              <a:ext cx="13230" cy="7619"/>
            </a:xfrm>
            <a:custGeom>
              <a:avLst/>
              <a:pathLst>
                <a:path w="13230" h="7619">
                  <a:moveTo>
                    <a:pt x="13230" y="4082"/>
                  </a:moveTo>
                  <a:lnTo>
                    <a:pt x="6687" y="7619"/>
                  </a:lnTo>
                  <a:lnTo>
                    <a:pt x="2974" y="6767"/>
                  </a:lnTo>
                  <a:lnTo>
                    <a:pt x="0" y="2542"/>
                  </a:lnTo>
                  <a:lnTo>
                    <a:pt x="6232" y="331"/>
                  </a:lnTo>
                  <a:lnTo>
                    <a:pt x="1040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h1625"/>
            <p:cNvSpPr/>
            <p:nvPr/>
          </p:nvSpPr>
          <p:spPr>
            <a:xfrm>
              <a:off x="2993913" y="3416265"/>
              <a:ext cx="4517" cy="3767"/>
            </a:xfrm>
            <a:custGeom>
              <a:avLst/>
              <a:pathLst>
                <a:path w="4517" h="3767">
                  <a:moveTo>
                    <a:pt x="4297" y="1980"/>
                  </a:moveTo>
                  <a:lnTo>
                    <a:pt x="4517" y="2165"/>
                  </a:lnTo>
                  <a:lnTo>
                    <a:pt x="4394" y="3767"/>
                  </a:lnTo>
                  <a:lnTo>
                    <a:pt x="1218" y="3180"/>
                  </a:lnTo>
                  <a:lnTo>
                    <a:pt x="0" y="1996"/>
                  </a:lnTo>
                  <a:lnTo>
                    <a:pt x="117" y="1523"/>
                  </a:lnTo>
                  <a:lnTo>
                    <a:pt x="1259" y="1205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h1626"/>
            <p:cNvSpPr/>
            <p:nvPr/>
          </p:nvSpPr>
          <p:spPr>
            <a:xfrm>
              <a:off x="3047983" y="3444050"/>
              <a:ext cx="15668" cy="20011"/>
            </a:xfrm>
            <a:custGeom>
              <a:avLst/>
              <a:pathLst>
                <a:path w="15668" h="20011">
                  <a:moveTo>
                    <a:pt x="5895" y="306"/>
                  </a:moveTo>
                  <a:lnTo>
                    <a:pt x="4803" y="1017"/>
                  </a:lnTo>
                  <a:lnTo>
                    <a:pt x="10502" y="9203"/>
                  </a:lnTo>
                  <a:lnTo>
                    <a:pt x="15668" y="14428"/>
                  </a:lnTo>
                  <a:lnTo>
                    <a:pt x="14357" y="19209"/>
                  </a:lnTo>
                  <a:lnTo>
                    <a:pt x="7395" y="20011"/>
                  </a:lnTo>
                  <a:lnTo>
                    <a:pt x="2052" y="19050"/>
                  </a:lnTo>
                  <a:lnTo>
                    <a:pt x="2269" y="17761"/>
                  </a:lnTo>
                  <a:lnTo>
                    <a:pt x="0" y="14176"/>
                  </a:lnTo>
                  <a:lnTo>
                    <a:pt x="248" y="11746"/>
                  </a:lnTo>
                  <a:lnTo>
                    <a:pt x="2379" y="12759"/>
                  </a:lnTo>
                  <a:lnTo>
                    <a:pt x="327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h1627"/>
            <p:cNvSpPr/>
            <p:nvPr/>
          </p:nvSpPr>
          <p:spPr>
            <a:xfrm>
              <a:off x="3123042" y="3329706"/>
              <a:ext cx="69205" cy="58621"/>
            </a:xfrm>
            <a:custGeom>
              <a:avLst/>
              <a:pathLst>
                <a:path w="69205" h="58621">
                  <a:moveTo>
                    <a:pt x="58063" y="2432"/>
                  </a:moveTo>
                  <a:lnTo>
                    <a:pt x="58100" y="3461"/>
                  </a:lnTo>
                  <a:lnTo>
                    <a:pt x="60106" y="5809"/>
                  </a:lnTo>
                  <a:lnTo>
                    <a:pt x="64477" y="4712"/>
                  </a:lnTo>
                  <a:lnTo>
                    <a:pt x="61500" y="13"/>
                  </a:lnTo>
                  <a:lnTo>
                    <a:pt x="68454" y="284"/>
                  </a:lnTo>
                  <a:lnTo>
                    <a:pt x="67921" y="5750"/>
                  </a:lnTo>
                  <a:lnTo>
                    <a:pt x="66397" y="6165"/>
                  </a:lnTo>
                  <a:lnTo>
                    <a:pt x="64229" y="6255"/>
                  </a:lnTo>
                  <a:lnTo>
                    <a:pt x="61514" y="6335"/>
                  </a:lnTo>
                  <a:lnTo>
                    <a:pt x="61999" y="8541"/>
                  </a:lnTo>
                  <a:lnTo>
                    <a:pt x="61397" y="10671"/>
                  </a:lnTo>
                  <a:lnTo>
                    <a:pt x="54692" y="10798"/>
                  </a:lnTo>
                  <a:lnTo>
                    <a:pt x="54490" y="7071"/>
                  </a:lnTo>
                  <a:lnTo>
                    <a:pt x="52249" y="6686"/>
                  </a:lnTo>
                  <a:lnTo>
                    <a:pt x="51509" y="15482"/>
                  </a:lnTo>
                  <a:lnTo>
                    <a:pt x="53235" y="16283"/>
                  </a:lnTo>
                  <a:lnTo>
                    <a:pt x="56690" y="16373"/>
                  </a:lnTo>
                  <a:lnTo>
                    <a:pt x="61058" y="14082"/>
                  </a:lnTo>
                  <a:lnTo>
                    <a:pt x="61760" y="14781"/>
                  </a:lnTo>
                  <a:lnTo>
                    <a:pt x="61035" y="21209"/>
                  </a:lnTo>
                  <a:lnTo>
                    <a:pt x="60181" y="21749"/>
                  </a:lnTo>
                  <a:lnTo>
                    <a:pt x="51026" y="22456"/>
                  </a:lnTo>
                  <a:lnTo>
                    <a:pt x="50990" y="21872"/>
                  </a:lnTo>
                  <a:lnTo>
                    <a:pt x="52562" y="21757"/>
                  </a:lnTo>
                  <a:lnTo>
                    <a:pt x="52460" y="20346"/>
                  </a:lnTo>
                  <a:lnTo>
                    <a:pt x="48512" y="20599"/>
                  </a:lnTo>
                  <a:lnTo>
                    <a:pt x="49310" y="28282"/>
                  </a:lnTo>
                  <a:lnTo>
                    <a:pt x="51380" y="28090"/>
                  </a:lnTo>
                  <a:lnTo>
                    <a:pt x="51050" y="24933"/>
                  </a:lnTo>
                  <a:lnTo>
                    <a:pt x="55242" y="24534"/>
                  </a:lnTo>
                  <a:lnTo>
                    <a:pt x="55327" y="25172"/>
                  </a:lnTo>
                  <a:lnTo>
                    <a:pt x="55823" y="28617"/>
                  </a:lnTo>
                  <a:lnTo>
                    <a:pt x="64717" y="28831"/>
                  </a:lnTo>
                  <a:lnTo>
                    <a:pt x="65510" y="27520"/>
                  </a:lnTo>
                  <a:lnTo>
                    <a:pt x="67373" y="27425"/>
                  </a:lnTo>
                  <a:lnTo>
                    <a:pt x="69005" y="28592"/>
                  </a:lnTo>
                  <a:lnTo>
                    <a:pt x="69205" y="30294"/>
                  </a:lnTo>
                  <a:lnTo>
                    <a:pt x="69159" y="31201"/>
                  </a:lnTo>
                  <a:lnTo>
                    <a:pt x="64862" y="32976"/>
                  </a:lnTo>
                  <a:lnTo>
                    <a:pt x="59974" y="33193"/>
                  </a:lnTo>
                  <a:lnTo>
                    <a:pt x="59845" y="31888"/>
                  </a:lnTo>
                  <a:lnTo>
                    <a:pt x="57225" y="30977"/>
                  </a:lnTo>
                  <a:lnTo>
                    <a:pt x="50218" y="31730"/>
                  </a:lnTo>
                  <a:lnTo>
                    <a:pt x="49920" y="36222"/>
                  </a:lnTo>
                  <a:lnTo>
                    <a:pt x="51680" y="37314"/>
                  </a:lnTo>
                  <a:lnTo>
                    <a:pt x="56939" y="36794"/>
                  </a:lnTo>
                  <a:lnTo>
                    <a:pt x="54166" y="42983"/>
                  </a:lnTo>
                  <a:lnTo>
                    <a:pt x="56036" y="46727"/>
                  </a:lnTo>
                  <a:lnTo>
                    <a:pt x="57956" y="46938"/>
                  </a:lnTo>
                  <a:lnTo>
                    <a:pt x="58885" y="47929"/>
                  </a:lnTo>
                  <a:lnTo>
                    <a:pt x="57363" y="49413"/>
                  </a:lnTo>
                  <a:lnTo>
                    <a:pt x="51990" y="48957"/>
                  </a:lnTo>
                  <a:lnTo>
                    <a:pt x="48432" y="50167"/>
                  </a:lnTo>
                  <a:lnTo>
                    <a:pt x="48097" y="53240"/>
                  </a:lnTo>
                  <a:lnTo>
                    <a:pt x="47115" y="54720"/>
                  </a:lnTo>
                  <a:lnTo>
                    <a:pt x="45182" y="57542"/>
                  </a:lnTo>
                  <a:lnTo>
                    <a:pt x="45198" y="58050"/>
                  </a:lnTo>
                  <a:lnTo>
                    <a:pt x="41630" y="58490"/>
                  </a:lnTo>
                  <a:lnTo>
                    <a:pt x="40306" y="57752"/>
                  </a:lnTo>
                  <a:lnTo>
                    <a:pt x="39711" y="56119"/>
                  </a:lnTo>
                  <a:lnTo>
                    <a:pt x="36623" y="55220"/>
                  </a:lnTo>
                  <a:lnTo>
                    <a:pt x="33413" y="56862"/>
                  </a:lnTo>
                  <a:lnTo>
                    <a:pt x="32345" y="55536"/>
                  </a:lnTo>
                  <a:lnTo>
                    <a:pt x="31517" y="58621"/>
                  </a:lnTo>
                  <a:lnTo>
                    <a:pt x="25536" y="52450"/>
                  </a:lnTo>
                  <a:lnTo>
                    <a:pt x="20906" y="55892"/>
                  </a:lnTo>
                  <a:lnTo>
                    <a:pt x="19780" y="56095"/>
                  </a:lnTo>
                  <a:lnTo>
                    <a:pt x="16629" y="51815"/>
                  </a:lnTo>
                  <a:lnTo>
                    <a:pt x="14180" y="50858"/>
                  </a:lnTo>
                  <a:lnTo>
                    <a:pt x="11321" y="52476"/>
                  </a:lnTo>
                  <a:lnTo>
                    <a:pt x="5859" y="52330"/>
                  </a:lnTo>
                  <a:lnTo>
                    <a:pt x="5872" y="54656"/>
                  </a:lnTo>
                  <a:lnTo>
                    <a:pt x="3400" y="55338"/>
                  </a:lnTo>
                  <a:lnTo>
                    <a:pt x="236" y="50987"/>
                  </a:lnTo>
                  <a:lnTo>
                    <a:pt x="0" y="47069"/>
                  </a:lnTo>
                  <a:lnTo>
                    <a:pt x="996" y="42429"/>
                  </a:lnTo>
                  <a:lnTo>
                    <a:pt x="2586" y="43335"/>
                  </a:lnTo>
                  <a:lnTo>
                    <a:pt x="3295" y="41843"/>
                  </a:lnTo>
                  <a:lnTo>
                    <a:pt x="6417" y="32576"/>
                  </a:lnTo>
                  <a:lnTo>
                    <a:pt x="6765" y="28971"/>
                  </a:lnTo>
                  <a:lnTo>
                    <a:pt x="10694" y="27523"/>
                  </a:lnTo>
                  <a:lnTo>
                    <a:pt x="10428" y="21984"/>
                  </a:lnTo>
                  <a:lnTo>
                    <a:pt x="15429" y="19635"/>
                  </a:lnTo>
                  <a:lnTo>
                    <a:pt x="15830" y="15644"/>
                  </a:lnTo>
                  <a:lnTo>
                    <a:pt x="14636" y="15191"/>
                  </a:lnTo>
                  <a:lnTo>
                    <a:pt x="14218" y="13773"/>
                  </a:lnTo>
                  <a:lnTo>
                    <a:pt x="17176" y="10526"/>
                  </a:lnTo>
                  <a:lnTo>
                    <a:pt x="18703" y="10830"/>
                  </a:lnTo>
                  <a:lnTo>
                    <a:pt x="19375" y="13063"/>
                  </a:lnTo>
                  <a:lnTo>
                    <a:pt x="17862" y="17889"/>
                  </a:lnTo>
                  <a:lnTo>
                    <a:pt x="22834" y="14152"/>
                  </a:lnTo>
                  <a:lnTo>
                    <a:pt x="36619" y="13502"/>
                  </a:lnTo>
                  <a:lnTo>
                    <a:pt x="37119" y="11615"/>
                  </a:lnTo>
                  <a:lnTo>
                    <a:pt x="34745" y="9284"/>
                  </a:lnTo>
                  <a:lnTo>
                    <a:pt x="33948" y="7009"/>
                  </a:lnTo>
                  <a:lnTo>
                    <a:pt x="33837" y="2311"/>
                  </a:lnTo>
                  <a:lnTo>
                    <a:pt x="4973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h1628"/>
            <p:cNvSpPr/>
            <p:nvPr/>
          </p:nvSpPr>
          <p:spPr>
            <a:xfrm>
              <a:off x="2867011" y="3323013"/>
              <a:ext cx="16138" cy="13022"/>
            </a:xfrm>
            <a:custGeom>
              <a:avLst/>
              <a:pathLst>
                <a:path w="16138" h="13022">
                  <a:moveTo>
                    <a:pt x="9555" y="296"/>
                  </a:moveTo>
                  <a:lnTo>
                    <a:pt x="11222" y="5633"/>
                  </a:lnTo>
                  <a:lnTo>
                    <a:pt x="13199" y="6131"/>
                  </a:lnTo>
                  <a:lnTo>
                    <a:pt x="16138" y="9480"/>
                  </a:lnTo>
                  <a:lnTo>
                    <a:pt x="11529" y="11451"/>
                  </a:lnTo>
                  <a:lnTo>
                    <a:pt x="7568" y="11791"/>
                  </a:lnTo>
                  <a:lnTo>
                    <a:pt x="6067" y="13022"/>
                  </a:lnTo>
                  <a:lnTo>
                    <a:pt x="0" y="6334"/>
                  </a:lnTo>
                  <a:lnTo>
                    <a:pt x="133" y="4746"/>
                  </a:lnTo>
                  <a:lnTo>
                    <a:pt x="758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h1629"/>
            <p:cNvSpPr/>
            <p:nvPr/>
          </p:nvSpPr>
          <p:spPr>
            <a:xfrm>
              <a:off x="3021418" y="3377129"/>
              <a:ext cx="6981" cy="8687"/>
            </a:xfrm>
            <a:custGeom>
              <a:avLst/>
              <a:pathLst>
                <a:path w="6981" h="8687">
                  <a:moveTo>
                    <a:pt x="6981" y="2967"/>
                  </a:moveTo>
                  <a:lnTo>
                    <a:pt x="5817" y="8687"/>
                  </a:lnTo>
                  <a:lnTo>
                    <a:pt x="0" y="8614"/>
                  </a:lnTo>
                  <a:lnTo>
                    <a:pt x="346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h1630"/>
            <p:cNvSpPr/>
            <p:nvPr/>
          </p:nvSpPr>
          <p:spPr>
            <a:xfrm>
              <a:off x="3050080" y="3474970"/>
              <a:ext cx="25734" cy="19112"/>
            </a:xfrm>
            <a:custGeom>
              <a:avLst/>
              <a:pathLst>
                <a:path w="25734" h="19112">
                  <a:moveTo>
                    <a:pt x="1423" y="1566"/>
                  </a:moveTo>
                  <a:lnTo>
                    <a:pt x="2993" y="2145"/>
                  </a:lnTo>
                  <a:lnTo>
                    <a:pt x="7316" y="3275"/>
                  </a:lnTo>
                  <a:lnTo>
                    <a:pt x="9747" y="2558"/>
                  </a:lnTo>
                  <a:lnTo>
                    <a:pt x="11589" y="3302"/>
                  </a:lnTo>
                  <a:lnTo>
                    <a:pt x="14807" y="5145"/>
                  </a:lnTo>
                  <a:lnTo>
                    <a:pt x="16149" y="7076"/>
                  </a:lnTo>
                  <a:lnTo>
                    <a:pt x="16165" y="9041"/>
                  </a:lnTo>
                  <a:lnTo>
                    <a:pt x="21825" y="12380"/>
                  </a:lnTo>
                  <a:lnTo>
                    <a:pt x="25734" y="17373"/>
                  </a:lnTo>
                  <a:lnTo>
                    <a:pt x="23511" y="19112"/>
                  </a:lnTo>
                  <a:lnTo>
                    <a:pt x="19906" y="18793"/>
                  </a:lnTo>
                  <a:lnTo>
                    <a:pt x="6817" y="14952"/>
                  </a:lnTo>
                  <a:lnTo>
                    <a:pt x="4351" y="11482"/>
                  </a:lnTo>
                  <a:lnTo>
                    <a:pt x="2982" y="8372"/>
                  </a:lnTo>
                  <a:lnTo>
                    <a:pt x="1182" y="7043"/>
                  </a:lnTo>
                  <a:lnTo>
                    <a:pt x="0" y="1486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h1631"/>
            <p:cNvSpPr/>
            <p:nvPr/>
          </p:nvSpPr>
          <p:spPr>
            <a:xfrm>
              <a:off x="2883035" y="3371090"/>
              <a:ext cx="8374" cy="8130"/>
            </a:xfrm>
            <a:custGeom>
              <a:avLst/>
              <a:pathLst>
                <a:path w="8374" h="8130">
                  <a:moveTo>
                    <a:pt x="8374" y="5236"/>
                  </a:moveTo>
                  <a:lnTo>
                    <a:pt x="2629" y="8130"/>
                  </a:lnTo>
                  <a:lnTo>
                    <a:pt x="0" y="3047"/>
                  </a:lnTo>
                  <a:lnTo>
                    <a:pt x="2273" y="1162"/>
                  </a:lnTo>
                  <a:lnTo>
                    <a:pt x="696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h1632"/>
            <p:cNvSpPr/>
            <p:nvPr/>
          </p:nvSpPr>
          <p:spPr>
            <a:xfrm>
              <a:off x="2961663" y="3228727"/>
              <a:ext cx="2981" cy="3188"/>
            </a:xfrm>
            <a:custGeom>
              <a:avLst/>
              <a:pathLst>
                <a:path w="2981" h="3188">
                  <a:moveTo>
                    <a:pt x="2760" y="0"/>
                  </a:moveTo>
                  <a:lnTo>
                    <a:pt x="2981" y="3160"/>
                  </a:lnTo>
                  <a:lnTo>
                    <a:pt x="0" y="3188"/>
                  </a:lnTo>
                  <a:lnTo>
                    <a:pt x="510" y="767"/>
                  </a:lnTo>
                  <a:lnTo>
                    <a:pt x="1413" y="1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h1633"/>
            <p:cNvSpPr/>
            <p:nvPr/>
          </p:nvSpPr>
          <p:spPr>
            <a:xfrm>
              <a:off x="3100055" y="3378108"/>
              <a:ext cx="10129" cy="11570"/>
            </a:xfrm>
            <a:custGeom>
              <a:avLst/>
              <a:pathLst>
                <a:path w="10129" h="11570">
                  <a:moveTo>
                    <a:pt x="9494" y="5607"/>
                  </a:moveTo>
                  <a:lnTo>
                    <a:pt x="10129" y="7570"/>
                  </a:lnTo>
                  <a:lnTo>
                    <a:pt x="6311" y="8437"/>
                  </a:lnTo>
                  <a:lnTo>
                    <a:pt x="4051" y="10556"/>
                  </a:lnTo>
                  <a:lnTo>
                    <a:pt x="1426" y="11570"/>
                  </a:lnTo>
                  <a:lnTo>
                    <a:pt x="515" y="10531"/>
                  </a:lnTo>
                  <a:lnTo>
                    <a:pt x="0" y="6400"/>
                  </a:lnTo>
                  <a:lnTo>
                    <a:pt x="784" y="4274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h1634"/>
            <p:cNvSpPr/>
            <p:nvPr/>
          </p:nvSpPr>
          <p:spPr>
            <a:xfrm>
              <a:off x="3063757" y="3395373"/>
              <a:ext cx="33402" cy="34721"/>
            </a:xfrm>
            <a:custGeom>
              <a:avLst/>
              <a:pathLst>
                <a:path w="33402" h="34721">
                  <a:moveTo>
                    <a:pt x="19010" y="2031"/>
                  </a:moveTo>
                  <a:lnTo>
                    <a:pt x="23342" y="321"/>
                  </a:lnTo>
                  <a:lnTo>
                    <a:pt x="25701" y="2164"/>
                  </a:lnTo>
                  <a:lnTo>
                    <a:pt x="24264" y="4492"/>
                  </a:lnTo>
                  <a:lnTo>
                    <a:pt x="24974" y="6433"/>
                  </a:lnTo>
                  <a:lnTo>
                    <a:pt x="33402" y="12927"/>
                  </a:lnTo>
                  <a:lnTo>
                    <a:pt x="32851" y="16225"/>
                  </a:lnTo>
                  <a:lnTo>
                    <a:pt x="33364" y="18921"/>
                  </a:lnTo>
                  <a:lnTo>
                    <a:pt x="31859" y="25972"/>
                  </a:lnTo>
                  <a:lnTo>
                    <a:pt x="28142" y="30924"/>
                  </a:lnTo>
                  <a:lnTo>
                    <a:pt x="18271" y="34721"/>
                  </a:lnTo>
                  <a:lnTo>
                    <a:pt x="14799" y="34217"/>
                  </a:lnTo>
                  <a:lnTo>
                    <a:pt x="14366" y="34117"/>
                  </a:lnTo>
                  <a:lnTo>
                    <a:pt x="12432" y="33888"/>
                  </a:lnTo>
                  <a:lnTo>
                    <a:pt x="3982" y="22281"/>
                  </a:lnTo>
                  <a:lnTo>
                    <a:pt x="4141" y="21466"/>
                  </a:lnTo>
                  <a:lnTo>
                    <a:pt x="2512" y="11804"/>
                  </a:lnTo>
                  <a:lnTo>
                    <a:pt x="0" y="5791"/>
                  </a:lnTo>
                  <a:lnTo>
                    <a:pt x="3978" y="4650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h1635"/>
            <p:cNvSpPr/>
            <p:nvPr/>
          </p:nvSpPr>
          <p:spPr>
            <a:xfrm>
              <a:off x="2989676" y="3267476"/>
              <a:ext cx="19338" cy="20658"/>
            </a:xfrm>
            <a:custGeom>
              <a:avLst/>
              <a:pathLst>
                <a:path w="19338" h="20658">
                  <a:moveTo>
                    <a:pt x="8908" y="977"/>
                  </a:moveTo>
                  <a:lnTo>
                    <a:pt x="15001" y="8097"/>
                  </a:lnTo>
                  <a:lnTo>
                    <a:pt x="17392" y="6759"/>
                  </a:lnTo>
                  <a:lnTo>
                    <a:pt x="19338" y="10906"/>
                  </a:lnTo>
                  <a:lnTo>
                    <a:pt x="19036" y="12756"/>
                  </a:lnTo>
                  <a:lnTo>
                    <a:pt x="16058" y="16030"/>
                  </a:lnTo>
                  <a:lnTo>
                    <a:pt x="14642" y="20658"/>
                  </a:lnTo>
                  <a:lnTo>
                    <a:pt x="12963" y="19778"/>
                  </a:lnTo>
                  <a:lnTo>
                    <a:pt x="11689" y="16312"/>
                  </a:lnTo>
                  <a:lnTo>
                    <a:pt x="10624" y="15619"/>
                  </a:lnTo>
                  <a:lnTo>
                    <a:pt x="7859" y="15678"/>
                  </a:lnTo>
                  <a:lnTo>
                    <a:pt x="5670" y="13724"/>
                  </a:lnTo>
                  <a:lnTo>
                    <a:pt x="2501" y="13416"/>
                  </a:lnTo>
                  <a:lnTo>
                    <a:pt x="0" y="8830"/>
                  </a:lnTo>
                  <a:lnTo>
                    <a:pt x="1140" y="7140"/>
                  </a:lnTo>
                  <a:lnTo>
                    <a:pt x="2253" y="6193"/>
                  </a:lnTo>
                  <a:lnTo>
                    <a:pt x="456" y="3272"/>
                  </a:lnTo>
                  <a:lnTo>
                    <a:pt x="329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h1636"/>
            <p:cNvSpPr/>
            <p:nvPr/>
          </p:nvSpPr>
          <p:spPr>
            <a:xfrm>
              <a:off x="3009775" y="3422830"/>
              <a:ext cx="16687" cy="14762"/>
            </a:xfrm>
            <a:custGeom>
              <a:avLst/>
              <a:pathLst>
                <a:path w="16687" h="14762">
                  <a:moveTo>
                    <a:pt x="11906" y="1034"/>
                  </a:moveTo>
                  <a:lnTo>
                    <a:pt x="14187" y="4387"/>
                  </a:lnTo>
                  <a:lnTo>
                    <a:pt x="15861" y="4597"/>
                  </a:lnTo>
                  <a:lnTo>
                    <a:pt x="16447" y="6256"/>
                  </a:lnTo>
                  <a:lnTo>
                    <a:pt x="13525" y="8248"/>
                  </a:lnTo>
                  <a:lnTo>
                    <a:pt x="16687" y="12379"/>
                  </a:lnTo>
                  <a:lnTo>
                    <a:pt x="16164" y="14762"/>
                  </a:lnTo>
                  <a:lnTo>
                    <a:pt x="11215" y="12942"/>
                  </a:lnTo>
                  <a:lnTo>
                    <a:pt x="1214" y="11897"/>
                  </a:lnTo>
                  <a:lnTo>
                    <a:pt x="0" y="8080"/>
                  </a:lnTo>
                  <a:lnTo>
                    <a:pt x="898" y="6875"/>
                  </a:lnTo>
                  <a:lnTo>
                    <a:pt x="4018" y="4835"/>
                  </a:lnTo>
                  <a:lnTo>
                    <a:pt x="7887" y="5692"/>
                  </a:lnTo>
                  <a:lnTo>
                    <a:pt x="9103" y="189"/>
                  </a:lnTo>
                  <a:lnTo>
                    <a:pt x="1035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h1637"/>
            <p:cNvSpPr/>
            <p:nvPr/>
          </p:nvSpPr>
          <p:spPr>
            <a:xfrm>
              <a:off x="3029440" y="3323442"/>
              <a:ext cx="9768" cy="8195"/>
            </a:xfrm>
            <a:custGeom>
              <a:avLst/>
              <a:pathLst>
                <a:path w="9768" h="8195">
                  <a:moveTo>
                    <a:pt x="9768" y="4112"/>
                  </a:moveTo>
                  <a:lnTo>
                    <a:pt x="9606" y="5188"/>
                  </a:lnTo>
                  <a:lnTo>
                    <a:pt x="4195" y="8195"/>
                  </a:lnTo>
                  <a:lnTo>
                    <a:pt x="0" y="7752"/>
                  </a:lnTo>
                  <a:lnTo>
                    <a:pt x="1511" y="6245"/>
                  </a:lnTo>
                  <a:lnTo>
                    <a:pt x="677" y="2767"/>
                  </a:lnTo>
                  <a:lnTo>
                    <a:pt x="117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h1638"/>
            <p:cNvSpPr/>
            <p:nvPr/>
          </p:nvSpPr>
          <p:spPr>
            <a:xfrm>
              <a:off x="3001551" y="3291664"/>
              <a:ext cx="33915" cy="17692"/>
            </a:xfrm>
            <a:custGeom>
              <a:avLst/>
              <a:pathLst>
                <a:path w="33915" h="17692">
                  <a:moveTo>
                    <a:pt x="33915" y="333"/>
                  </a:moveTo>
                  <a:lnTo>
                    <a:pt x="32945" y="3611"/>
                  </a:lnTo>
                  <a:lnTo>
                    <a:pt x="30296" y="4101"/>
                  </a:lnTo>
                  <a:lnTo>
                    <a:pt x="28362" y="6316"/>
                  </a:lnTo>
                  <a:lnTo>
                    <a:pt x="27802" y="7372"/>
                  </a:lnTo>
                  <a:lnTo>
                    <a:pt x="31097" y="9386"/>
                  </a:lnTo>
                  <a:lnTo>
                    <a:pt x="26717" y="13845"/>
                  </a:lnTo>
                  <a:lnTo>
                    <a:pt x="23505" y="14941"/>
                  </a:lnTo>
                  <a:lnTo>
                    <a:pt x="18535" y="14438"/>
                  </a:lnTo>
                  <a:lnTo>
                    <a:pt x="11570" y="17692"/>
                  </a:lnTo>
                  <a:lnTo>
                    <a:pt x="8880" y="16544"/>
                  </a:lnTo>
                  <a:lnTo>
                    <a:pt x="7605" y="14068"/>
                  </a:lnTo>
                  <a:lnTo>
                    <a:pt x="14149" y="10363"/>
                  </a:lnTo>
                  <a:lnTo>
                    <a:pt x="13376" y="9262"/>
                  </a:lnTo>
                  <a:lnTo>
                    <a:pt x="4565" y="9460"/>
                  </a:lnTo>
                  <a:lnTo>
                    <a:pt x="1916" y="11727"/>
                  </a:lnTo>
                  <a:lnTo>
                    <a:pt x="0" y="9414"/>
                  </a:lnTo>
                  <a:lnTo>
                    <a:pt x="7390" y="4526"/>
                  </a:lnTo>
                  <a:lnTo>
                    <a:pt x="14846" y="8025"/>
                  </a:lnTo>
                  <a:lnTo>
                    <a:pt x="18296" y="4765"/>
                  </a:lnTo>
                  <a:lnTo>
                    <a:pt x="3060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h1639"/>
            <p:cNvSpPr/>
            <p:nvPr/>
          </p:nvSpPr>
          <p:spPr>
            <a:xfrm>
              <a:off x="2873120" y="3314970"/>
              <a:ext cx="33662" cy="17185"/>
            </a:xfrm>
            <a:custGeom>
              <a:avLst/>
              <a:pathLst>
                <a:path w="33662" h="17185">
                  <a:moveTo>
                    <a:pt x="23851" y="1464"/>
                  </a:moveTo>
                  <a:lnTo>
                    <a:pt x="26732" y="4701"/>
                  </a:lnTo>
                  <a:lnTo>
                    <a:pt x="30231" y="3367"/>
                  </a:lnTo>
                  <a:lnTo>
                    <a:pt x="31585" y="3666"/>
                  </a:lnTo>
                  <a:lnTo>
                    <a:pt x="33007" y="7127"/>
                  </a:lnTo>
                  <a:lnTo>
                    <a:pt x="33183" y="10722"/>
                  </a:lnTo>
                  <a:lnTo>
                    <a:pt x="33662" y="12684"/>
                  </a:lnTo>
                  <a:lnTo>
                    <a:pt x="31815" y="12252"/>
                  </a:lnTo>
                  <a:lnTo>
                    <a:pt x="32040" y="11607"/>
                  </a:lnTo>
                  <a:lnTo>
                    <a:pt x="29907" y="9927"/>
                  </a:lnTo>
                  <a:lnTo>
                    <a:pt x="25976" y="9942"/>
                  </a:lnTo>
                  <a:lnTo>
                    <a:pt x="23873" y="10802"/>
                  </a:lnTo>
                  <a:lnTo>
                    <a:pt x="23257" y="14409"/>
                  </a:lnTo>
                  <a:lnTo>
                    <a:pt x="23734" y="17185"/>
                  </a:lnTo>
                  <a:lnTo>
                    <a:pt x="20503" y="13394"/>
                  </a:lnTo>
                  <a:lnTo>
                    <a:pt x="16631" y="14432"/>
                  </a:lnTo>
                  <a:lnTo>
                    <a:pt x="15961" y="14038"/>
                  </a:lnTo>
                  <a:lnTo>
                    <a:pt x="14928" y="10169"/>
                  </a:lnTo>
                  <a:lnTo>
                    <a:pt x="7930" y="5748"/>
                  </a:lnTo>
                  <a:lnTo>
                    <a:pt x="3445" y="8339"/>
                  </a:lnTo>
                  <a:lnTo>
                    <a:pt x="1476" y="8042"/>
                  </a:lnTo>
                  <a:lnTo>
                    <a:pt x="0" y="3708"/>
                  </a:lnTo>
                  <a:lnTo>
                    <a:pt x="1411" y="2841"/>
                  </a:lnTo>
                  <a:lnTo>
                    <a:pt x="5197" y="2896"/>
                  </a:lnTo>
                  <a:lnTo>
                    <a:pt x="8810" y="807"/>
                  </a:lnTo>
                  <a:lnTo>
                    <a:pt x="12173" y="281"/>
                  </a:lnTo>
                  <a:lnTo>
                    <a:pt x="1774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h1640"/>
            <p:cNvSpPr/>
            <p:nvPr/>
          </p:nvSpPr>
          <p:spPr>
            <a:xfrm>
              <a:off x="2844455" y="3233954"/>
              <a:ext cx="36793" cy="20911"/>
            </a:xfrm>
            <a:custGeom>
              <a:avLst/>
              <a:pathLst>
                <a:path w="36793" h="20911">
                  <a:moveTo>
                    <a:pt x="25958" y="332"/>
                  </a:moveTo>
                  <a:lnTo>
                    <a:pt x="30617" y="3303"/>
                  </a:lnTo>
                  <a:lnTo>
                    <a:pt x="32963" y="6758"/>
                  </a:lnTo>
                  <a:lnTo>
                    <a:pt x="36554" y="9682"/>
                  </a:lnTo>
                  <a:lnTo>
                    <a:pt x="36793" y="11157"/>
                  </a:lnTo>
                  <a:lnTo>
                    <a:pt x="28861" y="16095"/>
                  </a:lnTo>
                  <a:lnTo>
                    <a:pt x="28585" y="17742"/>
                  </a:lnTo>
                  <a:lnTo>
                    <a:pt x="22708" y="17233"/>
                  </a:lnTo>
                  <a:lnTo>
                    <a:pt x="22163" y="19944"/>
                  </a:lnTo>
                  <a:lnTo>
                    <a:pt x="20641" y="20911"/>
                  </a:lnTo>
                  <a:lnTo>
                    <a:pt x="16670" y="18974"/>
                  </a:lnTo>
                  <a:lnTo>
                    <a:pt x="14904" y="16524"/>
                  </a:lnTo>
                  <a:lnTo>
                    <a:pt x="12220" y="14988"/>
                  </a:lnTo>
                  <a:lnTo>
                    <a:pt x="11301" y="15050"/>
                  </a:lnTo>
                  <a:lnTo>
                    <a:pt x="8049" y="19429"/>
                  </a:lnTo>
                  <a:lnTo>
                    <a:pt x="7906" y="17759"/>
                  </a:lnTo>
                  <a:lnTo>
                    <a:pt x="6319" y="20392"/>
                  </a:lnTo>
                  <a:lnTo>
                    <a:pt x="3239" y="19985"/>
                  </a:lnTo>
                  <a:lnTo>
                    <a:pt x="3440" y="17723"/>
                  </a:lnTo>
                  <a:lnTo>
                    <a:pt x="6402" y="15280"/>
                  </a:lnTo>
                  <a:lnTo>
                    <a:pt x="1466" y="13316"/>
                  </a:lnTo>
                  <a:lnTo>
                    <a:pt x="0" y="10864"/>
                  </a:lnTo>
                  <a:lnTo>
                    <a:pt x="2591" y="10175"/>
                  </a:lnTo>
                  <a:lnTo>
                    <a:pt x="4260" y="10600"/>
                  </a:lnTo>
                  <a:lnTo>
                    <a:pt x="5551" y="13297"/>
                  </a:lnTo>
                  <a:lnTo>
                    <a:pt x="7576" y="15104"/>
                  </a:lnTo>
                  <a:lnTo>
                    <a:pt x="11013" y="14277"/>
                  </a:lnTo>
                  <a:lnTo>
                    <a:pt x="11561" y="11275"/>
                  </a:lnTo>
                  <a:lnTo>
                    <a:pt x="8955" y="7775"/>
                  </a:lnTo>
                  <a:lnTo>
                    <a:pt x="10328" y="6503"/>
                  </a:lnTo>
                  <a:lnTo>
                    <a:pt x="11749" y="6464"/>
                  </a:lnTo>
                  <a:lnTo>
                    <a:pt x="12202" y="7646"/>
                  </a:lnTo>
                  <a:lnTo>
                    <a:pt x="17000" y="9260"/>
                  </a:lnTo>
                  <a:lnTo>
                    <a:pt x="22350" y="4711"/>
                  </a:lnTo>
                  <a:lnTo>
                    <a:pt x="21769" y="11486"/>
                  </a:lnTo>
                  <a:lnTo>
                    <a:pt x="22314" y="13106"/>
                  </a:lnTo>
                  <a:lnTo>
                    <a:pt x="30144" y="14549"/>
                  </a:lnTo>
                  <a:lnTo>
                    <a:pt x="30896" y="11269"/>
                  </a:lnTo>
                  <a:lnTo>
                    <a:pt x="29706" y="5454"/>
                  </a:lnTo>
                  <a:lnTo>
                    <a:pt x="28975" y="4539"/>
                  </a:lnTo>
                  <a:lnTo>
                    <a:pt x="27136" y="5282"/>
                  </a:lnTo>
                  <a:lnTo>
                    <a:pt x="24175" y="2466"/>
                  </a:lnTo>
                  <a:lnTo>
                    <a:pt x="2557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h1641"/>
            <p:cNvSpPr/>
            <p:nvPr/>
          </p:nvSpPr>
          <p:spPr>
            <a:xfrm>
              <a:off x="2890862" y="3307617"/>
              <a:ext cx="6146" cy="8817"/>
            </a:xfrm>
            <a:custGeom>
              <a:avLst/>
              <a:pathLst>
                <a:path w="6146" h="8817">
                  <a:moveTo>
                    <a:pt x="6146" y="2000"/>
                  </a:moveTo>
                  <a:lnTo>
                    <a:pt x="6109" y="8817"/>
                  </a:lnTo>
                  <a:lnTo>
                    <a:pt x="0" y="7353"/>
                  </a:lnTo>
                  <a:lnTo>
                    <a:pt x="70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h1642"/>
            <p:cNvSpPr/>
            <p:nvPr/>
          </p:nvSpPr>
          <p:spPr>
            <a:xfrm>
              <a:off x="2986523" y="3385633"/>
              <a:ext cx="3270" cy="4449"/>
            </a:xfrm>
            <a:custGeom>
              <a:avLst/>
              <a:pathLst>
                <a:path w="3270" h="4449">
                  <a:moveTo>
                    <a:pt x="1163" y="0"/>
                  </a:moveTo>
                  <a:lnTo>
                    <a:pt x="3270" y="3280"/>
                  </a:lnTo>
                  <a:lnTo>
                    <a:pt x="1331" y="4449"/>
                  </a:lnTo>
                  <a:lnTo>
                    <a:pt x="1274" y="2386"/>
                  </a:lnTo>
                  <a:lnTo>
                    <a:pt x="0" y="184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h1643"/>
            <p:cNvSpPr/>
            <p:nvPr/>
          </p:nvSpPr>
          <p:spPr>
            <a:xfrm>
              <a:off x="3001320" y="3383611"/>
              <a:ext cx="10893" cy="5336"/>
            </a:xfrm>
            <a:custGeom>
              <a:avLst/>
              <a:pathLst>
                <a:path w="10893" h="5336">
                  <a:moveTo>
                    <a:pt x="10567" y="3460"/>
                  </a:moveTo>
                  <a:lnTo>
                    <a:pt x="10893" y="4646"/>
                  </a:lnTo>
                  <a:lnTo>
                    <a:pt x="7532" y="5336"/>
                  </a:lnTo>
                  <a:lnTo>
                    <a:pt x="635" y="4086"/>
                  </a:lnTo>
                  <a:lnTo>
                    <a:pt x="0" y="3010"/>
                  </a:lnTo>
                  <a:lnTo>
                    <a:pt x="3744" y="2686"/>
                  </a:lnTo>
                  <a:lnTo>
                    <a:pt x="3805" y="3664"/>
                  </a:lnTo>
                  <a:lnTo>
                    <a:pt x="6453" y="4809"/>
                  </a:lnTo>
                  <a:lnTo>
                    <a:pt x="7123" y="28"/>
                  </a:lnTo>
                  <a:lnTo>
                    <a:pt x="769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h1644"/>
            <p:cNvSpPr/>
            <p:nvPr/>
          </p:nvSpPr>
          <p:spPr>
            <a:xfrm>
              <a:off x="2807058" y="3445258"/>
              <a:ext cx="13974" cy="15305"/>
            </a:xfrm>
            <a:custGeom>
              <a:avLst/>
              <a:pathLst>
                <a:path w="13974" h="15305">
                  <a:moveTo>
                    <a:pt x="11053" y="126"/>
                  </a:moveTo>
                  <a:lnTo>
                    <a:pt x="12405" y="3357"/>
                  </a:lnTo>
                  <a:lnTo>
                    <a:pt x="13974" y="9359"/>
                  </a:lnTo>
                  <a:lnTo>
                    <a:pt x="11983" y="11914"/>
                  </a:lnTo>
                  <a:lnTo>
                    <a:pt x="1964" y="15305"/>
                  </a:lnTo>
                  <a:lnTo>
                    <a:pt x="763" y="14624"/>
                  </a:lnTo>
                  <a:lnTo>
                    <a:pt x="0" y="10286"/>
                  </a:lnTo>
                  <a:lnTo>
                    <a:pt x="1638" y="4006"/>
                  </a:lnTo>
                  <a:lnTo>
                    <a:pt x="7087" y="3602"/>
                  </a:lnTo>
                  <a:lnTo>
                    <a:pt x="6976" y="357"/>
                  </a:lnTo>
                  <a:lnTo>
                    <a:pt x="904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h1645"/>
            <p:cNvSpPr/>
            <p:nvPr/>
          </p:nvSpPr>
          <p:spPr>
            <a:xfrm>
              <a:off x="2867145" y="3314362"/>
              <a:ext cx="7451" cy="13397"/>
            </a:xfrm>
            <a:custGeom>
              <a:avLst/>
              <a:pathLst>
                <a:path w="7451" h="13397">
                  <a:moveTo>
                    <a:pt x="5975" y="4316"/>
                  </a:moveTo>
                  <a:lnTo>
                    <a:pt x="7451" y="8651"/>
                  </a:lnTo>
                  <a:lnTo>
                    <a:pt x="0" y="13397"/>
                  </a:lnTo>
                  <a:lnTo>
                    <a:pt x="29" y="2543"/>
                  </a:lnTo>
                  <a:lnTo>
                    <a:pt x="1865" y="786"/>
                  </a:lnTo>
                  <a:lnTo>
                    <a:pt x="404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h1646"/>
            <p:cNvSpPr/>
            <p:nvPr/>
          </p:nvSpPr>
          <p:spPr>
            <a:xfrm>
              <a:off x="3026877" y="3480676"/>
              <a:ext cx="16695" cy="14459"/>
            </a:xfrm>
            <a:custGeom>
              <a:avLst/>
              <a:pathLst>
                <a:path w="16695" h="14459">
                  <a:moveTo>
                    <a:pt x="11913" y="1725"/>
                  </a:moveTo>
                  <a:lnTo>
                    <a:pt x="16240" y="6323"/>
                  </a:lnTo>
                  <a:lnTo>
                    <a:pt x="16695" y="7999"/>
                  </a:lnTo>
                  <a:lnTo>
                    <a:pt x="14052" y="10450"/>
                  </a:lnTo>
                  <a:lnTo>
                    <a:pt x="13931" y="12352"/>
                  </a:lnTo>
                  <a:lnTo>
                    <a:pt x="10710" y="13886"/>
                  </a:lnTo>
                  <a:lnTo>
                    <a:pt x="9021" y="14459"/>
                  </a:lnTo>
                  <a:lnTo>
                    <a:pt x="3788" y="11695"/>
                  </a:lnTo>
                  <a:lnTo>
                    <a:pt x="0" y="10616"/>
                  </a:lnTo>
                  <a:lnTo>
                    <a:pt x="902" y="4445"/>
                  </a:lnTo>
                  <a:lnTo>
                    <a:pt x="2453" y="3155"/>
                  </a:lnTo>
                  <a:lnTo>
                    <a:pt x="5097" y="3360"/>
                  </a:lnTo>
                  <a:lnTo>
                    <a:pt x="8029" y="2125"/>
                  </a:lnTo>
                  <a:lnTo>
                    <a:pt x="965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h1647"/>
            <p:cNvSpPr/>
            <p:nvPr/>
          </p:nvSpPr>
          <p:spPr>
            <a:xfrm>
              <a:off x="2975422" y="3362612"/>
              <a:ext cx="6737" cy="3644"/>
            </a:xfrm>
            <a:custGeom>
              <a:avLst/>
              <a:pathLst>
                <a:path w="6737" h="3644">
                  <a:moveTo>
                    <a:pt x="4621" y="0"/>
                  </a:moveTo>
                  <a:lnTo>
                    <a:pt x="6737" y="1727"/>
                  </a:lnTo>
                  <a:lnTo>
                    <a:pt x="3492" y="3644"/>
                  </a:lnTo>
                  <a:lnTo>
                    <a:pt x="0" y="2574"/>
                  </a:lnTo>
                  <a:lnTo>
                    <a:pt x="919" y="23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h1648"/>
            <p:cNvSpPr/>
            <p:nvPr/>
          </p:nvSpPr>
          <p:spPr>
            <a:xfrm>
              <a:off x="3051597" y="3489922"/>
              <a:ext cx="26218" cy="22999"/>
            </a:xfrm>
            <a:custGeom>
              <a:avLst/>
              <a:pathLst>
                <a:path w="26218" h="22999">
                  <a:moveTo>
                    <a:pt x="18389" y="3840"/>
                  </a:moveTo>
                  <a:lnTo>
                    <a:pt x="21994" y="4159"/>
                  </a:lnTo>
                  <a:lnTo>
                    <a:pt x="24217" y="2420"/>
                  </a:lnTo>
                  <a:lnTo>
                    <a:pt x="26218" y="3180"/>
                  </a:lnTo>
                  <a:lnTo>
                    <a:pt x="22951" y="5541"/>
                  </a:lnTo>
                  <a:lnTo>
                    <a:pt x="22339" y="8877"/>
                  </a:lnTo>
                  <a:lnTo>
                    <a:pt x="20589" y="11377"/>
                  </a:lnTo>
                  <a:lnTo>
                    <a:pt x="20961" y="14042"/>
                  </a:lnTo>
                  <a:lnTo>
                    <a:pt x="19790" y="18037"/>
                  </a:lnTo>
                  <a:lnTo>
                    <a:pt x="16091" y="18510"/>
                  </a:lnTo>
                  <a:lnTo>
                    <a:pt x="16701" y="19613"/>
                  </a:lnTo>
                  <a:lnTo>
                    <a:pt x="16510" y="22192"/>
                  </a:lnTo>
                  <a:lnTo>
                    <a:pt x="15581" y="22999"/>
                  </a:lnTo>
                  <a:lnTo>
                    <a:pt x="9717" y="21079"/>
                  </a:lnTo>
                  <a:lnTo>
                    <a:pt x="3660" y="17988"/>
                  </a:lnTo>
                  <a:lnTo>
                    <a:pt x="3904" y="14647"/>
                  </a:lnTo>
                  <a:lnTo>
                    <a:pt x="1630" y="13516"/>
                  </a:lnTo>
                  <a:lnTo>
                    <a:pt x="0" y="13621"/>
                  </a:lnTo>
                  <a:lnTo>
                    <a:pt x="22" y="8416"/>
                  </a:lnTo>
                  <a:lnTo>
                    <a:pt x="2319" y="3001"/>
                  </a:lnTo>
                  <a:lnTo>
                    <a:pt x="5300" y="0"/>
                  </a:lnTo>
                  <a:close/>
                  <a:moveTo>
                    <a:pt x="7981" y="11512"/>
                  </a:moveTo>
                  <a:lnTo>
                    <a:pt x="8489" y="16152"/>
                  </a:lnTo>
                  <a:lnTo>
                    <a:pt x="11349" y="17733"/>
                  </a:lnTo>
                  <a:lnTo>
                    <a:pt x="15076" y="16468"/>
                  </a:lnTo>
                  <a:lnTo>
                    <a:pt x="17207" y="10774"/>
                  </a:lnTo>
                  <a:lnTo>
                    <a:pt x="12255" y="8555"/>
                  </a:lnTo>
                  <a:lnTo>
                    <a:pt x="10907" y="5270"/>
                  </a:lnTo>
                  <a:lnTo>
                    <a:pt x="6550" y="915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h1649"/>
            <p:cNvSpPr/>
            <p:nvPr/>
          </p:nvSpPr>
          <p:spPr>
            <a:xfrm>
              <a:off x="3065899" y="3304613"/>
              <a:ext cx="20622" cy="25978"/>
            </a:xfrm>
            <a:custGeom>
              <a:avLst/>
              <a:pathLst>
                <a:path w="20622" h="25978">
                  <a:moveTo>
                    <a:pt x="8030" y="0"/>
                  </a:moveTo>
                  <a:lnTo>
                    <a:pt x="15628" y="4731"/>
                  </a:lnTo>
                  <a:lnTo>
                    <a:pt x="15887" y="8349"/>
                  </a:lnTo>
                  <a:lnTo>
                    <a:pt x="19664" y="10897"/>
                  </a:lnTo>
                  <a:lnTo>
                    <a:pt x="20622" y="16070"/>
                  </a:lnTo>
                  <a:lnTo>
                    <a:pt x="19904" y="17076"/>
                  </a:lnTo>
                  <a:lnTo>
                    <a:pt x="16203" y="17774"/>
                  </a:lnTo>
                  <a:lnTo>
                    <a:pt x="13250" y="16192"/>
                  </a:lnTo>
                  <a:lnTo>
                    <a:pt x="10804" y="18083"/>
                  </a:lnTo>
                  <a:lnTo>
                    <a:pt x="10608" y="20490"/>
                  </a:lnTo>
                  <a:lnTo>
                    <a:pt x="5432" y="25978"/>
                  </a:lnTo>
                  <a:lnTo>
                    <a:pt x="3829" y="25254"/>
                  </a:lnTo>
                  <a:lnTo>
                    <a:pt x="3381" y="23246"/>
                  </a:lnTo>
                  <a:lnTo>
                    <a:pt x="0" y="19406"/>
                  </a:lnTo>
                  <a:lnTo>
                    <a:pt x="1473" y="18689"/>
                  </a:lnTo>
                  <a:lnTo>
                    <a:pt x="3098" y="16064"/>
                  </a:lnTo>
                  <a:lnTo>
                    <a:pt x="4205" y="12169"/>
                  </a:lnTo>
                  <a:lnTo>
                    <a:pt x="3557" y="10231"/>
                  </a:lnTo>
                  <a:lnTo>
                    <a:pt x="4148" y="6607"/>
                  </a:lnTo>
                  <a:lnTo>
                    <a:pt x="6095" y="16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h1650"/>
            <p:cNvSpPr/>
            <p:nvPr/>
          </p:nvSpPr>
          <p:spPr>
            <a:xfrm>
              <a:off x="2904041" y="3461393"/>
              <a:ext cx="26137" cy="22820"/>
            </a:xfrm>
            <a:custGeom>
              <a:avLst/>
              <a:pathLst>
                <a:path w="26137" h="22820">
                  <a:moveTo>
                    <a:pt x="10396" y="3082"/>
                  </a:moveTo>
                  <a:lnTo>
                    <a:pt x="12050" y="3190"/>
                  </a:lnTo>
                  <a:lnTo>
                    <a:pt x="17010" y="7020"/>
                  </a:lnTo>
                  <a:lnTo>
                    <a:pt x="16561" y="14264"/>
                  </a:lnTo>
                  <a:lnTo>
                    <a:pt x="19117" y="15988"/>
                  </a:lnTo>
                  <a:lnTo>
                    <a:pt x="23162" y="16285"/>
                  </a:lnTo>
                  <a:lnTo>
                    <a:pt x="25905" y="15215"/>
                  </a:lnTo>
                  <a:lnTo>
                    <a:pt x="26137" y="16653"/>
                  </a:lnTo>
                  <a:lnTo>
                    <a:pt x="24098" y="20298"/>
                  </a:lnTo>
                  <a:lnTo>
                    <a:pt x="15738" y="22820"/>
                  </a:lnTo>
                  <a:lnTo>
                    <a:pt x="15453" y="21544"/>
                  </a:lnTo>
                  <a:lnTo>
                    <a:pt x="11617" y="20650"/>
                  </a:lnTo>
                  <a:lnTo>
                    <a:pt x="9019" y="17448"/>
                  </a:lnTo>
                  <a:lnTo>
                    <a:pt x="2213" y="18044"/>
                  </a:lnTo>
                  <a:lnTo>
                    <a:pt x="1683" y="18453"/>
                  </a:lnTo>
                  <a:lnTo>
                    <a:pt x="2761" y="19936"/>
                  </a:lnTo>
                  <a:lnTo>
                    <a:pt x="992" y="22196"/>
                  </a:lnTo>
                  <a:lnTo>
                    <a:pt x="891" y="21648"/>
                  </a:lnTo>
                  <a:lnTo>
                    <a:pt x="0" y="13924"/>
                  </a:lnTo>
                  <a:lnTo>
                    <a:pt x="1528" y="8557"/>
                  </a:lnTo>
                  <a:lnTo>
                    <a:pt x="6189" y="6026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h1651"/>
            <p:cNvSpPr/>
            <p:nvPr/>
          </p:nvSpPr>
          <p:spPr>
            <a:xfrm>
              <a:off x="2808783" y="3328343"/>
              <a:ext cx="18995" cy="33151"/>
            </a:xfrm>
            <a:custGeom>
              <a:avLst/>
              <a:pathLst>
                <a:path w="18995" h="33151">
                  <a:moveTo>
                    <a:pt x="15316" y="692"/>
                  </a:moveTo>
                  <a:lnTo>
                    <a:pt x="14360" y="2525"/>
                  </a:lnTo>
                  <a:lnTo>
                    <a:pt x="14628" y="4480"/>
                  </a:lnTo>
                  <a:lnTo>
                    <a:pt x="16238" y="6950"/>
                  </a:lnTo>
                  <a:lnTo>
                    <a:pt x="18995" y="8782"/>
                  </a:lnTo>
                  <a:lnTo>
                    <a:pt x="18526" y="9798"/>
                  </a:lnTo>
                  <a:lnTo>
                    <a:pt x="18856" y="16273"/>
                  </a:lnTo>
                  <a:lnTo>
                    <a:pt x="17342" y="18240"/>
                  </a:lnTo>
                  <a:lnTo>
                    <a:pt x="15180" y="19081"/>
                  </a:lnTo>
                  <a:lnTo>
                    <a:pt x="11194" y="23629"/>
                  </a:lnTo>
                  <a:lnTo>
                    <a:pt x="10649" y="27927"/>
                  </a:lnTo>
                  <a:lnTo>
                    <a:pt x="7662" y="33151"/>
                  </a:lnTo>
                  <a:lnTo>
                    <a:pt x="6163" y="32332"/>
                  </a:lnTo>
                  <a:lnTo>
                    <a:pt x="5182" y="29109"/>
                  </a:lnTo>
                  <a:lnTo>
                    <a:pt x="26" y="25364"/>
                  </a:lnTo>
                  <a:lnTo>
                    <a:pt x="0" y="18555"/>
                  </a:lnTo>
                  <a:lnTo>
                    <a:pt x="1432" y="13163"/>
                  </a:lnTo>
                  <a:lnTo>
                    <a:pt x="954" y="12379"/>
                  </a:lnTo>
                  <a:lnTo>
                    <a:pt x="2948" y="12461"/>
                  </a:lnTo>
                  <a:lnTo>
                    <a:pt x="8328" y="10417"/>
                  </a:lnTo>
                  <a:lnTo>
                    <a:pt x="11602" y="3178"/>
                  </a:lnTo>
                  <a:lnTo>
                    <a:pt x="1230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h1652"/>
            <p:cNvSpPr/>
            <p:nvPr/>
          </p:nvSpPr>
          <p:spPr>
            <a:xfrm>
              <a:off x="3001251" y="3387697"/>
              <a:ext cx="7601" cy="7630"/>
            </a:xfrm>
            <a:custGeom>
              <a:avLst/>
              <a:pathLst>
                <a:path w="7601" h="7630">
                  <a:moveTo>
                    <a:pt x="7601" y="1250"/>
                  </a:moveTo>
                  <a:lnTo>
                    <a:pt x="6947" y="4421"/>
                  </a:lnTo>
                  <a:lnTo>
                    <a:pt x="3575" y="7630"/>
                  </a:lnTo>
                  <a:lnTo>
                    <a:pt x="0" y="6822"/>
                  </a:lnTo>
                  <a:lnTo>
                    <a:pt x="202" y="86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h1653"/>
            <p:cNvSpPr/>
            <p:nvPr/>
          </p:nvSpPr>
          <p:spPr>
            <a:xfrm>
              <a:off x="2872889" y="3287029"/>
              <a:ext cx="17131" cy="20540"/>
            </a:xfrm>
            <a:custGeom>
              <a:avLst/>
              <a:pathLst>
                <a:path w="17131" h="20540">
                  <a:moveTo>
                    <a:pt x="10537" y="5434"/>
                  </a:moveTo>
                  <a:lnTo>
                    <a:pt x="12880" y="8047"/>
                  </a:lnTo>
                  <a:lnTo>
                    <a:pt x="15561" y="9086"/>
                  </a:lnTo>
                  <a:lnTo>
                    <a:pt x="15504" y="13708"/>
                  </a:lnTo>
                  <a:lnTo>
                    <a:pt x="17131" y="18734"/>
                  </a:lnTo>
                  <a:lnTo>
                    <a:pt x="10778" y="20540"/>
                  </a:lnTo>
                  <a:lnTo>
                    <a:pt x="763" y="14009"/>
                  </a:lnTo>
                  <a:lnTo>
                    <a:pt x="2603" y="9474"/>
                  </a:lnTo>
                  <a:lnTo>
                    <a:pt x="1304" y="3890"/>
                  </a:lnTo>
                  <a:lnTo>
                    <a:pt x="0" y="954"/>
                  </a:lnTo>
                  <a:lnTo>
                    <a:pt x="4038" y="2655"/>
                  </a:lnTo>
                  <a:lnTo>
                    <a:pt x="891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h1654"/>
            <p:cNvSpPr/>
            <p:nvPr/>
          </p:nvSpPr>
          <p:spPr>
            <a:xfrm>
              <a:off x="2995184" y="3377871"/>
              <a:ext cx="1484" cy="2405"/>
            </a:xfrm>
            <a:custGeom>
              <a:avLst/>
              <a:pathLst>
                <a:path w="1484" h="2405">
                  <a:moveTo>
                    <a:pt x="1484" y="2405"/>
                  </a:moveTo>
                  <a:lnTo>
                    <a:pt x="0" y="1264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h1655"/>
            <p:cNvSpPr/>
            <p:nvPr/>
          </p:nvSpPr>
          <p:spPr>
            <a:xfrm>
              <a:off x="2997048" y="3376066"/>
              <a:ext cx="2862" cy="5989"/>
            </a:xfrm>
            <a:custGeom>
              <a:avLst/>
              <a:pathLst>
                <a:path w="2862" h="5989">
                  <a:moveTo>
                    <a:pt x="2677" y="5989"/>
                  </a:moveTo>
                  <a:lnTo>
                    <a:pt x="523" y="4711"/>
                  </a:lnTo>
                  <a:lnTo>
                    <a:pt x="0" y="1074"/>
                  </a:lnTo>
                  <a:lnTo>
                    <a:pt x="95" y="0"/>
                  </a:lnTo>
                  <a:lnTo>
                    <a:pt x="2862" y="79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h1656"/>
            <p:cNvSpPr/>
            <p:nvPr/>
          </p:nvSpPr>
          <p:spPr>
            <a:xfrm>
              <a:off x="2822226" y="3275226"/>
              <a:ext cx="10285" cy="8939"/>
            </a:xfrm>
            <a:custGeom>
              <a:avLst/>
              <a:pathLst>
                <a:path w="10285" h="8939">
                  <a:moveTo>
                    <a:pt x="8100" y="0"/>
                  </a:moveTo>
                  <a:lnTo>
                    <a:pt x="9860" y="1248"/>
                  </a:lnTo>
                  <a:lnTo>
                    <a:pt x="10285" y="4222"/>
                  </a:lnTo>
                  <a:lnTo>
                    <a:pt x="8682" y="7149"/>
                  </a:lnTo>
                  <a:lnTo>
                    <a:pt x="8682" y="8839"/>
                  </a:lnTo>
                  <a:lnTo>
                    <a:pt x="1716" y="8939"/>
                  </a:lnTo>
                  <a:lnTo>
                    <a:pt x="0" y="7419"/>
                  </a:lnTo>
                  <a:lnTo>
                    <a:pt x="3842" y="4248"/>
                  </a:lnTo>
                  <a:lnTo>
                    <a:pt x="3971" y="2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h1657"/>
            <p:cNvSpPr/>
            <p:nvPr/>
          </p:nvSpPr>
          <p:spPr>
            <a:xfrm>
              <a:off x="2988404" y="3467798"/>
              <a:ext cx="12174" cy="11158"/>
            </a:xfrm>
            <a:custGeom>
              <a:avLst/>
              <a:pathLst>
                <a:path w="12174" h="11158">
                  <a:moveTo>
                    <a:pt x="12174" y="5908"/>
                  </a:moveTo>
                  <a:lnTo>
                    <a:pt x="11908" y="8189"/>
                  </a:lnTo>
                  <a:lnTo>
                    <a:pt x="8284" y="11158"/>
                  </a:lnTo>
                  <a:lnTo>
                    <a:pt x="9010" y="9717"/>
                  </a:lnTo>
                  <a:lnTo>
                    <a:pt x="6135" y="8978"/>
                  </a:lnTo>
                  <a:lnTo>
                    <a:pt x="5564" y="10799"/>
                  </a:lnTo>
                  <a:lnTo>
                    <a:pt x="2426" y="5058"/>
                  </a:lnTo>
                  <a:lnTo>
                    <a:pt x="0" y="180"/>
                  </a:lnTo>
                  <a:lnTo>
                    <a:pt x="5560" y="1676"/>
                  </a:lnTo>
                  <a:lnTo>
                    <a:pt x="844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h1658"/>
            <p:cNvSpPr/>
            <p:nvPr/>
          </p:nvSpPr>
          <p:spPr>
            <a:xfrm>
              <a:off x="2963077" y="3222478"/>
              <a:ext cx="5934" cy="6261"/>
            </a:xfrm>
            <a:custGeom>
              <a:avLst/>
              <a:pathLst>
                <a:path w="5934" h="6261">
                  <a:moveTo>
                    <a:pt x="5644" y="0"/>
                  </a:moveTo>
                  <a:lnTo>
                    <a:pt x="5934" y="2434"/>
                  </a:lnTo>
                  <a:lnTo>
                    <a:pt x="1762" y="5101"/>
                  </a:lnTo>
                  <a:lnTo>
                    <a:pt x="1347" y="6248"/>
                  </a:lnTo>
                  <a:lnTo>
                    <a:pt x="0" y="6261"/>
                  </a:lnTo>
                  <a:lnTo>
                    <a:pt x="843" y="75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h1659"/>
            <p:cNvSpPr/>
            <p:nvPr/>
          </p:nvSpPr>
          <p:spPr>
            <a:xfrm>
              <a:off x="2973719" y="3249814"/>
              <a:ext cx="7918" cy="11016"/>
            </a:xfrm>
            <a:custGeom>
              <a:avLst/>
              <a:pathLst>
                <a:path w="7918" h="11016">
                  <a:moveTo>
                    <a:pt x="2779" y="0"/>
                  </a:moveTo>
                  <a:lnTo>
                    <a:pt x="5563" y="932"/>
                  </a:lnTo>
                  <a:lnTo>
                    <a:pt x="7339" y="1922"/>
                  </a:lnTo>
                  <a:lnTo>
                    <a:pt x="7918" y="8613"/>
                  </a:lnTo>
                  <a:lnTo>
                    <a:pt x="6844" y="11016"/>
                  </a:lnTo>
                  <a:lnTo>
                    <a:pt x="4433" y="10650"/>
                  </a:lnTo>
                  <a:lnTo>
                    <a:pt x="0" y="214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h1660"/>
            <p:cNvSpPr/>
            <p:nvPr/>
          </p:nvSpPr>
          <p:spPr>
            <a:xfrm>
              <a:off x="2969762" y="3413780"/>
              <a:ext cx="14271" cy="10113"/>
            </a:xfrm>
            <a:custGeom>
              <a:avLst/>
              <a:pathLst>
                <a:path w="14271" h="10113">
                  <a:moveTo>
                    <a:pt x="5835" y="2848"/>
                  </a:moveTo>
                  <a:lnTo>
                    <a:pt x="7258" y="4100"/>
                  </a:lnTo>
                  <a:lnTo>
                    <a:pt x="10631" y="5455"/>
                  </a:lnTo>
                  <a:lnTo>
                    <a:pt x="12066" y="5193"/>
                  </a:lnTo>
                  <a:lnTo>
                    <a:pt x="14271" y="6230"/>
                  </a:lnTo>
                  <a:lnTo>
                    <a:pt x="11431" y="9571"/>
                  </a:lnTo>
                  <a:lnTo>
                    <a:pt x="8985" y="10113"/>
                  </a:lnTo>
                  <a:lnTo>
                    <a:pt x="3643" y="8035"/>
                  </a:lnTo>
                  <a:lnTo>
                    <a:pt x="0" y="3342"/>
                  </a:lnTo>
                  <a:lnTo>
                    <a:pt x="456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h1661"/>
            <p:cNvSpPr/>
            <p:nvPr/>
          </p:nvSpPr>
          <p:spPr>
            <a:xfrm>
              <a:off x="2988934" y="3402395"/>
              <a:ext cx="6816" cy="7448"/>
            </a:xfrm>
            <a:custGeom>
              <a:avLst/>
              <a:pathLst>
                <a:path w="6816" h="7448">
                  <a:moveTo>
                    <a:pt x="6816" y="3450"/>
                  </a:moveTo>
                  <a:lnTo>
                    <a:pt x="5787" y="7380"/>
                  </a:lnTo>
                  <a:lnTo>
                    <a:pt x="1064" y="7448"/>
                  </a:lnTo>
                  <a:lnTo>
                    <a:pt x="517" y="5519"/>
                  </a:lnTo>
                  <a:lnTo>
                    <a:pt x="0" y="1559"/>
                  </a:lnTo>
                  <a:lnTo>
                    <a:pt x="448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h1662"/>
            <p:cNvSpPr/>
            <p:nvPr/>
          </p:nvSpPr>
          <p:spPr>
            <a:xfrm>
              <a:off x="3049149" y="3463101"/>
              <a:ext cx="14511" cy="14424"/>
            </a:xfrm>
            <a:custGeom>
              <a:avLst/>
              <a:pathLst>
                <a:path w="14511" h="14424">
                  <a:moveTo>
                    <a:pt x="2480" y="3199"/>
                  </a:moveTo>
                  <a:lnTo>
                    <a:pt x="5418" y="5818"/>
                  </a:lnTo>
                  <a:lnTo>
                    <a:pt x="9802" y="7026"/>
                  </a:lnTo>
                  <a:lnTo>
                    <a:pt x="12683" y="4297"/>
                  </a:lnTo>
                  <a:lnTo>
                    <a:pt x="14511" y="9062"/>
                  </a:lnTo>
                  <a:lnTo>
                    <a:pt x="14499" y="11463"/>
                  </a:lnTo>
                  <a:lnTo>
                    <a:pt x="12349" y="14424"/>
                  </a:lnTo>
                  <a:lnTo>
                    <a:pt x="2861" y="6664"/>
                  </a:lnTo>
                  <a:lnTo>
                    <a:pt x="816" y="4095"/>
                  </a:lnTo>
                  <a:lnTo>
                    <a:pt x="0" y="4059"/>
                  </a:lnTo>
                  <a:lnTo>
                    <a:pt x="88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h1663"/>
            <p:cNvSpPr/>
            <p:nvPr/>
          </p:nvSpPr>
          <p:spPr>
            <a:xfrm>
              <a:off x="3001869" y="3472987"/>
              <a:ext cx="7188" cy="9102"/>
            </a:xfrm>
            <a:custGeom>
              <a:avLst/>
              <a:pathLst>
                <a:path w="7188" h="9102">
                  <a:moveTo>
                    <a:pt x="6171" y="0"/>
                  </a:moveTo>
                  <a:lnTo>
                    <a:pt x="7188" y="4807"/>
                  </a:lnTo>
                  <a:lnTo>
                    <a:pt x="5155" y="6104"/>
                  </a:lnTo>
                  <a:lnTo>
                    <a:pt x="4380" y="8321"/>
                  </a:lnTo>
                  <a:lnTo>
                    <a:pt x="1202" y="9102"/>
                  </a:lnTo>
                  <a:lnTo>
                    <a:pt x="0" y="6734"/>
                  </a:lnTo>
                  <a:lnTo>
                    <a:pt x="853" y="6317"/>
                  </a:lnTo>
                  <a:lnTo>
                    <a:pt x="256" y="5284"/>
                  </a:lnTo>
                  <a:lnTo>
                    <a:pt x="2404" y="2246"/>
                  </a:lnTo>
                  <a:lnTo>
                    <a:pt x="4881" y="1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h1664"/>
            <p:cNvSpPr/>
            <p:nvPr/>
          </p:nvSpPr>
          <p:spPr>
            <a:xfrm>
              <a:off x="3000687" y="3341346"/>
              <a:ext cx="17294" cy="27135"/>
            </a:xfrm>
            <a:custGeom>
              <a:avLst/>
              <a:pathLst>
                <a:path w="17294" h="27135">
                  <a:moveTo>
                    <a:pt x="15194" y="2099"/>
                  </a:moveTo>
                  <a:lnTo>
                    <a:pt x="17294" y="7012"/>
                  </a:lnTo>
                  <a:lnTo>
                    <a:pt x="16933" y="11523"/>
                  </a:lnTo>
                  <a:lnTo>
                    <a:pt x="13992" y="12711"/>
                  </a:lnTo>
                  <a:lnTo>
                    <a:pt x="16596" y="19746"/>
                  </a:lnTo>
                  <a:lnTo>
                    <a:pt x="14797" y="25591"/>
                  </a:lnTo>
                  <a:lnTo>
                    <a:pt x="7987" y="27135"/>
                  </a:lnTo>
                  <a:lnTo>
                    <a:pt x="490" y="24249"/>
                  </a:lnTo>
                  <a:lnTo>
                    <a:pt x="0" y="20582"/>
                  </a:lnTo>
                  <a:lnTo>
                    <a:pt x="628" y="18456"/>
                  </a:lnTo>
                  <a:lnTo>
                    <a:pt x="2718" y="16834"/>
                  </a:lnTo>
                  <a:lnTo>
                    <a:pt x="6910" y="1067"/>
                  </a:lnTo>
                  <a:lnTo>
                    <a:pt x="1247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h1665"/>
            <p:cNvSpPr/>
            <p:nvPr/>
          </p:nvSpPr>
          <p:spPr>
            <a:xfrm>
              <a:off x="2988934" y="3397391"/>
              <a:ext cx="7662" cy="6562"/>
            </a:xfrm>
            <a:custGeom>
              <a:avLst/>
              <a:pathLst>
                <a:path w="7662" h="6562">
                  <a:moveTo>
                    <a:pt x="6201" y="2155"/>
                  </a:moveTo>
                  <a:lnTo>
                    <a:pt x="6525" y="1618"/>
                  </a:lnTo>
                  <a:lnTo>
                    <a:pt x="7662" y="1767"/>
                  </a:lnTo>
                  <a:lnTo>
                    <a:pt x="4485" y="5003"/>
                  </a:lnTo>
                  <a:lnTo>
                    <a:pt x="0" y="6562"/>
                  </a:lnTo>
                  <a:lnTo>
                    <a:pt x="474" y="3915"/>
                  </a:lnTo>
                  <a:lnTo>
                    <a:pt x="218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h1666"/>
            <p:cNvSpPr/>
            <p:nvPr/>
          </p:nvSpPr>
          <p:spPr>
            <a:xfrm>
              <a:off x="2882200" y="3337491"/>
              <a:ext cx="7587" cy="12440"/>
            </a:xfrm>
            <a:custGeom>
              <a:avLst/>
              <a:pathLst>
                <a:path w="7587" h="12440">
                  <a:moveTo>
                    <a:pt x="6837" y="1427"/>
                  </a:moveTo>
                  <a:lnTo>
                    <a:pt x="7060" y="7592"/>
                  </a:lnTo>
                  <a:lnTo>
                    <a:pt x="6352" y="7286"/>
                  </a:lnTo>
                  <a:lnTo>
                    <a:pt x="7587" y="10734"/>
                  </a:lnTo>
                  <a:lnTo>
                    <a:pt x="7011" y="12332"/>
                  </a:lnTo>
                  <a:lnTo>
                    <a:pt x="6029" y="12347"/>
                  </a:lnTo>
                  <a:lnTo>
                    <a:pt x="5255" y="12440"/>
                  </a:lnTo>
                  <a:lnTo>
                    <a:pt x="0" y="9254"/>
                  </a:lnTo>
                  <a:lnTo>
                    <a:pt x="625" y="6804"/>
                  </a:lnTo>
                  <a:lnTo>
                    <a:pt x="4333" y="3856"/>
                  </a:lnTo>
                  <a:lnTo>
                    <a:pt x="3468" y="354"/>
                  </a:lnTo>
                  <a:lnTo>
                    <a:pt x="480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h1667"/>
            <p:cNvSpPr/>
            <p:nvPr/>
          </p:nvSpPr>
          <p:spPr>
            <a:xfrm>
              <a:off x="2802609" y="3279752"/>
              <a:ext cx="8840" cy="7165"/>
            </a:xfrm>
            <a:custGeom>
              <a:avLst/>
              <a:pathLst>
                <a:path w="8840" h="7165">
                  <a:moveTo>
                    <a:pt x="8840" y="4525"/>
                  </a:moveTo>
                  <a:lnTo>
                    <a:pt x="8269" y="6280"/>
                  </a:lnTo>
                  <a:lnTo>
                    <a:pt x="6684" y="7165"/>
                  </a:lnTo>
                  <a:lnTo>
                    <a:pt x="4207" y="4504"/>
                  </a:lnTo>
                  <a:lnTo>
                    <a:pt x="893" y="4621"/>
                  </a:lnTo>
                  <a:lnTo>
                    <a:pt x="566" y="6618"/>
                  </a:lnTo>
                  <a:lnTo>
                    <a:pt x="0" y="1406"/>
                  </a:lnTo>
                  <a:lnTo>
                    <a:pt x="201" y="527"/>
                  </a:lnTo>
                  <a:lnTo>
                    <a:pt x="2194" y="1682"/>
                  </a:lnTo>
                  <a:lnTo>
                    <a:pt x="3016" y="403"/>
                  </a:lnTo>
                  <a:lnTo>
                    <a:pt x="755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h1668"/>
            <p:cNvSpPr/>
            <p:nvPr/>
          </p:nvSpPr>
          <p:spPr>
            <a:xfrm>
              <a:off x="2865093" y="3383303"/>
              <a:ext cx="12830" cy="10170"/>
            </a:xfrm>
            <a:custGeom>
              <a:avLst/>
              <a:pathLst>
                <a:path w="12830" h="10170">
                  <a:moveTo>
                    <a:pt x="11131" y="7963"/>
                  </a:moveTo>
                  <a:lnTo>
                    <a:pt x="12830" y="7173"/>
                  </a:lnTo>
                  <a:lnTo>
                    <a:pt x="12218" y="10170"/>
                  </a:lnTo>
                  <a:lnTo>
                    <a:pt x="6725" y="7826"/>
                  </a:lnTo>
                  <a:lnTo>
                    <a:pt x="3191" y="4600"/>
                  </a:lnTo>
                  <a:lnTo>
                    <a:pt x="1012" y="5425"/>
                  </a:lnTo>
                  <a:lnTo>
                    <a:pt x="1099" y="6029"/>
                  </a:lnTo>
                  <a:lnTo>
                    <a:pt x="0" y="3592"/>
                  </a:lnTo>
                  <a:lnTo>
                    <a:pt x="1055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h1669"/>
            <p:cNvSpPr/>
            <p:nvPr/>
          </p:nvSpPr>
          <p:spPr>
            <a:xfrm>
              <a:off x="2873040" y="3245111"/>
              <a:ext cx="19579" cy="17618"/>
            </a:xfrm>
            <a:custGeom>
              <a:avLst/>
              <a:pathLst>
                <a:path w="19579" h="17618">
                  <a:moveTo>
                    <a:pt x="9705" y="5902"/>
                  </a:moveTo>
                  <a:lnTo>
                    <a:pt x="11199" y="7231"/>
                  </a:lnTo>
                  <a:lnTo>
                    <a:pt x="19579" y="8196"/>
                  </a:lnTo>
                  <a:lnTo>
                    <a:pt x="19303" y="14346"/>
                  </a:lnTo>
                  <a:lnTo>
                    <a:pt x="15508" y="15424"/>
                  </a:lnTo>
                  <a:lnTo>
                    <a:pt x="7280" y="15567"/>
                  </a:lnTo>
                  <a:lnTo>
                    <a:pt x="6085" y="17618"/>
                  </a:lnTo>
                  <a:lnTo>
                    <a:pt x="5198" y="16947"/>
                  </a:lnTo>
                  <a:lnTo>
                    <a:pt x="4889" y="9660"/>
                  </a:lnTo>
                  <a:lnTo>
                    <a:pt x="2215" y="6968"/>
                  </a:lnTo>
                  <a:lnTo>
                    <a:pt x="0" y="6584"/>
                  </a:lnTo>
                  <a:lnTo>
                    <a:pt x="275" y="4937"/>
                  </a:lnTo>
                  <a:lnTo>
                    <a:pt x="820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h1670"/>
            <p:cNvSpPr/>
            <p:nvPr/>
          </p:nvSpPr>
          <p:spPr>
            <a:xfrm>
              <a:off x="2964583" y="3231887"/>
              <a:ext cx="5737" cy="3065"/>
            </a:xfrm>
            <a:custGeom>
              <a:avLst/>
              <a:pathLst>
                <a:path w="5737" h="3065">
                  <a:moveTo>
                    <a:pt x="5737" y="2197"/>
                  </a:moveTo>
                  <a:lnTo>
                    <a:pt x="2460" y="3065"/>
                  </a:lnTo>
                  <a:lnTo>
                    <a:pt x="0" y="300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h1671"/>
            <p:cNvSpPr/>
            <p:nvPr/>
          </p:nvSpPr>
          <p:spPr>
            <a:xfrm>
              <a:off x="2982234" y="3360294"/>
              <a:ext cx="18453" cy="8799"/>
            </a:xfrm>
            <a:custGeom>
              <a:avLst/>
              <a:pathLst>
                <a:path w="18453" h="8799">
                  <a:moveTo>
                    <a:pt x="17893" y="685"/>
                  </a:moveTo>
                  <a:lnTo>
                    <a:pt x="18453" y="1634"/>
                  </a:lnTo>
                  <a:lnTo>
                    <a:pt x="16049" y="3004"/>
                  </a:lnTo>
                  <a:lnTo>
                    <a:pt x="11396" y="4203"/>
                  </a:lnTo>
                  <a:lnTo>
                    <a:pt x="2890" y="8799"/>
                  </a:lnTo>
                  <a:lnTo>
                    <a:pt x="3171" y="6757"/>
                  </a:lnTo>
                  <a:lnTo>
                    <a:pt x="3937" y="6487"/>
                  </a:lnTo>
                  <a:lnTo>
                    <a:pt x="3255" y="3976"/>
                  </a:lnTo>
                  <a:lnTo>
                    <a:pt x="0" y="3994"/>
                  </a:lnTo>
                  <a:lnTo>
                    <a:pt x="1915" y="1500"/>
                  </a:lnTo>
                  <a:lnTo>
                    <a:pt x="3088" y="436"/>
                  </a:lnTo>
                  <a:lnTo>
                    <a:pt x="2809" y="2200"/>
                  </a:lnTo>
                  <a:lnTo>
                    <a:pt x="4622" y="3462"/>
                  </a:lnTo>
                  <a:lnTo>
                    <a:pt x="1285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h1672"/>
            <p:cNvSpPr/>
            <p:nvPr/>
          </p:nvSpPr>
          <p:spPr>
            <a:xfrm>
              <a:off x="2996187" y="3377140"/>
              <a:ext cx="1385" cy="3636"/>
            </a:xfrm>
            <a:custGeom>
              <a:avLst/>
              <a:pathLst>
                <a:path w="1385" h="3636">
                  <a:moveTo>
                    <a:pt x="1385" y="3636"/>
                  </a:moveTo>
                  <a:lnTo>
                    <a:pt x="481" y="3135"/>
                  </a:lnTo>
                  <a:lnTo>
                    <a:pt x="0" y="730"/>
                  </a:lnTo>
                  <a:lnTo>
                    <a:pt x="86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h1673"/>
            <p:cNvSpPr/>
            <p:nvPr/>
          </p:nvSpPr>
          <p:spPr>
            <a:xfrm>
              <a:off x="2798539" y="3313163"/>
              <a:ext cx="6596" cy="6508"/>
            </a:xfrm>
            <a:custGeom>
              <a:avLst/>
              <a:pathLst>
                <a:path w="6596" h="6508">
                  <a:moveTo>
                    <a:pt x="5338" y="2173"/>
                  </a:moveTo>
                  <a:lnTo>
                    <a:pt x="6596" y="898"/>
                  </a:lnTo>
                  <a:lnTo>
                    <a:pt x="4673" y="6508"/>
                  </a:lnTo>
                  <a:lnTo>
                    <a:pt x="0" y="539"/>
                  </a:lnTo>
                  <a:lnTo>
                    <a:pt x="241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h1674"/>
            <p:cNvSpPr/>
            <p:nvPr/>
          </p:nvSpPr>
          <p:spPr>
            <a:xfrm>
              <a:off x="2893210" y="3396003"/>
              <a:ext cx="13377" cy="6875"/>
            </a:xfrm>
            <a:custGeom>
              <a:avLst/>
              <a:pathLst>
                <a:path w="13377" h="6875">
                  <a:moveTo>
                    <a:pt x="5926" y="501"/>
                  </a:moveTo>
                  <a:lnTo>
                    <a:pt x="9324" y="0"/>
                  </a:lnTo>
                  <a:lnTo>
                    <a:pt x="9213" y="772"/>
                  </a:lnTo>
                  <a:lnTo>
                    <a:pt x="11993" y="1968"/>
                  </a:lnTo>
                  <a:lnTo>
                    <a:pt x="13377" y="3882"/>
                  </a:lnTo>
                  <a:lnTo>
                    <a:pt x="12086" y="6190"/>
                  </a:lnTo>
                  <a:lnTo>
                    <a:pt x="10635" y="6875"/>
                  </a:lnTo>
                  <a:lnTo>
                    <a:pt x="6708" y="6149"/>
                  </a:lnTo>
                  <a:lnTo>
                    <a:pt x="1185" y="5004"/>
                  </a:lnTo>
                  <a:lnTo>
                    <a:pt x="0" y="80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h1675"/>
            <p:cNvSpPr/>
            <p:nvPr/>
          </p:nvSpPr>
          <p:spPr>
            <a:xfrm>
              <a:off x="2879989" y="3334125"/>
              <a:ext cx="7012" cy="10171"/>
            </a:xfrm>
            <a:custGeom>
              <a:avLst/>
              <a:pathLst>
                <a:path w="7012" h="10171">
                  <a:moveTo>
                    <a:pt x="7012" y="3366"/>
                  </a:moveTo>
                  <a:lnTo>
                    <a:pt x="5678" y="3721"/>
                  </a:lnTo>
                  <a:lnTo>
                    <a:pt x="6543" y="7222"/>
                  </a:lnTo>
                  <a:lnTo>
                    <a:pt x="2836" y="10171"/>
                  </a:lnTo>
                  <a:lnTo>
                    <a:pt x="0" y="5627"/>
                  </a:lnTo>
                  <a:lnTo>
                    <a:pt x="1716" y="4138"/>
                  </a:lnTo>
                  <a:lnTo>
                    <a:pt x="3409" y="3863"/>
                  </a:lnTo>
                  <a:lnTo>
                    <a:pt x="4644" y="1823"/>
                  </a:lnTo>
                  <a:lnTo>
                    <a:pt x="4645" y="113"/>
                  </a:lnTo>
                  <a:lnTo>
                    <a:pt x="629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h1676"/>
            <p:cNvSpPr/>
            <p:nvPr/>
          </p:nvSpPr>
          <p:spPr>
            <a:xfrm>
              <a:off x="2996689" y="3463773"/>
              <a:ext cx="10749" cy="15183"/>
            </a:xfrm>
            <a:custGeom>
              <a:avLst/>
              <a:pathLst>
                <a:path w="10749" h="15183">
                  <a:moveTo>
                    <a:pt x="4883" y="2880"/>
                  </a:moveTo>
                  <a:lnTo>
                    <a:pt x="5606" y="5585"/>
                  </a:lnTo>
                  <a:lnTo>
                    <a:pt x="7960" y="3785"/>
                  </a:lnTo>
                  <a:lnTo>
                    <a:pt x="10749" y="5859"/>
                  </a:lnTo>
                  <a:lnTo>
                    <a:pt x="10061" y="9229"/>
                  </a:lnTo>
                  <a:lnTo>
                    <a:pt x="7584" y="11459"/>
                  </a:lnTo>
                  <a:lnTo>
                    <a:pt x="5436" y="14498"/>
                  </a:lnTo>
                  <a:lnTo>
                    <a:pt x="0" y="15183"/>
                  </a:lnTo>
                  <a:lnTo>
                    <a:pt x="3623" y="12214"/>
                  </a:lnTo>
                  <a:lnTo>
                    <a:pt x="3889" y="9933"/>
                  </a:lnTo>
                  <a:lnTo>
                    <a:pt x="165" y="4024"/>
                  </a:lnTo>
                  <a:lnTo>
                    <a:pt x="223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h1677"/>
            <p:cNvSpPr/>
            <p:nvPr/>
          </p:nvSpPr>
          <p:spPr>
            <a:xfrm>
              <a:off x="2881591" y="3441241"/>
              <a:ext cx="30399" cy="34077"/>
            </a:xfrm>
            <a:custGeom>
              <a:avLst/>
              <a:pathLst>
                <a:path w="30399" h="34077">
                  <a:moveTo>
                    <a:pt x="22754" y="533"/>
                  </a:moveTo>
                  <a:lnTo>
                    <a:pt x="26151" y="0"/>
                  </a:lnTo>
                  <a:lnTo>
                    <a:pt x="28538" y="2311"/>
                  </a:lnTo>
                  <a:lnTo>
                    <a:pt x="29787" y="4718"/>
                  </a:lnTo>
                  <a:lnTo>
                    <a:pt x="26717" y="8110"/>
                  </a:lnTo>
                  <a:lnTo>
                    <a:pt x="28637" y="16559"/>
                  </a:lnTo>
                  <a:lnTo>
                    <a:pt x="29290" y="18560"/>
                  </a:lnTo>
                  <a:lnTo>
                    <a:pt x="30082" y="18855"/>
                  </a:lnTo>
                  <a:lnTo>
                    <a:pt x="30399" y="20152"/>
                  </a:lnTo>
                  <a:lnTo>
                    <a:pt x="28638" y="26178"/>
                  </a:lnTo>
                  <a:lnTo>
                    <a:pt x="23978" y="28709"/>
                  </a:lnTo>
                  <a:lnTo>
                    <a:pt x="22449" y="34077"/>
                  </a:lnTo>
                  <a:lnTo>
                    <a:pt x="17610" y="31192"/>
                  </a:lnTo>
                  <a:lnTo>
                    <a:pt x="8764" y="31806"/>
                  </a:lnTo>
                  <a:lnTo>
                    <a:pt x="3893" y="28663"/>
                  </a:lnTo>
                  <a:lnTo>
                    <a:pt x="1772" y="28277"/>
                  </a:lnTo>
                  <a:lnTo>
                    <a:pt x="0" y="21745"/>
                  </a:lnTo>
                  <a:lnTo>
                    <a:pt x="9690" y="15906"/>
                  </a:lnTo>
                  <a:lnTo>
                    <a:pt x="9757" y="12709"/>
                  </a:lnTo>
                  <a:lnTo>
                    <a:pt x="4969" y="3725"/>
                  </a:lnTo>
                  <a:lnTo>
                    <a:pt x="8277" y="2310"/>
                  </a:lnTo>
                  <a:lnTo>
                    <a:pt x="18280" y="262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h1678"/>
            <p:cNvSpPr/>
            <p:nvPr/>
          </p:nvSpPr>
          <p:spPr>
            <a:xfrm>
              <a:off x="2979110" y="3410647"/>
              <a:ext cx="10612" cy="8585"/>
            </a:xfrm>
            <a:custGeom>
              <a:avLst/>
              <a:pathLst>
                <a:path w="10612" h="8585">
                  <a:moveTo>
                    <a:pt x="5530" y="1787"/>
                  </a:moveTo>
                  <a:lnTo>
                    <a:pt x="9414" y="1240"/>
                  </a:lnTo>
                  <a:lnTo>
                    <a:pt x="10612" y="1275"/>
                  </a:lnTo>
                  <a:lnTo>
                    <a:pt x="10141" y="4322"/>
                  </a:lnTo>
                  <a:lnTo>
                    <a:pt x="5631" y="8585"/>
                  </a:lnTo>
                  <a:lnTo>
                    <a:pt x="2021" y="3652"/>
                  </a:lnTo>
                  <a:lnTo>
                    <a:pt x="2675" y="3398"/>
                  </a:lnTo>
                  <a:lnTo>
                    <a:pt x="0" y="1146"/>
                  </a:lnTo>
                  <a:lnTo>
                    <a:pt x="184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h1679"/>
            <p:cNvSpPr/>
            <p:nvPr/>
          </p:nvSpPr>
          <p:spPr>
            <a:xfrm>
              <a:off x="2971684" y="3320992"/>
              <a:ext cx="16037" cy="14278"/>
            </a:xfrm>
            <a:custGeom>
              <a:avLst/>
              <a:pathLst>
                <a:path w="16037" h="14278">
                  <a:moveTo>
                    <a:pt x="9460" y="63"/>
                  </a:moveTo>
                  <a:lnTo>
                    <a:pt x="12516" y="1778"/>
                  </a:lnTo>
                  <a:lnTo>
                    <a:pt x="15046" y="1758"/>
                  </a:lnTo>
                  <a:lnTo>
                    <a:pt x="16037" y="2450"/>
                  </a:lnTo>
                  <a:lnTo>
                    <a:pt x="13961" y="14048"/>
                  </a:lnTo>
                  <a:lnTo>
                    <a:pt x="7133" y="11213"/>
                  </a:lnTo>
                  <a:lnTo>
                    <a:pt x="6798" y="12788"/>
                  </a:lnTo>
                  <a:lnTo>
                    <a:pt x="3939" y="14278"/>
                  </a:lnTo>
                  <a:lnTo>
                    <a:pt x="0" y="5992"/>
                  </a:lnTo>
                  <a:lnTo>
                    <a:pt x="2303" y="1972"/>
                  </a:lnTo>
                  <a:lnTo>
                    <a:pt x="592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h1680"/>
            <p:cNvSpPr/>
            <p:nvPr/>
          </p:nvSpPr>
          <p:spPr>
            <a:xfrm>
              <a:off x="2972076" y="3390757"/>
              <a:ext cx="9716" cy="10791"/>
            </a:xfrm>
            <a:custGeom>
              <a:avLst/>
              <a:pathLst>
                <a:path w="9716" h="10791">
                  <a:moveTo>
                    <a:pt x="7625" y="2455"/>
                  </a:moveTo>
                  <a:lnTo>
                    <a:pt x="9716" y="5536"/>
                  </a:lnTo>
                  <a:lnTo>
                    <a:pt x="5376" y="10791"/>
                  </a:lnTo>
                  <a:lnTo>
                    <a:pt x="1922" y="9936"/>
                  </a:lnTo>
                  <a:lnTo>
                    <a:pt x="799" y="8308"/>
                  </a:lnTo>
                  <a:lnTo>
                    <a:pt x="0" y="237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h1681"/>
            <p:cNvSpPr/>
            <p:nvPr/>
          </p:nvSpPr>
          <p:spPr>
            <a:xfrm>
              <a:off x="2994811" y="3374238"/>
              <a:ext cx="2335" cy="4897"/>
            </a:xfrm>
            <a:custGeom>
              <a:avLst/>
              <a:pathLst>
                <a:path w="2335" h="4897">
                  <a:moveTo>
                    <a:pt x="2335" y="1851"/>
                  </a:moveTo>
                  <a:lnTo>
                    <a:pt x="2237" y="2902"/>
                  </a:lnTo>
                  <a:lnTo>
                    <a:pt x="1375" y="3633"/>
                  </a:lnTo>
                  <a:lnTo>
                    <a:pt x="372" y="4897"/>
                  </a:lnTo>
                  <a:lnTo>
                    <a:pt x="0" y="4125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h1682"/>
            <p:cNvSpPr/>
            <p:nvPr/>
          </p:nvSpPr>
          <p:spPr>
            <a:xfrm>
              <a:off x="2997143" y="3374927"/>
              <a:ext cx="2797" cy="1929"/>
            </a:xfrm>
            <a:custGeom>
              <a:avLst/>
              <a:pathLst>
                <a:path w="2797" h="1929">
                  <a:moveTo>
                    <a:pt x="0" y="1138"/>
                  </a:moveTo>
                  <a:lnTo>
                    <a:pt x="2797" y="0"/>
                  </a:lnTo>
                  <a:lnTo>
                    <a:pt x="2766" y="192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h1683"/>
            <p:cNvSpPr/>
            <p:nvPr/>
          </p:nvSpPr>
          <p:spPr>
            <a:xfrm>
              <a:off x="2876181" y="3339753"/>
              <a:ext cx="6644" cy="7083"/>
            </a:xfrm>
            <a:custGeom>
              <a:avLst/>
              <a:pathLst>
                <a:path w="6644" h="7083">
                  <a:moveTo>
                    <a:pt x="6644" y="4543"/>
                  </a:moveTo>
                  <a:lnTo>
                    <a:pt x="6018" y="6992"/>
                  </a:lnTo>
                  <a:lnTo>
                    <a:pt x="2332" y="7083"/>
                  </a:lnTo>
                  <a:lnTo>
                    <a:pt x="511" y="5683"/>
                  </a:lnTo>
                  <a:lnTo>
                    <a:pt x="0" y="3516"/>
                  </a:lnTo>
                  <a:lnTo>
                    <a:pt x="699" y="655"/>
                  </a:lnTo>
                  <a:lnTo>
                    <a:pt x="38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h1684"/>
            <p:cNvSpPr/>
            <p:nvPr/>
          </p:nvSpPr>
          <p:spPr>
            <a:xfrm>
              <a:off x="3004756" y="3483982"/>
              <a:ext cx="9670" cy="17593"/>
            </a:xfrm>
            <a:custGeom>
              <a:avLst/>
              <a:pathLst>
                <a:path w="9670" h="17593">
                  <a:moveTo>
                    <a:pt x="9450" y="7061"/>
                  </a:moveTo>
                  <a:lnTo>
                    <a:pt x="9670" y="9693"/>
                  </a:lnTo>
                  <a:lnTo>
                    <a:pt x="8793" y="13389"/>
                  </a:lnTo>
                  <a:lnTo>
                    <a:pt x="5184" y="17426"/>
                  </a:lnTo>
                  <a:lnTo>
                    <a:pt x="3598" y="17593"/>
                  </a:lnTo>
                  <a:lnTo>
                    <a:pt x="1714" y="6744"/>
                  </a:lnTo>
                  <a:lnTo>
                    <a:pt x="0" y="2633"/>
                  </a:lnTo>
                  <a:lnTo>
                    <a:pt x="260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h1685"/>
            <p:cNvSpPr/>
            <p:nvPr/>
          </p:nvSpPr>
          <p:spPr>
            <a:xfrm>
              <a:off x="3121748" y="3422325"/>
              <a:ext cx="51834" cy="42657"/>
            </a:xfrm>
            <a:custGeom>
              <a:avLst/>
              <a:pathLst>
                <a:path w="51834" h="42657">
                  <a:moveTo>
                    <a:pt x="43418" y="8167"/>
                  </a:moveTo>
                  <a:lnTo>
                    <a:pt x="48153" y="7835"/>
                  </a:lnTo>
                  <a:lnTo>
                    <a:pt x="49756" y="11398"/>
                  </a:lnTo>
                  <a:lnTo>
                    <a:pt x="51834" y="21755"/>
                  </a:lnTo>
                  <a:lnTo>
                    <a:pt x="49957" y="28952"/>
                  </a:lnTo>
                  <a:lnTo>
                    <a:pt x="48448" y="31123"/>
                  </a:lnTo>
                  <a:lnTo>
                    <a:pt x="34664" y="39854"/>
                  </a:lnTo>
                  <a:lnTo>
                    <a:pt x="26775" y="42657"/>
                  </a:lnTo>
                  <a:lnTo>
                    <a:pt x="26142" y="30615"/>
                  </a:lnTo>
                  <a:lnTo>
                    <a:pt x="24226" y="28103"/>
                  </a:lnTo>
                  <a:lnTo>
                    <a:pt x="18271" y="25248"/>
                  </a:lnTo>
                  <a:lnTo>
                    <a:pt x="12007" y="19237"/>
                  </a:lnTo>
                  <a:lnTo>
                    <a:pt x="7099" y="18404"/>
                  </a:lnTo>
                  <a:lnTo>
                    <a:pt x="6563" y="13655"/>
                  </a:lnTo>
                  <a:lnTo>
                    <a:pt x="0" y="11764"/>
                  </a:lnTo>
                  <a:lnTo>
                    <a:pt x="1912" y="8637"/>
                  </a:lnTo>
                  <a:lnTo>
                    <a:pt x="5501" y="8508"/>
                  </a:lnTo>
                  <a:lnTo>
                    <a:pt x="17115" y="14784"/>
                  </a:lnTo>
                  <a:lnTo>
                    <a:pt x="18736" y="13732"/>
                  </a:lnTo>
                  <a:lnTo>
                    <a:pt x="22734" y="8452"/>
                  </a:lnTo>
                  <a:lnTo>
                    <a:pt x="22727" y="7144"/>
                  </a:lnTo>
                  <a:lnTo>
                    <a:pt x="23983" y="5690"/>
                  </a:lnTo>
                  <a:lnTo>
                    <a:pt x="27872" y="6597"/>
                  </a:lnTo>
                  <a:lnTo>
                    <a:pt x="3346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h1686"/>
            <p:cNvSpPr/>
            <p:nvPr/>
          </p:nvSpPr>
          <p:spPr>
            <a:xfrm>
              <a:off x="2850507" y="3387903"/>
              <a:ext cx="26804" cy="14713"/>
            </a:xfrm>
            <a:custGeom>
              <a:avLst/>
              <a:pathLst>
                <a:path w="26804" h="14713">
                  <a:moveTo>
                    <a:pt x="17777" y="0"/>
                  </a:moveTo>
                  <a:lnTo>
                    <a:pt x="21311" y="3225"/>
                  </a:lnTo>
                  <a:lnTo>
                    <a:pt x="26804" y="5570"/>
                  </a:lnTo>
                  <a:lnTo>
                    <a:pt x="26694" y="9365"/>
                  </a:lnTo>
                  <a:lnTo>
                    <a:pt x="26021" y="11726"/>
                  </a:lnTo>
                  <a:lnTo>
                    <a:pt x="24301" y="11876"/>
                  </a:lnTo>
                  <a:lnTo>
                    <a:pt x="18881" y="12382"/>
                  </a:lnTo>
                  <a:lnTo>
                    <a:pt x="14662" y="14626"/>
                  </a:lnTo>
                  <a:lnTo>
                    <a:pt x="452" y="14713"/>
                  </a:lnTo>
                  <a:lnTo>
                    <a:pt x="0" y="11899"/>
                  </a:lnTo>
                  <a:lnTo>
                    <a:pt x="2446" y="11519"/>
                  </a:lnTo>
                  <a:lnTo>
                    <a:pt x="5022" y="6927"/>
                  </a:lnTo>
                  <a:lnTo>
                    <a:pt x="11569" y="5056"/>
                  </a:lnTo>
                  <a:lnTo>
                    <a:pt x="11093" y="6713"/>
                  </a:lnTo>
                  <a:lnTo>
                    <a:pt x="12343" y="6941"/>
                  </a:lnTo>
                  <a:lnTo>
                    <a:pt x="14757" y="5279"/>
                  </a:lnTo>
                  <a:lnTo>
                    <a:pt x="16181" y="2189"/>
                  </a:lnTo>
                  <a:lnTo>
                    <a:pt x="15685" y="1428"/>
                  </a:lnTo>
                  <a:lnTo>
                    <a:pt x="15599" y="82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h1687"/>
            <p:cNvSpPr/>
            <p:nvPr/>
          </p:nvSpPr>
          <p:spPr>
            <a:xfrm>
              <a:off x="2998307" y="3418430"/>
              <a:ext cx="6667" cy="4441"/>
            </a:xfrm>
            <a:custGeom>
              <a:avLst/>
              <a:pathLst>
                <a:path w="6667" h="4441">
                  <a:moveTo>
                    <a:pt x="5111" y="1122"/>
                  </a:moveTo>
                  <a:lnTo>
                    <a:pt x="6667" y="4286"/>
                  </a:lnTo>
                  <a:lnTo>
                    <a:pt x="1012" y="4441"/>
                  </a:lnTo>
                  <a:lnTo>
                    <a:pt x="0" y="160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h1688"/>
            <p:cNvSpPr/>
            <p:nvPr/>
          </p:nvSpPr>
          <p:spPr>
            <a:xfrm>
              <a:off x="3095037" y="3357693"/>
              <a:ext cx="16581" cy="24689"/>
            </a:xfrm>
            <a:custGeom>
              <a:avLst/>
              <a:pathLst>
                <a:path w="16581" h="24689">
                  <a:moveTo>
                    <a:pt x="13224" y="2403"/>
                  </a:moveTo>
                  <a:lnTo>
                    <a:pt x="10855" y="5854"/>
                  </a:lnTo>
                  <a:lnTo>
                    <a:pt x="16581" y="13168"/>
                  </a:lnTo>
                  <a:lnTo>
                    <a:pt x="11501" y="14277"/>
                  </a:lnTo>
                  <a:lnTo>
                    <a:pt x="8396" y="16608"/>
                  </a:lnTo>
                  <a:lnTo>
                    <a:pt x="7890" y="18834"/>
                  </a:lnTo>
                  <a:lnTo>
                    <a:pt x="10026" y="20414"/>
                  </a:lnTo>
                  <a:lnTo>
                    <a:pt x="5802" y="24689"/>
                  </a:lnTo>
                  <a:lnTo>
                    <a:pt x="4645" y="24045"/>
                  </a:lnTo>
                  <a:lnTo>
                    <a:pt x="5587" y="21742"/>
                  </a:lnTo>
                  <a:lnTo>
                    <a:pt x="2837" y="19850"/>
                  </a:lnTo>
                  <a:lnTo>
                    <a:pt x="3985" y="17527"/>
                  </a:lnTo>
                  <a:lnTo>
                    <a:pt x="5398" y="17888"/>
                  </a:lnTo>
                  <a:lnTo>
                    <a:pt x="5818" y="14791"/>
                  </a:lnTo>
                  <a:lnTo>
                    <a:pt x="3677" y="9203"/>
                  </a:lnTo>
                  <a:lnTo>
                    <a:pt x="2200" y="8979"/>
                  </a:lnTo>
                  <a:lnTo>
                    <a:pt x="0" y="6966"/>
                  </a:lnTo>
                  <a:lnTo>
                    <a:pt x="1865" y="5896"/>
                  </a:lnTo>
                  <a:lnTo>
                    <a:pt x="7330" y="6162"/>
                  </a:lnTo>
                  <a:lnTo>
                    <a:pt x="10249" y="4858"/>
                  </a:lnTo>
                  <a:lnTo>
                    <a:pt x="11350" y="3950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h1689"/>
            <p:cNvSpPr/>
            <p:nvPr/>
          </p:nvSpPr>
          <p:spPr>
            <a:xfrm>
              <a:off x="2938424" y="3296510"/>
              <a:ext cx="11287" cy="14249"/>
            </a:xfrm>
            <a:custGeom>
              <a:avLst/>
              <a:pathLst>
                <a:path w="11287" h="14249">
                  <a:moveTo>
                    <a:pt x="10873" y="5316"/>
                  </a:moveTo>
                  <a:lnTo>
                    <a:pt x="11287" y="12828"/>
                  </a:lnTo>
                  <a:lnTo>
                    <a:pt x="7888" y="13535"/>
                  </a:lnTo>
                  <a:lnTo>
                    <a:pt x="0" y="14249"/>
                  </a:lnTo>
                  <a:lnTo>
                    <a:pt x="2007" y="12306"/>
                  </a:lnTo>
                  <a:lnTo>
                    <a:pt x="1312" y="6114"/>
                  </a:lnTo>
                  <a:lnTo>
                    <a:pt x="5039" y="1025"/>
                  </a:lnTo>
                  <a:lnTo>
                    <a:pt x="600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h1690"/>
            <p:cNvSpPr/>
            <p:nvPr/>
          </p:nvSpPr>
          <p:spPr>
            <a:xfrm>
              <a:off x="2973132" y="3239085"/>
              <a:ext cx="5589" cy="3009"/>
            </a:xfrm>
            <a:custGeom>
              <a:avLst/>
              <a:pathLst>
                <a:path w="5589" h="3009">
                  <a:moveTo>
                    <a:pt x="5589" y="0"/>
                  </a:moveTo>
                  <a:lnTo>
                    <a:pt x="3730" y="749"/>
                  </a:lnTo>
                  <a:lnTo>
                    <a:pt x="3286" y="3009"/>
                  </a:lnTo>
                  <a:lnTo>
                    <a:pt x="0" y="204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h1691"/>
            <p:cNvSpPr/>
            <p:nvPr/>
          </p:nvSpPr>
          <p:spPr>
            <a:xfrm>
              <a:off x="2852878" y="3343269"/>
              <a:ext cx="30753" cy="29929"/>
            </a:xfrm>
            <a:custGeom>
              <a:avLst/>
              <a:pathLst>
                <a:path w="30753" h="29929">
                  <a:moveTo>
                    <a:pt x="23303" y="0"/>
                  </a:moveTo>
                  <a:lnTo>
                    <a:pt x="23814" y="2167"/>
                  </a:lnTo>
                  <a:lnTo>
                    <a:pt x="25635" y="3566"/>
                  </a:lnTo>
                  <a:lnTo>
                    <a:pt x="29401" y="3556"/>
                  </a:lnTo>
                  <a:lnTo>
                    <a:pt x="25704" y="8944"/>
                  </a:lnTo>
                  <a:lnTo>
                    <a:pt x="25889" y="12207"/>
                  </a:lnTo>
                  <a:lnTo>
                    <a:pt x="26495" y="12352"/>
                  </a:lnTo>
                  <a:lnTo>
                    <a:pt x="26274" y="16400"/>
                  </a:lnTo>
                  <a:lnTo>
                    <a:pt x="30753" y="22427"/>
                  </a:lnTo>
                  <a:lnTo>
                    <a:pt x="27398" y="24691"/>
                  </a:lnTo>
                  <a:lnTo>
                    <a:pt x="25049" y="24704"/>
                  </a:lnTo>
                  <a:lnTo>
                    <a:pt x="22660" y="26874"/>
                  </a:lnTo>
                  <a:lnTo>
                    <a:pt x="21532" y="29650"/>
                  </a:lnTo>
                  <a:lnTo>
                    <a:pt x="18310" y="29201"/>
                  </a:lnTo>
                  <a:lnTo>
                    <a:pt x="14043" y="20565"/>
                  </a:lnTo>
                  <a:lnTo>
                    <a:pt x="12135" y="20190"/>
                  </a:lnTo>
                  <a:lnTo>
                    <a:pt x="8455" y="23770"/>
                  </a:lnTo>
                  <a:lnTo>
                    <a:pt x="6015" y="24064"/>
                  </a:lnTo>
                  <a:lnTo>
                    <a:pt x="3664" y="25683"/>
                  </a:lnTo>
                  <a:lnTo>
                    <a:pt x="2011" y="29929"/>
                  </a:lnTo>
                  <a:lnTo>
                    <a:pt x="0" y="21882"/>
                  </a:lnTo>
                  <a:lnTo>
                    <a:pt x="2413" y="19712"/>
                  </a:lnTo>
                  <a:lnTo>
                    <a:pt x="2028" y="16636"/>
                  </a:lnTo>
                  <a:lnTo>
                    <a:pt x="530" y="16323"/>
                  </a:lnTo>
                  <a:lnTo>
                    <a:pt x="5071" y="14929"/>
                  </a:lnTo>
                  <a:lnTo>
                    <a:pt x="6151" y="6773"/>
                  </a:lnTo>
                  <a:lnTo>
                    <a:pt x="8510" y="7110"/>
                  </a:lnTo>
                  <a:lnTo>
                    <a:pt x="20060" y="342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h1692"/>
            <p:cNvSpPr/>
            <p:nvPr/>
          </p:nvSpPr>
          <p:spPr>
            <a:xfrm>
              <a:off x="2965524" y="3421816"/>
              <a:ext cx="13224" cy="13615"/>
            </a:xfrm>
            <a:custGeom>
              <a:avLst/>
              <a:pathLst>
                <a:path w="13224" h="13615">
                  <a:moveTo>
                    <a:pt x="13224" y="2077"/>
                  </a:moveTo>
                  <a:lnTo>
                    <a:pt x="12407" y="12368"/>
                  </a:lnTo>
                  <a:lnTo>
                    <a:pt x="9136" y="13615"/>
                  </a:lnTo>
                  <a:lnTo>
                    <a:pt x="3223" y="11922"/>
                  </a:lnTo>
                  <a:lnTo>
                    <a:pt x="0" y="551"/>
                  </a:lnTo>
                  <a:lnTo>
                    <a:pt x="788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h1693"/>
            <p:cNvSpPr/>
            <p:nvPr/>
          </p:nvSpPr>
          <p:spPr>
            <a:xfrm>
              <a:off x="2978915" y="3368857"/>
              <a:ext cx="9022" cy="10987"/>
            </a:xfrm>
            <a:custGeom>
              <a:avLst/>
              <a:pathLst>
                <a:path w="9022" h="10987">
                  <a:moveTo>
                    <a:pt x="6224" y="357"/>
                  </a:moveTo>
                  <a:lnTo>
                    <a:pt x="7770" y="1714"/>
                  </a:lnTo>
                  <a:lnTo>
                    <a:pt x="7687" y="2692"/>
                  </a:lnTo>
                  <a:lnTo>
                    <a:pt x="9022" y="5949"/>
                  </a:lnTo>
                  <a:lnTo>
                    <a:pt x="7253" y="10171"/>
                  </a:lnTo>
                  <a:lnTo>
                    <a:pt x="7672" y="10987"/>
                  </a:lnTo>
                  <a:lnTo>
                    <a:pt x="5965" y="9884"/>
                  </a:lnTo>
                  <a:lnTo>
                    <a:pt x="5042" y="7801"/>
                  </a:lnTo>
                  <a:lnTo>
                    <a:pt x="3708" y="6802"/>
                  </a:lnTo>
                  <a:lnTo>
                    <a:pt x="2866" y="6468"/>
                  </a:lnTo>
                  <a:lnTo>
                    <a:pt x="1940" y="7214"/>
                  </a:lnTo>
                  <a:lnTo>
                    <a:pt x="0" y="5021"/>
                  </a:lnTo>
                  <a:lnTo>
                    <a:pt x="2382" y="4743"/>
                  </a:lnTo>
                  <a:lnTo>
                    <a:pt x="444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h1694"/>
            <p:cNvSpPr/>
            <p:nvPr/>
          </p:nvSpPr>
          <p:spPr>
            <a:xfrm>
              <a:off x="2863561" y="3269543"/>
              <a:ext cx="16688" cy="11055"/>
            </a:xfrm>
            <a:custGeom>
              <a:avLst/>
              <a:pathLst>
                <a:path w="16688" h="11055">
                  <a:moveTo>
                    <a:pt x="202" y="0"/>
                  </a:moveTo>
                  <a:lnTo>
                    <a:pt x="12311" y="737"/>
                  </a:lnTo>
                  <a:lnTo>
                    <a:pt x="16688" y="5164"/>
                  </a:lnTo>
                  <a:lnTo>
                    <a:pt x="12395" y="11055"/>
                  </a:lnTo>
                  <a:lnTo>
                    <a:pt x="4278" y="10224"/>
                  </a:lnTo>
                  <a:lnTo>
                    <a:pt x="2759" y="9003"/>
                  </a:lnTo>
                  <a:lnTo>
                    <a:pt x="3204" y="7813"/>
                  </a:lnTo>
                  <a:lnTo>
                    <a:pt x="2632" y="5884"/>
                  </a:lnTo>
                  <a:lnTo>
                    <a:pt x="0" y="318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h1695"/>
            <p:cNvSpPr/>
            <p:nvPr/>
          </p:nvSpPr>
          <p:spPr>
            <a:xfrm>
              <a:off x="2786548" y="3460303"/>
              <a:ext cx="14028" cy="11923"/>
            </a:xfrm>
            <a:custGeom>
              <a:avLst/>
              <a:pathLst>
                <a:path w="14028" h="11923">
                  <a:moveTo>
                    <a:pt x="3073" y="0"/>
                  </a:moveTo>
                  <a:lnTo>
                    <a:pt x="5845" y="3685"/>
                  </a:lnTo>
                  <a:lnTo>
                    <a:pt x="9202" y="986"/>
                  </a:lnTo>
                  <a:lnTo>
                    <a:pt x="10994" y="2753"/>
                  </a:lnTo>
                  <a:lnTo>
                    <a:pt x="12694" y="3026"/>
                  </a:lnTo>
                  <a:lnTo>
                    <a:pt x="14028" y="2077"/>
                  </a:lnTo>
                  <a:lnTo>
                    <a:pt x="13909" y="8497"/>
                  </a:lnTo>
                  <a:lnTo>
                    <a:pt x="6512" y="11095"/>
                  </a:lnTo>
                  <a:lnTo>
                    <a:pt x="3800" y="11923"/>
                  </a:lnTo>
                  <a:lnTo>
                    <a:pt x="279" y="11570"/>
                  </a:lnTo>
                  <a:lnTo>
                    <a:pt x="0" y="7195"/>
                  </a:lnTo>
                  <a:lnTo>
                    <a:pt x="2019" y="4258"/>
                  </a:lnTo>
                  <a:lnTo>
                    <a:pt x="774" y="1570"/>
                  </a:lnTo>
                  <a:lnTo>
                    <a:pt x="973" y="8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h1696"/>
            <p:cNvSpPr/>
            <p:nvPr/>
          </p:nvSpPr>
          <p:spPr>
            <a:xfrm>
              <a:off x="3023724" y="3469484"/>
              <a:ext cx="15088" cy="14552"/>
            </a:xfrm>
            <a:custGeom>
              <a:avLst/>
              <a:pathLst>
                <a:path w="15088" h="14552">
                  <a:moveTo>
                    <a:pt x="6746" y="4820"/>
                  </a:moveTo>
                  <a:lnTo>
                    <a:pt x="8771" y="3829"/>
                  </a:lnTo>
                  <a:lnTo>
                    <a:pt x="9910" y="7787"/>
                  </a:lnTo>
                  <a:lnTo>
                    <a:pt x="15088" y="10495"/>
                  </a:lnTo>
                  <a:lnTo>
                    <a:pt x="15066" y="12918"/>
                  </a:lnTo>
                  <a:lnTo>
                    <a:pt x="12807" y="11192"/>
                  </a:lnTo>
                  <a:lnTo>
                    <a:pt x="11182" y="13318"/>
                  </a:lnTo>
                  <a:lnTo>
                    <a:pt x="8250" y="14552"/>
                  </a:lnTo>
                  <a:lnTo>
                    <a:pt x="5606" y="14348"/>
                  </a:lnTo>
                  <a:lnTo>
                    <a:pt x="2522" y="6362"/>
                  </a:lnTo>
                  <a:lnTo>
                    <a:pt x="0" y="3538"/>
                  </a:lnTo>
                  <a:lnTo>
                    <a:pt x="1057" y="715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h1697"/>
            <p:cNvSpPr/>
            <p:nvPr/>
          </p:nvSpPr>
          <p:spPr>
            <a:xfrm>
              <a:off x="2961049" y="3433738"/>
              <a:ext cx="8244" cy="14433"/>
            </a:xfrm>
            <a:custGeom>
              <a:avLst/>
              <a:pathLst>
                <a:path w="8244" h="14433">
                  <a:moveTo>
                    <a:pt x="7698" y="0"/>
                  </a:moveTo>
                  <a:lnTo>
                    <a:pt x="7155" y="7749"/>
                  </a:lnTo>
                  <a:lnTo>
                    <a:pt x="8244" y="8245"/>
                  </a:lnTo>
                  <a:lnTo>
                    <a:pt x="6611" y="8410"/>
                  </a:lnTo>
                  <a:lnTo>
                    <a:pt x="4131" y="8315"/>
                  </a:lnTo>
                  <a:lnTo>
                    <a:pt x="1777" y="14433"/>
                  </a:lnTo>
                  <a:lnTo>
                    <a:pt x="757" y="13575"/>
                  </a:lnTo>
                  <a:lnTo>
                    <a:pt x="3065" y="6523"/>
                  </a:lnTo>
                  <a:lnTo>
                    <a:pt x="0" y="128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h1698"/>
            <p:cNvSpPr/>
            <p:nvPr/>
          </p:nvSpPr>
          <p:spPr>
            <a:xfrm>
              <a:off x="3057833" y="3322062"/>
              <a:ext cx="14604" cy="22598"/>
            </a:xfrm>
            <a:custGeom>
              <a:avLst/>
              <a:pathLst>
                <a:path w="14604" h="22598">
                  <a:moveTo>
                    <a:pt x="5304" y="75"/>
                  </a:moveTo>
                  <a:lnTo>
                    <a:pt x="8066" y="1958"/>
                  </a:lnTo>
                  <a:lnTo>
                    <a:pt x="11447" y="5797"/>
                  </a:lnTo>
                  <a:lnTo>
                    <a:pt x="11895" y="7806"/>
                  </a:lnTo>
                  <a:lnTo>
                    <a:pt x="13498" y="8530"/>
                  </a:lnTo>
                  <a:lnTo>
                    <a:pt x="14604" y="11068"/>
                  </a:lnTo>
                  <a:lnTo>
                    <a:pt x="13751" y="13492"/>
                  </a:lnTo>
                  <a:lnTo>
                    <a:pt x="8829" y="13978"/>
                  </a:lnTo>
                  <a:lnTo>
                    <a:pt x="8117" y="16969"/>
                  </a:lnTo>
                  <a:lnTo>
                    <a:pt x="6124" y="17639"/>
                  </a:lnTo>
                  <a:lnTo>
                    <a:pt x="5514" y="19172"/>
                  </a:lnTo>
                  <a:lnTo>
                    <a:pt x="6389" y="19445"/>
                  </a:lnTo>
                  <a:lnTo>
                    <a:pt x="2126" y="22598"/>
                  </a:lnTo>
                  <a:lnTo>
                    <a:pt x="0" y="19666"/>
                  </a:lnTo>
                  <a:lnTo>
                    <a:pt x="225" y="15717"/>
                  </a:lnTo>
                  <a:lnTo>
                    <a:pt x="210" y="15415"/>
                  </a:lnTo>
                  <a:lnTo>
                    <a:pt x="2616" y="17297"/>
                  </a:lnTo>
                  <a:lnTo>
                    <a:pt x="4113" y="17225"/>
                  </a:lnTo>
                  <a:lnTo>
                    <a:pt x="5077" y="15178"/>
                  </a:lnTo>
                  <a:lnTo>
                    <a:pt x="4685" y="12840"/>
                  </a:lnTo>
                  <a:lnTo>
                    <a:pt x="5809" y="7787"/>
                  </a:lnTo>
                  <a:lnTo>
                    <a:pt x="3859" y="3932"/>
                  </a:lnTo>
                  <a:lnTo>
                    <a:pt x="226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h1699"/>
            <p:cNvSpPr/>
            <p:nvPr/>
          </p:nvSpPr>
          <p:spPr>
            <a:xfrm>
              <a:off x="2991668" y="3387329"/>
              <a:ext cx="6444" cy="2891"/>
            </a:xfrm>
            <a:custGeom>
              <a:avLst/>
              <a:pathLst>
                <a:path w="6444" h="2891">
                  <a:moveTo>
                    <a:pt x="6444" y="2401"/>
                  </a:moveTo>
                  <a:lnTo>
                    <a:pt x="562" y="2891"/>
                  </a:lnTo>
                  <a:lnTo>
                    <a:pt x="0" y="2331"/>
                  </a:lnTo>
                  <a:lnTo>
                    <a:pt x="867" y="412"/>
                  </a:lnTo>
                  <a:lnTo>
                    <a:pt x="312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h1700"/>
            <p:cNvSpPr/>
            <p:nvPr/>
          </p:nvSpPr>
          <p:spPr>
            <a:xfrm>
              <a:off x="3008224" y="3329722"/>
              <a:ext cx="11550" cy="13724"/>
            </a:xfrm>
            <a:custGeom>
              <a:avLst/>
              <a:pathLst>
                <a:path w="11550" h="13724">
                  <a:moveTo>
                    <a:pt x="11550" y="2238"/>
                  </a:moveTo>
                  <a:lnTo>
                    <a:pt x="8301" y="10335"/>
                  </a:lnTo>
                  <a:lnTo>
                    <a:pt x="7658" y="13724"/>
                  </a:lnTo>
                  <a:lnTo>
                    <a:pt x="4939" y="11624"/>
                  </a:lnTo>
                  <a:lnTo>
                    <a:pt x="1344" y="8674"/>
                  </a:lnTo>
                  <a:lnTo>
                    <a:pt x="0" y="5403"/>
                  </a:lnTo>
                  <a:lnTo>
                    <a:pt x="1304" y="3064"/>
                  </a:lnTo>
                  <a:lnTo>
                    <a:pt x="1971" y="2491"/>
                  </a:lnTo>
                  <a:lnTo>
                    <a:pt x="7651" y="3777"/>
                  </a:lnTo>
                  <a:lnTo>
                    <a:pt x="10871" y="1204"/>
                  </a:lnTo>
                  <a:lnTo>
                    <a:pt x="1137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h1701"/>
            <p:cNvSpPr/>
            <p:nvPr/>
          </p:nvSpPr>
          <p:spPr>
            <a:xfrm>
              <a:off x="2861045" y="3301038"/>
              <a:ext cx="24275" cy="17640"/>
            </a:xfrm>
            <a:custGeom>
              <a:avLst/>
              <a:pathLst>
                <a:path w="24275" h="17640">
                  <a:moveTo>
                    <a:pt x="22622" y="6531"/>
                  </a:moveTo>
                  <a:lnTo>
                    <a:pt x="22914" y="9460"/>
                  </a:lnTo>
                  <a:lnTo>
                    <a:pt x="24275" y="11062"/>
                  </a:lnTo>
                  <a:lnTo>
                    <a:pt x="24249" y="14213"/>
                  </a:lnTo>
                  <a:lnTo>
                    <a:pt x="20885" y="14739"/>
                  </a:lnTo>
                  <a:lnTo>
                    <a:pt x="17272" y="16828"/>
                  </a:lnTo>
                  <a:lnTo>
                    <a:pt x="13486" y="16773"/>
                  </a:lnTo>
                  <a:lnTo>
                    <a:pt x="12075" y="17640"/>
                  </a:lnTo>
                  <a:lnTo>
                    <a:pt x="10140" y="13323"/>
                  </a:lnTo>
                  <a:lnTo>
                    <a:pt x="7964" y="14110"/>
                  </a:lnTo>
                  <a:lnTo>
                    <a:pt x="6129" y="15867"/>
                  </a:lnTo>
                  <a:lnTo>
                    <a:pt x="999" y="10569"/>
                  </a:lnTo>
                  <a:lnTo>
                    <a:pt x="0" y="6617"/>
                  </a:lnTo>
                  <a:lnTo>
                    <a:pt x="3525" y="8464"/>
                  </a:lnTo>
                  <a:lnTo>
                    <a:pt x="8602" y="7375"/>
                  </a:lnTo>
                  <a:lnTo>
                    <a:pt x="10361" y="2745"/>
                  </a:lnTo>
                  <a:lnTo>
                    <a:pt x="8397" y="1824"/>
                  </a:lnTo>
                  <a:lnTo>
                    <a:pt x="1260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h1702"/>
            <p:cNvSpPr/>
            <p:nvPr/>
          </p:nvSpPr>
          <p:spPr>
            <a:xfrm>
              <a:off x="3000236" y="3377699"/>
              <a:ext cx="6901" cy="6089"/>
            </a:xfrm>
            <a:custGeom>
              <a:avLst/>
              <a:pathLst>
                <a:path w="6901" h="6089">
                  <a:moveTo>
                    <a:pt x="6687" y="1654"/>
                  </a:moveTo>
                  <a:lnTo>
                    <a:pt x="6901" y="4123"/>
                  </a:lnTo>
                  <a:lnTo>
                    <a:pt x="6003" y="3676"/>
                  </a:lnTo>
                  <a:lnTo>
                    <a:pt x="2365" y="6089"/>
                  </a:lnTo>
                  <a:lnTo>
                    <a:pt x="0" y="5872"/>
                  </a:lnTo>
                  <a:lnTo>
                    <a:pt x="332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h1703"/>
            <p:cNvSpPr/>
            <p:nvPr/>
          </p:nvSpPr>
          <p:spPr>
            <a:xfrm>
              <a:off x="2924018" y="3297939"/>
              <a:ext cx="10553" cy="11677"/>
            </a:xfrm>
            <a:custGeom>
              <a:avLst/>
              <a:pathLst>
                <a:path w="10553" h="11677">
                  <a:moveTo>
                    <a:pt x="10164" y="3498"/>
                  </a:moveTo>
                  <a:lnTo>
                    <a:pt x="10553" y="11677"/>
                  </a:lnTo>
                  <a:lnTo>
                    <a:pt x="5883" y="11466"/>
                  </a:lnTo>
                  <a:lnTo>
                    <a:pt x="0" y="10266"/>
                  </a:lnTo>
                  <a:lnTo>
                    <a:pt x="1570" y="4918"/>
                  </a:lnTo>
                  <a:lnTo>
                    <a:pt x="7902" y="644"/>
                  </a:lnTo>
                  <a:lnTo>
                    <a:pt x="876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h1704"/>
            <p:cNvSpPr/>
            <p:nvPr/>
          </p:nvSpPr>
          <p:spPr>
            <a:xfrm>
              <a:off x="3005065" y="3383180"/>
              <a:ext cx="3379" cy="5240"/>
            </a:xfrm>
            <a:custGeom>
              <a:avLst/>
              <a:pathLst>
                <a:path w="3379" h="5240">
                  <a:moveTo>
                    <a:pt x="3379" y="460"/>
                  </a:moveTo>
                  <a:lnTo>
                    <a:pt x="2709" y="5240"/>
                  </a:lnTo>
                  <a:lnTo>
                    <a:pt x="61" y="4095"/>
                  </a:lnTo>
                  <a:lnTo>
                    <a:pt x="0" y="3118"/>
                  </a:lnTo>
                  <a:lnTo>
                    <a:pt x="149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h1705"/>
            <p:cNvSpPr/>
            <p:nvPr/>
          </p:nvSpPr>
          <p:spPr>
            <a:xfrm>
              <a:off x="2889987" y="3287237"/>
              <a:ext cx="5067" cy="6360"/>
            </a:xfrm>
            <a:custGeom>
              <a:avLst/>
              <a:pathLst>
                <a:path w="5067" h="6360">
                  <a:moveTo>
                    <a:pt x="3649" y="0"/>
                  </a:moveTo>
                  <a:lnTo>
                    <a:pt x="5067" y="4806"/>
                  </a:lnTo>
                  <a:lnTo>
                    <a:pt x="2049" y="6360"/>
                  </a:lnTo>
                  <a:lnTo>
                    <a:pt x="0" y="176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h1706"/>
            <p:cNvSpPr/>
            <p:nvPr/>
          </p:nvSpPr>
          <p:spPr>
            <a:xfrm>
              <a:off x="3172962" y="3335871"/>
              <a:ext cx="46189" cy="54023"/>
            </a:xfrm>
            <a:custGeom>
              <a:avLst/>
              <a:pathLst>
                <a:path w="46189" h="54023">
                  <a:moveTo>
                    <a:pt x="17510" y="6334"/>
                  </a:moveTo>
                  <a:lnTo>
                    <a:pt x="16520" y="5347"/>
                  </a:lnTo>
                  <a:lnTo>
                    <a:pt x="15873" y="10563"/>
                  </a:lnTo>
                  <a:lnTo>
                    <a:pt x="16644" y="15950"/>
                  </a:lnTo>
                  <a:lnTo>
                    <a:pt x="19444" y="17282"/>
                  </a:lnTo>
                  <a:lnTo>
                    <a:pt x="20496" y="15575"/>
                  </a:lnTo>
                  <a:lnTo>
                    <a:pt x="28103" y="21299"/>
                  </a:lnTo>
                  <a:lnTo>
                    <a:pt x="28271" y="25240"/>
                  </a:lnTo>
                  <a:lnTo>
                    <a:pt x="30824" y="25847"/>
                  </a:lnTo>
                  <a:lnTo>
                    <a:pt x="35294" y="24135"/>
                  </a:lnTo>
                  <a:lnTo>
                    <a:pt x="37887" y="26124"/>
                  </a:lnTo>
                  <a:lnTo>
                    <a:pt x="39883" y="20349"/>
                  </a:lnTo>
                  <a:lnTo>
                    <a:pt x="42858" y="20721"/>
                  </a:lnTo>
                  <a:lnTo>
                    <a:pt x="44536" y="24690"/>
                  </a:lnTo>
                  <a:lnTo>
                    <a:pt x="41864" y="30411"/>
                  </a:lnTo>
                  <a:lnTo>
                    <a:pt x="41622" y="34758"/>
                  </a:lnTo>
                  <a:lnTo>
                    <a:pt x="46189" y="36473"/>
                  </a:lnTo>
                  <a:lnTo>
                    <a:pt x="44636" y="39890"/>
                  </a:lnTo>
                  <a:lnTo>
                    <a:pt x="42932" y="40224"/>
                  </a:lnTo>
                  <a:lnTo>
                    <a:pt x="42366" y="43086"/>
                  </a:lnTo>
                  <a:lnTo>
                    <a:pt x="31421" y="51917"/>
                  </a:lnTo>
                  <a:lnTo>
                    <a:pt x="26661" y="54023"/>
                  </a:lnTo>
                  <a:lnTo>
                    <a:pt x="22059" y="52626"/>
                  </a:lnTo>
                  <a:lnTo>
                    <a:pt x="17334" y="50502"/>
                  </a:lnTo>
                  <a:lnTo>
                    <a:pt x="10754" y="49973"/>
                  </a:lnTo>
                  <a:lnTo>
                    <a:pt x="7443" y="43247"/>
                  </a:lnTo>
                  <a:lnTo>
                    <a:pt x="8965" y="41763"/>
                  </a:lnTo>
                  <a:lnTo>
                    <a:pt x="8035" y="40773"/>
                  </a:lnTo>
                  <a:lnTo>
                    <a:pt x="6116" y="40562"/>
                  </a:lnTo>
                  <a:lnTo>
                    <a:pt x="4246" y="36818"/>
                  </a:lnTo>
                  <a:lnTo>
                    <a:pt x="7019" y="30629"/>
                  </a:lnTo>
                  <a:lnTo>
                    <a:pt x="1760" y="31149"/>
                  </a:lnTo>
                  <a:lnTo>
                    <a:pt x="0" y="30057"/>
                  </a:lnTo>
                  <a:lnTo>
                    <a:pt x="298" y="25565"/>
                  </a:lnTo>
                  <a:lnTo>
                    <a:pt x="7305" y="24812"/>
                  </a:lnTo>
                  <a:lnTo>
                    <a:pt x="9925" y="25723"/>
                  </a:lnTo>
                  <a:lnTo>
                    <a:pt x="10054" y="27028"/>
                  </a:lnTo>
                  <a:lnTo>
                    <a:pt x="14942" y="26811"/>
                  </a:lnTo>
                  <a:lnTo>
                    <a:pt x="19239" y="25035"/>
                  </a:lnTo>
                  <a:lnTo>
                    <a:pt x="19285" y="24129"/>
                  </a:lnTo>
                  <a:lnTo>
                    <a:pt x="19085" y="22427"/>
                  </a:lnTo>
                  <a:lnTo>
                    <a:pt x="17452" y="21259"/>
                  </a:lnTo>
                  <a:lnTo>
                    <a:pt x="15590" y="21355"/>
                  </a:lnTo>
                  <a:lnTo>
                    <a:pt x="14797" y="22665"/>
                  </a:lnTo>
                  <a:lnTo>
                    <a:pt x="5903" y="22451"/>
                  </a:lnTo>
                  <a:lnTo>
                    <a:pt x="5407" y="19007"/>
                  </a:lnTo>
                  <a:lnTo>
                    <a:pt x="10120" y="16681"/>
                  </a:lnTo>
                  <a:lnTo>
                    <a:pt x="13097" y="15805"/>
                  </a:lnTo>
                  <a:lnTo>
                    <a:pt x="13690" y="16486"/>
                  </a:lnTo>
                  <a:lnTo>
                    <a:pt x="14309" y="90"/>
                  </a:lnTo>
                  <a:lnTo>
                    <a:pt x="16477" y="0"/>
                  </a:lnTo>
                  <a:lnTo>
                    <a:pt x="18019" y="492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h1707"/>
            <p:cNvSpPr/>
            <p:nvPr/>
          </p:nvSpPr>
          <p:spPr>
            <a:xfrm>
              <a:off x="3209524" y="3341735"/>
              <a:ext cx="8404" cy="7796"/>
            </a:xfrm>
            <a:custGeom>
              <a:avLst/>
              <a:pathLst>
                <a:path w="8404" h="7796">
                  <a:moveTo>
                    <a:pt x="2432" y="1075"/>
                  </a:moveTo>
                  <a:lnTo>
                    <a:pt x="5484" y="2117"/>
                  </a:lnTo>
                  <a:lnTo>
                    <a:pt x="8404" y="6176"/>
                  </a:lnTo>
                  <a:lnTo>
                    <a:pt x="2064" y="7796"/>
                  </a:lnTo>
                  <a:lnTo>
                    <a:pt x="0" y="932"/>
                  </a:lnTo>
                  <a:lnTo>
                    <a:pt x="397" y="446"/>
                  </a:lnTo>
                  <a:lnTo>
                    <a:pt x="197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h1708"/>
            <p:cNvSpPr/>
            <p:nvPr/>
          </p:nvSpPr>
          <p:spPr>
            <a:xfrm>
              <a:off x="3014680" y="3348231"/>
              <a:ext cx="9892" cy="21586"/>
            </a:xfrm>
            <a:custGeom>
              <a:avLst/>
              <a:pathLst>
                <a:path w="9892" h="21586">
                  <a:moveTo>
                    <a:pt x="7596" y="354"/>
                  </a:moveTo>
                  <a:lnTo>
                    <a:pt x="8783" y="1997"/>
                  </a:lnTo>
                  <a:lnTo>
                    <a:pt x="8313" y="5217"/>
                  </a:lnTo>
                  <a:lnTo>
                    <a:pt x="9892" y="21586"/>
                  </a:lnTo>
                  <a:lnTo>
                    <a:pt x="8029" y="20831"/>
                  </a:lnTo>
                  <a:lnTo>
                    <a:pt x="5895" y="21527"/>
                  </a:lnTo>
                  <a:lnTo>
                    <a:pt x="2756" y="20935"/>
                  </a:lnTo>
                  <a:lnTo>
                    <a:pt x="805" y="18706"/>
                  </a:lnTo>
                  <a:lnTo>
                    <a:pt x="2604" y="12861"/>
                  </a:lnTo>
                  <a:lnTo>
                    <a:pt x="0" y="5826"/>
                  </a:lnTo>
                  <a:lnTo>
                    <a:pt x="2941" y="4638"/>
                  </a:lnTo>
                  <a:lnTo>
                    <a:pt x="610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h1709"/>
            <p:cNvSpPr/>
            <p:nvPr/>
          </p:nvSpPr>
          <p:spPr>
            <a:xfrm>
              <a:off x="2987465" y="3173901"/>
              <a:ext cx="49460" cy="38950"/>
            </a:xfrm>
            <a:custGeom>
              <a:avLst/>
              <a:pathLst>
                <a:path w="49460" h="38950">
                  <a:moveTo>
                    <a:pt x="17857" y="1774"/>
                  </a:moveTo>
                  <a:lnTo>
                    <a:pt x="26549" y="2108"/>
                  </a:lnTo>
                  <a:lnTo>
                    <a:pt x="30918" y="3543"/>
                  </a:lnTo>
                  <a:lnTo>
                    <a:pt x="35799" y="11240"/>
                  </a:lnTo>
                  <a:lnTo>
                    <a:pt x="38996" y="20373"/>
                  </a:lnTo>
                  <a:lnTo>
                    <a:pt x="40868" y="22395"/>
                  </a:lnTo>
                  <a:lnTo>
                    <a:pt x="44378" y="23892"/>
                  </a:lnTo>
                  <a:lnTo>
                    <a:pt x="49460" y="30029"/>
                  </a:lnTo>
                  <a:lnTo>
                    <a:pt x="49267" y="30724"/>
                  </a:lnTo>
                  <a:lnTo>
                    <a:pt x="42743" y="32515"/>
                  </a:lnTo>
                  <a:lnTo>
                    <a:pt x="39213" y="27842"/>
                  </a:lnTo>
                  <a:lnTo>
                    <a:pt x="36900" y="26469"/>
                  </a:lnTo>
                  <a:lnTo>
                    <a:pt x="34345" y="26095"/>
                  </a:lnTo>
                  <a:lnTo>
                    <a:pt x="33708" y="26958"/>
                  </a:lnTo>
                  <a:lnTo>
                    <a:pt x="37022" y="29720"/>
                  </a:lnTo>
                  <a:lnTo>
                    <a:pt x="36316" y="30549"/>
                  </a:lnTo>
                  <a:lnTo>
                    <a:pt x="30657" y="26233"/>
                  </a:lnTo>
                  <a:lnTo>
                    <a:pt x="29724" y="27555"/>
                  </a:lnTo>
                  <a:lnTo>
                    <a:pt x="36751" y="35989"/>
                  </a:lnTo>
                  <a:lnTo>
                    <a:pt x="33599" y="38950"/>
                  </a:lnTo>
                  <a:lnTo>
                    <a:pt x="26718" y="30664"/>
                  </a:lnTo>
                  <a:lnTo>
                    <a:pt x="21754" y="28277"/>
                  </a:lnTo>
                  <a:lnTo>
                    <a:pt x="21033" y="29235"/>
                  </a:lnTo>
                  <a:lnTo>
                    <a:pt x="19971" y="36953"/>
                  </a:lnTo>
                  <a:lnTo>
                    <a:pt x="17124" y="37289"/>
                  </a:lnTo>
                  <a:lnTo>
                    <a:pt x="10224" y="32878"/>
                  </a:lnTo>
                  <a:lnTo>
                    <a:pt x="6429" y="32363"/>
                  </a:lnTo>
                  <a:lnTo>
                    <a:pt x="5543" y="33374"/>
                  </a:lnTo>
                  <a:lnTo>
                    <a:pt x="1995" y="31667"/>
                  </a:lnTo>
                  <a:lnTo>
                    <a:pt x="3935" y="29208"/>
                  </a:lnTo>
                  <a:lnTo>
                    <a:pt x="3679" y="25379"/>
                  </a:lnTo>
                  <a:lnTo>
                    <a:pt x="509" y="24091"/>
                  </a:lnTo>
                  <a:lnTo>
                    <a:pt x="0" y="23182"/>
                  </a:lnTo>
                  <a:lnTo>
                    <a:pt x="652" y="19817"/>
                  </a:lnTo>
                  <a:lnTo>
                    <a:pt x="2995" y="15865"/>
                  </a:lnTo>
                  <a:lnTo>
                    <a:pt x="3087" y="13901"/>
                  </a:lnTo>
                  <a:lnTo>
                    <a:pt x="4215" y="14047"/>
                  </a:lnTo>
                  <a:lnTo>
                    <a:pt x="5221" y="12887"/>
                  </a:lnTo>
                  <a:lnTo>
                    <a:pt x="6252" y="6224"/>
                  </a:lnTo>
                  <a:lnTo>
                    <a:pt x="13693" y="1729"/>
                  </a:lnTo>
                  <a:lnTo>
                    <a:pt x="1487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h1710"/>
            <p:cNvSpPr/>
            <p:nvPr/>
          </p:nvSpPr>
          <p:spPr>
            <a:xfrm>
              <a:off x="2920431" y="3357074"/>
              <a:ext cx="7200" cy="7527"/>
            </a:xfrm>
            <a:custGeom>
              <a:avLst/>
              <a:pathLst>
                <a:path w="7200" h="7527">
                  <a:moveTo>
                    <a:pt x="3414" y="2773"/>
                  </a:moveTo>
                  <a:lnTo>
                    <a:pt x="5858" y="3020"/>
                  </a:lnTo>
                  <a:lnTo>
                    <a:pt x="7200" y="6110"/>
                  </a:lnTo>
                  <a:lnTo>
                    <a:pt x="5672" y="7527"/>
                  </a:lnTo>
                  <a:lnTo>
                    <a:pt x="2492" y="5688"/>
                  </a:lnTo>
                  <a:lnTo>
                    <a:pt x="1078" y="5817"/>
                  </a:lnTo>
                  <a:lnTo>
                    <a:pt x="0" y="3855"/>
                  </a:lnTo>
                  <a:lnTo>
                    <a:pt x="17" y="1087"/>
                  </a:lnTo>
                  <a:lnTo>
                    <a:pt x="806" y="221"/>
                  </a:lnTo>
                  <a:lnTo>
                    <a:pt x="410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h1711"/>
            <p:cNvSpPr/>
            <p:nvPr/>
          </p:nvSpPr>
          <p:spPr>
            <a:xfrm>
              <a:off x="2922793" y="3309405"/>
              <a:ext cx="32966" cy="36228"/>
            </a:xfrm>
            <a:custGeom>
              <a:avLst/>
              <a:pathLst>
                <a:path w="32966" h="36228">
                  <a:moveTo>
                    <a:pt x="15630" y="1354"/>
                  </a:moveTo>
                  <a:lnTo>
                    <a:pt x="23519" y="640"/>
                  </a:lnTo>
                  <a:lnTo>
                    <a:pt x="21320" y="8321"/>
                  </a:lnTo>
                  <a:lnTo>
                    <a:pt x="18617" y="8429"/>
                  </a:lnTo>
                  <a:lnTo>
                    <a:pt x="15487" y="4939"/>
                  </a:lnTo>
                  <a:lnTo>
                    <a:pt x="13492" y="5155"/>
                  </a:lnTo>
                  <a:lnTo>
                    <a:pt x="10984" y="6664"/>
                  </a:lnTo>
                  <a:lnTo>
                    <a:pt x="9419" y="10922"/>
                  </a:lnTo>
                  <a:lnTo>
                    <a:pt x="10446" y="12859"/>
                  </a:lnTo>
                  <a:lnTo>
                    <a:pt x="11748" y="14392"/>
                  </a:lnTo>
                  <a:lnTo>
                    <a:pt x="16242" y="15419"/>
                  </a:lnTo>
                  <a:lnTo>
                    <a:pt x="19762" y="20179"/>
                  </a:lnTo>
                  <a:lnTo>
                    <a:pt x="25642" y="21096"/>
                  </a:lnTo>
                  <a:lnTo>
                    <a:pt x="29976" y="17488"/>
                  </a:lnTo>
                  <a:lnTo>
                    <a:pt x="28565" y="13831"/>
                  </a:lnTo>
                  <a:lnTo>
                    <a:pt x="30243" y="13876"/>
                  </a:lnTo>
                  <a:lnTo>
                    <a:pt x="31953" y="13325"/>
                  </a:lnTo>
                  <a:lnTo>
                    <a:pt x="32966" y="18550"/>
                  </a:lnTo>
                  <a:lnTo>
                    <a:pt x="30168" y="19005"/>
                  </a:lnTo>
                  <a:lnTo>
                    <a:pt x="27386" y="21891"/>
                  </a:lnTo>
                  <a:lnTo>
                    <a:pt x="21474" y="22133"/>
                  </a:lnTo>
                  <a:lnTo>
                    <a:pt x="19551" y="20611"/>
                  </a:lnTo>
                  <a:lnTo>
                    <a:pt x="14779" y="24780"/>
                  </a:lnTo>
                  <a:lnTo>
                    <a:pt x="17011" y="26327"/>
                  </a:lnTo>
                  <a:lnTo>
                    <a:pt x="22431" y="28050"/>
                  </a:lnTo>
                  <a:lnTo>
                    <a:pt x="20049" y="36228"/>
                  </a:lnTo>
                  <a:lnTo>
                    <a:pt x="14609" y="34465"/>
                  </a:lnTo>
                  <a:lnTo>
                    <a:pt x="13613" y="34153"/>
                  </a:lnTo>
                  <a:lnTo>
                    <a:pt x="12790" y="27968"/>
                  </a:lnTo>
                  <a:lnTo>
                    <a:pt x="11677" y="27274"/>
                  </a:lnTo>
                  <a:lnTo>
                    <a:pt x="8858" y="28678"/>
                  </a:lnTo>
                  <a:lnTo>
                    <a:pt x="7951" y="28403"/>
                  </a:lnTo>
                  <a:lnTo>
                    <a:pt x="4471" y="22656"/>
                  </a:lnTo>
                  <a:lnTo>
                    <a:pt x="365" y="18982"/>
                  </a:lnTo>
                  <a:lnTo>
                    <a:pt x="0" y="17350"/>
                  </a:lnTo>
                  <a:lnTo>
                    <a:pt x="85" y="14831"/>
                  </a:lnTo>
                  <a:lnTo>
                    <a:pt x="158" y="8456"/>
                  </a:lnTo>
                  <a:lnTo>
                    <a:pt x="3022" y="6314"/>
                  </a:lnTo>
                  <a:lnTo>
                    <a:pt x="6994" y="1680"/>
                  </a:lnTo>
                  <a:lnTo>
                    <a:pt x="7108" y="0"/>
                  </a:lnTo>
                  <a:lnTo>
                    <a:pt x="11778" y="21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h1712"/>
            <p:cNvSpPr/>
            <p:nvPr/>
          </p:nvSpPr>
          <p:spPr>
            <a:xfrm>
              <a:off x="3109905" y="3466807"/>
              <a:ext cx="16781" cy="34647"/>
            </a:xfrm>
            <a:custGeom>
              <a:avLst/>
              <a:pathLst>
                <a:path w="16781" h="34647">
                  <a:moveTo>
                    <a:pt x="16781" y="437"/>
                  </a:moveTo>
                  <a:lnTo>
                    <a:pt x="14427" y="7855"/>
                  </a:lnTo>
                  <a:lnTo>
                    <a:pt x="11754" y="7279"/>
                  </a:lnTo>
                  <a:lnTo>
                    <a:pt x="6001" y="9949"/>
                  </a:lnTo>
                  <a:lnTo>
                    <a:pt x="5742" y="10893"/>
                  </a:lnTo>
                  <a:lnTo>
                    <a:pt x="11086" y="14630"/>
                  </a:lnTo>
                  <a:lnTo>
                    <a:pt x="12995" y="18347"/>
                  </a:lnTo>
                  <a:lnTo>
                    <a:pt x="12583" y="20219"/>
                  </a:lnTo>
                  <a:lnTo>
                    <a:pt x="9605" y="19638"/>
                  </a:lnTo>
                  <a:lnTo>
                    <a:pt x="13654" y="29523"/>
                  </a:lnTo>
                  <a:lnTo>
                    <a:pt x="14490" y="30171"/>
                  </a:lnTo>
                  <a:lnTo>
                    <a:pt x="13204" y="34647"/>
                  </a:lnTo>
                  <a:lnTo>
                    <a:pt x="9461" y="34327"/>
                  </a:lnTo>
                  <a:lnTo>
                    <a:pt x="3873" y="25672"/>
                  </a:lnTo>
                  <a:lnTo>
                    <a:pt x="3245" y="9448"/>
                  </a:lnTo>
                  <a:lnTo>
                    <a:pt x="0" y="404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h1713"/>
            <p:cNvSpPr/>
            <p:nvPr/>
          </p:nvSpPr>
          <p:spPr>
            <a:xfrm>
              <a:off x="3043688" y="3276641"/>
              <a:ext cx="25384" cy="20720"/>
            </a:xfrm>
            <a:custGeom>
              <a:avLst/>
              <a:pathLst>
                <a:path w="25384" h="20720">
                  <a:moveTo>
                    <a:pt x="24291" y="2651"/>
                  </a:moveTo>
                  <a:lnTo>
                    <a:pt x="25384" y="7708"/>
                  </a:lnTo>
                  <a:lnTo>
                    <a:pt x="21947" y="10142"/>
                  </a:lnTo>
                  <a:lnTo>
                    <a:pt x="23772" y="13830"/>
                  </a:lnTo>
                  <a:lnTo>
                    <a:pt x="23111" y="17181"/>
                  </a:lnTo>
                  <a:lnTo>
                    <a:pt x="22108" y="17588"/>
                  </a:lnTo>
                  <a:lnTo>
                    <a:pt x="19801" y="18598"/>
                  </a:lnTo>
                  <a:lnTo>
                    <a:pt x="16086" y="18340"/>
                  </a:lnTo>
                  <a:lnTo>
                    <a:pt x="5746" y="20720"/>
                  </a:lnTo>
                  <a:lnTo>
                    <a:pt x="834" y="19905"/>
                  </a:lnTo>
                  <a:lnTo>
                    <a:pt x="140" y="19333"/>
                  </a:lnTo>
                  <a:lnTo>
                    <a:pt x="0" y="16258"/>
                  </a:lnTo>
                  <a:lnTo>
                    <a:pt x="2963" y="12746"/>
                  </a:lnTo>
                  <a:lnTo>
                    <a:pt x="3132" y="14091"/>
                  </a:lnTo>
                  <a:lnTo>
                    <a:pt x="4817" y="15292"/>
                  </a:lnTo>
                  <a:lnTo>
                    <a:pt x="13938" y="15561"/>
                  </a:lnTo>
                  <a:lnTo>
                    <a:pt x="15366" y="10533"/>
                  </a:lnTo>
                  <a:lnTo>
                    <a:pt x="15151" y="2271"/>
                  </a:lnTo>
                  <a:lnTo>
                    <a:pt x="15199" y="1260"/>
                  </a:lnTo>
                  <a:lnTo>
                    <a:pt x="2176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h1714"/>
            <p:cNvSpPr/>
            <p:nvPr/>
          </p:nvSpPr>
          <p:spPr>
            <a:xfrm>
              <a:off x="3192147" y="3388690"/>
              <a:ext cx="34210" cy="26151"/>
            </a:xfrm>
            <a:custGeom>
              <a:avLst/>
              <a:pathLst>
                <a:path w="34210" h="26151">
                  <a:moveTo>
                    <a:pt x="33127" y="263"/>
                  </a:moveTo>
                  <a:lnTo>
                    <a:pt x="32023" y="6203"/>
                  </a:lnTo>
                  <a:lnTo>
                    <a:pt x="34210" y="7996"/>
                  </a:lnTo>
                  <a:lnTo>
                    <a:pt x="33081" y="9119"/>
                  </a:lnTo>
                  <a:lnTo>
                    <a:pt x="29458" y="5710"/>
                  </a:lnTo>
                  <a:lnTo>
                    <a:pt x="17812" y="16976"/>
                  </a:lnTo>
                  <a:lnTo>
                    <a:pt x="20527" y="19635"/>
                  </a:lnTo>
                  <a:lnTo>
                    <a:pt x="18552" y="23502"/>
                  </a:lnTo>
                  <a:lnTo>
                    <a:pt x="15056" y="26151"/>
                  </a:lnTo>
                  <a:lnTo>
                    <a:pt x="0" y="26077"/>
                  </a:lnTo>
                  <a:lnTo>
                    <a:pt x="1824" y="19783"/>
                  </a:lnTo>
                  <a:lnTo>
                    <a:pt x="746" y="17098"/>
                  </a:lnTo>
                  <a:lnTo>
                    <a:pt x="2861" y="14995"/>
                  </a:lnTo>
                  <a:lnTo>
                    <a:pt x="3205" y="13095"/>
                  </a:lnTo>
                  <a:lnTo>
                    <a:pt x="4354" y="13938"/>
                  </a:lnTo>
                  <a:lnTo>
                    <a:pt x="12020" y="11862"/>
                  </a:lnTo>
                  <a:lnTo>
                    <a:pt x="13420" y="9357"/>
                  </a:lnTo>
                  <a:lnTo>
                    <a:pt x="14088" y="7861"/>
                  </a:lnTo>
                  <a:lnTo>
                    <a:pt x="16510" y="6391"/>
                  </a:lnTo>
                  <a:lnTo>
                    <a:pt x="17809" y="7150"/>
                  </a:lnTo>
                  <a:lnTo>
                    <a:pt x="20412" y="6644"/>
                  </a:lnTo>
                  <a:lnTo>
                    <a:pt x="3161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h1715"/>
            <p:cNvSpPr/>
            <p:nvPr/>
          </p:nvSpPr>
          <p:spPr>
            <a:xfrm>
              <a:off x="2801654" y="3269103"/>
              <a:ext cx="20950" cy="26792"/>
            </a:xfrm>
            <a:custGeom>
              <a:avLst/>
              <a:pathLst>
                <a:path w="20950" h="26792">
                  <a:moveTo>
                    <a:pt x="5911" y="0"/>
                  </a:moveTo>
                  <a:lnTo>
                    <a:pt x="6441" y="456"/>
                  </a:lnTo>
                  <a:lnTo>
                    <a:pt x="6438" y="2607"/>
                  </a:lnTo>
                  <a:lnTo>
                    <a:pt x="7262" y="3681"/>
                  </a:lnTo>
                  <a:lnTo>
                    <a:pt x="11743" y="5092"/>
                  </a:lnTo>
                  <a:lnTo>
                    <a:pt x="13458" y="4174"/>
                  </a:lnTo>
                  <a:lnTo>
                    <a:pt x="17696" y="8860"/>
                  </a:lnTo>
                  <a:lnTo>
                    <a:pt x="15858" y="10269"/>
                  </a:lnTo>
                  <a:lnTo>
                    <a:pt x="13362" y="9944"/>
                  </a:lnTo>
                  <a:lnTo>
                    <a:pt x="11676" y="11896"/>
                  </a:lnTo>
                  <a:lnTo>
                    <a:pt x="17728" y="19941"/>
                  </a:lnTo>
                  <a:lnTo>
                    <a:pt x="19795" y="22445"/>
                  </a:lnTo>
                  <a:lnTo>
                    <a:pt x="20950" y="23755"/>
                  </a:lnTo>
                  <a:lnTo>
                    <a:pt x="18435" y="25228"/>
                  </a:lnTo>
                  <a:lnTo>
                    <a:pt x="18256" y="26792"/>
                  </a:lnTo>
                  <a:lnTo>
                    <a:pt x="11060" y="25834"/>
                  </a:lnTo>
                  <a:lnTo>
                    <a:pt x="12098" y="22179"/>
                  </a:lnTo>
                  <a:lnTo>
                    <a:pt x="12320" y="18779"/>
                  </a:lnTo>
                  <a:lnTo>
                    <a:pt x="10231" y="18401"/>
                  </a:lnTo>
                  <a:lnTo>
                    <a:pt x="9224" y="16929"/>
                  </a:lnTo>
                  <a:lnTo>
                    <a:pt x="9795" y="15174"/>
                  </a:lnTo>
                  <a:lnTo>
                    <a:pt x="8514" y="10649"/>
                  </a:lnTo>
                  <a:lnTo>
                    <a:pt x="3971" y="11052"/>
                  </a:lnTo>
                  <a:lnTo>
                    <a:pt x="3149" y="12331"/>
                  </a:lnTo>
                  <a:lnTo>
                    <a:pt x="1156" y="11176"/>
                  </a:lnTo>
                  <a:lnTo>
                    <a:pt x="0" y="5271"/>
                  </a:lnTo>
                  <a:lnTo>
                    <a:pt x="1540" y="4027"/>
                  </a:lnTo>
                  <a:lnTo>
                    <a:pt x="3767" y="3800"/>
                  </a:lnTo>
                  <a:lnTo>
                    <a:pt x="5056" y="88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h1716"/>
            <p:cNvSpPr/>
            <p:nvPr/>
          </p:nvSpPr>
          <p:spPr>
            <a:xfrm>
              <a:off x="3151153" y="3384427"/>
              <a:ext cx="31620" cy="46066"/>
            </a:xfrm>
            <a:custGeom>
              <a:avLst/>
              <a:pathLst>
                <a:path w="31620" h="46066">
                  <a:moveTo>
                    <a:pt x="19004" y="0"/>
                  </a:moveTo>
                  <a:lnTo>
                    <a:pt x="22837" y="4185"/>
                  </a:lnTo>
                  <a:lnTo>
                    <a:pt x="24369" y="6991"/>
                  </a:lnTo>
                  <a:lnTo>
                    <a:pt x="30274" y="22326"/>
                  </a:lnTo>
                  <a:lnTo>
                    <a:pt x="31620" y="28906"/>
                  </a:lnTo>
                  <a:lnTo>
                    <a:pt x="29516" y="29881"/>
                  </a:lnTo>
                  <a:lnTo>
                    <a:pt x="23672" y="35624"/>
                  </a:lnTo>
                  <a:lnTo>
                    <a:pt x="22754" y="40410"/>
                  </a:lnTo>
                  <a:lnTo>
                    <a:pt x="19547" y="42178"/>
                  </a:lnTo>
                  <a:lnTo>
                    <a:pt x="17186" y="40368"/>
                  </a:lnTo>
                  <a:lnTo>
                    <a:pt x="14405" y="41951"/>
                  </a:lnTo>
                  <a:lnTo>
                    <a:pt x="14013" y="46066"/>
                  </a:lnTo>
                  <a:lnTo>
                    <a:pt x="4056" y="37898"/>
                  </a:lnTo>
                  <a:lnTo>
                    <a:pt x="22" y="33588"/>
                  </a:lnTo>
                  <a:lnTo>
                    <a:pt x="0" y="28224"/>
                  </a:lnTo>
                  <a:lnTo>
                    <a:pt x="2372" y="23970"/>
                  </a:lnTo>
                  <a:lnTo>
                    <a:pt x="13545" y="26594"/>
                  </a:lnTo>
                  <a:lnTo>
                    <a:pt x="20633" y="21176"/>
                  </a:lnTo>
                  <a:lnTo>
                    <a:pt x="22379" y="7717"/>
                  </a:lnTo>
                  <a:lnTo>
                    <a:pt x="18351" y="2182"/>
                  </a:lnTo>
                  <a:lnTo>
                    <a:pt x="17070" y="282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h1717"/>
            <p:cNvSpPr/>
            <p:nvPr/>
          </p:nvSpPr>
          <p:spPr>
            <a:xfrm>
              <a:off x="2832668" y="3480165"/>
              <a:ext cx="20154" cy="33378"/>
            </a:xfrm>
            <a:custGeom>
              <a:avLst/>
              <a:pathLst>
                <a:path w="20154" h="33378">
                  <a:moveTo>
                    <a:pt x="13038" y="312"/>
                  </a:moveTo>
                  <a:lnTo>
                    <a:pt x="14826" y="1834"/>
                  </a:lnTo>
                  <a:lnTo>
                    <a:pt x="18581" y="2431"/>
                  </a:lnTo>
                  <a:lnTo>
                    <a:pt x="20154" y="6320"/>
                  </a:lnTo>
                  <a:lnTo>
                    <a:pt x="16813" y="16015"/>
                  </a:lnTo>
                  <a:lnTo>
                    <a:pt x="13636" y="33378"/>
                  </a:lnTo>
                  <a:lnTo>
                    <a:pt x="2879" y="26734"/>
                  </a:lnTo>
                  <a:lnTo>
                    <a:pt x="2523" y="24812"/>
                  </a:lnTo>
                  <a:lnTo>
                    <a:pt x="5781" y="18106"/>
                  </a:lnTo>
                  <a:lnTo>
                    <a:pt x="5212" y="9023"/>
                  </a:lnTo>
                  <a:lnTo>
                    <a:pt x="376" y="5477"/>
                  </a:lnTo>
                  <a:lnTo>
                    <a:pt x="0" y="4347"/>
                  </a:lnTo>
                  <a:lnTo>
                    <a:pt x="1469" y="360"/>
                  </a:lnTo>
                  <a:lnTo>
                    <a:pt x="2253" y="0"/>
                  </a:lnTo>
                  <a:lnTo>
                    <a:pt x="4208" y="2356"/>
                  </a:lnTo>
                  <a:lnTo>
                    <a:pt x="7049" y="42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h1718"/>
            <p:cNvSpPr/>
            <p:nvPr/>
          </p:nvSpPr>
          <p:spPr>
            <a:xfrm>
              <a:off x="2821371" y="3430248"/>
              <a:ext cx="21255" cy="19643"/>
            </a:xfrm>
            <a:custGeom>
              <a:avLst/>
              <a:pathLst>
                <a:path w="21255" h="19643">
                  <a:moveTo>
                    <a:pt x="13782" y="2181"/>
                  </a:moveTo>
                  <a:lnTo>
                    <a:pt x="18452" y="6834"/>
                  </a:lnTo>
                  <a:lnTo>
                    <a:pt x="21255" y="11243"/>
                  </a:lnTo>
                  <a:lnTo>
                    <a:pt x="19499" y="17214"/>
                  </a:lnTo>
                  <a:lnTo>
                    <a:pt x="18242" y="17330"/>
                  </a:lnTo>
                  <a:lnTo>
                    <a:pt x="15340" y="19643"/>
                  </a:lnTo>
                  <a:lnTo>
                    <a:pt x="14111" y="19004"/>
                  </a:lnTo>
                  <a:lnTo>
                    <a:pt x="14469" y="18158"/>
                  </a:lnTo>
                  <a:lnTo>
                    <a:pt x="12422" y="16620"/>
                  </a:lnTo>
                  <a:lnTo>
                    <a:pt x="3400" y="17671"/>
                  </a:lnTo>
                  <a:lnTo>
                    <a:pt x="0" y="16972"/>
                  </a:lnTo>
                  <a:lnTo>
                    <a:pt x="2606" y="11316"/>
                  </a:lnTo>
                  <a:lnTo>
                    <a:pt x="5110" y="9064"/>
                  </a:lnTo>
                  <a:lnTo>
                    <a:pt x="7857" y="4129"/>
                  </a:lnTo>
                  <a:lnTo>
                    <a:pt x="718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h1719"/>
            <p:cNvSpPr/>
            <p:nvPr/>
          </p:nvSpPr>
          <p:spPr>
            <a:xfrm>
              <a:off x="2893637" y="3284207"/>
              <a:ext cx="9900" cy="10129"/>
            </a:xfrm>
            <a:custGeom>
              <a:avLst/>
              <a:pathLst>
                <a:path w="9900" h="10129">
                  <a:moveTo>
                    <a:pt x="7145" y="1442"/>
                  </a:moveTo>
                  <a:lnTo>
                    <a:pt x="8147" y="2497"/>
                  </a:lnTo>
                  <a:lnTo>
                    <a:pt x="9900" y="5770"/>
                  </a:lnTo>
                  <a:lnTo>
                    <a:pt x="6269" y="10129"/>
                  </a:lnTo>
                  <a:lnTo>
                    <a:pt x="1418" y="7836"/>
                  </a:lnTo>
                  <a:lnTo>
                    <a:pt x="0" y="3030"/>
                  </a:lnTo>
                  <a:lnTo>
                    <a:pt x="180" y="1464"/>
                  </a:lnTo>
                  <a:lnTo>
                    <a:pt x="291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h1720"/>
            <p:cNvSpPr/>
            <p:nvPr/>
          </p:nvSpPr>
          <p:spPr>
            <a:xfrm>
              <a:off x="2976911" y="3479646"/>
              <a:ext cx="22941" cy="34869"/>
            </a:xfrm>
            <a:custGeom>
              <a:avLst/>
              <a:pathLst>
                <a:path w="22941" h="34869">
                  <a:moveTo>
                    <a:pt x="10029" y="4857"/>
                  </a:moveTo>
                  <a:lnTo>
                    <a:pt x="14612" y="6197"/>
                  </a:lnTo>
                  <a:lnTo>
                    <a:pt x="20670" y="5327"/>
                  </a:lnTo>
                  <a:lnTo>
                    <a:pt x="22941" y="3780"/>
                  </a:lnTo>
                  <a:lnTo>
                    <a:pt x="20743" y="9336"/>
                  </a:lnTo>
                  <a:lnTo>
                    <a:pt x="18618" y="18741"/>
                  </a:lnTo>
                  <a:lnTo>
                    <a:pt x="15066" y="20582"/>
                  </a:lnTo>
                  <a:lnTo>
                    <a:pt x="6835" y="24981"/>
                  </a:lnTo>
                  <a:lnTo>
                    <a:pt x="5787" y="27788"/>
                  </a:lnTo>
                  <a:lnTo>
                    <a:pt x="6950" y="29877"/>
                  </a:lnTo>
                  <a:lnTo>
                    <a:pt x="8567" y="30436"/>
                  </a:lnTo>
                  <a:lnTo>
                    <a:pt x="6221" y="34259"/>
                  </a:lnTo>
                  <a:lnTo>
                    <a:pt x="4955" y="34869"/>
                  </a:lnTo>
                  <a:lnTo>
                    <a:pt x="0" y="27018"/>
                  </a:lnTo>
                  <a:lnTo>
                    <a:pt x="3753" y="25626"/>
                  </a:lnTo>
                  <a:lnTo>
                    <a:pt x="6094" y="25910"/>
                  </a:lnTo>
                  <a:lnTo>
                    <a:pt x="8819" y="9501"/>
                  </a:lnTo>
                  <a:lnTo>
                    <a:pt x="3236" y="5357"/>
                  </a:lnTo>
                  <a:lnTo>
                    <a:pt x="513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h1721"/>
            <p:cNvSpPr/>
            <p:nvPr/>
          </p:nvSpPr>
          <p:spPr>
            <a:xfrm>
              <a:off x="3031935" y="3372628"/>
              <a:ext cx="32853" cy="29209"/>
            </a:xfrm>
            <a:custGeom>
              <a:avLst/>
              <a:pathLst>
                <a:path w="32853" h="29209">
                  <a:moveTo>
                    <a:pt x="23264" y="5161"/>
                  </a:moveTo>
                  <a:lnTo>
                    <a:pt x="25963" y="8365"/>
                  </a:lnTo>
                  <a:lnTo>
                    <a:pt x="30896" y="14993"/>
                  </a:lnTo>
                  <a:lnTo>
                    <a:pt x="32853" y="17965"/>
                  </a:lnTo>
                  <a:lnTo>
                    <a:pt x="29771" y="20181"/>
                  </a:lnTo>
                  <a:lnTo>
                    <a:pt x="26862" y="19682"/>
                  </a:lnTo>
                  <a:lnTo>
                    <a:pt x="26778" y="18079"/>
                  </a:lnTo>
                  <a:lnTo>
                    <a:pt x="25233" y="16576"/>
                  </a:lnTo>
                  <a:lnTo>
                    <a:pt x="22691" y="15627"/>
                  </a:lnTo>
                  <a:lnTo>
                    <a:pt x="15925" y="16924"/>
                  </a:lnTo>
                  <a:lnTo>
                    <a:pt x="13137" y="26925"/>
                  </a:lnTo>
                  <a:lnTo>
                    <a:pt x="13635" y="27231"/>
                  </a:lnTo>
                  <a:lnTo>
                    <a:pt x="11924" y="29209"/>
                  </a:lnTo>
                  <a:lnTo>
                    <a:pt x="10789" y="27084"/>
                  </a:lnTo>
                  <a:lnTo>
                    <a:pt x="2980" y="23950"/>
                  </a:lnTo>
                  <a:lnTo>
                    <a:pt x="175" y="21731"/>
                  </a:lnTo>
                  <a:lnTo>
                    <a:pt x="0" y="21035"/>
                  </a:lnTo>
                  <a:lnTo>
                    <a:pt x="800" y="17300"/>
                  </a:lnTo>
                  <a:lnTo>
                    <a:pt x="6019" y="11402"/>
                  </a:lnTo>
                  <a:lnTo>
                    <a:pt x="11315" y="12501"/>
                  </a:lnTo>
                  <a:lnTo>
                    <a:pt x="11870" y="6668"/>
                  </a:lnTo>
                  <a:lnTo>
                    <a:pt x="14946" y="3017"/>
                  </a:lnTo>
                  <a:lnTo>
                    <a:pt x="2128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h1722"/>
            <p:cNvSpPr/>
            <p:nvPr/>
          </p:nvSpPr>
          <p:spPr>
            <a:xfrm>
              <a:off x="2981874" y="3379013"/>
              <a:ext cx="12019" cy="10647"/>
            </a:xfrm>
            <a:custGeom>
              <a:avLst/>
              <a:pathLst>
                <a:path w="12019" h="10647">
                  <a:moveTo>
                    <a:pt x="10596" y="0"/>
                  </a:moveTo>
                  <a:lnTo>
                    <a:pt x="11985" y="2198"/>
                  </a:lnTo>
                  <a:lnTo>
                    <a:pt x="12019" y="3681"/>
                  </a:lnTo>
                  <a:lnTo>
                    <a:pt x="11397" y="6015"/>
                  </a:lnTo>
                  <a:lnTo>
                    <a:pt x="10662" y="8728"/>
                  </a:lnTo>
                  <a:lnTo>
                    <a:pt x="9794" y="10647"/>
                  </a:lnTo>
                  <a:lnTo>
                    <a:pt x="7920" y="9900"/>
                  </a:lnTo>
                  <a:lnTo>
                    <a:pt x="5813" y="6619"/>
                  </a:lnTo>
                  <a:lnTo>
                    <a:pt x="5043" y="4008"/>
                  </a:lnTo>
                  <a:lnTo>
                    <a:pt x="0" y="679"/>
                  </a:lnTo>
                  <a:lnTo>
                    <a:pt x="4714" y="831"/>
                  </a:lnTo>
                  <a:lnTo>
                    <a:pt x="4295" y="1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h1723"/>
            <p:cNvSpPr/>
            <p:nvPr/>
          </p:nvSpPr>
          <p:spPr>
            <a:xfrm>
              <a:off x="2922570" y="3267040"/>
              <a:ext cx="25057" cy="17013"/>
            </a:xfrm>
            <a:custGeom>
              <a:avLst/>
              <a:pathLst>
                <a:path w="25057" h="17013">
                  <a:moveTo>
                    <a:pt x="3699" y="6357"/>
                  </a:moveTo>
                  <a:lnTo>
                    <a:pt x="4399" y="6540"/>
                  </a:lnTo>
                  <a:lnTo>
                    <a:pt x="8745" y="1532"/>
                  </a:lnTo>
                  <a:lnTo>
                    <a:pt x="13836" y="855"/>
                  </a:lnTo>
                  <a:lnTo>
                    <a:pt x="21418" y="1770"/>
                  </a:lnTo>
                  <a:lnTo>
                    <a:pt x="25057" y="5908"/>
                  </a:lnTo>
                  <a:lnTo>
                    <a:pt x="21220" y="7953"/>
                  </a:lnTo>
                  <a:lnTo>
                    <a:pt x="14246" y="14720"/>
                  </a:lnTo>
                  <a:lnTo>
                    <a:pt x="11466" y="14356"/>
                  </a:lnTo>
                  <a:lnTo>
                    <a:pt x="6882" y="17013"/>
                  </a:lnTo>
                  <a:lnTo>
                    <a:pt x="715" y="135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h1724"/>
            <p:cNvSpPr/>
            <p:nvPr/>
          </p:nvSpPr>
          <p:spPr>
            <a:xfrm>
              <a:off x="2946512" y="3416835"/>
              <a:ext cx="15039" cy="9272"/>
            </a:xfrm>
            <a:custGeom>
              <a:avLst/>
              <a:pathLst>
                <a:path w="15039" h="9272">
                  <a:moveTo>
                    <a:pt x="10075" y="365"/>
                  </a:moveTo>
                  <a:lnTo>
                    <a:pt x="10207" y="914"/>
                  </a:lnTo>
                  <a:lnTo>
                    <a:pt x="15039" y="5778"/>
                  </a:lnTo>
                  <a:lnTo>
                    <a:pt x="3307" y="6915"/>
                  </a:lnTo>
                  <a:lnTo>
                    <a:pt x="3745" y="8334"/>
                  </a:lnTo>
                  <a:lnTo>
                    <a:pt x="2340" y="9272"/>
                  </a:lnTo>
                  <a:lnTo>
                    <a:pt x="1215" y="8834"/>
                  </a:lnTo>
                  <a:lnTo>
                    <a:pt x="0" y="6405"/>
                  </a:lnTo>
                  <a:lnTo>
                    <a:pt x="732" y="4841"/>
                  </a:lnTo>
                  <a:lnTo>
                    <a:pt x="620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h1725"/>
            <p:cNvSpPr/>
            <p:nvPr/>
          </p:nvSpPr>
          <p:spPr>
            <a:xfrm>
              <a:off x="2975044" y="3379026"/>
              <a:ext cx="12811" cy="12266"/>
            </a:xfrm>
            <a:custGeom>
              <a:avLst/>
              <a:pathLst>
                <a:path w="12811" h="12266">
                  <a:moveTo>
                    <a:pt x="4662" y="1056"/>
                  </a:moveTo>
                  <a:lnTo>
                    <a:pt x="6829" y="666"/>
                  </a:lnTo>
                  <a:lnTo>
                    <a:pt x="11873" y="3996"/>
                  </a:lnTo>
                  <a:lnTo>
                    <a:pt x="12643" y="6607"/>
                  </a:lnTo>
                  <a:lnTo>
                    <a:pt x="11479" y="8452"/>
                  </a:lnTo>
                  <a:lnTo>
                    <a:pt x="12754" y="8994"/>
                  </a:lnTo>
                  <a:lnTo>
                    <a:pt x="12811" y="11056"/>
                  </a:lnTo>
                  <a:lnTo>
                    <a:pt x="12527" y="11923"/>
                  </a:lnTo>
                  <a:lnTo>
                    <a:pt x="11061" y="12266"/>
                  </a:lnTo>
                  <a:lnTo>
                    <a:pt x="6678" y="9613"/>
                  </a:lnTo>
                  <a:lnTo>
                    <a:pt x="6362" y="6094"/>
                  </a:lnTo>
                  <a:lnTo>
                    <a:pt x="4771" y="3782"/>
                  </a:lnTo>
                  <a:lnTo>
                    <a:pt x="2799" y="5505"/>
                  </a:lnTo>
                  <a:lnTo>
                    <a:pt x="0" y="2902"/>
                  </a:lnTo>
                  <a:lnTo>
                    <a:pt x="362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h1726"/>
            <p:cNvSpPr/>
            <p:nvPr/>
          </p:nvSpPr>
          <p:spPr>
            <a:xfrm>
              <a:off x="3022766" y="3507229"/>
              <a:ext cx="13701" cy="12361"/>
            </a:xfrm>
            <a:custGeom>
              <a:avLst/>
              <a:pathLst>
                <a:path w="13701" h="12361">
                  <a:moveTo>
                    <a:pt x="7294" y="2373"/>
                  </a:moveTo>
                  <a:lnTo>
                    <a:pt x="13701" y="3951"/>
                  </a:lnTo>
                  <a:lnTo>
                    <a:pt x="11137" y="8513"/>
                  </a:lnTo>
                  <a:lnTo>
                    <a:pt x="13409" y="12361"/>
                  </a:lnTo>
                  <a:lnTo>
                    <a:pt x="7418" y="12355"/>
                  </a:lnTo>
                  <a:lnTo>
                    <a:pt x="6982" y="10808"/>
                  </a:lnTo>
                  <a:lnTo>
                    <a:pt x="1919" y="8292"/>
                  </a:lnTo>
                  <a:lnTo>
                    <a:pt x="679" y="8321"/>
                  </a:lnTo>
                  <a:lnTo>
                    <a:pt x="0" y="6857"/>
                  </a:lnTo>
                  <a:lnTo>
                    <a:pt x="667" y="4157"/>
                  </a:lnTo>
                  <a:lnTo>
                    <a:pt x="2532" y="1867"/>
                  </a:lnTo>
                  <a:lnTo>
                    <a:pt x="2316" y="654"/>
                  </a:lnTo>
                  <a:lnTo>
                    <a:pt x="391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h1727"/>
            <p:cNvSpPr/>
            <p:nvPr/>
          </p:nvSpPr>
          <p:spPr>
            <a:xfrm>
              <a:off x="2973622" y="3375325"/>
              <a:ext cx="12965" cy="6602"/>
            </a:xfrm>
            <a:custGeom>
              <a:avLst/>
              <a:pathLst>
                <a:path w="12965" h="6602">
                  <a:moveTo>
                    <a:pt x="9001" y="334"/>
                  </a:moveTo>
                  <a:lnTo>
                    <a:pt x="10335" y="1333"/>
                  </a:lnTo>
                  <a:lnTo>
                    <a:pt x="11257" y="3416"/>
                  </a:lnTo>
                  <a:lnTo>
                    <a:pt x="12965" y="4519"/>
                  </a:lnTo>
                  <a:lnTo>
                    <a:pt x="8251" y="4367"/>
                  </a:lnTo>
                  <a:lnTo>
                    <a:pt x="6083" y="4756"/>
                  </a:lnTo>
                  <a:lnTo>
                    <a:pt x="5041" y="3700"/>
                  </a:lnTo>
                  <a:lnTo>
                    <a:pt x="1421" y="6602"/>
                  </a:lnTo>
                  <a:lnTo>
                    <a:pt x="0" y="6547"/>
                  </a:lnTo>
                  <a:lnTo>
                    <a:pt x="219" y="3757"/>
                  </a:lnTo>
                  <a:lnTo>
                    <a:pt x="7233" y="746"/>
                  </a:lnTo>
                  <a:lnTo>
                    <a:pt x="81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h1728"/>
            <p:cNvSpPr/>
            <p:nvPr/>
          </p:nvSpPr>
          <p:spPr>
            <a:xfrm>
              <a:off x="3170196" y="3444081"/>
              <a:ext cx="18705" cy="18973"/>
            </a:xfrm>
            <a:custGeom>
              <a:avLst/>
              <a:pathLst>
                <a:path w="18705" h="18973">
                  <a:moveTo>
                    <a:pt x="9092" y="1173"/>
                  </a:moveTo>
                  <a:lnTo>
                    <a:pt x="13301" y="4533"/>
                  </a:lnTo>
                  <a:lnTo>
                    <a:pt x="17816" y="3825"/>
                  </a:lnTo>
                  <a:lnTo>
                    <a:pt x="18705" y="8490"/>
                  </a:lnTo>
                  <a:lnTo>
                    <a:pt x="16956" y="13107"/>
                  </a:lnTo>
                  <a:lnTo>
                    <a:pt x="12201" y="18973"/>
                  </a:lnTo>
                  <a:lnTo>
                    <a:pt x="9030" y="17836"/>
                  </a:lnTo>
                  <a:lnTo>
                    <a:pt x="0" y="9367"/>
                  </a:lnTo>
                  <a:lnTo>
                    <a:pt x="1509" y="7196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h1729"/>
            <p:cNvSpPr/>
            <p:nvPr/>
          </p:nvSpPr>
          <p:spPr>
            <a:xfrm>
              <a:off x="2999232" y="3224171"/>
              <a:ext cx="19926" cy="14463"/>
            </a:xfrm>
            <a:custGeom>
              <a:avLst/>
              <a:pathLst>
                <a:path w="19926" h="14463">
                  <a:moveTo>
                    <a:pt x="19926" y="11988"/>
                  </a:moveTo>
                  <a:lnTo>
                    <a:pt x="19353" y="13448"/>
                  </a:lnTo>
                  <a:lnTo>
                    <a:pt x="9527" y="13308"/>
                  </a:lnTo>
                  <a:lnTo>
                    <a:pt x="8893" y="13827"/>
                  </a:lnTo>
                  <a:lnTo>
                    <a:pt x="5714" y="14463"/>
                  </a:lnTo>
                  <a:lnTo>
                    <a:pt x="4043" y="13303"/>
                  </a:lnTo>
                  <a:lnTo>
                    <a:pt x="4013" y="12310"/>
                  </a:lnTo>
                  <a:lnTo>
                    <a:pt x="6000" y="10353"/>
                  </a:lnTo>
                  <a:lnTo>
                    <a:pt x="5528" y="6771"/>
                  </a:lnTo>
                  <a:lnTo>
                    <a:pt x="3611" y="5153"/>
                  </a:lnTo>
                  <a:lnTo>
                    <a:pt x="0" y="3695"/>
                  </a:lnTo>
                  <a:lnTo>
                    <a:pt x="117" y="2190"/>
                  </a:lnTo>
                  <a:lnTo>
                    <a:pt x="1406" y="1501"/>
                  </a:lnTo>
                  <a:lnTo>
                    <a:pt x="4037" y="1846"/>
                  </a:lnTo>
                  <a:lnTo>
                    <a:pt x="5373" y="0"/>
                  </a:lnTo>
                  <a:lnTo>
                    <a:pt x="8502" y="32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h1730"/>
            <p:cNvSpPr/>
            <p:nvPr/>
          </p:nvSpPr>
          <p:spPr>
            <a:xfrm>
              <a:off x="3022983" y="3525323"/>
              <a:ext cx="34250" cy="35513"/>
            </a:xfrm>
            <a:custGeom>
              <a:avLst/>
              <a:pathLst>
                <a:path w="34250" h="35513">
                  <a:moveTo>
                    <a:pt x="25907" y="457"/>
                  </a:moveTo>
                  <a:lnTo>
                    <a:pt x="33675" y="0"/>
                  </a:lnTo>
                  <a:lnTo>
                    <a:pt x="32858" y="3589"/>
                  </a:lnTo>
                  <a:lnTo>
                    <a:pt x="34250" y="7190"/>
                  </a:lnTo>
                  <a:lnTo>
                    <a:pt x="24677" y="7403"/>
                  </a:lnTo>
                  <a:lnTo>
                    <a:pt x="21306" y="6228"/>
                  </a:lnTo>
                  <a:lnTo>
                    <a:pt x="20035" y="7151"/>
                  </a:lnTo>
                  <a:lnTo>
                    <a:pt x="24857" y="15483"/>
                  </a:lnTo>
                  <a:lnTo>
                    <a:pt x="26151" y="23938"/>
                  </a:lnTo>
                  <a:lnTo>
                    <a:pt x="25948" y="30834"/>
                  </a:lnTo>
                  <a:lnTo>
                    <a:pt x="21536" y="31262"/>
                  </a:lnTo>
                  <a:lnTo>
                    <a:pt x="13115" y="30392"/>
                  </a:lnTo>
                  <a:lnTo>
                    <a:pt x="9205" y="32151"/>
                  </a:lnTo>
                  <a:lnTo>
                    <a:pt x="7168" y="34593"/>
                  </a:lnTo>
                  <a:lnTo>
                    <a:pt x="5316" y="35513"/>
                  </a:lnTo>
                  <a:lnTo>
                    <a:pt x="1544" y="35156"/>
                  </a:lnTo>
                  <a:lnTo>
                    <a:pt x="3860" y="30617"/>
                  </a:lnTo>
                  <a:lnTo>
                    <a:pt x="3471" y="22800"/>
                  </a:lnTo>
                  <a:lnTo>
                    <a:pt x="0" y="15645"/>
                  </a:lnTo>
                  <a:lnTo>
                    <a:pt x="3386" y="14245"/>
                  </a:lnTo>
                  <a:lnTo>
                    <a:pt x="5194" y="11523"/>
                  </a:lnTo>
                  <a:lnTo>
                    <a:pt x="5827" y="8874"/>
                  </a:lnTo>
                  <a:lnTo>
                    <a:pt x="4943" y="5317"/>
                  </a:lnTo>
                  <a:lnTo>
                    <a:pt x="16330" y="5551"/>
                  </a:lnTo>
                  <a:lnTo>
                    <a:pt x="20298" y="4686"/>
                  </a:lnTo>
                  <a:lnTo>
                    <a:pt x="22388" y="242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h1731"/>
            <p:cNvSpPr/>
            <p:nvPr/>
          </p:nvSpPr>
          <p:spPr>
            <a:xfrm>
              <a:off x="3057899" y="3365983"/>
              <a:ext cx="20630" cy="22563"/>
            </a:xfrm>
            <a:custGeom>
              <a:avLst/>
              <a:pathLst>
                <a:path w="20630" h="22563">
                  <a:moveTo>
                    <a:pt x="5210" y="0"/>
                  </a:moveTo>
                  <a:lnTo>
                    <a:pt x="5459" y="179"/>
                  </a:lnTo>
                  <a:lnTo>
                    <a:pt x="4464" y="3465"/>
                  </a:lnTo>
                  <a:lnTo>
                    <a:pt x="6181" y="5287"/>
                  </a:lnTo>
                  <a:lnTo>
                    <a:pt x="9323" y="5316"/>
                  </a:lnTo>
                  <a:lnTo>
                    <a:pt x="10751" y="7670"/>
                  </a:lnTo>
                  <a:lnTo>
                    <a:pt x="11198" y="9252"/>
                  </a:lnTo>
                  <a:lnTo>
                    <a:pt x="14200" y="8574"/>
                  </a:lnTo>
                  <a:lnTo>
                    <a:pt x="20360" y="12329"/>
                  </a:lnTo>
                  <a:lnTo>
                    <a:pt x="20630" y="16556"/>
                  </a:lnTo>
                  <a:lnTo>
                    <a:pt x="20106" y="17456"/>
                  </a:lnTo>
                  <a:lnTo>
                    <a:pt x="16975" y="17675"/>
                  </a:lnTo>
                  <a:lnTo>
                    <a:pt x="16083" y="22563"/>
                  </a:lnTo>
                  <a:lnTo>
                    <a:pt x="12845" y="22227"/>
                  </a:lnTo>
                  <a:lnTo>
                    <a:pt x="13283" y="18334"/>
                  </a:lnTo>
                  <a:lnTo>
                    <a:pt x="11589" y="18031"/>
                  </a:lnTo>
                  <a:lnTo>
                    <a:pt x="10260" y="18524"/>
                  </a:lnTo>
                  <a:lnTo>
                    <a:pt x="7430" y="21643"/>
                  </a:lnTo>
                  <a:lnTo>
                    <a:pt x="4932" y="21638"/>
                  </a:lnTo>
                  <a:lnTo>
                    <a:pt x="0" y="15010"/>
                  </a:lnTo>
                  <a:lnTo>
                    <a:pt x="95" y="11168"/>
                  </a:lnTo>
                  <a:lnTo>
                    <a:pt x="3568" y="7997"/>
                  </a:lnTo>
                  <a:lnTo>
                    <a:pt x="2980" y="2079"/>
                  </a:lnTo>
                  <a:lnTo>
                    <a:pt x="1872" y="128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h1732"/>
            <p:cNvSpPr/>
            <p:nvPr/>
          </p:nvSpPr>
          <p:spPr>
            <a:xfrm>
              <a:off x="2987595" y="3455558"/>
              <a:ext cx="14509" cy="13915"/>
            </a:xfrm>
            <a:custGeom>
              <a:avLst/>
              <a:pathLst>
                <a:path w="14509" h="13915">
                  <a:moveTo>
                    <a:pt x="14509" y="915"/>
                  </a:moveTo>
                  <a:lnTo>
                    <a:pt x="14232" y="3579"/>
                  </a:lnTo>
                  <a:lnTo>
                    <a:pt x="13013" y="5432"/>
                  </a:lnTo>
                  <a:lnTo>
                    <a:pt x="10613" y="3195"/>
                  </a:lnTo>
                  <a:lnTo>
                    <a:pt x="9961" y="5847"/>
                  </a:lnTo>
                  <a:lnTo>
                    <a:pt x="11328" y="8214"/>
                  </a:lnTo>
                  <a:lnTo>
                    <a:pt x="9258" y="12239"/>
                  </a:lnTo>
                  <a:lnTo>
                    <a:pt x="6369" y="13915"/>
                  </a:lnTo>
                  <a:lnTo>
                    <a:pt x="808" y="12420"/>
                  </a:lnTo>
                  <a:lnTo>
                    <a:pt x="0" y="9058"/>
                  </a:lnTo>
                  <a:lnTo>
                    <a:pt x="1046" y="9019"/>
                  </a:lnTo>
                  <a:lnTo>
                    <a:pt x="4265" y="9219"/>
                  </a:lnTo>
                  <a:lnTo>
                    <a:pt x="7668" y="5295"/>
                  </a:lnTo>
                  <a:lnTo>
                    <a:pt x="9641" y="6033"/>
                  </a:lnTo>
                  <a:lnTo>
                    <a:pt x="10178" y="2019"/>
                  </a:lnTo>
                  <a:lnTo>
                    <a:pt x="1217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h1733"/>
            <p:cNvSpPr/>
            <p:nvPr/>
          </p:nvSpPr>
          <p:spPr>
            <a:xfrm>
              <a:off x="2975298" y="3272413"/>
              <a:ext cx="15519" cy="16115"/>
            </a:xfrm>
            <a:custGeom>
              <a:avLst/>
              <a:pathLst>
                <a:path w="15519" h="16115">
                  <a:moveTo>
                    <a:pt x="14261" y="1141"/>
                  </a:moveTo>
                  <a:lnTo>
                    <a:pt x="15519" y="2203"/>
                  </a:lnTo>
                  <a:lnTo>
                    <a:pt x="14378" y="3893"/>
                  </a:lnTo>
                  <a:lnTo>
                    <a:pt x="10586" y="3475"/>
                  </a:lnTo>
                  <a:lnTo>
                    <a:pt x="10588" y="2819"/>
                  </a:lnTo>
                  <a:lnTo>
                    <a:pt x="7336" y="4730"/>
                  </a:lnTo>
                  <a:lnTo>
                    <a:pt x="4104" y="11600"/>
                  </a:lnTo>
                  <a:lnTo>
                    <a:pt x="6388" y="14330"/>
                  </a:lnTo>
                  <a:lnTo>
                    <a:pt x="5525" y="16115"/>
                  </a:lnTo>
                  <a:lnTo>
                    <a:pt x="2047" y="14387"/>
                  </a:lnTo>
                  <a:lnTo>
                    <a:pt x="2133" y="13429"/>
                  </a:lnTo>
                  <a:lnTo>
                    <a:pt x="0" y="10824"/>
                  </a:lnTo>
                  <a:lnTo>
                    <a:pt x="630" y="7099"/>
                  </a:lnTo>
                  <a:lnTo>
                    <a:pt x="2145" y="5051"/>
                  </a:lnTo>
                  <a:lnTo>
                    <a:pt x="3068" y="3557"/>
                  </a:lnTo>
                  <a:lnTo>
                    <a:pt x="864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h1734"/>
            <p:cNvSpPr/>
            <p:nvPr/>
          </p:nvSpPr>
          <p:spPr>
            <a:xfrm>
              <a:off x="2937616" y="3366307"/>
              <a:ext cx="28295" cy="25544"/>
            </a:xfrm>
            <a:custGeom>
              <a:avLst/>
              <a:pathLst>
                <a:path w="28295" h="25544">
                  <a:moveTo>
                    <a:pt x="23926" y="0"/>
                  </a:moveTo>
                  <a:lnTo>
                    <a:pt x="28295" y="5811"/>
                  </a:lnTo>
                  <a:lnTo>
                    <a:pt x="26468" y="11699"/>
                  </a:lnTo>
                  <a:lnTo>
                    <a:pt x="19950" y="11399"/>
                  </a:lnTo>
                  <a:lnTo>
                    <a:pt x="17650" y="12299"/>
                  </a:lnTo>
                  <a:lnTo>
                    <a:pt x="16598" y="14088"/>
                  </a:lnTo>
                  <a:lnTo>
                    <a:pt x="16831" y="18136"/>
                  </a:lnTo>
                  <a:lnTo>
                    <a:pt x="27582" y="21389"/>
                  </a:lnTo>
                  <a:lnTo>
                    <a:pt x="24134" y="23325"/>
                  </a:lnTo>
                  <a:lnTo>
                    <a:pt x="20025" y="22780"/>
                  </a:lnTo>
                  <a:lnTo>
                    <a:pt x="15654" y="23258"/>
                  </a:lnTo>
                  <a:lnTo>
                    <a:pt x="12217" y="25544"/>
                  </a:lnTo>
                  <a:lnTo>
                    <a:pt x="11397" y="24742"/>
                  </a:lnTo>
                  <a:lnTo>
                    <a:pt x="11784" y="23570"/>
                  </a:lnTo>
                  <a:lnTo>
                    <a:pt x="8456" y="22135"/>
                  </a:lnTo>
                  <a:lnTo>
                    <a:pt x="4164" y="21329"/>
                  </a:lnTo>
                  <a:lnTo>
                    <a:pt x="1392" y="21846"/>
                  </a:lnTo>
                  <a:lnTo>
                    <a:pt x="0" y="17984"/>
                  </a:lnTo>
                  <a:lnTo>
                    <a:pt x="4687" y="12805"/>
                  </a:lnTo>
                  <a:lnTo>
                    <a:pt x="9427" y="10378"/>
                  </a:lnTo>
                  <a:lnTo>
                    <a:pt x="10471" y="10435"/>
                  </a:lnTo>
                  <a:lnTo>
                    <a:pt x="10314" y="12360"/>
                  </a:lnTo>
                  <a:lnTo>
                    <a:pt x="11375" y="12331"/>
                  </a:lnTo>
                  <a:lnTo>
                    <a:pt x="13005" y="11028"/>
                  </a:lnTo>
                  <a:lnTo>
                    <a:pt x="13022" y="9040"/>
                  </a:lnTo>
                  <a:lnTo>
                    <a:pt x="15137" y="7996"/>
                  </a:lnTo>
                  <a:lnTo>
                    <a:pt x="18545" y="4353"/>
                  </a:lnTo>
                  <a:lnTo>
                    <a:pt x="21416" y="2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h1735"/>
            <p:cNvSpPr/>
            <p:nvPr/>
          </p:nvSpPr>
          <p:spPr>
            <a:xfrm>
              <a:off x="3189399" y="3376096"/>
              <a:ext cx="29218" cy="26532"/>
            </a:xfrm>
            <a:custGeom>
              <a:avLst/>
              <a:pathLst>
                <a:path w="29218" h="26532">
                  <a:moveTo>
                    <a:pt x="28566" y="943"/>
                  </a:moveTo>
                  <a:lnTo>
                    <a:pt x="29218" y="4895"/>
                  </a:lnTo>
                  <a:lnTo>
                    <a:pt x="28357" y="7960"/>
                  </a:lnTo>
                  <a:lnTo>
                    <a:pt x="27610" y="9116"/>
                  </a:lnTo>
                  <a:lnTo>
                    <a:pt x="20546" y="10466"/>
                  </a:lnTo>
                  <a:lnTo>
                    <a:pt x="16230" y="12707"/>
                  </a:lnTo>
                  <a:lnTo>
                    <a:pt x="14384" y="21511"/>
                  </a:lnTo>
                  <a:lnTo>
                    <a:pt x="16168" y="21951"/>
                  </a:lnTo>
                  <a:lnTo>
                    <a:pt x="14768" y="24455"/>
                  </a:lnTo>
                  <a:lnTo>
                    <a:pt x="7102" y="26532"/>
                  </a:lnTo>
                  <a:lnTo>
                    <a:pt x="5953" y="25689"/>
                  </a:lnTo>
                  <a:lnTo>
                    <a:pt x="0" y="15797"/>
                  </a:lnTo>
                  <a:lnTo>
                    <a:pt x="2365" y="11809"/>
                  </a:lnTo>
                  <a:lnTo>
                    <a:pt x="5622" y="12402"/>
                  </a:lnTo>
                  <a:lnTo>
                    <a:pt x="10224" y="13799"/>
                  </a:lnTo>
                  <a:lnTo>
                    <a:pt x="14984" y="11693"/>
                  </a:lnTo>
                  <a:lnTo>
                    <a:pt x="25930" y="2861"/>
                  </a:lnTo>
                  <a:lnTo>
                    <a:pt x="2649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h1736"/>
            <p:cNvSpPr/>
            <p:nvPr/>
          </p:nvSpPr>
          <p:spPr>
            <a:xfrm>
              <a:off x="3073401" y="3461842"/>
              <a:ext cx="15432" cy="22461"/>
            </a:xfrm>
            <a:custGeom>
              <a:avLst/>
              <a:pathLst>
                <a:path w="15432" h="22461">
                  <a:moveTo>
                    <a:pt x="12975" y="1911"/>
                  </a:moveTo>
                  <a:lnTo>
                    <a:pt x="14481" y="3350"/>
                  </a:lnTo>
                  <a:lnTo>
                    <a:pt x="15432" y="5900"/>
                  </a:lnTo>
                  <a:lnTo>
                    <a:pt x="14784" y="13237"/>
                  </a:lnTo>
                  <a:lnTo>
                    <a:pt x="13998" y="14399"/>
                  </a:lnTo>
                  <a:lnTo>
                    <a:pt x="10583" y="15457"/>
                  </a:lnTo>
                  <a:lnTo>
                    <a:pt x="11156" y="17674"/>
                  </a:lnTo>
                  <a:lnTo>
                    <a:pt x="11901" y="17988"/>
                  </a:lnTo>
                  <a:lnTo>
                    <a:pt x="12602" y="16863"/>
                  </a:lnTo>
                  <a:lnTo>
                    <a:pt x="12701" y="19759"/>
                  </a:lnTo>
                  <a:lnTo>
                    <a:pt x="11649" y="22002"/>
                  </a:lnTo>
                  <a:lnTo>
                    <a:pt x="9373" y="20541"/>
                  </a:lnTo>
                  <a:lnTo>
                    <a:pt x="6726" y="20017"/>
                  </a:lnTo>
                  <a:lnTo>
                    <a:pt x="4237" y="21275"/>
                  </a:lnTo>
                  <a:lnTo>
                    <a:pt x="3769" y="22461"/>
                  </a:lnTo>
                  <a:lnTo>
                    <a:pt x="1194" y="22447"/>
                  </a:lnTo>
                  <a:lnTo>
                    <a:pt x="0" y="19407"/>
                  </a:lnTo>
                  <a:lnTo>
                    <a:pt x="533" y="16272"/>
                  </a:lnTo>
                  <a:lnTo>
                    <a:pt x="2897" y="13908"/>
                  </a:lnTo>
                  <a:lnTo>
                    <a:pt x="3392" y="12164"/>
                  </a:lnTo>
                  <a:lnTo>
                    <a:pt x="1871" y="6842"/>
                  </a:lnTo>
                  <a:lnTo>
                    <a:pt x="4293" y="3517"/>
                  </a:lnTo>
                  <a:lnTo>
                    <a:pt x="6735" y="3161"/>
                  </a:lnTo>
                  <a:lnTo>
                    <a:pt x="884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h1737"/>
            <p:cNvSpPr/>
            <p:nvPr/>
          </p:nvSpPr>
          <p:spPr>
            <a:xfrm>
              <a:off x="3058042" y="3329850"/>
              <a:ext cx="5601" cy="5052"/>
            </a:xfrm>
            <a:custGeom>
              <a:avLst/>
              <a:pathLst>
                <a:path w="5601" h="5052">
                  <a:moveTo>
                    <a:pt x="5601" y="0"/>
                  </a:moveTo>
                  <a:lnTo>
                    <a:pt x="4476" y="5052"/>
                  </a:lnTo>
                  <a:lnTo>
                    <a:pt x="1008" y="3341"/>
                  </a:lnTo>
                  <a:lnTo>
                    <a:pt x="0" y="195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h1738"/>
            <p:cNvSpPr/>
            <p:nvPr/>
          </p:nvSpPr>
          <p:spPr>
            <a:xfrm>
              <a:off x="2949691" y="3436754"/>
              <a:ext cx="11355" cy="13642"/>
            </a:xfrm>
            <a:custGeom>
              <a:avLst/>
              <a:pathLst>
                <a:path w="11355" h="13642">
                  <a:moveTo>
                    <a:pt x="10229" y="3308"/>
                  </a:moveTo>
                  <a:lnTo>
                    <a:pt x="11355" y="4642"/>
                  </a:lnTo>
                  <a:lnTo>
                    <a:pt x="10971" y="9009"/>
                  </a:lnTo>
                  <a:lnTo>
                    <a:pt x="4898" y="13642"/>
                  </a:lnTo>
                  <a:lnTo>
                    <a:pt x="1305" y="11225"/>
                  </a:lnTo>
                  <a:lnTo>
                    <a:pt x="0" y="8361"/>
                  </a:lnTo>
                  <a:lnTo>
                    <a:pt x="2844" y="6255"/>
                  </a:lnTo>
                  <a:lnTo>
                    <a:pt x="7221" y="5603"/>
                  </a:lnTo>
                  <a:lnTo>
                    <a:pt x="6526" y="2778"/>
                  </a:lnTo>
                  <a:lnTo>
                    <a:pt x="3038" y="1402"/>
                  </a:lnTo>
                  <a:lnTo>
                    <a:pt x="491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h1739"/>
            <p:cNvSpPr/>
            <p:nvPr/>
          </p:nvSpPr>
          <p:spPr>
            <a:xfrm>
              <a:off x="2901129" y="3364769"/>
              <a:ext cx="9395" cy="10614"/>
            </a:xfrm>
            <a:custGeom>
              <a:avLst/>
              <a:pathLst>
                <a:path w="9395" h="10614">
                  <a:moveTo>
                    <a:pt x="7033" y="11"/>
                  </a:moveTo>
                  <a:lnTo>
                    <a:pt x="9136" y="1833"/>
                  </a:lnTo>
                  <a:lnTo>
                    <a:pt x="9395" y="7658"/>
                  </a:lnTo>
                  <a:lnTo>
                    <a:pt x="7882" y="10614"/>
                  </a:lnTo>
                  <a:lnTo>
                    <a:pt x="6402" y="8277"/>
                  </a:lnTo>
                  <a:lnTo>
                    <a:pt x="0" y="6938"/>
                  </a:lnTo>
                  <a:lnTo>
                    <a:pt x="536" y="5831"/>
                  </a:lnTo>
                  <a:lnTo>
                    <a:pt x="2231" y="3593"/>
                  </a:lnTo>
                  <a:lnTo>
                    <a:pt x="490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h1740"/>
            <p:cNvSpPr/>
            <p:nvPr/>
          </p:nvSpPr>
          <p:spPr>
            <a:xfrm>
              <a:off x="2922570" y="3248890"/>
              <a:ext cx="38806" cy="24690"/>
            </a:xfrm>
            <a:custGeom>
              <a:avLst/>
              <a:pathLst>
                <a:path w="38806" h="24690">
                  <a:moveTo>
                    <a:pt x="15797" y="578"/>
                  </a:moveTo>
                  <a:lnTo>
                    <a:pt x="19263" y="5127"/>
                  </a:lnTo>
                  <a:lnTo>
                    <a:pt x="24848" y="9208"/>
                  </a:lnTo>
                  <a:lnTo>
                    <a:pt x="32466" y="2359"/>
                  </a:lnTo>
                  <a:lnTo>
                    <a:pt x="38806" y="14072"/>
                  </a:lnTo>
                  <a:lnTo>
                    <a:pt x="30567" y="15726"/>
                  </a:lnTo>
                  <a:lnTo>
                    <a:pt x="27071" y="19854"/>
                  </a:lnTo>
                  <a:lnTo>
                    <a:pt x="29612" y="23154"/>
                  </a:lnTo>
                  <a:lnTo>
                    <a:pt x="25057" y="24058"/>
                  </a:lnTo>
                  <a:lnTo>
                    <a:pt x="21418" y="19920"/>
                  </a:lnTo>
                  <a:lnTo>
                    <a:pt x="13836" y="19005"/>
                  </a:lnTo>
                  <a:lnTo>
                    <a:pt x="8745" y="19682"/>
                  </a:lnTo>
                  <a:lnTo>
                    <a:pt x="4399" y="24690"/>
                  </a:lnTo>
                  <a:lnTo>
                    <a:pt x="3699" y="24507"/>
                  </a:lnTo>
                  <a:lnTo>
                    <a:pt x="0" y="18149"/>
                  </a:lnTo>
                  <a:lnTo>
                    <a:pt x="5999" y="10702"/>
                  </a:lnTo>
                  <a:lnTo>
                    <a:pt x="6152" y="2169"/>
                  </a:lnTo>
                  <a:lnTo>
                    <a:pt x="8938" y="2015"/>
                  </a:lnTo>
                  <a:lnTo>
                    <a:pt x="1217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h1741"/>
            <p:cNvSpPr/>
            <p:nvPr/>
          </p:nvSpPr>
          <p:spPr>
            <a:xfrm>
              <a:off x="2985022" y="3165487"/>
              <a:ext cx="17321" cy="22462"/>
            </a:xfrm>
            <a:custGeom>
              <a:avLst/>
              <a:pathLst>
                <a:path w="17321" h="22462">
                  <a:moveTo>
                    <a:pt x="11662" y="4700"/>
                  </a:moveTo>
                  <a:lnTo>
                    <a:pt x="17321" y="8414"/>
                  </a:lnTo>
                  <a:lnTo>
                    <a:pt x="16135" y="10143"/>
                  </a:lnTo>
                  <a:lnTo>
                    <a:pt x="8695" y="14639"/>
                  </a:lnTo>
                  <a:lnTo>
                    <a:pt x="7663" y="21302"/>
                  </a:lnTo>
                  <a:lnTo>
                    <a:pt x="6658" y="22462"/>
                  </a:lnTo>
                  <a:lnTo>
                    <a:pt x="5530" y="22316"/>
                  </a:lnTo>
                  <a:lnTo>
                    <a:pt x="1413" y="18802"/>
                  </a:lnTo>
                  <a:lnTo>
                    <a:pt x="0" y="14722"/>
                  </a:lnTo>
                  <a:lnTo>
                    <a:pt x="1009" y="12811"/>
                  </a:lnTo>
                  <a:lnTo>
                    <a:pt x="3106" y="15349"/>
                  </a:lnTo>
                  <a:lnTo>
                    <a:pt x="4123" y="13388"/>
                  </a:lnTo>
                  <a:lnTo>
                    <a:pt x="5422" y="8107"/>
                  </a:lnTo>
                  <a:lnTo>
                    <a:pt x="4059" y="4081"/>
                  </a:lnTo>
                  <a:lnTo>
                    <a:pt x="4602" y="3342"/>
                  </a:lnTo>
                  <a:lnTo>
                    <a:pt x="461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h1742"/>
            <p:cNvSpPr/>
            <p:nvPr/>
          </p:nvSpPr>
          <p:spPr>
            <a:xfrm>
              <a:off x="2969840" y="3294270"/>
              <a:ext cx="30780" cy="28501"/>
            </a:xfrm>
            <a:custGeom>
              <a:avLst/>
              <a:pathLst>
                <a:path w="30780" h="28501">
                  <a:moveTo>
                    <a:pt x="20971" y="1748"/>
                  </a:moveTo>
                  <a:lnTo>
                    <a:pt x="21997" y="3230"/>
                  </a:lnTo>
                  <a:lnTo>
                    <a:pt x="23608" y="3331"/>
                  </a:lnTo>
                  <a:lnTo>
                    <a:pt x="25199" y="4631"/>
                  </a:lnTo>
                  <a:lnTo>
                    <a:pt x="30780" y="11985"/>
                  </a:lnTo>
                  <a:lnTo>
                    <a:pt x="29486" y="12241"/>
                  </a:lnTo>
                  <a:lnTo>
                    <a:pt x="28183" y="15330"/>
                  </a:lnTo>
                  <a:lnTo>
                    <a:pt x="29244" y="16811"/>
                  </a:lnTo>
                  <a:lnTo>
                    <a:pt x="23623" y="20837"/>
                  </a:lnTo>
                  <a:lnTo>
                    <a:pt x="21388" y="24728"/>
                  </a:lnTo>
                  <a:lnTo>
                    <a:pt x="14360" y="28501"/>
                  </a:lnTo>
                  <a:lnTo>
                    <a:pt x="11304" y="26786"/>
                  </a:lnTo>
                  <a:lnTo>
                    <a:pt x="10802" y="25564"/>
                  </a:lnTo>
                  <a:lnTo>
                    <a:pt x="7501" y="24844"/>
                  </a:lnTo>
                  <a:lnTo>
                    <a:pt x="2204" y="22015"/>
                  </a:lnTo>
                  <a:lnTo>
                    <a:pt x="499" y="14093"/>
                  </a:lnTo>
                  <a:lnTo>
                    <a:pt x="0" y="9736"/>
                  </a:lnTo>
                  <a:lnTo>
                    <a:pt x="1453" y="4850"/>
                  </a:lnTo>
                  <a:lnTo>
                    <a:pt x="3002" y="2829"/>
                  </a:lnTo>
                  <a:lnTo>
                    <a:pt x="13716" y="1725"/>
                  </a:lnTo>
                  <a:lnTo>
                    <a:pt x="1593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h1743"/>
            <p:cNvSpPr/>
            <p:nvPr/>
          </p:nvSpPr>
          <p:spPr>
            <a:xfrm>
              <a:off x="2929453" y="3281397"/>
              <a:ext cx="11420" cy="12750"/>
            </a:xfrm>
            <a:custGeom>
              <a:avLst/>
              <a:pathLst>
                <a:path w="11420" h="12750">
                  <a:moveTo>
                    <a:pt x="7363" y="363"/>
                  </a:moveTo>
                  <a:lnTo>
                    <a:pt x="10167" y="3007"/>
                  </a:lnTo>
                  <a:lnTo>
                    <a:pt x="11420" y="11070"/>
                  </a:lnTo>
                  <a:lnTo>
                    <a:pt x="4638" y="12750"/>
                  </a:lnTo>
                  <a:lnTo>
                    <a:pt x="3833" y="9080"/>
                  </a:lnTo>
                  <a:lnTo>
                    <a:pt x="0" y="2656"/>
                  </a:lnTo>
                  <a:lnTo>
                    <a:pt x="458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h1744"/>
            <p:cNvSpPr/>
            <p:nvPr/>
          </p:nvSpPr>
          <p:spPr>
            <a:xfrm>
              <a:off x="2932887" y="3491621"/>
              <a:ext cx="10146" cy="10157"/>
            </a:xfrm>
            <a:custGeom>
              <a:avLst/>
              <a:pathLst>
                <a:path w="10146" h="10157">
                  <a:moveTo>
                    <a:pt x="7633" y="5469"/>
                  </a:moveTo>
                  <a:lnTo>
                    <a:pt x="10111" y="8994"/>
                  </a:lnTo>
                  <a:lnTo>
                    <a:pt x="10146" y="9909"/>
                  </a:lnTo>
                  <a:lnTo>
                    <a:pt x="9445" y="10157"/>
                  </a:lnTo>
                  <a:lnTo>
                    <a:pt x="6462" y="9975"/>
                  </a:lnTo>
                  <a:lnTo>
                    <a:pt x="4960" y="7698"/>
                  </a:lnTo>
                  <a:lnTo>
                    <a:pt x="0" y="4711"/>
                  </a:lnTo>
                  <a:lnTo>
                    <a:pt x="3060" y="1806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h1745"/>
            <p:cNvSpPr/>
            <p:nvPr/>
          </p:nvSpPr>
          <p:spPr>
            <a:xfrm>
              <a:off x="2941706" y="3286500"/>
              <a:ext cx="11248" cy="11035"/>
            </a:xfrm>
            <a:custGeom>
              <a:avLst/>
              <a:pathLst>
                <a:path w="11248" h="11035">
                  <a:moveTo>
                    <a:pt x="10882" y="5079"/>
                  </a:moveTo>
                  <a:lnTo>
                    <a:pt x="7415" y="6278"/>
                  </a:lnTo>
                  <a:lnTo>
                    <a:pt x="2722" y="10010"/>
                  </a:lnTo>
                  <a:lnTo>
                    <a:pt x="1757" y="11035"/>
                  </a:lnTo>
                  <a:lnTo>
                    <a:pt x="0" y="8915"/>
                  </a:lnTo>
                  <a:lnTo>
                    <a:pt x="4296" y="3221"/>
                  </a:lnTo>
                  <a:lnTo>
                    <a:pt x="8270" y="842"/>
                  </a:lnTo>
                  <a:lnTo>
                    <a:pt x="1124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h1746"/>
            <p:cNvSpPr/>
            <p:nvPr/>
          </p:nvSpPr>
          <p:spPr>
            <a:xfrm>
              <a:off x="2989252" y="3409775"/>
              <a:ext cx="7382" cy="5193"/>
            </a:xfrm>
            <a:custGeom>
              <a:avLst/>
              <a:pathLst>
                <a:path w="7382" h="5193">
                  <a:moveTo>
                    <a:pt x="7368" y="1995"/>
                  </a:moveTo>
                  <a:lnTo>
                    <a:pt x="7382" y="5115"/>
                  </a:lnTo>
                  <a:lnTo>
                    <a:pt x="4198" y="2623"/>
                  </a:lnTo>
                  <a:lnTo>
                    <a:pt x="2843" y="2776"/>
                  </a:lnTo>
                  <a:lnTo>
                    <a:pt x="1224" y="4907"/>
                  </a:lnTo>
                  <a:lnTo>
                    <a:pt x="0" y="5193"/>
                  </a:lnTo>
                  <a:lnTo>
                    <a:pt x="471" y="2146"/>
                  </a:lnTo>
                  <a:lnTo>
                    <a:pt x="795" y="289"/>
                  </a:lnTo>
                  <a:lnTo>
                    <a:pt x="747" y="67"/>
                  </a:lnTo>
                  <a:lnTo>
                    <a:pt x="547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h1747"/>
            <p:cNvSpPr/>
            <p:nvPr/>
          </p:nvSpPr>
          <p:spPr>
            <a:xfrm>
              <a:off x="3037976" y="3343666"/>
              <a:ext cx="13150" cy="9360"/>
            </a:xfrm>
            <a:custGeom>
              <a:avLst/>
              <a:pathLst>
                <a:path w="13150" h="9360">
                  <a:moveTo>
                    <a:pt x="10315" y="702"/>
                  </a:moveTo>
                  <a:lnTo>
                    <a:pt x="13150" y="4790"/>
                  </a:lnTo>
                  <a:lnTo>
                    <a:pt x="12964" y="8028"/>
                  </a:lnTo>
                  <a:lnTo>
                    <a:pt x="11408" y="9360"/>
                  </a:lnTo>
                  <a:lnTo>
                    <a:pt x="3825" y="3874"/>
                  </a:lnTo>
                  <a:lnTo>
                    <a:pt x="1695" y="3396"/>
                  </a:lnTo>
                  <a:lnTo>
                    <a:pt x="667" y="3918"/>
                  </a:lnTo>
                  <a:lnTo>
                    <a:pt x="0" y="1256"/>
                  </a:lnTo>
                  <a:lnTo>
                    <a:pt x="164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h1748"/>
            <p:cNvSpPr/>
            <p:nvPr/>
          </p:nvSpPr>
          <p:spPr>
            <a:xfrm>
              <a:off x="2983566" y="3258183"/>
              <a:ext cx="6314" cy="13060"/>
            </a:xfrm>
            <a:custGeom>
              <a:avLst/>
              <a:pathLst>
                <a:path w="6314" h="13060">
                  <a:moveTo>
                    <a:pt x="3845" y="936"/>
                  </a:moveTo>
                  <a:lnTo>
                    <a:pt x="6314" y="5029"/>
                  </a:lnTo>
                  <a:lnTo>
                    <a:pt x="2568" y="7762"/>
                  </a:lnTo>
                  <a:lnTo>
                    <a:pt x="3378" y="10100"/>
                  </a:lnTo>
                  <a:lnTo>
                    <a:pt x="0" y="13060"/>
                  </a:lnTo>
                  <a:lnTo>
                    <a:pt x="79" y="9951"/>
                  </a:lnTo>
                  <a:lnTo>
                    <a:pt x="2079" y="2527"/>
                  </a:lnTo>
                  <a:lnTo>
                    <a:pt x="194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h1749"/>
            <p:cNvSpPr/>
            <p:nvPr/>
          </p:nvSpPr>
          <p:spPr>
            <a:xfrm>
              <a:off x="2951628" y="3225760"/>
              <a:ext cx="8362" cy="11586"/>
            </a:xfrm>
            <a:custGeom>
              <a:avLst/>
              <a:pathLst>
                <a:path w="8362" h="11586">
                  <a:moveTo>
                    <a:pt x="8362" y="446"/>
                  </a:moveTo>
                  <a:lnTo>
                    <a:pt x="6354" y="3330"/>
                  </a:lnTo>
                  <a:lnTo>
                    <a:pt x="6469" y="5498"/>
                  </a:lnTo>
                  <a:lnTo>
                    <a:pt x="8252" y="6302"/>
                  </a:lnTo>
                  <a:lnTo>
                    <a:pt x="4693" y="11586"/>
                  </a:lnTo>
                  <a:lnTo>
                    <a:pt x="1334" y="8935"/>
                  </a:lnTo>
                  <a:lnTo>
                    <a:pt x="0" y="3031"/>
                  </a:lnTo>
                  <a:lnTo>
                    <a:pt x="5081" y="2395"/>
                  </a:lnTo>
                  <a:lnTo>
                    <a:pt x="783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h1750"/>
            <p:cNvSpPr/>
            <p:nvPr/>
          </p:nvSpPr>
          <p:spPr>
            <a:xfrm>
              <a:off x="2892956" y="3402153"/>
              <a:ext cx="13563" cy="3345"/>
            </a:xfrm>
            <a:custGeom>
              <a:avLst/>
              <a:pathLst>
                <a:path w="13563" h="3345">
                  <a:moveTo>
                    <a:pt x="10889" y="726"/>
                  </a:moveTo>
                  <a:lnTo>
                    <a:pt x="13563" y="3345"/>
                  </a:lnTo>
                  <a:lnTo>
                    <a:pt x="7861" y="2331"/>
                  </a:lnTo>
                  <a:lnTo>
                    <a:pt x="662" y="3220"/>
                  </a:lnTo>
                  <a:lnTo>
                    <a:pt x="0" y="2696"/>
                  </a:lnTo>
                  <a:lnTo>
                    <a:pt x="1100" y="1277"/>
                  </a:lnTo>
                  <a:lnTo>
                    <a:pt x="5161" y="1235"/>
                  </a:lnTo>
                  <a:lnTo>
                    <a:pt x="696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h1751"/>
            <p:cNvSpPr/>
            <p:nvPr/>
          </p:nvSpPr>
          <p:spPr>
            <a:xfrm>
              <a:off x="3024662" y="3349447"/>
              <a:ext cx="12601" cy="15076"/>
            </a:xfrm>
            <a:custGeom>
              <a:avLst/>
              <a:pathLst>
                <a:path w="12601" h="15076">
                  <a:moveTo>
                    <a:pt x="3059" y="180"/>
                  </a:moveTo>
                  <a:lnTo>
                    <a:pt x="6366" y="2731"/>
                  </a:lnTo>
                  <a:lnTo>
                    <a:pt x="12601" y="3546"/>
                  </a:lnTo>
                  <a:lnTo>
                    <a:pt x="11380" y="6083"/>
                  </a:lnTo>
                  <a:lnTo>
                    <a:pt x="12211" y="11249"/>
                  </a:lnTo>
                  <a:lnTo>
                    <a:pt x="11908" y="12743"/>
                  </a:lnTo>
                  <a:lnTo>
                    <a:pt x="10740" y="13622"/>
                  </a:lnTo>
                  <a:lnTo>
                    <a:pt x="7109" y="15076"/>
                  </a:lnTo>
                  <a:lnTo>
                    <a:pt x="4491" y="14621"/>
                  </a:lnTo>
                  <a:lnTo>
                    <a:pt x="1837" y="9761"/>
                  </a:lnTo>
                  <a:lnTo>
                    <a:pt x="0" y="1987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h1752"/>
            <p:cNvSpPr/>
            <p:nvPr/>
          </p:nvSpPr>
          <p:spPr>
            <a:xfrm>
              <a:off x="2890001" y="3369492"/>
              <a:ext cx="6982" cy="9901"/>
            </a:xfrm>
            <a:custGeom>
              <a:avLst/>
              <a:pathLst>
                <a:path w="6982" h="9901">
                  <a:moveTo>
                    <a:pt x="4921" y="466"/>
                  </a:moveTo>
                  <a:lnTo>
                    <a:pt x="6982" y="5076"/>
                  </a:lnTo>
                  <a:lnTo>
                    <a:pt x="6845" y="8740"/>
                  </a:lnTo>
                  <a:lnTo>
                    <a:pt x="3419" y="9901"/>
                  </a:lnTo>
                  <a:lnTo>
                    <a:pt x="1408" y="6833"/>
                  </a:lnTo>
                  <a:lnTo>
                    <a:pt x="0" y="1597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h1753"/>
            <p:cNvSpPr/>
            <p:nvPr/>
          </p:nvSpPr>
          <p:spPr>
            <a:xfrm>
              <a:off x="2901963" y="3428624"/>
              <a:ext cx="25976" cy="14927"/>
            </a:xfrm>
            <a:custGeom>
              <a:avLst/>
              <a:pathLst>
                <a:path w="25976" h="14927">
                  <a:moveTo>
                    <a:pt x="25976" y="5924"/>
                  </a:moveTo>
                  <a:lnTo>
                    <a:pt x="24590" y="6467"/>
                  </a:lnTo>
                  <a:lnTo>
                    <a:pt x="22752" y="9495"/>
                  </a:lnTo>
                  <a:lnTo>
                    <a:pt x="20045" y="10943"/>
                  </a:lnTo>
                  <a:lnTo>
                    <a:pt x="14492" y="9533"/>
                  </a:lnTo>
                  <a:lnTo>
                    <a:pt x="8165" y="14927"/>
                  </a:lnTo>
                  <a:lnTo>
                    <a:pt x="5779" y="12616"/>
                  </a:lnTo>
                  <a:lnTo>
                    <a:pt x="2995" y="9806"/>
                  </a:lnTo>
                  <a:lnTo>
                    <a:pt x="0" y="3814"/>
                  </a:lnTo>
                  <a:lnTo>
                    <a:pt x="1997" y="1944"/>
                  </a:lnTo>
                  <a:lnTo>
                    <a:pt x="5250" y="852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h1754"/>
            <p:cNvSpPr/>
            <p:nvPr/>
          </p:nvSpPr>
          <p:spPr>
            <a:xfrm>
              <a:off x="3023301" y="3426098"/>
              <a:ext cx="32657" cy="31454"/>
            </a:xfrm>
            <a:custGeom>
              <a:avLst/>
              <a:pathLst>
                <a:path w="32657" h="31454">
                  <a:moveTo>
                    <a:pt x="12399" y="842"/>
                  </a:moveTo>
                  <a:lnTo>
                    <a:pt x="21281" y="6937"/>
                  </a:lnTo>
                  <a:lnTo>
                    <a:pt x="28143" y="9974"/>
                  </a:lnTo>
                  <a:lnTo>
                    <a:pt x="29903" y="9326"/>
                  </a:lnTo>
                  <a:lnTo>
                    <a:pt x="30839" y="10760"/>
                  </a:lnTo>
                  <a:lnTo>
                    <a:pt x="32657" y="18502"/>
                  </a:lnTo>
                  <a:lnTo>
                    <a:pt x="30577" y="18259"/>
                  </a:lnTo>
                  <a:lnTo>
                    <a:pt x="27961" y="17952"/>
                  </a:lnTo>
                  <a:lnTo>
                    <a:pt x="27061" y="30711"/>
                  </a:lnTo>
                  <a:lnTo>
                    <a:pt x="24930" y="29698"/>
                  </a:lnTo>
                  <a:lnTo>
                    <a:pt x="21149" y="28578"/>
                  </a:lnTo>
                  <a:lnTo>
                    <a:pt x="16245" y="31454"/>
                  </a:lnTo>
                  <a:lnTo>
                    <a:pt x="9258" y="25127"/>
                  </a:lnTo>
                  <a:lnTo>
                    <a:pt x="3200" y="11151"/>
                  </a:lnTo>
                  <a:lnTo>
                    <a:pt x="2639" y="11494"/>
                  </a:lnTo>
                  <a:lnTo>
                    <a:pt x="3161" y="9112"/>
                  </a:lnTo>
                  <a:lnTo>
                    <a:pt x="0" y="4980"/>
                  </a:lnTo>
                  <a:lnTo>
                    <a:pt x="2922" y="2988"/>
                  </a:lnTo>
                  <a:lnTo>
                    <a:pt x="1004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h1755"/>
            <p:cNvSpPr/>
            <p:nvPr/>
          </p:nvSpPr>
          <p:spPr>
            <a:xfrm>
              <a:off x="2860334" y="3272727"/>
              <a:ext cx="15621" cy="18825"/>
            </a:xfrm>
            <a:custGeom>
              <a:avLst/>
              <a:pathLst>
                <a:path w="15621" h="18825">
                  <a:moveTo>
                    <a:pt x="5858" y="2699"/>
                  </a:moveTo>
                  <a:lnTo>
                    <a:pt x="6431" y="4629"/>
                  </a:lnTo>
                  <a:lnTo>
                    <a:pt x="5986" y="5819"/>
                  </a:lnTo>
                  <a:lnTo>
                    <a:pt x="7505" y="7039"/>
                  </a:lnTo>
                  <a:lnTo>
                    <a:pt x="15621" y="7871"/>
                  </a:lnTo>
                  <a:lnTo>
                    <a:pt x="13807" y="11161"/>
                  </a:lnTo>
                  <a:lnTo>
                    <a:pt x="11820" y="13001"/>
                  </a:lnTo>
                  <a:lnTo>
                    <a:pt x="12555" y="15256"/>
                  </a:lnTo>
                  <a:lnTo>
                    <a:pt x="13859" y="18191"/>
                  </a:lnTo>
                  <a:lnTo>
                    <a:pt x="7008" y="18825"/>
                  </a:lnTo>
                  <a:lnTo>
                    <a:pt x="2724" y="15509"/>
                  </a:lnTo>
                  <a:lnTo>
                    <a:pt x="0" y="8559"/>
                  </a:lnTo>
                  <a:lnTo>
                    <a:pt x="984" y="4306"/>
                  </a:lnTo>
                  <a:lnTo>
                    <a:pt x="2877" y="1768"/>
                  </a:lnTo>
                  <a:lnTo>
                    <a:pt x="322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h1756"/>
            <p:cNvSpPr/>
            <p:nvPr/>
          </p:nvSpPr>
          <p:spPr>
            <a:xfrm>
              <a:off x="3144085" y="3518583"/>
              <a:ext cx="328" cy="178"/>
            </a:xfrm>
            <a:custGeom>
              <a:avLst/>
              <a:pathLst>
                <a:path w="328" h="178">
                  <a:moveTo>
                    <a:pt x="208" y="178"/>
                  </a:moveTo>
                  <a:lnTo>
                    <a:pt x="0" y="33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h1757"/>
            <p:cNvSpPr/>
            <p:nvPr/>
          </p:nvSpPr>
          <p:spPr>
            <a:xfrm>
              <a:off x="3127029" y="3502345"/>
              <a:ext cx="24978" cy="21468"/>
            </a:xfrm>
            <a:custGeom>
              <a:avLst/>
              <a:pathLst>
                <a:path w="24978" h="21468">
                  <a:moveTo>
                    <a:pt x="12373" y="17557"/>
                  </a:moveTo>
                  <a:lnTo>
                    <a:pt x="6626" y="19978"/>
                  </a:lnTo>
                  <a:lnTo>
                    <a:pt x="0" y="21468"/>
                  </a:lnTo>
                  <a:lnTo>
                    <a:pt x="1175" y="10726"/>
                  </a:lnTo>
                  <a:lnTo>
                    <a:pt x="5509" y="9851"/>
                  </a:lnTo>
                  <a:lnTo>
                    <a:pt x="14397" y="5421"/>
                  </a:lnTo>
                  <a:lnTo>
                    <a:pt x="21511" y="0"/>
                  </a:lnTo>
                  <a:lnTo>
                    <a:pt x="24978" y="12949"/>
                  </a:lnTo>
                  <a:lnTo>
                    <a:pt x="18024" y="1406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h1758"/>
            <p:cNvSpPr/>
            <p:nvPr/>
          </p:nvSpPr>
          <p:spPr>
            <a:xfrm>
              <a:off x="3084397" y="3363269"/>
              <a:ext cx="16458" cy="12313"/>
            </a:xfrm>
            <a:custGeom>
              <a:avLst/>
              <a:pathLst>
                <a:path w="16458" h="12313">
                  <a:moveTo>
                    <a:pt x="10640" y="1391"/>
                  </a:moveTo>
                  <a:lnTo>
                    <a:pt x="12841" y="3404"/>
                  </a:lnTo>
                  <a:lnTo>
                    <a:pt x="14318" y="3627"/>
                  </a:lnTo>
                  <a:lnTo>
                    <a:pt x="16458" y="9216"/>
                  </a:lnTo>
                  <a:lnTo>
                    <a:pt x="16038" y="12313"/>
                  </a:lnTo>
                  <a:lnTo>
                    <a:pt x="14625" y="11952"/>
                  </a:lnTo>
                  <a:lnTo>
                    <a:pt x="12365" y="9798"/>
                  </a:lnTo>
                  <a:lnTo>
                    <a:pt x="7858" y="7356"/>
                  </a:lnTo>
                  <a:lnTo>
                    <a:pt x="4374" y="7119"/>
                  </a:lnTo>
                  <a:lnTo>
                    <a:pt x="0" y="4410"/>
                  </a:lnTo>
                  <a:lnTo>
                    <a:pt x="3793" y="3080"/>
                  </a:lnTo>
                  <a:lnTo>
                    <a:pt x="383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h1759"/>
            <p:cNvSpPr/>
            <p:nvPr/>
          </p:nvSpPr>
          <p:spPr>
            <a:xfrm>
              <a:off x="2820881" y="3261333"/>
              <a:ext cx="18953" cy="17008"/>
            </a:xfrm>
            <a:custGeom>
              <a:avLst/>
              <a:pathLst>
                <a:path w="18953" h="17008">
                  <a:moveTo>
                    <a:pt x="7207" y="781"/>
                  </a:moveTo>
                  <a:lnTo>
                    <a:pt x="5935" y="1891"/>
                  </a:lnTo>
                  <a:lnTo>
                    <a:pt x="6077" y="3764"/>
                  </a:lnTo>
                  <a:lnTo>
                    <a:pt x="8839" y="6875"/>
                  </a:lnTo>
                  <a:lnTo>
                    <a:pt x="10816" y="5721"/>
                  </a:lnTo>
                  <a:lnTo>
                    <a:pt x="11868" y="3843"/>
                  </a:lnTo>
                  <a:lnTo>
                    <a:pt x="14710" y="7073"/>
                  </a:lnTo>
                  <a:lnTo>
                    <a:pt x="18953" y="9075"/>
                  </a:lnTo>
                  <a:lnTo>
                    <a:pt x="18498" y="17008"/>
                  </a:lnTo>
                  <a:lnTo>
                    <a:pt x="9017" y="12416"/>
                  </a:lnTo>
                  <a:lnTo>
                    <a:pt x="8139" y="9733"/>
                  </a:lnTo>
                  <a:lnTo>
                    <a:pt x="8805" y="7354"/>
                  </a:lnTo>
                  <a:lnTo>
                    <a:pt x="5391" y="6278"/>
                  </a:lnTo>
                  <a:lnTo>
                    <a:pt x="193" y="71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h1760"/>
            <p:cNvSpPr/>
            <p:nvPr/>
          </p:nvSpPr>
          <p:spPr>
            <a:xfrm>
              <a:off x="3007311" y="3287404"/>
              <a:ext cx="39340" cy="24534"/>
            </a:xfrm>
            <a:custGeom>
              <a:avLst/>
              <a:pathLst>
                <a:path w="39340" h="24534">
                  <a:moveTo>
                    <a:pt x="39340" y="1984"/>
                  </a:moveTo>
                  <a:lnTo>
                    <a:pt x="36377" y="5495"/>
                  </a:lnTo>
                  <a:lnTo>
                    <a:pt x="36518" y="8570"/>
                  </a:lnTo>
                  <a:lnTo>
                    <a:pt x="37211" y="9142"/>
                  </a:lnTo>
                  <a:lnTo>
                    <a:pt x="36513" y="15963"/>
                  </a:lnTo>
                  <a:lnTo>
                    <a:pt x="30926" y="19288"/>
                  </a:lnTo>
                  <a:lnTo>
                    <a:pt x="28029" y="19256"/>
                  </a:lnTo>
                  <a:lnTo>
                    <a:pt x="23907" y="21170"/>
                  </a:lnTo>
                  <a:lnTo>
                    <a:pt x="21366" y="23461"/>
                  </a:lnTo>
                  <a:lnTo>
                    <a:pt x="17642" y="23899"/>
                  </a:lnTo>
                  <a:lnTo>
                    <a:pt x="12416" y="22958"/>
                  </a:lnTo>
                  <a:lnTo>
                    <a:pt x="4944" y="24469"/>
                  </a:lnTo>
                  <a:lnTo>
                    <a:pt x="1697" y="24534"/>
                  </a:lnTo>
                  <a:lnTo>
                    <a:pt x="370" y="23709"/>
                  </a:lnTo>
                  <a:lnTo>
                    <a:pt x="0" y="21977"/>
                  </a:lnTo>
                  <a:lnTo>
                    <a:pt x="1845" y="18328"/>
                  </a:lnTo>
                  <a:lnTo>
                    <a:pt x="3120" y="20804"/>
                  </a:lnTo>
                  <a:lnTo>
                    <a:pt x="5810" y="21952"/>
                  </a:lnTo>
                  <a:lnTo>
                    <a:pt x="12776" y="18699"/>
                  </a:lnTo>
                  <a:lnTo>
                    <a:pt x="17746" y="19202"/>
                  </a:lnTo>
                  <a:lnTo>
                    <a:pt x="20957" y="18106"/>
                  </a:lnTo>
                  <a:lnTo>
                    <a:pt x="25338" y="13646"/>
                  </a:lnTo>
                  <a:lnTo>
                    <a:pt x="22043" y="11632"/>
                  </a:lnTo>
                  <a:lnTo>
                    <a:pt x="22603" y="10576"/>
                  </a:lnTo>
                  <a:lnTo>
                    <a:pt x="24536" y="8361"/>
                  </a:lnTo>
                  <a:lnTo>
                    <a:pt x="27186" y="7872"/>
                  </a:lnTo>
                  <a:lnTo>
                    <a:pt x="33273" y="3999"/>
                  </a:lnTo>
                  <a:lnTo>
                    <a:pt x="34674" y="1076"/>
                  </a:lnTo>
                  <a:lnTo>
                    <a:pt x="3740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h1761"/>
            <p:cNvSpPr/>
            <p:nvPr/>
          </p:nvSpPr>
          <p:spPr>
            <a:xfrm>
              <a:off x="2811731" y="3326190"/>
              <a:ext cx="9354" cy="14613"/>
            </a:xfrm>
            <a:custGeom>
              <a:avLst/>
              <a:pathLst>
                <a:path w="9354" h="14613">
                  <a:moveTo>
                    <a:pt x="8519" y="674"/>
                  </a:moveTo>
                  <a:lnTo>
                    <a:pt x="9354" y="2152"/>
                  </a:lnTo>
                  <a:lnTo>
                    <a:pt x="8653" y="5330"/>
                  </a:lnTo>
                  <a:lnTo>
                    <a:pt x="5380" y="12569"/>
                  </a:lnTo>
                  <a:lnTo>
                    <a:pt x="0" y="14613"/>
                  </a:lnTo>
                  <a:lnTo>
                    <a:pt x="1920" y="8049"/>
                  </a:lnTo>
                  <a:lnTo>
                    <a:pt x="759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h1762"/>
            <p:cNvSpPr/>
            <p:nvPr/>
          </p:nvSpPr>
          <p:spPr>
            <a:xfrm>
              <a:off x="3128053" y="3380564"/>
              <a:ext cx="20630" cy="16335"/>
            </a:xfrm>
            <a:custGeom>
              <a:avLst/>
              <a:pathLst>
                <a:path w="20630" h="16335">
                  <a:moveTo>
                    <a:pt x="11618" y="956"/>
                  </a:moveTo>
                  <a:lnTo>
                    <a:pt x="14769" y="5237"/>
                  </a:lnTo>
                  <a:lnTo>
                    <a:pt x="15895" y="5034"/>
                  </a:lnTo>
                  <a:lnTo>
                    <a:pt x="19589" y="7430"/>
                  </a:lnTo>
                  <a:lnTo>
                    <a:pt x="20630" y="9987"/>
                  </a:lnTo>
                  <a:lnTo>
                    <a:pt x="17452" y="11590"/>
                  </a:lnTo>
                  <a:lnTo>
                    <a:pt x="13885" y="11363"/>
                  </a:lnTo>
                  <a:lnTo>
                    <a:pt x="10036" y="14127"/>
                  </a:lnTo>
                  <a:lnTo>
                    <a:pt x="10528" y="16335"/>
                  </a:lnTo>
                  <a:lnTo>
                    <a:pt x="8654" y="15217"/>
                  </a:lnTo>
                  <a:lnTo>
                    <a:pt x="0" y="11242"/>
                  </a:lnTo>
                  <a:lnTo>
                    <a:pt x="899" y="7456"/>
                  </a:lnTo>
                  <a:lnTo>
                    <a:pt x="6170" y="2650"/>
                  </a:lnTo>
                  <a:lnTo>
                    <a:pt x="6310" y="1617"/>
                  </a:lnTo>
                  <a:lnTo>
                    <a:pt x="916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h1763"/>
            <p:cNvSpPr/>
            <p:nvPr/>
          </p:nvSpPr>
          <p:spPr>
            <a:xfrm>
              <a:off x="2850444" y="3438889"/>
              <a:ext cx="40904" cy="24097"/>
            </a:xfrm>
            <a:custGeom>
              <a:avLst/>
              <a:pathLst>
                <a:path w="40904" h="24097">
                  <a:moveTo>
                    <a:pt x="25132" y="584"/>
                  </a:moveTo>
                  <a:lnTo>
                    <a:pt x="28558" y="1943"/>
                  </a:lnTo>
                  <a:lnTo>
                    <a:pt x="29550" y="1545"/>
                  </a:lnTo>
                  <a:lnTo>
                    <a:pt x="31206" y="4404"/>
                  </a:lnTo>
                  <a:lnTo>
                    <a:pt x="34416" y="4707"/>
                  </a:lnTo>
                  <a:lnTo>
                    <a:pt x="36116" y="6076"/>
                  </a:lnTo>
                  <a:lnTo>
                    <a:pt x="40904" y="15060"/>
                  </a:lnTo>
                  <a:lnTo>
                    <a:pt x="40837" y="18258"/>
                  </a:lnTo>
                  <a:lnTo>
                    <a:pt x="31147" y="24097"/>
                  </a:lnTo>
                  <a:lnTo>
                    <a:pt x="30865" y="22180"/>
                  </a:lnTo>
                  <a:lnTo>
                    <a:pt x="29496" y="20541"/>
                  </a:lnTo>
                  <a:lnTo>
                    <a:pt x="25203" y="19222"/>
                  </a:lnTo>
                  <a:lnTo>
                    <a:pt x="22653" y="20199"/>
                  </a:lnTo>
                  <a:lnTo>
                    <a:pt x="19440" y="18297"/>
                  </a:lnTo>
                  <a:lnTo>
                    <a:pt x="10760" y="19509"/>
                  </a:lnTo>
                  <a:lnTo>
                    <a:pt x="1535" y="18729"/>
                  </a:lnTo>
                  <a:lnTo>
                    <a:pt x="2646" y="11950"/>
                  </a:lnTo>
                  <a:lnTo>
                    <a:pt x="665" y="9643"/>
                  </a:lnTo>
                  <a:lnTo>
                    <a:pt x="0" y="8155"/>
                  </a:lnTo>
                  <a:lnTo>
                    <a:pt x="2464" y="6455"/>
                  </a:lnTo>
                  <a:lnTo>
                    <a:pt x="6912" y="4938"/>
                  </a:lnTo>
                  <a:lnTo>
                    <a:pt x="7610" y="3315"/>
                  </a:lnTo>
                  <a:lnTo>
                    <a:pt x="10099" y="4245"/>
                  </a:lnTo>
                  <a:lnTo>
                    <a:pt x="8112" y="546"/>
                  </a:lnTo>
                  <a:lnTo>
                    <a:pt x="1158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h1764"/>
            <p:cNvSpPr/>
            <p:nvPr/>
          </p:nvSpPr>
          <p:spPr>
            <a:xfrm>
              <a:off x="3065635" y="3274225"/>
              <a:ext cx="33034" cy="43290"/>
            </a:xfrm>
            <a:custGeom>
              <a:avLst/>
              <a:pathLst>
                <a:path w="33034" h="43290">
                  <a:moveTo>
                    <a:pt x="18538" y="1111"/>
                  </a:moveTo>
                  <a:lnTo>
                    <a:pt x="19039" y="4044"/>
                  </a:lnTo>
                  <a:lnTo>
                    <a:pt x="21616" y="2597"/>
                  </a:lnTo>
                  <a:lnTo>
                    <a:pt x="23818" y="3916"/>
                  </a:lnTo>
                  <a:lnTo>
                    <a:pt x="25182" y="2952"/>
                  </a:lnTo>
                  <a:lnTo>
                    <a:pt x="28121" y="5878"/>
                  </a:lnTo>
                  <a:lnTo>
                    <a:pt x="27171" y="7650"/>
                  </a:lnTo>
                  <a:lnTo>
                    <a:pt x="26974" y="10830"/>
                  </a:lnTo>
                  <a:lnTo>
                    <a:pt x="29441" y="12376"/>
                  </a:lnTo>
                  <a:lnTo>
                    <a:pt x="27946" y="14087"/>
                  </a:lnTo>
                  <a:lnTo>
                    <a:pt x="27326" y="15659"/>
                  </a:lnTo>
                  <a:lnTo>
                    <a:pt x="31619" y="20553"/>
                  </a:lnTo>
                  <a:lnTo>
                    <a:pt x="33034" y="26808"/>
                  </a:lnTo>
                  <a:lnTo>
                    <a:pt x="28850" y="33673"/>
                  </a:lnTo>
                  <a:lnTo>
                    <a:pt x="28255" y="37296"/>
                  </a:lnTo>
                  <a:lnTo>
                    <a:pt x="29050" y="39465"/>
                  </a:lnTo>
                  <a:lnTo>
                    <a:pt x="28595" y="42572"/>
                  </a:lnTo>
                  <a:lnTo>
                    <a:pt x="27607" y="43290"/>
                  </a:lnTo>
                  <a:lnTo>
                    <a:pt x="21532" y="42362"/>
                  </a:lnTo>
                  <a:lnTo>
                    <a:pt x="19928" y="41286"/>
                  </a:lnTo>
                  <a:lnTo>
                    <a:pt x="16152" y="38738"/>
                  </a:lnTo>
                  <a:lnTo>
                    <a:pt x="15892" y="35120"/>
                  </a:lnTo>
                  <a:lnTo>
                    <a:pt x="8294" y="30388"/>
                  </a:lnTo>
                  <a:lnTo>
                    <a:pt x="6359" y="30550"/>
                  </a:lnTo>
                  <a:lnTo>
                    <a:pt x="2761" y="27592"/>
                  </a:lnTo>
                  <a:lnTo>
                    <a:pt x="3300" y="25476"/>
                  </a:lnTo>
                  <a:lnTo>
                    <a:pt x="2324" y="22938"/>
                  </a:lnTo>
                  <a:lnTo>
                    <a:pt x="32" y="21591"/>
                  </a:lnTo>
                  <a:lnTo>
                    <a:pt x="161" y="20005"/>
                  </a:lnTo>
                  <a:lnTo>
                    <a:pt x="1163" y="19598"/>
                  </a:lnTo>
                  <a:lnTo>
                    <a:pt x="1825" y="16247"/>
                  </a:lnTo>
                  <a:lnTo>
                    <a:pt x="0" y="12559"/>
                  </a:lnTo>
                  <a:lnTo>
                    <a:pt x="3436" y="10125"/>
                  </a:lnTo>
                  <a:lnTo>
                    <a:pt x="4867" y="7262"/>
                  </a:lnTo>
                  <a:lnTo>
                    <a:pt x="11214" y="4989"/>
                  </a:lnTo>
                  <a:lnTo>
                    <a:pt x="1746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h1765"/>
            <p:cNvSpPr/>
            <p:nvPr/>
          </p:nvSpPr>
          <p:spPr>
            <a:xfrm>
              <a:off x="3126203" y="3382156"/>
              <a:ext cx="33741" cy="48621"/>
            </a:xfrm>
            <a:custGeom>
              <a:avLst/>
              <a:pathLst>
                <a:path w="33741" h="48621">
                  <a:moveTo>
                    <a:pt x="29183" y="3086"/>
                  </a:moveTo>
                  <a:lnTo>
                    <a:pt x="30251" y="4412"/>
                  </a:lnTo>
                  <a:lnTo>
                    <a:pt x="32049" y="6918"/>
                  </a:lnTo>
                  <a:lnTo>
                    <a:pt x="33741" y="13271"/>
                  </a:lnTo>
                  <a:lnTo>
                    <a:pt x="32417" y="15073"/>
                  </a:lnTo>
                  <a:lnTo>
                    <a:pt x="27043" y="16439"/>
                  </a:lnTo>
                  <a:lnTo>
                    <a:pt x="24029" y="18252"/>
                  </a:lnTo>
                  <a:lnTo>
                    <a:pt x="26261" y="20725"/>
                  </a:lnTo>
                  <a:lnTo>
                    <a:pt x="27321" y="26241"/>
                  </a:lnTo>
                  <a:lnTo>
                    <a:pt x="24949" y="30494"/>
                  </a:lnTo>
                  <a:lnTo>
                    <a:pt x="24971" y="35859"/>
                  </a:lnTo>
                  <a:lnTo>
                    <a:pt x="29005" y="40168"/>
                  </a:lnTo>
                  <a:lnTo>
                    <a:pt x="23416" y="46766"/>
                  </a:lnTo>
                  <a:lnTo>
                    <a:pt x="19527" y="45859"/>
                  </a:lnTo>
                  <a:lnTo>
                    <a:pt x="18272" y="47313"/>
                  </a:lnTo>
                  <a:lnTo>
                    <a:pt x="18279" y="48621"/>
                  </a:lnTo>
                  <a:lnTo>
                    <a:pt x="16826" y="47889"/>
                  </a:lnTo>
                  <a:lnTo>
                    <a:pt x="13193" y="42704"/>
                  </a:lnTo>
                  <a:lnTo>
                    <a:pt x="7296" y="39296"/>
                  </a:lnTo>
                  <a:lnTo>
                    <a:pt x="2329" y="38398"/>
                  </a:lnTo>
                  <a:lnTo>
                    <a:pt x="0" y="37116"/>
                  </a:lnTo>
                  <a:lnTo>
                    <a:pt x="6745" y="32729"/>
                  </a:lnTo>
                  <a:lnTo>
                    <a:pt x="10135" y="31503"/>
                  </a:lnTo>
                  <a:lnTo>
                    <a:pt x="14113" y="27442"/>
                  </a:lnTo>
                  <a:lnTo>
                    <a:pt x="14294" y="21811"/>
                  </a:lnTo>
                  <a:lnTo>
                    <a:pt x="13165" y="21273"/>
                  </a:lnTo>
                  <a:lnTo>
                    <a:pt x="12551" y="19103"/>
                  </a:lnTo>
                  <a:lnTo>
                    <a:pt x="14059" y="17446"/>
                  </a:lnTo>
                  <a:lnTo>
                    <a:pt x="12377" y="14744"/>
                  </a:lnTo>
                  <a:lnTo>
                    <a:pt x="11886" y="12535"/>
                  </a:lnTo>
                  <a:lnTo>
                    <a:pt x="15734" y="9771"/>
                  </a:lnTo>
                  <a:lnTo>
                    <a:pt x="19301" y="9999"/>
                  </a:lnTo>
                  <a:lnTo>
                    <a:pt x="19477" y="11490"/>
                  </a:lnTo>
                  <a:lnTo>
                    <a:pt x="22299" y="12021"/>
                  </a:lnTo>
                  <a:lnTo>
                    <a:pt x="24685" y="10908"/>
                  </a:lnTo>
                  <a:lnTo>
                    <a:pt x="26089" y="12150"/>
                  </a:lnTo>
                  <a:lnTo>
                    <a:pt x="27974" y="7145"/>
                  </a:lnTo>
                  <a:lnTo>
                    <a:pt x="25131" y="5300"/>
                  </a:lnTo>
                  <a:lnTo>
                    <a:pt x="23581" y="6858"/>
                  </a:lnTo>
                  <a:lnTo>
                    <a:pt x="21438" y="5838"/>
                  </a:lnTo>
                  <a:lnTo>
                    <a:pt x="17744" y="3442"/>
                  </a:lnTo>
                  <a:lnTo>
                    <a:pt x="22375" y="0"/>
                  </a:lnTo>
                  <a:lnTo>
                    <a:pt x="28355" y="6171"/>
                  </a:lnTo>
                  <a:close/>
                  <a:moveTo>
                    <a:pt x="15840" y="32461"/>
                  </a:moveTo>
                  <a:lnTo>
                    <a:pt x="17446" y="33070"/>
                  </a:lnTo>
                  <a:lnTo>
                    <a:pt x="19201" y="29471"/>
                  </a:lnTo>
                  <a:lnTo>
                    <a:pt x="19007" y="28586"/>
                  </a:lnTo>
                  <a:lnTo>
                    <a:pt x="17538" y="28311"/>
                  </a:lnTo>
                  <a:lnTo>
                    <a:pt x="13938" y="3016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h1766"/>
            <p:cNvSpPr/>
            <p:nvPr/>
          </p:nvSpPr>
          <p:spPr>
            <a:xfrm>
              <a:off x="3045916" y="3323772"/>
              <a:ext cx="8425" cy="8506"/>
            </a:xfrm>
            <a:custGeom>
              <a:avLst/>
              <a:pathLst>
                <a:path w="8425" h="8506">
                  <a:moveTo>
                    <a:pt x="8425" y="3144"/>
                  </a:moveTo>
                  <a:lnTo>
                    <a:pt x="4848" y="8197"/>
                  </a:lnTo>
                  <a:lnTo>
                    <a:pt x="2207" y="8506"/>
                  </a:lnTo>
                  <a:lnTo>
                    <a:pt x="0" y="5379"/>
                  </a:lnTo>
                  <a:lnTo>
                    <a:pt x="1924" y="4608"/>
                  </a:lnTo>
                  <a:lnTo>
                    <a:pt x="4364" y="720"/>
                  </a:lnTo>
                  <a:lnTo>
                    <a:pt x="560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h1767"/>
            <p:cNvSpPr/>
            <p:nvPr/>
          </p:nvSpPr>
          <p:spPr>
            <a:xfrm>
              <a:off x="3165166" y="3413333"/>
              <a:ext cx="25069" cy="24811"/>
            </a:xfrm>
            <a:custGeom>
              <a:avLst/>
              <a:pathLst>
                <a:path w="25069" h="24811">
                  <a:moveTo>
                    <a:pt x="17607" y="0"/>
                  </a:moveTo>
                  <a:lnTo>
                    <a:pt x="22212" y="1589"/>
                  </a:lnTo>
                  <a:lnTo>
                    <a:pt x="22936" y="13193"/>
                  </a:lnTo>
                  <a:lnTo>
                    <a:pt x="24658" y="14653"/>
                  </a:lnTo>
                  <a:lnTo>
                    <a:pt x="25069" y="15976"/>
                  </a:lnTo>
                  <a:lnTo>
                    <a:pt x="24838" y="22476"/>
                  </a:lnTo>
                  <a:lnTo>
                    <a:pt x="22987" y="24811"/>
                  </a:lnTo>
                  <a:lnTo>
                    <a:pt x="14853" y="24019"/>
                  </a:lnTo>
                  <a:lnTo>
                    <a:pt x="6338" y="20390"/>
                  </a:lnTo>
                  <a:lnTo>
                    <a:pt x="4734" y="16827"/>
                  </a:lnTo>
                  <a:lnTo>
                    <a:pt x="0" y="17159"/>
                  </a:lnTo>
                  <a:lnTo>
                    <a:pt x="391" y="13044"/>
                  </a:lnTo>
                  <a:lnTo>
                    <a:pt x="3173" y="11461"/>
                  </a:lnTo>
                  <a:lnTo>
                    <a:pt x="5533" y="13272"/>
                  </a:lnTo>
                  <a:lnTo>
                    <a:pt x="8740" y="11503"/>
                  </a:lnTo>
                  <a:lnTo>
                    <a:pt x="9658" y="6718"/>
                  </a:lnTo>
                  <a:lnTo>
                    <a:pt x="15503" y="97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h1768"/>
            <p:cNvSpPr/>
            <p:nvPr/>
          </p:nvSpPr>
          <p:spPr>
            <a:xfrm>
              <a:off x="3035403" y="3347062"/>
              <a:ext cx="15563" cy="20326"/>
            </a:xfrm>
            <a:custGeom>
              <a:avLst/>
              <a:pathLst>
                <a:path w="15563" h="20326">
                  <a:moveTo>
                    <a:pt x="6399" y="477"/>
                  </a:moveTo>
                  <a:lnTo>
                    <a:pt x="13981" y="5964"/>
                  </a:lnTo>
                  <a:lnTo>
                    <a:pt x="15563" y="9447"/>
                  </a:lnTo>
                  <a:lnTo>
                    <a:pt x="13436" y="10513"/>
                  </a:lnTo>
                  <a:lnTo>
                    <a:pt x="10732" y="10560"/>
                  </a:lnTo>
                  <a:lnTo>
                    <a:pt x="8039" y="9237"/>
                  </a:lnTo>
                  <a:lnTo>
                    <a:pt x="5383" y="12245"/>
                  </a:lnTo>
                  <a:lnTo>
                    <a:pt x="4810" y="14156"/>
                  </a:lnTo>
                  <a:lnTo>
                    <a:pt x="13273" y="14140"/>
                  </a:lnTo>
                  <a:lnTo>
                    <a:pt x="13510" y="15089"/>
                  </a:lnTo>
                  <a:lnTo>
                    <a:pt x="3159" y="20326"/>
                  </a:lnTo>
                  <a:lnTo>
                    <a:pt x="0" y="16006"/>
                  </a:lnTo>
                  <a:lnTo>
                    <a:pt x="1168" y="15128"/>
                  </a:lnTo>
                  <a:lnTo>
                    <a:pt x="1470" y="13634"/>
                  </a:lnTo>
                  <a:lnTo>
                    <a:pt x="639" y="8468"/>
                  </a:lnTo>
                  <a:lnTo>
                    <a:pt x="1861" y="5931"/>
                  </a:lnTo>
                  <a:lnTo>
                    <a:pt x="3241" y="521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h1769"/>
            <p:cNvSpPr/>
            <p:nvPr/>
          </p:nvSpPr>
          <p:spPr>
            <a:xfrm>
              <a:off x="2792322" y="3448077"/>
              <a:ext cx="15499" cy="21311"/>
            </a:xfrm>
            <a:custGeom>
              <a:avLst/>
              <a:pathLst>
                <a:path w="15499" h="21311">
                  <a:moveTo>
                    <a:pt x="3066" y="1514"/>
                  </a:moveTo>
                  <a:lnTo>
                    <a:pt x="4455" y="2979"/>
                  </a:lnTo>
                  <a:lnTo>
                    <a:pt x="5141" y="7385"/>
                  </a:lnTo>
                  <a:lnTo>
                    <a:pt x="14735" y="7468"/>
                  </a:lnTo>
                  <a:lnTo>
                    <a:pt x="15499" y="11805"/>
                  </a:lnTo>
                  <a:lnTo>
                    <a:pt x="14140" y="12026"/>
                  </a:lnTo>
                  <a:lnTo>
                    <a:pt x="13870" y="12883"/>
                  </a:lnTo>
                  <a:lnTo>
                    <a:pt x="12808" y="21311"/>
                  </a:lnTo>
                  <a:lnTo>
                    <a:pt x="8135" y="20723"/>
                  </a:lnTo>
                  <a:lnTo>
                    <a:pt x="8254" y="14303"/>
                  </a:lnTo>
                  <a:lnTo>
                    <a:pt x="6920" y="15252"/>
                  </a:lnTo>
                  <a:lnTo>
                    <a:pt x="5220" y="14979"/>
                  </a:lnTo>
                  <a:lnTo>
                    <a:pt x="3428" y="13212"/>
                  </a:lnTo>
                  <a:lnTo>
                    <a:pt x="727" y="12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h1770"/>
            <p:cNvSpPr/>
            <p:nvPr/>
          </p:nvSpPr>
          <p:spPr>
            <a:xfrm>
              <a:off x="3017416" y="3394360"/>
              <a:ext cx="26443" cy="30133"/>
            </a:xfrm>
            <a:custGeom>
              <a:avLst/>
              <a:pathLst>
                <a:path w="26443" h="30133">
                  <a:moveTo>
                    <a:pt x="17499" y="2218"/>
                  </a:moveTo>
                  <a:lnTo>
                    <a:pt x="25309" y="5352"/>
                  </a:lnTo>
                  <a:lnTo>
                    <a:pt x="26443" y="7477"/>
                  </a:lnTo>
                  <a:lnTo>
                    <a:pt x="23671" y="14807"/>
                  </a:lnTo>
                  <a:lnTo>
                    <a:pt x="21343" y="12832"/>
                  </a:lnTo>
                  <a:lnTo>
                    <a:pt x="15686" y="13731"/>
                  </a:lnTo>
                  <a:lnTo>
                    <a:pt x="15298" y="21236"/>
                  </a:lnTo>
                  <a:lnTo>
                    <a:pt x="17269" y="29091"/>
                  </a:lnTo>
                  <a:lnTo>
                    <a:pt x="17156" y="29588"/>
                  </a:lnTo>
                  <a:lnTo>
                    <a:pt x="15511" y="30133"/>
                  </a:lnTo>
                  <a:lnTo>
                    <a:pt x="16032" y="26158"/>
                  </a:lnTo>
                  <a:lnTo>
                    <a:pt x="15164" y="24028"/>
                  </a:lnTo>
                  <a:lnTo>
                    <a:pt x="8995" y="21136"/>
                  </a:lnTo>
                  <a:lnTo>
                    <a:pt x="10452" y="20254"/>
                  </a:lnTo>
                  <a:lnTo>
                    <a:pt x="0" y="9378"/>
                  </a:lnTo>
                  <a:lnTo>
                    <a:pt x="1863" y="7185"/>
                  </a:lnTo>
                  <a:lnTo>
                    <a:pt x="4414" y="7836"/>
                  </a:lnTo>
                  <a:lnTo>
                    <a:pt x="7444" y="8294"/>
                  </a:lnTo>
                  <a:lnTo>
                    <a:pt x="12111" y="11334"/>
                  </a:lnTo>
                  <a:lnTo>
                    <a:pt x="13680" y="10232"/>
                  </a:lnTo>
                  <a:lnTo>
                    <a:pt x="13735" y="1804"/>
                  </a:lnTo>
                  <a:lnTo>
                    <a:pt x="1469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h1771"/>
            <p:cNvSpPr/>
            <p:nvPr/>
          </p:nvSpPr>
          <p:spPr>
            <a:xfrm>
              <a:off x="2856581" y="3253898"/>
              <a:ext cx="11158" cy="10303"/>
            </a:xfrm>
            <a:custGeom>
              <a:avLst/>
              <a:pathLst>
                <a:path w="11158" h="10303">
                  <a:moveTo>
                    <a:pt x="9673" y="1100"/>
                  </a:moveTo>
                  <a:lnTo>
                    <a:pt x="11158" y="10303"/>
                  </a:lnTo>
                  <a:lnTo>
                    <a:pt x="3021" y="9741"/>
                  </a:lnTo>
                  <a:lnTo>
                    <a:pt x="0" y="7145"/>
                  </a:lnTo>
                  <a:lnTo>
                    <a:pt x="178" y="4871"/>
                  </a:lnTo>
                  <a:lnTo>
                    <a:pt x="1102" y="3504"/>
                  </a:lnTo>
                  <a:lnTo>
                    <a:pt x="4816" y="2323"/>
                  </a:lnTo>
                  <a:lnTo>
                    <a:pt x="6080" y="3391"/>
                  </a:lnTo>
                  <a:lnTo>
                    <a:pt x="8479" y="3607"/>
                  </a:lnTo>
                  <a:lnTo>
                    <a:pt x="8514" y="967"/>
                  </a:lnTo>
                  <a:lnTo>
                    <a:pt x="1003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h1772"/>
            <p:cNvSpPr/>
            <p:nvPr/>
          </p:nvSpPr>
          <p:spPr>
            <a:xfrm>
              <a:off x="2988525" y="3410065"/>
              <a:ext cx="1522" cy="1857"/>
            </a:xfrm>
            <a:custGeom>
              <a:avLst/>
              <a:pathLst>
                <a:path w="1522" h="1857">
                  <a:moveTo>
                    <a:pt x="1522" y="0"/>
                  </a:moveTo>
                  <a:lnTo>
                    <a:pt x="1198" y="1857"/>
                  </a:lnTo>
                  <a:lnTo>
                    <a:pt x="0" y="182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h1773"/>
            <p:cNvSpPr/>
            <p:nvPr/>
          </p:nvSpPr>
          <p:spPr>
            <a:xfrm>
              <a:off x="2953976" y="3305077"/>
              <a:ext cx="27168" cy="26637"/>
            </a:xfrm>
            <a:custGeom>
              <a:avLst/>
              <a:pathLst>
                <a:path w="27168" h="26637">
                  <a:moveTo>
                    <a:pt x="8334" y="1568"/>
                  </a:moveTo>
                  <a:lnTo>
                    <a:pt x="7714" y="1955"/>
                  </a:lnTo>
                  <a:lnTo>
                    <a:pt x="16363" y="3286"/>
                  </a:lnTo>
                  <a:lnTo>
                    <a:pt x="18068" y="11207"/>
                  </a:lnTo>
                  <a:lnTo>
                    <a:pt x="23365" y="14037"/>
                  </a:lnTo>
                  <a:lnTo>
                    <a:pt x="26666" y="14757"/>
                  </a:lnTo>
                  <a:lnTo>
                    <a:pt x="27168" y="15979"/>
                  </a:lnTo>
                  <a:lnTo>
                    <a:pt x="23631" y="15915"/>
                  </a:lnTo>
                  <a:lnTo>
                    <a:pt x="20010" y="17887"/>
                  </a:lnTo>
                  <a:lnTo>
                    <a:pt x="17707" y="21907"/>
                  </a:lnTo>
                  <a:lnTo>
                    <a:pt x="10579" y="26637"/>
                  </a:lnTo>
                  <a:lnTo>
                    <a:pt x="10120" y="24253"/>
                  </a:lnTo>
                  <a:lnTo>
                    <a:pt x="10676" y="21911"/>
                  </a:lnTo>
                  <a:lnTo>
                    <a:pt x="8346" y="17296"/>
                  </a:lnTo>
                  <a:lnTo>
                    <a:pt x="6759" y="10501"/>
                  </a:lnTo>
                  <a:lnTo>
                    <a:pt x="2702" y="8101"/>
                  </a:lnTo>
                  <a:lnTo>
                    <a:pt x="0" y="6745"/>
                  </a:lnTo>
                  <a:lnTo>
                    <a:pt x="885" y="3868"/>
                  </a:lnTo>
                  <a:lnTo>
                    <a:pt x="5879" y="470"/>
                  </a:lnTo>
                  <a:lnTo>
                    <a:pt x="745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h1774"/>
            <p:cNvSpPr/>
            <p:nvPr/>
          </p:nvSpPr>
          <p:spPr>
            <a:xfrm>
              <a:off x="2904227" y="3327222"/>
              <a:ext cx="5817" cy="8056"/>
            </a:xfrm>
            <a:custGeom>
              <a:avLst/>
              <a:pathLst>
                <a:path w="5817" h="8056">
                  <a:moveTo>
                    <a:pt x="2555" y="432"/>
                  </a:moveTo>
                  <a:lnTo>
                    <a:pt x="5407" y="4890"/>
                  </a:lnTo>
                  <a:lnTo>
                    <a:pt x="5817" y="6379"/>
                  </a:lnTo>
                  <a:lnTo>
                    <a:pt x="5155" y="7086"/>
                  </a:lnTo>
                  <a:lnTo>
                    <a:pt x="1607" y="8056"/>
                  </a:lnTo>
                  <a:lnTo>
                    <a:pt x="355" y="5502"/>
                  </a:lnTo>
                  <a:lnTo>
                    <a:pt x="0" y="2140"/>
                  </a:lnTo>
                  <a:lnTo>
                    <a:pt x="70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h1775"/>
            <p:cNvSpPr/>
            <p:nvPr/>
          </p:nvSpPr>
          <p:spPr>
            <a:xfrm>
              <a:off x="3015658" y="3515521"/>
              <a:ext cx="15037" cy="27441"/>
            </a:xfrm>
            <a:custGeom>
              <a:avLst/>
              <a:pathLst>
                <a:path w="15037" h="27441">
                  <a:moveTo>
                    <a:pt x="9027" y="0"/>
                  </a:moveTo>
                  <a:lnTo>
                    <a:pt x="14089" y="2516"/>
                  </a:lnTo>
                  <a:lnTo>
                    <a:pt x="14525" y="4063"/>
                  </a:lnTo>
                  <a:lnTo>
                    <a:pt x="15037" y="5047"/>
                  </a:lnTo>
                  <a:lnTo>
                    <a:pt x="11780" y="10370"/>
                  </a:lnTo>
                  <a:lnTo>
                    <a:pt x="12268" y="15119"/>
                  </a:lnTo>
                  <a:lnTo>
                    <a:pt x="13152" y="18675"/>
                  </a:lnTo>
                  <a:lnTo>
                    <a:pt x="12518" y="21324"/>
                  </a:lnTo>
                  <a:lnTo>
                    <a:pt x="10710" y="24047"/>
                  </a:lnTo>
                  <a:lnTo>
                    <a:pt x="7324" y="25447"/>
                  </a:lnTo>
                  <a:lnTo>
                    <a:pt x="2918" y="27441"/>
                  </a:lnTo>
                  <a:lnTo>
                    <a:pt x="0" y="21312"/>
                  </a:lnTo>
                  <a:lnTo>
                    <a:pt x="436" y="17619"/>
                  </a:lnTo>
                  <a:lnTo>
                    <a:pt x="701" y="15813"/>
                  </a:lnTo>
                  <a:lnTo>
                    <a:pt x="5853" y="7694"/>
                  </a:lnTo>
                  <a:lnTo>
                    <a:pt x="4799" y="955"/>
                  </a:lnTo>
                  <a:lnTo>
                    <a:pt x="7786" y="2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h1776"/>
            <p:cNvSpPr/>
            <p:nvPr/>
          </p:nvSpPr>
          <p:spPr>
            <a:xfrm>
              <a:off x="2977916" y="3419212"/>
              <a:ext cx="33612" cy="38474"/>
            </a:xfrm>
            <a:custGeom>
              <a:avLst/>
              <a:pathLst>
                <a:path w="33612" h="38474">
                  <a:moveTo>
                    <a:pt x="12372" y="1615"/>
                  </a:moveTo>
                  <a:lnTo>
                    <a:pt x="15336" y="1445"/>
                  </a:lnTo>
                  <a:lnTo>
                    <a:pt x="15618" y="2638"/>
                  </a:lnTo>
                  <a:lnTo>
                    <a:pt x="14964" y="5848"/>
                  </a:lnTo>
                  <a:lnTo>
                    <a:pt x="16602" y="5782"/>
                  </a:lnTo>
                  <a:lnTo>
                    <a:pt x="15679" y="8457"/>
                  </a:lnTo>
                  <a:lnTo>
                    <a:pt x="13954" y="12636"/>
                  </a:lnTo>
                  <a:lnTo>
                    <a:pt x="18138" y="12325"/>
                  </a:lnTo>
                  <a:lnTo>
                    <a:pt x="17963" y="13676"/>
                  </a:lnTo>
                  <a:lnTo>
                    <a:pt x="25245" y="16776"/>
                  </a:lnTo>
                  <a:lnTo>
                    <a:pt x="26821" y="15939"/>
                  </a:lnTo>
                  <a:lnTo>
                    <a:pt x="26232" y="15192"/>
                  </a:lnTo>
                  <a:lnTo>
                    <a:pt x="26897" y="14233"/>
                  </a:lnTo>
                  <a:lnTo>
                    <a:pt x="31858" y="11698"/>
                  </a:lnTo>
                  <a:lnTo>
                    <a:pt x="33073" y="15516"/>
                  </a:lnTo>
                  <a:lnTo>
                    <a:pt x="32148" y="17725"/>
                  </a:lnTo>
                  <a:lnTo>
                    <a:pt x="33612" y="27377"/>
                  </a:lnTo>
                  <a:lnTo>
                    <a:pt x="31348" y="27459"/>
                  </a:lnTo>
                  <a:lnTo>
                    <a:pt x="24107" y="19528"/>
                  </a:lnTo>
                  <a:lnTo>
                    <a:pt x="21896" y="19847"/>
                  </a:lnTo>
                  <a:lnTo>
                    <a:pt x="22637" y="20654"/>
                  </a:lnTo>
                  <a:lnTo>
                    <a:pt x="22119" y="26910"/>
                  </a:lnTo>
                  <a:lnTo>
                    <a:pt x="18743" y="31123"/>
                  </a:lnTo>
                  <a:lnTo>
                    <a:pt x="19763" y="32299"/>
                  </a:lnTo>
                  <a:lnTo>
                    <a:pt x="15536" y="34642"/>
                  </a:lnTo>
                  <a:lnTo>
                    <a:pt x="10176" y="34600"/>
                  </a:lnTo>
                  <a:lnTo>
                    <a:pt x="6668" y="37654"/>
                  </a:lnTo>
                  <a:lnTo>
                    <a:pt x="3525" y="38474"/>
                  </a:lnTo>
                  <a:lnTo>
                    <a:pt x="1325" y="37886"/>
                  </a:lnTo>
                  <a:lnTo>
                    <a:pt x="694" y="37334"/>
                  </a:lnTo>
                  <a:lnTo>
                    <a:pt x="0" y="33487"/>
                  </a:lnTo>
                  <a:lnTo>
                    <a:pt x="8240" y="34326"/>
                  </a:lnTo>
                  <a:lnTo>
                    <a:pt x="13486" y="33098"/>
                  </a:lnTo>
                  <a:lnTo>
                    <a:pt x="13444" y="31524"/>
                  </a:lnTo>
                  <a:lnTo>
                    <a:pt x="10183" y="26732"/>
                  </a:lnTo>
                  <a:lnTo>
                    <a:pt x="8949" y="25599"/>
                  </a:lnTo>
                  <a:lnTo>
                    <a:pt x="10243" y="24005"/>
                  </a:lnTo>
                  <a:lnTo>
                    <a:pt x="14188" y="23267"/>
                  </a:lnTo>
                  <a:lnTo>
                    <a:pt x="14074" y="22347"/>
                  </a:lnTo>
                  <a:lnTo>
                    <a:pt x="17244" y="17384"/>
                  </a:lnTo>
                  <a:lnTo>
                    <a:pt x="13490" y="16303"/>
                  </a:lnTo>
                  <a:lnTo>
                    <a:pt x="13373" y="18672"/>
                  </a:lnTo>
                  <a:lnTo>
                    <a:pt x="14047" y="17944"/>
                  </a:lnTo>
                  <a:lnTo>
                    <a:pt x="14389" y="18822"/>
                  </a:lnTo>
                  <a:lnTo>
                    <a:pt x="13513" y="21073"/>
                  </a:lnTo>
                  <a:lnTo>
                    <a:pt x="8946" y="20719"/>
                  </a:lnTo>
                  <a:lnTo>
                    <a:pt x="10881" y="17876"/>
                  </a:lnTo>
                  <a:lnTo>
                    <a:pt x="7597" y="11671"/>
                  </a:lnTo>
                  <a:lnTo>
                    <a:pt x="5153" y="10779"/>
                  </a:lnTo>
                  <a:lnTo>
                    <a:pt x="3617" y="14979"/>
                  </a:lnTo>
                  <a:lnTo>
                    <a:pt x="2114" y="16725"/>
                  </a:lnTo>
                  <a:lnTo>
                    <a:pt x="15" y="14972"/>
                  </a:lnTo>
                  <a:lnTo>
                    <a:pt x="831" y="4681"/>
                  </a:lnTo>
                  <a:lnTo>
                    <a:pt x="3277" y="4139"/>
                  </a:lnTo>
                  <a:lnTo>
                    <a:pt x="8733" y="6735"/>
                  </a:lnTo>
                  <a:lnTo>
                    <a:pt x="13443" y="4842"/>
                  </a:lnTo>
                  <a:lnTo>
                    <a:pt x="13387" y="2695"/>
                  </a:lnTo>
                  <a:lnTo>
                    <a:pt x="11160" y="3488"/>
                  </a:lnTo>
                  <a:lnTo>
                    <a:pt x="9085" y="1239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h1777"/>
            <p:cNvSpPr/>
            <p:nvPr/>
          </p:nvSpPr>
          <p:spPr>
            <a:xfrm>
              <a:off x="2839318" y="3261043"/>
              <a:ext cx="24445" cy="33996"/>
            </a:xfrm>
            <a:custGeom>
              <a:avLst/>
              <a:pathLst>
                <a:path w="24445" h="33996">
                  <a:moveTo>
                    <a:pt x="20284" y="2595"/>
                  </a:moveTo>
                  <a:lnTo>
                    <a:pt x="24445" y="8499"/>
                  </a:lnTo>
                  <a:lnTo>
                    <a:pt x="24243" y="11683"/>
                  </a:lnTo>
                  <a:lnTo>
                    <a:pt x="23893" y="13451"/>
                  </a:lnTo>
                  <a:lnTo>
                    <a:pt x="22001" y="15990"/>
                  </a:lnTo>
                  <a:lnTo>
                    <a:pt x="21016" y="20243"/>
                  </a:lnTo>
                  <a:lnTo>
                    <a:pt x="23741" y="27193"/>
                  </a:lnTo>
                  <a:lnTo>
                    <a:pt x="20329" y="29188"/>
                  </a:lnTo>
                  <a:lnTo>
                    <a:pt x="20357" y="31147"/>
                  </a:lnTo>
                  <a:lnTo>
                    <a:pt x="17739" y="33996"/>
                  </a:lnTo>
                  <a:lnTo>
                    <a:pt x="16977" y="31829"/>
                  </a:lnTo>
                  <a:lnTo>
                    <a:pt x="14118" y="30042"/>
                  </a:lnTo>
                  <a:lnTo>
                    <a:pt x="9573" y="29131"/>
                  </a:lnTo>
                  <a:lnTo>
                    <a:pt x="8995" y="29469"/>
                  </a:lnTo>
                  <a:lnTo>
                    <a:pt x="11186" y="29964"/>
                  </a:lnTo>
                  <a:lnTo>
                    <a:pt x="11482" y="30821"/>
                  </a:lnTo>
                  <a:lnTo>
                    <a:pt x="9833" y="32594"/>
                  </a:lnTo>
                  <a:lnTo>
                    <a:pt x="7001" y="32670"/>
                  </a:lnTo>
                  <a:lnTo>
                    <a:pt x="0" y="29291"/>
                  </a:lnTo>
                  <a:lnTo>
                    <a:pt x="137" y="27755"/>
                  </a:lnTo>
                  <a:lnTo>
                    <a:pt x="1762" y="26118"/>
                  </a:lnTo>
                  <a:lnTo>
                    <a:pt x="3854" y="27636"/>
                  </a:lnTo>
                  <a:lnTo>
                    <a:pt x="10341" y="27896"/>
                  </a:lnTo>
                  <a:lnTo>
                    <a:pt x="10756" y="27302"/>
                  </a:lnTo>
                  <a:lnTo>
                    <a:pt x="9560" y="20370"/>
                  </a:lnTo>
                  <a:lnTo>
                    <a:pt x="6978" y="17375"/>
                  </a:lnTo>
                  <a:lnTo>
                    <a:pt x="208" y="19074"/>
                  </a:lnTo>
                  <a:lnTo>
                    <a:pt x="62" y="17298"/>
                  </a:lnTo>
                  <a:lnTo>
                    <a:pt x="516" y="9365"/>
                  </a:lnTo>
                  <a:lnTo>
                    <a:pt x="3502" y="8128"/>
                  </a:lnTo>
                  <a:lnTo>
                    <a:pt x="6338" y="15078"/>
                  </a:lnTo>
                  <a:lnTo>
                    <a:pt x="8243" y="17630"/>
                  </a:lnTo>
                  <a:lnTo>
                    <a:pt x="14793" y="17359"/>
                  </a:lnTo>
                  <a:lnTo>
                    <a:pt x="11042" y="8327"/>
                  </a:lnTo>
                  <a:lnTo>
                    <a:pt x="11717" y="4306"/>
                  </a:lnTo>
                  <a:lnTo>
                    <a:pt x="12992" y="2394"/>
                  </a:lnTo>
                  <a:lnTo>
                    <a:pt x="1726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h1778"/>
            <p:cNvSpPr/>
            <p:nvPr/>
          </p:nvSpPr>
          <p:spPr>
            <a:xfrm>
              <a:off x="2847013" y="3251713"/>
              <a:ext cx="5791" cy="10067"/>
            </a:xfrm>
            <a:custGeom>
              <a:avLst/>
              <a:pathLst>
                <a:path w="5791" h="10067">
                  <a:moveTo>
                    <a:pt x="5791" y="4237"/>
                  </a:moveTo>
                  <a:lnTo>
                    <a:pt x="2799" y="8014"/>
                  </a:lnTo>
                  <a:lnTo>
                    <a:pt x="2246" y="10067"/>
                  </a:lnTo>
                  <a:lnTo>
                    <a:pt x="0" y="4049"/>
                  </a:lnTo>
                  <a:lnTo>
                    <a:pt x="680" y="2225"/>
                  </a:lnTo>
                  <a:lnTo>
                    <a:pt x="3761" y="2632"/>
                  </a:lnTo>
                  <a:lnTo>
                    <a:pt x="5347" y="0"/>
                  </a:lnTo>
                  <a:lnTo>
                    <a:pt x="5491" y="166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h1779"/>
            <p:cNvSpPr/>
            <p:nvPr/>
          </p:nvSpPr>
          <p:spPr>
            <a:xfrm>
              <a:off x="3078556" y="3426298"/>
              <a:ext cx="16890" cy="26026"/>
            </a:xfrm>
            <a:custGeom>
              <a:avLst/>
              <a:pathLst>
                <a:path w="16890" h="26026">
                  <a:moveTo>
                    <a:pt x="13244" y="4081"/>
                  </a:moveTo>
                  <a:lnTo>
                    <a:pt x="16890" y="7779"/>
                  </a:lnTo>
                  <a:lnTo>
                    <a:pt x="15559" y="12854"/>
                  </a:lnTo>
                  <a:lnTo>
                    <a:pt x="14704" y="14512"/>
                  </a:lnTo>
                  <a:lnTo>
                    <a:pt x="8446" y="16906"/>
                  </a:lnTo>
                  <a:lnTo>
                    <a:pt x="10299" y="18731"/>
                  </a:lnTo>
                  <a:lnTo>
                    <a:pt x="10615" y="21633"/>
                  </a:lnTo>
                  <a:lnTo>
                    <a:pt x="10867" y="25482"/>
                  </a:lnTo>
                  <a:lnTo>
                    <a:pt x="6321" y="26026"/>
                  </a:lnTo>
                  <a:lnTo>
                    <a:pt x="852" y="20671"/>
                  </a:lnTo>
                  <a:lnTo>
                    <a:pt x="637" y="18281"/>
                  </a:lnTo>
                  <a:lnTo>
                    <a:pt x="2412" y="12514"/>
                  </a:lnTo>
                  <a:lnTo>
                    <a:pt x="1573" y="4398"/>
                  </a:lnTo>
                  <a:lnTo>
                    <a:pt x="0" y="3292"/>
                  </a:lnTo>
                  <a:lnTo>
                    <a:pt x="3472" y="3796"/>
                  </a:lnTo>
                  <a:lnTo>
                    <a:pt x="1334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h1780"/>
            <p:cNvSpPr/>
            <p:nvPr/>
          </p:nvSpPr>
          <p:spPr>
            <a:xfrm>
              <a:off x="3114985" y="3395782"/>
              <a:ext cx="25513" cy="41988"/>
            </a:xfrm>
            <a:custGeom>
              <a:avLst/>
              <a:pathLst>
                <a:path w="25513" h="41988">
                  <a:moveTo>
                    <a:pt x="25278" y="3820"/>
                  </a:moveTo>
                  <a:lnTo>
                    <a:pt x="23770" y="5477"/>
                  </a:lnTo>
                  <a:lnTo>
                    <a:pt x="24383" y="7647"/>
                  </a:lnTo>
                  <a:lnTo>
                    <a:pt x="25513" y="8185"/>
                  </a:lnTo>
                  <a:lnTo>
                    <a:pt x="25332" y="13817"/>
                  </a:lnTo>
                  <a:lnTo>
                    <a:pt x="21353" y="17877"/>
                  </a:lnTo>
                  <a:lnTo>
                    <a:pt x="17963" y="19103"/>
                  </a:lnTo>
                  <a:lnTo>
                    <a:pt x="11218" y="23490"/>
                  </a:lnTo>
                  <a:lnTo>
                    <a:pt x="13547" y="24773"/>
                  </a:lnTo>
                  <a:lnTo>
                    <a:pt x="15308" y="27033"/>
                  </a:lnTo>
                  <a:lnTo>
                    <a:pt x="15222" y="28208"/>
                  </a:lnTo>
                  <a:lnTo>
                    <a:pt x="12035" y="33754"/>
                  </a:lnTo>
                  <a:lnTo>
                    <a:pt x="12265" y="35051"/>
                  </a:lnTo>
                  <a:lnTo>
                    <a:pt x="8675" y="35181"/>
                  </a:lnTo>
                  <a:lnTo>
                    <a:pt x="5042" y="36462"/>
                  </a:lnTo>
                  <a:lnTo>
                    <a:pt x="2782" y="41988"/>
                  </a:lnTo>
                  <a:lnTo>
                    <a:pt x="0" y="36092"/>
                  </a:lnTo>
                  <a:lnTo>
                    <a:pt x="209" y="30091"/>
                  </a:lnTo>
                  <a:lnTo>
                    <a:pt x="1979" y="28185"/>
                  </a:lnTo>
                  <a:lnTo>
                    <a:pt x="3200" y="21758"/>
                  </a:lnTo>
                  <a:lnTo>
                    <a:pt x="2535" y="21944"/>
                  </a:lnTo>
                  <a:lnTo>
                    <a:pt x="2226" y="20646"/>
                  </a:lnTo>
                  <a:lnTo>
                    <a:pt x="7520" y="14576"/>
                  </a:lnTo>
                  <a:lnTo>
                    <a:pt x="7336" y="12044"/>
                  </a:lnTo>
                  <a:lnTo>
                    <a:pt x="19711" y="6541"/>
                  </a:lnTo>
                  <a:lnTo>
                    <a:pt x="19893" y="3870"/>
                  </a:lnTo>
                  <a:lnTo>
                    <a:pt x="18914" y="3363"/>
                  </a:lnTo>
                  <a:lnTo>
                    <a:pt x="19503" y="1397"/>
                  </a:lnTo>
                  <a:lnTo>
                    <a:pt x="21722" y="0"/>
                  </a:lnTo>
                  <a:lnTo>
                    <a:pt x="23596" y="111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h1781"/>
            <p:cNvSpPr/>
            <p:nvPr/>
          </p:nvSpPr>
          <p:spPr>
            <a:xfrm>
              <a:off x="3241250" y="3419966"/>
              <a:ext cx="46452" cy="33018"/>
            </a:xfrm>
            <a:custGeom>
              <a:avLst/>
              <a:pathLst>
                <a:path w="46452" h="33018">
                  <a:moveTo>
                    <a:pt x="40249" y="5677"/>
                  </a:moveTo>
                  <a:lnTo>
                    <a:pt x="46452" y="6616"/>
                  </a:lnTo>
                  <a:lnTo>
                    <a:pt x="45568" y="8531"/>
                  </a:lnTo>
                  <a:lnTo>
                    <a:pt x="40508" y="18659"/>
                  </a:lnTo>
                  <a:lnTo>
                    <a:pt x="39326" y="23359"/>
                  </a:lnTo>
                  <a:lnTo>
                    <a:pt x="40607" y="28750"/>
                  </a:lnTo>
                  <a:lnTo>
                    <a:pt x="37067" y="26374"/>
                  </a:lnTo>
                  <a:lnTo>
                    <a:pt x="28458" y="26459"/>
                  </a:lnTo>
                  <a:lnTo>
                    <a:pt x="18780" y="27863"/>
                  </a:lnTo>
                  <a:lnTo>
                    <a:pt x="10268" y="27079"/>
                  </a:lnTo>
                  <a:lnTo>
                    <a:pt x="7438" y="30973"/>
                  </a:lnTo>
                  <a:lnTo>
                    <a:pt x="3437" y="33018"/>
                  </a:lnTo>
                  <a:lnTo>
                    <a:pt x="2571" y="29327"/>
                  </a:lnTo>
                  <a:lnTo>
                    <a:pt x="0" y="27378"/>
                  </a:lnTo>
                  <a:lnTo>
                    <a:pt x="987" y="26347"/>
                  </a:lnTo>
                  <a:lnTo>
                    <a:pt x="5098" y="25315"/>
                  </a:lnTo>
                  <a:lnTo>
                    <a:pt x="7893" y="22261"/>
                  </a:lnTo>
                  <a:lnTo>
                    <a:pt x="7486" y="21353"/>
                  </a:lnTo>
                  <a:lnTo>
                    <a:pt x="10034" y="11056"/>
                  </a:lnTo>
                  <a:lnTo>
                    <a:pt x="19833" y="5363"/>
                  </a:lnTo>
                  <a:lnTo>
                    <a:pt x="18046" y="2199"/>
                  </a:lnTo>
                  <a:lnTo>
                    <a:pt x="36902" y="5170"/>
                  </a:lnTo>
                  <a:lnTo>
                    <a:pt x="37949" y="149"/>
                  </a:lnTo>
                  <a:lnTo>
                    <a:pt x="3939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h1782"/>
            <p:cNvSpPr/>
            <p:nvPr/>
          </p:nvSpPr>
          <p:spPr>
            <a:xfrm>
              <a:off x="2985140" y="3363299"/>
              <a:ext cx="13143" cy="17912"/>
            </a:xfrm>
            <a:custGeom>
              <a:avLst/>
              <a:pathLst>
                <a:path w="13143" h="17912">
                  <a:moveTo>
                    <a:pt x="11569" y="9712"/>
                  </a:moveTo>
                  <a:lnTo>
                    <a:pt x="10613" y="10938"/>
                  </a:lnTo>
                  <a:lnTo>
                    <a:pt x="9671" y="15063"/>
                  </a:lnTo>
                  <a:lnTo>
                    <a:pt x="8719" y="17912"/>
                  </a:lnTo>
                  <a:lnTo>
                    <a:pt x="7330" y="15714"/>
                  </a:lnTo>
                  <a:lnTo>
                    <a:pt x="1029" y="15728"/>
                  </a:lnTo>
                  <a:lnTo>
                    <a:pt x="2797" y="11506"/>
                  </a:lnTo>
                  <a:lnTo>
                    <a:pt x="4454" y="12280"/>
                  </a:lnTo>
                  <a:lnTo>
                    <a:pt x="3143" y="9945"/>
                  </a:lnTo>
                  <a:lnTo>
                    <a:pt x="2969" y="7567"/>
                  </a:lnTo>
                  <a:lnTo>
                    <a:pt x="1546" y="7272"/>
                  </a:lnTo>
                  <a:lnTo>
                    <a:pt x="0" y="5914"/>
                  </a:lnTo>
                  <a:lnTo>
                    <a:pt x="8491" y="1198"/>
                  </a:lnTo>
                  <a:lnTo>
                    <a:pt x="1314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h1783"/>
            <p:cNvSpPr/>
            <p:nvPr/>
          </p:nvSpPr>
          <p:spPr>
            <a:xfrm>
              <a:off x="2981194" y="3400998"/>
              <a:ext cx="28379" cy="24948"/>
            </a:xfrm>
            <a:custGeom>
              <a:avLst/>
              <a:pathLst>
                <a:path w="28379" h="24948">
                  <a:moveTo>
                    <a:pt x="20137" y="543"/>
                  </a:moveTo>
                  <a:lnTo>
                    <a:pt x="20421" y="1913"/>
                  </a:lnTo>
                  <a:lnTo>
                    <a:pt x="17801" y="1134"/>
                  </a:lnTo>
                  <a:lnTo>
                    <a:pt x="17647" y="5101"/>
                  </a:lnTo>
                  <a:lnTo>
                    <a:pt x="16621" y="6758"/>
                  </a:lnTo>
                  <a:lnTo>
                    <a:pt x="20890" y="6515"/>
                  </a:lnTo>
                  <a:lnTo>
                    <a:pt x="25717" y="6424"/>
                  </a:lnTo>
                  <a:lnTo>
                    <a:pt x="23854" y="9138"/>
                  </a:lnTo>
                  <a:lnTo>
                    <a:pt x="23390" y="14422"/>
                  </a:lnTo>
                  <a:lnTo>
                    <a:pt x="24046" y="16796"/>
                  </a:lnTo>
                  <a:lnTo>
                    <a:pt x="28379" y="19661"/>
                  </a:lnTo>
                  <a:lnTo>
                    <a:pt x="25691" y="22280"/>
                  </a:lnTo>
                  <a:lnTo>
                    <a:pt x="23780" y="21718"/>
                  </a:lnTo>
                  <a:lnTo>
                    <a:pt x="22224" y="18554"/>
                  </a:lnTo>
                  <a:lnTo>
                    <a:pt x="22530" y="16171"/>
                  </a:lnTo>
                  <a:lnTo>
                    <a:pt x="21001" y="14769"/>
                  </a:lnTo>
                  <a:lnTo>
                    <a:pt x="19263" y="14657"/>
                  </a:lnTo>
                  <a:lnTo>
                    <a:pt x="17015" y="17247"/>
                  </a:lnTo>
                  <a:lnTo>
                    <a:pt x="14068" y="15266"/>
                  </a:lnTo>
                  <a:lnTo>
                    <a:pt x="10704" y="14329"/>
                  </a:lnTo>
                  <a:lnTo>
                    <a:pt x="12835" y="16790"/>
                  </a:lnTo>
                  <a:lnTo>
                    <a:pt x="12718" y="17263"/>
                  </a:lnTo>
                  <a:lnTo>
                    <a:pt x="8677" y="16067"/>
                  </a:lnTo>
                  <a:lnTo>
                    <a:pt x="10166" y="19325"/>
                  </a:lnTo>
                  <a:lnTo>
                    <a:pt x="9094" y="19829"/>
                  </a:lnTo>
                  <a:lnTo>
                    <a:pt x="6953" y="18213"/>
                  </a:lnTo>
                  <a:lnTo>
                    <a:pt x="5807" y="19453"/>
                  </a:lnTo>
                  <a:lnTo>
                    <a:pt x="7882" y="21701"/>
                  </a:lnTo>
                  <a:lnTo>
                    <a:pt x="10109" y="20908"/>
                  </a:lnTo>
                  <a:lnTo>
                    <a:pt x="10165" y="23056"/>
                  </a:lnTo>
                  <a:lnTo>
                    <a:pt x="5456" y="24948"/>
                  </a:lnTo>
                  <a:lnTo>
                    <a:pt x="0" y="22353"/>
                  </a:lnTo>
                  <a:lnTo>
                    <a:pt x="2839" y="19012"/>
                  </a:lnTo>
                  <a:lnTo>
                    <a:pt x="3547" y="18233"/>
                  </a:lnTo>
                  <a:lnTo>
                    <a:pt x="8057" y="13970"/>
                  </a:lnTo>
                  <a:lnTo>
                    <a:pt x="9281" y="13684"/>
                  </a:lnTo>
                  <a:lnTo>
                    <a:pt x="10900" y="11553"/>
                  </a:lnTo>
                  <a:lnTo>
                    <a:pt x="12256" y="11400"/>
                  </a:lnTo>
                  <a:lnTo>
                    <a:pt x="15440" y="13892"/>
                  </a:lnTo>
                  <a:lnTo>
                    <a:pt x="15425" y="10772"/>
                  </a:lnTo>
                  <a:lnTo>
                    <a:pt x="17580" y="11131"/>
                  </a:lnTo>
                  <a:lnTo>
                    <a:pt x="18782" y="10228"/>
                  </a:lnTo>
                  <a:lnTo>
                    <a:pt x="19065" y="8790"/>
                  </a:lnTo>
                  <a:lnTo>
                    <a:pt x="15405" y="6598"/>
                  </a:lnTo>
                  <a:lnTo>
                    <a:pt x="15579" y="4992"/>
                  </a:lnTo>
                  <a:lnTo>
                    <a:pt x="16370" y="4766"/>
                  </a:lnTo>
                  <a:lnTo>
                    <a:pt x="17249" y="3029"/>
                  </a:lnTo>
                  <a:lnTo>
                    <a:pt x="17276" y="689"/>
                  </a:lnTo>
                  <a:lnTo>
                    <a:pt x="17990" y="575"/>
                  </a:lnTo>
                  <a:lnTo>
                    <a:pt x="1878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h1784"/>
            <p:cNvSpPr/>
            <p:nvPr/>
          </p:nvSpPr>
          <p:spPr>
            <a:xfrm>
              <a:off x="2854366" y="3413258"/>
              <a:ext cx="11467" cy="8322"/>
            </a:xfrm>
            <a:custGeom>
              <a:avLst/>
              <a:pathLst>
                <a:path w="11467" h="8322">
                  <a:moveTo>
                    <a:pt x="6876" y="7523"/>
                  </a:moveTo>
                  <a:lnTo>
                    <a:pt x="3597" y="8322"/>
                  </a:lnTo>
                  <a:lnTo>
                    <a:pt x="0" y="5634"/>
                  </a:lnTo>
                  <a:lnTo>
                    <a:pt x="1732" y="4834"/>
                  </a:lnTo>
                  <a:lnTo>
                    <a:pt x="1264" y="1022"/>
                  </a:lnTo>
                  <a:lnTo>
                    <a:pt x="5622" y="37"/>
                  </a:lnTo>
                  <a:lnTo>
                    <a:pt x="9077" y="670"/>
                  </a:lnTo>
                  <a:lnTo>
                    <a:pt x="11467" y="0"/>
                  </a:lnTo>
                  <a:lnTo>
                    <a:pt x="8915" y="524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h1785"/>
            <p:cNvSpPr/>
            <p:nvPr/>
          </p:nvSpPr>
          <p:spPr>
            <a:xfrm>
              <a:off x="2818199" y="3362477"/>
              <a:ext cx="37329" cy="41988"/>
            </a:xfrm>
            <a:custGeom>
              <a:avLst/>
              <a:pathLst>
                <a:path w="37329" h="41988">
                  <a:moveTo>
                    <a:pt x="33546" y="3367"/>
                  </a:moveTo>
                  <a:lnTo>
                    <a:pt x="34678" y="2675"/>
                  </a:lnTo>
                  <a:lnTo>
                    <a:pt x="36689" y="10722"/>
                  </a:lnTo>
                  <a:lnTo>
                    <a:pt x="34362" y="12560"/>
                  </a:lnTo>
                  <a:lnTo>
                    <a:pt x="32742" y="12435"/>
                  </a:lnTo>
                  <a:lnTo>
                    <a:pt x="31063" y="15671"/>
                  </a:lnTo>
                  <a:lnTo>
                    <a:pt x="31700" y="17076"/>
                  </a:lnTo>
                  <a:lnTo>
                    <a:pt x="32248" y="16939"/>
                  </a:lnTo>
                  <a:lnTo>
                    <a:pt x="33406" y="17818"/>
                  </a:lnTo>
                  <a:lnTo>
                    <a:pt x="32727" y="20472"/>
                  </a:lnTo>
                  <a:lnTo>
                    <a:pt x="33284" y="23888"/>
                  </a:lnTo>
                  <a:lnTo>
                    <a:pt x="35029" y="26581"/>
                  </a:lnTo>
                  <a:lnTo>
                    <a:pt x="36082" y="31561"/>
                  </a:lnTo>
                  <a:lnTo>
                    <a:pt x="37329" y="32354"/>
                  </a:lnTo>
                  <a:lnTo>
                    <a:pt x="34754" y="36946"/>
                  </a:lnTo>
                  <a:lnTo>
                    <a:pt x="32307" y="37326"/>
                  </a:lnTo>
                  <a:lnTo>
                    <a:pt x="31369" y="36430"/>
                  </a:lnTo>
                  <a:lnTo>
                    <a:pt x="28069" y="35980"/>
                  </a:lnTo>
                  <a:lnTo>
                    <a:pt x="31562" y="40714"/>
                  </a:lnTo>
                  <a:lnTo>
                    <a:pt x="25441" y="41715"/>
                  </a:lnTo>
                  <a:lnTo>
                    <a:pt x="24098" y="41988"/>
                  </a:lnTo>
                  <a:lnTo>
                    <a:pt x="21820" y="40182"/>
                  </a:lnTo>
                  <a:lnTo>
                    <a:pt x="17635" y="31616"/>
                  </a:lnTo>
                  <a:lnTo>
                    <a:pt x="13598" y="29647"/>
                  </a:lnTo>
                  <a:lnTo>
                    <a:pt x="0" y="33451"/>
                  </a:lnTo>
                  <a:lnTo>
                    <a:pt x="587" y="32307"/>
                  </a:lnTo>
                  <a:lnTo>
                    <a:pt x="3222" y="27184"/>
                  </a:lnTo>
                  <a:lnTo>
                    <a:pt x="5408" y="24943"/>
                  </a:lnTo>
                  <a:lnTo>
                    <a:pt x="8247" y="25215"/>
                  </a:lnTo>
                  <a:lnTo>
                    <a:pt x="8900" y="25903"/>
                  </a:lnTo>
                  <a:lnTo>
                    <a:pt x="11368" y="26454"/>
                  </a:lnTo>
                  <a:lnTo>
                    <a:pt x="19188" y="24392"/>
                  </a:lnTo>
                  <a:lnTo>
                    <a:pt x="20611" y="23579"/>
                  </a:lnTo>
                  <a:lnTo>
                    <a:pt x="21926" y="21110"/>
                  </a:lnTo>
                  <a:lnTo>
                    <a:pt x="26402" y="21441"/>
                  </a:lnTo>
                  <a:lnTo>
                    <a:pt x="28247" y="19291"/>
                  </a:lnTo>
                  <a:lnTo>
                    <a:pt x="26749" y="10011"/>
                  </a:lnTo>
                  <a:lnTo>
                    <a:pt x="26943" y="3365"/>
                  </a:lnTo>
                  <a:lnTo>
                    <a:pt x="27410" y="1128"/>
                  </a:lnTo>
                  <a:lnTo>
                    <a:pt x="30362" y="0"/>
                  </a:lnTo>
                  <a:lnTo>
                    <a:pt x="32248" y="284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h1786"/>
            <p:cNvSpPr/>
            <p:nvPr/>
          </p:nvSpPr>
          <p:spPr>
            <a:xfrm>
              <a:off x="2999346" y="3503981"/>
              <a:ext cx="24099" cy="33716"/>
            </a:xfrm>
            <a:custGeom>
              <a:avLst/>
              <a:pathLst>
                <a:path w="24099" h="33716">
                  <a:moveTo>
                    <a:pt x="16392" y="1401"/>
                  </a:moveTo>
                  <a:lnTo>
                    <a:pt x="18114" y="2871"/>
                  </a:lnTo>
                  <a:lnTo>
                    <a:pt x="19512" y="5629"/>
                  </a:lnTo>
                  <a:lnTo>
                    <a:pt x="19978" y="8851"/>
                  </a:lnTo>
                  <a:lnTo>
                    <a:pt x="21820" y="10136"/>
                  </a:lnTo>
                  <a:lnTo>
                    <a:pt x="23419" y="10105"/>
                  </a:lnTo>
                  <a:lnTo>
                    <a:pt x="24099" y="11569"/>
                  </a:lnTo>
                  <a:lnTo>
                    <a:pt x="21112" y="12495"/>
                  </a:lnTo>
                  <a:lnTo>
                    <a:pt x="22165" y="19234"/>
                  </a:lnTo>
                  <a:lnTo>
                    <a:pt x="17013" y="27353"/>
                  </a:lnTo>
                  <a:lnTo>
                    <a:pt x="16748" y="29159"/>
                  </a:lnTo>
                  <a:lnTo>
                    <a:pt x="14291" y="30044"/>
                  </a:lnTo>
                  <a:lnTo>
                    <a:pt x="10531" y="28969"/>
                  </a:lnTo>
                  <a:lnTo>
                    <a:pt x="9396" y="25564"/>
                  </a:lnTo>
                  <a:lnTo>
                    <a:pt x="1635" y="33716"/>
                  </a:lnTo>
                  <a:lnTo>
                    <a:pt x="1552" y="25060"/>
                  </a:lnTo>
                  <a:lnTo>
                    <a:pt x="3534" y="15498"/>
                  </a:lnTo>
                  <a:lnTo>
                    <a:pt x="0" y="9343"/>
                  </a:lnTo>
                  <a:lnTo>
                    <a:pt x="1103" y="9802"/>
                  </a:lnTo>
                  <a:lnTo>
                    <a:pt x="6687" y="4903"/>
                  </a:lnTo>
                  <a:lnTo>
                    <a:pt x="7067" y="1221"/>
                  </a:lnTo>
                  <a:lnTo>
                    <a:pt x="994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h1787"/>
            <p:cNvSpPr/>
            <p:nvPr/>
          </p:nvSpPr>
          <p:spPr>
            <a:xfrm>
              <a:off x="2843641" y="3398457"/>
              <a:ext cx="31167" cy="28652"/>
            </a:xfrm>
            <a:custGeom>
              <a:avLst/>
              <a:pathLst>
                <a:path w="31167" h="28652">
                  <a:moveTo>
                    <a:pt x="5927" y="449"/>
                  </a:moveTo>
                  <a:lnTo>
                    <a:pt x="6865" y="1345"/>
                  </a:lnTo>
                  <a:lnTo>
                    <a:pt x="7318" y="4159"/>
                  </a:lnTo>
                  <a:lnTo>
                    <a:pt x="21528" y="4071"/>
                  </a:lnTo>
                  <a:lnTo>
                    <a:pt x="25747" y="1827"/>
                  </a:lnTo>
                  <a:lnTo>
                    <a:pt x="31167" y="1322"/>
                  </a:lnTo>
                  <a:lnTo>
                    <a:pt x="29695" y="6370"/>
                  </a:lnTo>
                  <a:lnTo>
                    <a:pt x="22193" y="14800"/>
                  </a:lnTo>
                  <a:lnTo>
                    <a:pt x="19802" y="15471"/>
                  </a:lnTo>
                  <a:lnTo>
                    <a:pt x="16347" y="14838"/>
                  </a:lnTo>
                  <a:lnTo>
                    <a:pt x="11989" y="15823"/>
                  </a:lnTo>
                  <a:lnTo>
                    <a:pt x="12457" y="19635"/>
                  </a:lnTo>
                  <a:lnTo>
                    <a:pt x="10725" y="20435"/>
                  </a:lnTo>
                  <a:lnTo>
                    <a:pt x="14322" y="23123"/>
                  </a:lnTo>
                  <a:lnTo>
                    <a:pt x="17601" y="22324"/>
                  </a:lnTo>
                  <a:lnTo>
                    <a:pt x="13974" y="28652"/>
                  </a:lnTo>
                  <a:lnTo>
                    <a:pt x="11605" y="25858"/>
                  </a:lnTo>
                  <a:lnTo>
                    <a:pt x="12714" y="25079"/>
                  </a:lnTo>
                  <a:lnTo>
                    <a:pt x="11613" y="24184"/>
                  </a:lnTo>
                  <a:lnTo>
                    <a:pt x="10485" y="23908"/>
                  </a:lnTo>
                  <a:lnTo>
                    <a:pt x="7850" y="25046"/>
                  </a:lnTo>
                  <a:lnTo>
                    <a:pt x="7155" y="24775"/>
                  </a:lnTo>
                  <a:lnTo>
                    <a:pt x="5374" y="19596"/>
                  </a:lnTo>
                  <a:lnTo>
                    <a:pt x="5304" y="15991"/>
                  </a:lnTo>
                  <a:lnTo>
                    <a:pt x="3217" y="9428"/>
                  </a:lnTo>
                  <a:lnTo>
                    <a:pt x="0" y="5734"/>
                  </a:lnTo>
                  <a:lnTo>
                    <a:pt x="6121" y="4733"/>
                  </a:lnTo>
                  <a:lnTo>
                    <a:pt x="262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h1788"/>
            <p:cNvSpPr/>
            <p:nvPr/>
          </p:nvSpPr>
          <p:spPr>
            <a:xfrm>
              <a:off x="2957276" y="3348221"/>
              <a:ext cx="20703" cy="14656"/>
            </a:xfrm>
            <a:custGeom>
              <a:avLst/>
              <a:pathLst>
                <a:path w="20703" h="14656">
                  <a:moveTo>
                    <a:pt x="20157" y="0"/>
                  </a:moveTo>
                  <a:lnTo>
                    <a:pt x="20703" y="4488"/>
                  </a:lnTo>
                  <a:lnTo>
                    <a:pt x="19238" y="6057"/>
                  </a:lnTo>
                  <a:lnTo>
                    <a:pt x="18801" y="8254"/>
                  </a:lnTo>
                  <a:lnTo>
                    <a:pt x="18288" y="9314"/>
                  </a:lnTo>
                  <a:lnTo>
                    <a:pt x="16584" y="9938"/>
                  </a:lnTo>
                  <a:lnTo>
                    <a:pt x="11036" y="9580"/>
                  </a:lnTo>
                  <a:lnTo>
                    <a:pt x="1615" y="14656"/>
                  </a:lnTo>
                  <a:lnTo>
                    <a:pt x="0" y="10867"/>
                  </a:lnTo>
                  <a:lnTo>
                    <a:pt x="3321" y="8485"/>
                  </a:lnTo>
                  <a:lnTo>
                    <a:pt x="3576" y="5487"/>
                  </a:lnTo>
                  <a:lnTo>
                    <a:pt x="9366" y="2992"/>
                  </a:lnTo>
                  <a:lnTo>
                    <a:pt x="14873" y="2383"/>
                  </a:lnTo>
                  <a:lnTo>
                    <a:pt x="17745" y="280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h1789"/>
            <p:cNvSpPr/>
            <p:nvPr/>
          </p:nvSpPr>
          <p:spPr>
            <a:xfrm>
              <a:off x="2888394" y="3292043"/>
              <a:ext cx="17748" cy="17573"/>
            </a:xfrm>
            <a:custGeom>
              <a:avLst/>
              <a:pathLst>
                <a:path w="17748" h="17573">
                  <a:moveTo>
                    <a:pt x="11511" y="2293"/>
                  </a:moveTo>
                  <a:lnTo>
                    <a:pt x="15589" y="6121"/>
                  </a:lnTo>
                  <a:lnTo>
                    <a:pt x="17748" y="9542"/>
                  </a:lnTo>
                  <a:lnTo>
                    <a:pt x="14668" y="10795"/>
                  </a:lnTo>
                  <a:lnTo>
                    <a:pt x="13046" y="14417"/>
                  </a:lnTo>
                  <a:lnTo>
                    <a:pt x="8614" y="17573"/>
                  </a:lnTo>
                  <a:lnTo>
                    <a:pt x="3167" y="15573"/>
                  </a:lnTo>
                  <a:lnTo>
                    <a:pt x="1626" y="13719"/>
                  </a:lnTo>
                  <a:lnTo>
                    <a:pt x="0" y="8693"/>
                  </a:lnTo>
                  <a:lnTo>
                    <a:pt x="56" y="4071"/>
                  </a:lnTo>
                  <a:lnTo>
                    <a:pt x="3643" y="1553"/>
                  </a:lnTo>
                  <a:lnTo>
                    <a:pt x="666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h1790"/>
            <p:cNvSpPr/>
            <p:nvPr/>
          </p:nvSpPr>
          <p:spPr>
            <a:xfrm>
              <a:off x="2883668" y="3305763"/>
              <a:ext cx="7893" cy="9488"/>
            </a:xfrm>
            <a:custGeom>
              <a:avLst/>
              <a:pathLst>
                <a:path w="7893" h="9488">
                  <a:moveTo>
                    <a:pt x="6352" y="0"/>
                  </a:moveTo>
                  <a:lnTo>
                    <a:pt x="7893" y="1853"/>
                  </a:lnTo>
                  <a:lnTo>
                    <a:pt x="7193" y="9206"/>
                  </a:lnTo>
                  <a:lnTo>
                    <a:pt x="1626" y="9488"/>
                  </a:lnTo>
                  <a:lnTo>
                    <a:pt x="1653" y="6337"/>
                  </a:lnTo>
                  <a:lnTo>
                    <a:pt x="291" y="4735"/>
                  </a:lnTo>
                  <a:lnTo>
                    <a:pt x="0" y="180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h1791"/>
            <p:cNvSpPr/>
            <p:nvPr/>
          </p:nvSpPr>
          <p:spPr>
            <a:xfrm>
              <a:off x="2981867" y="3500228"/>
              <a:ext cx="12445" cy="22271"/>
            </a:xfrm>
            <a:custGeom>
              <a:avLst/>
              <a:pathLst>
                <a:path w="12445" h="22271">
                  <a:moveTo>
                    <a:pt x="10960" y="2292"/>
                  </a:moveTo>
                  <a:lnTo>
                    <a:pt x="10490" y="5357"/>
                  </a:lnTo>
                  <a:lnTo>
                    <a:pt x="9099" y="7748"/>
                  </a:lnTo>
                  <a:lnTo>
                    <a:pt x="9403" y="10746"/>
                  </a:lnTo>
                  <a:lnTo>
                    <a:pt x="11339" y="16967"/>
                  </a:lnTo>
                  <a:lnTo>
                    <a:pt x="12445" y="17637"/>
                  </a:lnTo>
                  <a:lnTo>
                    <a:pt x="10576" y="20531"/>
                  </a:lnTo>
                  <a:lnTo>
                    <a:pt x="8957" y="21540"/>
                  </a:lnTo>
                  <a:lnTo>
                    <a:pt x="2396" y="22271"/>
                  </a:lnTo>
                  <a:lnTo>
                    <a:pt x="0" y="14286"/>
                  </a:lnTo>
                  <a:lnTo>
                    <a:pt x="1266" y="13676"/>
                  </a:lnTo>
                  <a:lnTo>
                    <a:pt x="3611" y="9853"/>
                  </a:lnTo>
                  <a:lnTo>
                    <a:pt x="1994" y="9294"/>
                  </a:lnTo>
                  <a:lnTo>
                    <a:pt x="831" y="7205"/>
                  </a:lnTo>
                  <a:lnTo>
                    <a:pt x="1879" y="4399"/>
                  </a:lnTo>
                  <a:lnTo>
                    <a:pt x="1011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h1792"/>
            <p:cNvSpPr/>
            <p:nvPr/>
          </p:nvSpPr>
          <p:spPr>
            <a:xfrm>
              <a:off x="2951916" y="3335319"/>
              <a:ext cx="9365" cy="23769"/>
            </a:xfrm>
            <a:custGeom>
              <a:avLst/>
              <a:pathLst>
                <a:path w="9365" h="23769">
                  <a:moveTo>
                    <a:pt x="9365" y="9584"/>
                  </a:moveTo>
                  <a:lnTo>
                    <a:pt x="8995" y="13093"/>
                  </a:lnTo>
                  <a:lnTo>
                    <a:pt x="8936" y="18389"/>
                  </a:lnTo>
                  <a:lnTo>
                    <a:pt x="8680" y="21387"/>
                  </a:lnTo>
                  <a:lnTo>
                    <a:pt x="5359" y="23769"/>
                  </a:lnTo>
                  <a:lnTo>
                    <a:pt x="687" y="20677"/>
                  </a:lnTo>
                  <a:lnTo>
                    <a:pt x="0" y="7874"/>
                  </a:lnTo>
                  <a:lnTo>
                    <a:pt x="2681" y="1601"/>
                  </a:lnTo>
                  <a:lnTo>
                    <a:pt x="437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h1793"/>
            <p:cNvSpPr/>
            <p:nvPr/>
          </p:nvSpPr>
          <p:spPr>
            <a:xfrm>
              <a:off x="2900782" y="3279637"/>
              <a:ext cx="6162" cy="7066"/>
            </a:xfrm>
            <a:custGeom>
              <a:avLst/>
              <a:pathLst>
                <a:path w="6162" h="7066">
                  <a:moveTo>
                    <a:pt x="6162" y="6018"/>
                  </a:moveTo>
                  <a:lnTo>
                    <a:pt x="1001" y="7066"/>
                  </a:lnTo>
                  <a:lnTo>
                    <a:pt x="0" y="6012"/>
                  </a:lnTo>
                  <a:lnTo>
                    <a:pt x="2696" y="150"/>
                  </a:lnTo>
                  <a:lnTo>
                    <a:pt x="323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h1794"/>
            <p:cNvSpPr/>
            <p:nvPr/>
          </p:nvSpPr>
          <p:spPr>
            <a:xfrm>
              <a:off x="3024611" y="3342296"/>
              <a:ext cx="14032" cy="10697"/>
            </a:xfrm>
            <a:custGeom>
              <a:avLst/>
              <a:pathLst>
                <a:path w="14032" h="10697">
                  <a:moveTo>
                    <a:pt x="13365" y="2625"/>
                  </a:moveTo>
                  <a:lnTo>
                    <a:pt x="14032" y="5287"/>
                  </a:lnTo>
                  <a:lnTo>
                    <a:pt x="12652" y="10697"/>
                  </a:lnTo>
                  <a:lnTo>
                    <a:pt x="6417" y="9882"/>
                  </a:lnTo>
                  <a:lnTo>
                    <a:pt x="3109" y="7331"/>
                  </a:lnTo>
                  <a:lnTo>
                    <a:pt x="0" y="3656"/>
                  </a:lnTo>
                  <a:lnTo>
                    <a:pt x="3111" y="2510"/>
                  </a:lnTo>
                  <a:lnTo>
                    <a:pt x="4019" y="2599"/>
                  </a:lnTo>
                  <a:lnTo>
                    <a:pt x="5510" y="1907"/>
                  </a:lnTo>
                  <a:lnTo>
                    <a:pt x="7303" y="1123"/>
                  </a:lnTo>
                  <a:lnTo>
                    <a:pt x="9860" y="1212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h1795"/>
            <p:cNvSpPr/>
            <p:nvPr/>
          </p:nvSpPr>
          <p:spPr>
            <a:xfrm>
              <a:off x="3000981" y="3529546"/>
              <a:ext cx="17595" cy="15101"/>
            </a:xfrm>
            <a:custGeom>
              <a:avLst/>
              <a:pathLst>
                <a:path w="17595" h="15101">
                  <a:moveTo>
                    <a:pt x="8895" y="3405"/>
                  </a:moveTo>
                  <a:lnTo>
                    <a:pt x="12656" y="4479"/>
                  </a:lnTo>
                  <a:lnTo>
                    <a:pt x="15112" y="3595"/>
                  </a:lnTo>
                  <a:lnTo>
                    <a:pt x="14676" y="7287"/>
                  </a:lnTo>
                  <a:lnTo>
                    <a:pt x="17595" y="13417"/>
                  </a:lnTo>
                  <a:lnTo>
                    <a:pt x="14488" y="13229"/>
                  </a:lnTo>
                  <a:lnTo>
                    <a:pt x="10788" y="14758"/>
                  </a:lnTo>
                  <a:lnTo>
                    <a:pt x="5231" y="15101"/>
                  </a:lnTo>
                  <a:lnTo>
                    <a:pt x="0" y="8152"/>
                  </a:lnTo>
                  <a:lnTo>
                    <a:pt x="776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h1796"/>
            <p:cNvSpPr/>
            <p:nvPr/>
          </p:nvSpPr>
          <p:spPr>
            <a:xfrm>
              <a:off x="3226302" y="3436111"/>
              <a:ext cx="22841" cy="11233"/>
            </a:xfrm>
            <a:custGeom>
              <a:avLst/>
              <a:pathLst>
                <a:path w="22841" h="11233">
                  <a:moveTo>
                    <a:pt x="11216" y="1764"/>
                  </a:moveTo>
                  <a:lnTo>
                    <a:pt x="20582" y="4041"/>
                  </a:lnTo>
                  <a:lnTo>
                    <a:pt x="22434" y="5208"/>
                  </a:lnTo>
                  <a:lnTo>
                    <a:pt x="22841" y="6116"/>
                  </a:lnTo>
                  <a:lnTo>
                    <a:pt x="20046" y="9170"/>
                  </a:lnTo>
                  <a:lnTo>
                    <a:pt x="15934" y="10202"/>
                  </a:lnTo>
                  <a:lnTo>
                    <a:pt x="14947" y="11233"/>
                  </a:lnTo>
                  <a:lnTo>
                    <a:pt x="10253" y="8558"/>
                  </a:lnTo>
                  <a:lnTo>
                    <a:pt x="8673" y="9997"/>
                  </a:lnTo>
                  <a:lnTo>
                    <a:pt x="2427" y="10082"/>
                  </a:lnTo>
                  <a:lnTo>
                    <a:pt x="0" y="5390"/>
                  </a:lnTo>
                  <a:lnTo>
                    <a:pt x="504" y="1939"/>
                  </a:lnTo>
                  <a:lnTo>
                    <a:pt x="3630" y="348"/>
                  </a:lnTo>
                  <a:lnTo>
                    <a:pt x="4883" y="787"/>
                  </a:lnTo>
                  <a:lnTo>
                    <a:pt x="796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h1797"/>
            <p:cNvSpPr/>
            <p:nvPr/>
          </p:nvSpPr>
          <p:spPr>
            <a:xfrm>
              <a:off x="3024573" y="3363069"/>
              <a:ext cx="28645" cy="26859"/>
            </a:xfrm>
            <a:custGeom>
              <a:avLst/>
              <a:pathLst>
                <a:path w="28645" h="26859">
                  <a:moveTo>
                    <a:pt x="10829" y="0"/>
                  </a:moveTo>
                  <a:lnTo>
                    <a:pt x="13989" y="4319"/>
                  </a:lnTo>
                  <a:lnTo>
                    <a:pt x="13500" y="4722"/>
                  </a:lnTo>
                  <a:lnTo>
                    <a:pt x="14734" y="6460"/>
                  </a:lnTo>
                  <a:lnTo>
                    <a:pt x="26782" y="6393"/>
                  </a:lnTo>
                  <a:lnTo>
                    <a:pt x="27678" y="7128"/>
                  </a:lnTo>
                  <a:lnTo>
                    <a:pt x="28645" y="9558"/>
                  </a:lnTo>
                  <a:lnTo>
                    <a:pt x="22309" y="12576"/>
                  </a:lnTo>
                  <a:lnTo>
                    <a:pt x="19233" y="16227"/>
                  </a:lnTo>
                  <a:lnTo>
                    <a:pt x="18677" y="22060"/>
                  </a:lnTo>
                  <a:lnTo>
                    <a:pt x="13382" y="20961"/>
                  </a:lnTo>
                  <a:lnTo>
                    <a:pt x="8162" y="26859"/>
                  </a:lnTo>
                  <a:lnTo>
                    <a:pt x="6999" y="26064"/>
                  </a:lnTo>
                  <a:lnTo>
                    <a:pt x="1710" y="25193"/>
                  </a:lnTo>
                  <a:lnTo>
                    <a:pt x="2661" y="22747"/>
                  </a:lnTo>
                  <a:lnTo>
                    <a:pt x="3825" y="17026"/>
                  </a:lnTo>
                  <a:lnTo>
                    <a:pt x="311" y="14059"/>
                  </a:lnTo>
                  <a:lnTo>
                    <a:pt x="0" y="6748"/>
                  </a:lnTo>
                  <a:lnTo>
                    <a:pt x="7199" y="145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h1798"/>
            <p:cNvSpPr/>
            <p:nvPr/>
          </p:nvSpPr>
          <p:spPr>
            <a:xfrm>
              <a:off x="3057971" y="3351269"/>
              <a:ext cx="10929" cy="13712"/>
            </a:xfrm>
            <a:custGeom>
              <a:avLst/>
              <a:pathLst>
                <a:path w="10929" h="13712">
                  <a:moveTo>
                    <a:pt x="3670" y="870"/>
                  </a:moveTo>
                  <a:lnTo>
                    <a:pt x="4429" y="3314"/>
                  </a:lnTo>
                  <a:lnTo>
                    <a:pt x="7624" y="3697"/>
                  </a:lnTo>
                  <a:lnTo>
                    <a:pt x="10564" y="5564"/>
                  </a:lnTo>
                  <a:lnTo>
                    <a:pt x="10929" y="6855"/>
                  </a:lnTo>
                  <a:lnTo>
                    <a:pt x="9270" y="10394"/>
                  </a:lnTo>
                  <a:lnTo>
                    <a:pt x="5063" y="13712"/>
                  </a:lnTo>
                  <a:lnTo>
                    <a:pt x="0" y="7973"/>
                  </a:lnTo>
                  <a:lnTo>
                    <a:pt x="784" y="6149"/>
                  </a:lnTo>
                  <a:lnTo>
                    <a:pt x="170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h1799"/>
            <p:cNvSpPr/>
            <p:nvPr/>
          </p:nvSpPr>
          <p:spPr>
            <a:xfrm>
              <a:off x="2991871" y="3427669"/>
              <a:ext cx="4220" cy="4179"/>
            </a:xfrm>
            <a:custGeom>
              <a:avLst/>
              <a:pathLst>
                <a:path w="4220" h="4179">
                  <a:moveTo>
                    <a:pt x="4220" y="2770"/>
                  </a:moveTo>
                  <a:lnTo>
                    <a:pt x="4184" y="3868"/>
                  </a:lnTo>
                  <a:lnTo>
                    <a:pt x="0" y="4179"/>
                  </a:lnTo>
                  <a:lnTo>
                    <a:pt x="172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h1800"/>
            <p:cNvSpPr/>
            <p:nvPr/>
          </p:nvSpPr>
          <p:spPr>
            <a:xfrm>
              <a:off x="2739658" y="3068075"/>
              <a:ext cx="21938" cy="28029"/>
            </a:xfrm>
            <a:custGeom>
              <a:avLst/>
              <a:pathLst>
                <a:path w="21938" h="28029">
                  <a:moveTo>
                    <a:pt x="14923" y="694"/>
                  </a:moveTo>
                  <a:lnTo>
                    <a:pt x="17201" y="632"/>
                  </a:lnTo>
                  <a:lnTo>
                    <a:pt x="19167" y="5044"/>
                  </a:lnTo>
                  <a:lnTo>
                    <a:pt x="21900" y="9528"/>
                  </a:lnTo>
                  <a:lnTo>
                    <a:pt x="21938" y="9868"/>
                  </a:lnTo>
                  <a:lnTo>
                    <a:pt x="19636" y="9521"/>
                  </a:lnTo>
                  <a:lnTo>
                    <a:pt x="16445" y="12257"/>
                  </a:lnTo>
                  <a:lnTo>
                    <a:pt x="14402" y="16918"/>
                  </a:lnTo>
                  <a:lnTo>
                    <a:pt x="17891" y="20638"/>
                  </a:lnTo>
                  <a:lnTo>
                    <a:pt x="20387" y="20432"/>
                  </a:lnTo>
                  <a:lnTo>
                    <a:pt x="19866" y="21946"/>
                  </a:lnTo>
                  <a:lnTo>
                    <a:pt x="16858" y="24990"/>
                  </a:lnTo>
                  <a:lnTo>
                    <a:pt x="10654" y="28029"/>
                  </a:lnTo>
                  <a:lnTo>
                    <a:pt x="4845" y="27591"/>
                  </a:lnTo>
                  <a:lnTo>
                    <a:pt x="4284" y="26793"/>
                  </a:lnTo>
                  <a:lnTo>
                    <a:pt x="160" y="18900"/>
                  </a:lnTo>
                  <a:lnTo>
                    <a:pt x="729" y="9398"/>
                  </a:lnTo>
                  <a:lnTo>
                    <a:pt x="0" y="8638"/>
                  </a:lnTo>
                  <a:lnTo>
                    <a:pt x="702" y="5605"/>
                  </a:lnTo>
                  <a:lnTo>
                    <a:pt x="7" y="1406"/>
                  </a:lnTo>
                  <a:lnTo>
                    <a:pt x="1004" y="346"/>
                  </a:lnTo>
                  <a:lnTo>
                    <a:pt x="3377" y="46"/>
                  </a:lnTo>
                  <a:lnTo>
                    <a:pt x="3996" y="1453"/>
                  </a:lnTo>
                  <a:lnTo>
                    <a:pt x="8765" y="2365"/>
                  </a:lnTo>
                  <a:lnTo>
                    <a:pt x="1132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h1801"/>
            <p:cNvSpPr/>
            <p:nvPr/>
          </p:nvSpPr>
          <p:spPr>
            <a:xfrm>
              <a:off x="2864183" y="2989202"/>
              <a:ext cx="3488" cy="7059"/>
            </a:xfrm>
            <a:custGeom>
              <a:avLst/>
              <a:pathLst>
                <a:path w="3488" h="7059">
                  <a:moveTo>
                    <a:pt x="2349" y="0"/>
                  </a:moveTo>
                  <a:lnTo>
                    <a:pt x="3488" y="2496"/>
                  </a:lnTo>
                  <a:lnTo>
                    <a:pt x="3020" y="6390"/>
                  </a:lnTo>
                  <a:lnTo>
                    <a:pt x="638" y="7059"/>
                  </a:lnTo>
                  <a:lnTo>
                    <a:pt x="0" y="5530"/>
                  </a:lnTo>
                  <a:lnTo>
                    <a:pt x="881" y="3974"/>
                  </a:lnTo>
                  <a:lnTo>
                    <a:pt x="825" y="77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h1802"/>
            <p:cNvSpPr/>
            <p:nvPr/>
          </p:nvSpPr>
          <p:spPr>
            <a:xfrm>
              <a:off x="2691876" y="3205117"/>
              <a:ext cx="38670" cy="34503"/>
            </a:xfrm>
            <a:custGeom>
              <a:avLst/>
              <a:pathLst>
                <a:path w="38670" h="34503">
                  <a:moveTo>
                    <a:pt x="31894" y="1836"/>
                  </a:moveTo>
                  <a:lnTo>
                    <a:pt x="30407" y="7027"/>
                  </a:lnTo>
                  <a:lnTo>
                    <a:pt x="32918" y="6108"/>
                  </a:lnTo>
                  <a:lnTo>
                    <a:pt x="34278" y="4669"/>
                  </a:lnTo>
                  <a:lnTo>
                    <a:pt x="35304" y="4615"/>
                  </a:lnTo>
                  <a:lnTo>
                    <a:pt x="36038" y="5953"/>
                  </a:lnTo>
                  <a:lnTo>
                    <a:pt x="35790" y="10207"/>
                  </a:lnTo>
                  <a:lnTo>
                    <a:pt x="37494" y="11212"/>
                  </a:lnTo>
                  <a:lnTo>
                    <a:pt x="38670" y="13581"/>
                  </a:lnTo>
                  <a:lnTo>
                    <a:pt x="38332" y="17905"/>
                  </a:lnTo>
                  <a:lnTo>
                    <a:pt x="35359" y="19327"/>
                  </a:lnTo>
                  <a:lnTo>
                    <a:pt x="33192" y="22372"/>
                  </a:lnTo>
                  <a:lnTo>
                    <a:pt x="28200" y="22130"/>
                  </a:lnTo>
                  <a:lnTo>
                    <a:pt x="27826" y="29854"/>
                  </a:lnTo>
                  <a:lnTo>
                    <a:pt x="25161" y="31622"/>
                  </a:lnTo>
                  <a:lnTo>
                    <a:pt x="23678" y="34503"/>
                  </a:lnTo>
                  <a:lnTo>
                    <a:pt x="14518" y="31851"/>
                  </a:lnTo>
                  <a:lnTo>
                    <a:pt x="9132" y="31766"/>
                  </a:lnTo>
                  <a:lnTo>
                    <a:pt x="10352" y="23965"/>
                  </a:lnTo>
                  <a:lnTo>
                    <a:pt x="4935" y="21060"/>
                  </a:lnTo>
                  <a:lnTo>
                    <a:pt x="2186" y="23747"/>
                  </a:lnTo>
                  <a:lnTo>
                    <a:pt x="974" y="23879"/>
                  </a:lnTo>
                  <a:lnTo>
                    <a:pt x="947" y="16746"/>
                  </a:lnTo>
                  <a:lnTo>
                    <a:pt x="0" y="14337"/>
                  </a:lnTo>
                  <a:lnTo>
                    <a:pt x="473" y="13231"/>
                  </a:lnTo>
                  <a:lnTo>
                    <a:pt x="11781" y="1881"/>
                  </a:lnTo>
                  <a:lnTo>
                    <a:pt x="16127" y="1144"/>
                  </a:lnTo>
                  <a:lnTo>
                    <a:pt x="17777" y="3049"/>
                  </a:lnTo>
                  <a:lnTo>
                    <a:pt x="19542" y="3758"/>
                  </a:lnTo>
                  <a:lnTo>
                    <a:pt x="2821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h1803"/>
            <p:cNvSpPr/>
            <p:nvPr/>
          </p:nvSpPr>
          <p:spPr>
            <a:xfrm>
              <a:off x="2870169" y="2984709"/>
              <a:ext cx="6200" cy="7593"/>
            </a:xfrm>
            <a:custGeom>
              <a:avLst/>
              <a:pathLst>
                <a:path w="6200" h="7593">
                  <a:moveTo>
                    <a:pt x="4959" y="5177"/>
                  </a:moveTo>
                  <a:lnTo>
                    <a:pt x="2262" y="7593"/>
                  </a:lnTo>
                  <a:lnTo>
                    <a:pt x="118" y="6037"/>
                  </a:lnTo>
                  <a:lnTo>
                    <a:pt x="0" y="4071"/>
                  </a:lnTo>
                  <a:lnTo>
                    <a:pt x="1272" y="4821"/>
                  </a:lnTo>
                  <a:lnTo>
                    <a:pt x="2929" y="1324"/>
                  </a:lnTo>
                  <a:lnTo>
                    <a:pt x="4813" y="0"/>
                  </a:lnTo>
                  <a:lnTo>
                    <a:pt x="6200" y="35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h1804"/>
            <p:cNvSpPr/>
            <p:nvPr/>
          </p:nvSpPr>
          <p:spPr>
            <a:xfrm>
              <a:off x="2882204" y="2974540"/>
              <a:ext cx="4561" cy="6478"/>
            </a:xfrm>
            <a:custGeom>
              <a:avLst/>
              <a:pathLst>
                <a:path w="4561" h="6478">
                  <a:moveTo>
                    <a:pt x="4261" y="6478"/>
                  </a:moveTo>
                  <a:lnTo>
                    <a:pt x="0" y="6246"/>
                  </a:lnTo>
                  <a:lnTo>
                    <a:pt x="2584" y="0"/>
                  </a:lnTo>
                  <a:lnTo>
                    <a:pt x="3666" y="135"/>
                  </a:lnTo>
                  <a:lnTo>
                    <a:pt x="4561" y="429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h1805"/>
            <p:cNvSpPr/>
            <p:nvPr/>
          </p:nvSpPr>
          <p:spPr>
            <a:xfrm>
              <a:off x="2717750" y="3245256"/>
              <a:ext cx="39597" cy="24358"/>
            </a:xfrm>
            <a:custGeom>
              <a:avLst/>
              <a:pathLst>
                <a:path w="39597" h="24358">
                  <a:moveTo>
                    <a:pt x="18838" y="279"/>
                  </a:moveTo>
                  <a:lnTo>
                    <a:pt x="19243" y="879"/>
                  </a:lnTo>
                  <a:lnTo>
                    <a:pt x="26221" y="9846"/>
                  </a:lnTo>
                  <a:lnTo>
                    <a:pt x="28081" y="10865"/>
                  </a:lnTo>
                  <a:lnTo>
                    <a:pt x="39597" y="8908"/>
                  </a:lnTo>
                  <a:lnTo>
                    <a:pt x="39558" y="12088"/>
                  </a:lnTo>
                  <a:lnTo>
                    <a:pt x="36483" y="13531"/>
                  </a:lnTo>
                  <a:lnTo>
                    <a:pt x="32705" y="11666"/>
                  </a:lnTo>
                  <a:lnTo>
                    <a:pt x="30608" y="12688"/>
                  </a:lnTo>
                  <a:lnTo>
                    <a:pt x="32216" y="17446"/>
                  </a:lnTo>
                  <a:lnTo>
                    <a:pt x="33804" y="15949"/>
                  </a:lnTo>
                  <a:lnTo>
                    <a:pt x="36337" y="15629"/>
                  </a:lnTo>
                  <a:lnTo>
                    <a:pt x="36076" y="18884"/>
                  </a:lnTo>
                  <a:lnTo>
                    <a:pt x="28704" y="24358"/>
                  </a:lnTo>
                  <a:lnTo>
                    <a:pt x="18219" y="18542"/>
                  </a:lnTo>
                  <a:lnTo>
                    <a:pt x="6939" y="15735"/>
                  </a:lnTo>
                  <a:lnTo>
                    <a:pt x="8985" y="13061"/>
                  </a:lnTo>
                  <a:lnTo>
                    <a:pt x="13024" y="13412"/>
                  </a:lnTo>
                  <a:lnTo>
                    <a:pt x="16897" y="9912"/>
                  </a:lnTo>
                  <a:lnTo>
                    <a:pt x="12242" y="9575"/>
                  </a:lnTo>
                  <a:lnTo>
                    <a:pt x="6640" y="7559"/>
                  </a:lnTo>
                  <a:lnTo>
                    <a:pt x="0" y="8756"/>
                  </a:lnTo>
                  <a:lnTo>
                    <a:pt x="1110" y="4116"/>
                  </a:lnTo>
                  <a:lnTo>
                    <a:pt x="4674" y="1163"/>
                  </a:lnTo>
                  <a:lnTo>
                    <a:pt x="7807" y="0"/>
                  </a:lnTo>
                  <a:lnTo>
                    <a:pt x="12181" y="114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h1806"/>
            <p:cNvSpPr/>
            <p:nvPr/>
          </p:nvSpPr>
          <p:spPr>
            <a:xfrm>
              <a:off x="2816107" y="3030074"/>
              <a:ext cx="43343" cy="37065"/>
            </a:xfrm>
            <a:custGeom>
              <a:avLst/>
              <a:pathLst>
                <a:path w="43343" h="37065">
                  <a:moveTo>
                    <a:pt x="23411" y="0"/>
                  </a:moveTo>
                  <a:lnTo>
                    <a:pt x="24891" y="362"/>
                  </a:lnTo>
                  <a:lnTo>
                    <a:pt x="25297" y="2851"/>
                  </a:lnTo>
                  <a:lnTo>
                    <a:pt x="29407" y="4939"/>
                  </a:lnTo>
                  <a:lnTo>
                    <a:pt x="31893" y="3673"/>
                  </a:lnTo>
                  <a:lnTo>
                    <a:pt x="34423" y="6413"/>
                  </a:lnTo>
                  <a:lnTo>
                    <a:pt x="33881" y="8413"/>
                  </a:lnTo>
                  <a:lnTo>
                    <a:pt x="37299" y="12431"/>
                  </a:lnTo>
                  <a:lnTo>
                    <a:pt x="39777" y="13302"/>
                  </a:lnTo>
                  <a:lnTo>
                    <a:pt x="41767" y="12989"/>
                  </a:lnTo>
                  <a:lnTo>
                    <a:pt x="43017" y="14743"/>
                  </a:lnTo>
                  <a:lnTo>
                    <a:pt x="43343" y="17211"/>
                  </a:lnTo>
                  <a:lnTo>
                    <a:pt x="41217" y="18544"/>
                  </a:lnTo>
                  <a:lnTo>
                    <a:pt x="40711" y="19821"/>
                  </a:lnTo>
                  <a:lnTo>
                    <a:pt x="40026" y="22282"/>
                  </a:lnTo>
                  <a:lnTo>
                    <a:pt x="40238" y="25918"/>
                  </a:lnTo>
                  <a:lnTo>
                    <a:pt x="39788" y="26971"/>
                  </a:lnTo>
                  <a:lnTo>
                    <a:pt x="35319" y="25876"/>
                  </a:lnTo>
                  <a:lnTo>
                    <a:pt x="32559" y="26581"/>
                  </a:lnTo>
                  <a:lnTo>
                    <a:pt x="31268" y="31285"/>
                  </a:lnTo>
                  <a:lnTo>
                    <a:pt x="23003" y="37065"/>
                  </a:lnTo>
                  <a:lnTo>
                    <a:pt x="24791" y="34673"/>
                  </a:lnTo>
                  <a:lnTo>
                    <a:pt x="24586" y="33527"/>
                  </a:lnTo>
                  <a:lnTo>
                    <a:pt x="21369" y="30975"/>
                  </a:lnTo>
                  <a:lnTo>
                    <a:pt x="21779" y="25789"/>
                  </a:lnTo>
                  <a:lnTo>
                    <a:pt x="21743" y="23721"/>
                  </a:lnTo>
                  <a:lnTo>
                    <a:pt x="20193" y="21994"/>
                  </a:lnTo>
                  <a:lnTo>
                    <a:pt x="14743" y="19786"/>
                  </a:lnTo>
                  <a:lnTo>
                    <a:pt x="12045" y="20398"/>
                  </a:lnTo>
                  <a:lnTo>
                    <a:pt x="10849" y="18119"/>
                  </a:lnTo>
                  <a:lnTo>
                    <a:pt x="7626" y="14872"/>
                  </a:lnTo>
                  <a:lnTo>
                    <a:pt x="456" y="12460"/>
                  </a:lnTo>
                  <a:lnTo>
                    <a:pt x="0" y="5764"/>
                  </a:lnTo>
                  <a:lnTo>
                    <a:pt x="1279" y="5505"/>
                  </a:lnTo>
                  <a:lnTo>
                    <a:pt x="2689" y="2590"/>
                  </a:lnTo>
                  <a:lnTo>
                    <a:pt x="3779" y="2086"/>
                  </a:lnTo>
                  <a:lnTo>
                    <a:pt x="9193" y="468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h1807"/>
            <p:cNvSpPr/>
            <p:nvPr/>
          </p:nvSpPr>
          <p:spPr>
            <a:xfrm>
              <a:off x="2813314" y="2938617"/>
              <a:ext cx="36198" cy="27499"/>
            </a:xfrm>
            <a:custGeom>
              <a:avLst/>
              <a:pathLst>
                <a:path w="36198" h="27499">
                  <a:moveTo>
                    <a:pt x="33969" y="0"/>
                  </a:moveTo>
                  <a:lnTo>
                    <a:pt x="36198" y="1527"/>
                  </a:lnTo>
                  <a:lnTo>
                    <a:pt x="34267" y="6913"/>
                  </a:lnTo>
                  <a:lnTo>
                    <a:pt x="23473" y="15577"/>
                  </a:lnTo>
                  <a:lnTo>
                    <a:pt x="20231" y="23078"/>
                  </a:lnTo>
                  <a:lnTo>
                    <a:pt x="18036" y="25923"/>
                  </a:lnTo>
                  <a:lnTo>
                    <a:pt x="14690" y="27372"/>
                  </a:lnTo>
                  <a:lnTo>
                    <a:pt x="11218" y="27499"/>
                  </a:lnTo>
                  <a:lnTo>
                    <a:pt x="7711" y="25338"/>
                  </a:lnTo>
                  <a:lnTo>
                    <a:pt x="6307" y="25247"/>
                  </a:lnTo>
                  <a:lnTo>
                    <a:pt x="3346" y="26708"/>
                  </a:lnTo>
                  <a:lnTo>
                    <a:pt x="1869" y="23725"/>
                  </a:lnTo>
                  <a:lnTo>
                    <a:pt x="3940" y="20059"/>
                  </a:lnTo>
                  <a:lnTo>
                    <a:pt x="544" y="18323"/>
                  </a:lnTo>
                  <a:lnTo>
                    <a:pt x="0" y="15625"/>
                  </a:lnTo>
                  <a:lnTo>
                    <a:pt x="2584" y="14782"/>
                  </a:lnTo>
                  <a:lnTo>
                    <a:pt x="6501" y="15867"/>
                  </a:lnTo>
                  <a:lnTo>
                    <a:pt x="8545" y="15149"/>
                  </a:lnTo>
                  <a:lnTo>
                    <a:pt x="14163" y="6423"/>
                  </a:lnTo>
                  <a:lnTo>
                    <a:pt x="19411" y="4563"/>
                  </a:lnTo>
                  <a:lnTo>
                    <a:pt x="21653" y="6196"/>
                  </a:lnTo>
                  <a:lnTo>
                    <a:pt x="31975" y="106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h1808"/>
            <p:cNvSpPr/>
            <p:nvPr/>
          </p:nvSpPr>
          <p:spPr>
            <a:xfrm>
              <a:off x="2805442" y="3139239"/>
              <a:ext cx="29508" cy="25168"/>
            </a:xfrm>
            <a:custGeom>
              <a:avLst/>
              <a:pathLst>
                <a:path w="29508" h="25168">
                  <a:moveTo>
                    <a:pt x="3327" y="667"/>
                  </a:moveTo>
                  <a:lnTo>
                    <a:pt x="6581" y="0"/>
                  </a:lnTo>
                  <a:lnTo>
                    <a:pt x="9218" y="1474"/>
                  </a:lnTo>
                  <a:lnTo>
                    <a:pt x="16426" y="5249"/>
                  </a:lnTo>
                  <a:lnTo>
                    <a:pt x="16729" y="6777"/>
                  </a:lnTo>
                  <a:lnTo>
                    <a:pt x="15008" y="7851"/>
                  </a:lnTo>
                  <a:lnTo>
                    <a:pt x="15137" y="9460"/>
                  </a:lnTo>
                  <a:lnTo>
                    <a:pt x="18446" y="11112"/>
                  </a:lnTo>
                  <a:lnTo>
                    <a:pt x="27971" y="12634"/>
                  </a:lnTo>
                  <a:lnTo>
                    <a:pt x="29508" y="18928"/>
                  </a:lnTo>
                  <a:lnTo>
                    <a:pt x="25599" y="24351"/>
                  </a:lnTo>
                  <a:lnTo>
                    <a:pt x="24412" y="25168"/>
                  </a:lnTo>
                  <a:lnTo>
                    <a:pt x="24256" y="24587"/>
                  </a:lnTo>
                  <a:lnTo>
                    <a:pt x="22675" y="22663"/>
                  </a:lnTo>
                  <a:lnTo>
                    <a:pt x="18092" y="22273"/>
                  </a:lnTo>
                  <a:lnTo>
                    <a:pt x="14536" y="20031"/>
                  </a:lnTo>
                  <a:lnTo>
                    <a:pt x="8941" y="18639"/>
                  </a:lnTo>
                  <a:lnTo>
                    <a:pt x="8914" y="15261"/>
                  </a:lnTo>
                  <a:lnTo>
                    <a:pt x="6680" y="16644"/>
                  </a:lnTo>
                  <a:lnTo>
                    <a:pt x="540" y="11112"/>
                  </a:lnTo>
                  <a:lnTo>
                    <a:pt x="0" y="9246"/>
                  </a:lnTo>
                  <a:lnTo>
                    <a:pt x="222" y="255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h1809"/>
            <p:cNvSpPr/>
            <p:nvPr/>
          </p:nvSpPr>
          <p:spPr>
            <a:xfrm>
              <a:off x="2870118" y="2972740"/>
              <a:ext cx="14670" cy="16790"/>
            </a:xfrm>
            <a:custGeom>
              <a:avLst/>
              <a:pathLst>
                <a:path w="14670" h="16790">
                  <a:moveTo>
                    <a:pt x="14670" y="1800"/>
                  </a:moveTo>
                  <a:lnTo>
                    <a:pt x="12086" y="8046"/>
                  </a:lnTo>
                  <a:lnTo>
                    <a:pt x="9370" y="9203"/>
                  </a:lnTo>
                  <a:lnTo>
                    <a:pt x="7367" y="9083"/>
                  </a:lnTo>
                  <a:lnTo>
                    <a:pt x="6251" y="12323"/>
                  </a:lnTo>
                  <a:lnTo>
                    <a:pt x="4864" y="11968"/>
                  </a:lnTo>
                  <a:lnTo>
                    <a:pt x="2980" y="13293"/>
                  </a:lnTo>
                  <a:lnTo>
                    <a:pt x="1323" y="16790"/>
                  </a:lnTo>
                  <a:lnTo>
                    <a:pt x="50" y="16039"/>
                  </a:lnTo>
                  <a:lnTo>
                    <a:pt x="0" y="15436"/>
                  </a:lnTo>
                  <a:lnTo>
                    <a:pt x="847" y="11667"/>
                  </a:lnTo>
                  <a:lnTo>
                    <a:pt x="3882" y="10695"/>
                  </a:lnTo>
                  <a:lnTo>
                    <a:pt x="6946" y="6563"/>
                  </a:lnTo>
                  <a:lnTo>
                    <a:pt x="11486" y="4230"/>
                  </a:lnTo>
                  <a:lnTo>
                    <a:pt x="11871" y="2552"/>
                  </a:lnTo>
                  <a:lnTo>
                    <a:pt x="10783" y="2266"/>
                  </a:lnTo>
                  <a:lnTo>
                    <a:pt x="1271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h1810"/>
            <p:cNvSpPr/>
            <p:nvPr/>
          </p:nvSpPr>
          <p:spPr>
            <a:xfrm>
              <a:off x="2841147" y="2995322"/>
              <a:ext cx="15039" cy="8016"/>
            </a:xfrm>
            <a:custGeom>
              <a:avLst/>
              <a:pathLst>
                <a:path w="15039" h="8016">
                  <a:moveTo>
                    <a:pt x="15039" y="313"/>
                  </a:moveTo>
                  <a:lnTo>
                    <a:pt x="12006" y="7407"/>
                  </a:lnTo>
                  <a:lnTo>
                    <a:pt x="10591" y="8016"/>
                  </a:lnTo>
                  <a:lnTo>
                    <a:pt x="8574" y="7179"/>
                  </a:lnTo>
                  <a:lnTo>
                    <a:pt x="6105" y="5465"/>
                  </a:lnTo>
                  <a:lnTo>
                    <a:pt x="0" y="1549"/>
                  </a:lnTo>
                  <a:lnTo>
                    <a:pt x="7628" y="0"/>
                  </a:lnTo>
                  <a:lnTo>
                    <a:pt x="10222" y="1437"/>
                  </a:lnTo>
                  <a:lnTo>
                    <a:pt x="11348" y="551"/>
                  </a:lnTo>
                  <a:lnTo>
                    <a:pt x="11746" y="173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h1811"/>
            <p:cNvSpPr/>
            <p:nvPr/>
          </p:nvSpPr>
          <p:spPr>
            <a:xfrm>
              <a:off x="2764114" y="3248362"/>
              <a:ext cx="26028" cy="30063"/>
            </a:xfrm>
            <a:custGeom>
              <a:avLst/>
              <a:pathLst>
                <a:path w="26028" h="30063">
                  <a:moveTo>
                    <a:pt x="7868" y="3425"/>
                  </a:moveTo>
                  <a:lnTo>
                    <a:pt x="11999" y="3382"/>
                  </a:lnTo>
                  <a:lnTo>
                    <a:pt x="14864" y="1808"/>
                  </a:lnTo>
                  <a:lnTo>
                    <a:pt x="16764" y="3885"/>
                  </a:lnTo>
                  <a:lnTo>
                    <a:pt x="16076" y="8139"/>
                  </a:lnTo>
                  <a:lnTo>
                    <a:pt x="16915" y="11682"/>
                  </a:lnTo>
                  <a:lnTo>
                    <a:pt x="19126" y="13648"/>
                  </a:lnTo>
                  <a:lnTo>
                    <a:pt x="22614" y="13452"/>
                  </a:lnTo>
                  <a:lnTo>
                    <a:pt x="25438" y="16712"/>
                  </a:lnTo>
                  <a:lnTo>
                    <a:pt x="24079" y="17018"/>
                  </a:lnTo>
                  <a:lnTo>
                    <a:pt x="24224" y="20285"/>
                  </a:lnTo>
                  <a:lnTo>
                    <a:pt x="26028" y="23141"/>
                  </a:lnTo>
                  <a:lnTo>
                    <a:pt x="21872" y="27343"/>
                  </a:lnTo>
                  <a:lnTo>
                    <a:pt x="19599" y="25931"/>
                  </a:lnTo>
                  <a:lnTo>
                    <a:pt x="15437" y="27086"/>
                  </a:lnTo>
                  <a:lnTo>
                    <a:pt x="13505" y="30063"/>
                  </a:lnTo>
                  <a:lnTo>
                    <a:pt x="10198" y="29478"/>
                  </a:lnTo>
                  <a:lnTo>
                    <a:pt x="9227" y="21403"/>
                  </a:lnTo>
                  <a:lnTo>
                    <a:pt x="10192" y="19421"/>
                  </a:lnTo>
                  <a:lnTo>
                    <a:pt x="9809" y="14894"/>
                  </a:lnTo>
                  <a:lnTo>
                    <a:pt x="6865" y="13155"/>
                  </a:lnTo>
                  <a:lnTo>
                    <a:pt x="2002" y="13264"/>
                  </a:lnTo>
                  <a:lnTo>
                    <a:pt x="2658" y="11717"/>
                  </a:lnTo>
                  <a:lnTo>
                    <a:pt x="1231" y="7037"/>
                  </a:lnTo>
                  <a:lnTo>
                    <a:pt x="0" y="5834"/>
                  </a:lnTo>
                  <a:lnTo>
                    <a:pt x="620" y="2870"/>
                  </a:lnTo>
                  <a:lnTo>
                    <a:pt x="1259" y="4046"/>
                  </a:lnTo>
                  <a:lnTo>
                    <a:pt x="1851" y="3766"/>
                  </a:lnTo>
                  <a:lnTo>
                    <a:pt x="2767" y="897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h1812"/>
            <p:cNvSpPr/>
            <p:nvPr/>
          </p:nvSpPr>
          <p:spPr>
            <a:xfrm>
              <a:off x="2867204" y="2990747"/>
              <a:ext cx="5227" cy="6316"/>
            </a:xfrm>
            <a:custGeom>
              <a:avLst/>
              <a:pathLst>
                <a:path w="5227" h="6316">
                  <a:moveTo>
                    <a:pt x="5227" y="1555"/>
                  </a:moveTo>
                  <a:lnTo>
                    <a:pt x="4884" y="4315"/>
                  </a:lnTo>
                  <a:lnTo>
                    <a:pt x="1437" y="6316"/>
                  </a:lnTo>
                  <a:lnTo>
                    <a:pt x="0" y="4845"/>
                  </a:lnTo>
                  <a:lnTo>
                    <a:pt x="467" y="951"/>
                  </a:lnTo>
                  <a:lnTo>
                    <a:pt x="308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h1813"/>
            <p:cNvSpPr/>
            <p:nvPr/>
          </p:nvSpPr>
          <p:spPr>
            <a:xfrm>
              <a:off x="2886465" y="2978840"/>
              <a:ext cx="435" cy="2741"/>
            </a:xfrm>
            <a:custGeom>
              <a:avLst/>
              <a:pathLst>
                <a:path w="435" h="2741">
                  <a:moveTo>
                    <a:pt x="435" y="2741"/>
                  </a:moveTo>
                  <a:lnTo>
                    <a:pt x="0" y="2179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h1814"/>
            <p:cNvSpPr/>
            <p:nvPr/>
          </p:nvSpPr>
          <p:spPr>
            <a:xfrm>
              <a:off x="2892300" y="3009853"/>
              <a:ext cx="15352" cy="33597"/>
            </a:xfrm>
            <a:custGeom>
              <a:avLst/>
              <a:pathLst>
                <a:path w="15352" h="33597">
                  <a:moveTo>
                    <a:pt x="14723" y="0"/>
                  </a:moveTo>
                  <a:lnTo>
                    <a:pt x="13197" y="9211"/>
                  </a:lnTo>
                  <a:lnTo>
                    <a:pt x="12893" y="16970"/>
                  </a:lnTo>
                  <a:lnTo>
                    <a:pt x="11529" y="21091"/>
                  </a:lnTo>
                  <a:lnTo>
                    <a:pt x="14860" y="25214"/>
                  </a:lnTo>
                  <a:lnTo>
                    <a:pt x="15352" y="26954"/>
                  </a:lnTo>
                  <a:lnTo>
                    <a:pt x="9990" y="28150"/>
                  </a:lnTo>
                  <a:lnTo>
                    <a:pt x="6008" y="32137"/>
                  </a:lnTo>
                  <a:lnTo>
                    <a:pt x="1141" y="33597"/>
                  </a:lnTo>
                  <a:lnTo>
                    <a:pt x="0" y="32011"/>
                  </a:lnTo>
                  <a:lnTo>
                    <a:pt x="1694" y="29778"/>
                  </a:lnTo>
                  <a:lnTo>
                    <a:pt x="2258" y="31527"/>
                  </a:lnTo>
                  <a:lnTo>
                    <a:pt x="2630" y="31173"/>
                  </a:lnTo>
                  <a:lnTo>
                    <a:pt x="3854" y="27857"/>
                  </a:lnTo>
                  <a:lnTo>
                    <a:pt x="3584" y="24230"/>
                  </a:lnTo>
                  <a:lnTo>
                    <a:pt x="2128" y="23148"/>
                  </a:lnTo>
                  <a:lnTo>
                    <a:pt x="3143" y="17001"/>
                  </a:lnTo>
                  <a:lnTo>
                    <a:pt x="4462" y="13815"/>
                  </a:lnTo>
                  <a:lnTo>
                    <a:pt x="7615" y="13248"/>
                  </a:lnTo>
                  <a:lnTo>
                    <a:pt x="11567" y="8339"/>
                  </a:lnTo>
                  <a:lnTo>
                    <a:pt x="12474" y="6890"/>
                  </a:lnTo>
                  <a:lnTo>
                    <a:pt x="13046" y="69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h1815"/>
            <p:cNvSpPr/>
            <p:nvPr/>
          </p:nvSpPr>
          <p:spPr>
            <a:xfrm>
              <a:off x="2736994" y="3237359"/>
              <a:ext cx="28602" cy="18761"/>
            </a:xfrm>
            <a:custGeom>
              <a:avLst/>
              <a:pathLst>
                <a:path w="28602" h="18761">
                  <a:moveTo>
                    <a:pt x="5278" y="0"/>
                  </a:moveTo>
                  <a:lnTo>
                    <a:pt x="6840" y="4249"/>
                  </a:lnTo>
                  <a:lnTo>
                    <a:pt x="5552" y="5964"/>
                  </a:lnTo>
                  <a:lnTo>
                    <a:pt x="5764" y="7192"/>
                  </a:lnTo>
                  <a:lnTo>
                    <a:pt x="15552" y="9384"/>
                  </a:lnTo>
                  <a:lnTo>
                    <a:pt x="15325" y="4135"/>
                  </a:lnTo>
                  <a:lnTo>
                    <a:pt x="17012" y="2885"/>
                  </a:lnTo>
                  <a:lnTo>
                    <a:pt x="19293" y="4321"/>
                  </a:lnTo>
                  <a:lnTo>
                    <a:pt x="19800" y="3131"/>
                  </a:lnTo>
                  <a:lnTo>
                    <a:pt x="22245" y="5660"/>
                  </a:lnTo>
                  <a:lnTo>
                    <a:pt x="26099" y="6763"/>
                  </a:lnTo>
                  <a:lnTo>
                    <a:pt x="28602" y="10833"/>
                  </a:lnTo>
                  <a:lnTo>
                    <a:pt x="27740" y="13873"/>
                  </a:lnTo>
                  <a:lnTo>
                    <a:pt x="27120" y="16837"/>
                  </a:lnTo>
                  <a:lnTo>
                    <a:pt x="25176" y="17036"/>
                  </a:lnTo>
                  <a:lnTo>
                    <a:pt x="23332" y="16070"/>
                  </a:lnTo>
                  <a:lnTo>
                    <a:pt x="20354" y="16804"/>
                  </a:lnTo>
                  <a:lnTo>
                    <a:pt x="8838" y="18761"/>
                  </a:lnTo>
                  <a:lnTo>
                    <a:pt x="6978" y="17742"/>
                  </a:lnTo>
                  <a:lnTo>
                    <a:pt x="0" y="8775"/>
                  </a:lnTo>
                  <a:lnTo>
                    <a:pt x="2322" y="7550"/>
                  </a:lnTo>
                  <a:lnTo>
                    <a:pt x="3596" y="5436"/>
                  </a:lnTo>
                  <a:lnTo>
                    <a:pt x="2523" y="3529"/>
                  </a:lnTo>
                  <a:lnTo>
                    <a:pt x="1633" y="353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h1816"/>
            <p:cNvSpPr/>
            <p:nvPr/>
          </p:nvSpPr>
          <p:spPr>
            <a:xfrm>
              <a:off x="2804783" y="2935181"/>
              <a:ext cx="28093" cy="22721"/>
            </a:xfrm>
            <a:custGeom>
              <a:avLst/>
              <a:pathLst>
                <a:path w="28093" h="22721">
                  <a:moveTo>
                    <a:pt x="11918" y="0"/>
                  </a:moveTo>
                  <a:lnTo>
                    <a:pt x="15381" y="2266"/>
                  </a:lnTo>
                  <a:lnTo>
                    <a:pt x="14745" y="5851"/>
                  </a:lnTo>
                  <a:lnTo>
                    <a:pt x="17180" y="5534"/>
                  </a:lnTo>
                  <a:lnTo>
                    <a:pt x="20354" y="3670"/>
                  </a:lnTo>
                  <a:lnTo>
                    <a:pt x="25226" y="3830"/>
                  </a:lnTo>
                  <a:lnTo>
                    <a:pt x="28093" y="5262"/>
                  </a:lnTo>
                  <a:lnTo>
                    <a:pt x="27941" y="8000"/>
                  </a:lnTo>
                  <a:lnTo>
                    <a:pt x="22693" y="9859"/>
                  </a:lnTo>
                  <a:lnTo>
                    <a:pt x="17075" y="18585"/>
                  </a:lnTo>
                  <a:lnTo>
                    <a:pt x="15031" y="19304"/>
                  </a:lnTo>
                  <a:lnTo>
                    <a:pt x="11115" y="18218"/>
                  </a:lnTo>
                  <a:lnTo>
                    <a:pt x="8530" y="19062"/>
                  </a:lnTo>
                  <a:lnTo>
                    <a:pt x="9075" y="21759"/>
                  </a:lnTo>
                  <a:lnTo>
                    <a:pt x="7777" y="22721"/>
                  </a:lnTo>
                  <a:lnTo>
                    <a:pt x="5391" y="21610"/>
                  </a:lnTo>
                  <a:lnTo>
                    <a:pt x="3742" y="17227"/>
                  </a:lnTo>
                  <a:lnTo>
                    <a:pt x="1201" y="15150"/>
                  </a:lnTo>
                  <a:lnTo>
                    <a:pt x="0" y="15072"/>
                  </a:lnTo>
                  <a:lnTo>
                    <a:pt x="1478" y="11342"/>
                  </a:lnTo>
                  <a:lnTo>
                    <a:pt x="3777" y="11753"/>
                  </a:lnTo>
                  <a:lnTo>
                    <a:pt x="3265" y="13317"/>
                  </a:lnTo>
                  <a:lnTo>
                    <a:pt x="6268" y="14139"/>
                  </a:lnTo>
                  <a:lnTo>
                    <a:pt x="10553" y="12649"/>
                  </a:lnTo>
                  <a:lnTo>
                    <a:pt x="12990" y="9634"/>
                  </a:lnTo>
                  <a:lnTo>
                    <a:pt x="10029" y="3731"/>
                  </a:lnTo>
                  <a:lnTo>
                    <a:pt x="10403" y="242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h1817"/>
            <p:cNvSpPr/>
            <p:nvPr/>
          </p:nvSpPr>
          <p:spPr>
            <a:xfrm>
              <a:off x="2856134" y="3047286"/>
              <a:ext cx="12787" cy="13443"/>
            </a:xfrm>
            <a:custGeom>
              <a:avLst/>
              <a:pathLst>
                <a:path w="12787" h="13443">
                  <a:moveTo>
                    <a:pt x="9195" y="2760"/>
                  </a:moveTo>
                  <a:lnTo>
                    <a:pt x="11622" y="5063"/>
                  </a:lnTo>
                  <a:lnTo>
                    <a:pt x="12787" y="8223"/>
                  </a:lnTo>
                  <a:lnTo>
                    <a:pt x="11319" y="9135"/>
                  </a:lnTo>
                  <a:lnTo>
                    <a:pt x="12492" y="12329"/>
                  </a:lnTo>
                  <a:lnTo>
                    <a:pt x="11140" y="13443"/>
                  </a:lnTo>
                  <a:lnTo>
                    <a:pt x="9346" y="10431"/>
                  </a:lnTo>
                  <a:lnTo>
                    <a:pt x="7125" y="8842"/>
                  </a:lnTo>
                  <a:lnTo>
                    <a:pt x="3939" y="9105"/>
                  </a:lnTo>
                  <a:lnTo>
                    <a:pt x="3047" y="10817"/>
                  </a:lnTo>
                  <a:lnTo>
                    <a:pt x="211" y="8707"/>
                  </a:lnTo>
                  <a:lnTo>
                    <a:pt x="0" y="5071"/>
                  </a:lnTo>
                  <a:lnTo>
                    <a:pt x="684" y="2610"/>
                  </a:lnTo>
                  <a:lnTo>
                    <a:pt x="1191" y="1333"/>
                  </a:lnTo>
                  <a:lnTo>
                    <a:pt x="331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h1818"/>
            <p:cNvSpPr/>
            <p:nvPr/>
          </p:nvSpPr>
          <p:spPr>
            <a:xfrm>
              <a:off x="2761448" y="3085945"/>
              <a:ext cx="15386" cy="13086"/>
            </a:xfrm>
            <a:custGeom>
              <a:avLst/>
              <a:pathLst>
                <a:path w="15386" h="13086">
                  <a:moveTo>
                    <a:pt x="10254" y="1423"/>
                  </a:moveTo>
                  <a:lnTo>
                    <a:pt x="10040" y="4657"/>
                  </a:lnTo>
                  <a:lnTo>
                    <a:pt x="14155" y="9380"/>
                  </a:lnTo>
                  <a:lnTo>
                    <a:pt x="15386" y="13086"/>
                  </a:lnTo>
                  <a:lnTo>
                    <a:pt x="6190" y="12345"/>
                  </a:lnTo>
                  <a:lnTo>
                    <a:pt x="1610" y="11799"/>
                  </a:lnTo>
                  <a:lnTo>
                    <a:pt x="2868" y="8696"/>
                  </a:lnTo>
                  <a:lnTo>
                    <a:pt x="3637" y="7417"/>
                  </a:lnTo>
                  <a:lnTo>
                    <a:pt x="183" y="5858"/>
                  </a:lnTo>
                  <a:lnTo>
                    <a:pt x="0" y="4915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h1819"/>
            <p:cNvSpPr/>
            <p:nvPr/>
          </p:nvSpPr>
          <p:spPr>
            <a:xfrm>
              <a:off x="2742297" y="3083143"/>
              <a:ext cx="25086" cy="24449"/>
            </a:xfrm>
            <a:custGeom>
              <a:avLst/>
              <a:pathLst>
                <a:path w="25086" h="24449">
                  <a:moveTo>
                    <a:pt x="23430" y="492"/>
                  </a:moveTo>
                  <a:lnTo>
                    <a:pt x="25086" y="2801"/>
                  </a:lnTo>
                  <a:lnTo>
                    <a:pt x="19151" y="7716"/>
                  </a:lnTo>
                  <a:lnTo>
                    <a:pt x="19334" y="8659"/>
                  </a:lnTo>
                  <a:lnTo>
                    <a:pt x="22788" y="10218"/>
                  </a:lnTo>
                  <a:lnTo>
                    <a:pt x="22020" y="11497"/>
                  </a:lnTo>
                  <a:lnTo>
                    <a:pt x="15133" y="13221"/>
                  </a:lnTo>
                  <a:lnTo>
                    <a:pt x="7543" y="17029"/>
                  </a:lnTo>
                  <a:lnTo>
                    <a:pt x="6215" y="18354"/>
                  </a:lnTo>
                  <a:lnTo>
                    <a:pt x="8256" y="18816"/>
                  </a:lnTo>
                  <a:lnTo>
                    <a:pt x="7377" y="23701"/>
                  </a:lnTo>
                  <a:lnTo>
                    <a:pt x="890" y="24449"/>
                  </a:lnTo>
                  <a:lnTo>
                    <a:pt x="0" y="22150"/>
                  </a:lnTo>
                  <a:lnTo>
                    <a:pt x="264" y="15067"/>
                  </a:lnTo>
                  <a:lnTo>
                    <a:pt x="2205" y="12523"/>
                  </a:lnTo>
                  <a:lnTo>
                    <a:pt x="8015" y="12961"/>
                  </a:lnTo>
                  <a:lnTo>
                    <a:pt x="14219" y="9922"/>
                  </a:lnTo>
                  <a:lnTo>
                    <a:pt x="17227" y="6878"/>
                  </a:lnTo>
                  <a:lnTo>
                    <a:pt x="17748" y="5364"/>
                  </a:lnTo>
                  <a:lnTo>
                    <a:pt x="20916" y="4642"/>
                  </a:lnTo>
                  <a:lnTo>
                    <a:pt x="21056" y="919"/>
                  </a:lnTo>
                  <a:lnTo>
                    <a:pt x="2196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h1820"/>
            <p:cNvSpPr/>
            <p:nvPr/>
          </p:nvSpPr>
          <p:spPr>
            <a:xfrm>
              <a:off x="2748578" y="3172495"/>
              <a:ext cx="17565" cy="12645"/>
            </a:xfrm>
            <a:custGeom>
              <a:avLst/>
              <a:pathLst>
                <a:path w="17565" h="12645">
                  <a:moveTo>
                    <a:pt x="17565" y="61"/>
                  </a:moveTo>
                  <a:lnTo>
                    <a:pt x="12758" y="10230"/>
                  </a:lnTo>
                  <a:lnTo>
                    <a:pt x="13562" y="10950"/>
                  </a:lnTo>
                  <a:lnTo>
                    <a:pt x="13134" y="11580"/>
                  </a:lnTo>
                  <a:lnTo>
                    <a:pt x="10995" y="12521"/>
                  </a:lnTo>
                  <a:lnTo>
                    <a:pt x="6953" y="11957"/>
                  </a:lnTo>
                  <a:lnTo>
                    <a:pt x="6509" y="12645"/>
                  </a:lnTo>
                  <a:lnTo>
                    <a:pt x="0" y="9684"/>
                  </a:lnTo>
                  <a:lnTo>
                    <a:pt x="1003" y="7357"/>
                  </a:lnTo>
                  <a:lnTo>
                    <a:pt x="4376" y="5654"/>
                  </a:lnTo>
                  <a:lnTo>
                    <a:pt x="5447" y="3449"/>
                  </a:lnTo>
                  <a:lnTo>
                    <a:pt x="6963" y="3935"/>
                  </a:lnTo>
                  <a:lnTo>
                    <a:pt x="12136" y="3089"/>
                  </a:lnTo>
                  <a:lnTo>
                    <a:pt x="1652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h1821"/>
            <p:cNvSpPr/>
            <p:nvPr/>
          </p:nvSpPr>
          <p:spPr>
            <a:xfrm>
              <a:off x="2894180" y="2997241"/>
              <a:ext cx="11167" cy="26427"/>
            </a:xfrm>
            <a:custGeom>
              <a:avLst/>
              <a:pathLst>
                <a:path w="11167" h="26427">
                  <a:moveTo>
                    <a:pt x="6475" y="0"/>
                  </a:moveTo>
                  <a:lnTo>
                    <a:pt x="8299" y="2021"/>
                  </a:lnTo>
                  <a:lnTo>
                    <a:pt x="7824" y="7961"/>
                  </a:lnTo>
                  <a:lnTo>
                    <a:pt x="6278" y="11787"/>
                  </a:lnTo>
                  <a:lnTo>
                    <a:pt x="8536" y="13541"/>
                  </a:lnTo>
                  <a:lnTo>
                    <a:pt x="11167" y="13309"/>
                  </a:lnTo>
                  <a:lnTo>
                    <a:pt x="10594" y="19502"/>
                  </a:lnTo>
                  <a:lnTo>
                    <a:pt x="9687" y="20951"/>
                  </a:lnTo>
                  <a:lnTo>
                    <a:pt x="5735" y="25859"/>
                  </a:lnTo>
                  <a:lnTo>
                    <a:pt x="2583" y="26427"/>
                  </a:lnTo>
                  <a:lnTo>
                    <a:pt x="4602" y="17411"/>
                  </a:lnTo>
                  <a:lnTo>
                    <a:pt x="1555" y="15828"/>
                  </a:lnTo>
                  <a:lnTo>
                    <a:pt x="0" y="15960"/>
                  </a:lnTo>
                  <a:lnTo>
                    <a:pt x="823" y="13491"/>
                  </a:lnTo>
                  <a:lnTo>
                    <a:pt x="171" y="12435"/>
                  </a:lnTo>
                  <a:lnTo>
                    <a:pt x="1402" y="10402"/>
                  </a:lnTo>
                  <a:lnTo>
                    <a:pt x="4901" y="8406"/>
                  </a:lnTo>
                  <a:lnTo>
                    <a:pt x="5056" y="26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h1822"/>
            <p:cNvSpPr/>
            <p:nvPr/>
          </p:nvSpPr>
          <p:spPr>
            <a:xfrm>
              <a:off x="2838232" y="3148799"/>
              <a:ext cx="5334" cy="6513"/>
            </a:xfrm>
            <a:custGeom>
              <a:avLst/>
              <a:pathLst>
                <a:path w="5334" h="6513">
                  <a:moveTo>
                    <a:pt x="5334" y="2771"/>
                  </a:moveTo>
                  <a:lnTo>
                    <a:pt x="4186" y="6513"/>
                  </a:lnTo>
                  <a:lnTo>
                    <a:pt x="518" y="4983"/>
                  </a:lnTo>
                  <a:lnTo>
                    <a:pt x="0" y="3553"/>
                  </a:lnTo>
                  <a:lnTo>
                    <a:pt x="1152" y="1702"/>
                  </a:lnTo>
                  <a:lnTo>
                    <a:pt x="119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h1823"/>
            <p:cNvSpPr/>
            <p:nvPr/>
          </p:nvSpPr>
          <p:spPr>
            <a:xfrm>
              <a:off x="2897262" y="3166253"/>
              <a:ext cx="18740" cy="18238"/>
            </a:xfrm>
            <a:custGeom>
              <a:avLst/>
              <a:pathLst>
                <a:path w="18740" h="18238">
                  <a:moveTo>
                    <a:pt x="11366" y="1600"/>
                  </a:moveTo>
                  <a:lnTo>
                    <a:pt x="14765" y="1339"/>
                  </a:lnTo>
                  <a:lnTo>
                    <a:pt x="17502" y="4146"/>
                  </a:lnTo>
                  <a:lnTo>
                    <a:pt x="18641" y="6624"/>
                  </a:lnTo>
                  <a:lnTo>
                    <a:pt x="18740" y="9532"/>
                  </a:lnTo>
                  <a:lnTo>
                    <a:pt x="16311" y="11457"/>
                  </a:lnTo>
                  <a:lnTo>
                    <a:pt x="18161" y="11464"/>
                  </a:lnTo>
                  <a:lnTo>
                    <a:pt x="14697" y="14151"/>
                  </a:lnTo>
                  <a:lnTo>
                    <a:pt x="10310" y="12804"/>
                  </a:lnTo>
                  <a:lnTo>
                    <a:pt x="8632" y="12417"/>
                  </a:lnTo>
                  <a:lnTo>
                    <a:pt x="1890" y="16681"/>
                  </a:lnTo>
                  <a:lnTo>
                    <a:pt x="1675" y="18238"/>
                  </a:lnTo>
                  <a:lnTo>
                    <a:pt x="0" y="18011"/>
                  </a:lnTo>
                  <a:lnTo>
                    <a:pt x="1319" y="15214"/>
                  </a:lnTo>
                  <a:lnTo>
                    <a:pt x="2900" y="14552"/>
                  </a:lnTo>
                  <a:lnTo>
                    <a:pt x="6240" y="12494"/>
                  </a:lnTo>
                  <a:lnTo>
                    <a:pt x="7739" y="10850"/>
                  </a:lnTo>
                  <a:lnTo>
                    <a:pt x="7725" y="9884"/>
                  </a:lnTo>
                  <a:lnTo>
                    <a:pt x="6209" y="7567"/>
                  </a:lnTo>
                  <a:lnTo>
                    <a:pt x="1703" y="7186"/>
                  </a:lnTo>
                  <a:lnTo>
                    <a:pt x="2733" y="3931"/>
                  </a:lnTo>
                  <a:lnTo>
                    <a:pt x="961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h1824"/>
            <p:cNvSpPr/>
            <p:nvPr/>
          </p:nvSpPr>
          <p:spPr>
            <a:xfrm>
              <a:off x="2763895" y="3118247"/>
              <a:ext cx="6922" cy="6148"/>
            </a:xfrm>
            <a:custGeom>
              <a:avLst/>
              <a:pathLst>
                <a:path w="6922" h="6148">
                  <a:moveTo>
                    <a:pt x="3022" y="0"/>
                  </a:moveTo>
                  <a:lnTo>
                    <a:pt x="6922" y="2423"/>
                  </a:lnTo>
                  <a:lnTo>
                    <a:pt x="6774" y="6148"/>
                  </a:lnTo>
                  <a:lnTo>
                    <a:pt x="0" y="250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h1825"/>
            <p:cNvSpPr/>
            <p:nvPr/>
          </p:nvSpPr>
          <p:spPr>
            <a:xfrm>
              <a:off x="2862187" y="3093388"/>
              <a:ext cx="18411" cy="27935"/>
            </a:xfrm>
            <a:custGeom>
              <a:avLst/>
              <a:pathLst>
                <a:path w="18411" h="27935">
                  <a:moveTo>
                    <a:pt x="4533" y="743"/>
                  </a:moveTo>
                  <a:lnTo>
                    <a:pt x="13155" y="2855"/>
                  </a:lnTo>
                  <a:lnTo>
                    <a:pt x="16967" y="1137"/>
                  </a:lnTo>
                  <a:lnTo>
                    <a:pt x="18411" y="2264"/>
                  </a:lnTo>
                  <a:lnTo>
                    <a:pt x="18387" y="5451"/>
                  </a:lnTo>
                  <a:lnTo>
                    <a:pt x="15522" y="7220"/>
                  </a:lnTo>
                  <a:lnTo>
                    <a:pt x="14487" y="9202"/>
                  </a:lnTo>
                  <a:lnTo>
                    <a:pt x="14800" y="10893"/>
                  </a:lnTo>
                  <a:lnTo>
                    <a:pt x="16688" y="12459"/>
                  </a:lnTo>
                  <a:lnTo>
                    <a:pt x="14859" y="17941"/>
                  </a:lnTo>
                  <a:lnTo>
                    <a:pt x="13222" y="20448"/>
                  </a:lnTo>
                  <a:lnTo>
                    <a:pt x="12960" y="24751"/>
                  </a:lnTo>
                  <a:lnTo>
                    <a:pt x="10422" y="27915"/>
                  </a:lnTo>
                  <a:lnTo>
                    <a:pt x="9516" y="27935"/>
                  </a:lnTo>
                  <a:lnTo>
                    <a:pt x="8962" y="25565"/>
                  </a:lnTo>
                  <a:lnTo>
                    <a:pt x="8113" y="25243"/>
                  </a:lnTo>
                  <a:lnTo>
                    <a:pt x="5935" y="26316"/>
                  </a:lnTo>
                  <a:lnTo>
                    <a:pt x="3791" y="25371"/>
                  </a:lnTo>
                  <a:lnTo>
                    <a:pt x="3434" y="22271"/>
                  </a:lnTo>
                  <a:lnTo>
                    <a:pt x="3549" y="15977"/>
                  </a:lnTo>
                  <a:lnTo>
                    <a:pt x="850" y="12829"/>
                  </a:lnTo>
                  <a:lnTo>
                    <a:pt x="3464" y="9645"/>
                  </a:lnTo>
                  <a:lnTo>
                    <a:pt x="2593" y="8366"/>
                  </a:lnTo>
                  <a:lnTo>
                    <a:pt x="0" y="7678"/>
                  </a:lnTo>
                  <a:lnTo>
                    <a:pt x="412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h1826"/>
            <p:cNvSpPr/>
            <p:nvPr/>
          </p:nvSpPr>
          <p:spPr>
            <a:xfrm>
              <a:off x="2868642" y="2995062"/>
              <a:ext cx="4988" cy="9605"/>
            </a:xfrm>
            <a:custGeom>
              <a:avLst/>
              <a:pathLst>
                <a:path w="4988" h="9605">
                  <a:moveTo>
                    <a:pt x="3447" y="0"/>
                  </a:moveTo>
                  <a:lnTo>
                    <a:pt x="4988" y="6250"/>
                  </a:lnTo>
                  <a:lnTo>
                    <a:pt x="605" y="9605"/>
                  </a:lnTo>
                  <a:lnTo>
                    <a:pt x="0" y="200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h1827"/>
            <p:cNvSpPr/>
            <p:nvPr/>
          </p:nvSpPr>
          <p:spPr>
            <a:xfrm>
              <a:off x="2800004" y="2956568"/>
              <a:ext cx="12556" cy="17029"/>
            </a:xfrm>
            <a:custGeom>
              <a:avLst/>
              <a:pathLst>
                <a:path w="12556" h="17029">
                  <a:moveTo>
                    <a:pt x="10170" y="223"/>
                  </a:moveTo>
                  <a:lnTo>
                    <a:pt x="12556" y="1334"/>
                  </a:lnTo>
                  <a:lnTo>
                    <a:pt x="11567" y="4588"/>
                  </a:lnTo>
                  <a:lnTo>
                    <a:pt x="8423" y="8246"/>
                  </a:lnTo>
                  <a:lnTo>
                    <a:pt x="6292" y="14942"/>
                  </a:lnTo>
                  <a:lnTo>
                    <a:pt x="4789" y="17023"/>
                  </a:lnTo>
                  <a:lnTo>
                    <a:pt x="3269" y="17029"/>
                  </a:lnTo>
                  <a:lnTo>
                    <a:pt x="3257" y="15444"/>
                  </a:lnTo>
                  <a:lnTo>
                    <a:pt x="276" y="12929"/>
                  </a:lnTo>
                  <a:lnTo>
                    <a:pt x="0" y="11766"/>
                  </a:lnTo>
                  <a:lnTo>
                    <a:pt x="985" y="11322"/>
                  </a:lnTo>
                  <a:lnTo>
                    <a:pt x="5237" y="5886"/>
                  </a:lnTo>
                  <a:lnTo>
                    <a:pt x="6020" y="1009"/>
                  </a:lnTo>
                  <a:lnTo>
                    <a:pt x="770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h1828"/>
            <p:cNvSpPr/>
            <p:nvPr/>
          </p:nvSpPr>
          <p:spPr>
            <a:xfrm>
              <a:off x="2884683" y="3149668"/>
              <a:ext cx="23862" cy="24186"/>
            </a:xfrm>
            <a:custGeom>
              <a:avLst/>
              <a:pathLst>
                <a:path w="23862" h="24186">
                  <a:moveTo>
                    <a:pt x="17119" y="46"/>
                  </a:moveTo>
                  <a:lnTo>
                    <a:pt x="23862" y="0"/>
                  </a:lnTo>
                  <a:lnTo>
                    <a:pt x="21211" y="4542"/>
                  </a:lnTo>
                  <a:lnTo>
                    <a:pt x="23509" y="6272"/>
                  </a:lnTo>
                  <a:lnTo>
                    <a:pt x="21434" y="12618"/>
                  </a:lnTo>
                  <a:lnTo>
                    <a:pt x="17914" y="13754"/>
                  </a:lnTo>
                  <a:lnTo>
                    <a:pt x="16333" y="12895"/>
                  </a:lnTo>
                  <a:lnTo>
                    <a:pt x="13273" y="20900"/>
                  </a:lnTo>
                  <a:lnTo>
                    <a:pt x="7071" y="24186"/>
                  </a:lnTo>
                  <a:lnTo>
                    <a:pt x="6231" y="24151"/>
                  </a:lnTo>
                  <a:lnTo>
                    <a:pt x="3350" y="20209"/>
                  </a:lnTo>
                  <a:lnTo>
                    <a:pt x="1695" y="20268"/>
                  </a:lnTo>
                  <a:lnTo>
                    <a:pt x="3939" y="15426"/>
                  </a:lnTo>
                  <a:lnTo>
                    <a:pt x="1446" y="13333"/>
                  </a:lnTo>
                  <a:lnTo>
                    <a:pt x="229" y="12198"/>
                  </a:lnTo>
                  <a:lnTo>
                    <a:pt x="0" y="8320"/>
                  </a:lnTo>
                  <a:lnTo>
                    <a:pt x="1768" y="4536"/>
                  </a:lnTo>
                  <a:lnTo>
                    <a:pt x="6672" y="7130"/>
                  </a:lnTo>
                  <a:lnTo>
                    <a:pt x="8015" y="5184"/>
                  </a:lnTo>
                  <a:lnTo>
                    <a:pt x="6661" y="3870"/>
                  </a:lnTo>
                  <a:lnTo>
                    <a:pt x="8664" y="2088"/>
                  </a:lnTo>
                  <a:lnTo>
                    <a:pt x="13420" y="25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h1829"/>
            <p:cNvSpPr/>
            <p:nvPr/>
          </p:nvSpPr>
          <p:spPr>
            <a:xfrm>
              <a:off x="2831041" y="3158167"/>
              <a:ext cx="20713" cy="23659"/>
            </a:xfrm>
            <a:custGeom>
              <a:avLst/>
              <a:pathLst>
                <a:path w="20713" h="23659">
                  <a:moveTo>
                    <a:pt x="6722" y="12"/>
                  </a:moveTo>
                  <a:lnTo>
                    <a:pt x="6759" y="2160"/>
                  </a:lnTo>
                  <a:lnTo>
                    <a:pt x="7858" y="2970"/>
                  </a:lnTo>
                  <a:lnTo>
                    <a:pt x="10225" y="3430"/>
                  </a:lnTo>
                  <a:lnTo>
                    <a:pt x="12080" y="2282"/>
                  </a:lnTo>
                  <a:lnTo>
                    <a:pt x="14083" y="4943"/>
                  </a:lnTo>
                  <a:lnTo>
                    <a:pt x="13527" y="8373"/>
                  </a:lnTo>
                  <a:lnTo>
                    <a:pt x="11614" y="12210"/>
                  </a:lnTo>
                  <a:lnTo>
                    <a:pt x="12231" y="13005"/>
                  </a:lnTo>
                  <a:lnTo>
                    <a:pt x="16132" y="12468"/>
                  </a:lnTo>
                  <a:lnTo>
                    <a:pt x="18232" y="13431"/>
                  </a:lnTo>
                  <a:lnTo>
                    <a:pt x="18337" y="14717"/>
                  </a:lnTo>
                  <a:lnTo>
                    <a:pt x="15904" y="15838"/>
                  </a:lnTo>
                  <a:lnTo>
                    <a:pt x="18112" y="18309"/>
                  </a:lnTo>
                  <a:lnTo>
                    <a:pt x="20713" y="19209"/>
                  </a:lnTo>
                  <a:lnTo>
                    <a:pt x="17682" y="23659"/>
                  </a:lnTo>
                  <a:lnTo>
                    <a:pt x="14306" y="20859"/>
                  </a:lnTo>
                  <a:lnTo>
                    <a:pt x="13867" y="21814"/>
                  </a:lnTo>
                  <a:lnTo>
                    <a:pt x="10799" y="20052"/>
                  </a:lnTo>
                  <a:lnTo>
                    <a:pt x="5190" y="19242"/>
                  </a:lnTo>
                  <a:lnTo>
                    <a:pt x="3621" y="20227"/>
                  </a:lnTo>
                  <a:lnTo>
                    <a:pt x="3089" y="18356"/>
                  </a:lnTo>
                  <a:lnTo>
                    <a:pt x="5767" y="12260"/>
                  </a:lnTo>
                  <a:lnTo>
                    <a:pt x="5619" y="9578"/>
                  </a:lnTo>
                  <a:lnTo>
                    <a:pt x="0" y="5423"/>
                  </a:lnTo>
                  <a:lnTo>
                    <a:pt x="3909" y="0"/>
                  </a:lnTo>
                  <a:lnTo>
                    <a:pt x="5137" y="6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h1830"/>
            <p:cNvSpPr/>
            <p:nvPr/>
          </p:nvSpPr>
          <p:spPr>
            <a:xfrm>
              <a:off x="2821312" y="3101754"/>
              <a:ext cx="22344" cy="24879"/>
            </a:xfrm>
            <a:custGeom>
              <a:avLst/>
              <a:pathLst>
                <a:path w="22344" h="24879">
                  <a:moveTo>
                    <a:pt x="4251" y="382"/>
                  </a:moveTo>
                  <a:lnTo>
                    <a:pt x="10851" y="3650"/>
                  </a:lnTo>
                  <a:lnTo>
                    <a:pt x="12287" y="2680"/>
                  </a:lnTo>
                  <a:lnTo>
                    <a:pt x="17754" y="7395"/>
                  </a:lnTo>
                  <a:lnTo>
                    <a:pt x="22344" y="9124"/>
                  </a:lnTo>
                  <a:lnTo>
                    <a:pt x="18320" y="12033"/>
                  </a:lnTo>
                  <a:lnTo>
                    <a:pt x="12530" y="17922"/>
                  </a:lnTo>
                  <a:lnTo>
                    <a:pt x="9220" y="23407"/>
                  </a:lnTo>
                  <a:lnTo>
                    <a:pt x="9697" y="24879"/>
                  </a:lnTo>
                  <a:lnTo>
                    <a:pt x="5168" y="22118"/>
                  </a:lnTo>
                  <a:lnTo>
                    <a:pt x="5499" y="21764"/>
                  </a:lnTo>
                  <a:lnTo>
                    <a:pt x="2620" y="20531"/>
                  </a:lnTo>
                  <a:lnTo>
                    <a:pt x="2412" y="21250"/>
                  </a:lnTo>
                  <a:lnTo>
                    <a:pt x="1470" y="20956"/>
                  </a:lnTo>
                  <a:lnTo>
                    <a:pt x="768" y="20026"/>
                  </a:lnTo>
                  <a:lnTo>
                    <a:pt x="0" y="17742"/>
                  </a:lnTo>
                  <a:lnTo>
                    <a:pt x="1365" y="16653"/>
                  </a:lnTo>
                  <a:lnTo>
                    <a:pt x="6623" y="17667"/>
                  </a:lnTo>
                  <a:lnTo>
                    <a:pt x="7806" y="16273"/>
                  </a:lnTo>
                  <a:lnTo>
                    <a:pt x="6228" y="12959"/>
                  </a:lnTo>
                  <a:lnTo>
                    <a:pt x="4724" y="14200"/>
                  </a:lnTo>
                  <a:lnTo>
                    <a:pt x="2220" y="12873"/>
                  </a:lnTo>
                  <a:lnTo>
                    <a:pt x="1580" y="11460"/>
                  </a:lnTo>
                  <a:lnTo>
                    <a:pt x="2018" y="8954"/>
                  </a:lnTo>
                  <a:lnTo>
                    <a:pt x="3567" y="8541"/>
                  </a:lnTo>
                  <a:lnTo>
                    <a:pt x="3894" y="4708"/>
                  </a:lnTo>
                  <a:lnTo>
                    <a:pt x="260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h1831"/>
            <p:cNvSpPr/>
            <p:nvPr/>
          </p:nvSpPr>
          <p:spPr>
            <a:xfrm>
              <a:off x="2836516" y="3143100"/>
              <a:ext cx="5334" cy="5385"/>
            </a:xfrm>
            <a:custGeom>
              <a:avLst/>
              <a:pathLst>
                <a:path w="5334" h="5385">
                  <a:moveTo>
                    <a:pt x="5334" y="1118"/>
                  </a:moveTo>
                  <a:lnTo>
                    <a:pt x="2551" y="4521"/>
                  </a:lnTo>
                  <a:lnTo>
                    <a:pt x="880" y="5385"/>
                  </a:lnTo>
                  <a:lnTo>
                    <a:pt x="0" y="4221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h1832"/>
            <p:cNvSpPr/>
            <p:nvPr/>
          </p:nvSpPr>
          <p:spPr>
            <a:xfrm>
              <a:off x="2776695" y="3166892"/>
              <a:ext cx="10782" cy="14382"/>
            </a:xfrm>
            <a:custGeom>
              <a:avLst/>
              <a:pathLst>
                <a:path w="10782" h="14382">
                  <a:moveTo>
                    <a:pt x="10782" y="2283"/>
                  </a:moveTo>
                  <a:lnTo>
                    <a:pt x="9321" y="5589"/>
                  </a:lnTo>
                  <a:lnTo>
                    <a:pt x="9650" y="7388"/>
                  </a:lnTo>
                  <a:lnTo>
                    <a:pt x="8714" y="12335"/>
                  </a:lnTo>
                  <a:lnTo>
                    <a:pt x="7618" y="13856"/>
                  </a:lnTo>
                  <a:lnTo>
                    <a:pt x="6173" y="14382"/>
                  </a:lnTo>
                  <a:lnTo>
                    <a:pt x="5923" y="9983"/>
                  </a:lnTo>
                  <a:lnTo>
                    <a:pt x="3781" y="8660"/>
                  </a:lnTo>
                  <a:lnTo>
                    <a:pt x="3052" y="8903"/>
                  </a:lnTo>
                  <a:lnTo>
                    <a:pt x="4433" y="4494"/>
                  </a:lnTo>
                  <a:lnTo>
                    <a:pt x="1638" y="7465"/>
                  </a:lnTo>
                  <a:lnTo>
                    <a:pt x="543" y="6554"/>
                  </a:lnTo>
                  <a:lnTo>
                    <a:pt x="0" y="2346"/>
                  </a:lnTo>
                  <a:lnTo>
                    <a:pt x="7990" y="1424"/>
                  </a:lnTo>
                  <a:lnTo>
                    <a:pt x="866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h1833"/>
            <p:cNvSpPr/>
            <p:nvPr/>
          </p:nvSpPr>
          <p:spPr>
            <a:xfrm>
              <a:off x="2864520" y="3130332"/>
              <a:ext cx="37856" cy="33499"/>
            </a:xfrm>
            <a:custGeom>
              <a:avLst/>
              <a:pathLst>
                <a:path w="37856" h="33499">
                  <a:moveTo>
                    <a:pt x="21779" y="10924"/>
                  </a:moveTo>
                  <a:lnTo>
                    <a:pt x="25564" y="12221"/>
                  </a:lnTo>
                  <a:lnTo>
                    <a:pt x="28833" y="10664"/>
                  </a:lnTo>
                  <a:lnTo>
                    <a:pt x="29261" y="13007"/>
                  </a:lnTo>
                  <a:lnTo>
                    <a:pt x="35344" y="13642"/>
                  </a:lnTo>
                  <a:lnTo>
                    <a:pt x="37856" y="18216"/>
                  </a:lnTo>
                  <a:lnTo>
                    <a:pt x="37282" y="19382"/>
                  </a:lnTo>
                  <a:lnTo>
                    <a:pt x="33584" y="19587"/>
                  </a:lnTo>
                  <a:lnTo>
                    <a:pt x="28827" y="21424"/>
                  </a:lnTo>
                  <a:lnTo>
                    <a:pt x="26824" y="23206"/>
                  </a:lnTo>
                  <a:lnTo>
                    <a:pt x="28178" y="24519"/>
                  </a:lnTo>
                  <a:lnTo>
                    <a:pt x="26836" y="26466"/>
                  </a:lnTo>
                  <a:lnTo>
                    <a:pt x="21931" y="23872"/>
                  </a:lnTo>
                  <a:lnTo>
                    <a:pt x="20163" y="27656"/>
                  </a:lnTo>
                  <a:lnTo>
                    <a:pt x="20393" y="31534"/>
                  </a:lnTo>
                  <a:lnTo>
                    <a:pt x="21609" y="32668"/>
                  </a:lnTo>
                  <a:lnTo>
                    <a:pt x="19821" y="33499"/>
                  </a:lnTo>
                  <a:lnTo>
                    <a:pt x="17283" y="28581"/>
                  </a:lnTo>
                  <a:lnTo>
                    <a:pt x="10292" y="26824"/>
                  </a:lnTo>
                  <a:lnTo>
                    <a:pt x="10307" y="25146"/>
                  </a:lnTo>
                  <a:lnTo>
                    <a:pt x="8699" y="24833"/>
                  </a:lnTo>
                  <a:lnTo>
                    <a:pt x="6224" y="22589"/>
                  </a:lnTo>
                  <a:lnTo>
                    <a:pt x="2777" y="18319"/>
                  </a:lnTo>
                  <a:lnTo>
                    <a:pt x="3484" y="14560"/>
                  </a:lnTo>
                  <a:lnTo>
                    <a:pt x="0" y="11424"/>
                  </a:lnTo>
                  <a:lnTo>
                    <a:pt x="777" y="9923"/>
                  </a:lnTo>
                  <a:lnTo>
                    <a:pt x="9319" y="10031"/>
                  </a:lnTo>
                  <a:lnTo>
                    <a:pt x="11346" y="11295"/>
                  </a:lnTo>
                  <a:lnTo>
                    <a:pt x="1648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h1834"/>
            <p:cNvSpPr/>
            <p:nvPr/>
          </p:nvSpPr>
          <p:spPr>
            <a:xfrm>
              <a:off x="2794456" y="2950254"/>
              <a:ext cx="15718" cy="17636"/>
            </a:xfrm>
            <a:custGeom>
              <a:avLst/>
              <a:pathLst>
                <a:path w="15718" h="17636">
                  <a:moveTo>
                    <a:pt x="11528" y="77"/>
                  </a:moveTo>
                  <a:lnTo>
                    <a:pt x="14070" y="2154"/>
                  </a:lnTo>
                  <a:lnTo>
                    <a:pt x="15718" y="6537"/>
                  </a:lnTo>
                  <a:lnTo>
                    <a:pt x="13254" y="6313"/>
                  </a:lnTo>
                  <a:lnTo>
                    <a:pt x="11568" y="7323"/>
                  </a:lnTo>
                  <a:lnTo>
                    <a:pt x="10785" y="12200"/>
                  </a:lnTo>
                  <a:lnTo>
                    <a:pt x="6533" y="17636"/>
                  </a:lnTo>
                  <a:lnTo>
                    <a:pt x="839" y="12866"/>
                  </a:lnTo>
                  <a:lnTo>
                    <a:pt x="0" y="12206"/>
                  </a:lnTo>
                  <a:lnTo>
                    <a:pt x="26" y="10498"/>
                  </a:lnTo>
                  <a:lnTo>
                    <a:pt x="1742" y="10849"/>
                  </a:lnTo>
                  <a:lnTo>
                    <a:pt x="1889" y="10217"/>
                  </a:lnTo>
                  <a:lnTo>
                    <a:pt x="922" y="8158"/>
                  </a:lnTo>
                  <a:lnTo>
                    <a:pt x="2196" y="7406"/>
                  </a:lnTo>
                  <a:lnTo>
                    <a:pt x="2092" y="3379"/>
                  </a:lnTo>
                  <a:lnTo>
                    <a:pt x="8922" y="1718"/>
                  </a:lnTo>
                  <a:lnTo>
                    <a:pt x="1032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h1835"/>
            <p:cNvSpPr/>
            <p:nvPr/>
          </p:nvSpPr>
          <p:spPr>
            <a:xfrm>
              <a:off x="2887387" y="3073485"/>
              <a:ext cx="24903" cy="22644"/>
            </a:xfrm>
            <a:custGeom>
              <a:avLst/>
              <a:pathLst>
                <a:path w="24903" h="22644">
                  <a:moveTo>
                    <a:pt x="24241" y="452"/>
                  </a:moveTo>
                  <a:lnTo>
                    <a:pt x="24903" y="2039"/>
                  </a:lnTo>
                  <a:lnTo>
                    <a:pt x="24365" y="2745"/>
                  </a:lnTo>
                  <a:lnTo>
                    <a:pt x="18957" y="1809"/>
                  </a:lnTo>
                  <a:lnTo>
                    <a:pt x="16385" y="2076"/>
                  </a:lnTo>
                  <a:lnTo>
                    <a:pt x="23484" y="3577"/>
                  </a:lnTo>
                  <a:lnTo>
                    <a:pt x="24430" y="7092"/>
                  </a:lnTo>
                  <a:lnTo>
                    <a:pt x="22225" y="8368"/>
                  </a:lnTo>
                  <a:lnTo>
                    <a:pt x="19343" y="7247"/>
                  </a:lnTo>
                  <a:lnTo>
                    <a:pt x="17539" y="11374"/>
                  </a:lnTo>
                  <a:lnTo>
                    <a:pt x="23177" y="16848"/>
                  </a:lnTo>
                  <a:lnTo>
                    <a:pt x="24697" y="18722"/>
                  </a:lnTo>
                  <a:lnTo>
                    <a:pt x="24422" y="19715"/>
                  </a:lnTo>
                  <a:lnTo>
                    <a:pt x="23073" y="20748"/>
                  </a:lnTo>
                  <a:lnTo>
                    <a:pt x="20444" y="18716"/>
                  </a:lnTo>
                  <a:lnTo>
                    <a:pt x="14500" y="16793"/>
                  </a:lnTo>
                  <a:lnTo>
                    <a:pt x="12737" y="20922"/>
                  </a:lnTo>
                  <a:lnTo>
                    <a:pt x="12490" y="21715"/>
                  </a:lnTo>
                  <a:lnTo>
                    <a:pt x="9275" y="22644"/>
                  </a:lnTo>
                  <a:lnTo>
                    <a:pt x="8990" y="20938"/>
                  </a:lnTo>
                  <a:lnTo>
                    <a:pt x="11609" y="20019"/>
                  </a:lnTo>
                  <a:lnTo>
                    <a:pt x="9856" y="16764"/>
                  </a:lnTo>
                  <a:lnTo>
                    <a:pt x="7460" y="17837"/>
                  </a:lnTo>
                  <a:lnTo>
                    <a:pt x="4182" y="17224"/>
                  </a:lnTo>
                  <a:lnTo>
                    <a:pt x="2128" y="15939"/>
                  </a:lnTo>
                  <a:lnTo>
                    <a:pt x="0" y="8566"/>
                  </a:lnTo>
                  <a:lnTo>
                    <a:pt x="942" y="7090"/>
                  </a:lnTo>
                  <a:lnTo>
                    <a:pt x="3454" y="5737"/>
                  </a:lnTo>
                  <a:lnTo>
                    <a:pt x="3804" y="3830"/>
                  </a:lnTo>
                  <a:lnTo>
                    <a:pt x="6856" y="1318"/>
                  </a:lnTo>
                  <a:lnTo>
                    <a:pt x="9524" y="2213"/>
                  </a:lnTo>
                  <a:lnTo>
                    <a:pt x="14509" y="2257"/>
                  </a:lnTo>
                  <a:lnTo>
                    <a:pt x="15959" y="1885"/>
                  </a:lnTo>
                  <a:lnTo>
                    <a:pt x="1725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h1836"/>
            <p:cNvSpPr/>
            <p:nvPr/>
          </p:nvSpPr>
          <p:spPr>
            <a:xfrm>
              <a:off x="2805828" y="3193607"/>
              <a:ext cx="26156" cy="22471"/>
            </a:xfrm>
            <a:custGeom>
              <a:avLst/>
              <a:pathLst>
                <a:path w="26156" h="22471">
                  <a:moveTo>
                    <a:pt x="14138" y="0"/>
                  </a:moveTo>
                  <a:lnTo>
                    <a:pt x="16482" y="2119"/>
                  </a:lnTo>
                  <a:lnTo>
                    <a:pt x="20276" y="2293"/>
                  </a:lnTo>
                  <a:lnTo>
                    <a:pt x="23730" y="7690"/>
                  </a:lnTo>
                  <a:lnTo>
                    <a:pt x="26156" y="13963"/>
                  </a:lnTo>
                  <a:lnTo>
                    <a:pt x="24514" y="19789"/>
                  </a:lnTo>
                  <a:lnTo>
                    <a:pt x="25580" y="21671"/>
                  </a:lnTo>
                  <a:lnTo>
                    <a:pt x="17330" y="22471"/>
                  </a:lnTo>
                  <a:lnTo>
                    <a:pt x="4236" y="19081"/>
                  </a:lnTo>
                  <a:lnTo>
                    <a:pt x="2233" y="19475"/>
                  </a:lnTo>
                  <a:lnTo>
                    <a:pt x="187" y="18785"/>
                  </a:lnTo>
                  <a:lnTo>
                    <a:pt x="794" y="12724"/>
                  </a:lnTo>
                  <a:lnTo>
                    <a:pt x="0" y="12525"/>
                  </a:lnTo>
                  <a:lnTo>
                    <a:pt x="721" y="10978"/>
                  </a:lnTo>
                  <a:lnTo>
                    <a:pt x="7644" y="10146"/>
                  </a:lnTo>
                  <a:lnTo>
                    <a:pt x="7709" y="9274"/>
                  </a:lnTo>
                  <a:lnTo>
                    <a:pt x="4255" y="8031"/>
                  </a:lnTo>
                  <a:lnTo>
                    <a:pt x="5312" y="4768"/>
                  </a:lnTo>
                  <a:lnTo>
                    <a:pt x="6478" y="5129"/>
                  </a:lnTo>
                  <a:lnTo>
                    <a:pt x="7143" y="2103"/>
                  </a:lnTo>
                  <a:lnTo>
                    <a:pt x="10056" y="51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h1837"/>
            <p:cNvSpPr/>
            <p:nvPr/>
          </p:nvSpPr>
          <p:spPr>
            <a:xfrm>
              <a:off x="2885474" y="2998357"/>
              <a:ext cx="8413" cy="14399"/>
            </a:xfrm>
            <a:custGeom>
              <a:avLst/>
              <a:pathLst>
                <a:path w="8413" h="14399">
                  <a:moveTo>
                    <a:pt x="8413" y="2491"/>
                  </a:moveTo>
                  <a:lnTo>
                    <a:pt x="7952" y="3633"/>
                  </a:lnTo>
                  <a:lnTo>
                    <a:pt x="4504" y="6209"/>
                  </a:lnTo>
                  <a:lnTo>
                    <a:pt x="3108" y="9309"/>
                  </a:lnTo>
                  <a:lnTo>
                    <a:pt x="2612" y="12137"/>
                  </a:lnTo>
                  <a:lnTo>
                    <a:pt x="4069" y="13986"/>
                  </a:lnTo>
                  <a:lnTo>
                    <a:pt x="904" y="14399"/>
                  </a:lnTo>
                  <a:lnTo>
                    <a:pt x="0" y="13222"/>
                  </a:lnTo>
                  <a:lnTo>
                    <a:pt x="356" y="9249"/>
                  </a:lnTo>
                  <a:lnTo>
                    <a:pt x="3922" y="899"/>
                  </a:lnTo>
                  <a:lnTo>
                    <a:pt x="634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h1838"/>
            <p:cNvSpPr/>
            <p:nvPr/>
          </p:nvSpPr>
          <p:spPr>
            <a:xfrm>
              <a:off x="2864114" y="3069894"/>
              <a:ext cx="23159" cy="26349"/>
            </a:xfrm>
            <a:custGeom>
              <a:avLst/>
              <a:pathLst>
                <a:path w="23159" h="26349">
                  <a:moveTo>
                    <a:pt x="5445" y="4074"/>
                  </a:moveTo>
                  <a:lnTo>
                    <a:pt x="6090" y="3903"/>
                  </a:lnTo>
                  <a:lnTo>
                    <a:pt x="7203" y="5541"/>
                  </a:lnTo>
                  <a:lnTo>
                    <a:pt x="10630" y="1622"/>
                  </a:lnTo>
                  <a:lnTo>
                    <a:pt x="12380" y="995"/>
                  </a:lnTo>
                  <a:lnTo>
                    <a:pt x="13110" y="4299"/>
                  </a:lnTo>
                  <a:lnTo>
                    <a:pt x="14639" y="5598"/>
                  </a:lnTo>
                  <a:lnTo>
                    <a:pt x="17861" y="5401"/>
                  </a:lnTo>
                  <a:lnTo>
                    <a:pt x="19122" y="5991"/>
                  </a:lnTo>
                  <a:lnTo>
                    <a:pt x="23159" y="11246"/>
                  </a:lnTo>
                  <a:lnTo>
                    <a:pt x="16666" y="14449"/>
                  </a:lnTo>
                  <a:lnTo>
                    <a:pt x="13559" y="14877"/>
                  </a:lnTo>
                  <a:lnTo>
                    <a:pt x="17233" y="21093"/>
                  </a:lnTo>
                  <a:lnTo>
                    <a:pt x="17451" y="24046"/>
                  </a:lnTo>
                  <a:lnTo>
                    <a:pt x="16484" y="25758"/>
                  </a:lnTo>
                  <a:lnTo>
                    <a:pt x="15039" y="24631"/>
                  </a:lnTo>
                  <a:lnTo>
                    <a:pt x="11228" y="26349"/>
                  </a:lnTo>
                  <a:lnTo>
                    <a:pt x="2605" y="24237"/>
                  </a:lnTo>
                  <a:lnTo>
                    <a:pt x="2194" y="23493"/>
                  </a:lnTo>
                  <a:lnTo>
                    <a:pt x="5195" y="17020"/>
                  </a:lnTo>
                  <a:lnTo>
                    <a:pt x="2489" y="16095"/>
                  </a:lnTo>
                  <a:lnTo>
                    <a:pt x="4971" y="13397"/>
                  </a:lnTo>
                  <a:lnTo>
                    <a:pt x="4117" y="9613"/>
                  </a:lnTo>
                  <a:lnTo>
                    <a:pt x="0" y="8463"/>
                  </a:lnTo>
                  <a:lnTo>
                    <a:pt x="706" y="159"/>
                  </a:lnTo>
                  <a:lnTo>
                    <a:pt x="163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h1839"/>
            <p:cNvSpPr/>
            <p:nvPr/>
          </p:nvSpPr>
          <p:spPr>
            <a:xfrm>
              <a:off x="2800590" y="3242028"/>
              <a:ext cx="14624" cy="21533"/>
            </a:xfrm>
            <a:custGeom>
              <a:avLst/>
              <a:pathLst>
                <a:path w="14624" h="21533">
                  <a:moveTo>
                    <a:pt x="11276" y="1427"/>
                  </a:moveTo>
                  <a:lnTo>
                    <a:pt x="13332" y="4566"/>
                  </a:lnTo>
                  <a:lnTo>
                    <a:pt x="14023" y="4600"/>
                  </a:lnTo>
                  <a:lnTo>
                    <a:pt x="14624" y="7112"/>
                  </a:lnTo>
                  <a:lnTo>
                    <a:pt x="12935" y="17004"/>
                  </a:lnTo>
                  <a:lnTo>
                    <a:pt x="13280" y="19412"/>
                  </a:lnTo>
                  <a:lnTo>
                    <a:pt x="10457" y="20127"/>
                  </a:lnTo>
                  <a:lnTo>
                    <a:pt x="7564" y="21533"/>
                  </a:lnTo>
                  <a:lnTo>
                    <a:pt x="3339" y="20862"/>
                  </a:lnTo>
                  <a:lnTo>
                    <a:pt x="3462" y="15298"/>
                  </a:lnTo>
                  <a:lnTo>
                    <a:pt x="2776" y="13131"/>
                  </a:lnTo>
                  <a:lnTo>
                    <a:pt x="356" y="11768"/>
                  </a:lnTo>
                  <a:lnTo>
                    <a:pt x="0" y="9423"/>
                  </a:lnTo>
                  <a:lnTo>
                    <a:pt x="1507" y="7012"/>
                  </a:lnTo>
                  <a:lnTo>
                    <a:pt x="7" y="4791"/>
                  </a:lnTo>
                  <a:lnTo>
                    <a:pt x="4348" y="3829"/>
                  </a:lnTo>
                  <a:lnTo>
                    <a:pt x="4903" y="504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h1840"/>
            <p:cNvSpPr/>
            <p:nvPr/>
          </p:nvSpPr>
          <p:spPr>
            <a:xfrm>
              <a:off x="2830467" y="2996985"/>
              <a:ext cx="16786" cy="12647"/>
            </a:xfrm>
            <a:custGeom>
              <a:avLst/>
              <a:pathLst>
                <a:path w="16786" h="12647">
                  <a:moveTo>
                    <a:pt x="16786" y="3802"/>
                  </a:moveTo>
                  <a:lnTo>
                    <a:pt x="11670" y="8958"/>
                  </a:lnTo>
                  <a:lnTo>
                    <a:pt x="9371" y="8463"/>
                  </a:lnTo>
                  <a:lnTo>
                    <a:pt x="8607" y="9195"/>
                  </a:lnTo>
                  <a:lnTo>
                    <a:pt x="8755" y="11820"/>
                  </a:lnTo>
                  <a:lnTo>
                    <a:pt x="7719" y="12647"/>
                  </a:lnTo>
                  <a:lnTo>
                    <a:pt x="6333" y="9711"/>
                  </a:lnTo>
                  <a:lnTo>
                    <a:pt x="196" y="7412"/>
                  </a:lnTo>
                  <a:lnTo>
                    <a:pt x="0" y="4215"/>
                  </a:lnTo>
                  <a:lnTo>
                    <a:pt x="1847" y="3588"/>
                  </a:lnTo>
                  <a:lnTo>
                    <a:pt x="1062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h1841"/>
            <p:cNvSpPr/>
            <p:nvPr/>
          </p:nvSpPr>
          <p:spPr>
            <a:xfrm>
              <a:off x="2761760" y="3154487"/>
              <a:ext cx="15479" cy="19906"/>
            </a:xfrm>
            <a:custGeom>
              <a:avLst/>
              <a:pathLst>
                <a:path w="15479" h="19906">
                  <a:moveTo>
                    <a:pt x="13583" y="1683"/>
                  </a:moveTo>
                  <a:lnTo>
                    <a:pt x="15442" y="4525"/>
                  </a:lnTo>
                  <a:lnTo>
                    <a:pt x="14067" y="5771"/>
                  </a:lnTo>
                  <a:lnTo>
                    <a:pt x="13932" y="7628"/>
                  </a:lnTo>
                  <a:lnTo>
                    <a:pt x="14935" y="14752"/>
                  </a:lnTo>
                  <a:lnTo>
                    <a:pt x="15479" y="18959"/>
                  </a:lnTo>
                  <a:lnTo>
                    <a:pt x="11174" y="19906"/>
                  </a:lnTo>
                  <a:lnTo>
                    <a:pt x="10244" y="19862"/>
                  </a:lnTo>
                  <a:lnTo>
                    <a:pt x="8182" y="16645"/>
                  </a:lnTo>
                  <a:lnTo>
                    <a:pt x="6630" y="16037"/>
                  </a:lnTo>
                  <a:lnTo>
                    <a:pt x="4265" y="17336"/>
                  </a:lnTo>
                  <a:lnTo>
                    <a:pt x="4383" y="18069"/>
                  </a:lnTo>
                  <a:lnTo>
                    <a:pt x="3347" y="18008"/>
                  </a:lnTo>
                  <a:lnTo>
                    <a:pt x="2434" y="15698"/>
                  </a:lnTo>
                  <a:lnTo>
                    <a:pt x="0" y="13522"/>
                  </a:lnTo>
                  <a:lnTo>
                    <a:pt x="790" y="10462"/>
                  </a:lnTo>
                  <a:lnTo>
                    <a:pt x="1000" y="9501"/>
                  </a:lnTo>
                  <a:lnTo>
                    <a:pt x="1142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h1842"/>
            <p:cNvSpPr/>
            <p:nvPr/>
          </p:nvSpPr>
          <p:spPr>
            <a:xfrm>
              <a:off x="2857661" y="3115091"/>
              <a:ext cx="14041" cy="14888"/>
            </a:xfrm>
            <a:custGeom>
              <a:avLst/>
              <a:pathLst>
                <a:path w="14041" h="14888">
                  <a:moveTo>
                    <a:pt x="7959" y="567"/>
                  </a:moveTo>
                  <a:lnTo>
                    <a:pt x="8316" y="3667"/>
                  </a:lnTo>
                  <a:lnTo>
                    <a:pt x="10460" y="4612"/>
                  </a:lnTo>
                  <a:lnTo>
                    <a:pt x="12639" y="3539"/>
                  </a:lnTo>
                  <a:lnTo>
                    <a:pt x="13488" y="3861"/>
                  </a:lnTo>
                  <a:lnTo>
                    <a:pt x="14041" y="6231"/>
                  </a:lnTo>
                  <a:lnTo>
                    <a:pt x="13387" y="9989"/>
                  </a:lnTo>
                  <a:lnTo>
                    <a:pt x="13701" y="13210"/>
                  </a:lnTo>
                  <a:lnTo>
                    <a:pt x="10803" y="14888"/>
                  </a:lnTo>
                  <a:lnTo>
                    <a:pt x="2273" y="14096"/>
                  </a:lnTo>
                  <a:lnTo>
                    <a:pt x="0" y="12780"/>
                  </a:lnTo>
                  <a:lnTo>
                    <a:pt x="1906" y="6457"/>
                  </a:lnTo>
                  <a:lnTo>
                    <a:pt x="3717" y="3852"/>
                  </a:lnTo>
                  <a:lnTo>
                    <a:pt x="4351" y="4641"/>
                  </a:lnTo>
                  <a:lnTo>
                    <a:pt x="6082" y="1865"/>
                  </a:lnTo>
                  <a:lnTo>
                    <a:pt x="5614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h1843"/>
            <p:cNvSpPr/>
            <p:nvPr/>
          </p:nvSpPr>
          <p:spPr>
            <a:xfrm>
              <a:off x="2776401" y="3103432"/>
              <a:ext cx="6976" cy="7391"/>
            </a:xfrm>
            <a:custGeom>
              <a:avLst/>
              <a:pathLst>
                <a:path w="6976" h="7391">
                  <a:moveTo>
                    <a:pt x="4191" y="756"/>
                  </a:moveTo>
                  <a:lnTo>
                    <a:pt x="6251" y="2974"/>
                  </a:lnTo>
                  <a:lnTo>
                    <a:pt x="6976" y="3893"/>
                  </a:lnTo>
                  <a:lnTo>
                    <a:pt x="6403" y="7391"/>
                  </a:lnTo>
                  <a:lnTo>
                    <a:pt x="0" y="6264"/>
                  </a:lnTo>
                  <a:lnTo>
                    <a:pt x="848" y="5775"/>
                  </a:lnTo>
                  <a:lnTo>
                    <a:pt x="347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h1844"/>
            <p:cNvSpPr/>
            <p:nvPr/>
          </p:nvSpPr>
          <p:spPr>
            <a:xfrm>
              <a:off x="2826925" y="2885717"/>
              <a:ext cx="28253" cy="34266"/>
            </a:xfrm>
            <a:custGeom>
              <a:avLst/>
              <a:pathLst>
                <a:path w="28253" h="34266">
                  <a:moveTo>
                    <a:pt x="9840" y="405"/>
                  </a:moveTo>
                  <a:lnTo>
                    <a:pt x="8535" y="3009"/>
                  </a:lnTo>
                  <a:lnTo>
                    <a:pt x="10961" y="4109"/>
                  </a:lnTo>
                  <a:lnTo>
                    <a:pt x="17508" y="1776"/>
                  </a:lnTo>
                  <a:lnTo>
                    <a:pt x="20832" y="2929"/>
                  </a:lnTo>
                  <a:lnTo>
                    <a:pt x="22292" y="4623"/>
                  </a:lnTo>
                  <a:lnTo>
                    <a:pt x="25522" y="4764"/>
                  </a:lnTo>
                  <a:lnTo>
                    <a:pt x="23997" y="12201"/>
                  </a:lnTo>
                  <a:lnTo>
                    <a:pt x="21206" y="14812"/>
                  </a:lnTo>
                  <a:lnTo>
                    <a:pt x="21985" y="23589"/>
                  </a:lnTo>
                  <a:lnTo>
                    <a:pt x="27165" y="27027"/>
                  </a:lnTo>
                  <a:lnTo>
                    <a:pt x="26090" y="29368"/>
                  </a:lnTo>
                  <a:lnTo>
                    <a:pt x="28253" y="31320"/>
                  </a:lnTo>
                  <a:lnTo>
                    <a:pt x="27830" y="34266"/>
                  </a:lnTo>
                  <a:lnTo>
                    <a:pt x="23663" y="33691"/>
                  </a:lnTo>
                  <a:lnTo>
                    <a:pt x="22668" y="30808"/>
                  </a:lnTo>
                  <a:lnTo>
                    <a:pt x="17748" y="33319"/>
                  </a:lnTo>
                  <a:lnTo>
                    <a:pt x="16205" y="30665"/>
                  </a:lnTo>
                  <a:lnTo>
                    <a:pt x="12229" y="30099"/>
                  </a:lnTo>
                  <a:lnTo>
                    <a:pt x="9483" y="30441"/>
                  </a:lnTo>
                  <a:lnTo>
                    <a:pt x="7494" y="31718"/>
                  </a:lnTo>
                  <a:lnTo>
                    <a:pt x="4281" y="22209"/>
                  </a:lnTo>
                  <a:lnTo>
                    <a:pt x="1289" y="22224"/>
                  </a:lnTo>
                  <a:lnTo>
                    <a:pt x="0" y="16419"/>
                  </a:lnTo>
                  <a:lnTo>
                    <a:pt x="3103" y="5678"/>
                  </a:lnTo>
                  <a:lnTo>
                    <a:pt x="4897" y="839"/>
                  </a:lnTo>
                  <a:lnTo>
                    <a:pt x="903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h1845"/>
            <p:cNvSpPr/>
            <p:nvPr/>
          </p:nvSpPr>
          <p:spPr>
            <a:xfrm>
              <a:off x="2772956" y="3129125"/>
              <a:ext cx="7749" cy="8981"/>
            </a:xfrm>
            <a:custGeom>
              <a:avLst/>
              <a:pathLst>
                <a:path w="7749" h="8981">
                  <a:moveTo>
                    <a:pt x="4598" y="0"/>
                  </a:moveTo>
                  <a:lnTo>
                    <a:pt x="6491" y="489"/>
                  </a:lnTo>
                  <a:lnTo>
                    <a:pt x="7749" y="1826"/>
                  </a:lnTo>
                  <a:lnTo>
                    <a:pt x="4914" y="2693"/>
                  </a:lnTo>
                  <a:lnTo>
                    <a:pt x="4617" y="6752"/>
                  </a:lnTo>
                  <a:lnTo>
                    <a:pt x="5391" y="8981"/>
                  </a:lnTo>
                  <a:lnTo>
                    <a:pt x="3331" y="8096"/>
                  </a:lnTo>
                  <a:lnTo>
                    <a:pt x="2240" y="5960"/>
                  </a:lnTo>
                  <a:lnTo>
                    <a:pt x="280" y="5958"/>
                  </a:lnTo>
                  <a:lnTo>
                    <a:pt x="0" y="80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h1846"/>
            <p:cNvSpPr/>
            <p:nvPr/>
          </p:nvSpPr>
          <p:spPr>
            <a:xfrm>
              <a:off x="2893353" y="3138223"/>
              <a:ext cx="18474" cy="11491"/>
            </a:xfrm>
            <a:custGeom>
              <a:avLst/>
              <a:pathLst>
                <a:path w="18474" h="11491">
                  <a:moveTo>
                    <a:pt x="7391" y="10"/>
                  </a:moveTo>
                  <a:lnTo>
                    <a:pt x="10803" y="0"/>
                  </a:lnTo>
                  <a:lnTo>
                    <a:pt x="18474" y="4909"/>
                  </a:lnTo>
                  <a:lnTo>
                    <a:pt x="17472" y="6982"/>
                  </a:lnTo>
                  <a:lnTo>
                    <a:pt x="15550" y="8343"/>
                  </a:lnTo>
                  <a:lnTo>
                    <a:pt x="15257" y="11254"/>
                  </a:lnTo>
                  <a:lnTo>
                    <a:pt x="15192" y="11444"/>
                  </a:lnTo>
                  <a:lnTo>
                    <a:pt x="8449" y="11491"/>
                  </a:lnTo>
                  <a:lnTo>
                    <a:pt x="9023" y="10325"/>
                  </a:lnTo>
                  <a:lnTo>
                    <a:pt x="6511" y="5751"/>
                  </a:lnTo>
                  <a:lnTo>
                    <a:pt x="428" y="5116"/>
                  </a:lnTo>
                  <a:lnTo>
                    <a:pt x="0" y="2773"/>
                  </a:lnTo>
                  <a:lnTo>
                    <a:pt x="1258" y="734"/>
                  </a:lnTo>
                  <a:lnTo>
                    <a:pt x="2186" y="1122"/>
                  </a:lnTo>
                  <a:lnTo>
                    <a:pt x="2577" y="2889"/>
                  </a:lnTo>
                  <a:lnTo>
                    <a:pt x="4650" y="357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h1847"/>
            <p:cNvSpPr/>
            <p:nvPr/>
          </p:nvSpPr>
          <p:spPr>
            <a:xfrm>
              <a:off x="2931704" y="3189642"/>
              <a:ext cx="37503" cy="28822"/>
            </a:xfrm>
            <a:custGeom>
              <a:avLst/>
              <a:pathLst>
                <a:path w="37503" h="28822">
                  <a:moveTo>
                    <a:pt x="34650" y="1481"/>
                  </a:moveTo>
                  <a:lnTo>
                    <a:pt x="36344" y="1182"/>
                  </a:lnTo>
                  <a:lnTo>
                    <a:pt x="37503" y="9420"/>
                  </a:lnTo>
                  <a:lnTo>
                    <a:pt x="35090" y="11161"/>
                  </a:lnTo>
                  <a:lnTo>
                    <a:pt x="33802" y="14644"/>
                  </a:lnTo>
                  <a:lnTo>
                    <a:pt x="29120" y="17710"/>
                  </a:lnTo>
                  <a:lnTo>
                    <a:pt x="27445" y="21825"/>
                  </a:lnTo>
                  <a:lnTo>
                    <a:pt x="24729" y="24135"/>
                  </a:lnTo>
                  <a:lnTo>
                    <a:pt x="22048" y="22965"/>
                  </a:lnTo>
                  <a:lnTo>
                    <a:pt x="19445" y="27137"/>
                  </a:lnTo>
                  <a:lnTo>
                    <a:pt x="17440" y="28822"/>
                  </a:lnTo>
                  <a:lnTo>
                    <a:pt x="13638" y="28170"/>
                  </a:lnTo>
                  <a:lnTo>
                    <a:pt x="11560" y="25321"/>
                  </a:lnTo>
                  <a:lnTo>
                    <a:pt x="12859" y="22143"/>
                  </a:lnTo>
                  <a:lnTo>
                    <a:pt x="11781" y="19690"/>
                  </a:lnTo>
                  <a:lnTo>
                    <a:pt x="3634" y="23020"/>
                  </a:lnTo>
                  <a:lnTo>
                    <a:pt x="1255" y="22073"/>
                  </a:lnTo>
                  <a:lnTo>
                    <a:pt x="0" y="19790"/>
                  </a:lnTo>
                  <a:lnTo>
                    <a:pt x="2605" y="17042"/>
                  </a:lnTo>
                  <a:lnTo>
                    <a:pt x="11664" y="18851"/>
                  </a:lnTo>
                  <a:lnTo>
                    <a:pt x="12988" y="16411"/>
                  </a:lnTo>
                  <a:lnTo>
                    <a:pt x="13081" y="14459"/>
                  </a:lnTo>
                  <a:lnTo>
                    <a:pt x="18364" y="11772"/>
                  </a:lnTo>
                  <a:lnTo>
                    <a:pt x="20751" y="13211"/>
                  </a:lnTo>
                  <a:lnTo>
                    <a:pt x="23615" y="10778"/>
                  </a:lnTo>
                  <a:lnTo>
                    <a:pt x="28498" y="3870"/>
                  </a:lnTo>
                  <a:lnTo>
                    <a:pt x="3113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h1848"/>
            <p:cNvSpPr/>
            <p:nvPr/>
          </p:nvSpPr>
          <p:spPr>
            <a:xfrm>
              <a:off x="2864827" y="2999953"/>
              <a:ext cx="14361" cy="31568"/>
            </a:xfrm>
            <a:custGeom>
              <a:avLst/>
              <a:pathLst>
                <a:path w="14361" h="31568">
                  <a:moveTo>
                    <a:pt x="13893" y="0"/>
                  </a:moveTo>
                  <a:lnTo>
                    <a:pt x="14361" y="12766"/>
                  </a:lnTo>
                  <a:lnTo>
                    <a:pt x="12540" y="16598"/>
                  </a:lnTo>
                  <a:lnTo>
                    <a:pt x="10298" y="19208"/>
                  </a:lnTo>
                  <a:lnTo>
                    <a:pt x="10189" y="22696"/>
                  </a:lnTo>
                  <a:lnTo>
                    <a:pt x="9302" y="22702"/>
                  </a:lnTo>
                  <a:lnTo>
                    <a:pt x="7537" y="24639"/>
                  </a:lnTo>
                  <a:lnTo>
                    <a:pt x="7431" y="31180"/>
                  </a:lnTo>
                  <a:lnTo>
                    <a:pt x="6732" y="31568"/>
                  </a:lnTo>
                  <a:lnTo>
                    <a:pt x="3117" y="25207"/>
                  </a:lnTo>
                  <a:lnTo>
                    <a:pt x="0" y="22137"/>
                  </a:lnTo>
                  <a:lnTo>
                    <a:pt x="18" y="20835"/>
                  </a:lnTo>
                  <a:lnTo>
                    <a:pt x="2307" y="18652"/>
                  </a:lnTo>
                  <a:lnTo>
                    <a:pt x="3337" y="13610"/>
                  </a:lnTo>
                  <a:lnTo>
                    <a:pt x="2711" y="11067"/>
                  </a:lnTo>
                  <a:lnTo>
                    <a:pt x="3120" y="5931"/>
                  </a:lnTo>
                  <a:lnTo>
                    <a:pt x="4420" y="4714"/>
                  </a:lnTo>
                  <a:lnTo>
                    <a:pt x="8803" y="135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h1849"/>
            <p:cNvSpPr/>
            <p:nvPr/>
          </p:nvSpPr>
          <p:spPr>
            <a:xfrm>
              <a:off x="2914534" y="3207608"/>
              <a:ext cx="15892" cy="10187"/>
            </a:xfrm>
            <a:custGeom>
              <a:avLst/>
              <a:pathLst>
                <a:path w="15892" h="10187">
                  <a:moveTo>
                    <a:pt x="14841" y="3153"/>
                  </a:moveTo>
                  <a:lnTo>
                    <a:pt x="15892" y="3568"/>
                  </a:lnTo>
                  <a:lnTo>
                    <a:pt x="15165" y="6518"/>
                  </a:lnTo>
                  <a:lnTo>
                    <a:pt x="12261" y="10052"/>
                  </a:lnTo>
                  <a:lnTo>
                    <a:pt x="11253" y="10187"/>
                  </a:lnTo>
                  <a:lnTo>
                    <a:pt x="7167" y="8755"/>
                  </a:lnTo>
                  <a:lnTo>
                    <a:pt x="5636" y="6804"/>
                  </a:lnTo>
                  <a:lnTo>
                    <a:pt x="1058" y="9141"/>
                  </a:lnTo>
                  <a:lnTo>
                    <a:pt x="0" y="7516"/>
                  </a:lnTo>
                  <a:lnTo>
                    <a:pt x="4456" y="2103"/>
                  </a:lnTo>
                  <a:lnTo>
                    <a:pt x="6177" y="2774"/>
                  </a:lnTo>
                  <a:lnTo>
                    <a:pt x="1334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h1850"/>
            <p:cNvSpPr/>
            <p:nvPr/>
          </p:nvSpPr>
          <p:spPr>
            <a:xfrm>
              <a:off x="2781643" y="3223447"/>
              <a:ext cx="19686" cy="12698"/>
            </a:xfrm>
            <a:custGeom>
              <a:avLst/>
              <a:pathLst>
                <a:path w="19686" h="12698">
                  <a:moveTo>
                    <a:pt x="19686" y="0"/>
                  </a:moveTo>
                  <a:lnTo>
                    <a:pt x="14164" y="7788"/>
                  </a:lnTo>
                  <a:lnTo>
                    <a:pt x="10382" y="12698"/>
                  </a:lnTo>
                  <a:lnTo>
                    <a:pt x="7801" y="12270"/>
                  </a:lnTo>
                  <a:lnTo>
                    <a:pt x="6018" y="10498"/>
                  </a:lnTo>
                  <a:lnTo>
                    <a:pt x="3839" y="9737"/>
                  </a:lnTo>
                  <a:lnTo>
                    <a:pt x="0" y="2840"/>
                  </a:lnTo>
                  <a:lnTo>
                    <a:pt x="412" y="2073"/>
                  </a:lnTo>
                  <a:lnTo>
                    <a:pt x="6375" y="3198"/>
                  </a:lnTo>
                  <a:lnTo>
                    <a:pt x="9772" y="150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h1851"/>
            <p:cNvSpPr/>
            <p:nvPr/>
          </p:nvSpPr>
          <p:spPr>
            <a:xfrm>
              <a:off x="2913123" y="3080789"/>
              <a:ext cx="15471" cy="20749"/>
            </a:xfrm>
            <a:custGeom>
              <a:avLst/>
              <a:pathLst>
                <a:path w="15471" h="20749">
                  <a:moveTo>
                    <a:pt x="6209" y="525"/>
                  </a:moveTo>
                  <a:lnTo>
                    <a:pt x="7027" y="1296"/>
                  </a:lnTo>
                  <a:lnTo>
                    <a:pt x="9152" y="3067"/>
                  </a:lnTo>
                  <a:lnTo>
                    <a:pt x="12004" y="501"/>
                  </a:lnTo>
                  <a:lnTo>
                    <a:pt x="15471" y="1397"/>
                  </a:lnTo>
                  <a:lnTo>
                    <a:pt x="13895" y="1808"/>
                  </a:lnTo>
                  <a:lnTo>
                    <a:pt x="13838" y="8852"/>
                  </a:lnTo>
                  <a:lnTo>
                    <a:pt x="11385" y="15638"/>
                  </a:lnTo>
                  <a:lnTo>
                    <a:pt x="7524" y="18460"/>
                  </a:lnTo>
                  <a:lnTo>
                    <a:pt x="6245" y="19729"/>
                  </a:lnTo>
                  <a:lnTo>
                    <a:pt x="3332" y="20749"/>
                  </a:lnTo>
                  <a:lnTo>
                    <a:pt x="0" y="19721"/>
                  </a:lnTo>
                  <a:lnTo>
                    <a:pt x="1244" y="19464"/>
                  </a:lnTo>
                  <a:lnTo>
                    <a:pt x="266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h1852"/>
            <p:cNvSpPr/>
            <p:nvPr/>
          </p:nvSpPr>
          <p:spPr>
            <a:xfrm>
              <a:off x="2783841" y="2958360"/>
              <a:ext cx="12504" cy="10600"/>
            </a:xfrm>
            <a:custGeom>
              <a:avLst/>
              <a:pathLst>
                <a:path w="12504" h="10600">
                  <a:moveTo>
                    <a:pt x="6534" y="0"/>
                  </a:moveTo>
                  <a:lnTo>
                    <a:pt x="11537" y="52"/>
                  </a:lnTo>
                  <a:lnTo>
                    <a:pt x="12504" y="2110"/>
                  </a:lnTo>
                  <a:lnTo>
                    <a:pt x="12357" y="2742"/>
                  </a:lnTo>
                  <a:lnTo>
                    <a:pt x="10641" y="2392"/>
                  </a:lnTo>
                  <a:lnTo>
                    <a:pt x="10614" y="4099"/>
                  </a:lnTo>
                  <a:lnTo>
                    <a:pt x="11454" y="4760"/>
                  </a:lnTo>
                  <a:lnTo>
                    <a:pt x="3218" y="10600"/>
                  </a:lnTo>
                  <a:lnTo>
                    <a:pt x="965" y="9683"/>
                  </a:lnTo>
                  <a:lnTo>
                    <a:pt x="0" y="4450"/>
                  </a:lnTo>
                  <a:lnTo>
                    <a:pt x="3281" y="141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h1853"/>
            <p:cNvSpPr/>
            <p:nvPr/>
          </p:nvSpPr>
          <p:spPr>
            <a:xfrm>
              <a:off x="2756794" y="3229218"/>
              <a:ext cx="22184" cy="23190"/>
            </a:xfrm>
            <a:custGeom>
              <a:avLst/>
              <a:pathLst>
                <a:path w="22184" h="23190">
                  <a:moveTo>
                    <a:pt x="14966" y="2735"/>
                  </a:moveTo>
                  <a:lnTo>
                    <a:pt x="14451" y="13780"/>
                  </a:lnTo>
                  <a:lnTo>
                    <a:pt x="17463" y="18870"/>
                  </a:lnTo>
                  <a:lnTo>
                    <a:pt x="19210" y="20489"/>
                  </a:lnTo>
                  <a:lnTo>
                    <a:pt x="19855" y="18714"/>
                  </a:lnTo>
                  <a:lnTo>
                    <a:pt x="21621" y="19431"/>
                  </a:lnTo>
                  <a:lnTo>
                    <a:pt x="22184" y="20952"/>
                  </a:lnTo>
                  <a:lnTo>
                    <a:pt x="19318" y="22526"/>
                  </a:lnTo>
                  <a:lnTo>
                    <a:pt x="15187" y="22569"/>
                  </a:lnTo>
                  <a:lnTo>
                    <a:pt x="11912" y="19143"/>
                  </a:lnTo>
                  <a:lnTo>
                    <a:pt x="10087" y="20040"/>
                  </a:lnTo>
                  <a:lnTo>
                    <a:pt x="9171" y="22909"/>
                  </a:lnTo>
                  <a:lnTo>
                    <a:pt x="8579" y="23190"/>
                  </a:lnTo>
                  <a:lnTo>
                    <a:pt x="7940" y="22013"/>
                  </a:lnTo>
                  <a:lnTo>
                    <a:pt x="8801" y="18974"/>
                  </a:lnTo>
                  <a:lnTo>
                    <a:pt x="6298" y="14904"/>
                  </a:lnTo>
                  <a:lnTo>
                    <a:pt x="2444" y="13801"/>
                  </a:lnTo>
                  <a:lnTo>
                    <a:pt x="0" y="11272"/>
                  </a:lnTo>
                  <a:lnTo>
                    <a:pt x="8310" y="6039"/>
                  </a:lnTo>
                  <a:lnTo>
                    <a:pt x="1229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h1854"/>
            <p:cNvSpPr/>
            <p:nvPr/>
          </p:nvSpPr>
          <p:spPr>
            <a:xfrm>
              <a:off x="2853252" y="2971067"/>
              <a:ext cx="12976" cy="16790"/>
            </a:xfrm>
            <a:custGeom>
              <a:avLst/>
              <a:pathLst>
                <a:path w="12976" h="16790">
                  <a:moveTo>
                    <a:pt x="12882" y="1014"/>
                  </a:moveTo>
                  <a:lnTo>
                    <a:pt x="12976" y="1310"/>
                  </a:lnTo>
                  <a:lnTo>
                    <a:pt x="12590" y="5006"/>
                  </a:lnTo>
                  <a:lnTo>
                    <a:pt x="9062" y="11769"/>
                  </a:lnTo>
                  <a:lnTo>
                    <a:pt x="4345" y="16790"/>
                  </a:lnTo>
                  <a:lnTo>
                    <a:pt x="1910" y="15788"/>
                  </a:lnTo>
                  <a:lnTo>
                    <a:pt x="0" y="13347"/>
                  </a:lnTo>
                  <a:lnTo>
                    <a:pt x="3672" y="7722"/>
                  </a:lnTo>
                  <a:lnTo>
                    <a:pt x="6298" y="6502"/>
                  </a:lnTo>
                  <a:lnTo>
                    <a:pt x="8354" y="1909"/>
                  </a:lnTo>
                  <a:lnTo>
                    <a:pt x="1118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h1855"/>
            <p:cNvSpPr/>
            <p:nvPr/>
          </p:nvSpPr>
          <p:spPr>
            <a:xfrm>
              <a:off x="2777573" y="3127518"/>
              <a:ext cx="11980" cy="20372"/>
            </a:xfrm>
            <a:custGeom>
              <a:avLst/>
              <a:pathLst>
                <a:path w="11980" h="20372">
                  <a:moveTo>
                    <a:pt x="10888" y="4101"/>
                  </a:moveTo>
                  <a:lnTo>
                    <a:pt x="11567" y="4710"/>
                  </a:lnTo>
                  <a:lnTo>
                    <a:pt x="11980" y="13617"/>
                  </a:lnTo>
                  <a:lnTo>
                    <a:pt x="10752" y="19554"/>
                  </a:lnTo>
                  <a:lnTo>
                    <a:pt x="5318" y="20372"/>
                  </a:lnTo>
                  <a:lnTo>
                    <a:pt x="5376" y="16929"/>
                  </a:lnTo>
                  <a:lnTo>
                    <a:pt x="774" y="10588"/>
                  </a:lnTo>
                  <a:lnTo>
                    <a:pt x="0" y="8359"/>
                  </a:lnTo>
                  <a:lnTo>
                    <a:pt x="297" y="4299"/>
                  </a:lnTo>
                  <a:lnTo>
                    <a:pt x="3132" y="3433"/>
                  </a:lnTo>
                  <a:lnTo>
                    <a:pt x="1874" y="2096"/>
                  </a:lnTo>
                  <a:lnTo>
                    <a:pt x="566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h1856"/>
            <p:cNvSpPr/>
            <p:nvPr/>
          </p:nvSpPr>
          <p:spPr>
            <a:xfrm>
              <a:off x="2835476" y="3255762"/>
              <a:ext cx="15559" cy="14646"/>
            </a:xfrm>
            <a:custGeom>
              <a:avLst/>
              <a:pathLst>
                <a:path w="15559" h="14646">
                  <a:moveTo>
                    <a:pt x="11537" y="0"/>
                  </a:moveTo>
                  <a:lnTo>
                    <a:pt x="13783" y="6018"/>
                  </a:lnTo>
                  <a:lnTo>
                    <a:pt x="15559" y="9588"/>
                  </a:lnTo>
                  <a:lnTo>
                    <a:pt x="14884" y="13608"/>
                  </a:lnTo>
                  <a:lnTo>
                    <a:pt x="13263" y="14471"/>
                  </a:lnTo>
                  <a:lnTo>
                    <a:pt x="7344" y="13409"/>
                  </a:lnTo>
                  <a:lnTo>
                    <a:pt x="4358" y="14646"/>
                  </a:lnTo>
                  <a:lnTo>
                    <a:pt x="115" y="12644"/>
                  </a:lnTo>
                  <a:lnTo>
                    <a:pt x="156" y="7943"/>
                  </a:lnTo>
                  <a:lnTo>
                    <a:pt x="708" y="7053"/>
                  </a:lnTo>
                  <a:lnTo>
                    <a:pt x="0" y="281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h1857"/>
            <p:cNvSpPr/>
            <p:nvPr/>
          </p:nvSpPr>
          <p:spPr>
            <a:xfrm>
              <a:off x="2860126" y="3005885"/>
              <a:ext cx="8038" cy="16205"/>
            </a:xfrm>
            <a:custGeom>
              <a:avLst/>
              <a:pathLst>
                <a:path w="8038" h="16205">
                  <a:moveTo>
                    <a:pt x="7412" y="5136"/>
                  </a:moveTo>
                  <a:lnTo>
                    <a:pt x="8038" y="7678"/>
                  </a:lnTo>
                  <a:lnTo>
                    <a:pt x="7008" y="12720"/>
                  </a:lnTo>
                  <a:lnTo>
                    <a:pt x="4719" y="14903"/>
                  </a:lnTo>
                  <a:lnTo>
                    <a:pt x="4701" y="16205"/>
                  </a:lnTo>
                  <a:lnTo>
                    <a:pt x="0" y="14317"/>
                  </a:lnTo>
                  <a:lnTo>
                    <a:pt x="779" y="13576"/>
                  </a:lnTo>
                  <a:lnTo>
                    <a:pt x="930" y="7175"/>
                  </a:lnTo>
                  <a:lnTo>
                    <a:pt x="4405" y="1643"/>
                  </a:lnTo>
                  <a:lnTo>
                    <a:pt x="782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h1858"/>
            <p:cNvSpPr/>
            <p:nvPr/>
          </p:nvSpPr>
          <p:spPr>
            <a:xfrm>
              <a:off x="2735574" y="3179363"/>
              <a:ext cx="24435" cy="29008"/>
            </a:xfrm>
            <a:custGeom>
              <a:avLst/>
              <a:pathLst>
                <a:path w="24435" h="29008">
                  <a:moveTo>
                    <a:pt x="7364" y="0"/>
                  </a:moveTo>
                  <a:lnTo>
                    <a:pt x="13004" y="2817"/>
                  </a:lnTo>
                  <a:lnTo>
                    <a:pt x="19513" y="5777"/>
                  </a:lnTo>
                  <a:lnTo>
                    <a:pt x="19632" y="7405"/>
                  </a:lnTo>
                  <a:lnTo>
                    <a:pt x="19420" y="11287"/>
                  </a:lnTo>
                  <a:lnTo>
                    <a:pt x="21069" y="12088"/>
                  </a:lnTo>
                  <a:lnTo>
                    <a:pt x="22338" y="13970"/>
                  </a:lnTo>
                  <a:lnTo>
                    <a:pt x="24435" y="21674"/>
                  </a:lnTo>
                  <a:lnTo>
                    <a:pt x="22948" y="24886"/>
                  </a:lnTo>
                  <a:lnTo>
                    <a:pt x="21509" y="26158"/>
                  </a:lnTo>
                  <a:lnTo>
                    <a:pt x="19305" y="25997"/>
                  </a:lnTo>
                  <a:lnTo>
                    <a:pt x="15791" y="26320"/>
                  </a:lnTo>
                  <a:lnTo>
                    <a:pt x="12052" y="29008"/>
                  </a:lnTo>
                  <a:lnTo>
                    <a:pt x="10702" y="26101"/>
                  </a:lnTo>
                  <a:lnTo>
                    <a:pt x="6451" y="23867"/>
                  </a:lnTo>
                  <a:lnTo>
                    <a:pt x="7326" y="20922"/>
                  </a:lnTo>
                  <a:lnTo>
                    <a:pt x="1512" y="23222"/>
                  </a:lnTo>
                  <a:lnTo>
                    <a:pt x="1198" y="19966"/>
                  </a:lnTo>
                  <a:lnTo>
                    <a:pt x="2330" y="16650"/>
                  </a:lnTo>
                  <a:lnTo>
                    <a:pt x="1724" y="10907"/>
                  </a:lnTo>
                  <a:lnTo>
                    <a:pt x="0" y="7044"/>
                  </a:lnTo>
                  <a:lnTo>
                    <a:pt x="357" y="4811"/>
                  </a:lnTo>
                  <a:lnTo>
                    <a:pt x="1513" y="4348"/>
                  </a:lnTo>
                  <a:lnTo>
                    <a:pt x="1132" y="1749"/>
                  </a:lnTo>
                  <a:lnTo>
                    <a:pt x="1810" y="110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h1859"/>
            <p:cNvSpPr/>
            <p:nvPr/>
          </p:nvSpPr>
          <p:spPr>
            <a:xfrm>
              <a:off x="2929599" y="3086032"/>
              <a:ext cx="19371" cy="20402"/>
            </a:xfrm>
            <a:custGeom>
              <a:avLst/>
              <a:pathLst>
                <a:path w="19371" h="20402">
                  <a:moveTo>
                    <a:pt x="19371" y="727"/>
                  </a:moveTo>
                  <a:lnTo>
                    <a:pt x="17177" y="3985"/>
                  </a:lnTo>
                  <a:lnTo>
                    <a:pt x="17636" y="6501"/>
                  </a:lnTo>
                  <a:lnTo>
                    <a:pt x="14191" y="9054"/>
                  </a:lnTo>
                  <a:lnTo>
                    <a:pt x="11500" y="10619"/>
                  </a:lnTo>
                  <a:lnTo>
                    <a:pt x="10969" y="11839"/>
                  </a:lnTo>
                  <a:lnTo>
                    <a:pt x="12915" y="14825"/>
                  </a:lnTo>
                  <a:lnTo>
                    <a:pt x="13946" y="19617"/>
                  </a:lnTo>
                  <a:lnTo>
                    <a:pt x="13504" y="20079"/>
                  </a:lnTo>
                  <a:lnTo>
                    <a:pt x="11673" y="20402"/>
                  </a:lnTo>
                  <a:lnTo>
                    <a:pt x="8787" y="17139"/>
                  </a:lnTo>
                  <a:lnTo>
                    <a:pt x="4522" y="15993"/>
                  </a:lnTo>
                  <a:lnTo>
                    <a:pt x="147" y="16642"/>
                  </a:lnTo>
                  <a:lnTo>
                    <a:pt x="0" y="14136"/>
                  </a:lnTo>
                  <a:lnTo>
                    <a:pt x="2482" y="9745"/>
                  </a:lnTo>
                  <a:lnTo>
                    <a:pt x="4901" y="7335"/>
                  </a:lnTo>
                  <a:lnTo>
                    <a:pt x="11581" y="3895"/>
                  </a:lnTo>
                  <a:lnTo>
                    <a:pt x="16557" y="3309"/>
                  </a:lnTo>
                  <a:lnTo>
                    <a:pt x="1863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h1860"/>
            <p:cNvSpPr/>
            <p:nvPr/>
          </p:nvSpPr>
          <p:spPr>
            <a:xfrm>
              <a:off x="2854519" y="3098915"/>
              <a:ext cx="11217" cy="16744"/>
            </a:xfrm>
            <a:custGeom>
              <a:avLst/>
              <a:pathLst>
                <a:path w="11217" h="16744">
                  <a:moveTo>
                    <a:pt x="3859" y="1601"/>
                  </a:moveTo>
                  <a:lnTo>
                    <a:pt x="7668" y="2151"/>
                  </a:lnTo>
                  <a:lnTo>
                    <a:pt x="10261" y="2839"/>
                  </a:lnTo>
                  <a:lnTo>
                    <a:pt x="11132" y="4118"/>
                  </a:lnTo>
                  <a:lnTo>
                    <a:pt x="8518" y="7302"/>
                  </a:lnTo>
                  <a:lnTo>
                    <a:pt x="11217" y="10450"/>
                  </a:lnTo>
                  <a:lnTo>
                    <a:pt x="11102" y="16744"/>
                  </a:lnTo>
                  <a:lnTo>
                    <a:pt x="8757" y="16176"/>
                  </a:lnTo>
                  <a:lnTo>
                    <a:pt x="7950" y="15569"/>
                  </a:lnTo>
                  <a:lnTo>
                    <a:pt x="6178" y="10994"/>
                  </a:lnTo>
                  <a:lnTo>
                    <a:pt x="6713" y="6523"/>
                  </a:lnTo>
                  <a:lnTo>
                    <a:pt x="4907" y="3514"/>
                  </a:lnTo>
                  <a:lnTo>
                    <a:pt x="2171" y="4997"/>
                  </a:lnTo>
                  <a:lnTo>
                    <a:pt x="0" y="3314"/>
                  </a:lnTo>
                  <a:lnTo>
                    <a:pt x="915" y="991"/>
                  </a:lnTo>
                  <a:lnTo>
                    <a:pt x="238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h1861"/>
            <p:cNvSpPr/>
            <p:nvPr/>
          </p:nvSpPr>
          <p:spPr>
            <a:xfrm>
              <a:off x="2808059" y="3159307"/>
              <a:ext cx="6833" cy="5326"/>
            </a:xfrm>
            <a:custGeom>
              <a:avLst/>
              <a:pathLst>
                <a:path w="6833" h="5326">
                  <a:moveTo>
                    <a:pt x="5728" y="0"/>
                  </a:moveTo>
                  <a:lnTo>
                    <a:pt x="6833" y="1486"/>
                  </a:lnTo>
                  <a:lnTo>
                    <a:pt x="4329" y="3117"/>
                  </a:lnTo>
                  <a:lnTo>
                    <a:pt x="3083" y="5326"/>
                  </a:lnTo>
                  <a:lnTo>
                    <a:pt x="0" y="4991"/>
                  </a:lnTo>
                  <a:lnTo>
                    <a:pt x="2763" y="52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h1862"/>
            <p:cNvSpPr/>
            <p:nvPr/>
          </p:nvSpPr>
          <p:spPr>
            <a:xfrm>
              <a:off x="2847187" y="3055951"/>
              <a:ext cx="32149" cy="22406"/>
            </a:xfrm>
            <a:custGeom>
              <a:avLst/>
              <a:pathLst>
                <a:path w="32149" h="22406">
                  <a:moveTo>
                    <a:pt x="8709" y="1095"/>
                  </a:moveTo>
                  <a:lnTo>
                    <a:pt x="9158" y="42"/>
                  </a:lnTo>
                  <a:lnTo>
                    <a:pt x="11994" y="2151"/>
                  </a:lnTo>
                  <a:lnTo>
                    <a:pt x="12887" y="439"/>
                  </a:lnTo>
                  <a:lnTo>
                    <a:pt x="16072" y="176"/>
                  </a:lnTo>
                  <a:lnTo>
                    <a:pt x="18293" y="1766"/>
                  </a:lnTo>
                  <a:lnTo>
                    <a:pt x="20087" y="4778"/>
                  </a:lnTo>
                  <a:lnTo>
                    <a:pt x="21439" y="3663"/>
                  </a:lnTo>
                  <a:lnTo>
                    <a:pt x="25002" y="2139"/>
                  </a:lnTo>
                  <a:lnTo>
                    <a:pt x="26732" y="2871"/>
                  </a:lnTo>
                  <a:lnTo>
                    <a:pt x="29252" y="6561"/>
                  </a:lnTo>
                  <a:lnTo>
                    <a:pt x="27896" y="7918"/>
                  </a:lnTo>
                  <a:lnTo>
                    <a:pt x="28738" y="9261"/>
                  </a:lnTo>
                  <a:lnTo>
                    <a:pt x="30312" y="8191"/>
                  </a:lnTo>
                  <a:lnTo>
                    <a:pt x="32149" y="10224"/>
                  </a:lnTo>
                  <a:lnTo>
                    <a:pt x="27182" y="13099"/>
                  </a:lnTo>
                  <a:lnTo>
                    <a:pt x="23017" y="17846"/>
                  </a:lnTo>
                  <a:lnTo>
                    <a:pt x="22373" y="18017"/>
                  </a:lnTo>
                  <a:lnTo>
                    <a:pt x="18560" y="13943"/>
                  </a:lnTo>
                  <a:lnTo>
                    <a:pt x="17634" y="14102"/>
                  </a:lnTo>
                  <a:lnTo>
                    <a:pt x="16927" y="22406"/>
                  </a:lnTo>
                  <a:lnTo>
                    <a:pt x="15583" y="21967"/>
                  </a:lnTo>
                  <a:lnTo>
                    <a:pt x="14708" y="19428"/>
                  </a:lnTo>
                  <a:lnTo>
                    <a:pt x="12579" y="18532"/>
                  </a:lnTo>
                  <a:lnTo>
                    <a:pt x="11868" y="18901"/>
                  </a:lnTo>
                  <a:lnTo>
                    <a:pt x="5290" y="10619"/>
                  </a:lnTo>
                  <a:lnTo>
                    <a:pt x="0" y="8818"/>
                  </a:lnTo>
                  <a:lnTo>
                    <a:pt x="188" y="5409"/>
                  </a:lnTo>
                  <a:lnTo>
                    <a:pt x="1479" y="705"/>
                  </a:lnTo>
                  <a:lnTo>
                    <a:pt x="424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h1863"/>
            <p:cNvSpPr/>
            <p:nvPr/>
          </p:nvSpPr>
          <p:spPr>
            <a:xfrm>
              <a:off x="2900124" y="3073938"/>
              <a:ext cx="20885" cy="26572"/>
            </a:xfrm>
            <a:custGeom>
              <a:avLst/>
              <a:pathLst>
                <a:path w="20885" h="26572">
                  <a:moveTo>
                    <a:pt x="13400" y="574"/>
                  </a:moveTo>
                  <a:lnTo>
                    <a:pt x="15743" y="997"/>
                  </a:lnTo>
                  <a:lnTo>
                    <a:pt x="20544" y="3508"/>
                  </a:lnTo>
                  <a:lnTo>
                    <a:pt x="20885" y="7497"/>
                  </a:lnTo>
                  <a:lnTo>
                    <a:pt x="20026" y="8147"/>
                  </a:lnTo>
                  <a:lnTo>
                    <a:pt x="19207" y="7376"/>
                  </a:lnTo>
                  <a:lnTo>
                    <a:pt x="15664" y="6851"/>
                  </a:lnTo>
                  <a:lnTo>
                    <a:pt x="14242" y="26315"/>
                  </a:lnTo>
                  <a:lnTo>
                    <a:pt x="12998" y="26572"/>
                  </a:lnTo>
                  <a:lnTo>
                    <a:pt x="8722" y="24162"/>
                  </a:lnTo>
                  <a:lnTo>
                    <a:pt x="7511" y="26120"/>
                  </a:lnTo>
                  <a:lnTo>
                    <a:pt x="2839" y="25806"/>
                  </a:lnTo>
                  <a:lnTo>
                    <a:pt x="202" y="23623"/>
                  </a:lnTo>
                  <a:lnTo>
                    <a:pt x="2368" y="21856"/>
                  </a:lnTo>
                  <a:lnTo>
                    <a:pt x="2173" y="21003"/>
                  </a:lnTo>
                  <a:lnTo>
                    <a:pt x="0" y="20469"/>
                  </a:lnTo>
                  <a:lnTo>
                    <a:pt x="1763" y="16341"/>
                  </a:lnTo>
                  <a:lnTo>
                    <a:pt x="7706" y="18264"/>
                  </a:lnTo>
                  <a:lnTo>
                    <a:pt x="10336" y="20296"/>
                  </a:lnTo>
                  <a:lnTo>
                    <a:pt x="11685" y="19262"/>
                  </a:lnTo>
                  <a:lnTo>
                    <a:pt x="11960" y="18270"/>
                  </a:lnTo>
                  <a:lnTo>
                    <a:pt x="10440" y="16396"/>
                  </a:lnTo>
                  <a:lnTo>
                    <a:pt x="4802" y="10922"/>
                  </a:lnTo>
                  <a:lnTo>
                    <a:pt x="6606" y="6795"/>
                  </a:lnTo>
                  <a:lnTo>
                    <a:pt x="9488" y="7916"/>
                  </a:lnTo>
                  <a:lnTo>
                    <a:pt x="11693" y="6640"/>
                  </a:lnTo>
                  <a:lnTo>
                    <a:pt x="10747" y="3124"/>
                  </a:lnTo>
                  <a:lnTo>
                    <a:pt x="3647" y="1623"/>
                  </a:lnTo>
                  <a:lnTo>
                    <a:pt x="6220" y="1356"/>
                  </a:lnTo>
                  <a:lnTo>
                    <a:pt x="11627" y="2293"/>
                  </a:lnTo>
                  <a:lnTo>
                    <a:pt x="12165" y="1587"/>
                  </a:lnTo>
                  <a:lnTo>
                    <a:pt x="1150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h1864"/>
            <p:cNvSpPr/>
            <p:nvPr/>
          </p:nvSpPr>
          <p:spPr>
            <a:xfrm>
              <a:off x="2843745" y="3177377"/>
              <a:ext cx="29931" cy="19896"/>
            </a:xfrm>
            <a:custGeom>
              <a:avLst/>
              <a:pathLst>
                <a:path w="29931" h="19896">
                  <a:moveTo>
                    <a:pt x="11415" y="1237"/>
                  </a:moveTo>
                  <a:lnTo>
                    <a:pt x="18413" y="5881"/>
                  </a:lnTo>
                  <a:lnTo>
                    <a:pt x="25096" y="7778"/>
                  </a:lnTo>
                  <a:lnTo>
                    <a:pt x="25476" y="9269"/>
                  </a:lnTo>
                  <a:lnTo>
                    <a:pt x="24466" y="12313"/>
                  </a:lnTo>
                  <a:lnTo>
                    <a:pt x="25539" y="14087"/>
                  </a:lnTo>
                  <a:lnTo>
                    <a:pt x="26833" y="13970"/>
                  </a:lnTo>
                  <a:lnTo>
                    <a:pt x="27229" y="14018"/>
                  </a:lnTo>
                  <a:lnTo>
                    <a:pt x="29931" y="18159"/>
                  </a:lnTo>
                  <a:lnTo>
                    <a:pt x="27392" y="19554"/>
                  </a:lnTo>
                  <a:lnTo>
                    <a:pt x="14053" y="18782"/>
                  </a:lnTo>
                  <a:lnTo>
                    <a:pt x="12836" y="19896"/>
                  </a:lnTo>
                  <a:lnTo>
                    <a:pt x="10740" y="17990"/>
                  </a:lnTo>
                  <a:lnTo>
                    <a:pt x="11333" y="17501"/>
                  </a:lnTo>
                  <a:lnTo>
                    <a:pt x="9792" y="10935"/>
                  </a:lnTo>
                  <a:lnTo>
                    <a:pt x="5255" y="11652"/>
                  </a:lnTo>
                  <a:lnTo>
                    <a:pt x="4522" y="10448"/>
                  </a:lnTo>
                  <a:lnTo>
                    <a:pt x="955" y="11218"/>
                  </a:lnTo>
                  <a:lnTo>
                    <a:pt x="0" y="5532"/>
                  </a:lnTo>
                  <a:lnTo>
                    <a:pt x="1163" y="2604"/>
                  </a:lnTo>
                  <a:lnTo>
                    <a:pt x="1602" y="1649"/>
                  </a:lnTo>
                  <a:lnTo>
                    <a:pt x="4978" y="4449"/>
                  </a:lnTo>
                  <a:lnTo>
                    <a:pt x="800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h1865"/>
            <p:cNvSpPr/>
            <p:nvPr/>
          </p:nvSpPr>
          <p:spPr>
            <a:xfrm>
              <a:off x="2815340" y="2963865"/>
              <a:ext cx="9192" cy="6429"/>
            </a:xfrm>
            <a:custGeom>
              <a:avLst/>
              <a:pathLst>
                <a:path w="9192" h="6429">
                  <a:moveTo>
                    <a:pt x="5684" y="91"/>
                  </a:moveTo>
                  <a:lnTo>
                    <a:pt x="9192" y="2252"/>
                  </a:lnTo>
                  <a:lnTo>
                    <a:pt x="8971" y="3448"/>
                  </a:lnTo>
                  <a:lnTo>
                    <a:pt x="7617" y="4530"/>
                  </a:lnTo>
                  <a:lnTo>
                    <a:pt x="1673" y="6429"/>
                  </a:lnTo>
                  <a:lnTo>
                    <a:pt x="0" y="5997"/>
                  </a:lnTo>
                  <a:lnTo>
                    <a:pt x="1320" y="1460"/>
                  </a:lnTo>
                  <a:lnTo>
                    <a:pt x="428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h1866"/>
            <p:cNvSpPr/>
            <p:nvPr/>
          </p:nvSpPr>
          <p:spPr>
            <a:xfrm>
              <a:off x="2798352" y="2984531"/>
              <a:ext cx="39835" cy="32259"/>
            </a:xfrm>
            <a:custGeom>
              <a:avLst/>
              <a:pathLst>
                <a:path w="39835" h="32259">
                  <a:moveTo>
                    <a:pt x="11361" y="3405"/>
                  </a:moveTo>
                  <a:lnTo>
                    <a:pt x="14159" y="4773"/>
                  </a:lnTo>
                  <a:lnTo>
                    <a:pt x="16228" y="4641"/>
                  </a:lnTo>
                  <a:lnTo>
                    <a:pt x="18933" y="1380"/>
                  </a:lnTo>
                  <a:lnTo>
                    <a:pt x="18847" y="2728"/>
                  </a:lnTo>
                  <a:lnTo>
                    <a:pt x="21457" y="7473"/>
                  </a:lnTo>
                  <a:lnTo>
                    <a:pt x="30021" y="3504"/>
                  </a:lnTo>
                  <a:lnTo>
                    <a:pt x="33020" y="1056"/>
                  </a:lnTo>
                  <a:lnTo>
                    <a:pt x="34898" y="7462"/>
                  </a:lnTo>
                  <a:lnTo>
                    <a:pt x="31774" y="13194"/>
                  </a:lnTo>
                  <a:lnTo>
                    <a:pt x="33962" y="16041"/>
                  </a:lnTo>
                  <a:lnTo>
                    <a:pt x="32115" y="16668"/>
                  </a:lnTo>
                  <a:lnTo>
                    <a:pt x="32311" y="19865"/>
                  </a:lnTo>
                  <a:lnTo>
                    <a:pt x="38448" y="22165"/>
                  </a:lnTo>
                  <a:lnTo>
                    <a:pt x="39835" y="25100"/>
                  </a:lnTo>
                  <a:lnTo>
                    <a:pt x="38318" y="28565"/>
                  </a:lnTo>
                  <a:lnTo>
                    <a:pt x="35518" y="30854"/>
                  </a:lnTo>
                  <a:lnTo>
                    <a:pt x="33186" y="31583"/>
                  </a:lnTo>
                  <a:lnTo>
                    <a:pt x="31817" y="32259"/>
                  </a:lnTo>
                  <a:lnTo>
                    <a:pt x="28912" y="30292"/>
                  </a:lnTo>
                  <a:lnTo>
                    <a:pt x="27760" y="30453"/>
                  </a:lnTo>
                  <a:lnTo>
                    <a:pt x="26171" y="32017"/>
                  </a:lnTo>
                  <a:lnTo>
                    <a:pt x="25957" y="31130"/>
                  </a:lnTo>
                  <a:lnTo>
                    <a:pt x="21795" y="29445"/>
                  </a:lnTo>
                  <a:lnTo>
                    <a:pt x="19078" y="26232"/>
                  </a:lnTo>
                  <a:lnTo>
                    <a:pt x="15281" y="25578"/>
                  </a:lnTo>
                  <a:lnTo>
                    <a:pt x="11609" y="18274"/>
                  </a:lnTo>
                  <a:lnTo>
                    <a:pt x="6339" y="16039"/>
                  </a:lnTo>
                  <a:lnTo>
                    <a:pt x="1038" y="16042"/>
                  </a:lnTo>
                  <a:lnTo>
                    <a:pt x="0" y="7942"/>
                  </a:lnTo>
                  <a:lnTo>
                    <a:pt x="2246" y="8154"/>
                  </a:lnTo>
                  <a:lnTo>
                    <a:pt x="3227" y="10818"/>
                  </a:lnTo>
                  <a:lnTo>
                    <a:pt x="4942" y="11448"/>
                  </a:lnTo>
                  <a:lnTo>
                    <a:pt x="9260" y="6661"/>
                  </a:lnTo>
                  <a:lnTo>
                    <a:pt x="8497" y="5126"/>
                  </a:lnTo>
                  <a:lnTo>
                    <a:pt x="9131" y="1556"/>
                  </a:lnTo>
                  <a:lnTo>
                    <a:pt x="1043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h1867"/>
            <p:cNvSpPr/>
            <p:nvPr/>
          </p:nvSpPr>
          <p:spPr>
            <a:xfrm>
              <a:off x="2775484" y="3109696"/>
              <a:ext cx="9314" cy="5973"/>
            </a:xfrm>
            <a:custGeom>
              <a:avLst/>
              <a:pathLst>
                <a:path w="9314" h="5973">
                  <a:moveTo>
                    <a:pt x="7320" y="1127"/>
                  </a:moveTo>
                  <a:lnTo>
                    <a:pt x="9314" y="4847"/>
                  </a:lnTo>
                  <a:lnTo>
                    <a:pt x="8309" y="5973"/>
                  </a:lnTo>
                  <a:lnTo>
                    <a:pt x="4538" y="5557"/>
                  </a:lnTo>
                  <a:lnTo>
                    <a:pt x="0" y="3475"/>
                  </a:lnTo>
                  <a:lnTo>
                    <a:pt x="91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h1868"/>
            <p:cNvSpPr/>
            <p:nvPr/>
          </p:nvSpPr>
          <p:spPr>
            <a:xfrm>
              <a:off x="2839658" y="3195368"/>
              <a:ext cx="18530" cy="21263"/>
            </a:xfrm>
            <a:custGeom>
              <a:avLst/>
              <a:pathLst>
                <a:path w="18530" h="21263">
                  <a:moveTo>
                    <a:pt x="16923" y="1905"/>
                  </a:moveTo>
                  <a:lnTo>
                    <a:pt x="18530" y="8933"/>
                  </a:lnTo>
                  <a:lnTo>
                    <a:pt x="18023" y="10382"/>
                  </a:lnTo>
                  <a:lnTo>
                    <a:pt x="13587" y="11044"/>
                  </a:lnTo>
                  <a:lnTo>
                    <a:pt x="14721" y="14607"/>
                  </a:lnTo>
                  <a:lnTo>
                    <a:pt x="14077" y="21263"/>
                  </a:lnTo>
                  <a:lnTo>
                    <a:pt x="9815" y="16633"/>
                  </a:lnTo>
                  <a:lnTo>
                    <a:pt x="8697" y="13041"/>
                  </a:lnTo>
                  <a:lnTo>
                    <a:pt x="7903" y="12737"/>
                  </a:lnTo>
                  <a:lnTo>
                    <a:pt x="4129" y="16547"/>
                  </a:lnTo>
                  <a:lnTo>
                    <a:pt x="2352" y="15968"/>
                  </a:lnTo>
                  <a:lnTo>
                    <a:pt x="287" y="11638"/>
                  </a:lnTo>
                  <a:lnTo>
                    <a:pt x="0" y="8201"/>
                  </a:lnTo>
                  <a:lnTo>
                    <a:pt x="2580" y="6149"/>
                  </a:lnTo>
                  <a:lnTo>
                    <a:pt x="4045" y="4902"/>
                  </a:lnTo>
                  <a:lnTo>
                    <a:pt x="6814" y="4874"/>
                  </a:lnTo>
                  <a:lnTo>
                    <a:pt x="11695" y="3143"/>
                  </a:lnTo>
                  <a:lnTo>
                    <a:pt x="1482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h1869"/>
            <p:cNvSpPr/>
            <p:nvPr/>
          </p:nvSpPr>
          <p:spPr>
            <a:xfrm>
              <a:off x="2925788" y="3209332"/>
              <a:ext cx="23256" cy="26365"/>
            </a:xfrm>
            <a:custGeom>
              <a:avLst/>
              <a:pathLst>
                <a:path w="23256" h="26365">
                  <a:moveTo>
                    <a:pt x="18775" y="2453"/>
                  </a:moveTo>
                  <a:lnTo>
                    <a:pt x="17476" y="5631"/>
                  </a:lnTo>
                  <a:lnTo>
                    <a:pt x="13584" y="12596"/>
                  </a:lnTo>
                  <a:lnTo>
                    <a:pt x="23142" y="19758"/>
                  </a:lnTo>
                  <a:lnTo>
                    <a:pt x="23256" y="20708"/>
                  </a:lnTo>
                  <a:lnTo>
                    <a:pt x="21638" y="22538"/>
                  </a:lnTo>
                  <a:lnTo>
                    <a:pt x="21260" y="25147"/>
                  </a:lnTo>
                  <a:lnTo>
                    <a:pt x="15437" y="26320"/>
                  </a:lnTo>
                  <a:lnTo>
                    <a:pt x="12626" y="26365"/>
                  </a:lnTo>
                  <a:lnTo>
                    <a:pt x="9087" y="24178"/>
                  </a:lnTo>
                  <a:lnTo>
                    <a:pt x="5384" y="20743"/>
                  </a:lnTo>
                  <a:lnTo>
                    <a:pt x="5330" y="19860"/>
                  </a:lnTo>
                  <a:lnTo>
                    <a:pt x="4998" y="17747"/>
                  </a:lnTo>
                  <a:lnTo>
                    <a:pt x="299" y="10670"/>
                  </a:lnTo>
                  <a:lnTo>
                    <a:pt x="0" y="8463"/>
                  </a:lnTo>
                  <a:lnTo>
                    <a:pt x="1008" y="8328"/>
                  </a:lnTo>
                  <a:lnTo>
                    <a:pt x="3911" y="4795"/>
                  </a:lnTo>
                  <a:lnTo>
                    <a:pt x="4638" y="1844"/>
                  </a:lnTo>
                  <a:lnTo>
                    <a:pt x="5916" y="99"/>
                  </a:lnTo>
                  <a:lnTo>
                    <a:pt x="7171" y="2383"/>
                  </a:lnTo>
                  <a:lnTo>
                    <a:pt x="9550" y="3330"/>
                  </a:lnTo>
                  <a:lnTo>
                    <a:pt x="1769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h1870"/>
            <p:cNvSpPr/>
            <p:nvPr/>
          </p:nvSpPr>
          <p:spPr>
            <a:xfrm>
              <a:off x="2782804" y="3105599"/>
              <a:ext cx="7909" cy="9966"/>
            </a:xfrm>
            <a:custGeom>
              <a:avLst/>
              <a:pathLst>
                <a:path w="7909" h="9966">
                  <a:moveTo>
                    <a:pt x="7553" y="1668"/>
                  </a:moveTo>
                  <a:lnTo>
                    <a:pt x="6607" y="3670"/>
                  </a:lnTo>
                  <a:lnTo>
                    <a:pt x="7909" y="4606"/>
                  </a:lnTo>
                  <a:lnTo>
                    <a:pt x="7806" y="6477"/>
                  </a:lnTo>
                  <a:lnTo>
                    <a:pt x="5410" y="9414"/>
                  </a:lnTo>
                  <a:lnTo>
                    <a:pt x="3583" y="9966"/>
                  </a:lnTo>
                  <a:lnTo>
                    <a:pt x="1993" y="8944"/>
                  </a:lnTo>
                  <a:lnTo>
                    <a:pt x="0" y="5224"/>
                  </a:lnTo>
                  <a:lnTo>
                    <a:pt x="573" y="1726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h1871"/>
            <p:cNvSpPr/>
            <p:nvPr/>
          </p:nvSpPr>
          <p:spPr>
            <a:xfrm>
              <a:off x="2730347" y="3150018"/>
              <a:ext cx="8239" cy="23141"/>
            </a:xfrm>
            <a:custGeom>
              <a:avLst/>
              <a:pathLst>
                <a:path w="8239" h="23141">
                  <a:moveTo>
                    <a:pt x="6309" y="3861"/>
                  </a:moveTo>
                  <a:lnTo>
                    <a:pt x="5781" y="7523"/>
                  </a:lnTo>
                  <a:lnTo>
                    <a:pt x="2494" y="12169"/>
                  </a:lnTo>
                  <a:lnTo>
                    <a:pt x="7742" y="13045"/>
                  </a:lnTo>
                  <a:lnTo>
                    <a:pt x="8239" y="16672"/>
                  </a:lnTo>
                  <a:lnTo>
                    <a:pt x="7066" y="17166"/>
                  </a:lnTo>
                  <a:lnTo>
                    <a:pt x="3459" y="23141"/>
                  </a:lnTo>
                  <a:lnTo>
                    <a:pt x="1603" y="18206"/>
                  </a:lnTo>
                  <a:lnTo>
                    <a:pt x="3694" y="16647"/>
                  </a:lnTo>
                  <a:lnTo>
                    <a:pt x="4700" y="13972"/>
                  </a:lnTo>
                  <a:lnTo>
                    <a:pt x="3052" y="13215"/>
                  </a:lnTo>
                  <a:lnTo>
                    <a:pt x="1859" y="14303"/>
                  </a:lnTo>
                  <a:lnTo>
                    <a:pt x="0" y="13588"/>
                  </a:lnTo>
                  <a:lnTo>
                    <a:pt x="702" y="11538"/>
                  </a:lnTo>
                  <a:lnTo>
                    <a:pt x="3985" y="4159"/>
                  </a:lnTo>
                  <a:lnTo>
                    <a:pt x="699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h1872"/>
            <p:cNvSpPr/>
            <p:nvPr/>
          </p:nvSpPr>
          <p:spPr>
            <a:xfrm>
              <a:off x="2715554" y="3218469"/>
              <a:ext cx="25035" cy="30902"/>
            </a:xfrm>
            <a:custGeom>
              <a:avLst/>
              <a:pathLst>
                <a:path w="25035" h="30902">
                  <a:moveTo>
                    <a:pt x="16505" y="0"/>
                  </a:moveTo>
                  <a:lnTo>
                    <a:pt x="18716" y="1811"/>
                  </a:lnTo>
                  <a:lnTo>
                    <a:pt x="20466" y="4544"/>
                  </a:lnTo>
                  <a:lnTo>
                    <a:pt x="21127" y="9551"/>
                  </a:lnTo>
                  <a:lnTo>
                    <a:pt x="18628" y="11078"/>
                  </a:lnTo>
                  <a:lnTo>
                    <a:pt x="15981" y="15254"/>
                  </a:lnTo>
                  <a:lnTo>
                    <a:pt x="17486" y="20366"/>
                  </a:lnTo>
                  <a:lnTo>
                    <a:pt x="19190" y="22788"/>
                  </a:lnTo>
                  <a:lnTo>
                    <a:pt x="23072" y="22419"/>
                  </a:lnTo>
                  <a:lnTo>
                    <a:pt x="23962" y="22419"/>
                  </a:lnTo>
                  <a:lnTo>
                    <a:pt x="25035" y="24326"/>
                  </a:lnTo>
                  <a:lnTo>
                    <a:pt x="23761" y="26440"/>
                  </a:lnTo>
                  <a:lnTo>
                    <a:pt x="21439" y="27665"/>
                  </a:lnTo>
                  <a:lnTo>
                    <a:pt x="21034" y="27065"/>
                  </a:lnTo>
                  <a:lnTo>
                    <a:pt x="14378" y="27926"/>
                  </a:lnTo>
                  <a:lnTo>
                    <a:pt x="10003" y="26786"/>
                  </a:lnTo>
                  <a:lnTo>
                    <a:pt x="6870" y="27949"/>
                  </a:lnTo>
                  <a:lnTo>
                    <a:pt x="3306" y="30902"/>
                  </a:lnTo>
                  <a:lnTo>
                    <a:pt x="3329" y="26107"/>
                  </a:lnTo>
                  <a:lnTo>
                    <a:pt x="0" y="21150"/>
                  </a:lnTo>
                  <a:lnTo>
                    <a:pt x="1482" y="18270"/>
                  </a:lnTo>
                  <a:lnTo>
                    <a:pt x="4147" y="16502"/>
                  </a:lnTo>
                  <a:lnTo>
                    <a:pt x="4522" y="8778"/>
                  </a:lnTo>
                  <a:lnTo>
                    <a:pt x="9514" y="9019"/>
                  </a:lnTo>
                  <a:lnTo>
                    <a:pt x="13759" y="7888"/>
                  </a:lnTo>
                  <a:lnTo>
                    <a:pt x="14324" y="8574"/>
                  </a:lnTo>
                  <a:lnTo>
                    <a:pt x="16421" y="8238"/>
                  </a:lnTo>
                  <a:lnTo>
                    <a:pt x="17913" y="5589"/>
                  </a:lnTo>
                  <a:lnTo>
                    <a:pt x="14653" y="4553"/>
                  </a:lnTo>
                  <a:lnTo>
                    <a:pt x="14991" y="22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h1873"/>
            <p:cNvSpPr/>
            <p:nvPr/>
          </p:nvSpPr>
          <p:spPr>
            <a:xfrm>
              <a:off x="2794532" y="3175502"/>
              <a:ext cx="20260" cy="17008"/>
            </a:xfrm>
            <a:custGeom>
              <a:avLst/>
              <a:pathLst>
                <a:path w="20260" h="17008">
                  <a:moveTo>
                    <a:pt x="12576" y="3326"/>
                  </a:moveTo>
                  <a:lnTo>
                    <a:pt x="19721" y="6654"/>
                  </a:lnTo>
                  <a:lnTo>
                    <a:pt x="20260" y="7200"/>
                  </a:lnTo>
                  <a:lnTo>
                    <a:pt x="20003" y="9256"/>
                  </a:lnTo>
                  <a:lnTo>
                    <a:pt x="16361" y="12839"/>
                  </a:lnTo>
                  <a:lnTo>
                    <a:pt x="10262" y="15414"/>
                  </a:lnTo>
                  <a:lnTo>
                    <a:pt x="9107" y="13614"/>
                  </a:lnTo>
                  <a:lnTo>
                    <a:pt x="6202" y="12839"/>
                  </a:lnTo>
                  <a:lnTo>
                    <a:pt x="4486" y="13467"/>
                  </a:lnTo>
                  <a:lnTo>
                    <a:pt x="4727" y="15601"/>
                  </a:lnTo>
                  <a:lnTo>
                    <a:pt x="3365" y="17008"/>
                  </a:lnTo>
                  <a:lnTo>
                    <a:pt x="0" y="16108"/>
                  </a:lnTo>
                  <a:lnTo>
                    <a:pt x="4150" y="10417"/>
                  </a:lnTo>
                  <a:lnTo>
                    <a:pt x="5958" y="6276"/>
                  </a:lnTo>
                  <a:lnTo>
                    <a:pt x="3486" y="3995"/>
                  </a:lnTo>
                  <a:lnTo>
                    <a:pt x="815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h1874"/>
            <p:cNvSpPr/>
            <p:nvPr/>
          </p:nvSpPr>
          <p:spPr>
            <a:xfrm>
              <a:off x="2851253" y="2984415"/>
              <a:ext cx="3908" cy="7441"/>
            </a:xfrm>
            <a:custGeom>
              <a:avLst/>
              <a:pathLst>
                <a:path w="3908" h="7441">
                  <a:moveTo>
                    <a:pt x="1998" y="0"/>
                  </a:moveTo>
                  <a:lnTo>
                    <a:pt x="3908" y="2440"/>
                  </a:lnTo>
                  <a:lnTo>
                    <a:pt x="1672" y="7441"/>
                  </a:lnTo>
                  <a:lnTo>
                    <a:pt x="0" y="3194"/>
                  </a:lnTo>
                  <a:lnTo>
                    <a:pt x="286" y="194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h1875"/>
            <p:cNvSpPr/>
            <p:nvPr/>
          </p:nvSpPr>
          <p:spPr>
            <a:xfrm>
              <a:off x="2865810" y="2982143"/>
              <a:ext cx="5154" cy="6034"/>
            </a:xfrm>
            <a:custGeom>
              <a:avLst/>
              <a:pathLst>
                <a:path w="5154" h="6034">
                  <a:moveTo>
                    <a:pt x="3884" y="0"/>
                  </a:moveTo>
                  <a:lnTo>
                    <a:pt x="5154" y="2265"/>
                  </a:lnTo>
                  <a:lnTo>
                    <a:pt x="4307" y="6034"/>
                  </a:lnTo>
                  <a:lnTo>
                    <a:pt x="2759" y="5295"/>
                  </a:lnTo>
                  <a:lnTo>
                    <a:pt x="0" y="279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h1876"/>
            <p:cNvSpPr/>
            <p:nvPr/>
          </p:nvSpPr>
          <p:spPr>
            <a:xfrm>
              <a:off x="2847952" y="2987609"/>
              <a:ext cx="6020" cy="6924"/>
            </a:xfrm>
            <a:custGeom>
              <a:avLst/>
              <a:pathLst>
                <a:path w="6020" h="6924">
                  <a:moveTo>
                    <a:pt x="3301" y="0"/>
                  </a:moveTo>
                  <a:lnTo>
                    <a:pt x="4973" y="4247"/>
                  </a:lnTo>
                  <a:lnTo>
                    <a:pt x="6020" y="5603"/>
                  </a:lnTo>
                  <a:lnTo>
                    <a:pt x="4494" y="6160"/>
                  </a:lnTo>
                  <a:lnTo>
                    <a:pt x="783" y="6924"/>
                  </a:lnTo>
                  <a:lnTo>
                    <a:pt x="0" y="5260"/>
                  </a:lnTo>
                  <a:lnTo>
                    <a:pt x="719" y="273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h1877"/>
            <p:cNvSpPr/>
            <p:nvPr/>
          </p:nvSpPr>
          <p:spPr>
            <a:xfrm>
              <a:off x="2833413" y="3147321"/>
              <a:ext cx="4753" cy="10907"/>
            </a:xfrm>
            <a:custGeom>
              <a:avLst/>
              <a:pathLst>
                <a:path w="4753" h="10907">
                  <a:moveTo>
                    <a:pt x="3983" y="1164"/>
                  </a:moveTo>
                  <a:lnTo>
                    <a:pt x="4753" y="5801"/>
                  </a:lnTo>
                  <a:lnTo>
                    <a:pt x="4482" y="9243"/>
                  </a:lnTo>
                  <a:lnTo>
                    <a:pt x="2765" y="10907"/>
                  </a:lnTo>
                  <a:lnTo>
                    <a:pt x="1537" y="10846"/>
                  </a:lnTo>
                  <a:lnTo>
                    <a:pt x="0" y="4552"/>
                  </a:lnTo>
                  <a:lnTo>
                    <a:pt x="310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h1878"/>
            <p:cNvSpPr/>
            <p:nvPr/>
          </p:nvSpPr>
          <p:spPr>
            <a:xfrm>
              <a:off x="2852926" y="2982837"/>
              <a:ext cx="11963" cy="11116"/>
            </a:xfrm>
            <a:custGeom>
              <a:avLst/>
              <a:pathLst>
                <a:path w="11963" h="11116">
                  <a:moveTo>
                    <a:pt x="11963" y="1991"/>
                  </a:moveTo>
                  <a:lnTo>
                    <a:pt x="9047" y="6578"/>
                  </a:lnTo>
                  <a:lnTo>
                    <a:pt x="9408" y="11116"/>
                  </a:lnTo>
                  <a:lnTo>
                    <a:pt x="1046" y="10375"/>
                  </a:lnTo>
                  <a:lnTo>
                    <a:pt x="0" y="9019"/>
                  </a:lnTo>
                  <a:lnTo>
                    <a:pt x="2236" y="4019"/>
                  </a:lnTo>
                  <a:lnTo>
                    <a:pt x="4671" y="5020"/>
                  </a:lnTo>
                  <a:lnTo>
                    <a:pt x="938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h1879"/>
            <p:cNvSpPr/>
            <p:nvPr/>
          </p:nvSpPr>
          <p:spPr>
            <a:xfrm>
              <a:off x="2743188" y="3098290"/>
              <a:ext cx="37404" cy="18250"/>
            </a:xfrm>
            <a:custGeom>
              <a:avLst/>
              <a:pathLst>
                <a:path w="37404" h="18250">
                  <a:moveTo>
                    <a:pt x="33647" y="740"/>
                  </a:moveTo>
                  <a:lnTo>
                    <a:pt x="37404" y="5898"/>
                  </a:lnTo>
                  <a:lnTo>
                    <a:pt x="36689" y="5141"/>
                  </a:lnTo>
                  <a:lnTo>
                    <a:pt x="34061" y="10917"/>
                  </a:lnTo>
                  <a:lnTo>
                    <a:pt x="33212" y="11405"/>
                  </a:lnTo>
                  <a:lnTo>
                    <a:pt x="32296" y="14881"/>
                  </a:lnTo>
                  <a:lnTo>
                    <a:pt x="30649" y="18250"/>
                  </a:lnTo>
                  <a:lnTo>
                    <a:pt x="28603" y="15233"/>
                  </a:lnTo>
                  <a:lnTo>
                    <a:pt x="28275" y="12701"/>
                  </a:lnTo>
                  <a:lnTo>
                    <a:pt x="25537" y="11191"/>
                  </a:lnTo>
                  <a:lnTo>
                    <a:pt x="20246" y="11628"/>
                  </a:lnTo>
                  <a:lnTo>
                    <a:pt x="23161" y="14803"/>
                  </a:lnTo>
                  <a:lnTo>
                    <a:pt x="16761" y="14193"/>
                  </a:lnTo>
                  <a:lnTo>
                    <a:pt x="11154" y="12261"/>
                  </a:lnTo>
                  <a:lnTo>
                    <a:pt x="8309" y="12501"/>
                  </a:lnTo>
                  <a:lnTo>
                    <a:pt x="7603" y="11852"/>
                  </a:lnTo>
                  <a:lnTo>
                    <a:pt x="551" y="11070"/>
                  </a:lnTo>
                  <a:lnTo>
                    <a:pt x="148" y="9771"/>
                  </a:lnTo>
                  <a:lnTo>
                    <a:pt x="0" y="9302"/>
                  </a:lnTo>
                  <a:lnTo>
                    <a:pt x="6486" y="8554"/>
                  </a:lnTo>
                  <a:lnTo>
                    <a:pt x="7001" y="9669"/>
                  </a:lnTo>
                  <a:lnTo>
                    <a:pt x="8489" y="10100"/>
                  </a:lnTo>
                  <a:lnTo>
                    <a:pt x="18526" y="8654"/>
                  </a:lnTo>
                  <a:lnTo>
                    <a:pt x="24602" y="4480"/>
                  </a:lnTo>
                  <a:lnTo>
                    <a:pt x="2445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h1880"/>
            <p:cNvSpPr/>
            <p:nvPr/>
          </p:nvSpPr>
          <p:spPr>
            <a:xfrm>
              <a:off x="2736656" y="3144049"/>
              <a:ext cx="24827" cy="19516"/>
            </a:xfrm>
            <a:custGeom>
              <a:avLst/>
              <a:pathLst>
                <a:path w="24827" h="19516">
                  <a:moveTo>
                    <a:pt x="21775" y="77"/>
                  </a:moveTo>
                  <a:lnTo>
                    <a:pt x="22500" y="2107"/>
                  </a:lnTo>
                  <a:lnTo>
                    <a:pt x="22217" y="5186"/>
                  </a:lnTo>
                  <a:lnTo>
                    <a:pt x="23854" y="5835"/>
                  </a:lnTo>
                  <a:lnTo>
                    <a:pt x="24827" y="8316"/>
                  </a:lnTo>
                  <a:lnTo>
                    <a:pt x="20096" y="7758"/>
                  </a:lnTo>
                  <a:lnTo>
                    <a:pt x="15813" y="10871"/>
                  </a:lnTo>
                  <a:lnTo>
                    <a:pt x="14741" y="17784"/>
                  </a:lnTo>
                  <a:lnTo>
                    <a:pt x="15261" y="19516"/>
                  </a:lnTo>
                  <a:lnTo>
                    <a:pt x="11345" y="17044"/>
                  </a:lnTo>
                  <a:lnTo>
                    <a:pt x="6552" y="13969"/>
                  </a:lnTo>
                  <a:lnTo>
                    <a:pt x="7179" y="12188"/>
                  </a:lnTo>
                  <a:lnTo>
                    <a:pt x="5818" y="10874"/>
                  </a:lnTo>
                  <a:lnTo>
                    <a:pt x="4002" y="9874"/>
                  </a:lnTo>
                  <a:lnTo>
                    <a:pt x="0" y="9830"/>
                  </a:lnTo>
                  <a:lnTo>
                    <a:pt x="684" y="5969"/>
                  </a:lnTo>
                  <a:lnTo>
                    <a:pt x="1438" y="4250"/>
                  </a:lnTo>
                  <a:lnTo>
                    <a:pt x="3445" y="1327"/>
                  </a:lnTo>
                  <a:lnTo>
                    <a:pt x="4113" y="4336"/>
                  </a:lnTo>
                  <a:lnTo>
                    <a:pt x="5874" y="1028"/>
                  </a:lnTo>
                  <a:lnTo>
                    <a:pt x="7079" y="700"/>
                  </a:lnTo>
                  <a:lnTo>
                    <a:pt x="10173" y="6153"/>
                  </a:lnTo>
                  <a:lnTo>
                    <a:pt x="9218" y="8270"/>
                  </a:lnTo>
                  <a:lnTo>
                    <a:pt x="10684" y="8254"/>
                  </a:lnTo>
                  <a:lnTo>
                    <a:pt x="16101" y="7301"/>
                  </a:lnTo>
                  <a:lnTo>
                    <a:pt x="19033" y="5496"/>
                  </a:lnTo>
                  <a:lnTo>
                    <a:pt x="19759" y="4728"/>
                  </a:lnTo>
                  <a:lnTo>
                    <a:pt x="19408" y="3153"/>
                  </a:lnTo>
                  <a:lnTo>
                    <a:pt x="17871" y="1497"/>
                  </a:lnTo>
                  <a:lnTo>
                    <a:pt x="18900" y="11"/>
                  </a:lnTo>
                  <a:lnTo>
                    <a:pt x="1989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h1881"/>
            <p:cNvSpPr/>
            <p:nvPr/>
          </p:nvSpPr>
          <p:spPr>
            <a:xfrm>
              <a:off x="2885870" y="2974676"/>
              <a:ext cx="12548" cy="19966"/>
            </a:xfrm>
            <a:custGeom>
              <a:avLst/>
              <a:pathLst>
                <a:path w="12548" h="19966">
                  <a:moveTo>
                    <a:pt x="10053" y="1010"/>
                  </a:moveTo>
                  <a:lnTo>
                    <a:pt x="10981" y="1983"/>
                  </a:lnTo>
                  <a:lnTo>
                    <a:pt x="11806" y="5219"/>
                  </a:lnTo>
                  <a:lnTo>
                    <a:pt x="10766" y="8811"/>
                  </a:lnTo>
                  <a:lnTo>
                    <a:pt x="12214" y="15257"/>
                  </a:lnTo>
                  <a:lnTo>
                    <a:pt x="12548" y="19206"/>
                  </a:lnTo>
                  <a:lnTo>
                    <a:pt x="12013" y="19966"/>
                  </a:lnTo>
                  <a:lnTo>
                    <a:pt x="8944" y="19554"/>
                  </a:lnTo>
                  <a:lnTo>
                    <a:pt x="6392" y="14066"/>
                  </a:lnTo>
                  <a:lnTo>
                    <a:pt x="5920" y="12510"/>
                  </a:lnTo>
                  <a:lnTo>
                    <a:pt x="1029" y="6904"/>
                  </a:lnTo>
                  <a:lnTo>
                    <a:pt x="895" y="4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h1882"/>
            <p:cNvSpPr/>
            <p:nvPr/>
          </p:nvSpPr>
          <p:spPr>
            <a:xfrm>
              <a:off x="2855161" y="3156874"/>
              <a:ext cx="33461" cy="34590"/>
            </a:xfrm>
            <a:custGeom>
              <a:avLst/>
              <a:pathLst>
                <a:path w="33461" h="34590">
                  <a:moveTo>
                    <a:pt x="19651" y="282"/>
                  </a:moveTo>
                  <a:lnTo>
                    <a:pt x="26641" y="2039"/>
                  </a:lnTo>
                  <a:lnTo>
                    <a:pt x="29179" y="6956"/>
                  </a:lnTo>
                  <a:lnTo>
                    <a:pt x="30968" y="6126"/>
                  </a:lnTo>
                  <a:lnTo>
                    <a:pt x="33461" y="8220"/>
                  </a:lnTo>
                  <a:lnTo>
                    <a:pt x="31217" y="13062"/>
                  </a:lnTo>
                  <a:lnTo>
                    <a:pt x="28274" y="18158"/>
                  </a:lnTo>
                  <a:lnTo>
                    <a:pt x="23277" y="21418"/>
                  </a:lnTo>
                  <a:lnTo>
                    <a:pt x="19604" y="23205"/>
                  </a:lnTo>
                  <a:lnTo>
                    <a:pt x="18007" y="21949"/>
                  </a:lnTo>
                  <a:lnTo>
                    <a:pt x="15168" y="22607"/>
                  </a:lnTo>
                  <a:lnTo>
                    <a:pt x="14376" y="29922"/>
                  </a:lnTo>
                  <a:lnTo>
                    <a:pt x="15418" y="34472"/>
                  </a:lnTo>
                  <a:lnTo>
                    <a:pt x="14124" y="34590"/>
                  </a:lnTo>
                  <a:lnTo>
                    <a:pt x="13051" y="32816"/>
                  </a:lnTo>
                  <a:lnTo>
                    <a:pt x="14060" y="29772"/>
                  </a:lnTo>
                  <a:lnTo>
                    <a:pt x="13680" y="28281"/>
                  </a:lnTo>
                  <a:lnTo>
                    <a:pt x="6997" y="26384"/>
                  </a:lnTo>
                  <a:lnTo>
                    <a:pt x="0" y="21740"/>
                  </a:lnTo>
                  <a:lnTo>
                    <a:pt x="2467" y="13931"/>
                  </a:lnTo>
                  <a:lnTo>
                    <a:pt x="4094" y="14348"/>
                  </a:lnTo>
                  <a:lnTo>
                    <a:pt x="4695" y="12772"/>
                  </a:lnTo>
                  <a:lnTo>
                    <a:pt x="5661" y="6752"/>
                  </a:lnTo>
                  <a:lnTo>
                    <a:pt x="10057" y="8044"/>
                  </a:lnTo>
                  <a:lnTo>
                    <a:pt x="16841" y="3170"/>
                  </a:lnTo>
                  <a:lnTo>
                    <a:pt x="1852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h1883"/>
            <p:cNvSpPr/>
            <p:nvPr/>
          </p:nvSpPr>
          <p:spPr>
            <a:xfrm>
              <a:off x="2888087" y="2994231"/>
              <a:ext cx="11149" cy="18113"/>
            </a:xfrm>
            <a:custGeom>
              <a:avLst/>
              <a:pathLst>
                <a:path w="11149" h="18113">
                  <a:moveTo>
                    <a:pt x="9796" y="411"/>
                  </a:moveTo>
                  <a:lnTo>
                    <a:pt x="11149" y="3279"/>
                  </a:lnTo>
                  <a:lnTo>
                    <a:pt x="10994" y="11417"/>
                  </a:lnTo>
                  <a:lnTo>
                    <a:pt x="7495" y="13412"/>
                  </a:lnTo>
                  <a:lnTo>
                    <a:pt x="6264" y="15446"/>
                  </a:lnTo>
                  <a:lnTo>
                    <a:pt x="6916" y="16502"/>
                  </a:lnTo>
                  <a:lnTo>
                    <a:pt x="4389" y="17978"/>
                  </a:lnTo>
                  <a:lnTo>
                    <a:pt x="1457" y="18113"/>
                  </a:lnTo>
                  <a:lnTo>
                    <a:pt x="0" y="16263"/>
                  </a:lnTo>
                  <a:lnTo>
                    <a:pt x="495" y="13436"/>
                  </a:lnTo>
                  <a:lnTo>
                    <a:pt x="1891" y="10335"/>
                  </a:lnTo>
                  <a:lnTo>
                    <a:pt x="5340" y="7759"/>
                  </a:lnTo>
                  <a:lnTo>
                    <a:pt x="5801" y="6617"/>
                  </a:lnTo>
                  <a:lnTo>
                    <a:pt x="672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h1884"/>
            <p:cNvSpPr/>
            <p:nvPr/>
          </p:nvSpPr>
          <p:spPr>
            <a:xfrm>
              <a:off x="2849722" y="2995635"/>
              <a:ext cx="12679" cy="13876"/>
            </a:xfrm>
            <a:custGeom>
              <a:avLst/>
              <a:pathLst>
                <a:path w="12679" h="13876">
                  <a:moveTo>
                    <a:pt x="12679" y="271"/>
                  </a:moveTo>
                  <a:lnTo>
                    <a:pt x="6630" y="13876"/>
                  </a:lnTo>
                  <a:lnTo>
                    <a:pt x="4021" y="13838"/>
                  </a:lnTo>
                  <a:lnTo>
                    <a:pt x="1609" y="13200"/>
                  </a:lnTo>
                  <a:lnTo>
                    <a:pt x="0" y="6866"/>
                  </a:lnTo>
                  <a:lnTo>
                    <a:pt x="2017" y="7702"/>
                  </a:lnTo>
                  <a:lnTo>
                    <a:pt x="3432" y="7093"/>
                  </a:lnTo>
                  <a:lnTo>
                    <a:pt x="646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h1885"/>
            <p:cNvSpPr/>
            <p:nvPr/>
          </p:nvSpPr>
          <p:spPr>
            <a:xfrm>
              <a:off x="2836179" y="3147621"/>
              <a:ext cx="11731" cy="15489"/>
            </a:xfrm>
            <a:custGeom>
              <a:avLst/>
              <a:pathLst>
                <a:path w="11731" h="15489">
                  <a:moveTo>
                    <a:pt x="2888" y="0"/>
                  </a:moveTo>
                  <a:lnTo>
                    <a:pt x="3245" y="1177"/>
                  </a:lnTo>
                  <a:lnTo>
                    <a:pt x="3205" y="2880"/>
                  </a:lnTo>
                  <a:lnTo>
                    <a:pt x="2053" y="4730"/>
                  </a:lnTo>
                  <a:lnTo>
                    <a:pt x="2571" y="6161"/>
                  </a:lnTo>
                  <a:lnTo>
                    <a:pt x="6239" y="7691"/>
                  </a:lnTo>
                  <a:lnTo>
                    <a:pt x="9653" y="7754"/>
                  </a:lnTo>
                  <a:lnTo>
                    <a:pt x="10570" y="8494"/>
                  </a:lnTo>
                  <a:lnTo>
                    <a:pt x="11731" y="11813"/>
                  </a:lnTo>
                  <a:lnTo>
                    <a:pt x="11325" y="14483"/>
                  </a:lnTo>
                  <a:lnTo>
                    <a:pt x="8945" y="15489"/>
                  </a:lnTo>
                  <a:lnTo>
                    <a:pt x="6942" y="12828"/>
                  </a:lnTo>
                  <a:lnTo>
                    <a:pt x="5088" y="13976"/>
                  </a:lnTo>
                  <a:lnTo>
                    <a:pt x="2720" y="13515"/>
                  </a:lnTo>
                  <a:lnTo>
                    <a:pt x="1622" y="12706"/>
                  </a:lnTo>
                  <a:lnTo>
                    <a:pt x="1585" y="10558"/>
                  </a:lnTo>
                  <a:lnTo>
                    <a:pt x="0" y="10607"/>
                  </a:lnTo>
                  <a:lnTo>
                    <a:pt x="1717" y="8943"/>
                  </a:lnTo>
                  <a:lnTo>
                    <a:pt x="1987" y="5501"/>
                  </a:lnTo>
                  <a:lnTo>
                    <a:pt x="1217" y="86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h1886"/>
            <p:cNvSpPr/>
            <p:nvPr/>
          </p:nvSpPr>
          <p:spPr>
            <a:xfrm>
              <a:off x="2806262" y="2937602"/>
              <a:ext cx="11512" cy="11717"/>
            </a:xfrm>
            <a:custGeom>
              <a:avLst/>
              <a:pathLst>
                <a:path w="11512" h="11717">
                  <a:moveTo>
                    <a:pt x="8551" y="1310"/>
                  </a:moveTo>
                  <a:lnTo>
                    <a:pt x="11512" y="7213"/>
                  </a:lnTo>
                  <a:lnTo>
                    <a:pt x="9074" y="10227"/>
                  </a:lnTo>
                  <a:lnTo>
                    <a:pt x="4789" y="11717"/>
                  </a:lnTo>
                  <a:lnTo>
                    <a:pt x="1787" y="10896"/>
                  </a:lnTo>
                  <a:lnTo>
                    <a:pt x="2299" y="9332"/>
                  </a:lnTo>
                  <a:lnTo>
                    <a:pt x="0" y="8921"/>
                  </a:lnTo>
                  <a:lnTo>
                    <a:pt x="706" y="8350"/>
                  </a:lnTo>
                  <a:lnTo>
                    <a:pt x="2695" y="6134"/>
                  </a:lnTo>
                  <a:lnTo>
                    <a:pt x="3442" y="2552"/>
                  </a:lnTo>
                  <a:lnTo>
                    <a:pt x="892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h1887"/>
            <p:cNvSpPr/>
            <p:nvPr/>
          </p:nvSpPr>
          <p:spPr>
            <a:xfrm>
              <a:off x="2734967" y="3126554"/>
              <a:ext cx="21586" cy="25765"/>
            </a:xfrm>
            <a:custGeom>
              <a:avLst/>
              <a:pathLst>
                <a:path w="21586" h="25765">
                  <a:moveTo>
                    <a:pt x="16838" y="47"/>
                  </a:moveTo>
                  <a:lnTo>
                    <a:pt x="17240" y="2706"/>
                  </a:lnTo>
                  <a:lnTo>
                    <a:pt x="15447" y="5562"/>
                  </a:lnTo>
                  <a:lnTo>
                    <a:pt x="21586" y="17494"/>
                  </a:lnTo>
                  <a:lnTo>
                    <a:pt x="20589" y="17506"/>
                  </a:lnTo>
                  <a:lnTo>
                    <a:pt x="19561" y="18992"/>
                  </a:lnTo>
                  <a:lnTo>
                    <a:pt x="21097" y="20648"/>
                  </a:lnTo>
                  <a:lnTo>
                    <a:pt x="21448" y="22223"/>
                  </a:lnTo>
                  <a:lnTo>
                    <a:pt x="20722" y="22991"/>
                  </a:lnTo>
                  <a:lnTo>
                    <a:pt x="17790" y="24796"/>
                  </a:lnTo>
                  <a:lnTo>
                    <a:pt x="12373" y="25749"/>
                  </a:lnTo>
                  <a:lnTo>
                    <a:pt x="10907" y="25765"/>
                  </a:lnTo>
                  <a:lnTo>
                    <a:pt x="11863" y="23648"/>
                  </a:lnTo>
                  <a:lnTo>
                    <a:pt x="8768" y="18195"/>
                  </a:lnTo>
                  <a:lnTo>
                    <a:pt x="7563" y="18523"/>
                  </a:lnTo>
                  <a:lnTo>
                    <a:pt x="5802" y="21831"/>
                  </a:lnTo>
                  <a:lnTo>
                    <a:pt x="5134" y="18822"/>
                  </a:lnTo>
                  <a:lnTo>
                    <a:pt x="6323" y="16538"/>
                  </a:lnTo>
                  <a:lnTo>
                    <a:pt x="4940" y="14960"/>
                  </a:lnTo>
                  <a:lnTo>
                    <a:pt x="1564" y="17093"/>
                  </a:lnTo>
                  <a:lnTo>
                    <a:pt x="1432" y="19461"/>
                  </a:lnTo>
                  <a:lnTo>
                    <a:pt x="0" y="20616"/>
                  </a:lnTo>
                  <a:lnTo>
                    <a:pt x="964" y="15901"/>
                  </a:lnTo>
                  <a:lnTo>
                    <a:pt x="9606" y="915"/>
                  </a:lnTo>
                  <a:lnTo>
                    <a:pt x="1026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h1888"/>
            <p:cNvSpPr/>
            <p:nvPr/>
          </p:nvSpPr>
          <p:spPr>
            <a:xfrm>
              <a:off x="2839067" y="3138974"/>
              <a:ext cx="13870" cy="23130"/>
            </a:xfrm>
            <a:custGeom>
              <a:avLst/>
              <a:pathLst>
                <a:path w="13870" h="23130">
                  <a:moveTo>
                    <a:pt x="11482" y="1422"/>
                  </a:moveTo>
                  <a:lnTo>
                    <a:pt x="9650" y="7286"/>
                  </a:lnTo>
                  <a:lnTo>
                    <a:pt x="9949" y="10327"/>
                  </a:lnTo>
                  <a:lnTo>
                    <a:pt x="13870" y="13086"/>
                  </a:lnTo>
                  <a:lnTo>
                    <a:pt x="12414" y="16307"/>
                  </a:lnTo>
                  <a:lnTo>
                    <a:pt x="10531" y="21713"/>
                  </a:lnTo>
                  <a:lnTo>
                    <a:pt x="8437" y="23130"/>
                  </a:lnTo>
                  <a:lnTo>
                    <a:pt x="8843" y="20460"/>
                  </a:lnTo>
                  <a:lnTo>
                    <a:pt x="7682" y="17141"/>
                  </a:lnTo>
                  <a:lnTo>
                    <a:pt x="6765" y="16401"/>
                  </a:lnTo>
                  <a:lnTo>
                    <a:pt x="3351" y="16337"/>
                  </a:lnTo>
                  <a:lnTo>
                    <a:pt x="4499" y="12596"/>
                  </a:lnTo>
                  <a:lnTo>
                    <a:pt x="357" y="9824"/>
                  </a:lnTo>
                  <a:lnTo>
                    <a:pt x="0" y="8646"/>
                  </a:lnTo>
                  <a:lnTo>
                    <a:pt x="2783" y="5243"/>
                  </a:lnTo>
                  <a:lnTo>
                    <a:pt x="4877" y="918"/>
                  </a:lnTo>
                  <a:lnTo>
                    <a:pt x="6278" y="1883"/>
                  </a:lnTo>
                  <a:lnTo>
                    <a:pt x="687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h1889"/>
            <p:cNvSpPr/>
            <p:nvPr/>
          </p:nvSpPr>
          <p:spPr>
            <a:xfrm>
              <a:off x="2837446" y="3208106"/>
              <a:ext cx="16290" cy="25885"/>
            </a:xfrm>
            <a:custGeom>
              <a:avLst/>
              <a:pathLst>
                <a:path w="16290" h="25885">
                  <a:moveTo>
                    <a:pt x="10909" y="303"/>
                  </a:moveTo>
                  <a:lnTo>
                    <a:pt x="12027" y="3895"/>
                  </a:lnTo>
                  <a:lnTo>
                    <a:pt x="16290" y="8525"/>
                  </a:lnTo>
                  <a:lnTo>
                    <a:pt x="16020" y="12310"/>
                  </a:lnTo>
                  <a:lnTo>
                    <a:pt x="14262" y="12770"/>
                  </a:lnTo>
                  <a:lnTo>
                    <a:pt x="12064" y="15612"/>
                  </a:lnTo>
                  <a:lnTo>
                    <a:pt x="6835" y="24936"/>
                  </a:lnTo>
                  <a:lnTo>
                    <a:pt x="8021" y="25398"/>
                  </a:lnTo>
                  <a:lnTo>
                    <a:pt x="6057" y="25885"/>
                  </a:lnTo>
                  <a:lnTo>
                    <a:pt x="4502" y="24458"/>
                  </a:lnTo>
                  <a:lnTo>
                    <a:pt x="5784" y="22118"/>
                  </a:lnTo>
                  <a:lnTo>
                    <a:pt x="1772" y="14010"/>
                  </a:lnTo>
                  <a:lnTo>
                    <a:pt x="0" y="12856"/>
                  </a:lnTo>
                  <a:lnTo>
                    <a:pt x="1770" y="10447"/>
                  </a:lnTo>
                  <a:lnTo>
                    <a:pt x="510" y="9326"/>
                  </a:lnTo>
                  <a:lnTo>
                    <a:pt x="325" y="5705"/>
                  </a:lnTo>
                  <a:lnTo>
                    <a:pt x="6341" y="3809"/>
                  </a:lnTo>
                  <a:lnTo>
                    <a:pt x="1011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h1890"/>
            <p:cNvSpPr/>
            <p:nvPr/>
          </p:nvSpPr>
          <p:spPr>
            <a:xfrm>
              <a:off x="2841232" y="2916526"/>
              <a:ext cx="33541" cy="24945"/>
            </a:xfrm>
            <a:custGeom>
              <a:avLst/>
              <a:pathLst>
                <a:path w="33541" h="24945">
                  <a:moveTo>
                    <a:pt x="9356" y="2882"/>
                  </a:moveTo>
                  <a:lnTo>
                    <a:pt x="13523" y="3458"/>
                  </a:lnTo>
                  <a:lnTo>
                    <a:pt x="18851" y="7114"/>
                  </a:lnTo>
                  <a:lnTo>
                    <a:pt x="20390" y="4603"/>
                  </a:lnTo>
                  <a:lnTo>
                    <a:pt x="24809" y="4468"/>
                  </a:lnTo>
                  <a:lnTo>
                    <a:pt x="27324" y="5408"/>
                  </a:lnTo>
                  <a:lnTo>
                    <a:pt x="33541" y="14087"/>
                  </a:lnTo>
                  <a:lnTo>
                    <a:pt x="29304" y="13905"/>
                  </a:lnTo>
                  <a:lnTo>
                    <a:pt x="28116" y="16354"/>
                  </a:lnTo>
                  <a:lnTo>
                    <a:pt x="22201" y="21802"/>
                  </a:lnTo>
                  <a:lnTo>
                    <a:pt x="20921" y="24945"/>
                  </a:lnTo>
                  <a:lnTo>
                    <a:pt x="14510" y="22013"/>
                  </a:lnTo>
                  <a:lnTo>
                    <a:pt x="13168" y="19332"/>
                  </a:lnTo>
                  <a:lnTo>
                    <a:pt x="10938" y="18747"/>
                  </a:lnTo>
                  <a:lnTo>
                    <a:pt x="9982" y="19581"/>
                  </a:lnTo>
                  <a:lnTo>
                    <a:pt x="5981" y="15938"/>
                  </a:lnTo>
                  <a:lnTo>
                    <a:pt x="2625" y="17861"/>
                  </a:lnTo>
                  <a:lnTo>
                    <a:pt x="1529" y="17377"/>
                  </a:lnTo>
                  <a:lnTo>
                    <a:pt x="0" y="14706"/>
                  </a:lnTo>
                  <a:lnTo>
                    <a:pt x="3441" y="2510"/>
                  </a:lnTo>
                  <a:lnTo>
                    <a:pt x="836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h1891"/>
            <p:cNvSpPr/>
            <p:nvPr/>
          </p:nvSpPr>
          <p:spPr>
            <a:xfrm>
              <a:off x="2832880" y="2970713"/>
              <a:ext cx="12991" cy="13401"/>
            </a:xfrm>
            <a:custGeom>
              <a:avLst/>
              <a:pathLst>
                <a:path w="12991" h="13401">
                  <a:moveTo>
                    <a:pt x="9203" y="0"/>
                  </a:moveTo>
                  <a:lnTo>
                    <a:pt x="10198" y="2951"/>
                  </a:lnTo>
                  <a:lnTo>
                    <a:pt x="12991" y="5781"/>
                  </a:lnTo>
                  <a:lnTo>
                    <a:pt x="6666" y="11527"/>
                  </a:lnTo>
                  <a:lnTo>
                    <a:pt x="6625" y="13061"/>
                  </a:lnTo>
                  <a:lnTo>
                    <a:pt x="1654" y="13401"/>
                  </a:lnTo>
                  <a:lnTo>
                    <a:pt x="0" y="11087"/>
                  </a:lnTo>
                  <a:lnTo>
                    <a:pt x="567" y="9013"/>
                  </a:lnTo>
                  <a:lnTo>
                    <a:pt x="7118" y="3671"/>
                  </a:lnTo>
                  <a:lnTo>
                    <a:pt x="7706" y="2122"/>
                  </a:lnTo>
                  <a:lnTo>
                    <a:pt x="7282" y="105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h1892"/>
            <p:cNvSpPr/>
            <p:nvPr/>
          </p:nvSpPr>
          <p:spPr>
            <a:xfrm>
              <a:off x="2752070" y="3162440"/>
              <a:ext cx="13037" cy="13990"/>
            </a:xfrm>
            <a:custGeom>
              <a:avLst/>
              <a:pathLst>
                <a:path w="13037" h="13990">
                  <a:moveTo>
                    <a:pt x="3935" y="0"/>
                  </a:moveTo>
                  <a:lnTo>
                    <a:pt x="5140" y="798"/>
                  </a:lnTo>
                  <a:lnTo>
                    <a:pt x="8565" y="4377"/>
                  </a:lnTo>
                  <a:lnTo>
                    <a:pt x="10480" y="2508"/>
                  </a:lnTo>
                  <a:lnTo>
                    <a:pt x="9689" y="5569"/>
                  </a:lnTo>
                  <a:lnTo>
                    <a:pt x="12124" y="7745"/>
                  </a:lnTo>
                  <a:lnTo>
                    <a:pt x="13037" y="10055"/>
                  </a:lnTo>
                  <a:lnTo>
                    <a:pt x="8644" y="13144"/>
                  </a:lnTo>
                  <a:lnTo>
                    <a:pt x="3471" y="13990"/>
                  </a:lnTo>
                  <a:lnTo>
                    <a:pt x="1955" y="13504"/>
                  </a:lnTo>
                  <a:lnTo>
                    <a:pt x="0" y="9008"/>
                  </a:lnTo>
                  <a:lnTo>
                    <a:pt x="134" y="2075"/>
                  </a:lnTo>
                  <a:lnTo>
                    <a:pt x="2188" y="9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h1893"/>
            <p:cNvSpPr/>
            <p:nvPr/>
          </p:nvSpPr>
          <p:spPr>
            <a:xfrm>
              <a:off x="2838496" y="3187826"/>
              <a:ext cx="16582" cy="13692"/>
            </a:xfrm>
            <a:custGeom>
              <a:avLst/>
              <a:pathLst>
                <a:path w="16582" h="13692">
                  <a:moveTo>
                    <a:pt x="10505" y="1203"/>
                  </a:moveTo>
                  <a:lnTo>
                    <a:pt x="15041" y="487"/>
                  </a:lnTo>
                  <a:lnTo>
                    <a:pt x="16582" y="7053"/>
                  </a:lnTo>
                  <a:lnTo>
                    <a:pt x="15990" y="7542"/>
                  </a:lnTo>
                  <a:lnTo>
                    <a:pt x="12857" y="10685"/>
                  </a:lnTo>
                  <a:lnTo>
                    <a:pt x="7977" y="12416"/>
                  </a:lnTo>
                  <a:lnTo>
                    <a:pt x="5207" y="12444"/>
                  </a:lnTo>
                  <a:lnTo>
                    <a:pt x="3742" y="13692"/>
                  </a:lnTo>
                  <a:lnTo>
                    <a:pt x="0" y="10701"/>
                  </a:lnTo>
                  <a:lnTo>
                    <a:pt x="2244" y="2496"/>
                  </a:lnTo>
                  <a:lnTo>
                    <a:pt x="6205" y="769"/>
                  </a:lnTo>
                  <a:lnTo>
                    <a:pt x="977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h1894"/>
            <p:cNvSpPr/>
            <p:nvPr/>
          </p:nvSpPr>
          <p:spPr>
            <a:xfrm>
              <a:off x="2754879" y="3170524"/>
              <a:ext cx="34556" cy="46472"/>
            </a:xfrm>
            <a:custGeom>
              <a:avLst/>
              <a:pathLst>
                <a:path w="34556" h="46472">
                  <a:moveTo>
                    <a:pt x="13510" y="0"/>
                  </a:moveTo>
                  <a:lnTo>
                    <a:pt x="15063" y="608"/>
                  </a:lnTo>
                  <a:lnTo>
                    <a:pt x="17125" y="3825"/>
                  </a:lnTo>
                  <a:lnTo>
                    <a:pt x="18055" y="3869"/>
                  </a:lnTo>
                  <a:lnTo>
                    <a:pt x="19332" y="5507"/>
                  </a:lnTo>
                  <a:lnTo>
                    <a:pt x="19127" y="10044"/>
                  </a:lnTo>
                  <a:lnTo>
                    <a:pt x="22328" y="15334"/>
                  </a:lnTo>
                  <a:lnTo>
                    <a:pt x="23418" y="15520"/>
                  </a:lnTo>
                  <a:lnTo>
                    <a:pt x="24798" y="14181"/>
                  </a:lnTo>
                  <a:lnTo>
                    <a:pt x="25372" y="15597"/>
                  </a:lnTo>
                  <a:lnTo>
                    <a:pt x="23067" y="18090"/>
                  </a:lnTo>
                  <a:lnTo>
                    <a:pt x="29892" y="19367"/>
                  </a:lnTo>
                  <a:lnTo>
                    <a:pt x="34556" y="24203"/>
                  </a:lnTo>
                  <a:lnTo>
                    <a:pt x="33613" y="25448"/>
                  </a:lnTo>
                  <a:lnTo>
                    <a:pt x="23948" y="29109"/>
                  </a:lnTo>
                  <a:lnTo>
                    <a:pt x="22131" y="33433"/>
                  </a:lnTo>
                  <a:lnTo>
                    <a:pt x="16309" y="40534"/>
                  </a:lnTo>
                  <a:lnTo>
                    <a:pt x="15821" y="43178"/>
                  </a:lnTo>
                  <a:lnTo>
                    <a:pt x="16917" y="45977"/>
                  </a:lnTo>
                  <a:lnTo>
                    <a:pt x="15477" y="46472"/>
                  </a:lnTo>
                  <a:lnTo>
                    <a:pt x="11261" y="45418"/>
                  </a:lnTo>
                  <a:lnTo>
                    <a:pt x="5673" y="39874"/>
                  </a:lnTo>
                  <a:lnTo>
                    <a:pt x="7626" y="37261"/>
                  </a:lnTo>
                  <a:lnTo>
                    <a:pt x="5631" y="36678"/>
                  </a:lnTo>
                  <a:lnTo>
                    <a:pt x="1723" y="37650"/>
                  </a:lnTo>
                  <a:lnTo>
                    <a:pt x="0" y="34836"/>
                  </a:lnTo>
                  <a:lnTo>
                    <a:pt x="2204" y="34997"/>
                  </a:lnTo>
                  <a:lnTo>
                    <a:pt x="3643" y="33725"/>
                  </a:lnTo>
                  <a:lnTo>
                    <a:pt x="5129" y="30513"/>
                  </a:lnTo>
                  <a:lnTo>
                    <a:pt x="3032" y="22809"/>
                  </a:lnTo>
                  <a:lnTo>
                    <a:pt x="1764" y="20927"/>
                  </a:lnTo>
                  <a:lnTo>
                    <a:pt x="5602" y="19043"/>
                  </a:lnTo>
                  <a:lnTo>
                    <a:pt x="5319" y="17330"/>
                  </a:lnTo>
                  <a:lnTo>
                    <a:pt x="3139" y="16591"/>
                  </a:lnTo>
                  <a:lnTo>
                    <a:pt x="1153" y="17294"/>
                  </a:lnTo>
                  <a:lnTo>
                    <a:pt x="327" y="16244"/>
                  </a:lnTo>
                  <a:lnTo>
                    <a:pt x="208" y="14617"/>
                  </a:lnTo>
                  <a:lnTo>
                    <a:pt x="652" y="13929"/>
                  </a:lnTo>
                  <a:lnTo>
                    <a:pt x="4694" y="14493"/>
                  </a:lnTo>
                  <a:lnTo>
                    <a:pt x="6833" y="13552"/>
                  </a:lnTo>
                  <a:lnTo>
                    <a:pt x="7261" y="12922"/>
                  </a:lnTo>
                  <a:lnTo>
                    <a:pt x="6457" y="12201"/>
                  </a:lnTo>
                  <a:lnTo>
                    <a:pt x="11263" y="2032"/>
                  </a:lnTo>
                  <a:lnTo>
                    <a:pt x="11146" y="129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h1895"/>
            <p:cNvSpPr/>
            <p:nvPr/>
          </p:nvSpPr>
          <p:spPr>
            <a:xfrm>
              <a:off x="2833599" y="3089212"/>
              <a:ext cx="20919" cy="23964"/>
            </a:xfrm>
            <a:custGeom>
              <a:avLst/>
              <a:pathLst>
                <a:path w="20919" h="23964">
                  <a:moveTo>
                    <a:pt x="9121" y="0"/>
                  </a:moveTo>
                  <a:lnTo>
                    <a:pt x="10610" y="1831"/>
                  </a:lnTo>
                  <a:lnTo>
                    <a:pt x="10130" y="3622"/>
                  </a:lnTo>
                  <a:lnTo>
                    <a:pt x="12877" y="3517"/>
                  </a:lnTo>
                  <a:lnTo>
                    <a:pt x="15339" y="7307"/>
                  </a:lnTo>
                  <a:lnTo>
                    <a:pt x="12360" y="8373"/>
                  </a:lnTo>
                  <a:lnTo>
                    <a:pt x="14383" y="7960"/>
                  </a:lnTo>
                  <a:lnTo>
                    <a:pt x="20919" y="13016"/>
                  </a:lnTo>
                  <a:lnTo>
                    <a:pt x="18330" y="17511"/>
                  </a:lnTo>
                  <a:lnTo>
                    <a:pt x="13880" y="19031"/>
                  </a:lnTo>
                  <a:lnTo>
                    <a:pt x="13913" y="22789"/>
                  </a:lnTo>
                  <a:lnTo>
                    <a:pt x="12168" y="23964"/>
                  </a:lnTo>
                  <a:lnTo>
                    <a:pt x="10057" y="21666"/>
                  </a:lnTo>
                  <a:lnTo>
                    <a:pt x="5467" y="19936"/>
                  </a:lnTo>
                  <a:lnTo>
                    <a:pt x="0" y="15222"/>
                  </a:lnTo>
                  <a:lnTo>
                    <a:pt x="2338" y="11980"/>
                  </a:lnTo>
                  <a:lnTo>
                    <a:pt x="7800" y="8485"/>
                  </a:lnTo>
                  <a:lnTo>
                    <a:pt x="5920" y="4467"/>
                  </a:lnTo>
                  <a:lnTo>
                    <a:pt x="5215" y="230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h1896"/>
            <p:cNvSpPr/>
            <p:nvPr/>
          </p:nvSpPr>
          <p:spPr>
            <a:xfrm>
              <a:off x="2748512" y="3094641"/>
              <a:ext cx="15804" cy="7318"/>
            </a:xfrm>
            <a:custGeom>
              <a:avLst/>
              <a:pathLst>
                <a:path w="15804" h="7318">
                  <a:moveTo>
                    <a:pt x="14546" y="3103"/>
                  </a:moveTo>
                  <a:lnTo>
                    <a:pt x="12590" y="5434"/>
                  </a:lnTo>
                  <a:lnTo>
                    <a:pt x="9711" y="6836"/>
                  </a:lnTo>
                  <a:lnTo>
                    <a:pt x="2041" y="7318"/>
                  </a:lnTo>
                  <a:lnTo>
                    <a:pt x="0" y="6856"/>
                  </a:lnTo>
                  <a:lnTo>
                    <a:pt x="1328" y="5531"/>
                  </a:lnTo>
                  <a:lnTo>
                    <a:pt x="8917" y="1723"/>
                  </a:lnTo>
                  <a:lnTo>
                    <a:pt x="1580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h1897"/>
            <p:cNvSpPr/>
            <p:nvPr/>
          </p:nvSpPr>
          <p:spPr>
            <a:xfrm>
              <a:off x="2839505" y="2975764"/>
              <a:ext cx="11838" cy="9106"/>
            </a:xfrm>
            <a:custGeom>
              <a:avLst/>
              <a:pathLst>
                <a:path w="11838" h="9106">
                  <a:moveTo>
                    <a:pt x="11838" y="499"/>
                  </a:moveTo>
                  <a:lnTo>
                    <a:pt x="9059" y="3617"/>
                  </a:lnTo>
                  <a:lnTo>
                    <a:pt x="10719" y="6611"/>
                  </a:lnTo>
                  <a:lnTo>
                    <a:pt x="8287" y="9106"/>
                  </a:lnTo>
                  <a:lnTo>
                    <a:pt x="1785" y="8569"/>
                  </a:lnTo>
                  <a:lnTo>
                    <a:pt x="0" y="8010"/>
                  </a:lnTo>
                  <a:lnTo>
                    <a:pt x="40" y="6476"/>
                  </a:lnTo>
                  <a:lnTo>
                    <a:pt x="6365" y="730"/>
                  </a:lnTo>
                  <a:lnTo>
                    <a:pt x="736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h1898"/>
            <p:cNvSpPr/>
            <p:nvPr/>
          </p:nvSpPr>
          <p:spPr>
            <a:xfrm>
              <a:off x="2877046" y="3105847"/>
              <a:ext cx="13560" cy="12011"/>
            </a:xfrm>
            <a:custGeom>
              <a:avLst/>
              <a:pathLst>
                <a:path w="13560" h="12011">
                  <a:moveTo>
                    <a:pt x="10923" y="6538"/>
                  </a:moveTo>
                  <a:lnTo>
                    <a:pt x="13560" y="8838"/>
                  </a:lnTo>
                  <a:lnTo>
                    <a:pt x="11389" y="11777"/>
                  </a:lnTo>
                  <a:lnTo>
                    <a:pt x="9975" y="12011"/>
                  </a:lnTo>
                  <a:lnTo>
                    <a:pt x="8110" y="10982"/>
                  </a:lnTo>
                  <a:lnTo>
                    <a:pt x="3692" y="8537"/>
                  </a:lnTo>
                  <a:lnTo>
                    <a:pt x="3850" y="6915"/>
                  </a:lnTo>
                  <a:lnTo>
                    <a:pt x="0" y="5482"/>
                  </a:lnTo>
                  <a:lnTo>
                    <a:pt x="182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h1899"/>
            <p:cNvSpPr/>
            <p:nvPr/>
          </p:nvSpPr>
          <p:spPr>
            <a:xfrm>
              <a:off x="2908706" y="3203215"/>
              <a:ext cx="10284" cy="11909"/>
            </a:xfrm>
            <a:custGeom>
              <a:avLst/>
              <a:pathLst>
                <a:path w="10284" h="11909">
                  <a:moveTo>
                    <a:pt x="1735" y="1418"/>
                  </a:moveTo>
                  <a:lnTo>
                    <a:pt x="5126" y="697"/>
                  </a:lnTo>
                  <a:lnTo>
                    <a:pt x="5024" y="3012"/>
                  </a:lnTo>
                  <a:lnTo>
                    <a:pt x="9180" y="3537"/>
                  </a:lnTo>
                  <a:lnTo>
                    <a:pt x="10284" y="6496"/>
                  </a:lnTo>
                  <a:lnTo>
                    <a:pt x="5828" y="11909"/>
                  </a:lnTo>
                  <a:lnTo>
                    <a:pt x="2119" y="10570"/>
                  </a:lnTo>
                  <a:lnTo>
                    <a:pt x="1650" y="5520"/>
                  </a:lnTo>
                  <a:lnTo>
                    <a:pt x="0" y="306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h1900"/>
            <p:cNvSpPr/>
            <p:nvPr/>
          </p:nvSpPr>
          <p:spPr>
            <a:xfrm>
              <a:off x="2777947" y="3173458"/>
              <a:ext cx="22543" cy="22830"/>
            </a:xfrm>
            <a:custGeom>
              <a:avLst/>
              <a:pathLst>
                <a:path w="22543" h="22830">
                  <a:moveTo>
                    <a:pt x="11942" y="0"/>
                  </a:moveTo>
                  <a:lnTo>
                    <a:pt x="20072" y="6039"/>
                  </a:lnTo>
                  <a:lnTo>
                    <a:pt x="22543" y="8319"/>
                  </a:lnTo>
                  <a:lnTo>
                    <a:pt x="20736" y="12460"/>
                  </a:lnTo>
                  <a:lnTo>
                    <a:pt x="16585" y="18151"/>
                  </a:lnTo>
                  <a:lnTo>
                    <a:pt x="13644" y="20229"/>
                  </a:lnTo>
                  <a:lnTo>
                    <a:pt x="12214" y="22830"/>
                  </a:lnTo>
                  <a:lnTo>
                    <a:pt x="10546" y="22514"/>
                  </a:lnTo>
                  <a:lnTo>
                    <a:pt x="11489" y="21269"/>
                  </a:lnTo>
                  <a:lnTo>
                    <a:pt x="6825" y="16432"/>
                  </a:lnTo>
                  <a:lnTo>
                    <a:pt x="0" y="15155"/>
                  </a:lnTo>
                  <a:lnTo>
                    <a:pt x="2305" y="12663"/>
                  </a:lnTo>
                  <a:lnTo>
                    <a:pt x="1731" y="11247"/>
                  </a:lnTo>
                  <a:lnTo>
                    <a:pt x="4922" y="7816"/>
                  </a:lnTo>
                  <a:lnTo>
                    <a:pt x="6367" y="7291"/>
                  </a:lnTo>
                  <a:lnTo>
                    <a:pt x="7462" y="5769"/>
                  </a:lnTo>
                  <a:lnTo>
                    <a:pt x="8399" y="82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h1901"/>
            <p:cNvSpPr/>
            <p:nvPr/>
          </p:nvSpPr>
          <p:spPr>
            <a:xfrm>
              <a:off x="2748359" y="3253430"/>
              <a:ext cx="18412" cy="10710"/>
            </a:xfrm>
            <a:custGeom>
              <a:avLst/>
              <a:pathLst>
                <a:path w="18412" h="10710">
                  <a:moveTo>
                    <a:pt x="13811" y="965"/>
                  </a:moveTo>
                  <a:lnTo>
                    <a:pt x="15754" y="767"/>
                  </a:lnTo>
                  <a:lnTo>
                    <a:pt x="16986" y="1969"/>
                  </a:lnTo>
                  <a:lnTo>
                    <a:pt x="18412" y="6649"/>
                  </a:lnTo>
                  <a:lnTo>
                    <a:pt x="17757" y="8196"/>
                  </a:lnTo>
                  <a:lnTo>
                    <a:pt x="13189" y="7868"/>
                  </a:lnTo>
                  <a:lnTo>
                    <a:pt x="5467" y="10710"/>
                  </a:lnTo>
                  <a:lnTo>
                    <a:pt x="5728" y="7455"/>
                  </a:lnTo>
                  <a:lnTo>
                    <a:pt x="3195" y="7775"/>
                  </a:lnTo>
                  <a:lnTo>
                    <a:pt x="1608" y="9272"/>
                  </a:lnTo>
                  <a:lnTo>
                    <a:pt x="0" y="4514"/>
                  </a:lnTo>
                  <a:lnTo>
                    <a:pt x="2096" y="3492"/>
                  </a:lnTo>
                  <a:lnTo>
                    <a:pt x="5874" y="5357"/>
                  </a:lnTo>
                  <a:lnTo>
                    <a:pt x="8949" y="3914"/>
                  </a:lnTo>
                  <a:lnTo>
                    <a:pt x="8989" y="734"/>
                  </a:lnTo>
                  <a:lnTo>
                    <a:pt x="1196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h1902"/>
            <p:cNvSpPr/>
            <p:nvPr/>
          </p:nvSpPr>
          <p:spPr>
            <a:xfrm>
              <a:off x="2853245" y="3195394"/>
              <a:ext cx="24671" cy="26279"/>
            </a:xfrm>
            <a:custGeom>
              <a:avLst/>
              <a:pathLst>
                <a:path w="24671" h="26279">
                  <a:moveTo>
                    <a:pt x="17893" y="1536"/>
                  </a:moveTo>
                  <a:lnTo>
                    <a:pt x="20431" y="142"/>
                  </a:lnTo>
                  <a:lnTo>
                    <a:pt x="23616" y="0"/>
                  </a:lnTo>
                  <a:lnTo>
                    <a:pt x="22656" y="2947"/>
                  </a:lnTo>
                  <a:lnTo>
                    <a:pt x="19388" y="5804"/>
                  </a:lnTo>
                  <a:lnTo>
                    <a:pt x="23757" y="14385"/>
                  </a:lnTo>
                  <a:lnTo>
                    <a:pt x="24671" y="18575"/>
                  </a:lnTo>
                  <a:lnTo>
                    <a:pt x="20939" y="20355"/>
                  </a:lnTo>
                  <a:lnTo>
                    <a:pt x="15138" y="21217"/>
                  </a:lnTo>
                  <a:lnTo>
                    <a:pt x="15229" y="23846"/>
                  </a:lnTo>
                  <a:lnTo>
                    <a:pt x="9302" y="24875"/>
                  </a:lnTo>
                  <a:lnTo>
                    <a:pt x="8031" y="26135"/>
                  </a:lnTo>
                  <a:lnTo>
                    <a:pt x="4459" y="26279"/>
                  </a:lnTo>
                  <a:lnTo>
                    <a:pt x="220" y="25021"/>
                  </a:lnTo>
                  <a:lnTo>
                    <a:pt x="490" y="21236"/>
                  </a:lnTo>
                  <a:lnTo>
                    <a:pt x="1134" y="14581"/>
                  </a:lnTo>
                  <a:lnTo>
                    <a:pt x="0" y="11018"/>
                  </a:lnTo>
                  <a:lnTo>
                    <a:pt x="4436" y="10356"/>
                  </a:lnTo>
                  <a:lnTo>
                    <a:pt x="4943" y="8906"/>
                  </a:lnTo>
                  <a:lnTo>
                    <a:pt x="3336" y="1878"/>
                  </a:lnTo>
                  <a:lnTo>
                    <a:pt x="4553" y="76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h1903"/>
            <p:cNvSpPr/>
            <p:nvPr/>
          </p:nvSpPr>
          <p:spPr>
            <a:xfrm>
              <a:off x="2882951" y="3010733"/>
              <a:ext cx="15832" cy="30730"/>
            </a:xfrm>
            <a:custGeom>
              <a:avLst/>
              <a:pathLst>
                <a:path w="15832" h="30730">
                  <a:moveTo>
                    <a:pt x="11229" y="2468"/>
                  </a:moveTo>
                  <a:lnTo>
                    <a:pt x="12784" y="2336"/>
                  </a:lnTo>
                  <a:lnTo>
                    <a:pt x="15832" y="3919"/>
                  </a:lnTo>
                  <a:lnTo>
                    <a:pt x="13812" y="12935"/>
                  </a:lnTo>
                  <a:lnTo>
                    <a:pt x="12493" y="16121"/>
                  </a:lnTo>
                  <a:lnTo>
                    <a:pt x="11477" y="22268"/>
                  </a:lnTo>
                  <a:lnTo>
                    <a:pt x="12934" y="23350"/>
                  </a:lnTo>
                  <a:lnTo>
                    <a:pt x="12432" y="24832"/>
                  </a:lnTo>
                  <a:lnTo>
                    <a:pt x="3577" y="30730"/>
                  </a:lnTo>
                  <a:lnTo>
                    <a:pt x="741" y="28320"/>
                  </a:lnTo>
                  <a:lnTo>
                    <a:pt x="14" y="22846"/>
                  </a:lnTo>
                  <a:lnTo>
                    <a:pt x="0" y="20666"/>
                  </a:lnTo>
                  <a:lnTo>
                    <a:pt x="2790" y="17304"/>
                  </a:lnTo>
                  <a:lnTo>
                    <a:pt x="4725" y="16351"/>
                  </a:lnTo>
                  <a:lnTo>
                    <a:pt x="7909" y="14513"/>
                  </a:lnTo>
                  <a:lnTo>
                    <a:pt x="7768" y="11756"/>
                  </a:lnTo>
                  <a:lnTo>
                    <a:pt x="12193" y="5075"/>
                  </a:lnTo>
                  <a:lnTo>
                    <a:pt x="12395" y="4318"/>
                  </a:lnTo>
                  <a:lnTo>
                    <a:pt x="11269" y="3007"/>
                  </a:lnTo>
                  <a:lnTo>
                    <a:pt x="9510" y="2977"/>
                  </a:lnTo>
                  <a:lnTo>
                    <a:pt x="9526" y="1476"/>
                  </a:lnTo>
                  <a:lnTo>
                    <a:pt x="1205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h1904"/>
            <p:cNvSpPr/>
            <p:nvPr/>
          </p:nvSpPr>
          <p:spPr>
            <a:xfrm>
              <a:off x="2828485" y="3220760"/>
              <a:ext cx="18358" cy="21192"/>
            </a:xfrm>
            <a:custGeom>
              <a:avLst/>
              <a:pathLst>
                <a:path w="18358" h="21192">
                  <a:moveTo>
                    <a:pt x="8961" y="201"/>
                  </a:moveTo>
                  <a:lnTo>
                    <a:pt x="10733" y="1355"/>
                  </a:lnTo>
                  <a:lnTo>
                    <a:pt x="14745" y="9464"/>
                  </a:lnTo>
                  <a:lnTo>
                    <a:pt x="13463" y="11803"/>
                  </a:lnTo>
                  <a:lnTo>
                    <a:pt x="15018" y="13230"/>
                  </a:lnTo>
                  <a:lnTo>
                    <a:pt x="16982" y="12743"/>
                  </a:lnTo>
                  <a:lnTo>
                    <a:pt x="18358" y="14977"/>
                  </a:lnTo>
                  <a:lnTo>
                    <a:pt x="15372" y="18122"/>
                  </a:lnTo>
                  <a:lnTo>
                    <a:pt x="10894" y="16165"/>
                  </a:lnTo>
                  <a:lnTo>
                    <a:pt x="6732" y="17215"/>
                  </a:lnTo>
                  <a:lnTo>
                    <a:pt x="1694" y="21192"/>
                  </a:lnTo>
                  <a:lnTo>
                    <a:pt x="0" y="20929"/>
                  </a:lnTo>
                  <a:lnTo>
                    <a:pt x="1400" y="12812"/>
                  </a:lnTo>
                  <a:lnTo>
                    <a:pt x="2124" y="12052"/>
                  </a:lnTo>
                  <a:lnTo>
                    <a:pt x="1430" y="8789"/>
                  </a:lnTo>
                  <a:lnTo>
                    <a:pt x="2501" y="9605"/>
                  </a:lnTo>
                  <a:lnTo>
                    <a:pt x="7204" y="3654"/>
                  </a:lnTo>
                  <a:lnTo>
                    <a:pt x="4490" y="94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h1905"/>
            <p:cNvSpPr/>
            <p:nvPr/>
          </p:nvSpPr>
          <p:spPr>
            <a:xfrm>
              <a:off x="2899998" y="3213786"/>
              <a:ext cx="31120" cy="26377"/>
            </a:xfrm>
            <a:custGeom>
              <a:avLst/>
              <a:pathLst>
                <a:path w="31120" h="26377">
                  <a:moveTo>
                    <a:pt x="20172" y="627"/>
                  </a:moveTo>
                  <a:lnTo>
                    <a:pt x="21703" y="2578"/>
                  </a:lnTo>
                  <a:lnTo>
                    <a:pt x="25789" y="4010"/>
                  </a:lnTo>
                  <a:lnTo>
                    <a:pt x="26089" y="6216"/>
                  </a:lnTo>
                  <a:lnTo>
                    <a:pt x="30787" y="13294"/>
                  </a:lnTo>
                  <a:lnTo>
                    <a:pt x="31120" y="15406"/>
                  </a:lnTo>
                  <a:lnTo>
                    <a:pt x="28020" y="16632"/>
                  </a:lnTo>
                  <a:lnTo>
                    <a:pt x="25385" y="20496"/>
                  </a:lnTo>
                  <a:lnTo>
                    <a:pt x="23600" y="19139"/>
                  </a:lnTo>
                  <a:lnTo>
                    <a:pt x="13728" y="21797"/>
                  </a:lnTo>
                  <a:lnTo>
                    <a:pt x="8174" y="26377"/>
                  </a:lnTo>
                  <a:lnTo>
                    <a:pt x="6814" y="25207"/>
                  </a:lnTo>
                  <a:lnTo>
                    <a:pt x="2090" y="12299"/>
                  </a:lnTo>
                  <a:lnTo>
                    <a:pt x="0" y="11677"/>
                  </a:lnTo>
                  <a:lnTo>
                    <a:pt x="4358" y="8430"/>
                  </a:lnTo>
                  <a:lnTo>
                    <a:pt x="4609" y="5835"/>
                  </a:lnTo>
                  <a:lnTo>
                    <a:pt x="6107" y="3367"/>
                  </a:lnTo>
                  <a:lnTo>
                    <a:pt x="9018" y="2515"/>
                  </a:lnTo>
                  <a:lnTo>
                    <a:pt x="10076" y="83"/>
                  </a:lnTo>
                  <a:lnTo>
                    <a:pt x="10827" y="0"/>
                  </a:lnTo>
                  <a:lnTo>
                    <a:pt x="14536" y="1339"/>
                  </a:lnTo>
                  <a:lnTo>
                    <a:pt x="15594" y="296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h1906"/>
            <p:cNvSpPr/>
            <p:nvPr/>
          </p:nvSpPr>
          <p:spPr>
            <a:xfrm>
              <a:off x="2871049" y="3111329"/>
              <a:ext cx="18060" cy="16472"/>
            </a:xfrm>
            <a:custGeom>
              <a:avLst/>
              <a:pathLst>
                <a:path w="18060" h="16472">
                  <a:moveTo>
                    <a:pt x="5996" y="0"/>
                  </a:moveTo>
                  <a:lnTo>
                    <a:pt x="9847" y="1432"/>
                  </a:lnTo>
                  <a:lnTo>
                    <a:pt x="9689" y="3055"/>
                  </a:lnTo>
                  <a:lnTo>
                    <a:pt x="14107" y="5499"/>
                  </a:lnTo>
                  <a:lnTo>
                    <a:pt x="15972" y="6529"/>
                  </a:lnTo>
                  <a:lnTo>
                    <a:pt x="17386" y="6295"/>
                  </a:lnTo>
                  <a:lnTo>
                    <a:pt x="18060" y="7911"/>
                  </a:lnTo>
                  <a:lnTo>
                    <a:pt x="15841" y="9149"/>
                  </a:lnTo>
                  <a:lnTo>
                    <a:pt x="13794" y="8141"/>
                  </a:lnTo>
                  <a:lnTo>
                    <a:pt x="11465" y="11996"/>
                  </a:lnTo>
                  <a:lnTo>
                    <a:pt x="11791" y="13531"/>
                  </a:lnTo>
                  <a:lnTo>
                    <a:pt x="12883" y="13561"/>
                  </a:lnTo>
                  <a:lnTo>
                    <a:pt x="12673" y="16302"/>
                  </a:lnTo>
                  <a:lnTo>
                    <a:pt x="11313" y="16472"/>
                  </a:lnTo>
                  <a:lnTo>
                    <a:pt x="9479" y="14654"/>
                  </a:lnTo>
                  <a:lnTo>
                    <a:pt x="7291" y="12052"/>
                  </a:lnTo>
                  <a:lnTo>
                    <a:pt x="3473" y="12287"/>
                  </a:lnTo>
                  <a:lnTo>
                    <a:pt x="0" y="13751"/>
                  </a:lnTo>
                  <a:lnTo>
                    <a:pt x="653" y="9993"/>
                  </a:lnTo>
                  <a:lnTo>
                    <a:pt x="1559" y="9974"/>
                  </a:lnTo>
                  <a:lnTo>
                    <a:pt x="4097" y="6809"/>
                  </a:lnTo>
                  <a:lnTo>
                    <a:pt x="4360" y="250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h1907"/>
            <p:cNvSpPr/>
            <p:nvPr/>
          </p:nvSpPr>
          <p:spPr>
            <a:xfrm>
              <a:off x="2824311" y="2945531"/>
              <a:ext cx="34509" cy="24151"/>
            </a:xfrm>
            <a:custGeom>
              <a:avLst/>
              <a:pathLst>
                <a:path w="34509" h="24151">
                  <a:moveTo>
                    <a:pt x="25680" y="220"/>
                  </a:moveTo>
                  <a:lnTo>
                    <a:pt x="26122" y="2968"/>
                  </a:lnTo>
                  <a:lnTo>
                    <a:pt x="29981" y="6635"/>
                  </a:lnTo>
                  <a:lnTo>
                    <a:pt x="33592" y="7229"/>
                  </a:lnTo>
                  <a:lnTo>
                    <a:pt x="34509" y="9395"/>
                  </a:lnTo>
                  <a:lnTo>
                    <a:pt x="30689" y="12341"/>
                  </a:lnTo>
                  <a:lnTo>
                    <a:pt x="24678" y="13315"/>
                  </a:lnTo>
                  <a:lnTo>
                    <a:pt x="19270" y="15672"/>
                  </a:lnTo>
                  <a:lnTo>
                    <a:pt x="15618" y="14957"/>
                  </a:lnTo>
                  <a:lnTo>
                    <a:pt x="11478" y="16346"/>
                  </a:lnTo>
                  <a:lnTo>
                    <a:pt x="11490" y="19715"/>
                  </a:lnTo>
                  <a:lnTo>
                    <a:pt x="9941" y="18893"/>
                  </a:lnTo>
                  <a:lnTo>
                    <a:pt x="7474" y="20054"/>
                  </a:lnTo>
                  <a:lnTo>
                    <a:pt x="6977" y="22781"/>
                  </a:lnTo>
                  <a:lnTo>
                    <a:pt x="4180" y="24151"/>
                  </a:lnTo>
                  <a:lnTo>
                    <a:pt x="498" y="22482"/>
                  </a:lnTo>
                  <a:lnTo>
                    <a:pt x="0" y="21782"/>
                  </a:lnTo>
                  <a:lnTo>
                    <a:pt x="220" y="20586"/>
                  </a:lnTo>
                  <a:lnTo>
                    <a:pt x="3693" y="20458"/>
                  </a:lnTo>
                  <a:lnTo>
                    <a:pt x="7039" y="19009"/>
                  </a:lnTo>
                  <a:lnTo>
                    <a:pt x="9233" y="16165"/>
                  </a:lnTo>
                  <a:lnTo>
                    <a:pt x="12476" y="8664"/>
                  </a:lnTo>
                  <a:lnTo>
                    <a:pt x="2327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h1908"/>
            <p:cNvSpPr/>
            <p:nvPr/>
          </p:nvSpPr>
          <p:spPr>
            <a:xfrm>
              <a:off x="2897573" y="3205798"/>
              <a:ext cx="13252" cy="19665"/>
            </a:xfrm>
            <a:custGeom>
              <a:avLst/>
              <a:pathLst>
                <a:path w="13252" h="19665">
                  <a:moveTo>
                    <a:pt x="8708" y="2555"/>
                  </a:moveTo>
                  <a:lnTo>
                    <a:pt x="12782" y="2937"/>
                  </a:lnTo>
                  <a:lnTo>
                    <a:pt x="13252" y="7987"/>
                  </a:lnTo>
                  <a:lnTo>
                    <a:pt x="12502" y="8071"/>
                  </a:lnTo>
                  <a:lnTo>
                    <a:pt x="11443" y="10503"/>
                  </a:lnTo>
                  <a:lnTo>
                    <a:pt x="8532" y="11355"/>
                  </a:lnTo>
                  <a:lnTo>
                    <a:pt x="7034" y="13822"/>
                  </a:lnTo>
                  <a:lnTo>
                    <a:pt x="6783" y="16418"/>
                  </a:lnTo>
                  <a:lnTo>
                    <a:pt x="2425" y="19665"/>
                  </a:lnTo>
                  <a:lnTo>
                    <a:pt x="300" y="15270"/>
                  </a:lnTo>
                  <a:lnTo>
                    <a:pt x="0" y="536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h1909"/>
            <p:cNvSpPr/>
            <p:nvPr/>
          </p:nvSpPr>
          <p:spPr>
            <a:xfrm>
              <a:off x="2819967" y="3177410"/>
              <a:ext cx="24942" cy="37869"/>
            </a:xfrm>
            <a:custGeom>
              <a:avLst/>
              <a:pathLst>
                <a:path w="24942" h="37869">
                  <a:moveTo>
                    <a:pt x="21874" y="809"/>
                  </a:moveTo>
                  <a:lnTo>
                    <a:pt x="24942" y="2571"/>
                  </a:lnTo>
                  <a:lnTo>
                    <a:pt x="23778" y="5499"/>
                  </a:lnTo>
                  <a:lnTo>
                    <a:pt x="24734" y="11185"/>
                  </a:lnTo>
                  <a:lnTo>
                    <a:pt x="20773" y="12911"/>
                  </a:lnTo>
                  <a:lnTo>
                    <a:pt x="18529" y="21117"/>
                  </a:lnTo>
                  <a:lnTo>
                    <a:pt x="22271" y="24107"/>
                  </a:lnTo>
                  <a:lnTo>
                    <a:pt x="19691" y="26159"/>
                  </a:lnTo>
                  <a:lnTo>
                    <a:pt x="19978" y="29596"/>
                  </a:lnTo>
                  <a:lnTo>
                    <a:pt x="22044" y="33926"/>
                  </a:lnTo>
                  <a:lnTo>
                    <a:pt x="23820" y="34505"/>
                  </a:lnTo>
                  <a:lnTo>
                    <a:pt x="17804" y="36401"/>
                  </a:lnTo>
                  <a:lnTo>
                    <a:pt x="12681" y="37464"/>
                  </a:lnTo>
                  <a:lnTo>
                    <a:pt x="11441" y="37869"/>
                  </a:lnTo>
                  <a:lnTo>
                    <a:pt x="10375" y="35986"/>
                  </a:lnTo>
                  <a:lnTo>
                    <a:pt x="12017" y="30160"/>
                  </a:lnTo>
                  <a:lnTo>
                    <a:pt x="9591" y="23887"/>
                  </a:lnTo>
                  <a:lnTo>
                    <a:pt x="6137" y="18490"/>
                  </a:lnTo>
                  <a:lnTo>
                    <a:pt x="2343" y="18317"/>
                  </a:lnTo>
                  <a:lnTo>
                    <a:pt x="0" y="16197"/>
                  </a:lnTo>
                  <a:lnTo>
                    <a:pt x="2540" y="3236"/>
                  </a:lnTo>
                  <a:lnTo>
                    <a:pt x="4934" y="2122"/>
                  </a:lnTo>
                  <a:lnTo>
                    <a:pt x="10027" y="3292"/>
                  </a:lnTo>
                  <a:lnTo>
                    <a:pt x="14696" y="984"/>
                  </a:lnTo>
                  <a:lnTo>
                    <a:pt x="1626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h1910"/>
            <p:cNvSpPr/>
            <p:nvPr/>
          </p:nvSpPr>
          <p:spPr>
            <a:xfrm>
              <a:off x="2782892" y="3147073"/>
              <a:ext cx="20654" cy="32424"/>
            </a:xfrm>
            <a:custGeom>
              <a:avLst/>
              <a:pathLst>
                <a:path w="20654" h="32424">
                  <a:moveTo>
                    <a:pt x="5434" y="0"/>
                  </a:moveTo>
                  <a:lnTo>
                    <a:pt x="6298" y="1054"/>
                  </a:lnTo>
                  <a:lnTo>
                    <a:pt x="15415" y="1886"/>
                  </a:lnTo>
                  <a:lnTo>
                    <a:pt x="15535" y="6183"/>
                  </a:lnTo>
                  <a:lnTo>
                    <a:pt x="13745" y="12366"/>
                  </a:lnTo>
                  <a:lnTo>
                    <a:pt x="15377" y="14267"/>
                  </a:lnTo>
                  <a:lnTo>
                    <a:pt x="14387" y="17759"/>
                  </a:lnTo>
                  <a:lnTo>
                    <a:pt x="17737" y="23957"/>
                  </a:lnTo>
                  <a:lnTo>
                    <a:pt x="20654" y="23958"/>
                  </a:lnTo>
                  <a:lnTo>
                    <a:pt x="19800" y="28428"/>
                  </a:lnTo>
                  <a:lnTo>
                    <a:pt x="15127" y="32424"/>
                  </a:lnTo>
                  <a:lnTo>
                    <a:pt x="6998" y="26384"/>
                  </a:lnTo>
                  <a:lnTo>
                    <a:pt x="3454" y="27207"/>
                  </a:lnTo>
                  <a:lnTo>
                    <a:pt x="3125" y="25409"/>
                  </a:lnTo>
                  <a:lnTo>
                    <a:pt x="4586" y="22102"/>
                  </a:lnTo>
                  <a:lnTo>
                    <a:pt x="2472" y="19819"/>
                  </a:lnTo>
                  <a:lnTo>
                    <a:pt x="3321" y="8389"/>
                  </a:lnTo>
                  <a:lnTo>
                    <a:pt x="5281" y="7573"/>
                  </a:lnTo>
                  <a:lnTo>
                    <a:pt x="8799" y="8157"/>
                  </a:lnTo>
                  <a:lnTo>
                    <a:pt x="10356" y="5440"/>
                  </a:lnTo>
                  <a:lnTo>
                    <a:pt x="9234" y="3485"/>
                  </a:lnTo>
                  <a:lnTo>
                    <a:pt x="2801" y="3151"/>
                  </a:lnTo>
                  <a:lnTo>
                    <a:pt x="1769" y="2219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h1911"/>
            <p:cNvSpPr/>
            <p:nvPr/>
          </p:nvSpPr>
          <p:spPr>
            <a:xfrm>
              <a:off x="2870975" y="3176066"/>
              <a:ext cx="53319" cy="38550"/>
            </a:xfrm>
            <a:custGeom>
              <a:avLst/>
              <a:pathLst>
                <a:path w="53319" h="38550">
                  <a:moveTo>
                    <a:pt x="53319" y="849"/>
                  </a:moveTo>
                  <a:lnTo>
                    <a:pt x="45826" y="7142"/>
                  </a:lnTo>
                  <a:lnTo>
                    <a:pt x="42743" y="10580"/>
                  </a:lnTo>
                  <a:lnTo>
                    <a:pt x="40918" y="11214"/>
                  </a:lnTo>
                  <a:lnTo>
                    <a:pt x="39400" y="14534"/>
                  </a:lnTo>
                  <a:lnTo>
                    <a:pt x="41396" y="19422"/>
                  </a:lnTo>
                  <a:lnTo>
                    <a:pt x="39447" y="22174"/>
                  </a:lnTo>
                  <a:lnTo>
                    <a:pt x="40605" y="22929"/>
                  </a:lnTo>
                  <a:lnTo>
                    <a:pt x="42857" y="27846"/>
                  </a:lnTo>
                  <a:lnTo>
                    <a:pt x="39466" y="28567"/>
                  </a:lnTo>
                  <a:lnTo>
                    <a:pt x="38752" y="27149"/>
                  </a:lnTo>
                  <a:lnTo>
                    <a:pt x="37730" y="27455"/>
                  </a:lnTo>
                  <a:lnTo>
                    <a:pt x="39380" y="32669"/>
                  </a:lnTo>
                  <a:lnTo>
                    <a:pt x="35305" y="32287"/>
                  </a:lnTo>
                  <a:lnTo>
                    <a:pt x="28489" y="29731"/>
                  </a:lnTo>
                  <a:lnTo>
                    <a:pt x="26597" y="30267"/>
                  </a:lnTo>
                  <a:lnTo>
                    <a:pt x="26803" y="27969"/>
                  </a:lnTo>
                  <a:lnTo>
                    <a:pt x="28238" y="27774"/>
                  </a:lnTo>
                  <a:lnTo>
                    <a:pt x="28342" y="26898"/>
                  </a:lnTo>
                  <a:lnTo>
                    <a:pt x="24370" y="25400"/>
                  </a:lnTo>
                  <a:lnTo>
                    <a:pt x="21002" y="25986"/>
                  </a:lnTo>
                  <a:lnTo>
                    <a:pt x="18669" y="26985"/>
                  </a:lnTo>
                  <a:lnTo>
                    <a:pt x="15008" y="34928"/>
                  </a:lnTo>
                  <a:lnTo>
                    <a:pt x="9985" y="38550"/>
                  </a:lnTo>
                  <a:lnTo>
                    <a:pt x="6941" y="37903"/>
                  </a:lnTo>
                  <a:lnTo>
                    <a:pt x="6027" y="33713"/>
                  </a:lnTo>
                  <a:lnTo>
                    <a:pt x="1658" y="25133"/>
                  </a:lnTo>
                  <a:lnTo>
                    <a:pt x="4926" y="22275"/>
                  </a:lnTo>
                  <a:lnTo>
                    <a:pt x="5886" y="19328"/>
                  </a:lnTo>
                  <a:lnTo>
                    <a:pt x="2701" y="19470"/>
                  </a:lnTo>
                  <a:lnTo>
                    <a:pt x="0" y="15329"/>
                  </a:lnTo>
                  <a:lnTo>
                    <a:pt x="5530" y="13279"/>
                  </a:lnTo>
                  <a:lnTo>
                    <a:pt x="9344" y="10179"/>
                  </a:lnTo>
                  <a:lnTo>
                    <a:pt x="11702" y="9786"/>
                  </a:lnTo>
                  <a:lnTo>
                    <a:pt x="14688" y="11590"/>
                  </a:lnTo>
                  <a:lnTo>
                    <a:pt x="14713" y="12266"/>
                  </a:lnTo>
                  <a:lnTo>
                    <a:pt x="11912" y="15513"/>
                  </a:lnTo>
                  <a:lnTo>
                    <a:pt x="10729" y="19356"/>
                  </a:lnTo>
                  <a:lnTo>
                    <a:pt x="13467" y="22376"/>
                  </a:lnTo>
                  <a:lnTo>
                    <a:pt x="15275" y="22917"/>
                  </a:lnTo>
                  <a:lnTo>
                    <a:pt x="22662" y="17128"/>
                  </a:lnTo>
                  <a:lnTo>
                    <a:pt x="22483" y="15802"/>
                  </a:lnTo>
                  <a:lnTo>
                    <a:pt x="17192" y="11646"/>
                  </a:lnTo>
                  <a:lnTo>
                    <a:pt x="16162" y="7983"/>
                  </a:lnTo>
                  <a:lnTo>
                    <a:pt x="17394" y="6567"/>
                  </a:lnTo>
                  <a:lnTo>
                    <a:pt x="18287" y="7022"/>
                  </a:lnTo>
                  <a:lnTo>
                    <a:pt x="22545" y="10653"/>
                  </a:lnTo>
                  <a:lnTo>
                    <a:pt x="22868" y="14619"/>
                  </a:lnTo>
                  <a:lnTo>
                    <a:pt x="23897" y="15689"/>
                  </a:lnTo>
                  <a:lnTo>
                    <a:pt x="25629" y="15897"/>
                  </a:lnTo>
                  <a:lnTo>
                    <a:pt x="35037" y="7121"/>
                  </a:lnTo>
                  <a:lnTo>
                    <a:pt x="36598" y="2991"/>
                  </a:lnTo>
                  <a:lnTo>
                    <a:pt x="40984" y="4338"/>
                  </a:lnTo>
                  <a:lnTo>
                    <a:pt x="44448" y="1652"/>
                  </a:lnTo>
                  <a:lnTo>
                    <a:pt x="47501" y="2818"/>
                  </a:lnTo>
                  <a:lnTo>
                    <a:pt x="4957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h1912"/>
            <p:cNvSpPr/>
            <p:nvPr/>
          </p:nvSpPr>
          <p:spPr>
            <a:xfrm>
              <a:off x="2788193" y="3265074"/>
              <a:ext cx="6326" cy="6429"/>
            </a:xfrm>
            <a:custGeom>
              <a:avLst/>
              <a:pathLst>
                <a:path w="6326" h="6429">
                  <a:moveTo>
                    <a:pt x="2671" y="5278"/>
                  </a:moveTo>
                  <a:lnTo>
                    <a:pt x="1948" y="6429"/>
                  </a:lnTo>
                  <a:lnTo>
                    <a:pt x="144" y="3573"/>
                  </a:lnTo>
                  <a:lnTo>
                    <a:pt x="0" y="306"/>
                  </a:lnTo>
                  <a:lnTo>
                    <a:pt x="1359" y="0"/>
                  </a:lnTo>
                  <a:lnTo>
                    <a:pt x="3829" y="6"/>
                  </a:lnTo>
                  <a:lnTo>
                    <a:pt x="6326" y="422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h1913"/>
            <p:cNvSpPr/>
            <p:nvPr/>
          </p:nvSpPr>
          <p:spPr>
            <a:xfrm>
              <a:off x="2778416" y="3242687"/>
              <a:ext cx="18527" cy="19322"/>
            </a:xfrm>
            <a:custGeom>
              <a:avLst/>
              <a:pathLst>
                <a:path w="18527" h="19322">
                  <a:moveTo>
                    <a:pt x="18527" y="4387"/>
                  </a:moveTo>
                  <a:lnTo>
                    <a:pt x="18317" y="7170"/>
                  </a:lnTo>
                  <a:lnTo>
                    <a:pt x="16469" y="9215"/>
                  </a:lnTo>
                  <a:lnTo>
                    <a:pt x="10388" y="9643"/>
                  </a:lnTo>
                  <a:lnTo>
                    <a:pt x="2588" y="12855"/>
                  </a:lnTo>
                  <a:lnTo>
                    <a:pt x="3280" y="14091"/>
                  </a:lnTo>
                  <a:lnTo>
                    <a:pt x="5488" y="13856"/>
                  </a:lnTo>
                  <a:lnTo>
                    <a:pt x="7579" y="12369"/>
                  </a:lnTo>
                  <a:lnTo>
                    <a:pt x="9251" y="12977"/>
                  </a:lnTo>
                  <a:lnTo>
                    <a:pt x="8312" y="19127"/>
                  </a:lnTo>
                  <a:lnTo>
                    <a:pt x="4824" y="19322"/>
                  </a:lnTo>
                  <a:lnTo>
                    <a:pt x="2613" y="17357"/>
                  </a:lnTo>
                  <a:lnTo>
                    <a:pt x="1775" y="13813"/>
                  </a:lnTo>
                  <a:lnTo>
                    <a:pt x="2462" y="9560"/>
                  </a:lnTo>
                  <a:lnTo>
                    <a:pt x="562" y="7483"/>
                  </a:lnTo>
                  <a:lnTo>
                    <a:pt x="0" y="5962"/>
                  </a:lnTo>
                  <a:lnTo>
                    <a:pt x="5171" y="0"/>
                  </a:lnTo>
                  <a:lnTo>
                    <a:pt x="7284" y="1322"/>
                  </a:lnTo>
                  <a:lnTo>
                    <a:pt x="8981" y="290"/>
                  </a:lnTo>
                  <a:lnTo>
                    <a:pt x="11741" y="3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h1914"/>
            <p:cNvSpPr/>
            <p:nvPr/>
          </p:nvSpPr>
          <p:spPr>
            <a:xfrm>
              <a:off x="2848717" y="3132466"/>
              <a:ext cx="19286" cy="24442"/>
            </a:xfrm>
            <a:custGeom>
              <a:avLst/>
              <a:pathLst>
                <a:path w="19286" h="24442">
                  <a:moveTo>
                    <a:pt x="9931" y="1037"/>
                  </a:moveTo>
                  <a:lnTo>
                    <a:pt x="9407" y="2793"/>
                  </a:lnTo>
                  <a:lnTo>
                    <a:pt x="16580" y="7788"/>
                  </a:lnTo>
                  <a:lnTo>
                    <a:pt x="15802" y="9289"/>
                  </a:lnTo>
                  <a:lnTo>
                    <a:pt x="19286" y="12425"/>
                  </a:lnTo>
                  <a:lnTo>
                    <a:pt x="18580" y="16185"/>
                  </a:lnTo>
                  <a:lnTo>
                    <a:pt x="17989" y="16953"/>
                  </a:lnTo>
                  <a:lnTo>
                    <a:pt x="11330" y="18965"/>
                  </a:lnTo>
                  <a:lnTo>
                    <a:pt x="8272" y="24442"/>
                  </a:lnTo>
                  <a:lnTo>
                    <a:pt x="2764" y="22815"/>
                  </a:lnTo>
                  <a:lnTo>
                    <a:pt x="4220" y="19594"/>
                  </a:lnTo>
                  <a:lnTo>
                    <a:pt x="298" y="16834"/>
                  </a:lnTo>
                  <a:lnTo>
                    <a:pt x="0" y="13794"/>
                  </a:lnTo>
                  <a:lnTo>
                    <a:pt x="1831" y="7930"/>
                  </a:lnTo>
                  <a:lnTo>
                    <a:pt x="3053" y="8947"/>
                  </a:lnTo>
                  <a:lnTo>
                    <a:pt x="5722" y="5039"/>
                  </a:lnTo>
                  <a:lnTo>
                    <a:pt x="6807" y="276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h1915"/>
            <p:cNvSpPr/>
            <p:nvPr/>
          </p:nvSpPr>
          <p:spPr>
            <a:xfrm>
              <a:off x="2831538" y="3005448"/>
              <a:ext cx="32993" cy="29566"/>
            </a:xfrm>
            <a:custGeom>
              <a:avLst/>
              <a:pathLst>
                <a:path w="32993" h="29566">
                  <a:moveTo>
                    <a:pt x="10599" y="495"/>
                  </a:moveTo>
                  <a:lnTo>
                    <a:pt x="10890" y="1946"/>
                  </a:lnTo>
                  <a:lnTo>
                    <a:pt x="9670" y="5488"/>
                  </a:lnTo>
                  <a:lnTo>
                    <a:pt x="11372" y="8379"/>
                  </a:lnTo>
                  <a:lnTo>
                    <a:pt x="14712" y="7741"/>
                  </a:lnTo>
                  <a:lnTo>
                    <a:pt x="19793" y="3387"/>
                  </a:lnTo>
                  <a:lnTo>
                    <a:pt x="22204" y="4025"/>
                  </a:lnTo>
                  <a:lnTo>
                    <a:pt x="22062" y="6106"/>
                  </a:lnTo>
                  <a:lnTo>
                    <a:pt x="29529" y="2158"/>
                  </a:lnTo>
                  <a:lnTo>
                    <a:pt x="32156" y="1456"/>
                  </a:lnTo>
                  <a:lnTo>
                    <a:pt x="32993" y="2080"/>
                  </a:lnTo>
                  <a:lnTo>
                    <a:pt x="29517" y="7612"/>
                  </a:lnTo>
                  <a:lnTo>
                    <a:pt x="29366" y="14013"/>
                  </a:lnTo>
                  <a:lnTo>
                    <a:pt x="28587" y="14754"/>
                  </a:lnTo>
                  <a:lnTo>
                    <a:pt x="23949" y="16359"/>
                  </a:lnTo>
                  <a:lnTo>
                    <a:pt x="21108" y="21073"/>
                  </a:lnTo>
                  <a:lnTo>
                    <a:pt x="18691" y="27938"/>
                  </a:lnTo>
                  <a:lnTo>
                    <a:pt x="16462" y="28299"/>
                  </a:lnTo>
                  <a:lnTo>
                    <a:pt x="13976" y="29566"/>
                  </a:lnTo>
                  <a:lnTo>
                    <a:pt x="9866" y="27478"/>
                  </a:lnTo>
                  <a:lnTo>
                    <a:pt x="9460" y="24988"/>
                  </a:lnTo>
                  <a:lnTo>
                    <a:pt x="7979" y="24626"/>
                  </a:lnTo>
                  <a:lnTo>
                    <a:pt x="8105" y="22073"/>
                  </a:lnTo>
                  <a:lnTo>
                    <a:pt x="6434" y="17882"/>
                  </a:lnTo>
                  <a:lnTo>
                    <a:pt x="0" y="10667"/>
                  </a:lnTo>
                  <a:lnTo>
                    <a:pt x="2332" y="9937"/>
                  </a:lnTo>
                  <a:lnTo>
                    <a:pt x="5132" y="7649"/>
                  </a:lnTo>
                  <a:lnTo>
                    <a:pt x="6648" y="4183"/>
                  </a:lnTo>
                  <a:lnTo>
                    <a:pt x="7684" y="3357"/>
                  </a:lnTo>
                  <a:lnTo>
                    <a:pt x="7536" y="732"/>
                  </a:lnTo>
                  <a:lnTo>
                    <a:pt x="830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h1916"/>
            <p:cNvSpPr/>
            <p:nvPr/>
          </p:nvSpPr>
          <p:spPr>
            <a:xfrm>
              <a:off x="2887555" y="3090250"/>
              <a:ext cx="35873" cy="30464"/>
            </a:xfrm>
            <a:custGeom>
              <a:avLst/>
              <a:pathLst>
                <a:path w="35873" h="30464">
                  <a:moveTo>
                    <a:pt x="11442" y="3254"/>
                  </a:moveTo>
                  <a:lnTo>
                    <a:pt x="8822" y="4173"/>
                  </a:lnTo>
                  <a:lnTo>
                    <a:pt x="9107" y="5880"/>
                  </a:lnTo>
                  <a:lnTo>
                    <a:pt x="12322" y="4950"/>
                  </a:lnTo>
                  <a:lnTo>
                    <a:pt x="12569" y="4157"/>
                  </a:lnTo>
                  <a:lnTo>
                    <a:pt x="14743" y="4691"/>
                  </a:lnTo>
                  <a:lnTo>
                    <a:pt x="14938" y="5543"/>
                  </a:lnTo>
                  <a:lnTo>
                    <a:pt x="12771" y="7310"/>
                  </a:lnTo>
                  <a:lnTo>
                    <a:pt x="15408" y="9493"/>
                  </a:lnTo>
                  <a:lnTo>
                    <a:pt x="20080" y="9807"/>
                  </a:lnTo>
                  <a:lnTo>
                    <a:pt x="21292" y="7850"/>
                  </a:lnTo>
                  <a:lnTo>
                    <a:pt x="25568" y="10260"/>
                  </a:lnTo>
                  <a:lnTo>
                    <a:pt x="28900" y="11287"/>
                  </a:lnTo>
                  <a:lnTo>
                    <a:pt x="31813" y="10268"/>
                  </a:lnTo>
                  <a:lnTo>
                    <a:pt x="33092" y="8998"/>
                  </a:lnTo>
                  <a:lnTo>
                    <a:pt x="35873" y="11599"/>
                  </a:lnTo>
                  <a:lnTo>
                    <a:pt x="34839" y="12992"/>
                  </a:lnTo>
                  <a:lnTo>
                    <a:pt x="35142" y="15528"/>
                  </a:lnTo>
                  <a:lnTo>
                    <a:pt x="31244" y="19496"/>
                  </a:lnTo>
                  <a:lnTo>
                    <a:pt x="27892" y="21710"/>
                  </a:lnTo>
                  <a:lnTo>
                    <a:pt x="26986" y="26178"/>
                  </a:lnTo>
                  <a:lnTo>
                    <a:pt x="27506" y="30464"/>
                  </a:lnTo>
                  <a:lnTo>
                    <a:pt x="21935" y="29996"/>
                  </a:lnTo>
                  <a:lnTo>
                    <a:pt x="10953" y="27461"/>
                  </a:lnTo>
                  <a:lnTo>
                    <a:pt x="3051" y="24435"/>
                  </a:lnTo>
                  <a:lnTo>
                    <a:pt x="414" y="22135"/>
                  </a:lnTo>
                  <a:lnTo>
                    <a:pt x="0" y="18649"/>
                  </a:lnTo>
                  <a:lnTo>
                    <a:pt x="566" y="16419"/>
                  </a:lnTo>
                  <a:lnTo>
                    <a:pt x="7293" y="1072"/>
                  </a:lnTo>
                  <a:lnTo>
                    <a:pt x="968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h1917"/>
            <p:cNvSpPr/>
            <p:nvPr/>
          </p:nvSpPr>
          <p:spPr>
            <a:xfrm>
              <a:off x="2814660" y="3128748"/>
              <a:ext cx="22919" cy="23125"/>
            </a:xfrm>
            <a:custGeom>
              <a:avLst/>
              <a:pathLst>
                <a:path w="22919" h="23125">
                  <a:moveTo>
                    <a:pt x="13838" y="0"/>
                  </a:moveTo>
                  <a:lnTo>
                    <a:pt x="15846" y="1869"/>
                  </a:lnTo>
                  <a:lnTo>
                    <a:pt x="18350" y="5368"/>
                  </a:lnTo>
                  <a:lnTo>
                    <a:pt x="18868" y="6533"/>
                  </a:lnTo>
                  <a:lnTo>
                    <a:pt x="17957" y="7842"/>
                  </a:lnTo>
                  <a:lnTo>
                    <a:pt x="20726" y="8933"/>
                  </a:lnTo>
                  <a:lnTo>
                    <a:pt x="22919" y="13198"/>
                  </a:lnTo>
                  <a:lnTo>
                    <a:pt x="22548" y="14352"/>
                  </a:lnTo>
                  <a:lnTo>
                    <a:pt x="21855" y="18573"/>
                  </a:lnTo>
                  <a:lnTo>
                    <a:pt x="18753" y="23125"/>
                  </a:lnTo>
                  <a:lnTo>
                    <a:pt x="9228" y="21602"/>
                  </a:lnTo>
                  <a:lnTo>
                    <a:pt x="5919" y="19950"/>
                  </a:lnTo>
                  <a:lnTo>
                    <a:pt x="5790" y="18342"/>
                  </a:lnTo>
                  <a:lnTo>
                    <a:pt x="7511" y="17268"/>
                  </a:lnTo>
                  <a:lnTo>
                    <a:pt x="7208" y="15739"/>
                  </a:lnTo>
                  <a:lnTo>
                    <a:pt x="0" y="11964"/>
                  </a:lnTo>
                  <a:lnTo>
                    <a:pt x="3056" y="11439"/>
                  </a:lnTo>
                  <a:lnTo>
                    <a:pt x="14385" y="5604"/>
                  </a:lnTo>
                  <a:lnTo>
                    <a:pt x="14940" y="3393"/>
                  </a:lnTo>
                  <a:lnTo>
                    <a:pt x="13234" y="18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h1918"/>
            <p:cNvSpPr/>
            <p:nvPr/>
          </p:nvSpPr>
          <p:spPr>
            <a:xfrm>
              <a:off x="2837209" y="3138428"/>
              <a:ext cx="6735" cy="5790"/>
            </a:xfrm>
            <a:custGeom>
              <a:avLst/>
              <a:pathLst>
                <a:path w="6735" h="5790">
                  <a:moveTo>
                    <a:pt x="6735" y="1465"/>
                  </a:moveTo>
                  <a:lnTo>
                    <a:pt x="4642" y="5790"/>
                  </a:lnTo>
                  <a:lnTo>
                    <a:pt x="0" y="4672"/>
                  </a:lnTo>
                  <a:lnTo>
                    <a:pt x="370" y="3518"/>
                  </a:lnTo>
                  <a:lnTo>
                    <a:pt x="2760" y="765"/>
                  </a:lnTo>
                  <a:lnTo>
                    <a:pt x="463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h1919"/>
            <p:cNvSpPr/>
            <p:nvPr/>
          </p:nvSpPr>
          <p:spPr>
            <a:xfrm>
              <a:off x="2775343" y="3149293"/>
              <a:ext cx="17904" cy="19945"/>
            </a:xfrm>
            <a:custGeom>
              <a:avLst/>
              <a:pathLst>
                <a:path w="17904" h="19945">
                  <a:moveTo>
                    <a:pt x="10349" y="931"/>
                  </a:moveTo>
                  <a:lnTo>
                    <a:pt x="16782" y="1265"/>
                  </a:lnTo>
                  <a:lnTo>
                    <a:pt x="17904" y="3220"/>
                  </a:lnTo>
                  <a:lnTo>
                    <a:pt x="16348" y="5937"/>
                  </a:lnTo>
                  <a:lnTo>
                    <a:pt x="12829" y="5353"/>
                  </a:lnTo>
                  <a:lnTo>
                    <a:pt x="10869" y="6169"/>
                  </a:lnTo>
                  <a:lnTo>
                    <a:pt x="10020" y="17599"/>
                  </a:lnTo>
                  <a:lnTo>
                    <a:pt x="9342" y="19023"/>
                  </a:lnTo>
                  <a:lnTo>
                    <a:pt x="1351" y="19945"/>
                  </a:lnTo>
                  <a:lnTo>
                    <a:pt x="349" y="12821"/>
                  </a:lnTo>
                  <a:lnTo>
                    <a:pt x="484" y="10964"/>
                  </a:lnTo>
                  <a:lnTo>
                    <a:pt x="1858" y="9718"/>
                  </a:lnTo>
                  <a:lnTo>
                    <a:pt x="0" y="6876"/>
                  </a:lnTo>
                  <a:lnTo>
                    <a:pt x="2064" y="4753"/>
                  </a:lnTo>
                  <a:lnTo>
                    <a:pt x="6546" y="3921"/>
                  </a:lnTo>
                  <a:lnTo>
                    <a:pt x="931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h1920"/>
            <p:cNvSpPr/>
            <p:nvPr/>
          </p:nvSpPr>
          <p:spPr>
            <a:xfrm>
              <a:off x="2853601" y="2995592"/>
              <a:ext cx="15645" cy="15962"/>
            </a:xfrm>
            <a:custGeom>
              <a:avLst/>
              <a:pathLst>
                <a:path w="15645" h="15962">
                  <a:moveTo>
                    <a:pt x="15040" y="1470"/>
                  </a:moveTo>
                  <a:lnTo>
                    <a:pt x="15645" y="9075"/>
                  </a:lnTo>
                  <a:lnTo>
                    <a:pt x="14345" y="10292"/>
                  </a:lnTo>
                  <a:lnTo>
                    <a:pt x="10930" y="11935"/>
                  </a:lnTo>
                  <a:lnTo>
                    <a:pt x="10093" y="11312"/>
                  </a:lnTo>
                  <a:lnTo>
                    <a:pt x="7466" y="12013"/>
                  </a:lnTo>
                  <a:lnTo>
                    <a:pt x="0" y="15962"/>
                  </a:lnTo>
                  <a:lnTo>
                    <a:pt x="142" y="13881"/>
                  </a:lnTo>
                  <a:lnTo>
                    <a:pt x="2751" y="13919"/>
                  </a:lnTo>
                  <a:lnTo>
                    <a:pt x="8800" y="314"/>
                  </a:lnTo>
                  <a:lnTo>
                    <a:pt x="11220" y="669"/>
                  </a:lnTo>
                  <a:lnTo>
                    <a:pt x="1360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h1921"/>
            <p:cNvSpPr/>
            <p:nvPr/>
          </p:nvSpPr>
          <p:spPr>
            <a:xfrm>
              <a:off x="2842655" y="3155281"/>
              <a:ext cx="18167" cy="23333"/>
            </a:xfrm>
            <a:custGeom>
              <a:avLst/>
              <a:pathLst>
                <a:path w="18167" h="23333">
                  <a:moveTo>
                    <a:pt x="14334" y="1627"/>
                  </a:moveTo>
                  <a:lnTo>
                    <a:pt x="12847" y="5492"/>
                  </a:lnTo>
                  <a:lnTo>
                    <a:pt x="16164" y="6230"/>
                  </a:lnTo>
                  <a:lnTo>
                    <a:pt x="17980" y="7362"/>
                  </a:lnTo>
                  <a:lnTo>
                    <a:pt x="18167" y="8345"/>
                  </a:lnTo>
                  <a:lnTo>
                    <a:pt x="17201" y="14364"/>
                  </a:lnTo>
                  <a:lnTo>
                    <a:pt x="16600" y="15941"/>
                  </a:lnTo>
                  <a:lnTo>
                    <a:pt x="14973" y="15524"/>
                  </a:lnTo>
                  <a:lnTo>
                    <a:pt x="12505" y="23333"/>
                  </a:lnTo>
                  <a:lnTo>
                    <a:pt x="9099" y="22095"/>
                  </a:lnTo>
                  <a:lnTo>
                    <a:pt x="6498" y="21195"/>
                  </a:lnTo>
                  <a:lnTo>
                    <a:pt x="4290" y="18723"/>
                  </a:lnTo>
                  <a:lnTo>
                    <a:pt x="6722" y="17603"/>
                  </a:lnTo>
                  <a:lnTo>
                    <a:pt x="6618" y="16317"/>
                  </a:lnTo>
                  <a:lnTo>
                    <a:pt x="4518" y="15354"/>
                  </a:lnTo>
                  <a:lnTo>
                    <a:pt x="617" y="15890"/>
                  </a:lnTo>
                  <a:lnTo>
                    <a:pt x="0" y="15096"/>
                  </a:lnTo>
                  <a:lnTo>
                    <a:pt x="1913" y="11258"/>
                  </a:lnTo>
                  <a:lnTo>
                    <a:pt x="2469" y="7828"/>
                  </a:lnTo>
                  <a:lnTo>
                    <a:pt x="4848" y="6823"/>
                  </a:lnTo>
                  <a:lnTo>
                    <a:pt x="6942" y="5406"/>
                  </a:lnTo>
                  <a:lnTo>
                    <a:pt x="882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h1922"/>
            <p:cNvSpPr/>
            <p:nvPr/>
          </p:nvSpPr>
          <p:spPr>
            <a:xfrm>
              <a:off x="2727235" y="3223023"/>
              <a:ext cx="6232" cy="4021"/>
            </a:xfrm>
            <a:custGeom>
              <a:avLst/>
              <a:pathLst>
                <a:path w="6232" h="4021">
                  <a:moveTo>
                    <a:pt x="4740" y="3685"/>
                  </a:moveTo>
                  <a:lnTo>
                    <a:pt x="2643" y="4021"/>
                  </a:lnTo>
                  <a:lnTo>
                    <a:pt x="2078" y="3334"/>
                  </a:lnTo>
                  <a:lnTo>
                    <a:pt x="0" y="1421"/>
                  </a:lnTo>
                  <a:lnTo>
                    <a:pt x="2972" y="0"/>
                  </a:lnTo>
                  <a:lnTo>
                    <a:pt x="6232" y="103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h1923"/>
            <p:cNvSpPr/>
            <p:nvPr/>
          </p:nvSpPr>
          <p:spPr>
            <a:xfrm>
              <a:off x="2726144" y="3201148"/>
              <a:ext cx="18564" cy="18775"/>
            </a:xfrm>
            <a:custGeom>
              <a:avLst/>
              <a:pathLst>
                <a:path w="18564" h="18775">
                  <a:moveTo>
                    <a:pt x="8420" y="2228"/>
                  </a:moveTo>
                  <a:lnTo>
                    <a:pt x="10955" y="5311"/>
                  </a:lnTo>
                  <a:lnTo>
                    <a:pt x="12929" y="4896"/>
                  </a:lnTo>
                  <a:lnTo>
                    <a:pt x="18564" y="14093"/>
                  </a:lnTo>
                  <a:lnTo>
                    <a:pt x="12860" y="18775"/>
                  </a:lnTo>
                  <a:lnTo>
                    <a:pt x="5482" y="10901"/>
                  </a:lnTo>
                  <a:lnTo>
                    <a:pt x="3815" y="11448"/>
                  </a:lnTo>
                  <a:lnTo>
                    <a:pt x="3226" y="15181"/>
                  </a:lnTo>
                  <a:lnTo>
                    <a:pt x="1521" y="14176"/>
                  </a:lnTo>
                  <a:lnTo>
                    <a:pt x="1769" y="9922"/>
                  </a:lnTo>
                  <a:lnTo>
                    <a:pt x="1035" y="8584"/>
                  </a:lnTo>
                  <a:lnTo>
                    <a:pt x="9" y="8638"/>
                  </a:lnTo>
                  <a:lnTo>
                    <a:pt x="0" y="4499"/>
                  </a:lnTo>
                  <a:lnTo>
                    <a:pt x="4251" y="1529"/>
                  </a:lnTo>
                  <a:lnTo>
                    <a:pt x="485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h1924"/>
            <p:cNvSpPr/>
            <p:nvPr/>
          </p:nvSpPr>
          <p:spPr>
            <a:xfrm>
              <a:off x="2835386" y="3137681"/>
              <a:ext cx="4582" cy="4265"/>
            </a:xfrm>
            <a:custGeom>
              <a:avLst/>
              <a:pathLst>
                <a:path w="4582" h="4265">
                  <a:moveTo>
                    <a:pt x="4582" y="1512"/>
                  </a:moveTo>
                  <a:lnTo>
                    <a:pt x="2192" y="4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h1925"/>
            <p:cNvSpPr/>
            <p:nvPr/>
          </p:nvSpPr>
          <p:spPr>
            <a:xfrm>
              <a:off x="2939372" y="3204286"/>
              <a:ext cx="31382" cy="25754"/>
            </a:xfrm>
            <a:custGeom>
              <a:avLst/>
              <a:pathLst>
                <a:path w="31382" h="25754">
                  <a:moveTo>
                    <a:pt x="26134" y="0"/>
                  </a:moveTo>
                  <a:lnTo>
                    <a:pt x="29281" y="2601"/>
                  </a:lnTo>
                  <a:lnTo>
                    <a:pt x="31382" y="6348"/>
                  </a:lnTo>
                  <a:lnTo>
                    <a:pt x="30334" y="11027"/>
                  </a:lnTo>
                  <a:lnTo>
                    <a:pt x="27965" y="11332"/>
                  </a:lnTo>
                  <a:lnTo>
                    <a:pt x="26389" y="10109"/>
                  </a:lnTo>
                  <a:lnTo>
                    <a:pt x="24532" y="11197"/>
                  </a:lnTo>
                  <a:lnTo>
                    <a:pt x="23493" y="14943"/>
                  </a:lnTo>
                  <a:lnTo>
                    <a:pt x="24120" y="16355"/>
                  </a:lnTo>
                  <a:lnTo>
                    <a:pt x="23787" y="18819"/>
                  </a:lnTo>
                  <a:lnTo>
                    <a:pt x="21787" y="19055"/>
                  </a:lnTo>
                  <a:lnTo>
                    <a:pt x="20619" y="21919"/>
                  </a:lnTo>
                  <a:lnTo>
                    <a:pt x="20091" y="21473"/>
                  </a:lnTo>
                  <a:lnTo>
                    <a:pt x="14685" y="20076"/>
                  </a:lnTo>
                  <a:lnTo>
                    <a:pt x="12790" y="20707"/>
                  </a:lnTo>
                  <a:lnTo>
                    <a:pt x="11601" y="23572"/>
                  </a:lnTo>
                  <a:lnTo>
                    <a:pt x="9672" y="25754"/>
                  </a:lnTo>
                  <a:lnTo>
                    <a:pt x="9558" y="24804"/>
                  </a:lnTo>
                  <a:lnTo>
                    <a:pt x="0" y="17642"/>
                  </a:lnTo>
                  <a:lnTo>
                    <a:pt x="3892" y="10676"/>
                  </a:lnTo>
                  <a:lnTo>
                    <a:pt x="5970" y="13526"/>
                  </a:lnTo>
                  <a:lnTo>
                    <a:pt x="9772" y="14177"/>
                  </a:lnTo>
                  <a:lnTo>
                    <a:pt x="11777" y="12493"/>
                  </a:lnTo>
                  <a:lnTo>
                    <a:pt x="14380" y="8320"/>
                  </a:lnTo>
                  <a:lnTo>
                    <a:pt x="17061" y="9491"/>
                  </a:lnTo>
                  <a:lnTo>
                    <a:pt x="19778" y="7180"/>
                  </a:lnTo>
                  <a:lnTo>
                    <a:pt x="21452" y="306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h1926"/>
            <p:cNvSpPr/>
            <p:nvPr/>
          </p:nvSpPr>
          <p:spPr>
            <a:xfrm>
              <a:off x="2859124" y="3033101"/>
              <a:ext cx="27403" cy="32111"/>
            </a:xfrm>
            <a:custGeom>
              <a:avLst/>
              <a:pathLst>
                <a:path w="27403" h="32111">
                  <a:moveTo>
                    <a:pt x="23840" y="478"/>
                  </a:moveTo>
                  <a:lnTo>
                    <a:pt x="24567" y="5952"/>
                  </a:lnTo>
                  <a:lnTo>
                    <a:pt x="27403" y="8362"/>
                  </a:lnTo>
                  <a:lnTo>
                    <a:pt x="24770" y="15014"/>
                  </a:lnTo>
                  <a:lnTo>
                    <a:pt x="24486" y="24353"/>
                  </a:lnTo>
                  <a:lnTo>
                    <a:pt x="21122" y="24377"/>
                  </a:lnTo>
                  <a:lnTo>
                    <a:pt x="20206" y="23162"/>
                  </a:lnTo>
                  <a:lnTo>
                    <a:pt x="17126" y="27641"/>
                  </a:lnTo>
                  <a:lnTo>
                    <a:pt x="18640" y="29208"/>
                  </a:lnTo>
                  <a:lnTo>
                    <a:pt x="18375" y="31041"/>
                  </a:lnTo>
                  <a:lnTo>
                    <a:pt x="16801" y="32111"/>
                  </a:lnTo>
                  <a:lnTo>
                    <a:pt x="15959" y="30768"/>
                  </a:lnTo>
                  <a:lnTo>
                    <a:pt x="17315" y="29411"/>
                  </a:lnTo>
                  <a:lnTo>
                    <a:pt x="14794" y="25721"/>
                  </a:lnTo>
                  <a:lnTo>
                    <a:pt x="13064" y="24989"/>
                  </a:lnTo>
                  <a:lnTo>
                    <a:pt x="9502" y="26513"/>
                  </a:lnTo>
                  <a:lnTo>
                    <a:pt x="8328" y="23319"/>
                  </a:lnTo>
                  <a:lnTo>
                    <a:pt x="9796" y="22408"/>
                  </a:lnTo>
                  <a:lnTo>
                    <a:pt x="8632" y="19248"/>
                  </a:lnTo>
                  <a:lnTo>
                    <a:pt x="6205" y="16945"/>
                  </a:lnTo>
                  <a:lnTo>
                    <a:pt x="326" y="14184"/>
                  </a:lnTo>
                  <a:lnTo>
                    <a:pt x="0" y="11716"/>
                  </a:lnTo>
                  <a:lnTo>
                    <a:pt x="5004" y="9054"/>
                  </a:lnTo>
                  <a:lnTo>
                    <a:pt x="8544" y="8955"/>
                  </a:lnTo>
                  <a:lnTo>
                    <a:pt x="10387" y="3651"/>
                  </a:lnTo>
                  <a:lnTo>
                    <a:pt x="11691" y="2562"/>
                  </a:lnTo>
                  <a:lnTo>
                    <a:pt x="12019" y="9317"/>
                  </a:lnTo>
                  <a:lnTo>
                    <a:pt x="16844" y="4041"/>
                  </a:lnTo>
                  <a:lnTo>
                    <a:pt x="2267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h1927"/>
            <p:cNvSpPr/>
            <p:nvPr/>
          </p:nvSpPr>
          <p:spPr>
            <a:xfrm>
              <a:off x="2763434" y="3109482"/>
              <a:ext cx="8357" cy="4643"/>
            </a:xfrm>
            <a:custGeom>
              <a:avLst/>
              <a:pathLst>
                <a:path w="8357" h="4643">
                  <a:moveTo>
                    <a:pt x="5290" y="0"/>
                  </a:moveTo>
                  <a:lnTo>
                    <a:pt x="8029" y="1510"/>
                  </a:lnTo>
                  <a:lnTo>
                    <a:pt x="8357" y="4041"/>
                  </a:lnTo>
                  <a:lnTo>
                    <a:pt x="6906" y="4643"/>
                  </a:lnTo>
                  <a:lnTo>
                    <a:pt x="2915" y="3611"/>
                  </a:lnTo>
                  <a:lnTo>
                    <a:pt x="0" y="43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h1928"/>
            <p:cNvSpPr/>
            <p:nvPr/>
          </p:nvSpPr>
          <p:spPr>
            <a:xfrm>
              <a:off x="2951101" y="3181908"/>
              <a:ext cx="19438" cy="13436"/>
            </a:xfrm>
            <a:custGeom>
              <a:avLst/>
              <a:pathLst>
                <a:path w="19438" h="13436">
                  <a:moveTo>
                    <a:pt x="15395" y="3673"/>
                  </a:moveTo>
                  <a:lnTo>
                    <a:pt x="16287" y="3295"/>
                  </a:lnTo>
                  <a:lnTo>
                    <a:pt x="16214" y="4779"/>
                  </a:lnTo>
                  <a:lnTo>
                    <a:pt x="18884" y="5895"/>
                  </a:lnTo>
                  <a:lnTo>
                    <a:pt x="19438" y="7451"/>
                  </a:lnTo>
                  <a:lnTo>
                    <a:pt x="16946" y="8916"/>
                  </a:lnTo>
                  <a:lnTo>
                    <a:pt x="15252" y="9215"/>
                  </a:lnTo>
                  <a:lnTo>
                    <a:pt x="11738" y="7733"/>
                  </a:lnTo>
                  <a:lnTo>
                    <a:pt x="9100" y="11604"/>
                  </a:lnTo>
                  <a:lnTo>
                    <a:pt x="6346" y="13436"/>
                  </a:lnTo>
                  <a:lnTo>
                    <a:pt x="502" y="6340"/>
                  </a:lnTo>
                  <a:lnTo>
                    <a:pt x="0" y="3523"/>
                  </a:lnTo>
                  <a:lnTo>
                    <a:pt x="530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h1929"/>
            <p:cNvSpPr/>
            <p:nvPr/>
          </p:nvSpPr>
          <p:spPr>
            <a:xfrm>
              <a:off x="2772934" y="3173446"/>
              <a:ext cx="9934" cy="12597"/>
            </a:xfrm>
            <a:custGeom>
              <a:avLst/>
              <a:pathLst>
                <a:path w="9934" h="12597">
                  <a:moveTo>
                    <a:pt x="4304" y="0"/>
                  </a:moveTo>
                  <a:lnTo>
                    <a:pt x="5399" y="911"/>
                  </a:lnTo>
                  <a:lnTo>
                    <a:pt x="6707" y="773"/>
                  </a:lnTo>
                  <a:lnTo>
                    <a:pt x="6813" y="2349"/>
                  </a:lnTo>
                  <a:lnTo>
                    <a:pt x="7542" y="2106"/>
                  </a:lnTo>
                  <a:lnTo>
                    <a:pt x="9684" y="3429"/>
                  </a:lnTo>
                  <a:lnTo>
                    <a:pt x="9934" y="7828"/>
                  </a:lnTo>
                  <a:lnTo>
                    <a:pt x="6743" y="11258"/>
                  </a:lnTo>
                  <a:lnTo>
                    <a:pt x="5363" y="12597"/>
                  </a:lnTo>
                  <a:lnTo>
                    <a:pt x="4273" y="12412"/>
                  </a:lnTo>
                  <a:lnTo>
                    <a:pt x="1071" y="7121"/>
                  </a:lnTo>
                  <a:lnTo>
                    <a:pt x="1277" y="2584"/>
                  </a:lnTo>
                  <a:lnTo>
                    <a:pt x="0" y="94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h1930"/>
            <p:cNvSpPr/>
            <p:nvPr/>
          </p:nvSpPr>
          <p:spPr>
            <a:xfrm>
              <a:off x="2847792" y="2973060"/>
              <a:ext cx="9217" cy="13297"/>
            </a:xfrm>
            <a:custGeom>
              <a:avLst/>
              <a:pathLst>
                <a:path w="9217" h="13297">
                  <a:moveTo>
                    <a:pt x="5984" y="0"/>
                  </a:moveTo>
                  <a:lnTo>
                    <a:pt x="9217" y="2370"/>
                  </a:lnTo>
                  <a:lnTo>
                    <a:pt x="9132" y="5728"/>
                  </a:lnTo>
                  <a:lnTo>
                    <a:pt x="5459" y="11354"/>
                  </a:lnTo>
                  <a:lnTo>
                    <a:pt x="3747" y="13297"/>
                  </a:lnTo>
                  <a:lnTo>
                    <a:pt x="0" y="11809"/>
                  </a:lnTo>
                  <a:lnTo>
                    <a:pt x="2432" y="9314"/>
                  </a:lnTo>
                  <a:lnTo>
                    <a:pt x="772" y="6321"/>
                  </a:lnTo>
                  <a:lnTo>
                    <a:pt x="3551" y="320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h1931"/>
            <p:cNvSpPr/>
            <p:nvPr/>
          </p:nvSpPr>
          <p:spPr>
            <a:xfrm>
              <a:off x="2866533" y="2987438"/>
              <a:ext cx="3754" cy="4260"/>
            </a:xfrm>
            <a:custGeom>
              <a:avLst/>
              <a:pathLst>
                <a:path w="3754" h="4260">
                  <a:moveTo>
                    <a:pt x="3636" y="1341"/>
                  </a:moveTo>
                  <a:lnTo>
                    <a:pt x="3754" y="3308"/>
                  </a:lnTo>
                  <a:lnTo>
                    <a:pt x="1139" y="4260"/>
                  </a:lnTo>
                  <a:lnTo>
                    <a:pt x="0" y="1764"/>
                  </a:lnTo>
                  <a:lnTo>
                    <a:pt x="2036" y="0"/>
                  </a:lnTo>
                  <a:lnTo>
                    <a:pt x="3585" y="73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h1932"/>
            <p:cNvSpPr/>
            <p:nvPr/>
          </p:nvSpPr>
          <p:spPr>
            <a:xfrm>
              <a:off x="2862315" y="2972377"/>
              <a:ext cx="9469" cy="12558"/>
            </a:xfrm>
            <a:custGeom>
              <a:avLst/>
              <a:pathLst>
                <a:path w="9469" h="12558">
                  <a:moveTo>
                    <a:pt x="6420" y="6853"/>
                  </a:moveTo>
                  <a:lnTo>
                    <a:pt x="9469" y="8962"/>
                  </a:lnTo>
                  <a:lnTo>
                    <a:pt x="8809" y="10001"/>
                  </a:lnTo>
                  <a:lnTo>
                    <a:pt x="7380" y="9765"/>
                  </a:lnTo>
                  <a:lnTo>
                    <a:pt x="3495" y="12558"/>
                  </a:lnTo>
                  <a:lnTo>
                    <a:pt x="2574" y="12451"/>
                  </a:lnTo>
                  <a:lnTo>
                    <a:pt x="0" y="10459"/>
                  </a:lnTo>
                  <a:lnTo>
                    <a:pt x="3527" y="3696"/>
                  </a:lnTo>
                  <a:lnTo>
                    <a:pt x="3913" y="0"/>
                  </a:lnTo>
                  <a:lnTo>
                    <a:pt x="5990" y="181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h1933"/>
            <p:cNvSpPr/>
            <p:nvPr/>
          </p:nvSpPr>
          <p:spPr>
            <a:xfrm>
              <a:off x="2708003" y="3192956"/>
              <a:ext cx="22999" cy="19188"/>
            </a:xfrm>
            <a:custGeom>
              <a:avLst/>
              <a:pathLst>
                <a:path w="22999" h="19188">
                  <a:moveTo>
                    <a:pt x="15853" y="191"/>
                  </a:moveTo>
                  <a:lnTo>
                    <a:pt x="18929" y="4666"/>
                  </a:lnTo>
                  <a:lnTo>
                    <a:pt x="22219" y="5852"/>
                  </a:lnTo>
                  <a:lnTo>
                    <a:pt x="22999" y="8192"/>
                  </a:lnTo>
                  <a:lnTo>
                    <a:pt x="22392" y="9721"/>
                  </a:lnTo>
                  <a:lnTo>
                    <a:pt x="18141" y="12691"/>
                  </a:lnTo>
                  <a:lnTo>
                    <a:pt x="18151" y="16830"/>
                  </a:lnTo>
                  <a:lnTo>
                    <a:pt x="16791" y="18270"/>
                  </a:lnTo>
                  <a:lnTo>
                    <a:pt x="14280" y="19188"/>
                  </a:lnTo>
                  <a:lnTo>
                    <a:pt x="15767" y="13997"/>
                  </a:lnTo>
                  <a:lnTo>
                    <a:pt x="12092" y="12161"/>
                  </a:lnTo>
                  <a:lnTo>
                    <a:pt x="3415" y="15919"/>
                  </a:lnTo>
                  <a:lnTo>
                    <a:pt x="1650" y="15210"/>
                  </a:lnTo>
                  <a:lnTo>
                    <a:pt x="0" y="13305"/>
                  </a:lnTo>
                  <a:lnTo>
                    <a:pt x="2908" y="8603"/>
                  </a:lnTo>
                  <a:lnTo>
                    <a:pt x="8063" y="5966"/>
                  </a:lnTo>
                  <a:lnTo>
                    <a:pt x="12012" y="2122"/>
                  </a:lnTo>
                  <a:lnTo>
                    <a:pt x="1283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h1934"/>
            <p:cNvSpPr/>
            <p:nvPr/>
          </p:nvSpPr>
          <p:spPr>
            <a:xfrm>
              <a:off x="2869538" y="3169877"/>
              <a:ext cx="24099" cy="29106"/>
            </a:xfrm>
            <a:custGeom>
              <a:avLst/>
              <a:pathLst>
                <a:path w="24099" h="29106">
                  <a:moveTo>
                    <a:pt x="18495" y="0"/>
                  </a:moveTo>
                  <a:lnTo>
                    <a:pt x="21376" y="3941"/>
                  </a:lnTo>
                  <a:lnTo>
                    <a:pt x="22216" y="3976"/>
                  </a:lnTo>
                  <a:lnTo>
                    <a:pt x="22446" y="8981"/>
                  </a:lnTo>
                  <a:lnTo>
                    <a:pt x="20105" y="8440"/>
                  </a:lnTo>
                  <a:lnTo>
                    <a:pt x="19255" y="9040"/>
                  </a:lnTo>
                  <a:lnTo>
                    <a:pt x="20402" y="11672"/>
                  </a:lnTo>
                  <a:lnTo>
                    <a:pt x="19725" y="13210"/>
                  </a:lnTo>
                  <a:lnTo>
                    <a:pt x="18832" y="12756"/>
                  </a:lnTo>
                  <a:lnTo>
                    <a:pt x="17600" y="14172"/>
                  </a:lnTo>
                  <a:lnTo>
                    <a:pt x="18629" y="17835"/>
                  </a:lnTo>
                  <a:lnTo>
                    <a:pt x="23920" y="21990"/>
                  </a:lnTo>
                  <a:lnTo>
                    <a:pt x="24099" y="23316"/>
                  </a:lnTo>
                  <a:lnTo>
                    <a:pt x="16712" y="29106"/>
                  </a:lnTo>
                  <a:lnTo>
                    <a:pt x="14904" y="28565"/>
                  </a:lnTo>
                  <a:lnTo>
                    <a:pt x="12166" y="25544"/>
                  </a:lnTo>
                  <a:lnTo>
                    <a:pt x="13349" y="21702"/>
                  </a:lnTo>
                  <a:lnTo>
                    <a:pt x="16150" y="18454"/>
                  </a:lnTo>
                  <a:lnTo>
                    <a:pt x="16126" y="17779"/>
                  </a:lnTo>
                  <a:lnTo>
                    <a:pt x="13140" y="15974"/>
                  </a:lnTo>
                  <a:lnTo>
                    <a:pt x="10781" y="16367"/>
                  </a:lnTo>
                  <a:lnTo>
                    <a:pt x="6968" y="19467"/>
                  </a:lnTo>
                  <a:lnTo>
                    <a:pt x="1437" y="21517"/>
                  </a:lnTo>
                  <a:lnTo>
                    <a:pt x="1041" y="21469"/>
                  </a:lnTo>
                  <a:lnTo>
                    <a:pt x="0" y="16918"/>
                  </a:lnTo>
                  <a:lnTo>
                    <a:pt x="792" y="9604"/>
                  </a:lnTo>
                  <a:lnTo>
                    <a:pt x="3631" y="8946"/>
                  </a:lnTo>
                  <a:lnTo>
                    <a:pt x="5228" y="10201"/>
                  </a:lnTo>
                  <a:lnTo>
                    <a:pt x="8900" y="8415"/>
                  </a:lnTo>
                  <a:lnTo>
                    <a:pt x="13897" y="5155"/>
                  </a:lnTo>
                  <a:lnTo>
                    <a:pt x="16841" y="5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h1935"/>
            <p:cNvSpPr/>
            <p:nvPr/>
          </p:nvSpPr>
          <p:spPr>
            <a:xfrm>
              <a:off x="2769084" y="3223870"/>
              <a:ext cx="16398" cy="25837"/>
            </a:xfrm>
            <a:custGeom>
              <a:avLst/>
              <a:pathLst>
                <a:path w="16398" h="25837">
                  <a:moveTo>
                    <a:pt x="12558" y="2417"/>
                  </a:moveTo>
                  <a:lnTo>
                    <a:pt x="16398" y="9314"/>
                  </a:lnTo>
                  <a:lnTo>
                    <a:pt x="15098" y="9584"/>
                  </a:lnTo>
                  <a:lnTo>
                    <a:pt x="12375" y="12952"/>
                  </a:lnTo>
                  <a:lnTo>
                    <a:pt x="13413" y="17263"/>
                  </a:lnTo>
                  <a:lnTo>
                    <a:pt x="14502" y="18816"/>
                  </a:lnTo>
                  <a:lnTo>
                    <a:pt x="9331" y="24779"/>
                  </a:lnTo>
                  <a:lnTo>
                    <a:pt x="7565" y="24062"/>
                  </a:lnTo>
                  <a:lnTo>
                    <a:pt x="6920" y="25837"/>
                  </a:lnTo>
                  <a:lnTo>
                    <a:pt x="5173" y="24218"/>
                  </a:lnTo>
                  <a:lnTo>
                    <a:pt x="2161" y="19127"/>
                  </a:lnTo>
                  <a:lnTo>
                    <a:pt x="2676" y="8083"/>
                  </a:lnTo>
                  <a:lnTo>
                    <a:pt x="0" y="5347"/>
                  </a:lnTo>
                  <a:lnTo>
                    <a:pt x="583" y="2405"/>
                  </a:lnTo>
                  <a:lnTo>
                    <a:pt x="5554" y="3157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h1936"/>
            <p:cNvSpPr/>
            <p:nvPr/>
          </p:nvSpPr>
          <p:spPr>
            <a:xfrm>
              <a:off x="2870816" y="2988743"/>
              <a:ext cx="23998" cy="53675"/>
            </a:xfrm>
            <a:custGeom>
              <a:avLst/>
              <a:pathLst>
                <a:path w="23998" h="53675">
                  <a:moveTo>
                    <a:pt x="23998" y="5488"/>
                  </a:moveTo>
                  <a:lnTo>
                    <a:pt x="23072" y="12105"/>
                  </a:lnTo>
                  <a:lnTo>
                    <a:pt x="21001" y="9614"/>
                  </a:lnTo>
                  <a:lnTo>
                    <a:pt x="18581" y="10513"/>
                  </a:lnTo>
                  <a:lnTo>
                    <a:pt x="15015" y="18863"/>
                  </a:lnTo>
                  <a:lnTo>
                    <a:pt x="14658" y="22837"/>
                  </a:lnTo>
                  <a:lnTo>
                    <a:pt x="15563" y="24013"/>
                  </a:lnTo>
                  <a:lnTo>
                    <a:pt x="15890" y="27596"/>
                  </a:lnTo>
                  <a:lnTo>
                    <a:pt x="16860" y="38342"/>
                  </a:lnTo>
                  <a:lnTo>
                    <a:pt x="14925" y="39295"/>
                  </a:lnTo>
                  <a:lnTo>
                    <a:pt x="12134" y="42656"/>
                  </a:lnTo>
                  <a:lnTo>
                    <a:pt x="12148" y="44836"/>
                  </a:lnTo>
                  <a:lnTo>
                    <a:pt x="10983" y="44357"/>
                  </a:lnTo>
                  <a:lnTo>
                    <a:pt x="5153" y="48399"/>
                  </a:lnTo>
                  <a:lnTo>
                    <a:pt x="327" y="53675"/>
                  </a:lnTo>
                  <a:lnTo>
                    <a:pt x="0" y="46920"/>
                  </a:lnTo>
                  <a:lnTo>
                    <a:pt x="3632" y="45171"/>
                  </a:lnTo>
                  <a:lnTo>
                    <a:pt x="5059" y="43603"/>
                  </a:lnTo>
                  <a:lnTo>
                    <a:pt x="6927" y="36997"/>
                  </a:lnTo>
                  <a:lnTo>
                    <a:pt x="6486" y="34546"/>
                  </a:lnTo>
                  <a:lnTo>
                    <a:pt x="4200" y="33906"/>
                  </a:lnTo>
                  <a:lnTo>
                    <a:pt x="4309" y="30418"/>
                  </a:lnTo>
                  <a:lnTo>
                    <a:pt x="6551" y="27808"/>
                  </a:lnTo>
                  <a:lnTo>
                    <a:pt x="8372" y="23976"/>
                  </a:lnTo>
                  <a:lnTo>
                    <a:pt x="7904" y="11210"/>
                  </a:lnTo>
                  <a:lnTo>
                    <a:pt x="12460" y="10562"/>
                  </a:lnTo>
                  <a:lnTo>
                    <a:pt x="18192" y="7391"/>
                  </a:lnTo>
                  <a:lnTo>
                    <a:pt x="19591" y="5626"/>
                  </a:lnTo>
                  <a:lnTo>
                    <a:pt x="2144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h1937"/>
            <p:cNvSpPr/>
            <p:nvPr/>
          </p:nvSpPr>
          <p:spPr>
            <a:xfrm>
              <a:off x="2870205" y="3034083"/>
              <a:ext cx="33048" cy="47057"/>
            </a:xfrm>
            <a:custGeom>
              <a:avLst/>
              <a:pathLst>
                <a:path w="33048" h="47057">
                  <a:moveTo>
                    <a:pt x="25950" y="3626"/>
                  </a:moveTo>
                  <a:lnTo>
                    <a:pt x="24726" y="6943"/>
                  </a:lnTo>
                  <a:lnTo>
                    <a:pt x="24354" y="7296"/>
                  </a:lnTo>
                  <a:lnTo>
                    <a:pt x="23790" y="5547"/>
                  </a:lnTo>
                  <a:lnTo>
                    <a:pt x="22095" y="7780"/>
                  </a:lnTo>
                  <a:lnTo>
                    <a:pt x="23237" y="9366"/>
                  </a:lnTo>
                  <a:lnTo>
                    <a:pt x="21745" y="13672"/>
                  </a:lnTo>
                  <a:lnTo>
                    <a:pt x="22746" y="20196"/>
                  </a:lnTo>
                  <a:lnTo>
                    <a:pt x="25503" y="25473"/>
                  </a:lnTo>
                  <a:lnTo>
                    <a:pt x="31771" y="26308"/>
                  </a:lnTo>
                  <a:lnTo>
                    <a:pt x="32735" y="27365"/>
                  </a:lnTo>
                  <a:lnTo>
                    <a:pt x="33048" y="31770"/>
                  </a:lnTo>
                  <a:lnTo>
                    <a:pt x="31835" y="34254"/>
                  </a:lnTo>
                  <a:lnTo>
                    <a:pt x="27786" y="34838"/>
                  </a:lnTo>
                  <a:lnTo>
                    <a:pt x="27200" y="36562"/>
                  </a:lnTo>
                  <a:lnTo>
                    <a:pt x="27359" y="37691"/>
                  </a:lnTo>
                  <a:lnTo>
                    <a:pt x="30165" y="38157"/>
                  </a:lnTo>
                  <a:lnTo>
                    <a:pt x="31691" y="41659"/>
                  </a:lnTo>
                  <a:lnTo>
                    <a:pt x="26707" y="41615"/>
                  </a:lnTo>
                  <a:lnTo>
                    <a:pt x="24038" y="40720"/>
                  </a:lnTo>
                  <a:lnTo>
                    <a:pt x="20986" y="43232"/>
                  </a:lnTo>
                  <a:lnTo>
                    <a:pt x="20637" y="45139"/>
                  </a:lnTo>
                  <a:lnTo>
                    <a:pt x="18125" y="46492"/>
                  </a:lnTo>
                  <a:lnTo>
                    <a:pt x="17069" y="47057"/>
                  </a:lnTo>
                  <a:lnTo>
                    <a:pt x="13032" y="41802"/>
                  </a:lnTo>
                  <a:lnTo>
                    <a:pt x="11771" y="41212"/>
                  </a:lnTo>
                  <a:lnTo>
                    <a:pt x="8549" y="41409"/>
                  </a:lnTo>
                  <a:lnTo>
                    <a:pt x="7020" y="40109"/>
                  </a:lnTo>
                  <a:lnTo>
                    <a:pt x="6290" y="36806"/>
                  </a:lnTo>
                  <a:lnTo>
                    <a:pt x="4539" y="37433"/>
                  </a:lnTo>
                  <a:lnTo>
                    <a:pt x="1113" y="41352"/>
                  </a:lnTo>
                  <a:lnTo>
                    <a:pt x="0" y="39714"/>
                  </a:lnTo>
                  <a:lnTo>
                    <a:pt x="4165" y="34967"/>
                  </a:lnTo>
                  <a:lnTo>
                    <a:pt x="9132" y="32092"/>
                  </a:lnTo>
                  <a:lnTo>
                    <a:pt x="7295" y="30059"/>
                  </a:lnTo>
                  <a:lnTo>
                    <a:pt x="7560" y="28225"/>
                  </a:lnTo>
                  <a:lnTo>
                    <a:pt x="6046" y="26659"/>
                  </a:lnTo>
                  <a:lnTo>
                    <a:pt x="9126" y="22179"/>
                  </a:lnTo>
                  <a:lnTo>
                    <a:pt x="10042" y="23394"/>
                  </a:lnTo>
                  <a:lnTo>
                    <a:pt x="13406" y="23370"/>
                  </a:lnTo>
                  <a:lnTo>
                    <a:pt x="13690" y="14032"/>
                  </a:lnTo>
                  <a:lnTo>
                    <a:pt x="16323" y="7379"/>
                  </a:lnTo>
                  <a:lnTo>
                    <a:pt x="25178" y="1482"/>
                  </a:lnTo>
                  <a:lnTo>
                    <a:pt x="2568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h1938"/>
            <p:cNvSpPr/>
            <p:nvPr/>
          </p:nvSpPr>
          <p:spPr>
            <a:xfrm>
              <a:off x="2826205" y="3213811"/>
              <a:ext cx="13011" cy="16553"/>
            </a:xfrm>
            <a:custGeom>
              <a:avLst/>
              <a:pathLst>
                <a:path w="13011" h="16553">
                  <a:moveTo>
                    <a:pt x="11566" y="0"/>
                  </a:moveTo>
                  <a:lnTo>
                    <a:pt x="11751" y="3620"/>
                  </a:lnTo>
                  <a:lnTo>
                    <a:pt x="13011" y="4742"/>
                  </a:lnTo>
                  <a:lnTo>
                    <a:pt x="11240" y="7150"/>
                  </a:lnTo>
                  <a:lnTo>
                    <a:pt x="8735" y="6948"/>
                  </a:lnTo>
                  <a:lnTo>
                    <a:pt x="6769" y="7893"/>
                  </a:lnTo>
                  <a:lnTo>
                    <a:pt x="9484" y="10603"/>
                  </a:lnTo>
                  <a:lnTo>
                    <a:pt x="4781" y="16553"/>
                  </a:lnTo>
                  <a:lnTo>
                    <a:pt x="3709" y="15738"/>
                  </a:lnTo>
                  <a:lnTo>
                    <a:pt x="1366" y="16433"/>
                  </a:lnTo>
                  <a:lnTo>
                    <a:pt x="0" y="12490"/>
                  </a:lnTo>
                  <a:lnTo>
                    <a:pt x="8716" y="2150"/>
                  </a:lnTo>
                  <a:lnTo>
                    <a:pt x="6443" y="106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h1939"/>
            <p:cNvSpPr/>
            <p:nvPr/>
          </p:nvSpPr>
          <p:spPr>
            <a:xfrm>
              <a:off x="2845959" y="3096520"/>
              <a:ext cx="2979" cy="1065"/>
            </a:xfrm>
            <a:custGeom>
              <a:avLst/>
              <a:pathLst>
                <a:path w="2979" h="1065">
                  <a:moveTo>
                    <a:pt x="2023" y="652"/>
                  </a:moveTo>
                  <a:lnTo>
                    <a:pt x="0" y="1065"/>
                  </a:lnTo>
                  <a:lnTo>
                    <a:pt x="297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h1940"/>
            <p:cNvSpPr/>
            <p:nvPr/>
          </p:nvSpPr>
          <p:spPr>
            <a:xfrm>
              <a:off x="2843729" y="3091044"/>
              <a:ext cx="2747" cy="1791"/>
            </a:xfrm>
            <a:custGeom>
              <a:avLst/>
              <a:pathLst>
                <a:path w="2747" h="1791">
                  <a:moveTo>
                    <a:pt x="480" y="0"/>
                  </a:moveTo>
                  <a:lnTo>
                    <a:pt x="1951" y="1368"/>
                  </a:lnTo>
                  <a:lnTo>
                    <a:pt x="2747" y="1686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h1941"/>
            <p:cNvSpPr/>
            <p:nvPr/>
          </p:nvSpPr>
          <p:spPr>
            <a:xfrm>
              <a:off x="2886706" y="3013711"/>
              <a:ext cx="8639" cy="13373"/>
            </a:xfrm>
            <a:custGeom>
              <a:avLst/>
              <a:pathLst>
                <a:path w="8639" h="13373">
                  <a:moveTo>
                    <a:pt x="7514" y="29"/>
                  </a:moveTo>
                  <a:lnTo>
                    <a:pt x="8639" y="1340"/>
                  </a:lnTo>
                  <a:lnTo>
                    <a:pt x="8438" y="2098"/>
                  </a:lnTo>
                  <a:lnTo>
                    <a:pt x="4012" y="8778"/>
                  </a:lnTo>
                  <a:lnTo>
                    <a:pt x="4153" y="11535"/>
                  </a:lnTo>
                  <a:lnTo>
                    <a:pt x="969" y="13373"/>
                  </a:lnTo>
                  <a:lnTo>
                    <a:pt x="0" y="2627"/>
                  </a:lnTo>
                  <a:lnTo>
                    <a:pt x="575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h1942"/>
            <p:cNvSpPr/>
            <p:nvPr/>
          </p:nvSpPr>
          <p:spPr>
            <a:xfrm>
              <a:off x="2750415" y="3129261"/>
              <a:ext cx="34246" cy="25536"/>
            </a:xfrm>
            <a:custGeom>
              <a:avLst/>
              <a:pathLst>
                <a:path w="34246" h="25536">
                  <a:moveTo>
                    <a:pt x="5462" y="3123"/>
                  </a:moveTo>
                  <a:lnTo>
                    <a:pt x="13063" y="3587"/>
                  </a:lnTo>
                  <a:lnTo>
                    <a:pt x="15250" y="8352"/>
                  </a:lnTo>
                  <a:lnTo>
                    <a:pt x="17449" y="8254"/>
                  </a:lnTo>
                  <a:lnTo>
                    <a:pt x="21244" y="5908"/>
                  </a:lnTo>
                  <a:lnTo>
                    <a:pt x="22822" y="5823"/>
                  </a:lnTo>
                  <a:lnTo>
                    <a:pt x="24782" y="5824"/>
                  </a:lnTo>
                  <a:lnTo>
                    <a:pt x="25873" y="7960"/>
                  </a:lnTo>
                  <a:lnTo>
                    <a:pt x="27933" y="8845"/>
                  </a:lnTo>
                  <a:lnTo>
                    <a:pt x="32535" y="15187"/>
                  </a:lnTo>
                  <a:lnTo>
                    <a:pt x="32476" y="18629"/>
                  </a:lnTo>
                  <a:lnTo>
                    <a:pt x="34246" y="20032"/>
                  </a:lnTo>
                  <a:lnTo>
                    <a:pt x="31475" y="23953"/>
                  </a:lnTo>
                  <a:lnTo>
                    <a:pt x="26993" y="24785"/>
                  </a:lnTo>
                  <a:lnTo>
                    <a:pt x="26854" y="20767"/>
                  </a:lnTo>
                  <a:lnTo>
                    <a:pt x="23974" y="18592"/>
                  </a:lnTo>
                  <a:lnTo>
                    <a:pt x="21463" y="18646"/>
                  </a:lnTo>
                  <a:lnTo>
                    <a:pt x="16706" y="20534"/>
                  </a:lnTo>
                  <a:lnTo>
                    <a:pt x="17991" y="23321"/>
                  </a:lnTo>
                  <a:lnTo>
                    <a:pt x="16986" y="25536"/>
                  </a:lnTo>
                  <a:lnTo>
                    <a:pt x="12778" y="21819"/>
                  </a:lnTo>
                  <a:lnTo>
                    <a:pt x="10096" y="20623"/>
                  </a:lnTo>
                  <a:lnTo>
                    <a:pt x="8459" y="19974"/>
                  </a:lnTo>
                  <a:lnTo>
                    <a:pt x="8742" y="16895"/>
                  </a:lnTo>
                  <a:lnTo>
                    <a:pt x="8017" y="14865"/>
                  </a:lnTo>
                  <a:lnTo>
                    <a:pt x="6138" y="14788"/>
                  </a:lnTo>
                  <a:lnTo>
                    <a:pt x="0" y="2855"/>
                  </a:lnTo>
                  <a:lnTo>
                    <a:pt x="179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h1943"/>
            <p:cNvSpPr/>
            <p:nvPr/>
          </p:nvSpPr>
          <p:spPr>
            <a:xfrm>
              <a:off x="2886379" y="3012209"/>
              <a:ext cx="6097" cy="4129"/>
            </a:xfrm>
            <a:custGeom>
              <a:avLst/>
              <a:pathLst>
                <a:path w="6097" h="4129">
                  <a:moveTo>
                    <a:pt x="3165" y="134"/>
                  </a:moveTo>
                  <a:lnTo>
                    <a:pt x="6097" y="0"/>
                  </a:lnTo>
                  <a:lnTo>
                    <a:pt x="6081" y="1501"/>
                  </a:lnTo>
                  <a:lnTo>
                    <a:pt x="327" y="4129"/>
                  </a:lnTo>
                  <a:lnTo>
                    <a:pt x="0" y="54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h1944"/>
            <p:cNvSpPr/>
            <p:nvPr/>
          </p:nvSpPr>
          <p:spPr>
            <a:xfrm>
              <a:off x="2750873" y="3120753"/>
              <a:ext cx="22364" cy="16861"/>
            </a:xfrm>
            <a:custGeom>
              <a:avLst/>
              <a:pathLst>
                <a:path w="22364" h="16861">
                  <a:moveTo>
                    <a:pt x="13022" y="0"/>
                  </a:moveTo>
                  <a:lnTo>
                    <a:pt x="19796" y="3642"/>
                  </a:lnTo>
                  <a:lnTo>
                    <a:pt x="20142" y="8798"/>
                  </a:lnTo>
                  <a:lnTo>
                    <a:pt x="22083" y="9180"/>
                  </a:lnTo>
                  <a:lnTo>
                    <a:pt x="22364" y="14331"/>
                  </a:lnTo>
                  <a:lnTo>
                    <a:pt x="20786" y="14417"/>
                  </a:lnTo>
                  <a:lnTo>
                    <a:pt x="16990" y="16762"/>
                  </a:lnTo>
                  <a:lnTo>
                    <a:pt x="14791" y="16861"/>
                  </a:lnTo>
                  <a:lnTo>
                    <a:pt x="12605" y="12096"/>
                  </a:lnTo>
                  <a:lnTo>
                    <a:pt x="5004" y="11631"/>
                  </a:lnTo>
                  <a:lnTo>
                    <a:pt x="1334" y="8508"/>
                  </a:lnTo>
                  <a:lnTo>
                    <a:pt x="933" y="5848"/>
                  </a:lnTo>
                  <a:lnTo>
                    <a:pt x="0" y="3518"/>
                  </a:lnTo>
                  <a:lnTo>
                    <a:pt x="6041" y="5482"/>
                  </a:lnTo>
                  <a:lnTo>
                    <a:pt x="10229" y="485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h1945"/>
            <p:cNvSpPr/>
            <p:nvPr/>
          </p:nvSpPr>
          <p:spPr>
            <a:xfrm>
              <a:off x="2810837" y="3171139"/>
              <a:ext cx="13533" cy="5786"/>
            </a:xfrm>
            <a:custGeom>
              <a:avLst/>
              <a:pathLst>
                <a:path w="13533" h="5786">
                  <a:moveTo>
                    <a:pt x="12549" y="0"/>
                  </a:moveTo>
                  <a:lnTo>
                    <a:pt x="13533" y="1430"/>
                  </a:lnTo>
                  <a:lnTo>
                    <a:pt x="11453" y="3438"/>
                  </a:lnTo>
                  <a:lnTo>
                    <a:pt x="9025" y="3095"/>
                  </a:lnTo>
                  <a:lnTo>
                    <a:pt x="6384" y="4689"/>
                  </a:lnTo>
                  <a:lnTo>
                    <a:pt x="1722" y="5786"/>
                  </a:lnTo>
                  <a:lnTo>
                    <a:pt x="0" y="4557"/>
                  </a:lnTo>
                  <a:lnTo>
                    <a:pt x="6253" y="42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h1946"/>
            <p:cNvSpPr/>
            <p:nvPr/>
          </p:nvSpPr>
          <p:spPr>
            <a:xfrm>
              <a:off x="2740190" y="3147853"/>
              <a:ext cx="37218" cy="24963"/>
            </a:xfrm>
            <a:custGeom>
              <a:avLst/>
              <a:pathLst>
                <a:path w="37218" h="24963">
                  <a:moveTo>
                    <a:pt x="34199" y="0"/>
                  </a:moveTo>
                  <a:lnTo>
                    <a:pt x="37078" y="2175"/>
                  </a:lnTo>
                  <a:lnTo>
                    <a:pt x="37218" y="6193"/>
                  </a:lnTo>
                  <a:lnTo>
                    <a:pt x="35153" y="8316"/>
                  </a:lnTo>
                  <a:lnTo>
                    <a:pt x="32997" y="6633"/>
                  </a:lnTo>
                  <a:lnTo>
                    <a:pt x="22570" y="16135"/>
                  </a:lnTo>
                  <a:lnTo>
                    <a:pt x="22360" y="17095"/>
                  </a:lnTo>
                  <a:lnTo>
                    <a:pt x="20445" y="18963"/>
                  </a:lnTo>
                  <a:lnTo>
                    <a:pt x="17020" y="15385"/>
                  </a:lnTo>
                  <a:lnTo>
                    <a:pt x="15815" y="14586"/>
                  </a:lnTo>
                  <a:lnTo>
                    <a:pt x="14068" y="14683"/>
                  </a:lnTo>
                  <a:lnTo>
                    <a:pt x="12014" y="16662"/>
                  </a:lnTo>
                  <a:lnTo>
                    <a:pt x="11880" y="23594"/>
                  </a:lnTo>
                  <a:lnTo>
                    <a:pt x="9292" y="24507"/>
                  </a:lnTo>
                  <a:lnTo>
                    <a:pt x="1494" y="24963"/>
                  </a:lnTo>
                  <a:lnTo>
                    <a:pt x="0" y="22402"/>
                  </a:lnTo>
                  <a:lnTo>
                    <a:pt x="2386" y="19453"/>
                  </a:lnTo>
                  <a:lnTo>
                    <a:pt x="3161" y="20678"/>
                  </a:lnTo>
                  <a:lnTo>
                    <a:pt x="8027" y="19133"/>
                  </a:lnTo>
                  <a:lnTo>
                    <a:pt x="6472" y="15780"/>
                  </a:lnTo>
                  <a:lnTo>
                    <a:pt x="7811" y="13240"/>
                  </a:lnTo>
                  <a:lnTo>
                    <a:pt x="11727" y="15712"/>
                  </a:lnTo>
                  <a:lnTo>
                    <a:pt x="11207" y="13980"/>
                  </a:lnTo>
                  <a:lnTo>
                    <a:pt x="12280" y="7067"/>
                  </a:lnTo>
                  <a:lnTo>
                    <a:pt x="16562" y="3954"/>
                  </a:lnTo>
                  <a:lnTo>
                    <a:pt x="21293" y="4512"/>
                  </a:lnTo>
                  <a:lnTo>
                    <a:pt x="20321" y="2031"/>
                  </a:lnTo>
                  <a:lnTo>
                    <a:pt x="23003" y="3227"/>
                  </a:lnTo>
                  <a:lnTo>
                    <a:pt x="27210" y="6943"/>
                  </a:lnTo>
                  <a:lnTo>
                    <a:pt x="28216" y="4729"/>
                  </a:lnTo>
                  <a:lnTo>
                    <a:pt x="26930" y="1942"/>
                  </a:lnTo>
                  <a:lnTo>
                    <a:pt x="31688" y="5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h1947"/>
            <p:cNvSpPr/>
            <p:nvPr/>
          </p:nvSpPr>
          <p:spPr>
            <a:xfrm>
              <a:off x="2733807" y="3167185"/>
              <a:ext cx="20218" cy="16989"/>
            </a:xfrm>
            <a:custGeom>
              <a:avLst/>
              <a:pathLst>
                <a:path w="20218" h="16989">
                  <a:moveTo>
                    <a:pt x="3606" y="0"/>
                  </a:moveTo>
                  <a:lnTo>
                    <a:pt x="6383" y="3070"/>
                  </a:lnTo>
                  <a:lnTo>
                    <a:pt x="7877" y="5631"/>
                  </a:lnTo>
                  <a:lnTo>
                    <a:pt x="15675" y="5175"/>
                  </a:lnTo>
                  <a:lnTo>
                    <a:pt x="18263" y="4263"/>
                  </a:lnTo>
                  <a:lnTo>
                    <a:pt x="20218" y="8759"/>
                  </a:lnTo>
                  <a:lnTo>
                    <a:pt x="19148" y="10964"/>
                  </a:lnTo>
                  <a:lnTo>
                    <a:pt x="15774" y="12667"/>
                  </a:lnTo>
                  <a:lnTo>
                    <a:pt x="14771" y="14995"/>
                  </a:lnTo>
                  <a:lnTo>
                    <a:pt x="9131" y="12177"/>
                  </a:lnTo>
                  <a:lnTo>
                    <a:pt x="3577" y="13280"/>
                  </a:lnTo>
                  <a:lnTo>
                    <a:pt x="2899" y="13927"/>
                  </a:lnTo>
                  <a:lnTo>
                    <a:pt x="3280" y="16526"/>
                  </a:lnTo>
                  <a:lnTo>
                    <a:pt x="2124" y="16989"/>
                  </a:lnTo>
                  <a:lnTo>
                    <a:pt x="1223" y="14438"/>
                  </a:lnTo>
                  <a:lnTo>
                    <a:pt x="1935" y="14248"/>
                  </a:lnTo>
                  <a:lnTo>
                    <a:pt x="2171" y="12909"/>
                  </a:lnTo>
                  <a:lnTo>
                    <a:pt x="0" y="597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h1948"/>
            <p:cNvSpPr/>
            <p:nvPr/>
          </p:nvSpPr>
          <p:spPr>
            <a:xfrm>
              <a:off x="2770700" y="3195973"/>
              <a:ext cx="37874" cy="30672"/>
            </a:xfrm>
            <a:custGeom>
              <a:avLst/>
              <a:pathLst>
                <a:path w="37874" h="30672">
                  <a:moveTo>
                    <a:pt x="19460" y="315"/>
                  </a:moveTo>
                  <a:lnTo>
                    <a:pt x="21297" y="7997"/>
                  </a:lnTo>
                  <a:lnTo>
                    <a:pt x="20430" y="9318"/>
                  </a:lnTo>
                  <a:lnTo>
                    <a:pt x="22006" y="11271"/>
                  </a:lnTo>
                  <a:lnTo>
                    <a:pt x="28995" y="11987"/>
                  </a:lnTo>
                  <a:lnTo>
                    <a:pt x="35314" y="16419"/>
                  </a:lnTo>
                  <a:lnTo>
                    <a:pt x="37361" y="17110"/>
                  </a:lnTo>
                  <a:lnTo>
                    <a:pt x="37874" y="19881"/>
                  </a:lnTo>
                  <a:lnTo>
                    <a:pt x="37187" y="22027"/>
                  </a:lnTo>
                  <a:lnTo>
                    <a:pt x="34454" y="24272"/>
                  </a:lnTo>
                  <a:lnTo>
                    <a:pt x="33931" y="25820"/>
                  </a:lnTo>
                  <a:lnTo>
                    <a:pt x="32060" y="25062"/>
                  </a:lnTo>
                  <a:lnTo>
                    <a:pt x="30536" y="25839"/>
                  </a:lnTo>
                  <a:lnTo>
                    <a:pt x="30628" y="27474"/>
                  </a:lnTo>
                  <a:lnTo>
                    <a:pt x="20714" y="28983"/>
                  </a:lnTo>
                  <a:lnTo>
                    <a:pt x="17318" y="30672"/>
                  </a:lnTo>
                  <a:lnTo>
                    <a:pt x="11354" y="29548"/>
                  </a:lnTo>
                  <a:lnTo>
                    <a:pt x="10942" y="30315"/>
                  </a:lnTo>
                  <a:lnTo>
                    <a:pt x="7663" y="27897"/>
                  </a:lnTo>
                  <a:lnTo>
                    <a:pt x="5755" y="26768"/>
                  </a:lnTo>
                  <a:lnTo>
                    <a:pt x="1074" y="27566"/>
                  </a:lnTo>
                  <a:lnTo>
                    <a:pt x="2395" y="21827"/>
                  </a:lnTo>
                  <a:lnTo>
                    <a:pt x="1096" y="20528"/>
                  </a:lnTo>
                  <a:lnTo>
                    <a:pt x="0" y="17729"/>
                  </a:lnTo>
                  <a:lnTo>
                    <a:pt x="488" y="15085"/>
                  </a:lnTo>
                  <a:lnTo>
                    <a:pt x="6310" y="7985"/>
                  </a:lnTo>
                  <a:lnTo>
                    <a:pt x="8127" y="3660"/>
                  </a:lnTo>
                  <a:lnTo>
                    <a:pt x="1779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h1949"/>
            <p:cNvSpPr/>
            <p:nvPr/>
          </p:nvSpPr>
          <p:spPr>
            <a:xfrm>
              <a:off x="2841147" y="2990347"/>
              <a:ext cx="11348" cy="6524"/>
            </a:xfrm>
            <a:custGeom>
              <a:avLst/>
              <a:pathLst>
                <a:path w="11348" h="6524">
                  <a:moveTo>
                    <a:pt x="6804" y="2522"/>
                  </a:moveTo>
                  <a:lnTo>
                    <a:pt x="7588" y="4186"/>
                  </a:lnTo>
                  <a:lnTo>
                    <a:pt x="11298" y="3422"/>
                  </a:lnTo>
                  <a:lnTo>
                    <a:pt x="11348" y="5526"/>
                  </a:lnTo>
                  <a:lnTo>
                    <a:pt x="10222" y="6412"/>
                  </a:lnTo>
                  <a:lnTo>
                    <a:pt x="7628" y="4974"/>
                  </a:lnTo>
                  <a:lnTo>
                    <a:pt x="0" y="6524"/>
                  </a:lnTo>
                  <a:lnTo>
                    <a:pt x="2042" y="1866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h1950"/>
            <p:cNvSpPr/>
            <p:nvPr/>
          </p:nvSpPr>
          <p:spPr>
            <a:xfrm>
              <a:off x="2868383" y="3201467"/>
              <a:ext cx="31613" cy="42169"/>
            </a:xfrm>
            <a:custGeom>
              <a:avLst/>
              <a:pathLst>
                <a:path w="31613" h="42169">
                  <a:moveTo>
                    <a:pt x="30934" y="1497"/>
                  </a:moveTo>
                  <a:lnTo>
                    <a:pt x="30830" y="2373"/>
                  </a:lnTo>
                  <a:lnTo>
                    <a:pt x="29395" y="2568"/>
                  </a:lnTo>
                  <a:lnTo>
                    <a:pt x="29189" y="4867"/>
                  </a:lnTo>
                  <a:lnTo>
                    <a:pt x="29490" y="19602"/>
                  </a:lnTo>
                  <a:lnTo>
                    <a:pt x="31613" y="24053"/>
                  </a:lnTo>
                  <a:lnTo>
                    <a:pt x="31448" y="27231"/>
                  </a:lnTo>
                  <a:lnTo>
                    <a:pt x="22472" y="28811"/>
                  </a:lnTo>
                  <a:lnTo>
                    <a:pt x="18559" y="27369"/>
                  </a:lnTo>
                  <a:lnTo>
                    <a:pt x="13712" y="22955"/>
                  </a:lnTo>
                  <a:lnTo>
                    <a:pt x="8953" y="21108"/>
                  </a:lnTo>
                  <a:lnTo>
                    <a:pt x="8286" y="22667"/>
                  </a:lnTo>
                  <a:lnTo>
                    <a:pt x="9010" y="26281"/>
                  </a:lnTo>
                  <a:lnTo>
                    <a:pt x="8186" y="26886"/>
                  </a:lnTo>
                  <a:lnTo>
                    <a:pt x="5307" y="26535"/>
                  </a:lnTo>
                  <a:lnTo>
                    <a:pt x="6049" y="30735"/>
                  </a:lnTo>
                  <a:lnTo>
                    <a:pt x="13596" y="31318"/>
                  </a:lnTo>
                  <a:lnTo>
                    <a:pt x="15698" y="30094"/>
                  </a:lnTo>
                  <a:lnTo>
                    <a:pt x="19392" y="32673"/>
                  </a:lnTo>
                  <a:lnTo>
                    <a:pt x="17634" y="37236"/>
                  </a:lnTo>
                  <a:lnTo>
                    <a:pt x="15080" y="37343"/>
                  </a:lnTo>
                  <a:lnTo>
                    <a:pt x="12471" y="38464"/>
                  </a:lnTo>
                  <a:lnTo>
                    <a:pt x="11999" y="39662"/>
                  </a:lnTo>
                  <a:lnTo>
                    <a:pt x="12626" y="42169"/>
                  </a:lnTo>
                  <a:lnTo>
                    <a:pt x="9035" y="39245"/>
                  </a:lnTo>
                  <a:lnTo>
                    <a:pt x="6688" y="35790"/>
                  </a:lnTo>
                  <a:lnTo>
                    <a:pt x="8364" y="33502"/>
                  </a:lnTo>
                  <a:lnTo>
                    <a:pt x="5633" y="31781"/>
                  </a:lnTo>
                  <a:lnTo>
                    <a:pt x="3181" y="31450"/>
                  </a:lnTo>
                  <a:lnTo>
                    <a:pt x="4146" y="29715"/>
                  </a:lnTo>
                  <a:lnTo>
                    <a:pt x="2579" y="19328"/>
                  </a:lnTo>
                  <a:lnTo>
                    <a:pt x="1178" y="17573"/>
                  </a:lnTo>
                  <a:lnTo>
                    <a:pt x="91" y="17774"/>
                  </a:lnTo>
                  <a:lnTo>
                    <a:pt x="0" y="15144"/>
                  </a:lnTo>
                  <a:lnTo>
                    <a:pt x="5801" y="14283"/>
                  </a:lnTo>
                  <a:lnTo>
                    <a:pt x="9533" y="12502"/>
                  </a:lnTo>
                  <a:lnTo>
                    <a:pt x="12577" y="13150"/>
                  </a:lnTo>
                  <a:lnTo>
                    <a:pt x="17600" y="9528"/>
                  </a:lnTo>
                  <a:lnTo>
                    <a:pt x="21260" y="1584"/>
                  </a:lnTo>
                  <a:lnTo>
                    <a:pt x="23594" y="585"/>
                  </a:lnTo>
                  <a:lnTo>
                    <a:pt x="2696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h1951"/>
            <p:cNvSpPr/>
            <p:nvPr/>
          </p:nvSpPr>
          <p:spPr>
            <a:xfrm>
              <a:off x="2839693" y="3124963"/>
              <a:ext cx="11189" cy="12243"/>
            </a:xfrm>
            <a:custGeom>
              <a:avLst/>
              <a:pathLst>
                <a:path w="11189" h="12243">
                  <a:moveTo>
                    <a:pt x="4192" y="2616"/>
                  </a:moveTo>
                  <a:lnTo>
                    <a:pt x="3662" y="3349"/>
                  </a:lnTo>
                  <a:lnTo>
                    <a:pt x="7016" y="4314"/>
                  </a:lnTo>
                  <a:lnTo>
                    <a:pt x="11189" y="8278"/>
                  </a:lnTo>
                  <a:lnTo>
                    <a:pt x="8985" y="12243"/>
                  </a:lnTo>
                  <a:lnTo>
                    <a:pt x="4315" y="10047"/>
                  </a:lnTo>
                  <a:lnTo>
                    <a:pt x="5619" y="7810"/>
                  </a:lnTo>
                  <a:lnTo>
                    <a:pt x="4064" y="6859"/>
                  </a:lnTo>
                  <a:lnTo>
                    <a:pt x="4213" y="5280"/>
                  </a:lnTo>
                  <a:lnTo>
                    <a:pt x="0" y="2472"/>
                  </a:lnTo>
                  <a:lnTo>
                    <a:pt x="147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h1952"/>
            <p:cNvSpPr/>
            <p:nvPr/>
          </p:nvSpPr>
          <p:spPr>
            <a:xfrm>
              <a:off x="2778784" y="3119423"/>
              <a:ext cx="16110" cy="12197"/>
            </a:xfrm>
            <a:custGeom>
              <a:avLst/>
              <a:pathLst>
                <a:path w="16110" h="12197">
                  <a:moveTo>
                    <a:pt x="10427" y="1148"/>
                  </a:moveTo>
                  <a:lnTo>
                    <a:pt x="9994" y="2301"/>
                  </a:lnTo>
                  <a:lnTo>
                    <a:pt x="16110" y="5208"/>
                  </a:lnTo>
                  <a:lnTo>
                    <a:pt x="13942" y="6288"/>
                  </a:lnTo>
                  <a:lnTo>
                    <a:pt x="9677" y="12197"/>
                  </a:lnTo>
                  <a:lnTo>
                    <a:pt x="4454" y="8095"/>
                  </a:lnTo>
                  <a:lnTo>
                    <a:pt x="1597" y="4873"/>
                  </a:lnTo>
                  <a:lnTo>
                    <a:pt x="0" y="3679"/>
                  </a:lnTo>
                  <a:lnTo>
                    <a:pt x="6325" y="2915"/>
                  </a:lnTo>
                  <a:lnTo>
                    <a:pt x="7792" y="724"/>
                  </a:lnTo>
                  <a:lnTo>
                    <a:pt x="1000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h1953"/>
            <p:cNvSpPr/>
            <p:nvPr/>
          </p:nvSpPr>
          <p:spPr>
            <a:xfrm>
              <a:off x="2910376" y="3183208"/>
              <a:ext cx="13329" cy="15786"/>
            </a:xfrm>
            <a:custGeom>
              <a:avLst/>
              <a:pathLst>
                <a:path w="13329" h="15786">
                  <a:moveTo>
                    <a:pt x="10900" y="2571"/>
                  </a:moveTo>
                  <a:lnTo>
                    <a:pt x="13329" y="9169"/>
                  </a:lnTo>
                  <a:lnTo>
                    <a:pt x="12560" y="10489"/>
                  </a:lnTo>
                  <a:lnTo>
                    <a:pt x="10046" y="10121"/>
                  </a:lnTo>
                  <a:lnTo>
                    <a:pt x="8266" y="11231"/>
                  </a:lnTo>
                  <a:lnTo>
                    <a:pt x="1204" y="15786"/>
                  </a:lnTo>
                  <a:lnTo>
                    <a:pt x="46" y="15032"/>
                  </a:lnTo>
                  <a:lnTo>
                    <a:pt x="1995" y="12280"/>
                  </a:lnTo>
                  <a:lnTo>
                    <a:pt x="0" y="7391"/>
                  </a:lnTo>
                  <a:lnTo>
                    <a:pt x="1517" y="4072"/>
                  </a:lnTo>
                  <a:lnTo>
                    <a:pt x="3342" y="3437"/>
                  </a:lnTo>
                  <a:lnTo>
                    <a:pt x="642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h1954"/>
            <p:cNvSpPr/>
            <p:nvPr/>
          </p:nvSpPr>
          <p:spPr>
            <a:xfrm>
              <a:off x="2777555" y="3124296"/>
              <a:ext cx="5683" cy="5319"/>
            </a:xfrm>
            <a:custGeom>
              <a:avLst/>
              <a:pathLst>
                <a:path w="5683" h="5319">
                  <a:moveTo>
                    <a:pt x="5683" y="3222"/>
                  </a:moveTo>
                  <a:lnTo>
                    <a:pt x="1892" y="5319"/>
                  </a:lnTo>
                  <a:lnTo>
                    <a:pt x="0" y="4829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h1955"/>
            <p:cNvSpPr/>
            <p:nvPr/>
          </p:nvSpPr>
          <p:spPr>
            <a:xfrm>
              <a:off x="2770669" y="3118506"/>
              <a:ext cx="9712" cy="11427"/>
            </a:xfrm>
            <a:custGeom>
              <a:avLst/>
              <a:pathLst>
                <a:path w="9712" h="11427">
                  <a:moveTo>
                    <a:pt x="3520" y="387"/>
                  </a:moveTo>
                  <a:lnTo>
                    <a:pt x="5126" y="0"/>
                  </a:lnTo>
                  <a:lnTo>
                    <a:pt x="6060" y="2333"/>
                  </a:lnTo>
                  <a:lnTo>
                    <a:pt x="2531" y="3384"/>
                  </a:lnTo>
                  <a:lnTo>
                    <a:pt x="3482" y="6395"/>
                  </a:lnTo>
                  <a:lnTo>
                    <a:pt x="4911" y="6833"/>
                  </a:lnTo>
                  <a:lnTo>
                    <a:pt x="8114" y="4596"/>
                  </a:lnTo>
                  <a:lnTo>
                    <a:pt x="9712" y="5789"/>
                  </a:lnTo>
                  <a:lnTo>
                    <a:pt x="6885" y="10619"/>
                  </a:lnTo>
                  <a:lnTo>
                    <a:pt x="2287" y="11427"/>
                  </a:lnTo>
                  <a:lnTo>
                    <a:pt x="345" y="11044"/>
                  </a:lnTo>
                  <a:lnTo>
                    <a:pt x="0" y="5888"/>
                  </a:lnTo>
                  <a:lnTo>
                    <a:pt x="147" y="216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h1956"/>
            <p:cNvSpPr/>
            <p:nvPr/>
          </p:nvSpPr>
          <p:spPr>
            <a:xfrm>
              <a:off x="2842721" y="3085476"/>
              <a:ext cx="26589" cy="16752"/>
            </a:xfrm>
            <a:custGeom>
              <a:avLst/>
              <a:pathLst>
                <a:path w="26589" h="16752">
                  <a:moveTo>
                    <a:pt x="23883" y="513"/>
                  </a:moveTo>
                  <a:lnTo>
                    <a:pt x="26589" y="1438"/>
                  </a:lnTo>
                  <a:lnTo>
                    <a:pt x="23587" y="7911"/>
                  </a:lnTo>
                  <a:lnTo>
                    <a:pt x="19466" y="15590"/>
                  </a:lnTo>
                  <a:lnTo>
                    <a:pt x="15657" y="15039"/>
                  </a:lnTo>
                  <a:lnTo>
                    <a:pt x="14184" y="13438"/>
                  </a:lnTo>
                  <a:lnTo>
                    <a:pt x="12713" y="14429"/>
                  </a:lnTo>
                  <a:lnTo>
                    <a:pt x="11798" y="16752"/>
                  </a:lnTo>
                  <a:lnTo>
                    <a:pt x="5321" y="11608"/>
                  </a:lnTo>
                  <a:lnTo>
                    <a:pt x="6217" y="11044"/>
                  </a:lnTo>
                  <a:lnTo>
                    <a:pt x="3755" y="7253"/>
                  </a:lnTo>
                  <a:lnTo>
                    <a:pt x="2960" y="6935"/>
                  </a:lnTo>
                  <a:lnTo>
                    <a:pt x="1489" y="5567"/>
                  </a:lnTo>
                  <a:lnTo>
                    <a:pt x="0" y="3736"/>
                  </a:lnTo>
                  <a:lnTo>
                    <a:pt x="2122" y="1381"/>
                  </a:lnTo>
                  <a:lnTo>
                    <a:pt x="9138" y="3521"/>
                  </a:lnTo>
                  <a:lnTo>
                    <a:pt x="12469" y="3391"/>
                  </a:lnTo>
                  <a:lnTo>
                    <a:pt x="14728" y="1006"/>
                  </a:lnTo>
                  <a:lnTo>
                    <a:pt x="18379" y="3373"/>
                  </a:lnTo>
                  <a:lnTo>
                    <a:pt x="21022" y="2474"/>
                  </a:lnTo>
                  <a:lnTo>
                    <a:pt x="2237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h1957"/>
            <p:cNvSpPr/>
            <p:nvPr/>
          </p:nvSpPr>
          <p:spPr>
            <a:xfrm>
              <a:off x="2882830" y="2961289"/>
              <a:ext cx="21116" cy="14397"/>
            </a:xfrm>
            <a:custGeom>
              <a:avLst/>
              <a:pathLst>
                <a:path w="21116" h="14397">
                  <a:moveTo>
                    <a:pt x="13019" y="0"/>
                  </a:moveTo>
                  <a:lnTo>
                    <a:pt x="13324" y="3488"/>
                  </a:lnTo>
                  <a:lnTo>
                    <a:pt x="21116" y="6164"/>
                  </a:lnTo>
                  <a:lnTo>
                    <a:pt x="19483" y="12565"/>
                  </a:lnTo>
                  <a:lnTo>
                    <a:pt x="17342" y="13752"/>
                  </a:lnTo>
                  <a:lnTo>
                    <a:pt x="15206" y="13142"/>
                  </a:lnTo>
                  <a:lnTo>
                    <a:pt x="13093" y="14397"/>
                  </a:lnTo>
                  <a:lnTo>
                    <a:pt x="3040" y="13387"/>
                  </a:lnTo>
                  <a:lnTo>
                    <a:pt x="1957" y="13251"/>
                  </a:lnTo>
                  <a:lnTo>
                    <a:pt x="0" y="11451"/>
                  </a:lnTo>
                  <a:lnTo>
                    <a:pt x="2957" y="8938"/>
                  </a:lnTo>
                  <a:lnTo>
                    <a:pt x="2549" y="4350"/>
                  </a:lnTo>
                  <a:lnTo>
                    <a:pt x="3158" y="2475"/>
                  </a:lnTo>
                  <a:lnTo>
                    <a:pt x="4510" y="133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h1958"/>
            <p:cNvSpPr/>
            <p:nvPr/>
          </p:nvSpPr>
          <p:spPr>
            <a:xfrm>
              <a:off x="2781499" y="3000571"/>
              <a:ext cx="43959" cy="39770"/>
            </a:xfrm>
            <a:custGeom>
              <a:avLst/>
              <a:pathLst>
                <a:path w="43959" h="39770">
                  <a:moveTo>
                    <a:pt x="23191" y="0"/>
                  </a:moveTo>
                  <a:lnTo>
                    <a:pt x="28461" y="2235"/>
                  </a:lnTo>
                  <a:lnTo>
                    <a:pt x="32133" y="9538"/>
                  </a:lnTo>
                  <a:lnTo>
                    <a:pt x="35930" y="10193"/>
                  </a:lnTo>
                  <a:lnTo>
                    <a:pt x="38648" y="13406"/>
                  </a:lnTo>
                  <a:lnTo>
                    <a:pt x="42809" y="15090"/>
                  </a:lnTo>
                  <a:lnTo>
                    <a:pt x="43024" y="15978"/>
                  </a:lnTo>
                  <a:lnTo>
                    <a:pt x="43959" y="17462"/>
                  </a:lnTo>
                  <a:lnTo>
                    <a:pt x="40361" y="24055"/>
                  </a:lnTo>
                  <a:lnTo>
                    <a:pt x="40775" y="27410"/>
                  </a:lnTo>
                  <a:lnTo>
                    <a:pt x="37887" y="29316"/>
                  </a:lnTo>
                  <a:lnTo>
                    <a:pt x="38387" y="31589"/>
                  </a:lnTo>
                  <a:lnTo>
                    <a:pt x="37297" y="32094"/>
                  </a:lnTo>
                  <a:lnTo>
                    <a:pt x="35887" y="35009"/>
                  </a:lnTo>
                  <a:lnTo>
                    <a:pt x="34607" y="35268"/>
                  </a:lnTo>
                  <a:lnTo>
                    <a:pt x="31163" y="32788"/>
                  </a:lnTo>
                  <a:lnTo>
                    <a:pt x="28386" y="36769"/>
                  </a:lnTo>
                  <a:lnTo>
                    <a:pt x="19262" y="39770"/>
                  </a:lnTo>
                  <a:lnTo>
                    <a:pt x="9724" y="39055"/>
                  </a:lnTo>
                  <a:lnTo>
                    <a:pt x="8255" y="36825"/>
                  </a:lnTo>
                  <a:lnTo>
                    <a:pt x="7806" y="33463"/>
                  </a:lnTo>
                  <a:lnTo>
                    <a:pt x="14953" y="30271"/>
                  </a:lnTo>
                  <a:lnTo>
                    <a:pt x="15044" y="27466"/>
                  </a:lnTo>
                  <a:lnTo>
                    <a:pt x="12651" y="25982"/>
                  </a:lnTo>
                  <a:lnTo>
                    <a:pt x="10152" y="25762"/>
                  </a:lnTo>
                  <a:lnTo>
                    <a:pt x="8227" y="22963"/>
                  </a:lnTo>
                  <a:lnTo>
                    <a:pt x="5912" y="17174"/>
                  </a:lnTo>
                  <a:lnTo>
                    <a:pt x="3866" y="16751"/>
                  </a:lnTo>
                  <a:lnTo>
                    <a:pt x="0" y="15860"/>
                  </a:lnTo>
                  <a:lnTo>
                    <a:pt x="7008" y="7739"/>
                  </a:lnTo>
                  <a:lnTo>
                    <a:pt x="7856" y="6259"/>
                  </a:lnTo>
                  <a:lnTo>
                    <a:pt x="7481" y="3381"/>
                  </a:lnTo>
                  <a:lnTo>
                    <a:pt x="11051" y="1202"/>
                  </a:lnTo>
                  <a:lnTo>
                    <a:pt x="16232" y="1628"/>
                  </a:lnTo>
                  <a:lnTo>
                    <a:pt x="17890" y="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h1959"/>
            <p:cNvSpPr/>
            <p:nvPr/>
          </p:nvSpPr>
          <p:spPr>
            <a:xfrm>
              <a:off x="2905305" y="2968565"/>
              <a:ext cx="22817" cy="23653"/>
            </a:xfrm>
            <a:custGeom>
              <a:avLst/>
              <a:pathLst>
                <a:path w="22817" h="23653">
                  <a:moveTo>
                    <a:pt x="3580" y="1039"/>
                  </a:moveTo>
                  <a:lnTo>
                    <a:pt x="17551" y="4656"/>
                  </a:lnTo>
                  <a:lnTo>
                    <a:pt x="19297" y="3444"/>
                  </a:lnTo>
                  <a:lnTo>
                    <a:pt x="18413" y="4922"/>
                  </a:lnTo>
                  <a:lnTo>
                    <a:pt x="19229" y="6474"/>
                  </a:lnTo>
                  <a:lnTo>
                    <a:pt x="22817" y="6460"/>
                  </a:lnTo>
                  <a:lnTo>
                    <a:pt x="20645" y="8749"/>
                  </a:lnTo>
                  <a:lnTo>
                    <a:pt x="15717" y="13754"/>
                  </a:lnTo>
                  <a:lnTo>
                    <a:pt x="12309" y="19350"/>
                  </a:lnTo>
                  <a:lnTo>
                    <a:pt x="5545" y="17438"/>
                  </a:lnTo>
                  <a:lnTo>
                    <a:pt x="1727" y="23301"/>
                  </a:lnTo>
                  <a:lnTo>
                    <a:pt x="852" y="23653"/>
                  </a:lnTo>
                  <a:lnTo>
                    <a:pt x="0" y="20601"/>
                  </a:lnTo>
                  <a:lnTo>
                    <a:pt x="454" y="16174"/>
                  </a:lnTo>
                  <a:lnTo>
                    <a:pt x="1857" y="14555"/>
                  </a:lnTo>
                  <a:lnTo>
                    <a:pt x="5066" y="13563"/>
                  </a:lnTo>
                  <a:lnTo>
                    <a:pt x="5533" y="12605"/>
                  </a:lnTo>
                  <a:lnTo>
                    <a:pt x="2782" y="6627"/>
                  </a:lnTo>
                  <a:lnTo>
                    <a:pt x="1653" y="634"/>
                  </a:lnTo>
                  <a:lnTo>
                    <a:pt x="223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h1960"/>
            <p:cNvSpPr/>
            <p:nvPr/>
          </p:nvSpPr>
          <p:spPr>
            <a:xfrm>
              <a:off x="2789435" y="3253776"/>
              <a:ext cx="18719" cy="21853"/>
            </a:xfrm>
            <a:custGeom>
              <a:avLst/>
              <a:pathLst>
                <a:path w="18719" h="21853">
                  <a:moveTo>
                    <a:pt x="14617" y="3551"/>
                  </a:moveTo>
                  <a:lnTo>
                    <a:pt x="14494" y="9114"/>
                  </a:lnTo>
                  <a:lnTo>
                    <a:pt x="18719" y="9786"/>
                  </a:lnTo>
                  <a:lnTo>
                    <a:pt x="17275" y="16209"/>
                  </a:lnTo>
                  <a:lnTo>
                    <a:pt x="15986" y="19127"/>
                  </a:lnTo>
                  <a:lnTo>
                    <a:pt x="13758" y="19354"/>
                  </a:lnTo>
                  <a:lnTo>
                    <a:pt x="12218" y="20598"/>
                  </a:lnTo>
                  <a:lnTo>
                    <a:pt x="11912" y="21559"/>
                  </a:lnTo>
                  <a:lnTo>
                    <a:pt x="7286" y="21853"/>
                  </a:lnTo>
                  <a:lnTo>
                    <a:pt x="5351" y="17936"/>
                  </a:lnTo>
                  <a:lnTo>
                    <a:pt x="5084" y="15527"/>
                  </a:lnTo>
                  <a:lnTo>
                    <a:pt x="2587" y="11305"/>
                  </a:lnTo>
                  <a:lnTo>
                    <a:pt x="1006" y="8844"/>
                  </a:lnTo>
                  <a:lnTo>
                    <a:pt x="0" y="887"/>
                  </a:lnTo>
                  <a:lnTo>
                    <a:pt x="4170" y="0"/>
                  </a:lnTo>
                  <a:lnTo>
                    <a:pt x="5851" y="1308"/>
                  </a:lnTo>
                  <a:lnTo>
                    <a:pt x="5065" y="1993"/>
                  </a:lnTo>
                  <a:lnTo>
                    <a:pt x="5487" y="2869"/>
                  </a:lnTo>
                  <a:lnTo>
                    <a:pt x="11082" y="1187"/>
                  </a:lnTo>
                  <a:lnTo>
                    <a:pt x="11511" y="20"/>
                  </a:lnTo>
                  <a:lnTo>
                    <a:pt x="13931" y="138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h1961"/>
            <p:cNvSpPr/>
            <p:nvPr/>
          </p:nvSpPr>
          <p:spPr>
            <a:xfrm>
              <a:off x="2805154" y="3212689"/>
              <a:ext cx="29766" cy="35888"/>
            </a:xfrm>
            <a:custGeom>
              <a:avLst/>
              <a:pathLst>
                <a:path w="29766" h="35888">
                  <a:moveTo>
                    <a:pt x="26253" y="2590"/>
                  </a:moveTo>
                  <a:lnTo>
                    <a:pt x="27494" y="2185"/>
                  </a:lnTo>
                  <a:lnTo>
                    <a:pt x="29766" y="3272"/>
                  </a:lnTo>
                  <a:lnTo>
                    <a:pt x="21050" y="13612"/>
                  </a:lnTo>
                  <a:lnTo>
                    <a:pt x="22416" y="17555"/>
                  </a:lnTo>
                  <a:lnTo>
                    <a:pt x="24760" y="16861"/>
                  </a:lnTo>
                  <a:lnTo>
                    <a:pt x="25454" y="20124"/>
                  </a:lnTo>
                  <a:lnTo>
                    <a:pt x="24730" y="20883"/>
                  </a:lnTo>
                  <a:lnTo>
                    <a:pt x="23330" y="29000"/>
                  </a:lnTo>
                  <a:lnTo>
                    <a:pt x="25024" y="29263"/>
                  </a:lnTo>
                  <a:lnTo>
                    <a:pt x="26669" y="31708"/>
                  </a:lnTo>
                  <a:lnTo>
                    <a:pt x="23161" y="35325"/>
                  </a:lnTo>
                  <a:lnTo>
                    <a:pt x="21744" y="34965"/>
                  </a:lnTo>
                  <a:lnTo>
                    <a:pt x="20128" y="35888"/>
                  </a:lnTo>
                  <a:lnTo>
                    <a:pt x="15859" y="34834"/>
                  </a:lnTo>
                  <a:lnTo>
                    <a:pt x="15642" y="32370"/>
                  </a:lnTo>
                  <a:lnTo>
                    <a:pt x="16897" y="32468"/>
                  </a:lnTo>
                  <a:lnTo>
                    <a:pt x="17809" y="29262"/>
                  </a:lnTo>
                  <a:lnTo>
                    <a:pt x="17020" y="27879"/>
                  </a:lnTo>
                  <a:lnTo>
                    <a:pt x="13660" y="28319"/>
                  </a:lnTo>
                  <a:lnTo>
                    <a:pt x="13769" y="27384"/>
                  </a:lnTo>
                  <a:lnTo>
                    <a:pt x="8839" y="23092"/>
                  </a:lnTo>
                  <a:lnTo>
                    <a:pt x="2779" y="24104"/>
                  </a:lnTo>
                  <a:lnTo>
                    <a:pt x="872" y="22223"/>
                  </a:lnTo>
                  <a:lnTo>
                    <a:pt x="1369" y="22333"/>
                  </a:lnTo>
                  <a:lnTo>
                    <a:pt x="1572" y="20698"/>
                  </a:lnTo>
                  <a:lnTo>
                    <a:pt x="963" y="17732"/>
                  </a:lnTo>
                  <a:lnTo>
                    <a:pt x="1914" y="10755"/>
                  </a:lnTo>
                  <a:lnTo>
                    <a:pt x="0" y="7555"/>
                  </a:lnTo>
                  <a:lnTo>
                    <a:pt x="2733" y="5311"/>
                  </a:lnTo>
                  <a:lnTo>
                    <a:pt x="3420" y="3164"/>
                  </a:lnTo>
                  <a:lnTo>
                    <a:pt x="2907" y="394"/>
                  </a:lnTo>
                  <a:lnTo>
                    <a:pt x="4909" y="0"/>
                  </a:lnTo>
                  <a:lnTo>
                    <a:pt x="18003" y="338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h1962"/>
            <p:cNvSpPr/>
            <p:nvPr/>
          </p:nvSpPr>
          <p:spPr>
            <a:xfrm>
              <a:off x="2845768" y="3112001"/>
              <a:ext cx="17976" cy="21239"/>
            </a:xfrm>
            <a:custGeom>
              <a:avLst/>
              <a:pathLst>
                <a:path w="17976" h="21239">
                  <a:moveTo>
                    <a:pt x="7142" y="5555"/>
                  </a:moveTo>
                  <a:lnTo>
                    <a:pt x="9675" y="6642"/>
                  </a:lnTo>
                  <a:lnTo>
                    <a:pt x="13785" y="5070"/>
                  </a:lnTo>
                  <a:lnTo>
                    <a:pt x="16701" y="2482"/>
                  </a:lnTo>
                  <a:lnTo>
                    <a:pt x="17508" y="3089"/>
                  </a:lnTo>
                  <a:lnTo>
                    <a:pt x="17976" y="4954"/>
                  </a:lnTo>
                  <a:lnTo>
                    <a:pt x="16245" y="7731"/>
                  </a:lnTo>
                  <a:lnTo>
                    <a:pt x="15610" y="6942"/>
                  </a:lnTo>
                  <a:lnTo>
                    <a:pt x="13800" y="9546"/>
                  </a:lnTo>
                  <a:lnTo>
                    <a:pt x="11893" y="15870"/>
                  </a:lnTo>
                  <a:lnTo>
                    <a:pt x="9727" y="20464"/>
                  </a:lnTo>
                  <a:lnTo>
                    <a:pt x="9757" y="20741"/>
                  </a:lnTo>
                  <a:lnTo>
                    <a:pt x="5114" y="21239"/>
                  </a:lnTo>
                  <a:lnTo>
                    <a:pt x="941" y="17275"/>
                  </a:lnTo>
                  <a:lnTo>
                    <a:pt x="1565" y="4245"/>
                  </a:lnTo>
                  <a:lnTo>
                    <a:pt x="0" y="1175"/>
                  </a:lnTo>
                  <a:lnTo>
                    <a:pt x="174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h1963"/>
            <p:cNvSpPr/>
            <p:nvPr/>
          </p:nvSpPr>
          <p:spPr>
            <a:xfrm>
              <a:off x="2732841" y="3153880"/>
              <a:ext cx="12127" cy="16375"/>
            </a:xfrm>
            <a:custGeom>
              <a:avLst/>
              <a:pathLst>
                <a:path w="12127" h="16375">
                  <a:moveTo>
                    <a:pt x="7816" y="44"/>
                  </a:moveTo>
                  <a:lnTo>
                    <a:pt x="9633" y="1043"/>
                  </a:lnTo>
                  <a:lnTo>
                    <a:pt x="10994" y="2357"/>
                  </a:lnTo>
                  <a:lnTo>
                    <a:pt x="10367" y="4138"/>
                  </a:lnTo>
                  <a:lnTo>
                    <a:pt x="10652" y="6427"/>
                  </a:lnTo>
                  <a:lnTo>
                    <a:pt x="12127" y="7396"/>
                  </a:lnTo>
                  <a:lnTo>
                    <a:pt x="9734" y="13426"/>
                  </a:lnTo>
                  <a:lnTo>
                    <a:pt x="7348" y="16375"/>
                  </a:lnTo>
                  <a:lnTo>
                    <a:pt x="4572" y="13304"/>
                  </a:lnTo>
                  <a:lnTo>
                    <a:pt x="5745" y="12811"/>
                  </a:lnTo>
                  <a:lnTo>
                    <a:pt x="5248" y="9183"/>
                  </a:lnTo>
                  <a:lnTo>
                    <a:pt x="0" y="8307"/>
                  </a:lnTo>
                  <a:lnTo>
                    <a:pt x="3286" y="3661"/>
                  </a:lnTo>
                  <a:lnTo>
                    <a:pt x="381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h1964"/>
            <p:cNvSpPr/>
            <p:nvPr/>
          </p:nvSpPr>
          <p:spPr>
            <a:xfrm>
              <a:off x="2830127" y="2983775"/>
              <a:ext cx="13063" cy="16798"/>
            </a:xfrm>
            <a:custGeom>
              <a:avLst/>
              <a:pathLst>
                <a:path w="13063" h="16798">
                  <a:moveTo>
                    <a:pt x="11164" y="558"/>
                  </a:moveTo>
                  <a:lnTo>
                    <a:pt x="9749" y="2078"/>
                  </a:lnTo>
                  <a:lnTo>
                    <a:pt x="8904" y="6317"/>
                  </a:lnTo>
                  <a:lnTo>
                    <a:pt x="13063" y="8438"/>
                  </a:lnTo>
                  <a:lnTo>
                    <a:pt x="10964" y="13209"/>
                  </a:lnTo>
                  <a:lnTo>
                    <a:pt x="2187" y="16798"/>
                  </a:lnTo>
                  <a:lnTo>
                    <a:pt x="0" y="13950"/>
                  </a:lnTo>
                  <a:lnTo>
                    <a:pt x="3123" y="8218"/>
                  </a:lnTo>
                  <a:lnTo>
                    <a:pt x="1246" y="1812"/>
                  </a:lnTo>
                  <a:lnTo>
                    <a:pt x="2850" y="276"/>
                  </a:lnTo>
                  <a:lnTo>
                    <a:pt x="4408" y="339"/>
                  </a:lnTo>
                  <a:lnTo>
                    <a:pt x="937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h1965"/>
            <p:cNvSpPr/>
            <p:nvPr/>
          </p:nvSpPr>
          <p:spPr>
            <a:xfrm>
              <a:off x="2798352" y="2982694"/>
              <a:ext cx="10432" cy="13285"/>
            </a:xfrm>
            <a:custGeom>
              <a:avLst/>
              <a:pathLst>
                <a:path w="10432" h="13285">
                  <a:moveTo>
                    <a:pt x="5356" y="0"/>
                  </a:moveTo>
                  <a:lnTo>
                    <a:pt x="10432" y="1837"/>
                  </a:lnTo>
                  <a:lnTo>
                    <a:pt x="9131" y="3393"/>
                  </a:lnTo>
                  <a:lnTo>
                    <a:pt x="8497" y="6963"/>
                  </a:lnTo>
                  <a:lnTo>
                    <a:pt x="9260" y="8499"/>
                  </a:lnTo>
                  <a:lnTo>
                    <a:pt x="4942" y="13285"/>
                  </a:lnTo>
                  <a:lnTo>
                    <a:pt x="3227" y="12655"/>
                  </a:lnTo>
                  <a:lnTo>
                    <a:pt x="2246" y="9991"/>
                  </a:lnTo>
                  <a:lnTo>
                    <a:pt x="0" y="9779"/>
                  </a:lnTo>
                  <a:lnTo>
                    <a:pt x="1788" y="311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h1966"/>
            <p:cNvSpPr/>
            <p:nvPr/>
          </p:nvSpPr>
          <p:spPr>
            <a:xfrm>
              <a:off x="2778334" y="3171386"/>
              <a:ext cx="2794" cy="4409"/>
            </a:xfrm>
            <a:custGeom>
              <a:avLst/>
              <a:pathLst>
                <a:path w="2794" h="4409">
                  <a:moveTo>
                    <a:pt x="1414" y="4409"/>
                  </a:moveTo>
                  <a:lnTo>
                    <a:pt x="1308" y="2833"/>
                  </a:lnTo>
                  <a:lnTo>
                    <a:pt x="0" y="2971"/>
                  </a:lnTo>
                  <a:lnTo>
                    <a:pt x="279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h1967"/>
            <p:cNvSpPr/>
            <p:nvPr/>
          </p:nvSpPr>
          <p:spPr>
            <a:xfrm>
              <a:off x="2754060" y="3077596"/>
              <a:ext cx="11667" cy="11117"/>
            </a:xfrm>
            <a:custGeom>
              <a:avLst/>
              <a:pathLst>
                <a:path w="11667" h="11117">
                  <a:moveTo>
                    <a:pt x="7536" y="346"/>
                  </a:moveTo>
                  <a:lnTo>
                    <a:pt x="11667" y="6039"/>
                  </a:lnTo>
                  <a:lnTo>
                    <a:pt x="10197" y="5547"/>
                  </a:lnTo>
                  <a:lnTo>
                    <a:pt x="9292" y="6466"/>
                  </a:lnTo>
                  <a:lnTo>
                    <a:pt x="9153" y="10190"/>
                  </a:lnTo>
                  <a:lnTo>
                    <a:pt x="5984" y="10911"/>
                  </a:lnTo>
                  <a:lnTo>
                    <a:pt x="3488" y="11117"/>
                  </a:lnTo>
                  <a:lnTo>
                    <a:pt x="0" y="7397"/>
                  </a:lnTo>
                  <a:lnTo>
                    <a:pt x="2042" y="2736"/>
                  </a:lnTo>
                  <a:lnTo>
                    <a:pt x="523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h1968"/>
            <p:cNvSpPr/>
            <p:nvPr/>
          </p:nvSpPr>
          <p:spPr>
            <a:xfrm>
              <a:off x="2849260" y="3248942"/>
              <a:ext cx="15835" cy="16408"/>
            </a:xfrm>
            <a:custGeom>
              <a:avLst/>
              <a:pathLst>
                <a:path w="15835" h="16408">
                  <a:moveTo>
                    <a:pt x="10099" y="1535"/>
                  </a:moveTo>
                  <a:lnTo>
                    <a:pt x="11865" y="3986"/>
                  </a:lnTo>
                  <a:lnTo>
                    <a:pt x="15835" y="5923"/>
                  </a:lnTo>
                  <a:lnTo>
                    <a:pt x="15800" y="8562"/>
                  </a:lnTo>
                  <a:lnTo>
                    <a:pt x="13401" y="8346"/>
                  </a:lnTo>
                  <a:lnTo>
                    <a:pt x="12137" y="7279"/>
                  </a:lnTo>
                  <a:lnTo>
                    <a:pt x="8423" y="8460"/>
                  </a:lnTo>
                  <a:lnTo>
                    <a:pt x="7500" y="9827"/>
                  </a:lnTo>
                  <a:lnTo>
                    <a:pt x="7321" y="12101"/>
                  </a:lnTo>
                  <a:lnTo>
                    <a:pt x="3050" y="14495"/>
                  </a:lnTo>
                  <a:lnTo>
                    <a:pt x="1775" y="16408"/>
                  </a:lnTo>
                  <a:lnTo>
                    <a:pt x="0" y="12838"/>
                  </a:lnTo>
                  <a:lnTo>
                    <a:pt x="552" y="10786"/>
                  </a:lnTo>
                  <a:lnTo>
                    <a:pt x="3545" y="7008"/>
                  </a:lnTo>
                  <a:lnTo>
                    <a:pt x="3244" y="4441"/>
                  </a:lnTo>
                  <a:lnTo>
                    <a:pt x="6496" y="62"/>
                  </a:lnTo>
                  <a:lnTo>
                    <a:pt x="741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h1969"/>
            <p:cNvSpPr/>
            <p:nvPr/>
          </p:nvSpPr>
          <p:spPr>
            <a:xfrm>
              <a:off x="2876674" y="3080576"/>
              <a:ext cx="18174" cy="31809"/>
            </a:xfrm>
            <a:custGeom>
              <a:avLst/>
              <a:pathLst>
                <a:path w="18174" h="31809">
                  <a:moveTo>
                    <a:pt x="10713" y="1475"/>
                  </a:moveTo>
                  <a:lnTo>
                    <a:pt x="12842" y="8848"/>
                  </a:lnTo>
                  <a:lnTo>
                    <a:pt x="14895" y="10133"/>
                  </a:lnTo>
                  <a:lnTo>
                    <a:pt x="18174" y="10747"/>
                  </a:lnTo>
                  <a:lnTo>
                    <a:pt x="11448" y="26094"/>
                  </a:lnTo>
                  <a:lnTo>
                    <a:pt x="10881" y="28323"/>
                  </a:lnTo>
                  <a:lnTo>
                    <a:pt x="11295" y="31809"/>
                  </a:lnTo>
                  <a:lnTo>
                    <a:pt x="2201" y="25271"/>
                  </a:lnTo>
                  <a:lnTo>
                    <a:pt x="313" y="23705"/>
                  </a:lnTo>
                  <a:lnTo>
                    <a:pt x="0" y="22013"/>
                  </a:lnTo>
                  <a:lnTo>
                    <a:pt x="1035" y="20032"/>
                  </a:lnTo>
                  <a:lnTo>
                    <a:pt x="3900" y="18262"/>
                  </a:lnTo>
                  <a:lnTo>
                    <a:pt x="3924" y="15076"/>
                  </a:lnTo>
                  <a:lnTo>
                    <a:pt x="4891" y="13364"/>
                  </a:lnTo>
                  <a:lnTo>
                    <a:pt x="4673" y="10411"/>
                  </a:lnTo>
                  <a:lnTo>
                    <a:pt x="1000" y="4195"/>
                  </a:lnTo>
                  <a:lnTo>
                    <a:pt x="4107" y="3767"/>
                  </a:lnTo>
                  <a:lnTo>
                    <a:pt x="10600" y="564"/>
                  </a:lnTo>
                  <a:lnTo>
                    <a:pt x="1165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h1970"/>
            <p:cNvSpPr/>
            <p:nvPr/>
          </p:nvSpPr>
          <p:spPr>
            <a:xfrm>
              <a:off x="2743273" y="3109361"/>
              <a:ext cx="23644" cy="17239"/>
            </a:xfrm>
            <a:custGeom>
              <a:avLst/>
              <a:pathLst>
                <a:path w="23644" h="17239">
                  <a:moveTo>
                    <a:pt x="7517" y="781"/>
                  </a:moveTo>
                  <a:lnTo>
                    <a:pt x="8223" y="1430"/>
                  </a:lnTo>
                  <a:lnTo>
                    <a:pt x="11319" y="4778"/>
                  </a:lnTo>
                  <a:lnTo>
                    <a:pt x="16430" y="7784"/>
                  </a:lnTo>
                  <a:lnTo>
                    <a:pt x="19208" y="7358"/>
                  </a:lnTo>
                  <a:lnTo>
                    <a:pt x="23644" y="8885"/>
                  </a:lnTo>
                  <a:lnTo>
                    <a:pt x="20622" y="11391"/>
                  </a:lnTo>
                  <a:lnTo>
                    <a:pt x="17829" y="16250"/>
                  </a:lnTo>
                  <a:lnTo>
                    <a:pt x="13641" y="16873"/>
                  </a:lnTo>
                  <a:lnTo>
                    <a:pt x="7599" y="14910"/>
                  </a:lnTo>
                  <a:lnTo>
                    <a:pt x="8532" y="17239"/>
                  </a:lnTo>
                  <a:lnTo>
                    <a:pt x="1956" y="17192"/>
                  </a:lnTo>
                  <a:lnTo>
                    <a:pt x="2872" y="15508"/>
                  </a:lnTo>
                  <a:lnTo>
                    <a:pt x="1478" y="11242"/>
                  </a:lnTo>
                  <a:lnTo>
                    <a:pt x="317" y="10003"/>
                  </a:lnTo>
                  <a:lnTo>
                    <a:pt x="1309" y="8599"/>
                  </a:lnTo>
                  <a:lnTo>
                    <a:pt x="1507" y="4876"/>
                  </a:lnTo>
                  <a:lnTo>
                    <a:pt x="0" y="3705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h1971"/>
            <p:cNvSpPr/>
            <p:nvPr/>
          </p:nvSpPr>
          <p:spPr>
            <a:xfrm>
              <a:off x="2800598" y="3234912"/>
              <a:ext cx="18325" cy="11907"/>
            </a:xfrm>
            <a:custGeom>
              <a:avLst/>
              <a:pathLst>
                <a:path w="18325" h="11907">
                  <a:moveTo>
                    <a:pt x="13396" y="869"/>
                  </a:moveTo>
                  <a:lnTo>
                    <a:pt x="18325" y="5161"/>
                  </a:lnTo>
                  <a:lnTo>
                    <a:pt x="18216" y="6096"/>
                  </a:lnTo>
                  <a:lnTo>
                    <a:pt x="13324" y="11682"/>
                  </a:lnTo>
                  <a:lnTo>
                    <a:pt x="11268" y="8544"/>
                  </a:lnTo>
                  <a:lnTo>
                    <a:pt x="5797" y="7116"/>
                  </a:lnTo>
                  <a:lnTo>
                    <a:pt x="4896" y="7620"/>
                  </a:lnTo>
                  <a:lnTo>
                    <a:pt x="4341" y="10945"/>
                  </a:lnTo>
                  <a:lnTo>
                    <a:pt x="0" y="11907"/>
                  </a:lnTo>
                  <a:lnTo>
                    <a:pt x="228" y="6985"/>
                  </a:lnTo>
                  <a:lnTo>
                    <a:pt x="1787" y="5092"/>
                  </a:lnTo>
                  <a:lnTo>
                    <a:pt x="1696" y="2705"/>
                  </a:lnTo>
                  <a:lnTo>
                    <a:pt x="5428" y="0"/>
                  </a:lnTo>
                  <a:lnTo>
                    <a:pt x="7336" y="188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h1972"/>
            <p:cNvSpPr/>
            <p:nvPr/>
          </p:nvSpPr>
          <p:spPr>
            <a:xfrm>
              <a:off x="2773201" y="3113172"/>
              <a:ext cx="17459" cy="12167"/>
            </a:xfrm>
            <a:custGeom>
              <a:avLst/>
              <a:pathLst>
                <a:path w="17459" h="12167">
                  <a:moveTo>
                    <a:pt x="6820" y="2081"/>
                  </a:moveTo>
                  <a:lnTo>
                    <a:pt x="10591" y="2498"/>
                  </a:lnTo>
                  <a:lnTo>
                    <a:pt x="11597" y="1371"/>
                  </a:lnTo>
                  <a:lnTo>
                    <a:pt x="13186" y="2393"/>
                  </a:lnTo>
                  <a:lnTo>
                    <a:pt x="12683" y="4344"/>
                  </a:lnTo>
                  <a:lnTo>
                    <a:pt x="13596" y="5001"/>
                  </a:lnTo>
                  <a:lnTo>
                    <a:pt x="14397" y="3862"/>
                  </a:lnTo>
                  <a:lnTo>
                    <a:pt x="17459" y="4931"/>
                  </a:lnTo>
                  <a:lnTo>
                    <a:pt x="16011" y="7399"/>
                  </a:lnTo>
                  <a:lnTo>
                    <a:pt x="15589" y="6250"/>
                  </a:lnTo>
                  <a:lnTo>
                    <a:pt x="13375" y="6974"/>
                  </a:lnTo>
                  <a:lnTo>
                    <a:pt x="11908" y="9166"/>
                  </a:lnTo>
                  <a:lnTo>
                    <a:pt x="5583" y="9930"/>
                  </a:lnTo>
                  <a:lnTo>
                    <a:pt x="2380" y="12167"/>
                  </a:lnTo>
                  <a:lnTo>
                    <a:pt x="950" y="11729"/>
                  </a:lnTo>
                  <a:lnTo>
                    <a:pt x="0" y="8718"/>
                  </a:lnTo>
                  <a:lnTo>
                    <a:pt x="3528" y="7667"/>
                  </a:lnTo>
                  <a:lnTo>
                    <a:pt x="2594" y="5333"/>
                  </a:lnTo>
                  <a:lnTo>
                    <a:pt x="989" y="5721"/>
                  </a:lnTo>
                  <a:lnTo>
                    <a:pt x="636" y="3368"/>
                  </a:lnTo>
                  <a:lnTo>
                    <a:pt x="228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h1973"/>
            <p:cNvSpPr/>
            <p:nvPr/>
          </p:nvSpPr>
          <p:spPr>
            <a:xfrm>
              <a:off x="2813526" y="3240568"/>
              <a:ext cx="17969" cy="21980"/>
            </a:xfrm>
            <a:custGeom>
              <a:avLst/>
              <a:pathLst>
                <a:path w="17969" h="21980">
                  <a:moveTo>
                    <a:pt x="9437" y="1382"/>
                  </a:moveTo>
                  <a:lnTo>
                    <a:pt x="8525" y="4588"/>
                  </a:lnTo>
                  <a:lnTo>
                    <a:pt x="7270" y="4491"/>
                  </a:lnTo>
                  <a:lnTo>
                    <a:pt x="7487" y="6954"/>
                  </a:lnTo>
                  <a:lnTo>
                    <a:pt x="11757" y="8008"/>
                  </a:lnTo>
                  <a:lnTo>
                    <a:pt x="13373" y="7085"/>
                  </a:lnTo>
                  <a:lnTo>
                    <a:pt x="12886" y="10463"/>
                  </a:lnTo>
                  <a:lnTo>
                    <a:pt x="14953" y="11398"/>
                  </a:lnTo>
                  <a:lnTo>
                    <a:pt x="17644" y="15034"/>
                  </a:lnTo>
                  <a:lnTo>
                    <a:pt x="17313" y="20870"/>
                  </a:lnTo>
                  <a:lnTo>
                    <a:pt x="17969" y="21980"/>
                  </a:lnTo>
                  <a:lnTo>
                    <a:pt x="14563" y="21546"/>
                  </a:lnTo>
                  <a:lnTo>
                    <a:pt x="7355" y="20764"/>
                  </a:lnTo>
                  <a:lnTo>
                    <a:pt x="345" y="20871"/>
                  </a:lnTo>
                  <a:lnTo>
                    <a:pt x="0" y="18464"/>
                  </a:lnTo>
                  <a:lnTo>
                    <a:pt x="1688" y="8571"/>
                  </a:lnTo>
                  <a:lnTo>
                    <a:pt x="1087" y="6060"/>
                  </a:lnTo>
                  <a:lnTo>
                    <a:pt x="396" y="6025"/>
                  </a:lnTo>
                  <a:lnTo>
                    <a:pt x="5288" y="439"/>
                  </a:lnTo>
                  <a:lnTo>
                    <a:pt x="864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h1974"/>
            <p:cNvSpPr/>
            <p:nvPr/>
          </p:nvSpPr>
          <p:spPr>
            <a:xfrm>
              <a:off x="2855503" y="3148651"/>
              <a:ext cx="19324" cy="16266"/>
            </a:xfrm>
            <a:custGeom>
              <a:avLst/>
              <a:pathLst>
                <a:path w="19324" h="16266">
                  <a:moveTo>
                    <a:pt x="15240" y="4270"/>
                  </a:moveTo>
                  <a:lnTo>
                    <a:pt x="17716" y="6514"/>
                  </a:lnTo>
                  <a:lnTo>
                    <a:pt x="19324" y="6827"/>
                  </a:lnTo>
                  <a:lnTo>
                    <a:pt x="19308" y="8504"/>
                  </a:lnTo>
                  <a:lnTo>
                    <a:pt x="18183" y="8222"/>
                  </a:lnTo>
                  <a:lnTo>
                    <a:pt x="16499" y="11392"/>
                  </a:lnTo>
                  <a:lnTo>
                    <a:pt x="9715" y="16266"/>
                  </a:lnTo>
                  <a:lnTo>
                    <a:pt x="5319" y="14975"/>
                  </a:lnTo>
                  <a:lnTo>
                    <a:pt x="5132" y="13992"/>
                  </a:lnTo>
                  <a:lnTo>
                    <a:pt x="3316" y="12860"/>
                  </a:lnTo>
                  <a:lnTo>
                    <a:pt x="0" y="12122"/>
                  </a:lnTo>
                  <a:lnTo>
                    <a:pt x="1486" y="8257"/>
                  </a:lnTo>
                  <a:lnTo>
                    <a:pt x="4544" y="2780"/>
                  </a:lnTo>
                  <a:lnTo>
                    <a:pt x="11203" y="768"/>
                  </a:lnTo>
                  <a:lnTo>
                    <a:pt x="1179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h1975"/>
            <p:cNvSpPr/>
            <p:nvPr/>
          </p:nvSpPr>
          <p:spPr>
            <a:xfrm>
              <a:off x="2903703" y="3120992"/>
              <a:ext cx="14893" cy="22140"/>
            </a:xfrm>
            <a:custGeom>
              <a:avLst/>
              <a:pathLst>
                <a:path w="14893" h="22140">
                  <a:moveTo>
                    <a:pt x="9968" y="4177"/>
                  </a:moveTo>
                  <a:lnTo>
                    <a:pt x="13189" y="11026"/>
                  </a:lnTo>
                  <a:lnTo>
                    <a:pt x="14264" y="14259"/>
                  </a:lnTo>
                  <a:lnTo>
                    <a:pt x="14893" y="15454"/>
                  </a:lnTo>
                  <a:lnTo>
                    <a:pt x="14636" y="17514"/>
                  </a:lnTo>
                  <a:lnTo>
                    <a:pt x="11369" y="18048"/>
                  </a:lnTo>
                  <a:lnTo>
                    <a:pt x="8230" y="21239"/>
                  </a:lnTo>
                  <a:lnTo>
                    <a:pt x="8124" y="22140"/>
                  </a:lnTo>
                  <a:lnTo>
                    <a:pt x="452" y="17230"/>
                  </a:lnTo>
                  <a:lnTo>
                    <a:pt x="0" y="7623"/>
                  </a:lnTo>
                  <a:lnTo>
                    <a:pt x="4482" y="6439"/>
                  </a:lnTo>
                  <a:lnTo>
                    <a:pt x="7464" y="4692"/>
                  </a:lnTo>
                  <a:lnTo>
                    <a:pt x="8556" y="2172"/>
                  </a:lnTo>
                  <a:lnTo>
                    <a:pt x="1108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h1976"/>
            <p:cNvSpPr/>
            <p:nvPr/>
          </p:nvSpPr>
          <p:spPr>
            <a:xfrm>
              <a:off x="2920647" y="3081610"/>
              <a:ext cx="27587" cy="21375"/>
            </a:xfrm>
            <a:custGeom>
              <a:avLst/>
              <a:pathLst>
                <a:path w="27587" h="21375">
                  <a:moveTo>
                    <a:pt x="24512" y="3540"/>
                  </a:moveTo>
                  <a:lnTo>
                    <a:pt x="27587" y="4421"/>
                  </a:lnTo>
                  <a:lnTo>
                    <a:pt x="25509" y="7731"/>
                  </a:lnTo>
                  <a:lnTo>
                    <a:pt x="20533" y="8316"/>
                  </a:lnTo>
                  <a:lnTo>
                    <a:pt x="13853" y="11757"/>
                  </a:lnTo>
                  <a:lnTo>
                    <a:pt x="11434" y="14167"/>
                  </a:lnTo>
                  <a:lnTo>
                    <a:pt x="8951" y="18557"/>
                  </a:lnTo>
                  <a:lnTo>
                    <a:pt x="9099" y="21064"/>
                  </a:lnTo>
                  <a:lnTo>
                    <a:pt x="4093" y="21375"/>
                  </a:lnTo>
                  <a:lnTo>
                    <a:pt x="2781" y="20239"/>
                  </a:lnTo>
                  <a:lnTo>
                    <a:pt x="0" y="17638"/>
                  </a:lnTo>
                  <a:lnTo>
                    <a:pt x="3860" y="14816"/>
                  </a:lnTo>
                  <a:lnTo>
                    <a:pt x="6314" y="8030"/>
                  </a:lnTo>
                  <a:lnTo>
                    <a:pt x="6371" y="986"/>
                  </a:lnTo>
                  <a:lnTo>
                    <a:pt x="7946" y="575"/>
                  </a:lnTo>
                  <a:lnTo>
                    <a:pt x="9319" y="202"/>
                  </a:lnTo>
                  <a:lnTo>
                    <a:pt x="10301" y="1982"/>
                  </a:lnTo>
                  <a:lnTo>
                    <a:pt x="13579" y="2481"/>
                  </a:lnTo>
                  <a:lnTo>
                    <a:pt x="17336" y="539"/>
                  </a:lnTo>
                  <a:lnTo>
                    <a:pt x="2068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h1977"/>
            <p:cNvSpPr/>
            <p:nvPr/>
          </p:nvSpPr>
          <p:spPr>
            <a:xfrm>
              <a:off x="2855495" y="3123382"/>
              <a:ext cx="25507" cy="18245"/>
            </a:xfrm>
            <a:custGeom>
              <a:avLst/>
              <a:pathLst>
                <a:path w="25507" h="18245">
                  <a:moveTo>
                    <a:pt x="25034" y="2602"/>
                  </a:moveTo>
                  <a:lnTo>
                    <a:pt x="25507" y="6949"/>
                  </a:lnTo>
                  <a:lnTo>
                    <a:pt x="20371" y="18245"/>
                  </a:lnTo>
                  <a:lnTo>
                    <a:pt x="18344" y="16981"/>
                  </a:lnTo>
                  <a:lnTo>
                    <a:pt x="9802" y="16873"/>
                  </a:lnTo>
                  <a:lnTo>
                    <a:pt x="2630" y="11878"/>
                  </a:lnTo>
                  <a:lnTo>
                    <a:pt x="3154" y="10122"/>
                  </a:lnTo>
                  <a:lnTo>
                    <a:pt x="0" y="9084"/>
                  </a:lnTo>
                  <a:lnTo>
                    <a:pt x="2166" y="4490"/>
                  </a:lnTo>
                  <a:lnTo>
                    <a:pt x="4440" y="5805"/>
                  </a:lnTo>
                  <a:lnTo>
                    <a:pt x="12969" y="6598"/>
                  </a:lnTo>
                  <a:lnTo>
                    <a:pt x="15867" y="4919"/>
                  </a:lnTo>
                  <a:lnTo>
                    <a:pt x="15554" y="1698"/>
                  </a:lnTo>
                  <a:lnTo>
                    <a:pt x="19027" y="234"/>
                  </a:lnTo>
                  <a:lnTo>
                    <a:pt x="2284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h1978"/>
            <p:cNvSpPr/>
            <p:nvPr/>
          </p:nvSpPr>
          <p:spPr>
            <a:xfrm>
              <a:off x="2788326" y="3097285"/>
              <a:ext cx="31207" cy="51674"/>
            </a:xfrm>
            <a:custGeom>
              <a:avLst/>
              <a:pathLst>
                <a:path w="31207" h="51674">
                  <a:moveTo>
                    <a:pt x="30065" y="5322"/>
                  </a:moveTo>
                  <a:lnTo>
                    <a:pt x="31207" y="11161"/>
                  </a:lnTo>
                  <a:lnTo>
                    <a:pt x="25717" y="20815"/>
                  </a:lnTo>
                  <a:lnTo>
                    <a:pt x="23275" y="19724"/>
                  </a:lnTo>
                  <a:lnTo>
                    <a:pt x="22350" y="20620"/>
                  </a:lnTo>
                  <a:lnTo>
                    <a:pt x="18277" y="31488"/>
                  </a:lnTo>
                  <a:lnTo>
                    <a:pt x="18403" y="34678"/>
                  </a:lnTo>
                  <a:lnTo>
                    <a:pt x="19801" y="37783"/>
                  </a:lnTo>
                  <a:lnTo>
                    <a:pt x="23697" y="41953"/>
                  </a:lnTo>
                  <a:lnTo>
                    <a:pt x="20443" y="42620"/>
                  </a:lnTo>
                  <a:lnTo>
                    <a:pt x="17338" y="44503"/>
                  </a:lnTo>
                  <a:lnTo>
                    <a:pt x="17116" y="51200"/>
                  </a:lnTo>
                  <a:lnTo>
                    <a:pt x="9981" y="51674"/>
                  </a:lnTo>
                  <a:lnTo>
                    <a:pt x="864" y="50842"/>
                  </a:lnTo>
                  <a:lnTo>
                    <a:pt x="0" y="49788"/>
                  </a:lnTo>
                  <a:lnTo>
                    <a:pt x="1227" y="43850"/>
                  </a:lnTo>
                  <a:lnTo>
                    <a:pt x="815" y="34943"/>
                  </a:lnTo>
                  <a:lnTo>
                    <a:pt x="135" y="34335"/>
                  </a:lnTo>
                  <a:lnTo>
                    <a:pt x="4400" y="28426"/>
                  </a:lnTo>
                  <a:lnTo>
                    <a:pt x="6568" y="27346"/>
                  </a:lnTo>
                  <a:lnTo>
                    <a:pt x="452" y="24438"/>
                  </a:lnTo>
                  <a:lnTo>
                    <a:pt x="886" y="23286"/>
                  </a:lnTo>
                  <a:lnTo>
                    <a:pt x="2334" y="20819"/>
                  </a:lnTo>
                  <a:lnTo>
                    <a:pt x="5042" y="19538"/>
                  </a:lnTo>
                  <a:lnTo>
                    <a:pt x="6809" y="12854"/>
                  </a:lnTo>
                  <a:lnTo>
                    <a:pt x="11351" y="13050"/>
                  </a:lnTo>
                  <a:lnTo>
                    <a:pt x="10262" y="14132"/>
                  </a:lnTo>
                  <a:lnTo>
                    <a:pt x="10565" y="15550"/>
                  </a:lnTo>
                  <a:lnTo>
                    <a:pt x="14380" y="16917"/>
                  </a:lnTo>
                  <a:lnTo>
                    <a:pt x="21055" y="11779"/>
                  </a:lnTo>
                  <a:lnTo>
                    <a:pt x="22211" y="9101"/>
                  </a:lnTo>
                  <a:lnTo>
                    <a:pt x="29371" y="2750"/>
                  </a:lnTo>
                  <a:lnTo>
                    <a:pt x="30523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h1979"/>
            <p:cNvSpPr/>
            <p:nvPr/>
          </p:nvSpPr>
          <p:spPr>
            <a:xfrm>
              <a:off x="2848678" y="3132743"/>
              <a:ext cx="6847" cy="8670"/>
            </a:xfrm>
            <a:custGeom>
              <a:avLst/>
              <a:pathLst>
                <a:path w="6847" h="8670">
                  <a:moveTo>
                    <a:pt x="6847" y="0"/>
                  </a:moveTo>
                  <a:lnTo>
                    <a:pt x="5762" y="4763"/>
                  </a:lnTo>
                  <a:lnTo>
                    <a:pt x="3093" y="8670"/>
                  </a:lnTo>
                  <a:lnTo>
                    <a:pt x="1855" y="7580"/>
                  </a:lnTo>
                  <a:lnTo>
                    <a:pt x="0" y="4463"/>
                  </a:lnTo>
                  <a:lnTo>
                    <a:pt x="2204" y="49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h1980"/>
            <p:cNvSpPr/>
            <p:nvPr/>
          </p:nvSpPr>
          <p:spPr>
            <a:xfrm>
              <a:off x="2962865" y="3188661"/>
              <a:ext cx="22798" cy="34570"/>
            </a:xfrm>
            <a:custGeom>
              <a:avLst/>
              <a:pathLst>
                <a:path w="22798" h="34570">
                  <a:moveTo>
                    <a:pt x="13791" y="444"/>
                  </a:moveTo>
                  <a:lnTo>
                    <a:pt x="15625" y="8673"/>
                  </a:lnTo>
                  <a:lnTo>
                    <a:pt x="18424" y="11302"/>
                  </a:lnTo>
                  <a:lnTo>
                    <a:pt x="22798" y="11351"/>
                  </a:lnTo>
                  <a:lnTo>
                    <a:pt x="22390" y="13002"/>
                  </a:lnTo>
                  <a:lnTo>
                    <a:pt x="19150" y="13591"/>
                  </a:lnTo>
                  <a:lnTo>
                    <a:pt x="12566" y="22092"/>
                  </a:lnTo>
                  <a:lnTo>
                    <a:pt x="8355" y="33091"/>
                  </a:lnTo>
                  <a:lnTo>
                    <a:pt x="7242" y="33863"/>
                  </a:lnTo>
                  <a:lnTo>
                    <a:pt x="5857" y="33816"/>
                  </a:lnTo>
                  <a:lnTo>
                    <a:pt x="1055" y="34570"/>
                  </a:lnTo>
                  <a:lnTo>
                    <a:pt x="294" y="34444"/>
                  </a:lnTo>
                  <a:lnTo>
                    <a:pt x="627" y="31980"/>
                  </a:lnTo>
                  <a:lnTo>
                    <a:pt x="0" y="30568"/>
                  </a:lnTo>
                  <a:lnTo>
                    <a:pt x="1038" y="26822"/>
                  </a:lnTo>
                  <a:lnTo>
                    <a:pt x="2896" y="25734"/>
                  </a:lnTo>
                  <a:lnTo>
                    <a:pt x="4472" y="26957"/>
                  </a:lnTo>
                  <a:lnTo>
                    <a:pt x="6841" y="26652"/>
                  </a:lnTo>
                  <a:lnTo>
                    <a:pt x="7889" y="21973"/>
                  </a:lnTo>
                  <a:lnTo>
                    <a:pt x="5788" y="18226"/>
                  </a:lnTo>
                  <a:lnTo>
                    <a:pt x="2641" y="15625"/>
                  </a:lnTo>
                  <a:lnTo>
                    <a:pt x="3929" y="12141"/>
                  </a:lnTo>
                  <a:lnTo>
                    <a:pt x="6342" y="10401"/>
                  </a:lnTo>
                  <a:lnTo>
                    <a:pt x="5183" y="2163"/>
                  </a:lnTo>
                  <a:lnTo>
                    <a:pt x="7675" y="698"/>
                  </a:lnTo>
                  <a:lnTo>
                    <a:pt x="981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h1981"/>
            <p:cNvSpPr/>
            <p:nvPr/>
          </p:nvSpPr>
          <p:spPr>
            <a:xfrm>
              <a:off x="2807109" y="3174235"/>
              <a:ext cx="15681" cy="7921"/>
            </a:xfrm>
            <a:custGeom>
              <a:avLst/>
              <a:pathLst>
                <a:path w="15681" h="7921">
                  <a:moveTo>
                    <a:pt x="12752" y="0"/>
                  </a:moveTo>
                  <a:lnTo>
                    <a:pt x="15181" y="342"/>
                  </a:lnTo>
                  <a:lnTo>
                    <a:pt x="15681" y="2013"/>
                  </a:lnTo>
                  <a:lnTo>
                    <a:pt x="12785" y="5154"/>
                  </a:lnTo>
                  <a:lnTo>
                    <a:pt x="9150" y="6403"/>
                  </a:lnTo>
                  <a:lnTo>
                    <a:pt x="7145" y="7921"/>
                  </a:lnTo>
                  <a:lnTo>
                    <a:pt x="0" y="4593"/>
                  </a:lnTo>
                  <a:lnTo>
                    <a:pt x="3727" y="1462"/>
                  </a:lnTo>
                  <a:lnTo>
                    <a:pt x="5450" y="2690"/>
                  </a:lnTo>
                  <a:lnTo>
                    <a:pt x="10111" y="159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h1982"/>
            <p:cNvSpPr/>
            <p:nvPr/>
          </p:nvSpPr>
          <p:spPr>
            <a:xfrm>
              <a:off x="2888794" y="3177112"/>
              <a:ext cx="18779" cy="14851"/>
            </a:xfrm>
            <a:custGeom>
              <a:avLst/>
              <a:pathLst>
                <a:path w="18779" h="14851">
                  <a:moveTo>
                    <a:pt x="7281" y="0"/>
                  </a:moveTo>
                  <a:lnTo>
                    <a:pt x="8388" y="915"/>
                  </a:lnTo>
                  <a:lnTo>
                    <a:pt x="8818" y="2674"/>
                  </a:lnTo>
                  <a:lnTo>
                    <a:pt x="11369" y="3693"/>
                  </a:lnTo>
                  <a:lnTo>
                    <a:pt x="9788" y="4355"/>
                  </a:lnTo>
                  <a:lnTo>
                    <a:pt x="8468" y="7152"/>
                  </a:lnTo>
                  <a:lnTo>
                    <a:pt x="10143" y="7379"/>
                  </a:lnTo>
                  <a:lnTo>
                    <a:pt x="10358" y="5822"/>
                  </a:lnTo>
                  <a:lnTo>
                    <a:pt x="17100" y="1558"/>
                  </a:lnTo>
                  <a:lnTo>
                    <a:pt x="18779" y="1945"/>
                  </a:lnTo>
                  <a:lnTo>
                    <a:pt x="17219" y="6075"/>
                  </a:lnTo>
                  <a:lnTo>
                    <a:pt x="7811" y="14851"/>
                  </a:lnTo>
                  <a:lnTo>
                    <a:pt x="6078" y="14643"/>
                  </a:lnTo>
                  <a:lnTo>
                    <a:pt x="5050" y="13573"/>
                  </a:lnTo>
                  <a:lnTo>
                    <a:pt x="4727" y="9606"/>
                  </a:lnTo>
                  <a:lnTo>
                    <a:pt x="469" y="5976"/>
                  </a:lnTo>
                  <a:lnTo>
                    <a:pt x="1146" y="4437"/>
                  </a:lnTo>
                  <a:lnTo>
                    <a:pt x="0" y="1805"/>
                  </a:lnTo>
                  <a:lnTo>
                    <a:pt x="849" y="1205"/>
                  </a:lnTo>
                  <a:lnTo>
                    <a:pt x="3190" y="174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h1983"/>
            <p:cNvSpPr/>
            <p:nvPr/>
          </p:nvSpPr>
          <p:spPr>
            <a:xfrm>
              <a:off x="2796637" y="3148485"/>
              <a:ext cx="19836" cy="22546"/>
            </a:xfrm>
            <a:custGeom>
              <a:avLst/>
              <a:pathLst>
                <a:path w="19836" h="22546">
                  <a:moveTo>
                    <a:pt x="8805" y="0"/>
                  </a:moveTo>
                  <a:lnTo>
                    <a:pt x="9345" y="1866"/>
                  </a:lnTo>
                  <a:lnTo>
                    <a:pt x="15485" y="7397"/>
                  </a:lnTo>
                  <a:lnTo>
                    <a:pt x="17719" y="6014"/>
                  </a:lnTo>
                  <a:lnTo>
                    <a:pt x="17746" y="9393"/>
                  </a:lnTo>
                  <a:lnTo>
                    <a:pt x="17151" y="10821"/>
                  </a:lnTo>
                  <a:lnTo>
                    <a:pt x="14185" y="11348"/>
                  </a:lnTo>
                  <a:lnTo>
                    <a:pt x="11422" y="15812"/>
                  </a:lnTo>
                  <a:lnTo>
                    <a:pt x="14506" y="16147"/>
                  </a:lnTo>
                  <a:lnTo>
                    <a:pt x="15751" y="13939"/>
                  </a:lnTo>
                  <a:lnTo>
                    <a:pt x="17627" y="15625"/>
                  </a:lnTo>
                  <a:lnTo>
                    <a:pt x="19403" y="15520"/>
                  </a:lnTo>
                  <a:lnTo>
                    <a:pt x="19836" y="16960"/>
                  </a:lnTo>
                  <a:lnTo>
                    <a:pt x="19150" y="18323"/>
                  </a:lnTo>
                  <a:lnTo>
                    <a:pt x="14668" y="19604"/>
                  </a:lnTo>
                  <a:lnTo>
                    <a:pt x="10888" y="18656"/>
                  </a:lnTo>
                  <a:lnTo>
                    <a:pt x="7815" y="20111"/>
                  </a:lnTo>
                  <a:lnTo>
                    <a:pt x="6908" y="22546"/>
                  </a:lnTo>
                  <a:lnTo>
                    <a:pt x="3992" y="22545"/>
                  </a:lnTo>
                  <a:lnTo>
                    <a:pt x="642" y="16347"/>
                  </a:lnTo>
                  <a:lnTo>
                    <a:pt x="1632" y="12855"/>
                  </a:lnTo>
                  <a:lnTo>
                    <a:pt x="0" y="10954"/>
                  </a:lnTo>
                  <a:lnTo>
                    <a:pt x="1790" y="4771"/>
                  </a:lnTo>
                  <a:lnTo>
                    <a:pt x="1670" y="47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h1984"/>
            <p:cNvSpPr/>
            <p:nvPr/>
          </p:nvSpPr>
          <p:spPr>
            <a:xfrm>
              <a:off x="2911580" y="3184996"/>
              <a:ext cx="48621" cy="26180"/>
            </a:xfrm>
            <a:custGeom>
              <a:avLst/>
              <a:pathLst>
                <a:path w="48621" h="26180">
                  <a:moveTo>
                    <a:pt x="39521" y="435"/>
                  </a:moveTo>
                  <a:lnTo>
                    <a:pt x="40023" y="3252"/>
                  </a:lnTo>
                  <a:lnTo>
                    <a:pt x="45868" y="10348"/>
                  </a:lnTo>
                  <a:lnTo>
                    <a:pt x="48621" y="8516"/>
                  </a:lnTo>
                  <a:lnTo>
                    <a:pt x="43739" y="15424"/>
                  </a:lnTo>
                  <a:lnTo>
                    <a:pt x="40875" y="17857"/>
                  </a:lnTo>
                  <a:lnTo>
                    <a:pt x="38488" y="16418"/>
                  </a:lnTo>
                  <a:lnTo>
                    <a:pt x="33204" y="19105"/>
                  </a:lnTo>
                  <a:lnTo>
                    <a:pt x="33111" y="21057"/>
                  </a:lnTo>
                  <a:lnTo>
                    <a:pt x="31788" y="23496"/>
                  </a:lnTo>
                  <a:lnTo>
                    <a:pt x="22728" y="21688"/>
                  </a:lnTo>
                  <a:lnTo>
                    <a:pt x="20123" y="24435"/>
                  </a:lnTo>
                  <a:lnTo>
                    <a:pt x="18846" y="26180"/>
                  </a:lnTo>
                  <a:lnTo>
                    <a:pt x="17795" y="25766"/>
                  </a:lnTo>
                  <a:lnTo>
                    <a:pt x="16297" y="22612"/>
                  </a:lnTo>
                  <a:lnTo>
                    <a:pt x="9132" y="25386"/>
                  </a:lnTo>
                  <a:lnTo>
                    <a:pt x="7410" y="24716"/>
                  </a:lnTo>
                  <a:lnTo>
                    <a:pt x="6306" y="21756"/>
                  </a:lnTo>
                  <a:lnTo>
                    <a:pt x="2150" y="21231"/>
                  </a:lnTo>
                  <a:lnTo>
                    <a:pt x="2252" y="18916"/>
                  </a:lnTo>
                  <a:lnTo>
                    <a:pt x="0" y="13999"/>
                  </a:lnTo>
                  <a:lnTo>
                    <a:pt x="7062" y="9443"/>
                  </a:lnTo>
                  <a:lnTo>
                    <a:pt x="8350" y="11019"/>
                  </a:lnTo>
                  <a:lnTo>
                    <a:pt x="9878" y="11410"/>
                  </a:lnTo>
                  <a:lnTo>
                    <a:pt x="14219" y="10109"/>
                  </a:lnTo>
                  <a:lnTo>
                    <a:pt x="16555" y="13748"/>
                  </a:lnTo>
                  <a:lnTo>
                    <a:pt x="18600" y="13379"/>
                  </a:lnTo>
                  <a:lnTo>
                    <a:pt x="24108" y="9828"/>
                  </a:lnTo>
                  <a:lnTo>
                    <a:pt x="25781" y="13251"/>
                  </a:lnTo>
                  <a:lnTo>
                    <a:pt x="27513" y="12520"/>
                  </a:lnTo>
                  <a:lnTo>
                    <a:pt x="29188" y="9304"/>
                  </a:lnTo>
                  <a:lnTo>
                    <a:pt x="29368" y="10515"/>
                  </a:lnTo>
                  <a:lnTo>
                    <a:pt x="3917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h1985"/>
            <p:cNvSpPr/>
            <p:nvPr/>
          </p:nvSpPr>
          <p:spPr>
            <a:xfrm>
              <a:off x="2839031" y="2984334"/>
              <a:ext cx="12507" cy="7879"/>
            </a:xfrm>
            <a:custGeom>
              <a:avLst/>
              <a:pathLst>
                <a:path w="12507" h="7879">
                  <a:moveTo>
                    <a:pt x="8760" y="536"/>
                  </a:moveTo>
                  <a:lnTo>
                    <a:pt x="12507" y="2024"/>
                  </a:lnTo>
                  <a:lnTo>
                    <a:pt x="12221" y="3275"/>
                  </a:lnTo>
                  <a:lnTo>
                    <a:pt x="9639" y="6013"/>
                  </a:lnTo>
                  <a:lnTo>
                    <a:pt x="4158" y="7879"/>
                  </a:lnTo>
                  <a:lnTo>
                    <a:pt x="0" y="5759"/>
                  </a:lnTo>
                  <a:lnTo>
                    <a:pt x="844" y="1520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h1986"/>
            <p:cNvSpPr/>
            <p:nvPr/>
          </p:nvSpPr>
          <p:spPr>
            <a:xfrm>
              <a:off x="2806603" y="3108447"/>
              <a:ext cx="20208" cy="20326"/>
            </a:xfrm>
            <a:custGeom>
              <a:avLst/>
              <a:pathLst>
                <a:path w="20208" h="20326">
                  <a:moveTo>
                    <a:pt x="13712" y="30"/>
                  </a:moveTo>
                  <a:lnTo>
                    <a:pt x="16074" y="9960"/>
                  </a:lnTo>
                  <a:lnTo>
                    <a:pt x="14708" y="11049"/>
                  </a:lnTo>
                  <a:lnTo>
                    <a:pt x="15477" y="13333"/>
                  </a:lnTo>
                  <a:lnTo>
                    <a:pt x="16179" y="14263"/>
                  </a:lnTo>
                  <a:lnTo>
                    <a:pt x="17121" y="14557"/>
                  </a:lnTo>
                  <a:lnTo>
                    <a:pt x="17329" y="13839"/>
                  </a:lnTo>
                  <a:lnTo>
                    <a:pt x="20208" y="15071"/>
                  </a:lnTo>
                  <a:lnTo>
                    <a:pt x="19877" y="15425"/>
                  </a:lnTo>
                  <a:lnTo>
                    <a:pt x="15588" y="18448"/>
                  </a:lnTo>
                  <a:lnTo>
                    <a:pt x="0" y="20326"/>
                  </a:lnTo>
                  <a:lnTo>
                    <a:pt x="4072" y="9458"/>
                  </a:lnTo>
                  <a:lnTo>
                    <a:pt x="4998" y="8563"/>
                  </a:lnTo>
                  <a:lnTo>
                    <a:pt x="7440" y="9653"/>
                  </a:lnTo>
                  <a:lnTo>
                    <a:pt x="1292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h1987"/>
            <p:cNvSpPr/>
            <p:nvPr/>
          </p:nvSpPr>
          <p:spPr>
            <a:xfrm>
              <a:off x="2819387" y="3014824"/>
              <a:ext cx="20256" cy="19940"/>
            </a:xfrm>
            <a:custGeom>
              <a:avLst/>
              <a:pathLst>
                <a:path w="20256" h="19940">
                  <a:moveTo>
                    <a:pt x="7877" y="0"/>
                  </a:moveTo>
                  <a:lnTo>
                    <a:pt x="10782" y="1966"/>
                  </a:lnTo>
                  <a:lnTo>
                    <a:pt x="12151" y="1291"/>
                  </a:lnTo>
                  <a:lnTo>
                    <a:pt x="18585" y="8506"/>
                  </a:lnTo>
                  <a:lnTo>
                    <a:pt x="20256" y="12697"/>
                  </a:lnTo>
                  <a:lnTo>
                    <a:pt x="20131" y="15250"/>
                  </a:lnTo>
                  <a:lnTo>
                    <a:pt x="5913" y="19940"/>
                  </a:lnTo>
                  <a:lnTo>
                    <a:pt x="499" y="17336"/>
                  </a:lnTo>
                  <a:lnTo>
                    <a:pt x="0" y="15063"/>
                  </a:lnTo>
                  <a:lnTo>
                    <a:pt x="2887" y="13157"/>
                  </a:lnTo>
                  <a:lnTo>
                    <a:pt x="2473" y="9802"/>
                  </a:lnTo>
                  <a:lnTo>
                    <a:pt x="6071" y="3209"/>
                  </a:lnTo>
                  <a:lnTo>
                    <a:pt x="5136" y="1725"/>
                  </a:lnTo>
                  <a:lnTo>
                    <a:pt x="6725" y="16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h1988"/>
            <p:cNvSpPr/>
            <p:nvPr/>
          </p:nvSpPr>
          <p:spPr>
            <a:xfrm>
              <a:off x="2754994" y="3186768"/>
              <a:ext cx="5487" cy="4683"/>
            </a:xfrm>
            <a:custGeom>
              <a:avLst/>
              <a:pathLst>
                <a:path w="5487" h="4683">
                  <a:moveTo>
                    <a:pt x="5204" y="1086"/>
                  </a:moveTo>
                  <a:lnTo>
                    <a:pt x="5487" y="2799"/>
                  </a:lnTo>
                  <a:lnTo>
                    <a:pt x="1649" y="4683"/>
                  </a:lnTo>
                  <a:lnTo>
                    <a:pt x="0" y="3882"/>
                  </a:lnTo>
                  <a:lnTo>
                    <a:pt x="212" y="0"/>
                  </a:lnTo>
                  <a:lnTo>
                    <a:pt x="1038" y="1050"/>
                  </a:lnTo>
                  <a:lnTo>
                    <a:pt x="3024" y="34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h1989"/>
            <p:cNvSpPr/>
            <p:nvPr/>
          </p:nvSpPr>
          <p:spPr>
            <a:xfrm>
              <a:off x="2751497" y="3110552"/>
              <a:ext cx="22693" cy="10117"/>
            </a:xfrm>
            <a:custGeom>
              <a:avLst/>
              <a:pathLst>
                <a:path w="22693" h="10117">
                  <a:moveTo>
                    <a:pt x="2844" y="0"/>
                  </a:moveTo>
                  <a:lnTo>
                    <a:pt x="8452" y="1931"/>
                  </a:lnTo>
                  <a:lnTo>
                    <a:pt x="14852" y="2541"/>
                  </a:lnTo>
                  <a:lnTo>
                    <a:pt x="18843" y="3573"/>
                  </a:lnTo>
                  <a:lnTo>
                    <a:pt x="20294" y="2971"/>
                  </a:lnTo>
                  <a:lnTo>
                    <a:pt x="22339" y="5988"/>
                  </a:lnTo>
                  <a:lnTo>
                    <a:pt x="22693" y="8341"/>
                  </a:lnTo>
                  <a:lnTo>
                    <a:pt x="19320" y="10117"/>
                  </a:lnTo>
                  <a:lnTo>
                    <a:pt x="15420" y="7694"/>
                  </a:lnTo>
                  <a:lnTo>
                    <a:pt x="10984" y="6167"/>
                  </a:lnTo>
                  <a:lnTo>
                    <a:pt x="8207" y="6593"/>
                  </a:lnTo>
                  <a:lnTo>
                    <a:pt x="3096" y="3587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h1990"/>
            <p:cNvSpPr/>
            <p:nvPr/>
          </p:nvSpPr>
          <p:spPr>
            <a:xfrm>
              <a:off x="2873691" y="3222575"/>
              <a:ext cx="34482" cy="30733"/>
            </a:xfrm>
            <a:custGeom>
              <a:avLst/>
              <a:pathLst>
                <a:path w="34482" h="30733">
                  <a:moveTo>
                    <a:pt x="13251" y="6261"/>
                  </a:moveTo>
                  <a:lnTo>
                    <a:pt x="17164" y="7702"/>
                  </a:lnTo>
                  <a:lnTo>
                    <a:pt x="26140" y="6122"/>
                  </a:lnTo>
                  <a:lnTo>
                    <a:pt x="26305" y="2944"/>
                  </a:lnTo>
                  <a:lnTo>
                    <a:pt x="28397" y="3510"/>
                  </a:lnTo>
                  <a:lnTo>
                    <a:pt x="33121" y="16417"/>
                  </a:lnTo>
                  <a:lnTo>
                    <a:pt x="34482" y="17588"/>
                  </a:lnTo>
                  <a:lnTo>
                    <a:pt x="32554" y="20639"/>
                  </a:lnTo>
                  <a:lnTo>
                    <a:pt x="31293" y="21492"/>
                  </a:lnTo>
                  <a:lnTo>
                    <a:pt x="28248" y="19862"/>
                  </a:lnTo>
                  <a:lnTo>
                    <a:pt x="27222" y="20565"/>
                  </a:lnTo>
                  <a:lnTo>
                    <a:pt x="20749" y="30503"/>
                  </a:lnTo>
                  <a:lnTo>
                    <a:pt x="18928" y="30733"/>
                  </a:lnTo>
                  <a:lnTo>
                    <a:pt x="10548" y="29767"/>
                  </a:lnTo>
                  <a:lnTo>
                    <a:pt x="9054" y="28439"/>
                  </a:lnTo>
                  <a:lnTo>
                    <a:pt x="7556" y="22536"/>
                  </a:lnTo>
                  <a:lnTo>
                    <a:pt x="7318" y="21060"/>
                  </a:lnTo>
                  <a:lnTo>
                    <a:pt x="6692" y="18554"/>
                  </a:lnTo>
                  <a:lnTo>
                    <a:pt x="7163" y="17356"/>
                  </a:lnTo>
                  <a:lnTo>
                    <a:pt x="9772" y="16234"/>
                  </a:lnTo>
                  <a:lnTo>
                    <a:pt x="12327" y="16127"/>
                  </a:lnTo>
                  <a:lnTo>
                    <a:pt x="14084" y="11564"/>
                  </a:lnTo>
                  <a:lnTo>
                    <a:pt x="10390" y="8986"/>
                  </a:lnTo>
                  <a:lnTo>
                    <a:pt x="8288" y="10209"/>
                  </a:lnTo>
                  <a:lnTo>
                    <a:pt x="742" y="9627"/>
                  </a:lnTo>
                  <a:lnTo>
                    <a:pt x="0" y="5426"/>
                  </a:lnTo>
                  <a:lnTo>
                    <a:pt x="2878" y="5778"/>
                  </a:lnTo>
                  <a:lnTo>
                    <a:pt x="3702" y="5173"/>
                  </a:lnTo>
                  <a:lnTo>
                    <a:pt x="2979" y="1558"/>
                  </a:lnTo>
                  <a:lnTo>
                    <a:pt x="3645" y="0"/>
                  </a:lnTo>
                  <a:lnTo>
                    <a:pt x="8404" y="184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h1991"/>
            <p:cNvSpPr/>
            <p:nvPr/>
          </p:nvSpPr>
          <p:spPr>
            <a:xfrm>
              <a:off x="2870413" y="3232917"/>
              <a:ext cx="6334" cy="4339"/>
            </a:xfrm>
            <a:custGeom>
              <a:avLst/>
              <a:pathLst>
                <a:path w="6334" h="4339">
                  <a:moveTo>
                    <a:pt x="6334" y="2051"/>
                  </a:moveTo>
                  <a:lnTo>
                    <a:pt x="4659" y="4339"/>
                  </a:lnTo>
                  <a:lnTo>
                    <a:pt x="0" y="1368"/>
                  </a:lnTo>
                  <a:lnTo>
                    <a:pt x="1151" y="0"/>
                  </a:lnTo>
                  <a:lnTo>
                    <a:pt x="3603" y="33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h1992"/>
            <p:cNvSpPr/>
            <p:nvPr/>
          </p:nvSpPr>
          <p:spPr>
            <a:xfrm>
              <a:off x="2742576" y="3158019"/>
              <a:ext cx="5640" cy="10513"/>
            </a:xfrm>
            <a:custGeom>
              <a:avLst/>
              <a:pathLst>
                <a:path w="5640" h="10513">
                  <a:moveTo>
                    <a:pt x="5425" y="3074"/>
                  </a:moveTo>
                  <a:lnTo>
                    <a:pt x="4085" y="5615"/>
                  </a:lnTo>
                  <a:lnTo>
                    <a:pt x="5640" y="8968"/>
                  </a:lnTo>
                  <a:lnTo>
                    <a:pt x="775" y="10513"/>
                  </a:lnTo>
                  <a:lnTo>
                    <a:pt x="0" y="9288"/>
                  </a:lnTo>
                  <a:lnTo>
                    <a:pt x="2392" y="3257"/>
                  </a:lnTo>
                  <a:lnTo>
                    <a:pt x="917" y="2288"/>
                  </a:lnTo>
                  <a:lnTo>
                    <a:pt x="63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h1993"/>
            <p:cNvSpPr/>
            <p:nvPr/>
          </p:nvSpPr>
          <p:spPr>
            <a:xfrm>
              <a:off x="2847480" y="3102229"/>
              <a:ext cx="14989" cy="16415"/>
            </a:xfrm>
            <a:custGeom>
              <a:avLst/>
              <a:pathLst>
                <a:path w="14989" h="16415">
                  <a:moveTo>
                    <a:pt x="9210" y="1683"/>
                  </a:moveTo>
                  <a:lnTo>
                    <a:pt x="11945" y="200"/>
                  </a:lnTo>
                  <a:lnTo>
                    <a:pt x="13751" y="3209"/>
                  </a:lnTo>
                  <a:lnTo>
                    <a:pt x="13217" y="7680"/>
                  </a:lnTo>
                  <a:lnTo>
                    <a:pt x="14989" y="12254"/>
                  </a:lnTo>
                  <a:lnTo>
                    <a:pt x="12072" y="14842"/>
                  </a:lnTo>
                  <a:lnTo>
                    <a:pt x="7962" y="16415"/>
                  </a:lnTo>
                  <a:lnTo>
                    <a:pt x="5430" y="15327"/>
                  </a:lnTo>
                  <a:lnTo>
                    <a:pt x="32" y="9772"/>
                  </a:lnTo>
                  <a:lnTo>
                    <a:pt x="0" y="6015"/>
                  </a:lnTo>
                  <a:lnTo>
                    <a:pt x="4449" y="4494"/>
                  </a:lnTo>
                  <a:lnTo>
                    <a:pt x="703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h1994"/>
            <p:cNvSpPr/>
            <p:nvPr/>
          </p:nvSpPr>
          <p:spPr>
            <a:xfrm>
              <a:off x="2791591" y="3163590"/>
              <a:ext cx="45217" cy="32712"/>
            </a:xfrm>
            <a:custGeom>
              <a:avLst/>
              <a:pathLst>
                <a:path w="45217" h="32712">
                  <a:moveTo>
                    <a:pt x="45069" y="4155"/>
                  </a:moveTo>
                  <a:lnTo>
                    <a:pt x="45217" y="6837"/>
                  </a:lnTo>
                  <a:lnTo>
                    <a:pt x="42539" y="12933"/>
                  </a:lnTo>
                  <a:lnTo>
                    <a:pt x="43071" y="14803"/>
                  </a:lnTo>
                  <a:lnTo>
                    <a:pt x="38402" y="17112"/>
                  </a:lnTo>
                  <a:lnTo>
                    <a:pt x="33310" y="15942"/>
                  </a:lnTo>
                  <a:lnTo>
                    <a:pt x="30916" y="17055"/>
                  </a:lnTo>
                  <a:lnTo>
                    <a:pt x="28375" y="30016"/>
                  </a:lnTo>
                  <a:lnTo>
                    <a:pt x="24292" y="30533"/>
                  </a:lnTo>
                  <a:lnTo>
                    <a:pt x="20037" y="28714"/>
                  </a:lnTo>
                  <a:lnTo>
                    <a:pt x="12987" y="30945"/>
                  </a:lnTo>
                  <a:lnTo>
                    <a:pt x="12419" y="30193"/>
                  </a:lnTo>
                  <a:lnTo>
                    <a:pt x="5669" y="30684"/>
                  </a:lnTo>
                  <a:lnTo>
                    <a:pt x="4292" y="32493"/>
                  </a:lnTo>
                  <a:lnTo>
                    <a:pt x="2137" y="32712"/>
                  </a:lnTo>
                  <a:lnTo>
                    <a:pt x="2403" y="30555"/>
                  </a:lnTo>
                  <a:lnTo>
                    <a:pt x="0" y="30097"/>
                  </a:lnTo>
                  <a:lnTo>
                    <a:pt x="2941" y="28019"/>
                  </a:lnTo>
                  <a:lnTo>
                    <a:pt x="6307" y="28920"/>
                  </a:lnTo>
                  <a:lnTo>
                    <a:pt x="7669" y="27513"/>
                  </a:lnTo>
                  <a:lnTo>
                    <a:pt x="7427" y="25378"/>
                  </a:lnTo>
                  <a:lnTo>
                    <a:pt x="9143" y="24750"/>
                  </a:lnTo>
                  <a:lnTo>
                    <a:pt x="12048" y="25525"/>
                  </a:lnTo>
                  <a:lnTo>
                    <a:pt x="13203" y="27325"/>
                  </a:lnTo>
                  <a:lnTo>
                    <a:pt x="19303" y="24750"/>
                  </a:lnTo>
                  <a:lnTo>
                    <a:pt x="22944" y="21167"/>
                  </a:lnTo>
                  <a:lnTo>
                    <a:pt x="23202" y="19111"/>
                  </a:lnTo>
                  <a:lnTo>
                    <a:pt x="22663" y="18565"/>
                  </a:lnTo>
                  <a:lnTo>
                    <a:pt x="24668" y="17047"/>
                  </a:lnTo>
                  <a:lnTo>
                    <a:pt x="28303" y="15798"/>
                  </a:lnTo>
                  <a:lnTo>
                    <a:pt x="31199" y="12657"/>
                  </a:lnTo>
                  <a:lnTo>
                    <a:pt x="30699" y="10986"/>
                  </a:lnTo>
                  <a:lnTo>
                    <a:pt x="32779" y="8979"/>
                  </a:lnTo>
                  <a:lnTo>
                    <a:pt x="34598" y="9804"/>
                  </a:lnTo>
                  <a:lnTo>
                    <a:pt x="38810" y="4986"/>
                  </a:lnTo>
                  <a:lnTo>
                    <a:pt x="39718" y="3312"/>
                  </a:lnTo>
                  <a:lnTo>
                    <a:pt x="38263" y="816"/>
                  </a:lnTo>
                  <a:lnTo>
                    <a:pt x="3944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h1995"/>
            <p:cNvSpPr/>
            <p:nvPr/>
          </p:nvSpPr>
          <p:spPr>
            <a:xfrm>
              <a:off x="2871559" y="3022650"/>
              <a:ext cx="6184" cy="11264"/>
            </a:xfrm>
            <a:custGeom>
              <a:avLst/>
              <a:pathLst>
                <a:path w="6184" h="11264">
                  <a:moveTo>
                    <a:pt x="2569" y="6"/>
                  </a:moveTo>
                  <a:lnTo>
                    <a:pt x="3457" y="0"/>
                  </a:lnTo>
                  <a:lnTo>
                    <a:pt x="5743" y="639"/>
                  </a:lnTo>
                  <a:lnTo>
                    <a:pt x="6184" y="3090"/>
                  </a:lnTo>
                  <a:lnTo>
                    <a:pt x="4316" y="9696"/>
                  </a:lnTo>
                  <a:lnTo>
                    <a:pt x="2889" y="11264"/>
                  </a:lnTo>
                  <a:lnTo>
                    <a:pt x="0" y="8871"/>
                  </a:lnTo>
                  <a:lnTo>
                    <a:pt x="698" y="8484"/>
                  </a:lnTo>
                  <a:lnTo>
                    <a:pt x="805" y="194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h1996"/>
            <p:cNvSpPr/>
            <p:nvPr/>
          </p:nvSpPr>
          <p:spPr>
            <a:xfrm>
              <a:off x="2848001" y="3020202"/>
              <a:ext cx="26447" cy="24615"/>
            </a:xfrm>
            <a:custGeom>
              <a:avLst/>
              <a:pathLst>
                <a:path w="26447" h="24615">
                  <a:moveTo>
                    <a:pt x="12124" y="0"/>
                  </a:moveTo>
                  <a:lnTo>
                    <a:pt x="16825" y="1888"/>
                  </a:lnTo>
                  <a:lnTo>
                    <a:pt x="19942" y="4958"/>
                  </a:lnTo>
                  <a:lnTo>
                    <a:pt x="23557" y="11318"/>
                  </a:lnTo>
                  <a:lnTo>
                    <a:pt x="26447" y="13712"/>
                  </a:lnTo>
                  <a:lnTo>
                    <a:pt x="22814" y="15461"/>
                  </a:lnTo>
                  <a:lnTo>
                    <a:pt x="21511" y="16549"/>
                  </a:lnTo>
                  <a:lnTo>
                    <a:pt x="19667" y="21853"/>
                  </a:lnTo>
                  <a:lnTo>
                    <a:pt x="16127" y="21952"/>
                  </a:lnTo>
                  <a:lnTo>
                    <a:pt x="11123" y="24615"/>
                  </a:lnTo>
                  <a:lnTo>
                    <a:pt x="9873" y="22861"/>
                  </a:lnTo>
                  <a:lnTo>
                    <a:pt x="7883" y="23174"/>
                  </a:lnTo>
                  <a:lnTo>
                    <a:pt x="5405" y="22303"/>
                  </a:lnTo>
                  <a:lnTo>
                    <a:pt x="1987" y="18285"/>
                  </a:lnTo>
                  <a:lnTo>
                    <a:pt x="2529" y="16285"/>
                  </a:lnTo>
                  <a:lnTo>
                    <a:pt x="0" y="13545"/>
                  </a:lnTo>
                  <a:lnTo>
                    <a:pt x="2228" y="13183"/>
                  </a:lnTo>
                  <a:lnTo>
                    <a:pt x="4646" y="6319"/>
                  </a:lnTo>
                  <a:lnTo>
                    <a:pt x="7486" y="1604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h1997"/>
            <p:cNvSpPr/>
            <p:nvPr/>
          </p:nvSpPr>
          <p:spPr>
            <a:xfrm>
              <a:off x="2818391" y="3097285"/>
              <a:ext cx="10727" cy="22136"/>
            </a:xfrm>
            <a:custGeom>
              <a:avLst/>
              <a:pathLst>
                <a:path w="10727" h="22136">
                  <a:moveTo>
                    <a:pt x="5529" y="4469"/>
                  </a:moveTo>
                  <a:lnTo>
                    <a:pt x="6815" y="9177"/>
                  </a:lnTo>
                  <a:lnTo>
                    <a:pt x="6488" y="13010"/>
                  </a:lnTo>
                  <a:lnTo>
                    <a:pt x="4939" y="13423"/>
                  </a:lnTo>
                  <a:lnTo>
                    <a:pt x="4500" y="15929"/>
                  </a:lnTo>
                  <a:lnTo>
                    <a:pt x="5141" y="17342"/>
                  </a:lnTo>
                  <a:lnTo>
                    <a:pt x="7645" y="18669"/>
                  </a:lnTo>
                  <a:lnTo>
                    <a:pt x="9149" y="17428"/>
                  </a:lnTo>
                  <a:lnTo>
                    <a:pt x="10727" y="20742"/>
                  </a:lnTo>
                  <a:lnTo>
                    <a:pt x="9544" y="22136"/>
                  </a:lnTo>
                  <a:lnTo>
                    <a:pt x="4286" y="21122"/>
                  </a:lnTo>
                  <a:lnTo>
                    <a:pt x="1924" y="11192"/>
                  </a:lnTo>
                  <a:lnTo>
                    <a:pt x="1141" y="11161"/>
                  </a:lnTo>
                  <a:lnTo>
                    <a:pt x="0" y="5322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h1998"/>
            <p:cNvSpPr/>
            <p:nvPr/>
          </p:nvSpPr>
          <p:spPr>
            <a:xfrm>
              <a:off x="2817200" y="2977450"/>
              <a:ext cx="15777" cy="14554"/>
            </a:xfrm>
            <a:custGeom>
              <a:avLst/>
              <a:pathLst>
                <a:path w="15777" h="14554">
                  <a:moveTo>
                    <a:pt x="15777" y="6601"/>
                  </a:moveTo>
                  <a:lnTo>
                    <a:pt x="14172" y="8137"/>
                  </a:lnTo>
                  <a:lnTo>
                    <a:pt x="11173" y="10585"/>
                  </a:lnTo>
                  <a:lnTo>
                    <a:pt x="2609" y="14554"/>
                  </a:lnTo>
                  <a:lnTo>
                    <a:pt x="0" y="9809"/>
                  </a:lnTo>
                  <a:lnTo>
                    <a:pt x="85" y="8461"/>
                  </a:lnTo>
                  <a:lnTo>
                    <a:pt x="3174" y="6201"/>
                  </a:lnTo>
                  <a:lnTo>
                    <a:pt x="412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h1999"/>
            <p:cNvSpPr/>
            <p:nvPr/>
          </p:nvSpPr>
          <p:spPr>
            <a:xfrm>
              <a:off x="2749674" y="3097745"/>
              <a:ext cx="18116" cy="10646"/>
            </a:xfrm>
            <a:custGeom>
              <a:avLst/>
              <a:pathLst>
                <a:path w="18116" h="10646">
                  <a:moveTo>
                    <a:pt x="17964" y="545"/>
                  </a:moveTo>
                  <a:lnTo>
                    <a:pt x="18116" y="5026"/>
                  </a:lnTo>
                  <a:lnTo>
                    <a:pt x="12040" y="9200"/>
                  </a:lnTo>
                  <a:lnTo>
                    <a:pt x="2002" y="10646"/>
                  </a:lnTo>
                  <a:lnTo>
                    <a:pt x="514" y="10215"/>
                  </a:lnTo>
                  <a:lnTo>
                    <a:pt x="0" y="9100"/>
                  </a:lnTo>
                  <a:lnTo>
                    <a:pt x="879" y="4215"/>
                  </a:lnTo>
                  <a:lnTo>
                    <a:pt x="8549" y="3733"/>
                  </a:lnTo>
                  <a:lnTo>
                    <a:pt x="11428" y="2331"/>
                  </a:lnTo>
                  <a:lnTo>
                    <a:pt x="1338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h2000"/>
            <p:cNvSpPr/>
            <p:nvPr/>
          </p:nvSpPr>
          <p:spPr>
            <a:xfrm>
              <a:off x="2725068" y="3224445"/>
              <a:ext cx="4245" cy="3044"/>
            </a:xfrm>
            <a:custGeom>
              <a:avLst/>
              <a:pathLst>
                <a:path w="4245" h="3044">
                  <a:moveTo>
                    <a:pt x="0" y="3044"/>
                  </a:moveTo>
                  <a:lnTo>
                    <a:pt x="2166" y="0"/>
                  </a:lnTo>
                  <a:lnTo>
                    <a:pt x="4245" y="19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h2001"/>
            <p:cNvSpPr/>
            <p:nvPr/>
          </p:nvSpPr>
          <p:spPr>
            <a:xfrm>
              <a:off x="2729371" y="3200286"/>
              <a:ext cx="48993" cy="46458"/>
            </a:xfrm>
            <a:custGeom>
              <a:avLst/>
              <a:pathLst>
                <a:path w="48993" h="46458">
                  <a:moveTo>
                    <a:pt x="16906" y="5178"/>
                  </a:moveTo>
                  <a:lnTo>
                    <a:pt x="18255" y="8085"/>
                  </a:lnTo>
                  <a:lnTo>
                    <a:pt x="21994" y="5398"/>
                  </a:lnTo>
                  <a:lnTo>
                    <a:pt x="25508" y="5074"/>
                  </a:lnTo>
                  <a:lnTo>
                    <a:pt x="27232" y="7888"/>
                  </a:lnTo>
                  <a:lnTo>
                    <a:pt x="31140" y="6915"/>
                  </a:lnTo>
                  <a:lnTo>
                    <a:pt x="33135" y="7498"/>
                  </a:lnTo>
                  <a:lnTo>
                    <a:pt x="31182" y="10112"/>
                  </a:lnTo>
                  <a:lnTo>
                    <a:pt x="36770" y="15656"/>
                  </a:lnTo>
                  <a:lnTo>
                    <a:pt x="40986" y="16710"/>
                  </a:lnTo>
                  <a:lnTo>
                    <a:pt x="42426" y="16215"/>
                  </a:lnTo>
                  <a:lnTo>
                    <a:pt x="43725" y="17514"/>
                  </a:lnTo>
                  <a:lnTo>
                    <a:pt x="42404" y="23253"/>
                  </a:lnTo>
                  <a:lnTo>
                    <a:pt x="47085" y="22455"/>
                  </a:lnTo>
                  <a:lnTo>
                    <a:pt x="48993" y="23584"/>
                  </a:lnTo>
                  <a:lnTo>
                    <a:pt x="45268" y="26742"/>
                  </a:lnTo>
                  <a:lnTo>
                    <a:pt x="40297" y="25990"/>
                  </a:lnTo>
                  <a:lnTo>
                    <a:pt x="39713" y="28932"/>
                  </a:lnTo>
                  <a:lnTo>
                    <a:pt x="35733" y="34972"/>
                  </a:lnTo>
                  <a:lnTo>
                    <a:pt x="27423" y="40205"/>
                  </a:lnTo>
                  <a:lnTo>
                    <a:pt x="26916" y="41394"/>
                  </a:lnTo>
                  <a:lnTo>
                    <a:pt x="24635" y="39959"/>
                  </a:lnTo>
                  <a:lnTo>
                    <a:pt x="22948" y="41208"/>
                  </a:lnTo>
                  <a:lnTo>
                    <a:pt x="23175" y="46458"/>
                  </a:lnTo>
                  <a:lnTo>
                    <a:pt x="13387" y="44265"/>
                  </a:lnTo>
                  <a:lnTo>
                    <a:pt x="13175" y="43037"/>
                  </a:lnTo>
                  <a:lnTo>
                    <a:pt x="14463" y="41323"/>
                  </a:lnTo>
                  <a:lnTo>
                    <a:pt x="12901" y="37073"/>
                  </a:lnTo>
                  <a:lnTo>
                    <a:pt x="9256" y="40603"/>
                  </a:lnTo>
                  <a:lnTo>
                    <a:pt x="5374" y="40971"/>
                  </a:lnTo>
                  <a:lnTo>
                    <a:pt x="3670" y="38550"/>
                  </a:lnTo>
                  <a:lnTo>
                    <a:pt x="2165" y="33438"/>
                  </a:lnTo>
                  <a:lnTo>
                    <a:pt x="4812" y="29262"/>
                  </a:lnTo>
                  <a:lnTo>
                    <a:pt x="7311" y="27735"/>
                  </a:lnTo>
                  <a:lnTo>
                    <a:pt x="6650" y="22728"/>
                  </a:lnTo>
                  <a:lnTo>
                    <a:pt x="4900" y="19995"/>
                  </a:lnTo>
                  <a:lnTo>
                    <a:pt x="2688" y="18183"/>
                  </a:lnTo>
                  <a:lnTo>
                    <a:pt x="1175" y="18412"/>
                  </a:lnTo>
                  <a:lnTo>
                    <a:pt x="0" y="16043"/>
                  </a:lnTo>
                  <a:lnTo>
                    <a:pt x="589" y="12310"/>
                  </a:lnTo>
                  <a:lnTo>
                    <a:pt x="2256" y="11764"/>
                  </a:lnTo>
                  <a:lnTo>
                    <a:pt x="9634" y="19638"/>
                  </a:lnTo>
                  <a:lnTo>
                    <a:pt x="15338" y="14955"/>
                  </a:lnTo>
                  <a:lnTo>
                    <a:pt x="9703" y="5759"/>
                  </a:lnTo>
                  <a:lnTo>
                    <a:pt x="7729" y="6174"/>
                  </a:lnTo>
                  <a:lnTo>
                    <a:pt x="5193" y="3090"/>
                  </a:lnTo>
                  <a:lnTo>
                    <a:pt x="7716" y="2299"/>
                  </a:lnTo>
                  <a:lnTo>
                    <a:pt x="13529" y="0"/>
                  </a:lnTo>
                  <a:lnTo>
                    <a:pt x="12654" y="294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h2002"/>
            <p:cNvSpPr/>
            <p:nvPr/>
          </p:nvSpPr>
          <p:spPr>
            <a:xfrm>
              <a:off x="2913574" y="3171346"/>
              <a:ext cx="27194" cy="27399"/>
            </a:xfrm>
            <a:custGeom>
              <a:avLst/>
              <a:pathLst>
                <a:path w="27194" h="27399">
                  <a:moveTo>
                    <a:pt x="7067" y="0"/>
                  </a:moveTo>
                  <a:lnTo>
                    <a:pt x="8196" y="583"/>
                  </a:lnTo>
                  <a:lnTo>
                    <a:pt x="9672" y="2281"/>
                  </a:lnTo>
                  <a:lnTo>
                    <a:pt x="14808" y="3724"/>
                  </a:lnTo>
                  <a:lnTo>
                    <a:pt x="18933" y="6202"/>
                  </a:lnTo>
                  <a:lnTo>
                    <a:pt x="18761" y="9155"/>
                  </a:lnTo>
                  <a:lnTo>
                    <a:pt x="22973" y="15533"/>
                  </a:lnTo>
                  <a:lnTo>
                    <a:pt x="27194" y="22954"/>
                  </a:lnTo>
                  <a:lnTo>
                    <a:pt x="25519" y="26170"/>
                  </a:lnTo>
                  <a:lnTo>
                    <a:pt x="23787" y="26901"/>
                  </a:lnTo>
                  <a:lnTo>
                    <a:pt x="22114" y="23479"/>
                  </a:lnTo>
                  <a:lnTo>
                    <a:pt x="16606" y="27029"/>
                  </a:lnTo>
                  <a:lnTo>
                    <a:pt x="14561" y="27399"/>
                  </a:lnTo>
                  <a:lnTo>
                    <a:pt x="12226" y="23759"/>
                  </a:lnTo>
                  <a:lnTo>
                    <a:pt x="7885" y="25061"/>
                  </a:lnTo>
                  <a:lnTo>
                    <a:pt x="6357" y="24669"/>
                  </a:lnTo>
                  <a:lnTo>
                    <a:pt x="5068" y="23094"/>
                  </a:lnTo>
                  <a:lnTo>
                    <a:pt x="6848" y="21984"/>
                  </a:lnTo>
                  <a:lnTo>
                    <a:pt x="9362" y="22352"/>
                  </a:lnTo>
                  <a:lnTo>
                    <a:pt x="10131" y="21032"/>
                  </a:lnTo>
                  <a:lnTo>
                    <a:pt x="7702" y="14434"/>
                  </a:lnTo>
                  <a:lnTo>
                    <a:pt x="3227" y="11862"/>
                  </a:lnTo>
                  <a:lnTo>
                    <a:pt x="10720" y="5569"/>
                  </a:lnTo>
                  <a:lnTo>
                    <a:pt x="6980" y="4720"/>
                  </a:lnTo>
                  <a:lnTo>
                    <a:pt x="4902" y="7538"/>
                  </a:lnTo>
                  <a:lnTo>
                    <a:pt x="1849" y="6372"/>
                  </a:lnTo>
                  <a:lnTo>
                    <a:pt x="0" y="6365"/>
                  </a:lnTo>
                  <a:lnTo>
                    <a:pt x="2428" y="4440"/>
                  </a:lnTo>
                  <a:lnTo>
                    <a:pt x="2330" y="153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h2003"/>
            <p:cNvSpPr/>
            <p:nvPr/>
          </p:nvSpPr>
          <p:spPr>
            <a:xfrm>
              <a:off x="2827894" y="3110878"/>
              <a:ext cx="19438" cy="28314"/>
            </a:xfrm>
            <a:custGeom>
              <a:avLst/>
              <a:pathLst>
                <a:path w="19438" h="28314">
                  <a:moveTo>
                    <a:pt x="17873" y="2298"/>
                  </a:moveTo>
                  <a:lnTo>
                    <a:pt x="19438" y="5368"/>
                  </a:lnTo>
                  <a:lnTo>
                    <a:pt x="18815" y="18398"/>
                  </a:lnTo>
                  <a:lnTo>
                    <a:pt x="15461" y="17433"/>
                  </a:lnTo>
                  <a:lnTo>
                    <a:pt x="15990" y="16700"/>
                  </a:lnTo>
                  <a:lnTo>
                    <a:pt x="13274" y="14084"/>
                  </a:lnTo>
                  <a:lnTo>
                    <a:pt x="11798" y="16556"/>
                  </a:lnTo>
                  <a:lnTo>
                    <a:pt x="16011" y="19364"/>
                  </a:lnTo>
                  <a:lnTo>
                    <a:pt x="15862" y="20944"/>
                  </a:lnTo>
                  <a:lnTo>
                    <a:pt x="16042" y="22422"/>
                  </a:lnTo>
                  <a:lnTo>
                    <a:pt x="13945" y="27549"/>
                  </a:lnTo>
                  <a:lnTo>
                    <a:pt x="12074" y="28314"/>
                  </a:lnTo>
                  <a:lnTo>
                    <a:pt x="7492" y="26802"/>
                  </a:lnTo>
                  <a:lnTo>
                    <a:pt x="4722" y="25711"/>
                  </a:lnTo>
                  <a:lnTo>
                    <a:pt x="5634" y="24402"/>
                  </a:lnTo>
                  <a:lnTo>
                    <a:pt x="5116" y="23237"/>
                  </a:lnTo>
                  <a:lnTo>
                    <a:pt x="2611" y="19739"/>
                  </a:lnTo>
                  <a:lnTo>
                    <a:pt x="604" y="17869"/>
                  </a:lnTo>
                  <a:lnTo>
                    <a:pt x="0" y="18057"/>
                  </a:lnTo>
                  <a:lnTo>
                    <a:pt x="3115" y="15754"/>
                  </a:lnTo>
                  <a:lnTo>
                    <a:pt x="2638" y="14283"/>
                  </a:lnTo>
                  <a:lnTo>
                    <a:pt x="5948" y="8798"/>
                  </a:lnTo>
                  <a:lnTo>
                    <a:pt x="11738" y="2909"/>
                  </a:lnTo>
                  <a:lnTo>
                    <a:pt x="1576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h2004"/>
            <p:cNvSpPr/>
            <p:nvPr/>
          </p:nvSpPr>
          <p:spPr>
            <a:xfrm>
              <a:off x="2891754" y="3162286"/>
              <a:ext cx="15122" cy="18519"/>
            </a:xfrm>
            <a:custGeom>
              <a:avLst/>
              <a:pathLst>
                <a:path w="15122" h="18519">
                  <a:moveTo>
                    <a:pt x="14363" y="0"/>
                  </a:moveTo>
                  <a:lnTo>
                    <a:pt x="15122" y="3966"/>
                  </a:lnTo>
                  <a:lnTo>
                    <a:pt x="8241" y="7898"/>
                  </a:lnTo>
                  <a:lnTo>
                    <a:pt x="7211" y="11153"/>
                  </a:lnTo>
                  <a:lnTo>
                    <a:pt x="11717" y="11534"/>
                  </a:lnTo>
                  <a:lnTo>
                    <a:pt x="13233" y="13851"/>
                  </a:lnTo>
                  <a:lnTo>
                    <a:pt x="13247" y="14817"/>
                  </a:lnTo>
                  <a:lnTo>
                    <a:pt x="11748" y="16461"/>
                  </a:lnTo>
                  <a:lnTo>
                    <a:pt x="8408" y="18519"/>
                  </a:lnTo>
                  <a:lnTo>
                    <a:pt x="5857" y="17500"/>
                  </a:lnTo>
                  <a:lnTo>
                    <a:pt x="5427" y="15741"/>
                  </a:lnTo>
                  <a:lnTo>
                    <a:pt x="4320" y="14825"/>
                  </a:lnTo>
                  <a:lnTo>
                    <a:pt x="229" y="16572"/>
                  </a:lnTo>
                  <a:lnTo>
                    <a:pt x="0" y="11567"/>
                  </a:lnTo>
                  <a:lnTo>
                    <a:pt x="6202" y="8282"/>
                  </a:lnTo>
                  <a:lnTo>
                    <a:pt x="9262" y="277"/>
                  </a:lnTo>
                  <a:lnTo>
                    <a:pt x="10843" y="113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h2005"/>
            <p:cNvSpPr/>
            <p:nvPr/>
          </p:nvSpPr>
          <p:spPr>
            <a:xfrm>
              <a:off x="2852446" y="2993213"/>
              <a:ext cx="12375" cy="3845"/>
            </a:xfrm>
            <a:custGeom>
              <a:avLst/>
              <a:pathLst>
                <a:path w="12375" h="3845">
                  <a:moveTo>
                    <a:pt x="9887" y="740"/>
                  </a:moveTo>
                  <a:lnTo>
                    <a:pt x="11737" y="1520"/>
                  </a:lnTo>
                  <a:lnTo>
                    <a:pt x="12375" y="3048"/>
                  </a:lnTo>
                  <a:lnTo>
                    <a:pt x="9955" y="2694"/>
                  </a:lnTo>
                  <a:lnTo>
                    <a:pt x="3740" y="2422"/>
                  </a:lnTo>
                  <a:lnTo>
                    <a:pt x="447" y="3845"/>
                  </a:lnTo>
                  <a:lnTo>
                    <a:pt x="50" y="2660"/>
                  </a:lnTo>
                  <a:lnTo>
                    <a:pt x="0" y="556"/>
                  </a:lnTo>
                  <a:lnTo>
                    <a:pt x="152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h2006"/>
            <p:cNvSpPr/>
            <p:nvPr/>
          </p:nvSpPr>
          <p:spPr>
            <a:xfrm>
              <a:off x="2782652" y="3103538"/>
              <a:ext cx="4460" cy="3787"/>
            </a:xfrm>
            <a:custGeom>
              <a:avLst/>
              <a:pathLst>
                <a:path w="4460" h="3787">
                  <a:moveTo>
                    <a:pt x="2112" y="196"/>
                  </a:moveTo>
                  <a:lnTo>
                    <a:pt x="4460" y="2061"/>
                  </a:lnTo>
                  <a:lnTo>
                    <a:pt x="725" y="3787"/>
                  </a:lnTo>
                  <a:lnTo>
                    <a:pt x="0" y="2868"/>
                  </a:lnTo>
                  <a:lnTo>
                    <a:pt x="137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h2007"/>
            <p:cNvSpPr/>
            <p:nvPr/>
          </p:nvSpPr>
          <p:spPr>
            <a:xfrm>
              <a:off x="2880529" y="3114686"/>
              <a:ext cx="34464" cy="27867"/>
            </a:xfrm>
            <a:custGeom>
              <a:avLst/>
              <a:pathLst>
                <a:path w="34464" h="27867">
                  <a:moveTo>
                    <a:pt x="10077" y="0"/>
                  </a:moveTo>
                  <a:lnTo>
                    <a:pt x="17979" y="3025"/>
                  </a:lnTo>
                  <a:lnTo>
                    <a:pt x="28961" y="5560"/>
                  </a:lnTo>
                  <a:lnTo>
                    <a:pt x="34464" y="6097"/>
                  </a:lnTo>
                  <a:lnTo>
                    <a:pt x="34257" y="6306"/>
                  </a:lnTo>
                  <a:lnTo>
                    <a:pt x="31730" y="8478"/>
                  </a:lnTo>
                  <a:lnTo>
                    <a:pt x="30638" y="10998"/>
                  </a:lnTo>
                  <a:lnTo>
                    <a:pt x="27657" y="12745"/>
                  </a:lnTo>
                  <a:lnTo>
                    <a:pt x="23174" y="13930"/>
                  </a:lnTo>
                  <a:lnTo>
                    <a:pt x="23627" y="23536"/>
                  </a:lnTo>
                  <a:lnTo>
                    <a:pt x="20215" y="23547"/>
                  </a:lnTo>
                  <a:lnTo>
                    <a:pt x="17474" y="27110"/>
                  </a:lnTo>
                  <a:lnTo>
                    <a:pt x="15401" y="26426"/>
                  </a:lnTo>
                  <a:lnTo>
                    <a:pt x="15010" y="24659"/>
                  </a:lnTo>
                  <a:lnTo>
                    <a:pt x="14082" y="24271"/>
                  </a:lnTo>
                  <a:lnTo>
                    <a:pt x="12823" y="26310"/>
                  </a:lnTo>
                  <a:lnTo>
                    <a:pt x="9555" y="27867"/>
                  </a:lnTo>
                  <a:lnTo>
                    <a:pt x="5770" y="26569"/>
                  </a:lnTo>
                  <a:lnTo>
                    <a:pt x="473" y="15645"/>
                  </a:lnTo>
                  <a:lnTo>
                    <a:pt x="0" y="11298"/>
                  </a:lnTo>
                  <a:lnTo>
                    <a:pt x="1833" y="13115"/>
                  </a:lnTo>
                  <a:lnTo>
                    <a:pt x="3193" y="12946"/>
                  </a:lnTo>
                  <a:lnTo>
                    <a:pt x="3403" y="10204"/>
                  </a:lnTo>
                  <a:lnTo>
                    <a:pt x="2311" y="10175"/>
                  </a:lnTo>
                  <a:lnTo>
                    <a:pt x="1985" y="8639"/>
                  </a:lnTo>
                  <a:lnTo>
                    <a:pt x="4314" y="4785"/>
                  </a:lnTo>
                  <a:lnTo>
                    <a:pt x="6361" y="5792"/>
                  </a:lnTo>
                  <a:lnTo>
                    <a:pt x="8580" y="4554"/>
                  </a:lnTo>
                  <a:lnTo>
                    <a:pt x="7906" y="293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h2008"/>
            <p:cNvSpPr/>
            <p:nvPr/>
          </p:nvSpPr>
          <p:spPr>
            <a:xfrm>
              <a:off x="2872089" y="2980787"/>
              <a:ext cx="20174" cy="20525"/>
            </a:xfrm>
            <a:custGeom>
              <a:avLst/>
              <a:pathLst>
                <a:path w="20174" h="20525">
                  <a:moveTo>
                    <a:pt x="10114" y="0"/>
                  </a:moveTo>
                  <a:lnTo>
                    <a:pt x="14375" y="232"/>
                  </a:lnTo>
                  <a:lnTo>
                    <a:pt x="14810" y="793"/>
                  </a:lnTo>
                  <a:lnTo>
                    <a:pt x="19701" y="6399"/>
                  </a:lnTo>
                  <a:lnTo>
                    <a:pt x="20174" y="7956"/>
                  </a:lnTo>
                  <a:lnTo>
                    <a:pt x="18317" y="13582"/>
                  </a:lnTo>
                  <a:lnTo>
                    <a:pt x="16919" y="15347"/>
                  </a:lnTo>
                  <a:lnTo>
                    <a:pt x="11187" y="18518"/>
                  </a:lnTo>
                  <a:lnTo>
                    <a:pt x="6631" y="19166"/>
                  </a:lnTo>
                  <a:lnTo>
                    <a:pt x="1541" y="20525"/>
                  </a:lnTo>
                  <a:lnTo>
                    <a:pt x="0" y="14275"/>
                  </a:lnTo>
                  <a:lnTo>
                    <a:pt x="342" y="11515"/>
                  </a:lnTo>
                  <a:lnTo>
                    <a:pt x="3039" y="9099"/>
                  </a:lnTo>
                  <a:lnTo>
                    <a:pt x="4279" y="4277"/>
                  </a:lnTo>
                  <a:lnTo>
                    <a:pt x="5396" y="1037"/>
                  </a:lnTo>
                  <a:lnTo>
                    <a:pt x="7398" y="115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h2009"/>
            <p:cNvSpPr/>
            <p:nvPr/>
          </p:nvSpPr>
          <p:spPr>
            <a:xfrm>
              <a:off x="2861973" y="2984829"/>
              <a:ext cx="6596" cy="9904"/>
            </a:xfrm>
            <a:custGeom>
              <a:avLst/>
              <a:pathLst>
                <a:path w="6596" h="9904">
                  <a:moveTo>
                    <a:pt x="3836" y="106"/>
                  </a:moveTo>
                  <a:lnTo>
                    <a:pt x="6596" y="2609"/>
                  </a:lnTo>
                  <a:lnTo>
                    <a:pt x="4559" y="4373"/>
                  </a:lnTo>
                  <a:lnTo>
                    <a:pt x="3036" y="5145"/>
                  </a:lnTo>
                  <a:lnTo>
                    <a:pt x="3091" y="8347"/>
                  </a:lnTo>
                  <a:lnTo>
                    <a:pt x="2210" y="9904"/>
                  </a:lnTo>
                  <a:lnTo>
                    <a:pt x="360" y="9124"/>
                  </a:lnTo>
                  <a:lnTo>
                    <a:pt x="0" y="4586"/>
                  </a:lnTo>
                  <a:lnTo>
                    <a:pt x="291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h2010"/>
            <p:cNvSpPr/>
            <p:nvPr/>
          </p:nvSpPr>
          <p:spPr>
            <a:xfrm>
              <a:off x="2816702" y="2929140"/>
              <a:ext cx="34512" cy="15673"/>
            </a:xfrm>
            <a:custGeom>
              <a:avLst/>
              <a:pathLst>
                <a:path w="34512" h="15673">
                  <a:moveTo>
                    <a:pt x="10826" y="2838"/>
                  </a:moveTo>
                  <a:lnTo>
                    <a:pt x="17172" y="2938"/>
                  </a:lnTo>
                  <a:lnTo>
                    <a:pt x="19345" y="2361"/>
                  </a:lnTo>
                  <a:lnTo>
                    <a:pt x="21973" y="0"/>
                  </a:lnTo>
                  <a:lnTo>
                    <a:pt x="24530" y="2091"/>
                  </a:lnTo>
                  <a:lnTo>
                    <a:pt x="26059" y="4763"/>
                  </a:lnTo>
                  <a:lnTo>
                    <a:pt x="27156" y="5247"/>
                  </a:lnTo>
                  <a:lnTo>
                    <a:pt x="30512" y="3324"/>
                  </a:lnTo>
                  <a:lnTo>
                    <a:pt x="34512" y="6967"/>
                  </a:lnTo>
                  <a:lnTo>
                    <a:pt x="32810" y="11004"/>
                  </a:lnTo>
                  <a:lnTo>
                    <a:pt x="30581" y="9477"/>
                  </a:lnTo>
                  <a:lnTo>
                    <a:pt x="28587" y="9584"/>
                  </a:lnTo>
                  <a:lnTo>
                    <a:pt x="18265" y="15673"/>
                  </a:lnTo>
                  <a:lnTo>
                    <a:pt x="16022" y="14041"/>
                  </a:lnTo>
                  <a:lnTo>
                    <a:pt x="16175" y="11303"/>
                  </a:lnTo>
                  <a:lnTo>
                    <a:pt x="13308" y="9870"/>
                  </a:lnTo>
                  <a:lnTo>
                    <a:pt x="8435" y="9711"/>
                  </a:lnTo>
                  <a:lnTo>
                    <a:pt x="5261" y="11575"/>
                  </a:lnTo>
                  <a:lnTo>
                    <a:pt x="2826" y="11892"/>
                  </a:lnTo>
                  <a:lnTo>
                    <a:pt x="3463" y="8307"/>
                  </a:lnTo>
                  <a:lnTo>
                    <a:pt x="0" y="6040"/>
                  </a:lnTo>
                  <a:lnTo>
                    <a:pt x="2855" y="2202"/>
                  </a:lnTo>
                  <a:lnTo>
                    <a:pt x="5306" y="150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h2011"/>
            <p:cNvSpPr/>
            <p:nvPr/>
          </p:nvSpPr>
          <p:spPr>
            <a:xfrm>
              <a:off x="2790161" y="3192305"/>
              <a:ext cx="25722" cy="20087"/>
            </a:xfrm>
            <a:custGeom>
              <a:avLst/>
              <a:pathLst>
                <a:path w="25722" h="20087">
                  <a:moveTo>
                    <a:pt x="25722" y="1818"/>
                  </a:moveTo>
                  <a:lnTo>
                    <a:pt x="22810" y="3406"/>
                  </a:lnTo>
                  <a:lnTo>
                    <a:pt x="22145" y="6432"/>
                  </a:lnTo>
                  <a:lnTo>
                    <a:pt x="20979" y="6071"/>
                  </a:lnTo>
                  <a:lnTo>
                    <a:pt x="19922" y="9334"/>
                  </a:lnTo>
                  <a:lnTo>
                    <a:pt x="23375" y="10576"/>
                  </a:lnTo>
                  <a:lnTo>
                    <a:pt x="23310" y="11449"/>
                  </a:lnTo>
                  <a:lnTo>
                    <a:pt x="16388" y="12280"/>
                  </a:lnTo>
                  <a:lnTo>
                    <a:pt x="15666" y="13827"/>
                  </a:lnTo>
                  <a:lnTo>
                    <a:pt x="16460" y="14027"/>
                  </a:lnTo>
                  <a:lnTo>
                    <a:pt x="15853" y="20087"/>
                  </a:lnTo>
                  <a:lnTo>
                    <a:pt x="9534" y="15655"/>
                  </a:lnTo>
                  <a:lnTo>
                    <a:pt x="2545" y="14939"/>
                  </a:lnTo>
                  <a:lnTo>
                    <a:pt x="969" y="12985"/>
                  </a:lnTo>
                  <a:lnTo>
                    <a:pt x="1836" y="11665"/>
                  </a:lnTo>
                  <a:lnTo>
                    <a:pt x="0" y="3983"/>
                  </a:lnTo>
                  <a:lnTo>
                    <a:pt x="1429" y="1382"/>
                  </a:lnTo>
                  <a:lnTo>
                    <a:pt x="3833" y="1841"/>
                  </a:lnTo>
                  <a:lnTo>
                    <a:pt x="3566" y="3998"/>
                  </a:lnTo>
                  <a:lnTo>
                    <a:pt x="5722" y="3779"/>
                  </a:lnTo>
                  <a:lnTo>
                    <a:pt x="7099" y="1970"/>
                  </a:lnTo>
                  <a:lnTo>
                    <a:pt x="13849" y="1479"/>
                  </a:lnTo>
                  <a:lnTo>
                    <a:pt x="14417" y="2230"/>
                  </a:lnTo>
                  <a:lnTo>
                    <a:pt x="2146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h2012"/>
            <p:cNvSpPr/>
            <p:nvPr/>
          </p:nvSpPr>
          <p:spPr>
            <a:xfrm>
              <a:off x="2781004" y="3231235"/>
              <a:ext cx="21381" cy="33845"/>
            </a:xfrm>
            <a:custGeom>
              <a:avLst/>
              <a:pathLst>
                <a:path w="21381" h="33845">
                  <a:moveTo>
                    <a:pt x="14802" y="0"/>
                  </a:moveTo>
                  <a:lnTo>
                    <a:pt x="16171" y="391"/>
                  </a:lnTo>
                  <a:lnTo>
                    <a:pt x="19278" y="3441"/>
                  </a:lnTo>
                  <a:lnTo>
                    <a:pt x="21290" y="6382"/>
                  </a:lnTo>
                  <a:lnTo>
                    <a:pt x="21381" y="8768"/>
                  </a:lnTo>
                  <a:lnTo>
                    <a:pt x="19822" y="10662"/>
                  </a:lnTo>
                  <a:lnTo>
                    <a:pt x="19593" y="15584"/>
                  </a:lnTo>
                  <a:lnTo>
                    <a:pt x="21093" y="17805"/>
                  </a:lnTo>
                  <a:lnTo>
                    <a:pt x="19586" y="20216"/>
                  </a:lnTo>
                  <a:lnTo>
                    <a:pt x="19942" y="22560"/>
                  </a:lnTo>
                  <a:lnTo>
                    <a:pt x="19513" y="23727"/>
                  </a:lnTo>
                  <a:lnTo>
                    <a:pt x="13918" y="25409"/>
                  </a:lnTo>
                  <a:lnTo>
                    <a:pt x="13496" y="24533"/>
                  </a:lnTo>
                  <a:lnTo>
                    <a:pt x="14282" y="23848"/>
                  </a:lnTo>
                  <a:lnTo>
                    <a:pt x="12601" y="22540"/>
                  </a:lnTo>
                  <a:lnTo>
                    <a:pt x="8431" y="23427"/>
                  </a:lnTo>
                  <a:lnTo>
                    <a:pt x="9437" y="31384"/>
                  </a:lnTo>
                  <a:lnTo>
                    <a:pt x="11019" y="33845"/>
                  </a:lnTo>
                  <a:lnTo>
                    <a:pt x="8548" y="33838"/>
                  </a:lnTo>
                  <a:lnTo>
                    <a:pt x="5723" y="30579"/>
                  </a:lnTo>
                  <a:lnTo>
                    <a:pt x="6663" y="24429"/>
                  </a:lnTo>
                  <a:lnTo>
                    <a:pt x="4990" y="23820"/>
                  </a:lnTo>
                  <a:lnTo>
                    <a:pt x="2900" y="25308"/>
                  </a:lnTo>
                  <a:lnTo>
                    <a:pt x="691" y="25543"/>
                  </a:lnTo>
                  <a:lnTo>
                    <a:pt x="0" y="24306"/>
                  </a:lnTo>
                  <a:lnTo>
                    <a:pt x="7800" y="21094"/>
                  </a:lnTo>
                  <a:lnTo>
                    <a:pt x="13881" y="20666"/>
                  </a:lnTo>
                  <a:lnTo>
                    <a:pt x="15729" y="18622"/>
                  </a:lnTo>
                  <a:lnTo>
                    <a:pt x="15939" y="15839"/>
                  </a:lnTo>
                  <a:lnTo>
                    <a:pt x="9153" y="11491"/>
                  </a:lnTo>
                  <a:lnTo>
                    <a:pt x="6393" y="11741"/>
                  </a:lnTo>
                  <a:lnTo>
                    <a:pt x="4695" y="12773"/>
                  </a:lnTo>
                  <a:lnTo>
                    <a:pt x="2583" y="11451"/>
                  </a:lnTo>
                  <a:lnTo>
                    <a:pt x="1493" y="9897"/>
                  </a:lnTo>
                  <a:lnTo>
                    <a:pt x="455" y="5587"/>
                  </a:lnTo>
                  <a:lnTo>
                    <a:pt x="3178" y="2219"/>
                  </a:lnTo>
                  <a:lnTo>
                    <a:pt x="4478" y="1949"/>
                  </a:lnTo>
                  <a:lnTo>
                    <a:pt x="6657" y="2709"/>
                  </a:lnTo>
                  <a:lnTo>
                    <a:pt x="8440" y="4481"/>
                  </a:lnTo>
                  <a:lnTo>
                    <a:pt x="11021" y="490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h2013"/>
            <p:cNvSpPr/>
            <p:nvPr/>
          </p:nvSpPr>
          <p:spPr>
            <a:xfrm>
              <a:off x="2813788" y="3157879"/>
              <a:ext cx="15910" cy="6094"/>
            </a:xfrm>
            <a:custGeom>
              <a:avLst/>
              <a:pathLst>
                <a:path w="15910" h="6094">
                  <a:moveTo>
                    <a:pt x="6190" y="1391"/>
                  </a:moveTo>
                  <a:lnTo>
                    <a:pt x="9746" y="3633"/>
                  </a:lnTo>
                  <a:lnTo>
                    <a:pt x="14329" y="4023"/>
                  </a:lnTo>
                  <a:lnTo>
                    <a:pt x="15910" y="5947"/>
                  </a:lnTo>
                  <a:lnTo>
                    <a:pt x="12609" y="6094"/>
                  </a:lnTo>
                  <a:lnTo>
                    <a:pt x="1104" y="2914"/>
                  </a:lnTo>
                  <a:lnTo>
                    <a:pt x="0" y="1428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h2014"/>
            <p:cNvSpPr/>
            <p:nvPr/>
          </p:nvSpPr>
          <p:spPr>
            <a:xfrm>
              <a:off x="2835434" y="2958846"/>
              <a:ext cx="26172" cy="19943"/>
            </a:xfrm>
            <a:custGeom>
              <a:avLst/>
              <a:pathLst>
                <a:path w="26172" h="19943">
                  <a:moveTo>
                    <a:pt x="13556" y="0"/>
                  </a:moveTo>
                  <a:lnTo>
                    <a:pt x="16252" y="4532"/>
                  </a:lnTo>
                  <a:lnTo>
                    <a:pt x="17907" y="11706"/>
                  </a:lnTo>
                  <a:lnTo>
                    <a:pt x="21810" y="13527"/>
                  </a:lnTo>
                  <a:lnTo>
                    <a:pt x="26172" y="14130"/>
                  </a:lnTo>
                  <a:lnTo>
                    <a:pt x="24116" y="18723"/>
                  </a:lnTo>
                  <a:lnTo>
                    <a:pt x="21490" y="19943"/>
                  </a:lnTo>
                  <a:lnTo>
                    <a:pt x="21576" y="16584"/>
                  </a:lnTo>
                  <a:lnTo>
                    <a:pt x="18343" y="14214"/>
                  </a:lnTo>
                  <a:lnTo>
                    <a:pt x="15910" y="17418"/>
                  </a:lnTo>
                  <a:lnTo>
                    <a:pt x="11440" y="16918"/>
                  </a:lnTo>
                  <a:lnTo>
                    <a:pt x="10437" y="17649"/>
                  </a:lnTo>
                  <a:lnTo>
                    <a:pt x="7644" y="14819"/>
                  </a:lnTo>
                  <a:lnTo>
                    <a:pt x="6650" y="11867"/>
                  </a:lnTo>
                  <a:lnTo>
                    <a:pt x="4728" y="12926"/>
                  </a:lnTo>
                  <a:lnTo>
                    <a:pt x="2706" y="11779"/>
                  </a:lnTo>
                  <a:lnTo>
                    <a:pt x="882" y="11835"/>
                  </a:lnTo>
                  <a:lnTo>
                    <a:pt x="0" y="7583"/>
                  </a:lnTo>
                  <a:lnTo>
                    <a:pt x="368" y="6400"/>
                  </a:lnTo>
                  <a:lnTo>
                    <a:pt x="355" y="3031"/>
                  </a:lnTo>
                  <a:lnTo>
                    <a:pt x="4495" y="1642"/>
                  </a:lnTo>
                  <a:lnTo>
                    <a:pt x="8148" y="235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h2015"/>
            <p:cNvSpPr/>
            <p:nvPr/>
          </p:nvSpPr>
          <p:spPr>
            <a:xfrm>
              <a:off x="2785885" y="3107267"/>
              <a:ext cx="9250" cy="10906"/>
            </a:xfrm>
            <a:custGeom>
              <a:avLst/>
              <a:pathLst>
                <a:path w="9250" h="10906">
                  <a:moveTo>
                    <a:pt x="7665" y="375"/>
                  </a:moveTo>
                  <a:lnTo>
                    <a:pt x="9250" y="2872"/>
                  </a:lnTo>
                  <a:lnTo>
                    <a:pt x="7483" y="9556"/>
                  </a:lnTo>
                  <a:lnTo>
                    <a:pt x="4775" y="10836"/>
                  </a:lnTo>
                  <a:lnTo>
                    <a:pt x="1713" y="9767"/>
                  </a:lnTo>
                  <a:lnTo>
                    <a:pt x="913" y="10906"/>
                  </a:lnTo>
                  <a:lnTo>
                    <a:pt x="0" y="10249"/>
                  </a:lnTo>
                  <a:lnTo>
                    <a:pt x="503" y="8298"/>
                  </a:lnTo>
                  <a:lnTo>
                    <a:pt x="2329" y="7745"/>
                  </a:lnTo>
                  <a:lnTo>
                    <a:pt x="4726" y="4809"/>
                  </a:lnTo>
                  <a:lnTo>
                    <a:pt x="4828" y="2938"/>
                  </a:lnTo>
                  <a:lnTo>
                    <a:pt x="3527" y="2002"/>
                  </a:lnTo>
                  <a:lnTo>
                    <a:pt x="447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h2016"/>
            <p:cNvSpPr/>
            <p:nvPr/>
          </p:nvSpPr>
          <p:spPr>
            <a:xfrm>
              <a:off x="2806603" y="3123873"/>
              <a:ext cx="24406" cy="16839"/>
            </a:xfrm>
            <a:custGeom>
              <a:avLst/>
              <a:pathLst>
                <a:path w="24406" h="16839">
                  <a:moveTo>
                    <a:pt x="19877" y="0"/>
                  </a:moveTo>
                  <a:lnTo>
                    <a:pt x="24406" y="2760"/>
                  </a:lnTo>
                  <a:lnTo>
                    <a:pt x="21290" y="5062"/>
                  </a:lnTo>
                  <a:lnTo>
                    <a:pt x="22997" y="8268"/>
                  </a:lnTo>
                  <a:lnTo>
                    <a:pt x="22442" y="10478"/>
                  </a:lnTo>
                  <a:lnTo>
                    <a:pt x="11112" y="16314"/>
                  </a:lnTo>
                  <a:lnTo>
                    <a:pt x="8056" y="16839"/>
                  </a:lnTo>
                  <a:lnTo>
                    <a:pt x="5420" y="15365"/>
                  </a:lnTo>
                  <a:lnTo>
                    <a:pt x="1523" y="11195"/>
                  </a:lnTo>
                  <a:lnTo>
                    <a:pt x="126" y="8091"/>
                  </a:lnTo>
                  <a:lnTo>
                    <a:pt x="0" y="4900"/>
                  </a:lnTo>
                  <a:lnTo>
                    <a:pt x="15588" y="302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h2017"/>
            <p:cNvSpPr/>
            <p:nvPr/>
          </p:nvSpPr>
          <p:spPr>
            <a:xfrm>
              <a:off x="2841209" y="3000787"/>
              <a:ext cx="10123" cy="13040"/>
            </a:xfrm>
            <a:custGeom>
              <a:avLst/>
              <a:pathLst>
                <a:path w="10123" h="13040">
                  <a:moveTo>
                    <a:pt x="8513" y="1714"/>
                  </a:moveTo>
                  <a:lnTo>
                    <a:pt x="10123" y="8048"/>
                  </a:lnTo>
                  <a:lnTo>
                    <a:pt x="5042" y="12402"/>
                  </a:lnTo>
                  <a:lnTo>
                    <a:pt x="1702" y="13040"/>
                  </a:lnTo>
                  <a:lnTo>
                    <a:pt x="0" y="10149"/>
                  </a:lnTo>
                  <a:lnTo>
                    <a:pt x="1220" y="6607"/>
                  </a:lnTo>
                  <a:lnTo>
                    <a:pt x="929" y="5156"/>
                  </a:lnTo>
                  <a:lnTo>
                    <a:pt x="604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h2018"/>
            <p:cNvSpPr/>
            <p:nvPr/>
          </p:nvSpPr>
          <p:spPr>
            <a:xfrm>
              <a:off x="2841840" y="3131823"/>
              <a:ext cx="8693" cy="9035"/>
            </a:xfrm>
            <a:custGeom>
              <a:avLst/>
              <a:pathLst>
                <a:path w="8693" h="9035">
                  <a:moveTo>
                    <a:pt x="3471" y="951"/>
                  </a:moveTo>
                  <a:lnTo>
                    <a:pt x="2168" y="3187"/>
                  </a:lnTo>
                  <a:lnTo>
                    <a:pt x="6837" y="5383"/>
                  </a:lnTo>
                  <a:lnTo>
                    <a:pt x="8693" y="8501"/>
                  </a:lnTo>
                  <a:lnTo>
                    <a:pt x="4105" y="7151"/>
                  </a:lnTo>
                  <a:lnTo>
                    <a:pt x="3505" y="9035"/>
                  </a:lnTo>
                  <a:lnTo>
                    <a:pt x="2104" y="8070"/>
                  </a:lnTo>
                  <a:lnTo>
                    <a:pt x="0" y="6604"/>
                  </a:lnTo>
                  <a:lnTo>
                    <a:pt x="2096" y="1478"/>
                  </a:lnTo>
                  <a:lnTo>
                    <a:pt x="191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h2019"/>
            <p:cNvSpPr/>
            <p:nvPr/>
          </p:nvSpPr>
          <p:spPr>
            <a:xfrm>
              <a:off x="2826412" y="3236926"/>
              <a:ext cx="24445" cy="26780"/>
            </a:xfrm>
            <a:custGeom>
              <a:avLst/>
              <a:pathLst>
                <a:path w="24445" h="26780">
                  <a:moveTo>
                    <a:pt x="12967" y="0"/>
                  </a:moveTo>
                  <a:lnTo>
                    <a:pt x="17445" y="1957"/>
                  </a:lnTo>
                  <a:lnTo>
                    <a:pt x="18042" y="7892"/>
                  </a:lnTo>
                  <a:lnTo>
                    <a:pt x="19508" y="10344"/>
                  </a:lnTo>
                  <a:lnTo>
                    <a:pt x="24445" y="12308"/>
                  </a:lnTo>
                  <a:lnTo>
                    <a:pt x="21482" y="14751"/>
                  </a:lnTo>
                  <a:lnTo>
                    <a:pt x="21281" y="17013"/>
                  </a:lnTo>
                  <a:lnTo>
                    <a:pt x="20600" y="18836"/>
                  </a:lnTo>
                  <a:lnTo>
                    <a:pt x="9063" y="21656"/>
                  </a:lnTo>
                  <a:lnTo>
                    <a:pt x="9771" y="25890"/>
                  </a:lnTo>
                  <a:lnTo>
                    <a:pt x="9220" y="26780"/>
                  </a:lnTo>
                  <a:lnTo>
                    <a:pt x="5083" y="25623"/>
                  </a:lnTo>
                  <a:lnTo>
                    <a:pt x="4427" y="24513"/>
                  </a:lnTo>
                  <a:lnTo>
                    <a:pt x="4758" y="18677"/>
                  </a:lnTo>
                  <a:lnTo>
                    <a:pt x="2067" y="15041"/>
                  </a:lnTo>
                  <a:lnTo>
                    <a:pt x="0" y="14106"/>
                  </a:lnTo>
                  <a:lnTo>
                    <a:pt x="487" y="10728"/>
                  </a:lnTo>
                  <a:lnTo>
                    <a:pt x="1904" y="11088"/>
                  </a:lnTo>
                  <a:lnTo>
                    <a:pt x="5411" y="7471"/>
                  </a:lnTo>
                  <a:lnTo>
                    <a:pt x="3767" y="5027"/>
                  </a:lnTo>
                  <a:lnTo>
                    <a:pt x="8805" y="105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h2020"/>
            <p:cNvSpPr/>
            <p:nvPr/>
          </p:nvSpPr>
          <p:spPr>
            <a:xfrm>
              <a:off x="2795807" y="3220245"/>
              <a:ext cx="11262" cy="17373"/>
            </a:xfrm>
            <a:custGeom>
              <a:avLst/>
              <a:pathLst>
                <a:path w="11262" h="17373">
                  <a:moveTo>
                    <a:pt x="11262" y="3200"/>
                  </a:moveTo>
                  <a:lnTo>
                    <a:pt x="10311" y="10176"/>
                  </a:lnTo>
                  <a:lnTo>
                    <a:pt x="10919" y="13142"/>
                  </a:lnTo>
                  <a:lnTo>
                    <a:pt x="10716" y="14777"/>
                  </a:lnTo>
                  <a:lnTo>
                    <a:pt x="10219" y="14667"/>
                  </a:lnTo>
                  <a:lnTo>
                    <a:pt x="6487" y="17373"/>
                  </a:lnTo>
                  <a:lnTo>
                    <a:pt x="4475" y="14432"/>
                  </a:lnTo>
                  <a:lnTo>
                    <a:pt x="1368" y="11382"/>
                  </a:lnTo>
                  <a:lnTo>
                    <a:pt x="0" y="10990"/>
                  </a:lnTo>
                  <a:lnTo>
                    <a:pt x="5521" y="3202"/>
                  </a:lnTo>
                  <a:lnTo>
                    <a:pt x="5429" y="1567"/>
                  </a:lnTo>
                  <a:lnTo>
                    <a:pt x="6953" y="790"/>
                  </a:lnTo>
                  <a:lnTo>
                    <a:pt x="8824" y="1548"/>
                  </a:lnTo>
                  <a:lnTo>
                    <a:pt x="934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h2021"/>
            <p:cNvSpPr/>
            <p:nvPr/>
          </p:nvSpPr>
          <p:spPr>
            <a:xfrm>
              <a:off x="2895923" y="2967454"/>
              <a:ext cx="22639" cy="43329"/>
            </a:xfrm>
            <a:custGeom>
              <a:avLst/>
              <a:pathLst>
                <a:path w="22639" h="43329">
                  <a:moveTo>
                    <a:pt x="11620" y="1111"/>
                  </a:moveTo>
                  <a:lnTo>
                    <a:pt x="11034" y="1745"/>
                  </a:lnTo>
                  <a:lnTo>
                    <a:pt x="12164" y="7739"/>
                  </a:lnTo>
                  <a:lnTo>
                    <a:pt x="14914" y="13716"/>
                  </a:lnTo>
                  <a:lnTo>
                    <a:pt x="14447" y="14674"/>
                  </a:lnTo>
                  <a:lnTo>
                    <a:pt x="11238" y="15666"/>
                  </a:lnTo>
                  <a:lnTo>
                    <a:pt x="9835" y="17285"/>
                  </a:lnTo>
                  <a:lnTo>
                    <a:pt x="9381" y="21712"/>
                  </a:lnTo>
                  <a:lnTo>
                    <a:pt x="10234" y="24764"/>
                  </a:lnTo>
                  <a:lnTo>
                    <a:pt x="11108" y="24412"/>
                  </a:lnTo>
                  <a:lnTo>
                    <a:pt x="14926" y="18549"/>
                  </a:lnTo>
                  <a:lnTo>
                    <a:pt x="21691" y="20461"/>
                  </a:lnTo>
                  <a:lnTo>
                    <a:pt x="22639" y="22512"/>
                  </a:lnTo>
                  <a:lnTo>
                    <a:pt x="22272" y="23921"/>
                  </a:lnTo>
                  <a:lnTo>
                    <a:pt x="15775" y="29047"/>
                  </a:lnTo>
                  <a:lnTo>
                    <a:pt x="14854" y="31446"/>
                  </a:lnTo>
                  <a:lnTo>
                    <a:pt x="14924" y="32824"/>
                  </a:lnTo>
                  <a:lnTo>
                    <a:pt x="16572" y="34899"/>
                  </a:lnTo>
                  <a:lnTo>
                    <a:pt x="13540" y="37638"/>
                  </a:lnTo>
                  <a:lnTo>
                    <a:pt x="11100" y="42399"/>
                  </a:lnTo>
                  <a:lnTo>
                    <a:pt x="9424" y="43096"/>
                  </a:lnTo>
                  <a:lnTo>
                    <a:pt x="6793" y="43329"/>
                  </a:lnTo>
                  <a:lnTo>
                    <a:pt x="4535" y="41575"/>
                  </a:lnTo>
                  <a:lnTo>
                    <a:pt x="6081" y="37749"/>
                  </a:lnTo>
                  <a:lnTo>
                    <a:pt x="6556" y="31809"/>
                  </a:lnTo>
                  <a:lnTo>
                    <a:pt x="4732" y="29787"/>
                  </a:lnTo>
                  <a:lnTo>
                    <a:pt x="3313" y="30056"/>
                  </a:lnTo>
                  <a:lnTo>
                    <a:pt x="1960" y="27188"/>
                  </a:lnTo>
                  <a:lnTo>
                    <a:pt x="2495" y="26428"/>
                  </a:lnTo>
                  <a:lnTo>
                    <a:pt x="2161" y="22479"/>
                  </a:lnTo>
                  <a:lnTo>
                    <a:pt x="712" y="16033"/>
                  </a:lnTo>
                  <a:lnTo>
                    <a:pt x="1753" y="12441"/>
                  </a:lnTo>
                  <a:lnTo>
                    <a:pt x="928" y="9205"/>
                  </a:lnTo>
                  <a:lnTo>
                    <a:pt x="0" y="8232"/>
                  </a:lnTo>
                  <a:lnTo>
                    <a:pt x="2112" y="6977"/>
                  </a:lnTo>
                  <a:lnTo>
                    <a:pt x="4249" y="7587"/>
                  </a:lnTo>
                  <a:lnTo>
                    <a:pt x="6389" y="6400"/>
                  </a:lnTo>
                  <a:lnTo>
                    <a:pt x="802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h2022"/>
            <p:cNvSpPr/>
            <p:nvPr/>
          </p:nvSpPr>
          <p:spPr>
            <a:xfrm>
              <a:off x="2821325" y="2964424"/>
              <a:ext cx="19261" cy="19690"/>
            </a:xfrm>
            <a:custGeom>
              <a:avLst/>
              <a:pathLst>
                <a:path w="19261" h="19690">
                  <a:moveTo>
                    <a:pt x="14477" y="822"/>
                  </a:moveTo>
                  <a:lnTo>
                    <a:pt x="14109" y="2005"/>
                  </a:lnTo>
                  <a:lnTo>
                    <a:pt x="14991" y="6257"/>
                  </a:lnTo>
                  <a:lnTo>
                    <a:pt x="16815" y="6201"/>
                  </a:lnTo>
                  <a:lnTo>
                    <a:pt x="18837" y="7348"/>
                  </a:lnTo>
                  <a:lnTo>
                    <a:pt x="19261" y="8412"/>
                  </a:lnTo>
                  <a:lnTo>
                    <a:pt x="18673" y="9960"/>
                  </a:lnTo>
                  <a:lnTo>
                    <a:pt x="12122" y="15302"/>
                  </a:lnTo>
                  <a:lnTo>
                    <a:pt x="11555" y="17376"/>
                  </a:lnTo>
                  <a:lnTo>
                    <a:pt x="13210" y="19690"/>
                  </a:lnTo>
                  <a:lnTo>
                    <a:pt x="11652" y="19627"/>
                  </a:lnTo>
                  <a:lnTo>
                    <a:pt x="0" y="13026"/>
                  </a:lnTo>
                  <a:lnTo>
                    <a:pt x="1464" y="5712"/>
                  </a:lnTo>
                  <a:lnTo>
                    <a:pt x="3484" y="3589"/>
                  </a:lnTo>
                  <a:lnTo>
                    <a:pt x="7167" y="5258"/>
                  </a:lnTo>
                  <a:lnTo>
                    <a:pt x="9963" y="3888"/>
                  </a:lnTo>
                  <a:lnTo>
                    <a:pt x="10460" y="1161"/>
                  </a:lnTo>
                  <a:lnTo>
                    <a:pt x="1292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h2023"/>
            <p:cNvSpPr/>
            <p:nvPr/>
          </p:nvSpPr>
          <p:spPr>
            <a:xfrm>
              <a:off x="2803130" y="2956941"/>
              <a:ext cx="21679" cy="32364"/>
            </a:xfrm>
            <a:custGeom>
              <a:avLst/>
              <a:pathLst>
                <a:path w="21679" h="32364">
                  <a:moveTo>
                    <a:pt x="14124" y="1736"/>
                  </a:moveTo>
                  <a:lnTo>
                    <a:pt x="12053" y="5402"/>
                  </a:lnTo>
                  <a:lnTo>
                    <a:pt x="13530" y="8384"/>
                  </a:lnTo>
                  <a:lnTo>
                    <a:pt x="12210" y="12921"/>
                  </a:lnTo>
                  <a:lnTo>
                    <a:pt x="13883" y="13353"/>
                  </a:lnTo>
                  <a:lnTo>
                    <a:pt x="19827" y="11454"/>
                  </a:lnTo>
                  <a:lnTo>
                    <a:pt x="21181" y="10372"/>
                  </a:lnTo>
                  <a:lnTo>
                    <a:pt x="21679" y="11072"/>
                  </a:lnTo>
                  <a:lnTo>
                    <a:pt x="19659" y="13195"/>
                  </a:lnTo>
                  <a:lnTo>
                    <a:pt x="18194" y="20509"/>
                  </a:lnTo>
                  <a:lnTo>
                    <a:pt x="17244" y="26711"/>
                  </a:lnTo>
                  <a:lnTo>
                    <a:pt x="14156" y="28971"/>
                  </a:lnTo>
                  <a:lnTo>
                    <a:pt x="11450" y="32232"/>
                  </a:lnTo>
                  <a:lnTo>
                    <a:pt x="9381" y="32364"/>
                  </a:lnTo>
                  <a:lnTo>
                    <a:pt x="6583" y="30996"/>
                  </a:lnTo>
                  <a:lnTo>
                    <a:pt x="5654" y="27590"/>
                  </a:lnTo>
                  <a:lnTo>
                    <a:pt x="579" y="25753"/>
                  </a:lnTo>
                  <a:lnTo>
                    <a:pt x="1980" y="24025"/>
                  </a:lnTo>
                  <a:lnTo>
                    <a:pt x="0" y="20293"/>
                  </a:lnTo>
                  <a:lnTo>
                    <a:pt x="144" y="16656"/>
                  </a:lnTo>
                  <a:lnTo>
                    <a:pt x="1663" y="16650"/>
                  </a:lnTo>
                  <a:lnTo>
                    <a:pt x="3167" y="14569"/>
                  </a:lnTo>
                  <a:lnTo>
                    <a:pt x="5297" y="7873"/>
                  </a:lnTo>
                  <a:lnTo>
                    <a:pt x="8441" y="4215"/>
                  </a:lnTo>
                  <a:lnTo>
                    <a:pt x="9430" y="961"/>
                  </a:lnTo>
                  <a:lnTo>
                    <a:pt x="1072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h2024"/>
            <p:cNvSpPr/>
            <p:nvPr/>
          </p:nvSpPr>
          <p:spPr>
            <a:xfrm>
              <a:off x="2802692" y="3160793"/>
              <a:ext cx="28617" cy="18034"/>
            </a:xfrm>
            <a:custGeom>
              <a:avLst/>
              <a:pathLst>
                <a:path w="28617" h="18034">
                  <a:moveTo>
                    <a:pt x="23704" y="3179"/>
                  </a:moveTo>
                  <a:lnTo>
                    <a:pt x="27005" y="3032"/>
                  </a:lnTo>
                  <a:lnTo>
                    <a:pt x="27161" y="3613"/>
                  </a:lnTo>
                  <a:lnTo>
                    <a:pt x="28617" y="6109"/>
                  </a:lnTo>
                  <a:lnTo>
                    <a:pt x="27709" y="7784"/>
                  </a:lnTo>
                  <a:lnTo>
                    <a:pt x="23497" y="12601"/>
                  </a:lnTo>
                  <a:lnTo>
                    <a:pt x="21678" y="11776"/>
                  </a:lnTo>
                  <a:lnTo>
                    <a:pt x="20693" y="10345"/>
                  </a:lnTo>
                  <a:lnTo>
                    <a:pt x="14398" y="10775"/>
                  </a:lnTo>
                  <a:lnTo>
                    <a:pt x="8144" y="14903"/>
                  </a:lnTo>
                  <a:lnTo>
                    <a:pt x="4416" y="18034"/>
                  </a:lnTo>
                  <a:lnTo>
                    <a:pt x="0" y="14708"/>
                  </a:lnTo>
                  <a:lnTo>
                    <a:pt x="853" y="10239"/>
                  </a:lnTo>
                  <a:lnTo>
                    <a:pt x="1760" y="7803"/>
                  </a:lnTo>
                  <a:lnTo>
                    <a:pt x="4833" y="6349"/>
                  </a:lnTo>
                  <a:lnTo>
                    <a:pt x="8612" y="7297"/>
                  </a:lnTo>
                  <a:lnTo>
                    <a:pt x="13094" y="6015"/>
                  </a:lnTo>
                  <a:lnTo>
                    <a:pt x="13780" y="4653"/>
                  </a:lnTo>
                  <a:lnTo>
                    <a:pt x="13348" y="3212"/>
                  </a:lnTo>
                  <a:lnTo>
                    <a:pt x="11572" y="3317"/>
                  </a:lnTo>
                  <a:lnTo>
                    <a:pt x="9696" y="1631"/>
                  </a:lnTo>
                  <a:lnTo>
                    <a:pt x="1219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h2025"/>
            <p:cNvSpPr/>
            <p:nvPr/>
          </p:nvSpPr>
          <p:spPr>
            <a:xfrm>
              <a:off x="2819558" y="2907926"/>
              <a:ext cx="25116" cy="24152"/>
            </a:xfrm>
            <a:custGeom>
              <a:avLst/>
              <a:pathLst>
                <a:path w="25116" h="24152">
                  <a:moveTo>
                    <a:pt x="11649" y="0"/>
                  </a:moveTo>
                  <a:lnTo>
                    <a:pt x="14862" y="9508"/>
                  </a:lnTo>
                  <a:lnTo>
                    <a:pt x="16851" y="8231"/>
                  </a:lnTo>
                  <a:lnTo>
                    <a:pt x="19596" y="7890"/>
                  </a:lnTo>
                  <a:lnTo>
                    <a:pt x="23573" y="8455"/>
                  </a:lnTo>
                  <a:lnTo>
                    <a:pt x="25116" y="11110"/>
                  </a:lnTo>
                  <a:lnTo>
                    <a:pt x="21674" y="23305"/>
                  </a:lnTo>
                  <a:lnTo>
                    <a:pt x="19117" y="21213"/>
                  </a:lnTo>
                  <a:lnTo>
                    <a:pt x="16490" y="23574"/>
                  </a:lnTo>
                  <a:lnTo>
                    <a:pt x="14316" y="24152"/>
                  </a:lnTo>
                  <a:lnTo>
                    <a:pt x="7971" y="24052"/>
                  </a:lnTo>
                  <a:lnTo>
                    <a:pt x="2450" y="22714"/>
                  </a:lnTo>
                  <a:lnTo>
                    <a:pt x="0" y="23416"/>
                  </a:lnTo>
                  <a:lnTo>
                    <a:pt x="383" y="20566"/>
                  </a:lnTo>
                  <a:lnTo>
                    <a:pt x="818" y="17449"/>
                  </a:lnTo>
                  <a:lnTo>
                    <a:pt x="6569" y="13637"/>
                  </a:lnTo>
                  <a:lnTo>
                    <a:pt x="9636" y="10123"/>
                  </a:lnTo>
                  <a:lnTo>
                    <a:pt x="11102" y="6248"/>
                  </a:lnTo>
                  <a:lnTo>
                    <a:pt x="8657" y="1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h2026"/>
            <p:cNvSpPr/>
            <p:nvPr/>
          </p:nvSpPr>
          <p:spPr>
            <a:xfrm>
              <a:off x="2604846" y="2822741"/>
              <a:ext cx="35287" cy="49828"/>
            </a:xfrm>
            <a:custGeom>
              <a:avLst/>
              <a:pathLst>
                <a:path w="35287" h="49828">
                  <a:moveTo>
                    <a:pt x="16058" y="1642"/>
                  </a:moveTo>
                  <a:lnTo>
                    <a:pt x="13834" y="3608"/>
                  </a:lnTo>
                  <a:lnTo>
                    <a:pt x="15203" y="7940"/>
                  </a:lnTo>
                  <a:lnTo>
                    <a:pt x="17024" y="9309"/>
                  </a:lnTo>
                  <a:lnTo>
                    <a:pt x="19846" y="8640"/>
                  </a:lnTo>
                  <a:lnTo>
                    <a:pt x="21809" y="9230"/>
                  </a:lnTo>
                  <a:lnTo>
                    <a:pt x="25561" y="18902"/>
                  </a:lnTo>
                  <a:lnTo>
                    <a:pt x="24647" y="22226"/>
                  </a:lnTo>
                  <a:lnTo>
                    <a:pt x="22511" y="23579"/>
                  </a:lnTo>
                  <a:lnTo>
                    <a:pt x="23710" y="25683"/>
                  </a:lnTo>
                  <a:lnTo>
                    <a:pt x="27695" y="28278"/>
                  </a:lnTo>
                  <a:lnTo>
                    <a:pt x="30857" y="31653"/>
                  </a:lnTo>
                  <a:lnTo>
                    <a:pt x="32466" y="32721"/>
                  </a:lnTo>
                  <a:lnTo>
                    <a:pt x="34023" y="31552"/>
                  </a:lnTo>
                  <a:lnTo>
                    <a:pt x="35287" y="33039"/>
                  </a:lnTo>
                  <a:lnTo>
                    <a:pt x="34195" y="37230"/>
                  </a:lnTo>
                  <a:lnTo>
                    <a:pt x="26822" y="42196"/>
                  </a:lnTo>
                  <a:lnTo>
                    <a:pt x="22602" y="48891"/>
                  </a:lnTo>
                  <a:lnTo>
                    <a:pt x="19660" y="49828"/>
                  </a:lnTo>
                  <a:lnTo>
                    <a:pt x="8559" y="48995"/>
                  </a:lnTo>
                  <a:lnTo>
                    <a:pt x="6393" y="46711"/>
                  </a:lnTo>
                  <a:lnTo>
                    <a:pt x="7610" y="45048"/>
                  </a:lnTo>
                  <a:lnTo>
                    <a:pt x="3059" y="44211"/>
                  </a:lnTo>
                  <a:lnTo>
                    <a:pt x="3993" y="38037"/>
                  </a:lnTo>
                  <a:lnTo>
                    <a:pt x="3592" y="31747"/>
                  </a:lnTo>
                  <a:lnTo>
                    <a:pt x="0" y="23206"/>
                  </a:lnTo>
                  <a:lnTo>
                    <a:pt x="3633" y="21118"/>
                  </a:lnTo>
                  <a:lnTo>
                    <a:pt x="3893" y="18013"/>
                  </a:lnTo>
                  <a:lnTo>
                    <a:pt x="2645" y="16200"/>
                  </a:lnTo>
                  <a:lnTo>
                    <a:pt x="1984" y="15575"/>
                  </a:lnTo>
                  <a:lnTo>
                    <a:pt x="1914" y="12068"/>
                  </a:lnTo>
                  <a:lnTo>
                    <a:pt x="4948" y="8163"/>
                  </a:lnTo>
                  <a:lnTo>
                    <a:pt x="5349" y="9316"/>
                  </a:lnTo>
                  <a:lnTo>
                    <a:pt x="8229" y="7803"/>
                  </a:lnTo>
                  <a:lnTo>
                    <a:pt x="9763" y="4932"/>
                  </a:lnTo>
                  <a:lnTo>
                    <a:pt x="8852" y="2732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h2027"/>
            <p:cNvSpPr/>
            <p:nvPr/>
          </p:nvSpPr>
          <p:spPr>
            <a:xfrm>
              <a:off x="2648481" y="2807983"/>
              <a:ext cx="39041" cy="47621"/>
            </a:xfrm>
            <a:custGeom>
              <a:avLst/>
              <a:pathLst>
                <a:path w="39041" h="47621">
                  <a:moveTo>
                    <a:pt x="28572" y="1198"/>
                  </a:moveTo>
                  <a:lnTo>
                    <a:pt x="31667" y="7032"/>
                  </a:lnTo>
                  <a:lnTo>
                    <a:pt x="32463" y="12920"/>
                  </a:lnTo>
                  <a:lnTo>
                    <a:pt x="27946" y="13183"/>
                  </a:lnTo>
                  <a:lnTo>
                    <a:pt x="27003" y="17429"/>
                  </a:lnTo>
                  <a:lnTo>
                    <a:pt x="29116" y="20023"/>
                  </a:lnTo>
                  <a:lnTo>
                    <a:pt x="32585" y="22303"/>
                  </a:lnTo>
                  <a:lnTo>
                    <a:pt x="37279" y="23413"/>
                  </a:lnTo>
                  <a:lnTo>
                    <a:pt x="37844" y="31801"/>
                  </a:lnTo>
                  <a:lnTo>
                    <a:pt x="39041" y="36989"/>
                  </a:lnTo>
                  <a:lnTo>
                    <a:pt x="37654" y="39539"/>
                  </a:lnTo>
                  <a:lnTo>
                    <a:pt x="28112" y="40572"/>
                  </a:lnTo>
                  <a:lnTo>
                    <a:pt x="22667" y="43238"/>
                  </a:lnTo>
                  <a:lnTo>
                    <a:pt x="22243" y="44147"/>
                  </a:lnTo>
                  <a:lnTo>
                    <a:pt x="14595" y="47283"/>
                  </a:lnTo>
                  <a:lnTo>
                    <a:pt x="14037" y="47621"/>
                  </a:lnTo>
                  <a:lnTo>
                    <a:pt x="11498" y="46343"/>
                  </a:lnTo>
                  <a:lnTo>
                    <a:pt x="8995" y="43203"/>
                  </a:lnTo>
                  <a:lnTo>
                    <a:pt x="6568" y="41758"/>
                  </a:lnTo>
                  <a:lnTo>
                    <a:pt x="3161" y="44058"/>
                  </a:lnTo>
                  <a:lnTo>
                    <a:pt x="1256" y="42772"/>
                  </a:lnTo>
                  <a:lnTo>
                    <a:pt x="0" y="39837"/>
                  </a:lnTo>
                  <a:lnTo>
                    <a:pt x="1298" y="36791"/>
                  </a:lnTo>
                  <a:lnTo>
                    <a:pt x="1241" y="32148"/>
                  </a:lnTo>
                  <a:lnTo>
                    <a:pt x="4687" y="31376"/>
                  </a:lnTo>
                  <a:lnTo>
                    <a:pt x="7597" y="28107"/>
                  </a:lnTo>
                  <a:lnTo>
                    <a:pt x="15121" y="10454"/>
                  </a:lnTo>
                  <a:lnTo>
                    <a:pt x="16506" y="9869"/>
                  </a:lnTo>
                  <a:lnTo>
                    <a:pt x="16899" y="8286"/>
                  </a:lnTo>
                  <a:lnTo>
                    <a:pt x="15478" y="2538"/>
                  </a:lnTo>
                  <a:lnTo>
                    <a:pt x="19418" y="1284"/>
                  </a:lnTo>
                  <a:lnTo>
                    <a:pt x="24157" y="4317"/>
                  </a:lnTo>
                  <a:lnTo>
                    <a:pt x="2679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h2028"/>
            <p:cNvSpPr/>
            <p:nvPr/>
          </p:nvSpPr>
          <p:spPr>
            <a:xfrm>
              <a:off x="2508441" y="2924309"/>
              <a:ext cx="15448" cy="30504"/>
            </a:xfrm>
            <a:custGeom>
              <a:avLst/>
              <a:pathLst>
                <a:path w="15448" h="30504">
                  <a:moveTo>
                    <a:pt x="9093" y="521"/>
                  </a:moveTo>
                  <a:lnTo>
                    <a:pt x="10345" y="3951"/>
                  </a:lnTo>
                  <a:lnTo>
                    <a:pt x="14262" y="4990"/>
                  </a:lnTo>
                  <a:lnTo>
                    <a:pt x="15448" y="9146"/>
                  </a:lnTo>
                  <a:lnTo>
                    <a:pt x="15158" y="18198"/>
                  </a:lnTo>
                  <a:lnTo>
                    <a:pt x="13309" y="24427"/>
                  </a:lnTo>
                  <a:lnTo>
                    <a:pt x="13314" y="28695"/>
                  </a:lnTo>
                  <a:lnTo>
                    <a:pt x="15410" y="29980"/>
                  </a:lnTo>
                  <a:lnTo>
                    <a:pt x="13131" y="30504"/>
                  </a:lnTo>
                  <a:lnTo>
                    <a:pt x="11835" y="28317"/>
                  </a:lnTo>
                  <a:lnTo>
                    <a:pt x="8119" y="27121"/>
                  </a:lnTo>
                  <a:lnTo>
                    <a:pt x="4902" y="27169"/>
                  </a:lnTo>
                  <a:lnTo>
                    <a:pt x="4077" y="26828"/>
                  </a:lnTo>
                  <a:lnTo>
                    <a:pt x="2508" y="22095"/>
                  </a:lnTo>
                  <a:lnTo>
                    <a:pt x="2142" y="15594"/>
                  </a:lnTo>
                  <a:lnTo>
                    <a:pt x="0" y="9969"/>
                  </a:lnTo>
                  <a:lnTo>
                    <a:pt x="318" y="5180"/>
                  </a:lnTo>
                  <a:lnTo>
                    <a:pt x="2760" y="5315"/>
                  </a:lnTo>
                  <a:lnTo>
                    <a:pt x="3072" y="2356"/>
                  </a:lnTo>
                  <a:lnTo>
                    <a:pt x="22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h2029"/>
            <p:cNvSpPr/>
            <p:nvPr/>
          </p:nvSpPr>
          <p:spPr>
            <a:xfrm>
              <a:off x="2594827" y="2794183"/>
              <a:ext cx="47068" cy="37874"/>
            </a:xfrm>
            <a:custGeom>
              <a:avLst/>
              <a:pathLst>
                <a:path w="47068" h="37874">
                  <a:moveTo>
                    <a:pt x="10468" y="918"/>
                  </a:moveTo>
                  <a:lnTo>
                    <a:pt x="16031" y="1293"/>
                  </a:lnTo>
                  <a:lnTo>
                    <a:pt x="20394" y="8554"/>
                  </a:lnTo>
                  <a:lnTo>
                    <a:pt x="28031" y="15968"/>
                  </a:lnTo>
                  <a:lnTo>
                    <a:pt x="29826" y="16775"/>
                  </a:lnTo>
                  <a:lnTo>
                    <a:pt x="29020" y="18186"/>
                  </a:lnTo>
                  <a:lnTo>
                    <a:pt x="29611" y="19253"/>
                  </a:lnTo>
                  <a:lnTo>
                    <a:pt x="35436" y="20426"/>
                  </a:lnTo>
                  <a:lnTo>
                    <a:pt x="37352" y="20022"/>
                  </a:lnTo>
                  <a:lnTo>
                    <a:pt x="39421" y="18083"/>
                  </a:lnTo>
                  <a:lnTo>
                    <a:pt x="45868" y="24273"/>
                  </a:lnTo>
                  <a:lnTo>
                    <a:pt x="47068" y="29592"/>
                  </a:lnTo>
                  <a:lnTo>
                    <a:pt x="37631" y="34834"/>
                  </a:lnTo>
                  <a:lnTo>
                    <a:pt x="36677" y="36403"/>
                  </a:lnTo>
                  <a:lnTo>
                    <a:pt x="34651" y="37611"/>
                  </a:lnTo>
                  <a:lnTo>
                    <a:pt x="31828" y="37788"/>
                  </a:lnTo>
                  <a:lnTo>
                    <a:pt x="29865" y="37198"/>
                  </a:lnTo>
                  <a:lnTo>
                    <a:pt x="27043" y="37867"/>
                  </a:lnTo>
                  <a:lnTo>
                    <a:pt x="25222" y="36498"/>
                  </a:lnTo>
                  <a:lnTo>
                    <a:pt x="23853" y="32166"/>
                  </a:lnTo>
                  <a:lnTo>
                    <a:pt x="26077" y="30200"/>
                  </a:lnTo>
                  <a:lnTo>
                    <a:pt x="23961" y="28557"/>
                  </a:lnTo>
                  <a:lnTo>
                    <a:pt x="18871" y="31290"/>
                  </a:lnTo>
                  <a:lnTo>
                    <a:pt x="19782" y="33490"/>
                  </a:lnTo>
                  <a:lnTo>
                    <a:pt x="18248" y="36361"/>
                  </a:lnTo>
                  <a:lnTo>
                    <a:pt x="15368" y="37874"/>
                  </a:lnTo>
                  <a:lnTo>
                    <a:pt x="14967" y="36720"/>
                  </a:lnTo>
                  <a:lnTo>
                    <a:pt x="15240" y="36160"/>
                  </a:lnTo>
                  <a:lnTo>
                    <a:pt x="13472" y="35257"/>
                  </a:lnTo>
                  <a:lnTo>
                    <a:pt x="10370" y="34423"/>
                  </a:lnTo>
                  <a:lnTo>
                    <a:pt x="7120" y="34758"/>
                  </a:lnTo>
                  <a:lnTo>
                    <a:pt x="7523" y="36251"/>
                  </a:lnTo>
                  <a:lnTo>
                    <a:pt x="4628" y="37515"/>
                  </a:lnTo>
                  <a:lnTo>
                    <a:pt x="1880" y="34821"/>
                  </a:lnTo>
                  <a:lnTo>
                    <a:pt x="320" y="30799"/>
                  </a:lnTo>
                  <a:lnTo>
                    <a:pt x="0" y="29036"/>
                  </a:lnTo>
                  <a:lnTo>
                    <a:pt x="2299" y="26698"/>
                  </a:lnTo>
                  <a:lnTo>
                    <a:pt x="1816" y="24090"/>
                  </a:lnTo>
                  <a:lnTo>
                    <a:pt x="1657" y="18280"/>
                  </a:lnTo>
                  <a:lnTo>
                    <a:pt x="2395" y="15150"/>
                  </a:lnTo>
                  <a:lnTo>
                    <a:pt x="1827" y="10975"/>
                  </a:lnTo>
                  <a:lnTo>
                    <a:pt x="4742" y="4524"/>
                  </a:lnTo>
                  <a:lnTo>
                    <a:pt x="540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h2030"/>
            <p:cNvSpPr/>
            <p:nvPr/>
          </p:nvSpPr>
          <p:spPr>
            <a:xfrm>
              <a:off x="2520684" y="2874957"/>
              <a:ext cx="30448" cy="61374"/>
            </a:xfrm>
            <a:custGeom>
              <a:avLst/>
              <a:pathLst>
                <a:path w="30448" h="61374">
                  <a:moveTo>
                    <a:pt x="19424" y="659"/>
                  </a:moveTo>
                  <a:lnTo>
                    <a:pt x="26581" y="4604"/>
                  </a:lnTo>
                  <a:lnTo>
                    <a:pt x="24580" y="4660"/>
                  </a:lnTo>
                  <a:lnTo>
                    <a:pt x="20974" y="6355"/>
                  </a:lnTo>
                  <a:lnTo>
                    <a:pt x="16391" y="14843"/>
                  </a:lnTo>
                  <a:lnTo>
                    <a:pt x="21786" y="13429"/>
                  </a:lnTo>
                  <a:lnTo>
                    <a:pt x="23600" y="17203"/>
                  </a:lnTo>
                  <a:lnTo>
                    <a:pt x="26082" y="27039"/>
                  </a:lnTo>
                  <a:lnTo>
                    <a:pt x="30448" y="32229"/>
                  </a:lnTo>
                  <a:lnTo>
                    <a:pt x="29575" y="35264"/>
                  </a:lnTo>
                  <a:lnTo>
                    <a:pt x="28227" y="35678"/>
                  </a:lnTo>
                  <a:lnTo>
                    <a:pt x="25920" y="42549"/>
                  </a:lnTo>
                  <a:lnTo>
                    <a:pt x="26641" y="49546"/>
                  </a:lnTo>
                  <a:lnTo>
                    <a:pt x="26168" y="51561"/>
                  </a:lnTo>
                  <a:lnTo>
                    <a:pt x="26740" y="56926"/>
                  </a:lnTo>
                  <a:lnTo>
                    <a:pt x="23513" y="56476"/>
                  </a:lnTo>
                  <a:lnTo>
                    <a:pt x="21745" y="57118"/>
                  </a:lnTo>
                  <a:lnTo>
                    <a:pt x="13313" y="58889"/>
                  </a:lnTo>
                  <a:lnTo>
                    <a:pt x="13103" y="60619"/>
                  </a:lnTo>
                  <a:lnTo>
                    <a:pt x="10713" y="61374"/>
                  </a:lnTo>
                  <a:lnTo>
                    <a:pt x="7783" y="54577"/>
                  </a:lnTo>
                  <a:lnTo>
                    <a:pt x="8737" y="53057"/>
                  </a:lnTo>
                  <a:lnTo>
                    <a:pt x="8261" y="43314"/>
                  </a:lnTo>
                  <a:lnTo>
                    <a:pt x="6910" y="38303"/>
                  </a:lnTo>
                  <a:lnTo>
                    <a:pt x="5717" y="36557"/>
                  </a:lnTo>
                  <a:lnTo>
                    <a:pt x="2319" y="35880"/>
                  </a:lnTo>
                  <a:lnTo>
                    <a:pt x="2844" y="25828"/>
                  </a:lnTo>
                  <a:lnTo>
                    <a:pt x="376" y="24900"/>
                  </a:lnTo>
                  <a:lnTo>
                    <a:pt x="0" y="22227"/>
                  </a:lnTo>
                  <a:lnTo>
                    <a:pt x="6975" y="15986"/>
                  </a:lnTo>
                  <a:lnTo>
                    <a:pt x="8875" y="11382"/>
                  </a:lnTo>
                  <a:lnTo>
                    <a:pt x="8697" y="10302"/>
                  </a:lnTo>
                  <a:lnTo>
                    <a:pt x="12993" y="7032"/>
                  </a:lnTo>
                  <a:lnTo>
                    <a:pt x="17016" y="5155"/>
                  </a:lnTo>
                  <a:lnTo>
                    <a:pt x="17252" y="2526"/>
                  </a:lnTo>
                  <a:lnTo>
                    <a:pt x="16160" y="738"/>
                  </a:lnTo>
                  <a:lnTo>
                    <a:pt x="1667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h2031"/>
            <p:cNvSpPr/>
            <p:nvPr/>
          </p:nvSpPr>
          <p:spPr>
            <a:xfrm>
              <a:off x="2536010" y="2925715"/>
              <a:ext cx="27547" cy="29187"/>
            </a:xfrm>
            <a:custGeom>
              <a:avLst/>
              <a:pathLst>
                <a:path w="27547" h="29187">
                  <a:moveTo>
                    <a:pt x="25743" y="221"/>
                  </a:moveTo>
                  <a:lnTo>
                    <a:pt x="25313" y="3919"/>
                  </a:lnTo>
                  <a:lnTo>
                    <a:pt x="26881" y="6886"/>
                  </a:lnTo>
                  <a:lnTo>
                    <a:pt x="27547" y="10065"/>
                  </a:lnTo>
                  <a:lnTo>
                    <a:pt x="23773" y="16129"/>
                  </a:lnTo>
                  <a:lnTo>
                    <a:pt x="15917" y="21369"/>
                  </a:lnTo>
                  <a:lnTo>
                    <a:pt x="11177" y="28039"/>
                  </a:lnTo>
                  <a:lnTo>
                    <a:pt x="11002" y="28849"/>
                  </a:lnTo>
                  <a:lnTo>
                    <a:pt x="4146" y="29187"/>
                  </a:lnTo>
                  <a:lnTo>
                    <a:pt x="3480" y="27591"/>
                  </a:lnTo>
                  <a:lnTo>
                    <a:pt x="4291" y="25764"/>
                  </a:lnTo>
                  <a:lnTo>
                    <a:pt x="4067" y="24042"/>
                  </a:lnTo>
                  <a:lnTo>
                    <a:pt x="977" y="21497"/>
                  </a:lnTo>
                  <a:lnTo>
                    <a:pt x="0" y="19252"/>
                  </a:lnTo>
                  <a:lnTo>
                    <a:pt x="8031" y="8073"/>
                  </a:lnTo>
                  <a:lnTo>
                    <a:pt x="6420" y="6360"/>
                  </a:lnTo>
                  <a:lnTo>
                    <a:pt x="8187" y="5718"/>
                  </a:lnTo>
                  <a:lnTo>
                    <a:pt x="11414" y="6167"/>
                  </a:lnTo>
                  <a:lnTo>
                    <a:pt x="10842" y="803"/>
                  </a:lnTo>
                  <a:lnTo>
                    <a:pt x="11583" y="2416"/>
                  </a:lnTo>
                  <a:lnTo>
                    <a:pt x="22008" y="1384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h2032"/>
            <p:cNvSpPr/>
            <p:nvPr/>
          </p:nvSpPr>
          <p:spPr>
            <a:xfrm>
              <a:off x="2608987" y="2855781"/>
              <a:ext cx="39493" cy="29169"/>
            </a:xfrm>
            <a:custGeom>
              <a:avLst/>
              <a:pathLst>
                <a:path w="39493" h="29169">
                  <a:moveTo>
                    <a:pt x="36102" y="9"/>
                  </a:moveTo>
                  <a:lnTo>
                    <a:pt x="35167" y="107"/>
                  </a:lnTo>
                  <a:lnTo>
                    <a:pt x="35078" y="1845"/>
                  </a:lnTo>
                  <a:lnTo>
                    <a:pt x="36486" y="4555"/>
                  </a:lnTo>
                  <a:lnTo>
                    <a:pt x="37903" y="3783"/>
                  </a:lnTo>
                  <a:lnTo>
                    <a:pt x="38906" y="4212"/>
                  </a:lnTo>
                  <a:lnTo>
                    <a:pt x="39493" y="7827"/>
                  </a:lnTo>
                  <a:lnTo>
                    <a:pt x="38912" y="10167"/>
                  </a:lnTo>
                  <a:lnTo>
                    <a:pt x="37054" y="12141"/>
                  </a:lnTo>
                  <a:lnTo>
                    <a:pt x="27584" y="11151"/>
                  </a:lnTo>
                  <a:lnTo>
                    <a:pt x="26023" y="22355"/>
                  </a:lnTo>
                  <a:lnTo>
                    <a:pt x="21255" y="22601"/>
                  </a:lnTo>
                  <a:lnTo>
                    <a:pt x="19472" y="24409"/>
                  </a:lnTo>
                  <a:lnTo>
                    <a:pt x="18698" y="27056"/>
                  </a:lnTo>
                  <a:lnTo>
                    <a:pt x="15542" y="29169"/>
                  </a:lnTo>
                  <a:lnTo>
                    <a:pt x="12664" y="29017"/>
                  </a:lnTo>
                  <a:lnTo>
                    <a:pt x="12184" y="26326"/>
                  </a:lnTo>
                  <a:lnTo>
                    <a:pt x="5793" y="25698"/>
                  </a:lnTo>
                  <a:lnTo>
                    <a:pt x="617" y="21731"/>
                  </a:lnTo>
                  <a:lnTo>
                    <a:pt x="0" y="18181"/>
                  </a:lnTo>
                  <a:lnTo>
                    <a:pt x="4161" y="16707"/>
                  </a:lnTo>
                  <a:lnTo>
                    <a:pt x="4418" y="15956"/>
                  </a:lnTo>
                  <a:lnTo>
                    <a:pt x="15519" y="16788"/>
                  </a:lnTo>
                  <a:lnTo>
                    <a:pt x="18461" y="15851"/>
                  </a:lnTo>
                  <a:lnTo>
                    <a:pt x="22681" y="9156"/>
                  </a:lnTo>
                  <a:lnTo>
                    <a:pt x="30054" y="4190"/>
                  </a:lnTo>
                  <a:lnTo>
                    <a:pt x="3114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h2033"/>
            <p:cNvSpPr/>
            <p:nvPr/>
          </p:nvSpPr>
          <p:spPr>
            <a:xfrm>
              <a:off x="2547187" y="2929794"/>
              <a:ext cx="44358" cy="44643"/>
            </a:xfrm>
            <a:custGeom>
              <a:avLst/>
              <a:pathLst>
                <a:path w="44358" h="44643">
                  <a:moveTo>
                    <a:pt x="22222" y="1543"/>
                  </a:moveTo>
                  <a:lnTo>
                    <a:pt x="27691" y="7276"/>
                  </a:lnTo>
                  <a:lnTo>
                    <a:pt x="29047" y="10507"/>
                  </a:lnTo>
                  <a:lnTo>
                    <a:pt x="28316" y="12667"/>
                  </a:lnTo>
                  <a:lnTo>
                    <a:pt x="31644" y="15010"/>
                  </a:lnTo>
                  <a:lnTo>
                    <a:pt x="34813" y="13276"/>
                  </a:lnTo>
                  <a:lnTo>
                    <a:pt x="34963" y="10659"/>
                  </a:lnTo>
                  <a:lnTo>
                    <a:pt x="41559" y="11274"/>
                  </a:lnTo>
                  <a:lnTo>
                    <a:pt x="44358" y="8760"/>
                  </a:lnTo>
                  <a:lnTo>
                    <a:pt x="41844" y="36249"/>
                  </a:lnTo>
                  <a:lnTo>
                    <a:pt x="34875" y="34117"/>
                  </a:lnTo>
                  <a:lnTo>
                    <a:pt x="33129" y="36379"/>
                  </a:lnTo>
                  <a:lnTo>
                    <a:pt x="32604" y="38808"/>
                  </a:lnTo>
                  <a:lnTo>
                    <a:pt x="33318" y="41031"/>
                  </a:lnTo>
                  <a:lnTo>
                    <a:pt x="34087" y="41259"/>
                  </a:lnTo>
                  <a:lnTo>
                    <a:pt x="34615" y="43789"/>
                  </a:lnTo>
                  <a:lnTo>
                    <a:pt x="30582" y="43307"/>
                  </a:lnTo>
                  <a:lnTo>
                    <a:pt x="29862" y="39053"/>
                  </a:lnTo>
                  <a:lnTo>
                    <a:pt x="26808" y="36050"/>
                  </a:lnTo>
                  <a:lnTo>
                    <a:pt x="26109" y="37972"/>
                  </a:lnTo>
                  <a:lnTo>
                    <a:pt x="27225" y="40311"/>
                  </a:lnTo>
                  <a:lnTo>
                    <a:pt x="21252" y="44643"/>
                  </a:lnTo>
                  <a:lnTo>
                    <a:pt x="15972" y="42032"/>
                  </a:lnTo>
                  <a:lnTo>
                    <a:pt x="14990" y="39288"/>
                  </a:lnTo>
                  <a:lnTo>
                    <a:pt x="14185" y="30240"/>
                  </a:lnTo>
                  <a:lnTo>
                    <a:pt x="10392" y="30669"/>
                  </a:lnTo>
                  <a:lnTo>
                    <a:pt x="5936" y="29748"/>
                  </a:lnTo>
                  <a:lnTo>
                    <a:pt x="2680" y="27632"/>
                  </a:lnTo>
                  <a:lnTo>
                    <a:pt x="3041" y="25955"/>
                  </a:lnTo>
                  <a:lnTo>
                    <a:pt x="1578" y="24881"/>
                  </a:lnTo>
                  <a:lnTo>
                    <a:pt x="0" y="23960"/>
                  </a:lnTo>
                  <a:lnTo>
                    <a:pt x="4740" y="17290"/>
                  </a:lnTo>
                  <a:lnTo>
                    <a:pt x="12596" y="12049"/>
                  </a:lnTo>
                  <a:lnTo>
                    <a:pt x="16370" y="5986"/>
                  </a:lnTo>
                  <a:lnTo>
                    <a:pt x="15704" y="2807"/>
                  </a:lnTo>
                  <a:lnTo>
                    <a:pt x="15640" y="917"/>
                  </a:lnTo>
                  <a:lnTo>
                    <a:pt x="1939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h2034"/>
            <p:cNvSpPr/>
            <p:nvPr/>
          </p:nvSpPr>
          <p:spPr>
            <a:xfrm>
              <a:off x="2561070" y="2916249"/>
              <a:ext cx="31250" cy="28556"/>
            </a:xfrm>
            <a:custGeom>
              <a:avLst/>
              <a:pathLst>
                <a:path w="31250" h="28556">
                  <a:moveTo>
                    <a:pt x="8819" y="487"/>
                  </a:moveTo>
                  <a:lnTo>
                    <a:pt x="8309" y="1628"/>
                  </a:lnTo>
                  <a:lnTo>
                    <a:pt x="10898" y="1855"/>
                  </a:lnTo>
                  <a:lnTo>
                    <a:pt x="18479" y="2354"/>
                  </a:lnTo>
                  <a:lnTo>
                    <a:pt x="22055" y="5771"/>
                  </a:lnTo>
                  <a:lnTo>
                    <a:pt x="25231" y="7095"/>
                  </a:lnTo>
                  <a:lnTo>
                    <a:pt x="25972" y="12018"/>
                  </a:lnTo>
                  <a:lnTo>
                    <a:pt x="31250" y="13810"/>
                  </a:lnTo>
                  <a:lnTo>
                    <a:pt x="30513" y="21885"/>
                  </a:lnTo>
                  <a:lnTo>
                    <a:pt x="30474" y="22306"/>
                  </a:lnTo>
                  <a:lnTo>
                    <a:pt x="27675" y="24819"/>
                  </a:lnTo>
                  <a:lnTo>
                    <a:pt x="21080" y="24205"/>
                  </a:lnTo>
                  <a:lnTo>
                    <a:pt x="20929" y="26822"/>
                  </a:lnTo>
                  <a:lnTo>
                    <a:pt x="17760" y="28556"/>
                  </a:lnTo>
                  <a:lnTo>
                    <a:pt x="14433" y="26213"/>
                  </a:lnTo>
                  <a:lnTo>
                    <a:pt x="15164" y="24053"/>
                  </a:lnTo>
                  <a:lnTo>
                    <a:pt x="13808" y="20822"/>
                  </a:lnTo>
                  <a:lnTo>
                    <a:pt x="8338" y="15088"/>
                  </a:lnTo>
                  <a:lnTo>
                    <a:pt x="5514" y="13545"/>
                  </a:lnTo>
                  <a:lnTo>
                    <a:pt x="1756" y="14463"/>
                  </a:lnTo>
                  <a:lnTo>
                    <a:pt x="1821" y="16353"/>
                  </a:lnTo>
                  <a:lnTo>
                    <a:pt x="252" y="13386"/>
                  </a:lnTo>
                  <a:lnTo>
                    <a:pt x="682" y="9688"/>
                  </a:lnTo>
                  <a:lnTo>
                    <a:pt x="2111" y="9922"/>
                  </a:lnTo>
                  <a:lnTo>
                    <a:pt x="1640" y="3960"/>
                  </a:lnTo>
                  <a:lnTo>
                    <a:pt x="316" y="3417"/>
                  </a:lnTo>
                  <a:lnTo>
                    <a:pt x="0" y="1206"/>
                  </a:lnTo>
                  <a:lnTo>
                    <a:pt x="2283" y="226"/>
                  </a:lnTo>
                  <a:lnTo>
                    <a:pt x="821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h2035"/>
            <p:cNvSpPr/>
            <p:nvPr/>
          </p:nvSpPr>
          <p:spPr>
            <a:xfrm>
              <a:off x="2559020" y="2860855"/>
              <a:ext cx="37287" cy="41599"/>
            </a:xfrm>
            <a:custGeom>
              <a:avLst/>
              <a:pathLst>
                <a:path w="37287" h="41599">
                  <a:moveTo>
                    <a:pt x="28771" y="5961"/>
                  </a:moveTo>
                  <a:lnTo>
                    <a:pt x="33588" y="6143"/>
                  </a:lnTo>
                  <a:lnTo>
                    <a:pt x="37287" y="15109"/>
                  </a:lnTo>
                  <a:lnTo>
                    <a:pt x="35228" y="15790"/>
                  </a:lnTo>
                  <a:lnTo>
                    <a:pt x="37215" y="19963"/>
                  </a:lnTo>
                  <a:lnTo>
                    <a:pt x="32048" y="19091"/>
                  </a:lnTo>
                  <a:lnTo>
                    <a:pt x="26906" y="19329"/>
                  </a:lnTo>
                  <a:lnTo>
                    <a:pt x="25980" y="21797"/>
                  </a:lnTo>
                  <a:lnTo>
                    <a:pt x="30726" y="26037"/>
                  </a:lnTo>
                  <a:lnTo>
                    <a:pt x="33072" y="25700"/>
                  </a:lnTo>
                  <a:lnTo>
                    <a:pt x="35355" y="26918"/>
                  </a:lnTo>
                  <a:lnTo>
                    <a:pt x="35502" y="31129"/>
                  </a:lnTo>
                  <a:lnTo>
                    <a:pt x="36456" y="33565"/>
                  </a:lnTo>
                  <a:lnTo>
                    <a:pt x="27209" y="40248"/>
                  </a:lnTo>
                  <a:lnTo>
                    <a:pt x="18980" y="41599"/>
                  </a:lnTo>
                  <a:lnTo>
                    <a:pt x="15848" y="41294"/>
                  </a:lnTo>
                  <a:lnTo>
                    <a:pt x="16049" y="38934"/>
                  </a:lnTo>
                  <a:lnTo>
                    <a:pt x="18215" y="36521"/>
                  </a:lnTo>
                  <a:lnTo>
                    <a:pt x="18049" y="33816"/>
                  </a:lnTo>
                  <a:lnTo>
                    <a:pt x="9600" y="32156"/>
                  </a:lnTo>
                  <a:lnTo>
                    <a:pt x="8698" y="29132"/>
                  </a:lnTo>
                  <a:lnTo>
                    <a:pt x="4942" y="24343"/>
                  </a:lnTo>
                  <a:lnTo>
                    <a:pt x="1413" y="24296"/>
                  </a:lnTo>
                  <a:lnTo>
                    <a:pt x="333" y="22089"/>
                  </a:lnTo>
                  <a:lnTo>
                    <a:pt x="0" y="18659"/>
                  </a:lnTo>
                  <a:lnTo>
                    <a:pt x="3459" y="18017"/>
                  </a:lnTo>
                  <a:lnTo>
                    <a:pt x="1688" y="13274"/>
                  </a:lnTo>
                  <a:lnTo>
                    <a:pt x="2719" y="6687"/>
                  </a:lnTo>
                  <a:lnTo>
                    <a:pt x="4490" y="6011"/>
                  </a:lnTo>
                  <a:lnTo>
                    <a:pt x="8440" y="7683"/>
                  </a:lnTo>
                  <a:lnTo>
                    <a:pt x="9829" y="5844"/>
                  </a:lnTo>
                  <a:lnTo>
                    <a:pt x="9782" y="4231"/>
                  </a:lnTo>
                  <a:lnTo>
                    <a:pt x="15204" y="3232"/>
                  </a:lnTo>
                  <a:lnTo>
                    <a:pt x="1839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h2036"/>
            <p:cNvSpPr/>
            <p:nvPr/>
          </p:nvSpPr>
          <p:spPr>
            <a:xfrm>
              <a:off x="2571968" y="2901104"/>
              <a:ext cx="31769" cy="29032"/>
            </a:xfrm>
            <a:custGeom>
              <a:avLst/>
              <a:pathLst>
                <a:path w="31769" h="29032">
                  <a:moveTo>
                    <a:pt x="14260" y="0"/>
                  </a:moveTo>
                  <a:lnTo>
                    <a:pt x="18003" y="406"/>
                  </a:lnTo>
                  <a:lnTo>
                    <a:pt x="15781" y="7411"/>
                  </a:lnTo>
                  <a:lnTo>
                    <a:pt x="16958" y="14352"/>
                  </a:lnTo>
                  <a:lnTo>
                    <a:pt x="17856" y="14547"/>
                  </a:lnTo>
                  <a:lnTo>
                    <a:pt x="20207" y="12498"/>
                  </a:lnTo>
                  <a:lnTo>
                    <a:pt x="24761" y="13527"/>
                  </a:lnTo>
                  <a:lnTo>
                    <a:pt x="28006" y="16172"/>
                  </a:lnTo>
                  <a:lnTo>
                    <a:pt x="30070" y="21045"/>
                  </a:lnTo>
                  <a:lnTo>
                    <a:pt x="27878" y="22256"/>
                  </a:lnTo>
                  <a:lnTo>
                    <a:pt x="28898" y="24887"/>
                  </a:lnTo>
                  <a:lnTo>
                    <a:pt x="31769" y="25852"/>
                  </a:lnTo>
                  <a:lnTo>
                    <a:pt x="27017" y="26561"/>
                  </a:lnTo>
                  <a:lnTo>
                    <a:pt x="21993" y="29032"/>
                  </a:lnTo>
                  <a:lnTo>
                    <a:pt x="20351" y="28955"/>
                  </a:lnTo>
                  <a:lnTo>
                    <a:pt x="15074" y="27163"/>
                  </a:lnTo>
                  <a:lnTo>
                    <a:pt x="14333" y="22240"/>
                  </a:lnTo>
                  <a:lnTo>
                    <a:pt x="11156" y="20916"/>
                  </a:lnTo>
                  <a:lnTo>
                    <a:pt x="7581" y="17499"/>
                  </a:lnTo>
                  <a:lnTo>
                    <a:pt x="0" y="17000"/>
                  </a:lnTo>
                  <a:lnTo>
                    <a:pt x="5921" y="10410"/>
                  </a:lnTo>
                  <a:lnTo>
                    <a:pt x="2690" y="5212"/>
                  </a:lnTo>
                  <a:lnTo>
                    <a:pt x="2900" y="1046"/>
                  </a:lnTo>
                  <a:lnTo>
                    <a:pt x="6032" y="135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h2037"/>
            <p:cNvSpPr/>
            <p:nvPr/>
          </p:nvSpPr>
          <p:spPr>
            <a:xfrm>
              <a:off x="2533532" y="2954676"/>
              <a:ext cx="47849" cy="43794"/>
            </a:xfrm>
            <a:custGeom>
              <a:avLst/>
              <a:pathLst>
                <a:path w="47849" h="43794">
                  <a:moveTo>
                    <a:pt x="16695" y="1073"/>
                  </a:moveTo>
                  <a:lnTo>
                    <a:pt x="16334" y="2750"/>
                  </a:lnTo>
                  <a:lnTo>
                    <a:pt x="19590" y="4866"/>
                  </a:lnTo>
                  <a:lnTo>
                    <a:pt x="24046" y="5787"/>
                  </a:lnTo>
                  <a:lnTo>
                    <a:pt x="27840" y="5359"/>
                  </a:lnTo>
                  <a:lnTo>
                    <a:pt x="28644" y="14406"/>
                  </a:lnTo>
                  <a:lnTo>
                    <a:pt x="29626" y="17150"/>
                  </a:lnTo>
                  <a:lnTo>
                    <a:pt x="34906" y="19761"/>
                  </a:lnTo>
                  <a:lnTo>
                    <a:pt x="40879" y="15429"/>
                  </a:lnTo>
                  <a:lnTo>
                    <a:pt x="43058" y="20307"/>
                  </a:lnTo>
                  <a:lnTo>
                    <a:pt x="46811" y="25511"/>
                  </a:lnTo>
                  <a:lnTo>
                    <a:pt x="45497" y="30971"/>
                  </a:lnTo>
                  <a:lnTo>
                    <a:pt x="46299" y="33719"/>
                  </a:lnTo>
                  <a:lnTo>
                    <a:pt x="47849" y="35654"/>
                  </a:lnTo>
                  <a:lnTo>
                    <a:pt x="47568" y="38256"/>
                  </a:lnTo>
                  <a:lnTo>
                    <a:pt x="36707" y="39064"/>
                  </a:lnTo>
                  <a:lnTo>
                    <a:pt x="33015" y="42136"/>
                  </a:lnTo>
                  <a:lnTo>
                    <a:pt x="28976" y="43086"/>
                  </a:lnTo>
                  <a:lnTo>
                    <a:pt x="27193" y="43794"/>
                  </a:lnTo>
                  <a:lnTo>
                    <a:pt x="21384" y="41241"/>
                  </a:lnTo>
                  <a:lnTo>
                    <a:pt x="18951" y="37814"/>
                  </a:lnTo>
                  <a:lnTo>
                    <a:pt x="15119" y="36804"/>
                  </a:lnTo>
                  <a:lnTo>
                    <a:pt x="13445" y="37196"/>
                  </a:lnTo>
                  <a:lnTo>
                    <a:pt x="13875" y="30113"/>
                  </a:lnTo>
                  <a:lnTo>
                    <a:pt x="11584" y="26798"/>
                  </a:lnTo>
                  <a:lnTo>
                    <a:pt x="14483" y="24058"/>
                  </a:lnTo>
                  <a:lnTo>
                    <a:pt x="15756" y="19741"/>
                  </a:lnTo>
                  <a:lnTo>
                    <a:pt x="5846" y="12165"/>
                  </a:lnTo>
                  <a:lnTo>
                    <a:pt x="0" y="9880"/>
                  </a:lnTo>
                  <a:lnTo>
                    <a:pt x="6004" y="9190"/>
                  </a:lnTo>
                  <a:lnTo>
                    <a:pt x="7337" y="5009"/>
                  </a:lnTo>
                  <a:lnTo>
                    <a:pt x="11116" y="5361"/>
                  </a:lnTo>
                  <a:lnTo>
                    <a:pt x="13804" y="3953"/>
                  </a:lnTo>
                  <a:lnTo>
                    <a:pt x="15232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h2038"/>
            <p:cNvSpPr/>
            <p:nvPr/>
          </p:nvSpPr>
          <p:spPr>
            <a:xfrm>
              <a:off x="2497224" y="2880511"/>
              <a:ext cx="32334" cy="52944"/>
            </a:xfrm>
            <a:custGeom>
              <a:avLst/>
              <a:pathLst>
                <a:path w="32334" h="52944">
                  <a:moveTo>
                    <a:pt x="17383" y="658"/>
                  </a:moveTo>
                  <a:lnTo>
                    <a:pt x="17319" y="3676"/>
                  </a:lnTo>
                  <a:lnTo>
                    <a:pt x="22276" y="5207"/>
                  </a:lnTo>
                  <a:lnTo>
                    <a:pt x="32156" y="4748"/>
                  </a:lnTo>
                  <a:lnTo>
                    <a:pt x="32334" y="5828"/>
                  </a:lnTo>
                  <a:lnTo>
                    <a:pt x="30434" y="10432"/>
                  </a:lnTo>
                  <a:lnTo>
                    <a:pt x="23459" y="16673"/>
                  </a:lnTo>
                  <a:lnTo>
                    <a:pt x="23835" y="19346"/>
                  </a:lnTo>
                  <a:lnTo>
                    <a:pt x="26303" y="20274"/>
                  </a:lnTo>
                  <a:lnTo>
                    <a:pt x="25778" y="30326"/>
                  </a:lnTo>
                  <a:lnTo>
                    <a:pt x="29176" y="31004"/>
                  </a:lnTo>
                  <a:lnTo>
                    <a:pt x="30369" y="32749"/>
                  </a:lnTo>
                  <a:lnTo>
                    <a:pt x="31720" y="37760"/>
                  </a:lnTo>
                  <a:lnTo>
                    <a:pt x="32197" y="47503"/>
                  </a:lnTo>
                  <a:lnTo>
                    <a:pt x="31242" y="49023"/>
                  </a:lnTo>
                  <a:lnTo>
                    <a:pt x="29485" y="49380"/>
                  </a:lnTo>
                  <a:lnTo>
                    <a:pt x="29679" y="51992"/>
                  </a:lnTo>
                  <a:lnTo>
                    <a:pt x="26665" y="52944"/>
                  </a:lnTo>
                  <a:lnTo>
                    <a:pt x="25478" y="48789"/>
                  </a:lnTo>
                  <a:lnTo>
                    <a:pt x="21561" y="47749"/>
                  </a:lnTo>
                  <a:lnTo>
                    <a:pt x="20310" y="44319"/>
                  </a:lnTo>
                  <a:lnTo>
                    <a:pt x="13446" y="43798"/>
                  </a:lnTo>
                  <a:lnTo>
                    <a:pt x="12581" y="41871"/>
                  </a:lnTo>
                  <a:lnTo>
                    <a:pt x="8438" y="38091"/>
                  </a:lnTo>
                  <a:lnTo>
                    <a:pt x="5706" y="38717"/>
                  </a:lnTo>
                  <a:lnTo>
                    <a:pt x="0" y="27822"/>
                  </a:lnTo>
                  <a:lnTo>
                    <a:pt x="1476" y="26284"/>
                  </a:lnTo>
                  <a:lnTo>
                    <a:pt x="5843" y="25264"/>
                  </a:lnTo>
                  <a:lnTo>
                    <a:pt x="5923" y="23536"/>
                  </a:lnTo>
                  <a:lnTo>
                    <a:pt x="2186" y="15856"/>
                  </a:lnTo>
                  <a:lnTo>
                    <a:pt x="2329" y="14758"/>
                  </a:lnTo>
                  <a:lnTo>
                    <a:pt x="4435" y="13019"/>
                  </a:lnTo>
                  <a:lnTo>
                    <a:pt x="11462" y="9932"/>
                  </a:lnTo>
                  <a:lnTo>
                    <a:pt x="10794" y="7761"/>
                  </a:lnTo>
                  <a:lnTo>
                    <a:pt x="13102" y="3785"/>
                  </a:lnTo>
                  <a:lnTo>
                    <a:pt x="15339" y="2798"/>
                  </a:lnTo>
                  <a:lnTo>
                    <a:pt x="1502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h2039"/>
            <p:cNvSpPr/>
            <p:nvPr/>
          </p:nvSpPr>
          <p:spPr>
            <a:xfrm>
              <a:off x="2537075" y="2878745"/>
              <a:ext cx="40814" cy="49386"/>
            </a:xfrm>
            <a:custGeom>
              <a:avLst/>
              <a:pathLst>
                <a:path w="40814" h="49386">
                  <a:moveTo>
                    <a:pt x="16644" y="115"/>
                  </a:moveTo>
                  <a:lnTo>
                    <a:pt x="18823" y="2067"/>
                  </a:lnTo>
                  <a:lnTo>
                    <a:pt x="21944" y="769"/>
                  </a:lnTo>
                  <a:lnTo>
                    <a:pt x="22277" y="4199"/>
                  </a:lnTo>
                  <a:lnTo>
                    <a:pt x="23358" y="6406"/>
                  </a:lnTo>
                  <a:lnTo>
                    <a:pt x="26887" y="6453"/>
                  </a:lnTo>
                  <a:lnTo>
                    <a:pt x="30643" y="11241"/>
                  </a:lnTo>
                  <a:lnTo>
                    <a:pt x="31544" y="14266"/>
                  </a:lnTo>
                  <a:lnTo>
                    <a:pt x="39994" y="15926"/>
                  </a:lnTo>
                  <a:lnTo>
                    <a:pt x="40159" y="18631"/>
                  </a:lnTo>
                  <a:lnTo>
                    <a:pt x="37993" y="21044"/>
                  </a:lnTo>
                  <a:lnTo>
                    <a:pt x="37793" y="23404"/>
                  </a:lnTo>
                  <a:lnTo>
                    <a:pt x="37583" y="27571"/>
                  </a:lnTo>
                  <a:lnTo>
                    <a:pt x="40814" y="32768"/>
                  </a:lnTo>
                  <a:lnTo>
                    <a:pt x="34893" y="39358"/>
                  </a:lnTo>
                  <a:lnTo>
                    <a:pt x="32304" y="39131"/>
                  </a:lnTo>
                  <a:lnTo>
                    <a:pt x="32814" y="37991"/>
                  </a:lnTo>
                  <a:lnTo>
                    <a:pt x="32207" y="37503"/>
                  </a:lnTo>
                  <a:lnTo>
                    <a:pt x="26278" y="37729"/>
                  </a:lnTo>
                  <a:lnTo>
                    <a:pt x="23994" y="38710"/>
                  </a:lnTo>
                  <a:lnTo>
                    <a:pt x="24311" y="40920"/>
                  </a:lnTo>
                  <a:lnTo>
                    <a:pt x="25635" y="41463"/>
                  </a:lnTo>
                  <a:lnTo>
                    <a:pt x="26106" y="47426"/>
                  </a:lnTo>
                  <a:lnTo>
                    <a:pt x="24677" y="47191"/>
                  </a:lnTo>
                  <a:lnTo>
                    <a:pt x="22213" y="46970"/>
                  </a:lnTo>
                  <a:lnTo>
                    <a:pt x="20943" y="48354"/>
                  </a:lnTo>
                  <a:lnTo>
                    <a:pt x="10518" y="49386"/>
                  </a:lnTo>
                  <a:lnTo>
                    <a:pt x="9777" y="47773"/>
                  </a:lnTo>
                  <a:lnTo>
                    <a:pt x="10250" y="45758"/>
                  </a:lnTo>
                  <a:lnTo>
                    <a:pt x="9528" y="38761"/>
                  </a:lnTo>
                  <a:lnTo>
                    <a:pt x="11835" y="31890"/>
                  </a:lnTo>
                  <a:lnTo>
                    <a:pt x="13183" y="31476"/>
                  </a:lnTo>
                  <a:lnTo>
                    <a:pt x="14057" y="28441"/>
                  </a:lnTo>
                  <a:lnTo>
                    <a:pt x="9691" y="23251"/>
                  </a:lnTo>
                  <a:lnTo>
                    <a:pt x="7208" y="13415"/>
                  </a:lnTo>
                  <a:lnTo>
                    <a:pt x="5395" y="9641"/>
                  </a:lnTo>
                  <a:lnTo>
                    <a:pt x="0" y="11055"/>
                  </a:lnTo>
                  <a:lnTo>
                    <a:pt x="4582" y="2567"/>
                  </a:lnTo>
                  <a:lnTo>
                    <a:pt x="8189" y="872"/>
                  </a:lnTo>
                  <a:lnTo>
                    <a:pt x="10189" y="816"/>
                  </a:lnTo>
                  <a:lnTo>
                    <a:pt x="1134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h2040"/>
            <p:cNvSpPr/>
            <p:nvPr/>
          </p:nvSpPr>
          <p:spPr>
            <a:xfrm>
              <a:off x="2585000" y="2866932"/>
              <a:ext cx="61040" cy="60024"/>
            </a:xfrm>
            <a:custGeom>
              <a:avLst/>
              <a:pathLst>
                <a:path w="61040" h="60024">
                  <a:moveTo>
                    <a:pt x="61040" y="990"/>
                  </a:moveTo>
                  <a:lnTo>
                    <a:pt x="59586" y="4769"/>
                  </a:lnTo>
                  <a:lnTo>
                    <a:pt x="60357" y="8531"/>
                  </a:lnTo>
                  <a:lnTo>
                    <a:pt x="58721" y="11592"/>
                  </a:lnTo>
                  <a:lnTo>
                    <a:pt x="56079" y="15311"/>
                  </a:lnTo>
                  <a:lnTo>
                    <a:pt x="53466" y="21153"/>
                  </a:lnTo>
                  <a:lnTo>
                    <a:pt x="49068" y="25236"/>
                  </a:lnTo>
                  <a:lnTo>
                    <a:pt x="46781" y="32781"/>
                  </a:lnTo>
                  <a:lnTo>
                    <a:pt x="42092" y="35864"/>
                  </a:lnTo>
                  <a:lnTo>
                    <a:pt x="41410" y="37058"/>
                  </a:lnTo>
                  <a:lnTo>
                    <a:pt x="43217" y="41060"/>
                  </a:lnTo>
                  <a:lnTo>
                    <a:pt x="46822" y="43846"/>
                  </a:lnTo>
                  <a:lnTo>
                    <a:pt x="47327" y="47212"/>
                  </a:lnTo>
                  <a:lnTo>
                    <a:pt x="44234" y="47572"/>
                  </a:lnTo>
                  <a:lnTo>
                    <a:pt x="39545" y="49780"/>
                  </a:lnTo>
                  <a:lnTo>
                    <a:pt x="33067" y="56151"/>
                  </a:lnTo>
                  <a:lnTo>
                    <a:pt x="27558" y="56051"/>
                  </a:lnTo>
                  <a:lnTo>
                    <a:pt x="19583" y="58667"/>
                  </a:lnTo>
                  <a:lnTo>
                    <a:pt x="18737" y="60024"/>
                  </a:lnTo>
                  <a:lnTo>
                    <a:pt x="15866" y="59058"/>
                  </a:lnTo>
                  <a:lnTo>
                    <a:pt x="14846" y="56427"/>
                  </a:lnTo>
                  <a:lnTo>
                    <a:pt x="17038" y="55216"/>
                  </a:lnTo>
                  <a:lnTo>
                    <a:pt x="14974" y="50343"/>
                  </a:lnTo>
                  <a:lnTo>
                    <a:pt x="11729" y="47698"/>
                  </a:lnTo>
                  <a:lnTo>
                    <a:pt x="7176" y="46669"/>
                  </a:lnTo>
                  <a:lnTo>
                    <a:pt x="4824" y="48719"/>
                  </a:lnTo>
                  <a:lnTo>
                    <a:pt x="3926" y="48524"/>
                  </a:lnTo>
                  <a:lnTo>
                    <a:pt x="2749" y="41582"/>
                  </a:lnTo>
                  <a:lnTo>
                    <a:pt x="4972" y="34577"/>
                  </a:lnTo>
                  <a:lnTo>
                    <a:pt x="1228" y="34171"/>
                  </a:lnTo>
                  <a:lnTo>
                    <a:pt x="10476" y="27487"/>
                  </a:lnTo>
                  <a:lnTo>
                    <a:pt x="9521" y="25052"/>
                  </a:lnTo>
                  <a:lnTo>
                    <a:pt x="9375" y="20841"/>
                  </a:lnTo>
                  <a:lnTo>
                    <a:pt x="7092" y="19623"/>
                  </a:lnTo>
                  <a:lnTo>
                    <a:pt x="4746" y="19959"/>
                  </a:lnTo>
                  <a:lnTo>
                    <a:pt x="0" y="15719"/>
                  </a:lnTo>
                  <a:lnTo>
                    <a:pt x="926" y="13251"/>
                  </a:lnTo>
                  <a:lnTo>
                    <a:pt x="6068" y="13014"/>
                  </a:lnTo>
                  <a:lnTo>
                    <a:pt x="11235" y="13886"/>
                  </a:lnTo>
                  <a:lnTo>
                    <a:pt x="9248" y="9713"/>
                  </a:lnTo>
                  <a:lnTo>
                    <a:pt x="11306" y="9032"/>
                  </a:lnTo>
                  <a:lnTo>
                    <a:pt x="19571" y="10271"/>
                  </a:lnTo>
                  <a:lnTo>
                    <a:pt x="26238" y="2520"/>
                  </a:lnTo>
                  <a:lnTo>
                    <a:pt x="28404" y="4804"/>
                  </a:lnTo>
                  <a:lnTo>
                    <a:pt x="28148" y="5555"/>
                  </a:lnTo>
                  <a:lnTo>
                    <a:pt x="23986" y="7030"/>
                  </a:lnTo>
                  <a:lnTo>
                    <a:pt x="24603" y="10579"/>
                  </a:lnTo>
                  <a:lnTo>
                    <a:pt x="29779" y="14546"/>
                  </a:lnTo>
                  <a:lnTo>
                    <a:pt x="36171" y="15175"/>
                  </a:lnTo>
                  <a:lnTo>
                    <a:pt x="36651" y="17865"/>
                  </a:lnTo>
                  <a:lnTo>
                    <a:pt x="39529" y="18017"/>
                  </a:lnTo>
                  <a:lnTo>
                    <a:pt x="42685" y="15904"/>
                  </a:lnTo>
                  <a:lnTo>
                    <a:pt x="43459" y="13258"/>
                  </a:lnTo>
                  <a:lnTo>
                    <a:pt x="45242" y="11450"/>
                  </a:lnTo>
                  <a:lnTo>
                    <a:pt x="50010" y="11204"/>
                  </a:lnTo>
                  <a:lnTo>
                    <a:pt x="5157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h2041"/>
            <p:cNvSpPr/>
            <p:nvPr/>
          </p:nvSpPr>
          <p:spPr>
            <a:xfrm>
              <a:off x="2566694" y="2838942"/>
              <a:ext cx="45762" cy="38261"/>
            </a:xfrm>
            <a:custGeom>
              <a:avLst/>
              <a:pathLst>
                <a:path w="45762" h="38261">
                  <a:moveTo>
                    <a:pt x="42045" y="1813"/>
                  </a:moveTo>
                  <a:lnTo>
                    <a:pt x="41786" y="4918"/>
                  </a:lnTo>
                  <a:lnTo>
                    <a:pt x="38152" y="7005"/>
                  </a:lnTo>
                  <a:lnTo>
                    <a:pt x="41744" y="15546"/>
                  </a:lnTo>
                  <a:lnTo>
                    <a:pt x="42146" y="21836"/>
                  </a:lnTo>
                  <a:lnTo>
                    <a:pt x="41212" y="28010"/>
                  </a:lnTo>
                  <a:lnTo>
                    <a:pt x="45762" y="28847"/>
                  </a:lnTo>
                  <a:lnTo>
                    <a:pt x="44545" y="30511"/>
                  </a:lnTo>
                  <a:lnTo>
                    <a:pt x="37878" y="38261"/>
                  </a:lnTo>
                  <a:lnTo>
                    <a:pt x="29613" y="37022"/>
                  </a:lnTo>
                  <a:lnTo>
                    <a:pt x="25914" y="28056"/>
                  </a:lnTo>
                  <a:lnTo>
                    <a:pt x="21097" y="27874"/>
                  </a:lnTo>
                  <a:lnTo>
                    <a:pt x="10721" y="21912"/>
                  </a:lnTo>
                  <a:lnTo>
                    <a:pt x="7530" y="25145"/>
                  </a:lnTo>
                  <a:lnTo>
                    <a:pt x="2108" y="26144"/>
                  </a:lnTo>
                  <a:lnTo>
                    <a:pt x="1668" y="24819"/>
                  </a:lnTo>
                  <a:lnTo>
                    <a:pt x="326" y="21565"/>
                  </a:lnTo>
                  <a:lnTo>
                    <a:pt x="0" y="18384"/>
                  </a:lnTo>
                  <a:lnTo>
                    <a:pt x="3676" y="7542"/>
                  </a:lnTo>
                  <a:lnTo>
                    <a:pt x="1861" y="6667"/>
                  </a:lnTo>
                  <a:lnTo>
                    <a:pt x="4845" y="2846"/>
                  </a:lnTo>
                  <a:lnTo>
                    <a:pt x="9586" y="3556"/>
                  </a:lnTo>
                  <a:lnTo>
                    <a:pt x="10261" y="5900"/>
                  </a:lnTo>
                  <a:lnTo>
                    <a:pt x="15000" y="7023"/>
                  </a:lnTo>
                  <a:lnTo>
                    <a:pt x="16122" y="8021"/>
                  </a:lnTo>
                  <a:lnTo>
                    <a:pt x="24123" y="10532"/>
                  </a:lnTo>
                  <a:lnTo>
                    <a:pt x="30615" y="5397"/>
                  </a:lnTo>
                  <a:lnTo>
                    <a:pt x="35261" y="98"/>
                  </a:lnTo>
                  <a:lnTo>
                    <a:pt x="41501" y="1314"/>
                  </a:lnTo>
                  <a:lnTo>
                    <a:pt x="4079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h2042"/>
            <p:cNvSpPr/>
            <p:nvPr/>
          </p:nvSpPr>
          <p:spPr>
            <a:xfrm>
              <a:off x="2521572" y="2929535"/>
              <a:ext cx="27192" cy="35021"/>
            </a:xfrm>
            <a:custGeom>
              <a:avLst/>
              <a:pathLst>
                <a:path w="27192" h="35021">
                  <a:moveTo>
                    <a:pt x="6894" y="0"/>
                  </a:moveTo>
                  <a:lnTo>
                    <a:pt x="9825" y="6796"/>
                  </a:lnTo>
                  <a:lnTo>
                    <a:pt x="12215" y="6041"/>
                  </a:lnTo>
                  <a:lnTo>
                    <a:pt x="12425" y="4311"/>
                  </a:lnTo>
                  <a:lnTo>
                    <a:pt x="20857" y="2540"/>
                  </a:lnTo>
                  <a:lnTo>
                    <a:pt x="22468" y="4254"/>
                  </a:lnTo>
                  <a:lnTo>
                    <a:pt x="14437" y="15432"/>
                  </a:lnTo>
                  <a:lnTo>
                    <a:pt x="15415" y="17678"/>
                  </a:lnTo>
                  <a:lnTo>
                    <a:pt x="18504" y="20222"/>
                  </a:lnTo>
                  <a:lnTo>
                    <a:pt x="18728" y="21945"/>
                  </a:lnTo>
                  <a:lnTo>
                    <a:pt x="17918" y="23772"/>
                  </a:lnTo>
                  <a:lnTo>
                    <a:pt x="18584" y="25367"/>
                  </a:lnTo>
                  <a:lnTo>
                    <a:pt x="25440" y="25029"/>
                  </a:lnTo>
                  <a:lnTo>
                    <a:pt x="25614" y="24219"/>
                  </a:lnTo>
                  <a:lnTo>
                    <a:pt x="27192" y="25141"/>
                  </a:lnTo>
                  <a:lnTo>
                    <a:pt x="25765" y="29094"/>
                  </a:lnTo>
                  <a:lnTo>
                    <a:pt x="23077" y="30502"/>
                  </a:lnTo>
                  <a:lnTo>
                    <a:pt x="19298" y="30150"/>
                  </a:lnTo>
                  <a:lnTo>
                    <a:pt x="17964" y="34332"/>
                  </a:lnTo>
                  <a:lnTo>
                    <a:pt x="11960" y="35021"/>
                  </a:lnTo>
                  <a:lnTo>
                    <a:pt x="6615" y="34698"/>
                  </a:lnTo>
                  <a:lnTo>
                    <a:pt x="2169" y="32331"/>
                  </a:lnTo>
                  <a:lnTo>
                    <a:pt x="1460" y="31358"/>
                  </a:lnTo>
                  <a:lnTo>
                    <a:pt x="1160" y="26654"/>
                  </a:lnTo>
                  <a:lnTo>
                    <a:pt x="0" y="25278"/>
                  </a:lnTo>
                  <a:lnTo>
                    <a:pt x="2279" y="24755"/>
                  </a:lnTo>
                  <a:lnTo>
                    <a:pt x="183" y="23470"/>
                  </a:lnTo>
                  <a:lnTo>
                    <a:pt x="177" y="19202"/>
                  </a:lnTo>
                  <a:lnTo>
                    <a:pt x="2027" y="12972"/>
                  </a:lnTo>
                  <a:lnTo>
                    <a:pt x="2317" y="3920"/>
                  </a:lnTo>
                  <a:lnTo>
                    <a:pt x="5331" y="2968"/>
                  </a:lnTo>
                  <a:lnTo>
                    <a:pt x="5137" y="356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h2043"/>
            <p:cNvSpPr/>
            <p:nvPr/>
          </p:nvSpPr>
          <p:spPr>
            <a:xfrm>
              <a:off x="2626656" y="2780983"/>
              <a:ext cx="50398" cy="74806"/>
            </a:xfrm>
            <a:custGeom>
              <a:avLst/>
              <a:pathLst>
                <a:path w="50398" h="74806">
                  <a:moveTo>
                    <a:pt x="41784" y="0"/>
                  </a:moveTo>
                  <a:lnTo>
                    <a:pt x="43880" y="5577"/>
                  </a:lnTo>
                  <a:lnTo>
                    <a:pt x="48003" y="8546"/>
                  </a:lnTo>
                  <a:lnTo>
                    <a:pt x="49317" y="10345"/>
                  </a:lnTo>
                  <a:lnTo>
                    <a:pt x="47745" y="17502"/>
                  </a:lnTo>
                  <a:lnTo>
                    <a:pt x="49465" y="23844"/>
                  </a:lnTo>
                  <a:lnTo>
                    <a:pt x="50398" y="28197"/>
                  </a:lnTo>
                  <a:lnTo>
                    <a:pt x="48616" y="26999"/>
                  </a:lnTo>
                  <a:lnTo>
                    <a:pt x="45983" y="31317"/>
                  </a:lnTo>
                  <a:lnTo>
                    <a:pt x="41243" y="28283"/>
                  </a:lnTo>
                  <a:lnTo>
                    <a:pt x="37303" y="29537"/>
                  </a:lnTo>
                  <a:lnTo>
                    <a:pt x="38725" y="35285"/>
                  </a:lnTo>
                  <a:lnTo>
                    <a:pt x="38332" y="36868"/>
                  </a:lnTo>
                  <a:lnTo>
                    <a:pt x="36947" y="37454"/>
                  </a:lnTo>
                  <a:lnTo>
                    <a:pt x="29422" y="55106"/>
                  </a:lnTo>
                  <a:lnTo>
                    <a:pt x="26513" y="58375"/>
                  </a:lnTo>
                  <a:lnTo>
                    <a:pt x="23067" y="59147"/>
                  </a:lnTo>
                  <a:lnTo>
                    <a:pt x="23124" y="63790"/>
                  </a:lnTo>
                  <a:lnTo>
                    <a:pt x="21825" y="66836"/>
                  </a:lnTo>
                  <a:lnTo>
                    <a:pt x="23082" y="69771"/>
                  </a:lnTo>
                  <a:lnTo>
                    <a:pt x="24986" y="71057"/>
                  </a:lnTo>
                  <a:lnTo>
                    <a:pt x="23934" y="74614"/>
                  </a:lnTo>
                  <a:lnTo>
                    <a:pt x="18434" y="74806"/>
                  </a:lnTo>
                  <a:lnTo>
                    <a:pt x="13477" y="74797"/>
                  </a:lnTo>
                  <a:lnTo>
                    <a:pt x="12213" y="73310"/>
                  </a:lnTo>
                  <a:lnTo>
                    <a:pt x="10656" y="74479"/>
                  </a:lnTo>
                  <a:lnTo>
                    <a:pt x="9047" y="73411"/>
                  </a:lnTo>
                  <a:lnTo>
                    <a:pt x="5886" y="70036"/>
                  </a:lnTo>
                  <a:lnTo>
                    <a:pt x="1900" y="67441"/>
                  </a:lnTo>
                  <a:lnTo>
                    <a:pt x="702" y="65336"/>
                  </a:lnTo>
                  <a:lnTo>
                    <a:pt x="2838" y="63984"/>
                  </a:lnTo>
                  <a:lnTo>
                    <a:pt x="3751" y="60660"/>
                  </a:lnTo>
                  <a:lnTo>
                    <a:pt x="0" y="50988"/>
                  </a:lnTo>
                  <a:lnTo>
                    <a:pt x="2822" y="50811"/>
                  </a:lnTo>
                  <a:lnTo>
                    <a:pt x="4848" y="49603"/>
                  </a:lnTo>
                  <a:lnTo>
                    <a:pt x="5802" y="48034"/>
                  </a:lnTo>
                  <a:lnTo>
                    <a:pt x="15239" y="42792"/>
                  </a:lnTo>
                  <a:lnTo>
                    <a:pt x="14039" y="37473"/>
                  </a:lnTo>
                  <a:lnTo>
                    <a:pt x="7592" y="31283"/>
                  </a:lnTo>
                  <a:lnTo>
                    <a:pt x="7811" y="29904"/>
                  </a:lnTo>
                  <a:lnTo>
                    <a:pt x="11987" y="29395"/>
                  </a:lnTo>
                  <a:lnTo>
                    <a:pt x="14511" y="32062"/>
                  </a:lnTo>
                  <a:lnTo>
                    <a:pt x="15845" y="32065"/>
                  </a:lnTo>
                  <a:lnTo>
                    <a:pt x="18837" y="22638"/>
                  </a:lnTo>
                  <a:lnTo>
                    <a:pt x="19085" y="16413"/>
                  </a:lnTo>
                  <a:lnTo>
                    <a:pt x="22266" y="15775"/>
                  </a:lnTo>
                  <a:lnTo>
                    <a:pt x="25074" y="17974"/>
                  </a:lnTo>
                  <a:lnTo>
                    <a:pt x="27751" y="18220"/>
                  </a:lnTo>
                  <a:lnTo>
                    <a:pt x="31480" y="13903"/>
                  </a:lnTo>
                  <a:lnTo>
                    <a:pt x="30542" y="11348"/>
                  </a:lnTo>
                  <a:lnTo>
                    <a:pt x="30601" y="8340"/>
                  </a:lnTo>
                  <a:lnTo>
                    <a:pt x="34127" y="7874"/>
                  </a:lnTo>
                  <a:lnTo>
                    <a:pt x="36282" y="5496"/>
                  </a:lnTo>
                  <a:lnTo>
                    <a:pt x="38322" y="223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h2044"/>
            <p:cNvSpPr/>
            <p:nvPr/>
          </p:nvSpPr>
          <p:spPr>
            <a:xfrm>
              <a:off x="4131400" y="2868532"/>
              <a:ext cx="1294" cy="1451"/>
            </a:xfrm>
            <a:custGeom>
              <a:avLst/>
              <a:pathLst>
                <a:path w="1294" h="1451">
                  <a:moveTo>
                    <a:pt x="0" y="1149"/>
                  </a:moveTo>
                  <a:lnTo>
                    <a:pt x="1294" y="0"/>
                  </a:lnTo>
                  <a:lnTo>
                    <a:pt x="819" y="988"/>
                  </a:lnTo>
                  <a:lnTo>
                    <a:pt x="928" y="145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h2045"/>
            <p:cNvSpPr/>
            <p:nvPr/>
          </p:nvSpPr>
          <p:spPr>
            <a:xfrm>
              <a:off x="4172485" y="2825300"/>
              <a:ext cx="33827" cy="45191"/>
            </a:xfrm>
            <a:custGeom>
              <a:avLst/>
              <a:pathLst>
                <a:path w="33827" h="45191">
                  <a:moveTo>
                    <a:pt x="26900" y="17468"/>
                  </a:moveTo>
                  <a:lnTo>
                    <a:pt x="20927" y="24438"/>
                  </a:lnTo>
                  <a:lnTo>
                    <a:pt x="12071" y="38981"/>
                  </a:lnTo>
                  <a:lnTo>
                    <a:pt x="5630" y="45191"/>
                  </a:lnTo>
                  <a:lnTo>
                    <a:pt x="4833" y="44890"/>
                  </a:lnTo>
                  <a:lnTo>
                    <a:pt x="2608" y="41844"/>
                  </a:lnTo>
                  <a:lnTo>
                    <a:pt x="0" y="34734"/>
                  </a:lnTo>
                  <a:lnTo>
                    <a:pt x="175" y="27306"/>
                  </a:lnTo>
                  <a:lnTo>
                    <a:pt x="9263" y="8004"/>
                  </a:lnTo>
                  <a:lnTo>
                    <a:pt x="12881" y="5750"/>
                  </a:lnTo>
                  <a:lnTo>
                    <a:pt x="14803" y="6511"/>
                  </a:lnTo>
                  <a:lnTo>
                    <a:pt x="15161" y="8227"/>
                  </a:lnTo>
                  <a:lnTo>
                    <a:pt x="17126" y="8967"/>
                  </a:lnTo>
                  <a:lnTo>
                    <a:pt x="20075" y="7011"/>
                  </a:lnTo>
                  <a:lnTo>
                    <a:pt x="26072" y="5498"/>
                  </a:lnTo>
                  <a:lnTo>
                    <a:pt x="33311" y="0"/>
                  </a:lnTo>
                  <a:lnTo>
                    <a:pt x="33827" y="639"/>
                  </a:lnTo>
                  <a:lnTo>
                    <a:pt x="33267" y="2987"/>
                  </a:lnTo>
                  <a:lnTo>
                    <a:pt x="30021" y="1156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h2046"/>
            <p:cNvSpPr/>
            <p:nvPr/>
          </p:nvSpPr>
          <p:spPr>
            <a:xfrm>
              <a:off x="4189477" y="2832829"/>
              <a:ext cx="587" cy="298"/>
            </a:xfrm>
            <a:custGeom>
              <a:avLst/>
              <a:pathLst>
                <a:path w="587" h="298">
                  <a:moveTo>
                    <a:pt x="272" y="298"/>
                  </a:moveTo>
                  <a:lnTo>
                    <a:pt x="0" y="0"/>
                  </a:lnTo>
                  <a:lnTo>
                    <a:pt x="587" y="5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h2047"/>
            <p:cNvSpPr/>
            <p:nvPr/>
          </p:nvSpPr>
          <p:spPr>
            <a:xfrm>
              <a:off x="4148749" y="2830395"/>
              <a:ext cx="8956" cy="3396"/>
            </a:xfrm>
            <a:custGeom>
              <a:avLst/>
              <a:pathLst>
                <a:path w="8956" h="3396">
                  <a:moveTo>
                    <a:pt x="8956" y="1964"/>
                  </a:moveTo>
                  <a:lnTo>
                    <a:pt x="8354" y="2867"/>
                  </a:lnTo>
                  <a:lnTo>
                    <a:pt x="7992" y="3191"/>
                  </a:lnTo>
                  <a:lnTo>
                    <a:pt x="6271" y="1618"/>
                  </a:lnTo>
                  <a:lnTo>
                    <a:pt x="4500" y="3396"/>
                  </a:lnTo>
                  <a:lnTo>
                    <a:pt x="0" y="1841"/>
                  </a:lnTo>
                  <a:lnTo>
                    <a:pt x="1435" y="0"/>
                  </a:lnTo>
                  <a:lnTo>
                    <a:pt x="6527" y="70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h2048"/>
            <p:cNvSpPr/>
            <p:nvPr/>
          </p:nvSpPr>
          <p:spPr>
            <a:xfrm>
              <a:off x="4145897" y="2699978"/>
              <a:ext cx="42113" cy="49331"/>
            </a:xfrm>
            <a:custGeom>
              <a:avLst/>
              <a:pathLst>
                <a:path w="42113" h="49331">
                  <a:moveTo>
                    <a:pt x="17165" y="6091"/>
                  </a:moveTo>
                  <a:lnTo>
                    <a:pt x="14581" y="4789"/>
                  </a:lnTo>
                  <a:lnTo>
                    <a:pt x="13681" y="5138"/>
                  </a:lnTo>
                  <a:lnTo>
                    <a:pt x="14141" y="2167"/>
                  </a:lnTo>
                  <a:lnTo>
                    <a:pt x="19573" y="8031"/>
                  </a:lnTo>
                  <a:lnTo>
                    <a:pt x="20339" y="10959"/>
                  </a:lnTo>
                  <a:lnTo>
                    <a:pt x="24664" y="17308"/>
                  </a:lnTo>
                  <a:lnTo>
                    <a:pt x="29100" y="21667"/>
                  </a:lnTo>
                  <a:lnTo>
                    <a:pt x="35511" y="40446"/>
                  </a:lnTo>
                  <a:lnTo>
                    <a:pt x="39028" y="41637"/>
                  </a:lnTo>
                  <a:lnTo>
                    <a:pt x="37724" y="38033"/>
                  </a:lnTo>
                  <a:lnTo>
                    <a:pt x="38293" y="32230"/>
                  </a:lnTo>
                  <a:lnTo>
                    <a:pt x="40505" y="30703"/>
                  </a:lnTo>
                  <a:lnTo>
                    <a:pt x="41441" y="28418"/>
                  </a:lnTo>
                  <a:lnTo>
                    <a:pt x="40835" y="25432"/>
                  </a:lnTo>
                  <a:lnTo>
                    <a:pt x="36145" y="19675"/>
                  </a:lnTo>
                  <a:lnTo>
                    <a:pt x="36761" y="18675"/>
                  </a:lnTo>
                  <a:lnTo>
                    <a:pt x="40074" y="19355"/>
                  </a:lnTo>
                  <a:lnTo>
                    <a:pt x="41126" y="22341"/>
                  </a:lnTo>
                  <a:lnTo>
                    <a:pt x="41657" y="27964"/>
                  </a:lnTo>
                  <a:lnTo>
                    <a:pt x="39412" y="36422"/>
                  </a:lnTo>
                  <a:lnTo>
                    <a:pt x="41845" y="42034"/>
                  </a:lnTo>
                  <a:lnTo>
                    <a:pt x="42113" y="45530"/>
                  </a:lnTo>
                  <a:lnTo>
                    <a:pt x="6028" y="49331"/>
                  </a:lnTo>
                  <a:lnTo>
                    <a:pt x="3988" y="29773"/>
                  </a:lnTo>
                  <a:lnTo>
                    <a:pt x="2931" y="29825"/>
                  </a:lnTo>
                  <a:lnTo>
                    <a:pt x="716" y="8604"/>
                  </a:lnTo>
                  <a:lnTo>
                    <a:pt x="419" y="5768"/>
                  </a:lnTo>
                  <a:lnTo>
                    <a:pt x="0" y="1746"/>
                  </a:lnTo>
                  <a:lnTo>
                    <a:pt x="2289" y="0"/>
                  </a:lnTo>
                  <a:lnTo>
                    <a:pt x="13491" y="5726"/>
                  </a:lnTo>
                  <a:lnTo>
                    <a:pt x="16498" y="817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h2049"/>
            <p:cNvSpPr/>
            <p:nvPr/>
          </p:nvSpPr>
          <p:spPr>
            <a:xfrm>
              <a:off x="4162327" y="2705750"/>
              <a:ext cx="479" cy="1020"/>
            </a:xfrm>
            <a:custGeom>
              <a:avLst/>
              <a:pathLst>
                <a:path w="479" h="1020">
                  <a:moveTo>
                    <a:pt x="479" y="457"/>
                  </a:moveTo>
                  <a:lnTo>
                    <a:pt x="258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h2050"/>
            <p:cNvSpPr/>
            <p:nvPr/>
          </p:nvSpPr>
          <p:spPr>
            <a:xfrm>
              <a:off x="4157815" y="2701772"/>
              <a:ext cx="611" cy="1101"/>
            </a:xfrm>
            <a:custGeom>
              <a:avLst/>
              <a:pathLst>
                <a:path w="611" h="1101">
                  <a:moveTo>
                    <a:pt x="88" y="1101"/>
                  </a:moveTo>
                  <a:lnTo>
                    <a:pt x="0" y="278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h2051"/>
            <p:cNvSpPr/>
            <p:nvPr/>
          </p:nvSpPr>
          <p:spPr>
            <a:xfrm>
              <a:off x="4156070" y="2701212"/>
              <a:ext cx="463" cy="555"/>
            </a:xfrm>
            <a:custGeom>
              <a:avLst/>
              <a:pathLst>
                <a:path w="463" h="555">
                  <a:moveTo>
                    <a:pt x="0" y="0"/>
                  </a:moveTo>
                  <a:lnTo>
                    <a:pt x="463" y="545"/>
                  </a:lnTo>
                  <a:lnTo>
                    <a:pt x="174" y="55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h2052"/>
            <p:cNvSpPr/>
            <p:nvPr/>
          </p:nvSpPr>
          <p:spPr>
            <a:xfrm>
              <a:off x="4153587" y="2699783"/>
              <a:ext cx="6308" cy="2316"/>
            </a:xfrm>
            <a:custGeom>
              <a:avLst/>
              <a:pathLst>
                <a:path w="6308" h="2316">
                  <a:moveTo>
                    <a:pt x="6308" y="2316"/>
                  </a:moveTo>
                  <a:lnTo>
                    <a:pt x="0" y="323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h2053"/>
            <p:cNvSpPr/>
            <p:nvPr/>
          </p:nvSpPr>
          <p:spPr>
            <a:xfrm>
              <a:off x="4145531" y="2698218"/>
              <a:ext cx="7535" cy="1813"/>
            </a:xfrm>
            <a:custGeom>
              <a:avLst/>
              <a:pathLst>
                <a:path w="7535" h="1813">
                  <a:moveTo>
                    <a:pt x="47" y="457"/>
                  </a:moveTo>
                  <a:lnTo>
                    <a:pt x="0" y="0"/>
                  </a:lnTo>
                  <a:lnTo>
                    <a:pt x="5133" y="792"/>
                  </a:lnTo>
                  <a:lnTo>
                    <a:pt x="7535" y="1813"/>
                  </a:lnTo>
                  <a:lnTo>
                    <a:pt x="4772" y="892"/>
                  </a:lnTo>
                  <a:lnTo>
                    <a:pt x="2325" y="173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h2054"/>
            <p:cNvSpPr/>
            <p:nvPr/>
          </p:nvSpPr>
          <p:spPr>
            <a:xfrm>
              <a:off x="4145627" y="2698923"/>
              <a:ext cx="15" cy="209"/>
            </a:xfrm>
            <a:custGeom>
              <a:avLst/>
              <a:pathLst>
                <a:path w="15" h="209">
                  <a:moveTo>
                    <a:pt x="0" y="209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h2055"/>
            <p:cNvSpPr/>
            <p:nvPr/>
          </p:nvSpPr>
          <p:spPr>
            <a:xfrm>
              <a:off x="4193332" y="2737894"/>
              <a:ext cx="5996" cy="7790"/>
            </a:xfrm>
            <a:custGeom>
              <a:avLst/>
              <a:pathLst>
                <a:path w="5996" h="7790">
                  <a:moveTo>
                    <a:pt x="1836" y="3237"/>
                  </a:moveTo>
                  <a:lnTo>
                    <a:pt x="3273" y="5405"/>
                  </a:lnTo>
                  <a:lnTo>
                    <a:pt x="990" y="1356"/>
                  </a:lnTo>
                  <a:lnTo>
                    <a:pt x="0" y="1008"/>
                  </a:lnTo>
                  <a:lnTo>
                    <a:pt x="432" y="0"/>
                  </a:lnTo>
                  <a:lnTo>
                    <a:pt x="5996" y="7790"/>
                  </a:lnTo>
                  <a:lnTo>
                    <a:pt x="4956" y="7362"/>
                  </a:lnTo>
                  <a:lnTo>
                    <a:pt x="1737" y="395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h2056"/>
            <p:cNvSpPr/>
            <p:nvPr/>
          </p:nvSpPr>
          <p:spPr>
            <a:xfrm>
              <a:off x="4174621" y="2716968"/>
              <a:ext cx="4202" cy="2969"/>
            </a:xfrm>
            <a:custGeom>
              <a:avLst/>
              <a:pathLst>
                <a:path w="4202" h="2969">
                  <a:moveTo>
                    <a:pt x="0" y="2969"/>
                  </a:moveTo>
                  <a:lnTo>
                    <a:pt x="535" y="1549"/>
                  </a:lnTo>
                  <a:lnTo>
                    <a:pt x="420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h2057"/>
            <p:cNvSpPr/>
            <p:nvPr/>
          </p:nvSpPr>
          <p:spPr>
            <a:xfrm>
              <a:off x="4171140" y="2713723"/>
              <a:ext cx="1071" cy="2299"/>
            </a:xfrm>
            <a:custGeom>
              <a:avLst/>
              <a:pathLst>
                <a:path w="1071" h="2299">
                  <a:moveTo>
                    <a:pt x="1071" y="1803"/>
                  </a:moveTo>
                  <a:lnTo>
                    <a:pt x="0" y="2299"/>
                  </a:lnTo>
                  <a:lnTo>
                    <a:pt x="99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h2058"/>
            <p:cNvSpPr/>
            <p:nvPr/>
          </p:nvSpPr>
          <p:spPr>
            <a:xfrm>
              <a:off x="4167982" y="2712909"/>
              <a:ext cx="1147" cy="1100"/>
            </a:xfrm>
            <a:custGeom>
              <a:avLst/>
              <a:pathLst>
                <a:path w="1147" h="1100">
                  <a:moveTo>
                    <a:pt x="1147" y="857"/>
                  </a:moveTo>
                  <a:lnTo>
                    <a:pt x="378" y="1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h2059"/>
            <p:cNvSpPr/>
            <p:nvPr/>
          </p:nvSpPr>
          <p:spPr>
            <a:xfrm>
              <a:off x="4169686" y="2712437"/>
              <a:ext cx="1391" cy="1347"/>
            </a:xfrm>
            <a:custGeom>
              <a:avLst/>
              <a:pathLst>
                <a:path w="1391" h="1347">
                  <a:moveTo>
                    <a:pt x="1142" y="641"/>
                  </a:moveTo>
                  <a:lnTo>
                    <a:pt x="1391" y="13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h2060"/>
            <p:cNvSpPr/>
            <p:nvPr/>
          </p:nvSpPr>
          <p:spPr>
            <a:xfrm>
              <a:off x="4183343" y="2703872"/>
              <a:ext cx="3407" cy="9351"/>
            </a:xfrm>
            <a:custGeom>
              <a:avLst/>
              <a:pathLst>
                <a:path w="3407" h="9351">
                  <a:moveTo>
                    <a:pt x="0" y="0"/>
                  </a:moveTo>
                  <a:lnTo>
                    <a:pt x="1061" y="2285"/>
                  </a:lnTo>
                  <a:lnTo>
                    <a:pt x="3407" y="9351"/>
                  </a:lnTo>
                  <a:lnTo>
                    <a:pt x="1239" y="3804"/>
                  </a:lnTo>
                  <a:lnTo>
                    <a:pt x="1170" y="527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h2061"/>
            <p:cNvSpPr/>
            <p:nvPr/>
          </p:nvSpPr>
          <p:spPr>
            <a:xfrm>
              <a:off x="4111247" y="3020195"/>
              <a:ext cx="867" cy="440"/>
            </a:xfrm>
            <a:custGeom>
              <a:avLst/>
              <a:pathLst>
                <a:path w="867" h="440">
                  <a:moveTo>
                    <a:pt x="0" y="283"/>
                  </a:moveTo>
                  <a:lnTo>
                    <a:pt x="715" y="0"/>
                  </a:lnTo>
                  <a:lnTo>
                    <a:pt x="867" y="44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h2062"/>
            <p:cNvSpPr/>
            <p:nvPr/>
          </p:nvSpPr>
          <p:spPr>
            <a:xfrm>
              <a:off x="4112781" y="3018889"/>
              <a:ext cx="756" cy="555"/>
            </a:xfrm>
            <a:custGeom>
              <a:avLst/>
              <a:pathLst>
                <a:path w="756" h="555">
                  <a:moveTo>
                    <a:pt x="756" y="0"/>
                  </a:moveTo>
                  <a:lnTo>
                    <a:pt x="544" y="538"/>
                  </a:lnTo>
                  <a:lnTo>
                    <a:pt x="0" y="555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h2063"/>
            <p:cNvSpPr/>
            <p:nvPr/>
          </p:nvSpPr>
          <p:spPr>
            <a:xfrm>
              <a:off x="4113024" y="3017889"/>
              <a:ext cx="355" cy="258"/>
            </a:xfrm>
            <a:custGeom>
              <a:avLst/>
              <a:pathLst>
                <a:path w="355" h="258">
                  <a:moveTo>
                    <a:pt x="271" y="0"/>
                  </a:moveTo>
                  <a:lnTo>
                    <a:pt x="355" y="221"/>
                  </a:lnTo>
                  <a:lnTo>
                    <a:pt x="0" y="258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h2064"/>
            <p:cNvSpPr/>
            <p:nvPr/>
          </p:nvSpPr>
          <p:spPr>
            <a:xfrm>
              <a:off x="4110490" y="3013591"/>
              <a:ext cx="4140" cy="3132"/>
            </a:xfrm>
            <a:custGeom>
              <a:avLst/>
              <a:pathLst>
                <a:path w="4140" h="3132">
                  <a:moveTo>
                    <a:pt x="2253" y="2106"/>
                  </a:moveTo>
                  <a:lnTo>
                    <a:pt x="0" y="3132"/>
                  </a:lnTo>
                  <a:lnTo>
                    <a:pt x="4140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h2065"/>
            <p:cNvSpPr/>
            <p:nvPr/>
          </p:nvSpPr>
          <p:spPr>
            <a:xfrm>
              <a:off x="4115702" y="3013471"/>
              <a:ext cx="492" cy="140"/>
            </a:xfrm>
            <a:custGeom>
              <a:avLst/>
              <a:pathLst>
                <a:path w="492" h="140">
                  <a:moveTo>
                    <a:pt x="0" y="140"/>
                  </a:moveTo>
                  <a:lnTo>
                    <a:pt x="492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h2066"/>
            <p:cNvSpPr/>
            <p:nvPr/>
          </p:nvSpPr>
          <p:spPr>
            <a:xfrm>
              <a:off x="4105246" y="2978656"/>
              <a:ext cx="347" cy="441"/>
            </a:xfrm>
            <a:custGeom>
              <a:avLst/>
              <a:pathLst>
                <a:path w="347" h="441">
                  <a:moveTo>
                    <a:pt x="232" y="0"/>
                  </a:moveTo>
                  <a:lnTo>
                    <a:pt x="347" y="435"/>
                  </a:lnTo>
                  <a:lnTo>
                    <a:pt x="0" y="441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h2067"/>
            <p:cNvSpPr/>
            <p:nvPr/>
          </p:nvSpPr>
          <p:spPr>
            <a:xfrm>
              <a:off x="4105333" y="2977417"/>
              <a:ext cx="386" cy="986"/>
            </a:xfrm>
            <a:custGeom>
              <a:avLst/>
              <a:pathLst>
                <a:path w="386" h="986">
                  <a:moveTo>
                    <a:pt x="386" y="598"/>
                  </a:moveTo>
                  <a:lnTo>
                    <a:pt x="0" y="986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h2068"/>
            <p:cNvSpPr/>
            <p:nvPr/>
          </p:nvSpPr>
          <p:spPr>
            <a:xfrm>
              <a:off x="4115081" y="29700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h2069"/>
            <p:cNvSpPr/>
            <p:nvPr/>
          </p:nvSpPr>
          <p:spPr>
            <a:xfrm>
              <a:off x="4097797" y="2968303"/>
              <a:ext cx="4681" cy="324"/>
            </a:xfrm>
            <a:custGeom>
              <a:avLst/>
              <a:pathLst>
                <a:path w="4681" h="324">
                  <a:moveTo>
                    <a:pt x="1606" y="0"/>
                  </a:moveTo>
                  <a:lnTo>
                    <a:pt x="4681" y="164"/>
                  </a:lnTo>
                  <a:lnTo>
                    <a:pt x="0" y="324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h2070"/>
            <p:cNvSpPr/>
            <p:nvPr/>
          </p:nvSpPr>
          <p:spPr>
            <a:xfrm>
              <a:off x="4115971" y="2968381"/>
              <a:ext cx="136" cy="79"/>
            </a:xfrm>
            <a:custGeom>
              <a:avLst/>
              <a:pathLst>
                <a:path w="136" h="79">
                  <a:moveTo>
                    <a:pt x="136" y="0"/>
                  </a:moveTo>
                  <a:lnTo>
                    <a:pt x="0" y="79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h2071"/>
            <p:cNvSpPr/>
            <p:nvPr/>
          </p:nvSpPr>
          <p:spPr>
            <a:xfrm>
              <a:off x="4105825" y="296815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h2072"/>
            <p:cNvSpPr/>
            <p:nvPr/>
          </p:nvSpPr>
          <p:spPr>
            <a:xfrm>
              <a:off x="4116659" y="29678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h2073"/>
            <p:cNvSpPr/>
            <p:nvPr/>
          </p:nvSpPr>
          <p:spPr>
            <a:xfrm>
              <a:off x="4106973" y="2967781"/>
              <a:ext cx="373" cy="159"/>
            </a:xfrm>
            <a:custGeom>
              <a:avLst/>
              <a:pathLst>
                <a:path w="373" h="159">
                  <a:moveTo>
                    <a:pt x="0" y="159"/>
                  </a:moveTo>
                  <a:lnTo>
                    <a:pt x="373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h2074"/>
            <p:cNvSpPr/>
            <p:nvPr/>
          </p:nvSpPr>
          <p:spPr>
            <a:xfrm>
              <a:off x="4098750" y="2961084"/>
              <a:ext cx="336" cy="389"/>
            </a:xfrm>
            <a:custGeom>
              <a:avLst/>
              <a:pathLst>
                <a:path w="336" h="389">
                  <a:moveTo>
                    <a:pt x="336" y="69"/>
                  </a:moveTo>
                  <a:lnTo>
                    <a:pt x="265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h2075"/>
            <p:cNvSpPr/>
            <p:nvPr/>
          </p:nvSpPr>
          <p:spPr>
            <a:xfrm>
              <a:off x="4101030" y="2960830"/>
              <a:ext cx="913" cy="595"/>
            </a:xfrm>
            <a:custGeom>
              <a:avLst/>
              <a:pathLst>
                <a:path w="913" h="595">
                  <a:moveTo>
                    <a:pt x="0" y="0"/>
                  </a:moveTo>
                  <a:lnTo>
                    <a:pt x="913" y="595"/>
                  </a:lnTo>
                  <a:lnTo>
                    <a:pt x="163" y="569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h2076"/>
            <p:cNvSpPr/>
            <p:nvPr/>
          </p:nvSpPr>
          <p:spPr>
            <a:xfrm>
              <a:off x="4096976" y="2960702"/>
              <a:ext cx="1166" cy="475"/>
            </a:xfrm>
            <a:custGeom>
              <a:avLst/>
              <a:pathLst>
                <a:path w="1166" h="475">
                  <a:moveTo>
                    <a:pt x="659" y="0"/>
                  </a:moveTo>
                  <a:lnTo>
                    <a:pt x="1166" y="475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h2077"/>
            <p:cNvSpPr/>
            <p:nvPr/>
          </p:nvSpPr>
          <p:spPr>
            <a:xfrm>
              <a:off x="3977967" y="2863154"/>
              <a:ext cx="157196" cy="182176"/>
            </a:xfrm>
            <a:custGeom>
              <a:avLst/>
              <a:pathLst>
                <a:path w="157196" h="182176">
                  <a:moveTo>
                    <a:pt x="137872" y="76499"/>
                  </a:moveTo>
                  <a:lnTo>
                    <a:pt x="136548" y="74953"/>
                  </a:lnTo>
                  <a:lnTo>
                    <a:pt x="133816" y="77630"/>
                  </a:lnTo>
                  <a:lnTo>
                    <a:pt x="127231" y="91771"/>
                  </a:lnTo>
                  <a:lnTo>
                    <a:pt x="126487" y="96861"/>
                  </a:lnTo>
                  <a:lnTo>
                    <a:pt x="125119" y="101516"/>
                  </a:lnTo>
                  <a:lnTo>
                    <a:pt x="123584" y="101722"/>
                  </a:lnTo>
                  <a:lnTo>
                    <a:pt x="122725" y="100337"/>
                  </a:lnTo>
                  <a:lnTo>
                    <a:pt x="124213" y="100286"/>
                  </a:lnTo>
                  <a:lnTo>
                    <a:pt x="125745" y="98884"/>
                  </a:lnTo>
                  <a:lnTo>
                    <a:pt x="126417" y="92206"/>
                  </a:lnTo>
                  <a:lnTo>
                    <a:pt x="121063" y="93307"/>
                  </a:lnTo>
                  <a:lnTo>
                    <a:pt x="115442" y="95834"/>
                  </a:lnTo>
                  <a:lnTo>
                    <a:pt x="115382" y="104698"/>
                  </a:lnTo>
                  <a:lnTo>
                    <a:pt x="121780" y="110474"/>
                  </a:lnTo>
                  <a:lnTo>
                    <a:pt x="124130" y="109214"/>
                  </a:lnTo>
                  <a:lnTo>
                    <a:pt x="124703" y="108406"/>
                  </a:lnTo>
                  <a:lnTo>
                    <a:pt x="124129" y="108199"/>
                  </a:lnTo>
                  <a:lnTo>
                    <a:pt x="122653" y="108898"/>
                  </a:lnTo>
                  <a:lnTo>
                    <a:pt x="124583" y="107684"/>
                  </a:lnTo>
                  <a:lnTo>
                    <a:pt x="126713" y="112741"/>
                  </a:lnTo>
                  <a:lnTo>
                    <a:pt x="126778" y="113826"/>
                  </a:lnTo>
                  <a:lnTo>
                    <a:pt x="125712" y="114211"/>
                  </a:lnTo>
                  <a:lnTo>
                    <a:pt x="126021" y="115698"/>
                  </a:lnTo>
                  <a:lnTo>
                    <a:pt x="127658" y="116497"/>
                  </a:lnTo>
                  <a:lnTo>
                    <a:pt x="128684" y="115739"/>
                  </a:lnTo>
                  <a:lnTo>
                    <a:pt x="130617" y="110969"/>
                  </a:lnTo>
                  <a:lnTo>
                    <a:pt x="132506" y="109077"/>
                  </a:lnTo>
                  <a:lnTo>
                    <a:pt x="139740" y="106892"/>
                  </a:lnTo>
                  <a:lnTo>
                    <a:pt x="141896" y="107215"/>
                  </a:lnTo>
                  <a:lnTo>
                    <a:pt x="148452" y="102832"/>
                  </a:lnTo>
                  <a:lnTo>
                    <a:pt x="152080" y="101395"/>
                  </a:lnTo>
                  <a:lnTo>
                    <a:pt x="151370" y="95450"/>
                  </a:lnTo>
                  <a:lnTo>
                    <a:pt x="157196" y="100561"/>
                  </a:lnTo>
                  <a:lnTo>
                    <a:pt x="156220" y="113815"/>
                  </a:lnTo>
                  <a:lnTo>
                    <a:pt x="155260" y="117187"/>
                  </a:lnTo>
                  <a:lnTo>
                    <a:pt x="151685" y="121360"/>
                  </a:lnTo>
                  <a:lnTo>
                    <a:pt x="149229" y="122731"/>
                  </a:lnTo>
                  <a:lnTo>
                    <a:pt x="145578" y="128529"/>
                  </a:lnTo>
                  <a:lnTo>
                    <a:pt x="141588" y="129407"/>
                  </a:lnTo>
                  <a:lnTo>
                    <a:pt x="140783" y="129197"/>
                  </a:lnTo>
                  <a:lnTo>
                    <a:pt x="142154" y="129200"/>
                  </a:lnTo>
                  <a:lnTo>
                    <a:pt x="143643" y="127980"/>
                  </a:lnTo>
                  <a:lnTo>
                    <a:pt x="143888" y="124336"/>
                  </a:lnTo>
                  <a:lnTo>
                    <a:pt x="142451" y="124568"/>
                  </a:lnTo>
                  <a:lnTo>
                    <a:pt x="132206" y="132759"/>
                  </a:lnTo>
                  <a:lnTo>
                    <a:pt x="129701" y="143910"/>
                  </a:lnTo>
                  <a:lnTo>
                    <a:pt x="130683" y="144959"/>
                  </a:lnTo>
                  <a:lnTo>
                    <a:pt x="130554" y="147795"/>
                  </a:lnTo>
                  <a:lnTo>
                    <a:pt x="127712" y="151503"/>
                  </a:lnTo>
                  <a:lnTo>
                    <a:pt x="129892" y="156664"/>
                  </a:lnTo>
                  <a:lnTo>
                    <a:pt x="134738" y="158319"/>
                  </a:lnTo>
                  <a:lnTo>
                    <a:pt x="139972" y="148770"/>
                  </a:lnTo>
                  <a:lnTo>
                    <a:pt x="140774" y="145560"/>
                  </a:lnTo>
                  <a:lnTo>
                    <a:pt x="138454" y="149072"/>
                  </a:lnTo>
                  <a:lnTo>
                    <a:pt x="136928" y="149869"/>
                  </a:lnTo>
                  <a:lnTo>
                    <a:pt x="143346" y="141793"/>
                  </a:lnTo>
                  <a:lnTo>
                    <a:pt x="149577" y="137491"/>
                  </a:lnTo>
                  <a:lnTo>
                    <a:pt x="153494" y="137062"/>
                  </a:lnTo>
                  <a:lnTo>
                    <a:pt x="156544" y="138468"/>
                  </a:lnTo>
                  <a:lnTo>
                    <a:pt x="151821" y="145644"/>
                  </a:lnTo>
                  <a:lnTo>
                    <a:pt x="147531" y="150504"/>
                  </a:lnTo>
                  <a:lnTo>
                    <a:pt x="146437" y="154225"/>
                  </a:lnTo>
                  <a:lnTo>
                    <a:pt x="146228" y="164964"/>
                  </a:lnTo>
                  <a:lnTo>
                    <a:pt x="88255" y="170992"/>
                  </a:lnTo>
                  <a:lnTo>
                    <a:pt x="63982" y="168075"/>
                  </a:lnTo>
                  <a:lnTo>
                    <a:pt x="61074" y="182176"/>
                  </a:lnTo>
                  <a:lnTo>
                    <a:pt x="42477" y="178389"/>
                  </a:lnTo>
                  <a:lnTo>
                    <a:pt x="38005" y="178435"/>
                  </a:lnTo>
                  <a:lnTo>
                    <a:pt x="41507" y="164745"/>
                  </a:lnTo>
                  <a:lnTo>
                    <a:pt x="30571" y="166351"/>
                  </a:lnTo>
                  <a:lnTo>
                    <a:pt x="29455" y="166192"/>
                  </a:lnTo>
                  <a:lnTo>
                    <a:pt x="29087" y="165358"/>
                  </a:lnTo>
                  <a:lnTo>
                    <a:pt x="20324" y="166293"/>
                  </a:lnTo>
                  <a:lnTo>
                    <a:pt x="20505" y="167877"/>
                  </a:lnTo>
                  <a:lnTo>
                    <a:pt x="16211" y="168285"/>
                  </a:lnTo>
                  <a:lnTo>
                    <a:pt x="15926" y="165299"/>
                  </a:lnTo>
                  <a:lnTo>
                    <a:pt x="14798" y="164624"/>
                  </a:lnTo>
                  <a:lnTo>
                    <a:pt x="7756" y="165355"/>
                  </a:lnTo>
                  <a:lnTo>
                    <a:pt x="10522" y="153923"/>
                  </a:lnTo>
                  <a:lnTo>
                    <a:pt x="10018" y="149283"/>
                  </a:lnTo>
                  <a:lnTo>
                    <a:pt x="3793" y="149792"/>
                  </a:lnTo>
                  <a:lnTo>
                    <a:pt x="3897" y="142376"/>
                  </a:lnTo>
                  <a:lnTo>
                    <a:pt x="3073" y="141337"/>
                  </a:lnTo>
                  <a:lnTo>
                    <a:pt x="0" y="141536"/>
                  </a:lnTo>
                  <a:lnTo>
                    <a:pt x="133" y="133841"/>
                  </a:lnTo>
                  <a:lnTo>
                    <a:pt x="6073" y="133948"/>
                  </a:lnTo>
                  <a:lnTo>
                    <a:pt x="6136" y="134707"/>
                  </a:lnTo>
                  <a:lnTo>
                    <a:pt x="8961" y="134791"/>
                  </a:lnTo>
                  <a:lnTo>
                    <a:pt x="7663" y="115458"/>
                  </a:lnTo>
                  <a:lnTo>
                    <a:pt x="6164" y="115443"/>
                  </a:lnTo>
                  <a:lnTo>
                    <a:pt x="2982" y="111638"/>
                  </a:lnTo>
                  <a:lnTo>
                    <a:pt x="5293" y="109478"/>
                  </a:lnTo>
                  <a:lnTo>
                    <a:pt x="10672" y="110204"/>
                  </a:lnTo>
                  <a:lnTo>
                    <a:pt x="12445" y="109490"/>
                  </a:lnTo>
                  <a:lnTo>
                    <a:pt x="14422" y="94670"/>
                  </a:lnTo>
                  <a:lnTo>
                    <a:pt x="16995" y="94943"/>
                  </a:lnTo>
                  <a:lnTo>
                    <a:pt x="18453" y="89903"/>
                  </a:lnTo>
                  <a:lnTo>
                    <a:pt x="20680" y="75305"/>
                  </a:lnTo>
                  <a:lnTo>
                    <a:pt x="22613" y="75173"/>
                  </a:lnTo>
                  <a:lnTo>
                    <a:pt x="21796" y="66612"/>
                  </a:lnTo>
                  <a:lnTo>
                    <a:pt x="28967" y="65887"/>
                  </a:lnTo>
                  <a:lnTo>
                    <a:pt x="29054" y="66718"/>
                  </a:lnTo>
                  <a:lnTo>
                    <a:pt x="30686" y="66510"/>
                  </a:lnTo>
                  <a:lnTo>
                    <a:pt x="31049" y="65638"/>
                  </a:lnTo>
                  <a:lnTo>
                    <a:pt x="30572" y="57981"/>
                  </a:lnTo>
                  <a:lnTo>
                    <a:pt x="24422" y="57715"/>
                  </a:lnTo>
                  <a:lnTo>
                    <a:pt x="24302" y="59807"/>
                  </a:lnTo>
                  <a:lnTo>
                    <a:pt x="19206" y="59885"/>
                  </a:lnTo>
                  <a:lnTo>
                    <a:pt x="17116" y="56348"/>
                  </a:lnTo>
                  <a:lnTo>
                    <a:pt x="17005" y="53670"/>
                  </a:lnTo>
                  <a:lnTo>
                    <a:pt x="24517" y="53787"/>
                  </a:lnTo>
                  <a:lnTo>
                    <a:pt x="25022" y="40335"/>
                  </a:lnTo>
                  <a:lnTo>
                    <a:pt x="21653" y="36980"/>
                  </a:lnTo>
                  <a:lnTo>
                    <a:pt x="14740" y="36571"/>
                  </a:lnTo>
                  <a:lnTo>
                    <a:pt x="12545" y="36481"/>
                  </a:lnTo>
                  <a:lnTo>
                    <a:pt x="21407" y="29608"/>
                  </a:lnTo>
                  <a:lnTo>
                    <a:pt x="24959" y="29953"/>
                  </a:lnTo>
                  <a:lnTo>
                    <a:pt x="26384" y="28959"/>
                  </a:lnTo>
                  <a:lnTo>
                    <a:pt x="25460" y="27387"/>
                  </a:lnTo>
                  <a:lnTo>
                    <a:pt x="32423" y="25811"/>
                  </a:lnTo>
                  <a:lnTo>
                    <a:pt x="37802" y="26023"/>
                  </a:lnTo>
                  <a:lnTo>
                    <a:pt x="42010" y="23457"/>
                  </a:lnTo>
                  <a:lnTo>
                    <a:pt x="42779" y="20694"/>
                  </a:lnTo>
                  <a:lnTo>
                    <a:pt x="46718" y="20337"/>
                  </a:lnTo>
                  <a:lnTo>
                    <a:pt x="58672" y="20342"/>
                  </a:lnTo>
                  <a:lnTo>
                    <a:pt x="66617" y="10590"/>
                  </a:lnTo>
                  <a:lnTo>
                    <a:pt x="74599" y="792"/>
                  </a:lnTo>
                  <a:lnTo>
                    <a:pt x="74522" y="0"/>
                  </a:lnTo>
                  <a:lnTo>
                    <a:pt x="79655" y="27757"/>
                  </a:lnTo>
                  <a:lnTo>
                    <a:pt x="122263" y="23927"/>
                  </a:lnTo>
                  <a:lnTo>
                    <a:pt x="123208" y="33307"/>
                  </a:lnTo>
                  <a:lnTo>
                    <a:pt x="138976" y="31723"/>
                  </a:lnTo>
                  <a:lnTo>
                    <a:pt x="143310" y="74449"/>
                  </a:lnTo>
                  <a:lnTo>
                    <a:pt x="141560" y="75698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h2078"/>
            <p:cNvSpPr/>
            <p:nvPr/>
          </p:nvSpPr>
          <p:spPr>
            <a:xfrm>
              <a:off x="4131096" y="2998892"/>
              <a:ext cx="816" cy="1008"/>
            </a:xfrm>
            <a:custGeom>
              <a:avLst/>
              <a:pathLst>
                <a:path w="816" h="1008">
                  <a:moveTo>
                    <a:pt x="0" y="0"/>
                  </a:moveTo>
                  <a:lnTo>
                    <a:pt x="476" y="72"/>
                  </a:lnTo>
                  <a:lnTo>
                    <a:pt x="816" y="1008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h2079"/>
            <p:cNvSpPr/>
            <p:nvPr/>
          </p:nvSpPr>
          <p:spPr>
            <a:xfrm>
              <a:off x="4124794" y="2994744"/>
              <a:ext cx="5299" cy="4172"/>
            </a:xfrm>
            <a:custGeom>
              <a:avLst/>
              <a:pathLst>
                <a:path w="5299" h="4172">
                  <a:moveTo>
                    <a:pt x="5299" y="4172"/>
                  </a:moveTo>
                  <a:lnTo>
                    <a:pt x="583" y="1762"/>
                  </a:lnTo>
                  <a:lnTo>
                    <a:pt x="0" y="0"/>
                  </a:lnTo>
                  <a:lnTo>
                    <a:pt x="1004" y="56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h2080"/>
            <p:cNvSpPr/>
            <p:nvPr/>
          </p:nvSpPr>
          <p:spPr>
            <a:xfrm>
              <a:off x="4117721" y="2991870"/>
              <a:ext cx="910" cy="518"/>
            </a:xfrm>
            <a:custGeom>
              <a:avLst/>
              <a:pathLst>
                <a:path w="910" h="518">
                  <a:moveTo>
                    <a:pt x="0" y="346"/>
                  </a:moveTo>
                  <a:lnTo>
                    <a:pt x="182" y="0"/>
                  </a:lnTo>
                  <a:lnTo>
                    <a:pt x="910" y="518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h2081"/>
            <p:cNvSpPr/>
            <p:nvPr/>
          </p:nvSpPr>
          <p:spPr>
            <a:xfrm>
              <a:off x="4119651" y="2989722"/>
              <a:ext cx="779" cy="548"/>
            </a:xfrm>
            <a:custGeom>
              <a:avLst/>
              <a:pathLst>
                <a:path w="779" h="548">
                  <a:moveTo>
                    <a:pt x="0" y="320"/>
                  </a:moveTo>
                  <a:lnTo>
                    <a:pt x="413" y="0"/>
                  </a:lnTo>
                  <a:lnTo>
                    <a:pt x="779" y="548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h2082"/>
            <p:cNvSpPr/>
            <p:nvPr/>
          </p:nvSpPr>
          <p:spPr>
            <a:xfrm>
              <a:off x="4124201" y="2965574"/>
              <a:ext cx="386" cy="328"/>
            </a:xfrm>
            <a:custGeom>
              <a:avLst/>
              <a:pathLst>
                <a:path w="386" h="328">
                  <a:moveTo>
                    <a:pt x="200" y="0"/>
                  </a:moveTo>
                  <a:lnTo>
                    <a:pt x="386" y="328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h2083"/>
            <p:cNvSpPr/>
            <p:nvPr/>
          </p:nvSpPr>
          <p:spPr>
            <a:xfrm>
              <a:off x="4124838" y="2964822"/>
              <a:ext cx="408" cy="372"/>
            </a:xfrm>
            <a:custGeom>
              <a:avLst/>
              <a:pathLst>
                <a:path w="408" h="372">
                  <a:moveTo>
                    <a:pt x="0" y="370"/>
                  </a:moveTo>
                  <a:lnTo>
                    <a:pt x="408" y="0"/>
                  </a:lnTo>
                  <a:lnTo>
                    <a:pt x="268" y="372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h2084"/>
            <p:cNvSpPr/>
            <p:nvPr/>
          </p:nvSpPr>
          <p:spPr>
            <a:xfrm>
              <a:off x="4128424" y="2964387"/>
              <a:ext cx="357" cy="508"/>
            </a:xfrm>
            <a:custGeom>
              <a:avLst/>
              <a:pathLst>
                <a:path w="357" h="508">
                  <a:moveTo>
                    <a:pt x="131" y="0"/>
                  </a:moveTo>
                  <a:lnTo>
                    <a:pt x="357" y="508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h2085"/>
            <p:cNvSpPr/>
            <p:nvPr/>
          </p:nvSpPr>
          <p:spPr>
            <a:xfrm>
              <a:off x="4129234" y="2964312"/>
              <a:ext cx="338" cy="311"/>
            </a:xfrm>
            <a:custGeom>
              <a:avLst/>
              <a:pathLst>
                <a:path w="338" h="311">
                  <a:moveTo>
                    <a:pt x="326" y="0"/>
                  </a:moveTo>
                  <a:lnTo>
                    <a:pt x="338" y="311"/>
                  </a:lnTo>
                  <a:lnTo>
                    <a:pt x="0" y="302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h2086"/>
            <p:cNvSpPr/>
            <p:nvPr/>
          </p:nvSpPr>
          <p:spPr>
            <a:xfrm>
              <a:off x="4124898" y="2963905"/>
              <a:ext cx="1734" cy="725"/>
            </a:xfrm>
            <a:custGeom>
              <a:avLst/>
              <a:pathLst>
                <a:path w="1734" h="725">
                  <a:moveTo>
                    <a:pt x="0" y="0"/>
                  </a:moveTo>
                  <a:lnTo>
                    <a:pt x="1734" y="488"/>
                  </a:lnTo>
                  <a:lnTo>
                    <a:pt x="1043" y="725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h2087"/>
            <p:cNvSpPr/>
            <p:nvPr/>
          </p:nvSpPr>
          <p:spPr>
            <a:xfrm>
              <a:off x="4127402" y="2964070"/>
              <a:ext cx="1249" cy="248"/>
            </a:xfrm>
            <a:custGeom>
              <a:avLst/>
              <a:pathLst>
                <a:path w="1249" h="248">
                  <a:moveTo>
                    <a:pt x="0" y="124"/>
                  </a:moveTo>
                  <a:lnTo>
                    <a:pt x="1193" y="0"/>
                  </a:lnTo>
                  <a:lnTo>
                    <a:pt x="1249" y="248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h2088"/>
            <p:cNvSpPr/>
            <p:nvPr/>
          </p:nvSpPr>
          <p:spPr>
            <a:xfrm>
              <a:off x="4120954" y="2963210"/>
              <a:ext cx="543" cy="1098"/>
            </a:xfrm>
            <a:custGeom>
              <a:avLst/>
              <a:pathLst>
                <a:path w="543" h="1098">
                  <a:moveTo>
                    <a:pt x="0" y="33"/>
                  </a:moveTo>
                  <a:lnTo>
                    <a:pt x="543" y="0"/>
                  </a:lnTo>
                  <a:lnTo>
                    <a:pt x="105" y="1098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h2089"/>
            <p:cNvSpPr/>
            <p:nvPr/>
          </p:nvSpPr>
          <p:spPr>
            <a:xfrm>
              <a:off x="4124430" y="2963108"/>
              <a:ext cx="398" cy="552"/>
            </a:xfrm>
            <a:custGeom>
              <a:avLst/>
              <a:pathLst>
                <a:path w="398" h="552">
                  <a:moveTo>
                    <a:pt x="0" y="175"/>
                  </a:moveTo>
                  <a:lnTo>
                    <a:pt x="398" y="0"/>
                  </a:lnTo>
                  <a:lnTo>
                    <a:pt x="98" y="552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h2090"/>
            <p:cNvSpPr/>
            <p:nvPr/>
          </p:nvSpPr>
          <p:spPr>
            <a:xfrm>
              <a:off x="4128041" y="2962474"/>
              <a:ext cx="340" cy="829"/>
            </a:xfrm>
            <a:custGeom>
              <a:avLst/>
              <a:pathLst>
                <a:path w="340" h="829">
                  <a:moveTo>
                    <a:pt x="340" y="828"/>
                  </a:moveTo>
                  <a:lnTo>
                    <a:pt x="42" y="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h2091"/>
            <p:cNvSpPr/>
            <p:nvPr/>
          </p:nvSpPr>
          <p:spPr>
            <a:xfrm>
              <a:off x="4121157" y="2961047"/>
              <a:ext cx="621" cy="820"/>
            </a:xfrm>
            <a:custGeom>
              <a:avLst/>
              <a:pathLst>
                <a:path w="621" h="820">
                  <a:moveTo>
                    <a:pt x="621" y="0"/>
                  </a:moveTo>
                  <a:lnTo>
                    <a:pt x="0" y="820"/>
                  </a:lnTo>
                  <a:lnTo>
                    <a:pt x="127" y="97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h2092"/>
            <p:cNvSpPr/>
            <p:nvPr/>
          </p:nvSpPr>
          <p:spPr>
            <a:xfrm>
              <a:off x="4127183" y="2951804"/>
              <a:ext cx="797" cy="448"/>
            </a:xfrm>
            <a:custGeom>
              <a:avLst/>
              <a:pathLst>
                <a:path w="797" h="448">
                  <a:moveTo>
                    <a:pt x="0" y="20"/>
                  </a:moveTo>
                  <a:lnTo>
                    <a:pt x="650" y="0"/>
                  </a:lnTo>
                  <a:lnTo>
                    <a:pt x="797" y="448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h2093"/>
            <p:cNvSpPr/>
            <p:nvPr/>
          </p:nvSpPr>
          <p:spPr>
            <a:xfrm>
              <a:off x="4126650" y="2951349"/>
              <a:ext cx="547" cy="597"/>
            </a:xfrm>
            <a:custGeom>
              <a:avLst/>
              <a:pathLst>
                <a:path w="547" h="597">
                  <a:moveTo>
                    <a:pt x="0" y="447"/>
                  </a:moveTo>
                  <a:lnTo>
                    <a:pt x="234" y="0"/>
                  </a:lnTo>
                  <a:lnTo>
                    <a:pt x="547" y="597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h2094"/>
            <p:cNvSpPr/>
            <p:nvPr/>
          </p:nvSpPr>
          <p:spPr>
            <a:xfrm>
              <a:off x="4125402" y="2950679"/>
              <a:ext cx="1222" cy="613"/>
            </a:xfrm>
            <a:custGeom>
              <a:avLst/>
              <a:pathLst>
                <a:path w="1222" h="613">
                  <a:moveTo>
                    <a:pt x="0" y="198"/>
                  </a:moveTo>
                  <a:lnTo>
                    <a:pt x="214" y="0"/>
                  </a:lnTo>
                  <a:lnTo>
                    <a:pt x="1222" y="613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h2095"/>
            <p:cNvSpPr/>
            <p:nvPr/>
          </p:nvSpPr>
          <p:spPr>
            <a:xfrm>
              <a:off x="4125174" y="2950634"/>
              <a:ext cx="38" cy="174"/>
            </a:xfrm>
            <a:custGeom>
              <a:avLst/>
              <a:pathLst>
                <a:path w="38" h="174">
                  <a:moveTo>
                    <a:pt x="0" y="174"/>
                  </a:moveTo>
                  <a:lnTo>
                    <a:pt x="38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h2096"/>
            <p:cNvSpPr/>
            <p:nvPr/>
          </p:nvSpPr>
          <p:spPr>
            <a:xfrm>
              <a:off x="4121837" y="2950107"/>
              <a:ext cx="3301" cy="615"/>
            </a:xfrm>
            <a:custGeom>
              <a:avLst/>
              <a:pathLst>
                <a:path w="3301" h="615">
                  <a:moveTo>
                    <a:pt x="491" y="0"/>
                  </a:moveTo>
                  <a:lnTo>
                    <a:pt x="3301" y="615"/>
                  </a:lnTo>
                  <a:lnTo>
                    <a:pt x="0" y="241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h2097"/>
            <p:cNvSpPr/>
            <p:nvPr/>
          </p:nvSpPr>
          <p:spPr>
            <a:xfrm>
              <a:off x="4151926" y="2745509"/>
              <a:ext cx="43437" cy="40129"/>
            </a:xfrm>
            <a:custGeom>
              <a:avLst/>
              <a:pathLst>
                <a:path w="43437" h="40129">
                  <a:moveTo>
                    <a:pt x="35874" y="4119"/>
                  </a:moveTo>
                  <a:lnTo>
                    <a:pt x="36883" y="6729"/>
                  </a:lnTo>
                  <a:lnTo>
                    <a:pt x="38531" y="8244"/>
                  </a:lnTo>
                  <a:lnTo>
                    <a:pt x="41983" y="9285"/>
                  </a:lnTo>
                  <a:lnTo>
                    <a:pt x="43437" y="10739"/>
                  </a:lnTo>
                  <a:lnTo>
                    <a:pt x="40827" y="20930"/>
                  </a:lnTo>
                  <a:lnTo>
                    <a:pt x="37342" y="24758"/>
                  </a:lnTo>
                  <a:lnTo>
                    <a:pt x="35519" y="36486"/>
                  </a:lnTo>
                  <a:lnTo>
                    <a:pt x="5945" y="40129"/>
                  </a:lnTo>
                  <a:lnTo>
                    <a:pt x="3799" y="18305"/>
                  </a:lnTo>
                  <a:lnTo>
                    <a:pt x="1539" y="18563"/>
                  </a:lnTo>
                  <a:lnTo>
                    <a:pt x="0" y="3800"/>
                  </a:lnTo>
                  <a:lnTo>
                    <a:pt x="3608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h2098"/>
            <p:cNvSpPr/>
            <p:nvPr/>
          </p:nvSpPr>
          <p:spPr>
            <a:xfrm>
              <a:off x="3928453" y="3047915"/>
              <a:ext cx="189813" cy="156091"/>
            </a:xfrm>
            <a:custGeom>
              <a:avLst/>
              <a:pathLst>
                <a:path w="189813" h="156091">
                  <a:moveTo>
                    <a:pt x="185309" y="29075"/>
                  </a:moveTo>
                  <a:lnTo>
                    <a:pt x="180987" y="35594"/>
                  </a:lnTo>
                  <a:lnTo>
                    <a:pt x="179853" y="41195"/>
                  </a:lnTo>
                  <a:lnTo>
                    <a:pt x="179595" y="57253"/>
                  </a:lnTo>
                  <a:lnTo>
                    <a:pt x="177513" y="64033"/>
                  </a:lnTo>
                  <a:lnTo>
                    <a:pt x="178098" y="75191"/>
                  </a:lnTo>
                  <a:lnTo>
                    <a:pt x="175676" y="79213"/>
                  </a:lnTo>
                  <a:lnTo>
                    <a:pt x="171706" y="89273"/>
                  </a:lnTo>
                  <a:lnTo>
                    <a:pt x="171060" y="105325"/>
                  </a:lnTo>
                  <a:lnTo>
                    <a:pt x="169826" y="106528"/>
                  </a:lnTo>
                  <a:lnTo>
                    <a:pt x="169231" y="105461"/>
                  </a:lnTo>
                  <a:lnTo>
                    <a:pt x="168336" y="105760"/>
                  </a:lnTo>
                  <a:lnTo>
                    <a:pt x="164558" y="112149"/>
                  </a:lnTo>
                  <a:lnTo>
                    <a:pt x="161452" y="110138"/>
                  </a:lnTo>
                  <a:lnTo>
                    <a:pt x="148339" y="111407"/>
                  </a:lnTo>
                  <a:lnTo>
                    <a:pt x="145079" y="78128"/>
                  </a:lnTo>
                  <a:lnTo>
                    <a:pt x="117696" y="80683"/>
                  </a:lnTo>
                  <a:lnTo>
                    <a:pt x="116915" y="73166"/>
                  </a:lnTo>
                  <a:lnTo>
                    <a:pt x="109242" y="72299"/>
                  </a:lnTo>
                  <a:lnTo>
                    <a:pt x="99722" y="73680"/>
                  </a:lnTo>
                  <a:lnTo>
                    <a:pt x="88400" y="73034"/>
                  </a:lnTo>
                  <a:lnTo>
                    <a:pt x="83325" y="78188"/>
                  </a:lnTo>
                  <a:lnTo>
                    <a:pt x="81576" y="91449"/>
                  </a:lnTo>
                  <a:lnTo>
                    <a:pt x="74854" y="101243"/>
                  </a:lnTo>
                  <a:lnTo>
                    <a:pt x="75529" y="107659"/>
                  </a:lnTo>
                  <a:lnTo>
                    <a:pt x="73940" y="110154"/>
                  </a:lnTo>
                  <a:lnTo>
                    <a:pt x="67468" y="114654"/>
                  </a:lnTo>
                  <a:lnTo>
                    <a:pt x="66306" y="116931"/>
                  </a:lnTo>
                  <a:lnTo>
                    <a:pt x="61971" y="134263"/>
                  </a:lnTo>
                  <a:lnTo>
                    <a:pt x="57938" y="139067"/>
                  </a:lnTo>
                  <a:lnTo>
                    <a:pt x="52785" y="148047"/>
                  </a:lnTo>
                  <a:lnTo>
                    <a:pt x="47998" y="152597"/>
                  </a:lnTo>
                  <a:lnTo>
                    <a:pt x="47773" y="156056"/>
                  </a:lnTo>
                  <a:lnTo>
                    <a:pt x="44846" y="156091"/>
                  </a:lnTo>
                  <a:lnTo>
                    <a:pt x="40848" y="154092"/>
                  </a:lnTo>
                  <a:lnTo>
                    <a:pt x="36341" y="148564"/>
                  </a:lnTo>
                  <a:lnTo>
                    <a:pt x="31163" y="150599"/>
                  </a:lnTo>
                  <a:lnTo>
                    <a:pt x="28274" y="145513"/>
                  </a:lnTo>
                  <a:lnTo>
                    <a:pt x="25386" y="143916"/>
                  </a:lnTo>
                  <a:lnTo>
                    <a:pt x="18976" y="145705"/>
                  </a:lnTo>
                  <a:lnTo>
                    <a:pt x="10597" y="153386"/>
                  </a:lnTo>
                  <a:lnTo>
                    <a:pt x="10414" y="151640"/>
                  </a:lnTo>
                  <a:lnTo>
                    <a:pt x="3676" y="152179"/>
                  </a:lnTo>
                  <a:lnTo>
                    <a:pt x="3032" y="147148"/>
                  </a:lnTo>
                  <a:lnTo>
                    <a:pt x="2783" y="143417"/>
                  </a:lnTo>
                  <a:lnTo>
                    <a:pt x="8293" y="143262"/>
                  </a:lnTo>
                  <a:lnTo>
                    <a:pt x="10118" y="137926"/>
                  </a:lnTo>
                  <a:lnTo>
                    <a:pt x="9873" y="134682"/>
                  </a:lnTo>
                  <a:lnTo>
                    <a:pt x="2591" y="135225"/>
                  </a:lnTo>
                  <a:lnTo>
                    <a:pt x="2150" y="127167"/>
                  </a:lnTo>
                  <a:lnTo>
                    <a:pt x="9292" y="126369"/>
                  </a:lnTo>
                  <a:lnTo>
                    <a:pt x="8395" y="116111"/>
                  </a:lnTo>
                  <a:lnTo>
                    <a:pt x="6528" y="116653"/>
                  </a:lnTo>
                  <a:lnTo>
                    <a:pt x="6478" y="107126"/>
                  </a:lnTo>
                  <a:lnTo>
                    <a:pt x="8894" y="106929"/>
                  </a:lnTo>
                  <a:lnTo>
                    <a:pt x="7078" y="94935"/>
                  </a:lnTo>
                  <a:lnTo>
                    <a:pt x="9197" y="94704"/>
                  </a:lnTo>
                  <a:lnTo>
                    <a:pt x="7901" y="86275"/>
                  </a:lnTo>
                  <a:lnTo>
                    <a:pt x="4805" y="86496"/>
                  </a:lnTo>
                  <a:lnTo>
                    <a:pt x="1225" y="49272"/>
                  </a:lnTo>
                  <a:lnTo>
                    <a:pt x="1952" y="46544"/>
                  </a:lnTo>
                  <a:lnTo>
                    <a:pt x="0" y="30714"/>
                  </a:lnTo>
                  <a:lnTo>
                    <a:pt x="10130" y="28450"/>
                  </a:lnTo>
                  <a:lnTo>
                    <a:pt x="11042" y="32343"/>
                  </a:lnTo>
                  <a:lnTo>
                    <a:pt x="17827" y="30691"/>
                  </a:lnTo>
                  <a:lnTo>
                    <a:pt x="18389" y="37024"/>
                  </a:lnTo>
                  <a:lnTo>
                    <a:pt x="23660" y="39088"/>
                  </a:lnTo>
                  <a:lnTo>
                    <a:pt x="28973" y="38859"/>
                  </a:lnTo>
                  <a:lnTo>
                    <a:pt x="28788" y="35841"/>
                  </a:lnTo>
                  <a:lnTo>
                    <a:pt x="40753" y="34578"/>
                  </a:lnTo>
                  <a:lnTo>
                    <a:pt x="41720" y="42486"/>
                  </a:lnTo>
                  <a:lnTo>
                    <a:pt x="50579" y="41629"/>
                  </a:lnTo>
                  <a:lnTo>
                    <a:pt x="52263" y="59075"/>
                  </a:lnTo>
                  <a:lnTo>
                    <a:pt x="72969" y="56971"/>
                  </a:lnTo>
                  <a:lnTo>
                    <a:pt x="76021" y="53831"/>
                  </a:lnTo>
                  <a:lnTo>
                    <a:pt x="94564" y="54895"/>
                  </a:lnTo>
                  <a:lnTo>
                    <a:pt x="97271" y="50049"/>
                  </a:lnTo>
                  <a:lnTo>
                    <a:pt x="98305" y="44382"/>
                  </a:lnTo>
                  <a:lnTo>
                    <a:pt x="101845" y="41717"/>
                  </a:lnTo>
                  <a:lnTo>
                    <a:pt x="106367" y="36766"/>
                  </a:lnTo>
                  <a:lnTo>
                    <a:pt x="114245" y="20332"/>
                  </a:lnTo>
                  <a:lnTo>
                    <a:pt x="115141" y="19924"/>
                  </a:lnTo>
                  <a:lnTo>
                    <a:pt x="117671" y="21051"/>
                  </a:lnTo>
                  <a:lnTo>
                    <a:pt x="119619" y="21044"/>
                  </a:lnTo>
                  <a:lnTo>
                    <a:pt x="121362" y="16326"/>
                  </a:lnTo>
                  <a:lnTo>
                    <a:pt x="125036" y="12404"/>
                  </a:lnTo>
                  <a:lnTo>
                    <a:pt x="131740" y="11728"/>
                  </a:lnTo>
                  <a:lnTo>
                    <a:pt x="130819" y="5312"/>
                  </a:lnTo>
                  <a:lnTo>
                    <a:pt x="185401" y="0"/>
                  </a:lnTo>
                  <a:lnTo>
                    <a:pt x="189813" y="1395"/>
                  </a:lnTo>
                  <a:lnTo>
                    <a:pt x="188137" y="6330"/>
                  </a:lnTo>
                  <a:lnTo>
                    <a:pt x="185530" y="2035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h2099"/>
            <p:cNvSpPr/>
            <p:nvPr/>
          </p:nvSpPr>
          <p:spPr>
            <a:xfrm>
              <a:off x="4151437" y="3121517"/>
              <a:ext cx="1013" cy="1282"/>
            </a:xfrm>
            <a:custGeom>
              <a:avLst/>
              <a:pathLst>
                <a:path w="1013" h="1282">
                  <a:moveTo>
                    <a:pt x="0" y="0"/>
                  </a:moveTo>
                  <a:lnTo>
                    <a:pt x="1013" y="1072"/>
                  </a:lnTo>
                  <a:lnTo>
                    <a:pt x="180" y="128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h2100"/>
            <p:cNvSpPr/>
            <p:nvPr/>
          </p:nvSpPr>
          <p:spPr>
            <a:xfrm>
              <a:off x="4149749" y="3120395"/>
              <a:ext cx="1317" cy="905"/>
            </a:xfrm>
            <a:custGeom>
              <a:avLst/>
              <a:pathLst>
                <a:path w="1317" h="905">
                  <a:moveTo>
                    <a:pt x="476" y="0"/>
                  </a:moveTo>
                  <a:lnTo>
                    <a:pt x="1317" y="90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h2101"/>
            <p:cNvSpPr/>
            <p:nvPr/>
          </p:nvSpPr>
          <p:spPr>
            <a:xfrm>
              <a:off x="4148523" y="3119255"/>
              <a:ext cx="566" cy="679"/>
            </a:xfrm>
            <a:custGeom>
              <a:avLst/>
              <a:pathLst>
                <a:path w="566" h="679">
                  <a:moveTo>
                    <a:pt x="0" y="0"/>
                  </a:moveTo>
                  <a:lnTo>
                    <a:pt x="566" y="679"/>
                  </a:lnTo>
                  <a:lnTo>
                    <a:pt x="176" y="60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h2102"/>
            <p:cNvSpPr/>
            <p:nvPr/>
          </p:nvSpPr>
          <p:spPr>
            <a:xfrm>
              <a:off x="4147401" y="3117479"/>
              <a:ext cx="461" cy="580"/>
            </a:xfrm>
            <a:custGeom>
              <a:avLst/>
              <a:pathLst>
                <a:path w="461" h="580">
                  <a:moveTo>
                    <a:pt x="461" y="336"/>
                  </a:moveTo>
                  <a:lnTo>
                    <a:pt x="0" y="58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h2103"/>
            <p:cNvSpPr/>
            <p:nvPr/>
          </p:nvSpPr>
          <p:spPr>
            <a:xfrm>
              <a:off x="4146045" y="3112499"/>
              <a:ext cx="1081" cy="4396"/>
            </a:xfrm>
            <a:custGeom>
              <a:avLst/>
              <a:pathLst>
                <a:path w="1081" h="4396">
                  <a:moveTo>
                    <a:pt x="849" y="1531"/>
                  </a:moveTo>
                  <a:lnTo>
                    <a:pt x="1081" y="43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h2104"/>
            <p:cNvSpPr/>
            <p:nvPr/>
          </p:nvSpPr>
          <p:spPr>
            <a:xfrm>
              <a:off x="4145757" y="3105118"/>
              <a:ext cx="460" cy="5707"/>
            </a:xfrm>
            <a:custGeom>
              <a:avLst/>
              <a:pathLst>
                <a:path w="460" h="5707">
                  <a:moveTo>
                    <a:pt x="460" y="290"/>
                  </a:moveTo>
                  <a:lnTo>
                    <a:pt x="79" y="57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h2105"/>
            <p:cNvSpPr/>
            <p:nvPr/>
          </p:nvSpPr>
          <p:spPr>
            <a:xfrm>
              <a:off x="4145373" y="3099368"/>
              <a:ext cx="399" cy="904"/>
            </a:xfrm>
            <a:custGeom>
              <a:avLst/>
              <a:pathLst>
                <a:path w="399" h="904">
                  <a:moveTo>
                    <a:pt x="281" y="0"/>
                  </a:moveTo>
                  <a:lnTo>
                    <a:pt x="399" y="904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h2106"/>
            <p:cNvSpPr/>
            <p:nvPr/>
          </p:nvSpPr>
          <p:spPr>
            <a:xfrm>
              <a:off x="4145009" y="3095785"/>
              <a:ext cx="503" cy="878"/>
            </a:xfrm>
            <a:custGeom>
              <a:avLst/>
              <a:pathLst>
                <a:path w="503" h="878">
                  <a:moveTo>
                    <a:pt x="264" y="0"/>
                  </a:moveTo>
                  <a:lnTo>
                    <a:pt x="503" y="878"/>
                  </a:lnTo>
                  <a:lnTo>
                    <a:pt x="0" y="32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h2107"/>
            <p:cNvSpPr/>
            <p:nvPr/>
          </p:nvSpPr>
          <p:spPr>
            <a:xfrm>
              <a:off x="4144555" y="3092750"/>
              <a:ext cx="489" cy="1932"/>
            </a:xfrm>
            <a:custGeom>
              <a:avLst/>
              <a:pathLst>
                <a:path w="489" h="1932">
                  <a:moveTo>
                    <a:pt x="489" y="452"/>
                  </a:moveTo>
                  <a:lnTo>
                    <a:pt x="273" y="1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h2108"/>
            <p:cNvSpPr/>
            <p:nvPr/>
          </p:nvSpPr>
          <p:spPr>
            <a:xfrm>
              <a:off x="4144884" y="3086393"/>
              <a:ext cx="1520" cy="4954"/>
            </a:xfrm>
            <a:custGeom>
              <a:avLst/>
              <a:pathLst>
                <a:path w="1520" h="4954">
                  <a:moveTo>
                    <a:pt x="876" y="3642"/>
                  </a:moveTo>
                  <a:lnTo>
                    <a:pt x="0" y="4954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h2109"/>
            <p:cNvSpPr/>
            <p:nvPr/>
          </p:nvSpPr>
          <p:spPr>
            <a:xfrm>
              <a:off x="4147344" y="3080509"/>
              <a:ext cx="1416" cy="3545"/>
            </a:xfrm>
            <a:custGeom>
              <a:avLst/>
              <a:pathLst>
                <a:path w="1416" h="3545">
                  <a:moveTo>
                    <a:pt x="1416" y="0"/>
                  </a:moveTo>
                  <a:lnTo>
                    <a:pt x="389" y="3545"/>
                  </a:lnTo>
                  <a:lnTo>
                    <a:pt x="0" y="317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h2110"/>
            <p:cNvSpPr/>
            <p:nvPr/>
          </p:nvSpPr>
          <p:spPr>
            <a:xfrm>
              <a:off x="4149247" y="3077466"/>
              <a:ext cx="386" cy="669"/>
            </a:xfrm>
            <a:custGeom>
              <a:avLst/>
              <a:pathLst>
                <a:path w="386" h="669">
                  <a:moveTo>
                    <a:pt x="386" y="368"/>
                  </a:moveTo>
                  <a:lnTo>
                    <a:pt x="0" y="669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h2111"/>
            <p:cNvSpPr/>
            <p:nvPr/>
          </p:nvSpPr>
          <p:spPr>
            <a:xfrm>
              <a:off x="4149728" y="3075965"/>
              <a:ext cx="227" cy="670"/>
            </a:xfrm>
            <a:custGeom>
              <a:avLst/>
              <a:pathLst>
                <a:path w="227" h="670">
                  <a:moveTo>
                    <a:pt x="227" y="489"/>
                  </a:moveTo>
                  <a:lnTo>
                    <a:pt x="0" y="67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h2112"/>
            <p:cNvSpPr/>
            <p:nvPr/>
          </p:nvSpPr>
          <p:spPr>
            <a:xfrm>
              <a:off x="4150341" y="3073628"/>
              <a:ext cx="786" cy="1857"/>
            </a:xfrm>
            <a:custGeom>
              <a:avLst/>
              <a:pathLst>
                <a:path w="786" h="1857">
                  <a:moveTo>
                    <a:pt x="786" y="0"/>
                  </a:moveTo>
                  <a:lnTo>
                    <a:pt x="287" y="1857"/>
                  </a:lnTo>
                  <a:lnTo>
                    <a:pt x="0" y="163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h2113"/>
            <p:cNvSpPr/>
            <p:nvPr/>
          </p:nvSpPr>
          <p:spPr>
            <a:xfrm>
              <a:off x="4152277" y="3070693"/>
              <a:ext cx="444" cy="576"/>
            </a:xfrm>
            <a:custGeom>
              <a:avLst/>
              <a:pathLst>
                <a:path w="444" h="576">
                  <a:moveTo>
                    <a:pt x="444" y="0"/>
                  </a:moveTo>
                  <a:lnTo>
                    <a:pt x="102" y="576"/>
                  </a:lnTo>
                  <a:lnTo>
                    <a:pt x="0" y="31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h2114"/>
            <p:cNvSpPr/>
            <p:nvPr/>
          </p:nvSpPr>
          <p:spPr>
            <a:xfrm>
              <a:off x="4153329" y="3122562"/>
              <a:ext cx="808" cy="799"/>
            </a:xfrm>
            <a:custGeom>
              <a:avLst/>
              <a:pathLst>
                <a:path w="808" h="799">
                  <a:moveTo>
                    <a:pt x="808" y="409"/>
                  </a:moveTo>
                  <a:lnTo>
                    <a:pt x="697" y="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h2115"/>
            <p:cNvSpPr/>
            <p:nvPr/>
          </p:nvSpPr>
          <p:spPr>
            <a:xfrm>
              <a:off x="4154624" y="3098705"/>
              <a:ext cx="6735" cy="24459"/>
            </a:xfrm>
            <a:custGeom>
              <a:avLst/>
              <a:pathLst>
                <a:path w="6735" h="24459">
                  <a:moveTo>
                    <a:pt x="5712" y="10516"/>
                  </a:moveTo>
                  <a:lnTo>
                    <a:pt x="3987" y="4528"/>
                  </a:lnTo>
                  <a:lnTo>
                    <a:pt x="5221" y="931"/>
                  </a:lnTo>
                  <a:lnTo>
                    <a:pt x="6368" y="0"/>
                  </a:lnTo>
                  <a:lnTo>
                    <a:pt x="6735" y="615"/>
                  </a:lnTo>
                  <a:lnTo>
                    <a:pt x="4694" y="4004"/>
                  </a:lnTo>
                  <a:lnTo>
                    <a:pt x="6511" y="8281"/>
                  </a:lnTo>
                  <a:lnTo>
                    <a:pt x="6635" y="13033"/>
                  </a:lnTo>
                  <a:lnTo>
                    <a:pt x="2728" y="22867"/>
                  </a:lnTo>
                  <a:lnTo>
                    <a:pt x="190" y="24459"/>
                  </a:lnTo>
                  <a:lnTo>
                    <a:pt x="0" y="23804"/>
                  </a:lnTo>
                  <a:lnTo>
                    <a:pt x="2307" y="21817"/>
                  </a:lnTo>
                  <a:lnTo>
                    <a:pt x="5656" y="1482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h2116"/>
            <p:cNvSpPr/>
            <p:nvPr/>
          </p:nvSpPr>
          <p:spPr>
            <a:xfrm>
              <a:off x="4157435" y="3092352"/>
              <a:ext cx="4099" cy="4334"/>
            </a:xfrm>
            <a:custGeom>
              <a:avLst/>
              <a:pathLst>
                <a:path w="4099" h="4334">
                  <a:moveTo>
                    <a:pt x="2215" y="764"/>
                  </a:moveTo>
                  <a:lnTo>
                    <a:pt x="3531" y="0"/>
                  </a:lnTo>
                  <a:lnTo>
                    <a:pt x="4099" y="788"/>
                  </a:lnTo>
                  <a:lnTo>
                    <a:pt x="2929" y="3346"/>
                  </a:lnTo>
                  <a:lnTo>
                    <a:pt x="1756" y="4319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h2117"/>
            <p:cNvSpPr/>
            <p:nvPr/>
          </p:nvSpPr>
          <p:spPr>
            <a:xfrm>
              <a:off x="4163028" y="3074144"/>
              <a:ext cx="5107" cy="15644"/>
            </a:xfrm>
            <a:custGeom>
              <a:avLst/>
              <a:pathLst>
                <a:path w="5107" h="15644">
                  <a:moveTo>
                    <a:pt x="4145" y="9140"/>
                  </a:moveTo>
                  <a:lnTo>
                    <a:pt x="0" y="545"/>
                  </a:lnTo>
                  <a:lnTo>
                    <a:pt x="547" y="0"/>
                  </a:lnTo>
                  <a:lnTo>
                    <a:pt x="4846" y="6942"/>
                  </a:lnTo>
                  <a:lnTo>
                    <a:pt x="5107" y="11964"/>
                  </a:lnTo>
                  <a:lnTo>
                    <a:pt x="3329" y="15644"/>
                  </a:lnTo>
                  <a:lnTo>
                    <a:pt x="2896" y="1515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h2118"/>
            <p:cNvSpPr/>
            <p:nvPr/>
          </p:nvSpPr>
          <p:spPr>
            <a:xfrm>
              <a:off x="4159456" y="3074220"/>
              <a:ext cx="250" cy="577"/>
            </a:xfrm>
            <a:custGeom>
              <a:avLst/>
              <a:pathLst>
                <a:path w="250" h="577">
                  <a:moveTo>
                    <a:pt x="0" y="317"/>
                  </a:moveTo>
                  <a:lnTo>
                    <a:pt x="208" y="0"/>
                  </a:lnTo>
                  <a:lnTo>
                    <a:pt x="250" y="577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h2119"/>
            <p:cNvSpPr/>
            <p:nvPr/>
          </p:nvSpPr>
          <p:spPr>
            <a:xfrm>
              <a:off x="4162662" y="3073690"/>
              <a:ext cx="112" cy="456"/>
            </a:xfrm>
            <a:custGeom>
              <a:avLst/>
              <a:pathLst>
                <a:path w="112" h="456">
                  <a:moveTo>
                    <a:pt x="0" y="0"/>
                  </a:moveTo>
                  <a:lnTo>
                    <a:pt x="112" y="45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h2120"/>
            <p:cNvSpPr/>
            <p:nvPr/>
          </p:nvSpPr>
          <p:spPr>
            <a:xfrm>
              <a:off x="4157979" y="3073535"/>
              <a:ext cx="339" cy="342"/>
            </a:xfrm>
            <a:custGeom>
              <a:avLst/>
              <a:pathLst>
                <a:path w="339" h="342">
                  <a:moveTo>
                    <a:pt x="339" y="132"/>
                  </a:moveTo>
                  <a:lnTo>
                    <a:pt x="294" y="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h2121"/>
            <p:cNvSpPr/>
            <p:nvPr/>
          </p:nvSpPr>
          <p:spPr>
            <a:xfrm>
              <a:off x="4159818" y="3072962"/>
              <a:ext cx="452" cy="860"/>
            </a:xfrm>
            <a:custGeom>
              <a:avLst/>
              <a:pathLst>
                <a:path w="452" h="860">
                  <a:moveTo>
                    <a:pt x="1" y="183"/>
                  </a:moveTo>
                  <a:lnTo>
                    <a:pt x="452" y="0"/>
                  </a:lnTo>
                  <a:lnTo>
                    <a:pt x="0" y="86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h2122"/>
            <p:cNvSpPr/>
            <p:nvPr/>
          </p:nvSpPr>
          <p:spPr>
            <a:xfrm>
              <a:off x="4157404" y="3072585"/>
              <a:ext cx="279" cy="350"/>
            </a:xfrm>
            <a:custGeom>
              <a:avLst/>
              <a:pathLst>
                <a:path w="279" h="350">
                  <a:moveTo>
                    <a:pt x="163" y="0"/>
                  </a:moveTo>
                  <a:lnTo>
                    <a:pt x="279" y="350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h2123"/>
            <p:cNvSpPr/>
            <p:nvPr/>
          </p:nvSpPr>
          <p:spPr>
            <a:xfrm>
              <a:off x="4161322" y="3072378"/>
              <a:ext cx="195" cy="353"/>
            </a:xfrm>
            <a:custGeom>
              <a:avLst/>
              <a:pathLst>
                <a:path w="195" h="353">
                  <a:moveTo>
                    <a:pt x="65" y="0"/>
                  </a:moveTo>
                  <a:lnTo>
                    <a:pt x="195" y="353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h2124"/>
            <p:cNvSpPr/>
            <p:nvPr/>
          </p:nvSpPr>
          <p:spPr>
            <a:xfrm>
              <a:off x="4156107" y="3071487"/>
              <a:ext cx="541" cy="1456"/>
            </a:xfrm>
            <a:custGeom>
              <a:avLst/>
              <a:pathLst>
                <a:path w="541" h="1456">
                  <a:moveTo>
                    <a:pt x="541" y="0"/>
                  </a:moveTo>
                  <a:lnTo>
                    <a:pt x="466" y="1456"/>
                  </a:lnTo>
                  <a:lnTo>
                    <a:pt x="0" y="901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h2125"/>
            <p:cNvSpPr/>
            <p:nvPr/>
          </p:nvSpPr>
          <p:spPr>
            <a:xfrm>
              <a:off x="4157318" y="3071744"/>
              <a:ext cx="216" cy="470"/>
            </a:xfrm>
            <a:custGeom>
              <a:avLst/>
              <a:pathLst>
                <a:path w="216" h="470">
                  <a:moveTo>
                    <a:pt x="0" y="0"/>
                  </a:moveTo>
                  <a:lnTo>
                    <a:pt x="216" y="441"/>
                  </a:lnTo>
                  <a:lnTo>
                    <a:pt x="7" y="47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h2126"/>
            <p:cNvSpPr/>
            <p:nvPr/>
          </p:nvSpPr>
          <p:spPr>
            <a:xfrm>
              <a:off x="4152760" y="3071115"/>
              <a:ext cx="388" cy="675"/>
            </a:xfrm>
            <a:custGeom>
              <a:avLst/>
              <a:pathLst>
                <a:path w="388" h="675">
                  <a:moveTo>
                    <a:pt x="388" y="0"/>
                  </a:moveTo>
                  <a:lnTo>
                    <a:pt x="156" y="675"/>
                  </a:lnTo>
                  <a:lnTo>
                    <a:pt x="0" y="52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h2127"/>
            <p:cNvSpPr/>
            <p:nvPr/>
          </p:nvSpPr>
          <p:spPr>
            <a:xfrm>
              <a:off x="4157406" y="3070702"/>
              <a:ext cx="371" cy="445"/>
            </a:xfrm>
            <a:custGeom>
              <a:avLst/>
              <a:pathLst>
                <a:path w="371" h="445">
                  <a:moveTo>
                    <a:pt x="247" y="0"/>
                  </a:moveTo>
                  <a:lnTo>
                    <a:pt x="371" y="44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h2128"/>
            <p:cNvSpPr/>
            <p:nvPr/>
          </p:nvSpPr>
          <p:spPr>
            <a:xfrm>
              <a:off x="4153646" y="3068882"/>
              <a:ext cx="1177" cy="1102"/>
            </a:xfrm>
            <a:custGeom>
              <a:avLst/>
              <a:pathLst>
                <a:path w="1177" h="1102">
                  <a:moveTo>
                    <a:pt x="1177" y="0"/>
                  </a:moveTo>
                  <a:lnTo>
                    <a:pt x="512" y="967"/>
                  </a:lnTo>
                  <a:lnTo>
                    <a:pt x="0" y="110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h2129"/>
            <p:cNvSpPr/>
            <p:nvPr/>
          </p:nvSpPr>
          <p:spPr>
            <a:xfrm>
              <a:off x="4126129" y="2763815"/>
              <a:ext cx="61316" cy="45242"/>
            </a:xfrm>
            <a:custGeom>
              <a:avLst/>
              <a:pathLst>
                <a:path w="61316" h="45242">
                  <a:moveTo>
                    <a:pt x="31742" y="21823"/>
                  </a:moveTo>
                  <a:lnTo>
                    <a:pt x="61316" y="18181"/>
                  </a:lnTo>
                  <a:lnTo>
                    <a:pt x="60674" y="22298"/>
                  </a:lnTo>
                  <a:lnTo>
                    <a:pt x="57996" y="30158"/>
                  </a:lnTo>
                  <a:lnTo>
                    <a:pt x="52895" y="35990"/>
                  </a:lnTo>
                  <a:lnTo>
                    <a:pt x="52855" y="35347"/>
                  </a:lnTo>
                  <a:lnTo>
                    <a:pt x="33387" y="37475"/>
                  </a:lnTo>
                  <a:lnTo>
                    <a:pt x="20279" y="45242"/>
                  </a:lnTo>
                  <a:lnTo>
                    <a:pt x="18817" y="31141"/>
                  </a:lnTo>
                  <a:lnTo>
                    <a:pt x="2703" y="32665"/>
                  </a:lnTo>
                  <a:lnTo>
                    <a:pt x="0" y="2758"/>
                  </a:lnTo>
                  <a:lnTo>
                    <a:pt x="27336" y="257"/>
                  </a:lnTo>
                  <a:lnTo>
                    <a:pt x="2959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h2130"/>
            <p:cNvSpPr/>
            <p:nvPr/>
          </p:nvSpPr>
          <p:spPr>
            <a:xfrm>
              <a:off x="4055916" y="2799162"/>
              <a:ext cx="123108" cy="65182"/>
            </a:xfrm>
            <a:custGeom>
              <a:avLst/>
              <a:pathLst>
                <a:path w="123108" h="65182">
                  <a:moveTo>
                    <a:pt x="123108" y="643"/>
                  </a:moveTo>
                  <a:lnTo>
                    <a:pt x="118627" y="8937"/>
                  </a:lnTo>
                  <a:lnTo>
                    <a:pt x="119045" y="11227"/>
                  </a:lnTo>
                  <a:lnTo>
                    <a:pt x="112756" y="17074"/>
                  </a:lnTo>
                  <a:lnTo>
                    <a:pt x="104282" y="30612"/>
                  </a:lnTo>
                  <a:lnTo>
                    <a:pt x="101788" y="33197"/>
                  </a:lnTo>
                  <a:lnTo>
                    <a:pt x="99360" y="31939"/>
                  </a:lnTo>
                  <a:lnTo>
                    <a:pt x="94267" y="31233"/>
                  </a:lnTo>
                  <a:lnTo>
                    <a:pt x="92832" y="33074"/>
                  </a:lnTo>
                  <a:lnTo>
                    <a:pt x="97333" y="34630"/>
                  </a:lnTo>
                  <a:lnTo>
                    <a:pt x="99104" y="32851"/>
                  </a:lnTo>
                  <a:lnTo>
                    <a:pt x="100825" y="34424"/>
                  </a:lnTo>
                  <a:lnTo>
                    <a:pt x="99234" y="35398"/>
                  </a:lnTo>
                  <a:lnTo>
                    <a:pt x="96631" y="38954"/>
                  </a:lnTo>
                  <a:lnTo>
                    <a:pt x="89242" y="45006"/>
                  </a:lnTo>
                  <a:lnTo>
                    <a:pt x="86858" y="47868"/>
                  </a:lnTo>
                  <a:lnTo>
                    <a:pt x="81524" y="57241"/>
                  </a:lnTo>
                  <a:lnTo>
                    <a:pt x="79214" y="56670"/>
                  </a:lnTo>
                  <a:lnTo>
                    <a:pt x="74412" y="52975"/>
                  </a:lnTo>
                  <a:lnTo>
                    <a:pt x="71451" y="53511"/>
                  </a:lnTo>
                  <a:lnTo>
                    <a:pt x="68751" y="59349"/>
                  </a:lnTo>
                  <a:lnTo>
                    <a:pt x="74389" y="61806"/>
                  </a:lnTo>
                  <a:lnTo>
                    <a:pt x="73113" y="65182"/>
                  </a:lnTo>
                  <a:lnTo>
                    <a:pt x="63939" y="61213"/>
                  </a:lnTo>
                  <a:lnTo>
                    <a:pt x="54744" y="64775"/>
                  </a:lnTo>
                  <a:lnTo>
                    <a:pt x="46998" y="56622"/>
                  </a:lnTo>
                  <a:lnTo>
                    <a:pt x="45602" y="53175"/>
                  </a:lnTo>
                  <a:lnTo>
                    <a:pt x="39315" y="47663"/>
                  </a:lnTo>
                  <a:lnTo>
                    <a:pt x="22741" y="49285"/>
                  </a:lnTo>
                  <a:lnTo>
                    <a:pt x="14383" y="59964"/>
                  </a:lnTo>
                  <a:lnTo>
                    <a:pt x="0" y="60674"/>
                  </a:lnTo>
                  <a:lnTo>
                    <a:pt x="2740" y="57310"/>
                  </a:lnTo>
                  <a:lnTo>
                    <a:pt x="24233" y="30866"/>
                  </a:lnTo>
                  <a:lnTo>
                    <a:pt x="40511" y="29514"/>
                  </a:lnTo>
                  <a:lnTo>
                    <a:pt x="40923" y="36427"/>
                  </a:lnTo>
                  <a:lnTo>
                    <a:pt x="52258" y="36214"/>
                  </a:lnTo>
                  <a:lnTo>
                    <a:pt x="51143" y="27391"/>
                  </a:lnTo>
                  <a:lnTo>
                    <a:pt x="84481" y="24300"/>
                  </a:lnTo>
                  <a:lnTo>
                    <a:pt x="82384" y="23138"/>
                  </a:lnTo>
                  <a:lnTo>
                    <a:pt x="84655" y="18002"/>
                  </a:lnTo>
                  <a:lnTo>
                    <a:pt x="90491" y="9894"/>
                  </a:lnTo>
                  <a:lnTo>
                    <a:pt x="103600" y="2128"/>
                  </a:lnTo>
                  <a:lnTo>
                    <a:pt x="123067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h2131"/>
            <p:cNvSpPr/>
            <p:nvPr/>
          </p:nvSpPr>
          <p:spPr>
            <a:xfrm>
              <a:off x="3924550" y="3027480"/>
              <a:ext cx="199750" cy="79511"/>
            </a:xfrm>
            <a:custGeom>
              <a:avLst/>
              <a:pathLst>
                <a:path w="199750" h="79511">
                  <a:moveTo>
                    <a:pt x="53430" y="1678"/>
                  </a:moveTo>
                  <a:lnTo>
                    <a:pt x="61173" y="1029"/>
                  </a:lnTo>
                  <a:lnTo>
                    <a:pt x="68215" y="298"/>
                  </a:lnTo>
                  <a:lnTo>
                    <a:pt x="69343" y="973"/>
                  </a:lnTo>
                  <a:lnTo>
                    <a:pt x="69628" y="3959"/>
                  </a:lnTo>
                  <a:lnTo>
                    <a:pt x="73922" y="3552"/>
                  </a:lnTo>
                  <a:lnTo>
                    <a:pt x="73741" y="1967"/>
                  </a:lnTo>
                  <a:lnTo>
                    <a:pt x="82504" y="1032"/>
                  </a:lnTo>
                  <a:lnTo>
                    <a:pt x="82872" y="1866"/>
                  </a:lnTo>
                  <a:lnTo>
                    <a:pt x="83988" y="2025"/>
                  </a:lnTo>
                  <a:lnTo>
                    <a:pt x="94924" y="419"/>
                  </a:lnTo>
                  <a:lnTo>
                    <a:pt x="91422" y="14109"/>
                  </a:lnTo>
                  <a:lnTo>
                    <a:pt x="95894" y="14064"/>
                  </a:lnTo>
                  <a:lnTo>
                    <a:pt x="114491" y="17850"/>
                  </a:lnTo>
                  <a:lnTo>
                    <a:pt x="117399" y="3749"/>
                  </a:lnTo>
                  <a:lnTo>
                    <a:pt x="141672" y="6666"/>
                  </a:lnTo>
                  <a:lnTo>
                    <a:pt x="199645" y="638"/>
                  </a:lnTo>
                  <a:lnTo>
                    <a:pt x="199750" y="6557"/>
                  </a:lnTo>
                  <a:lnTo>
                    <a:pt x="198313" y="8165"/>
                  </a:lnTo>
                  <a:lnTo>
                    <a:pt x="193715" y="21830"/>
                  </a:lnTo>
                  <a:lnTo>
                    <a:pt x="189304" y="20435"/>
                  </a:lnTo>
                  <a:lnTo>
                    <a:pt x="134722" y="25747"/>
                  </a:lnTo>
                  <a:lnTo>
                    <a:pt x="135643" y="32163"/>
                  </a:lnTo>
                  <a:lnTo>
                    <a:pt x="128938" y="32839"/>
                  </a:lnTo>
                  <a:lnTo>
                    <a:pt x="125265" y="36761"/>
                  </a:lnTo>
                  <a:lnTo>
                    <a:pt x="123521" y="41480"/>
                  </a:lnTo>
                  <a:lnTo>
                    <a:pt x="121573" y="41486"/>
                  </a:lnTo>
                  <a:lnTo>
                    <a:pt x="119043" y="40359"/>
                  </a:lnTo>
                  <a:lnTo>
                    <a:pt x="118148" y="40767"/>
                  </a:lnTo>
                  <a:lnTo>
                    <a:pt x="110269" y="57201"/>
                  </a:lnTo>
                  <a:lnTo>
                    <a:pt x="105748" y="62152"/>
                  </a:lnTo>
                  <a:lnTo>
                    <a:pt x="102208" y="64817"/>
                  </a:lnTo>
                  <a:lnTo>
                    <a:pt x="101173" y="70484"/>
                  </a:lnTo>
                  <a:lnTo>
                    <a:pt x="98467" y="75330"/>
                  </a:lnTo>
                  <a:lnTo>
                    <a:pt x="79923" y="74266"/>
                  </a:lnTo>
                  <a:lnTo>
                    <a:pt x="76872" y="77406"/>
                  </a:lnTo>
                  <a:lnTo>
                    <a:pt x="56165" y="79511"/>
                  </a:lnTo>
                  <a:lnTo>
                    <a:pt x="54482" y="62064"/>
                  </a:lnTo>
                  <a:lnTo>
                    <a:pt x="45622" y="62922"/>
                  </a:lnTo>
                  <a:lnTo>
                    <a:pt x="44655" y="55013"/>
                  </a:lnTo>
                  <a:lnTo>
                    <a:pt x="32691" y="56276"/>
                  </a:lnTo>
                  <a:lnTo>
                    <a:pt x="32876" y="59294"/>
                  </a:lnTo>
                  <a:lnTo>
                    <a:pt x="27562" y="59523"/>
                  </a:lnTo>
                  <a:lnTo>
                    <a:pt x="22291" y="57459"/>
                  </a:lnTo>
                  <a:lnTo>
                    <a:pt x="21730" y="51126"/>
                  </a:lnTo>
                  <a:lnTo>
                    <a:pt x="14945" y="52778"/>
                  </a:lnTo>
                  <a:lnTo>
                    <a:pt x="14033" y="48885"/>
                  </a:lnTo>
                  <a:lnTo>
                    <a:pt x="3902" y="51149"/>
                  </a:lnTo>
                  <a:lnTo>
                    <a:pt x="2703" y="35735"/>
                  </a:lnTo>
                  <a:lnTo>
                    <a:pt x="2494" y="17652"/>
                  </a:lnTo>
                  <a:lnTo>
                    <a:pt x="1101" y="17674"/>
                  </a:lnTo>
                  <a:lnTo>
                    <a:pt x="0" y="5456"/>
                  </a:lnTo>
                  <a:lnTo>
                    <a:pt x="5328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h2132"/>
            <p:cNvSpPr/>
            <p:nvPr/>
          </p:nvSpPr>
          <p:spPr>
            <a:xfrm>
              <a:off x="4080150" y="2708582"/>
              <a:ext cx="73315" cy="127007"/>
            </a:xfrm>
            <a:custGeom>
              <a:avLst/>
              <a:pathLst>
                <a:path w="73315" h="127007">
                  <a:moveTo>
                    <a:pt x="68679" y="21221"/>
                  </a:moveTo>
                  <a:lnTo>
                    <a:pt x="69736" y="21169"/>
                  </a:lnTo>
                  <a:lnTo>
                    <a:pt x="71776" y="40727"/>
                  </a:lnTo>
                  <a:lnTo>
                    <a:pt x="73315" y="55489"/>
                  </a:lnTo>
                  <a:lnTo>
                    <a:pt x="45979" y="57990"/>
                  </a:lnTo>
                  <a:lnTo>
                    <a:pt x="48682" y="87897"/>
                  </a:lnTo>
                  <a:lnTo>
                    <a:pt x="64796" y="86373"/>
                  </a:lnTo>
                  <a:lnTo>
                    <a:pt x="66258" y="100474"/>
                  </a:lnTo>
                  <a:lnTo>
                    <a:pt x="60422" y="108582"/>
                  </a:lnTo>
                  <a:lnTo>
                    <a:pt x="58150" y="113717"/>
                  </a:lnTo>
                  <a:lnTo>
                    <a:pt x="60247" y="114879"/>
                  </a:lnTo>
                  <a:lnTo>
                    <a:pt x="26909" y="117971"/>
                  </a:lnTo>
                  <a:lnTo>
                    <a:pt x="28025" y="126793"/>
                  </a:lnTo>
                  <a:lnTo>
                    <a:pt x="16689" y="127007"/>
                  </a:lnTo>
                  <a:lnTo>
                    <a:pt x="16277" y="120093"/>
                  </a:lnTo>
                  <a:lnTo>
                    <a:pt x="0" y="121445"/>
                  </a:lnTo>
                  <a:lnTo>
                    <a:pt x="16728" y="84077"/>
                  </a:lnTo>
                  <a:lnTo>
                    <a:pt x="21290" y="73886"/>
                  </a:lnTo>
                  <a:lnTo>
                    <a:pt x="14601" y="9950"/>
                  </a:lnTo>
                  <a:lnTo>
                    <a:pt x="20386" y="10055"/>
                  </a:lnTo>
                  <a:lnTo>
                    <a:pt x="25311" y="12218"/>
                  </a:lnTo>
                  <a:lnTo>
                    <a:pt x="31127" y="12594"/>
                  </a:lnTo>
                  <a:lnTo>
                    <a:pt x="39018" y="15095"/>
                  </a:lnTo>
                  <a:lnTo>
                    <a:pt x="47462" y="13418"/>
                  </a:lnTo>
                  <a:lnTo>
                    <a:pt x="52812" y="13913"/>
                  </a:lnTo>
                  <a:lnTo>
                    <a:pt x="64021" y="8924"/>
                  </a:lnTo>
                  <a:lnTo>
                    <a:pt x="66254" y="7229"/>
                  </a:lnTo>
                  <a:lnTo>
                    <a:pt x="6646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h2133"/>
            <p:cNvSpPr/>
            <p:nvPr/>
          </p:nvSpPr>
          <p:spPr>
            <a:xfrm>
              <a:off x="4111264" y="2698254"/>
              <a:ext cx="34363" cy="16807"/>
            </a:xfrm>
            <a:custGeom>
              <a:avLst/>
              <a:pathLst>
                <a:path w="34363" h="16807">
                  <a:moveTo>
                    <a:pt x="32880" y="1884"/>
                  </a:moveTo>
                  <a:lnTo>
                    <a:pt x="31872" y="5022"/>
                  </a:lnTo>
                  <a:lnTo>
                    <a:pt x="27367" y="7262"/>
                  </a:lnTo>
                  <a:lnTo>
                    <a:pt x="22998" y="11527"/>
                  </a:lnTo>
                  <a:lnTo>
                    <a:pt x="14124" y="13752"/>
                  </a:lnTo>
                  <a:lnTo>
                    <a:pt x="9250" y="11759"/>
                  </a:lnTo>
                  <a:lnTo>
                    <a:pt x="7874" y="10032"/>
                  </a:lnTo>
                  <a:lnTo>
                    <a:pt x="4559" y="12379"/>
                  </a:lnTo>
                  <a:lnTo>
                    <a:pt x="1538" y="16478"/>
                  </a:lnTo>
                  <a:lnTo>
                    <a:pt x="954" y="16807"/>
                  </a:lnTo>
                  <a:lnTo>
                    <a:pt x="0" y="15831"/>
                  </a:lnTo>
                  <a:lnTo>
                    <a:pt x="6866" y="7893"/>
                  </a:lnTo>
                  <a:lnTo>
                    <a:pt x="10390" y="9909"/>
                  </a:lnTo>
                  <a:lnTo>
                    <a:pt x="13780" y="10435"/>
                  </a:lnTo>
                  <a:lnTo>
                    <a:pt x="21033" y="9393"/>
                  </a:lnTo>
                  <a:lnTo>
                    <a:pt x="29688" y="4855"/>
                  </a:lnTo>
                  <a:lnTo>
                    <a:pt x="34271" y="0"/>
                  </a:lnTo>
                  <a:lnTo>
                    <a:pt x="34315" y="420"/>
                  </a:lnTo>
                  <a:lnTo>
                    <a:pt x="34339" y="648"/>
                  </a:lnTo>
                  <a:lnTo>
                    <a:pt x="34363" y="87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h2134"/>
            <p:cNvSpPr/>
            <p:nvPr/>
          </p:nvSpPr>
          <p:spPr>
            <a:xfrm>
              <a:off x="4143422" y="2701725"/>
              <a:ext cx="2896" cy="4039"/>
            </a:xfrm>
            <a:custGeom>
              <a:avLst/>
              <a:pathLst>
                <a:path w="2896" h="4039">
                  <a:moveTo>
                    <a:pt x="2896" y="4039"/>
                  </a:moveTo>
                  <a:lnTo>
                    <a:pt x="0" y="3423"/>
                  </a:lnTo>
                  <a:lnTo>
                    <a:pt x="247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h2135"/>
            <p:cNvSpPr/>
            <p:nvPr/>
          </p:nvSpPr>
          <p:spPr>
            <a:xfrm>
              <a:off x="3902206" y="2899725"/>
              <a:ext cx="106810" cy="133211"/>
            </a:xfrm>
            <a:custGeom>
              <a:avLst/>
              <a:pathLst>
                <a:path w="106810" h="133211">
                  <a:moveTo>
                    <a:pt x="97414" y="409"/>
                  </a:moveTo>
                  <a:lnTo>
                    <a:pt x="100783" y="3764"/>
                  </a:lnTo>
                  <a:lnTo>
                    <a:pt x="100278" y="17216"/>
                  </a:lnTo>
                  <a:lnTo>
                    <a:pt x="92766" y="17099"/>
                  </a:lnTo>
                  <a:lnTo>
                    <a:pt x="92876" y="19777"/>
                  </a:lnTo>
                  <a:lnTo>
                    <a:pt x="94967" y="23314"/>
                  </a:lnTo>
                  <a:lnTo>
                    <a:pt x="100063" y="23236"/>
                  </a:lnTo>
                  <a:lnTo>
                    <a:pt x="100183" y="21144"/>
                  </a:lnTo>
                  <a:lnTo>
                    <a:pt x="106333" y="21410"/>
                  </a:lnTo>
                  <a:lnTo>
                    <a:pt x="106810" y="29067"/>
                  </a:lnTo>
                  <a:lnTo>
                    <a:pt x="106447" y="29939"/>
                  </a:lnTo>
                  <a:lnTo>
                    <a:pt x="104815" y="30147"/>
                  </a:lnTo>
                  <a:lnTo>
                    <a:pt x="104728" y="29316"/>
                  </a:lnTo>
                  <a:lnTo>
                    <a:pt x="97557" y="30041"/>
                  </a:lnTo>
                  <a:lnTo>
                    <a:pt x="98374" y="38602"/>
                  </a:lnTo>
                  <a:lnTo>
                    <a:pt x="96441" y="38734"/>
                  </a:lnTo>
                  <a:lnTo>
                    <a:pt x="94214" y="53332"/>
                  </a:lnTo>
                  <a:lnTo>
                    <a:pt x="92756" y="58372"/>
                  </a:lnTo>
                  <a:lnTo>
                    <a:pt x="90183" y="58099"/>
                  </a:lnTo>
                  <a:lnTo>
                    <a:pt x="88206" y="72919"/>
                  </a:lnTo>
                  <a:lnTo>
                    <a:pt x="86433" y="73633"/>
                  </a:lnTo>
                  <a:lnTo>
                    <a:pt x="81054" y="72907"/>
                  </a:lnTo>
                  <a:lnTo>
                    <a:pt x="78743" y="75067"/>
                  </a:lnTo>
                  <a:lnTo>
                    <a:pt x="81925" y="78872"/>
                  </a:lnTo>
                  <a:lnTo>
                    <a:pt x="83424" y="78887"/>
                  </a:lnTo>
                  <a:lnTo>
                    <a:pt x="84722" y="98220"/>
                  </a:lnTo>
                  <a:lnTo>
                    <a:pt x="81897" y="98136"/>
                  </a:lnTo>
                  <a:lnTo>
                    <a:pt x="81833" y="97377"/>
                  </a:lnTo>
                  <a:lnTo>
                    <a:pt x="75894" y="97270"/>
                  </a:lnTo>
                  <a:lnTo>
                    <a:pt x="75760" y="104965"/>
                  </a:lnTo>
                  <a:lnTo>
                    <a:pt x="78834" y="104766"/>
                  </a:lnTo>
                  <a:lnTo>
                    <a:pt x="79658" y="105805"/>
                  </a:lnTo>
                  <a:lnTo>
                    <a:pt x="79554" y="113221"/>
                  </a:lnTo>
                  <a:lnTo>
                    <a:pt x="85779" y="112712"/>
                  </a:lnTo>
                  <a:lnTo>
                    <a:pt x="86283" y="117352"/>
                  </a:lnTo>
                  <a:lnTo>
                    <a:pt x="83517" y="128784"/>
                  </a:lnTo>
                  <a:lnTo>
                    <a:pt x="75774" y="129433"/>
                  </a:lnTo>
                  <a:lnTo>
                    <a:pt x="75624" y="127754"/>
                  </a:lnTo>
                  <a:lnTo>
                    <a:pt x="22343" y="133211"/>
                  </a:lnTo>
                  <a:lnTo>
                    <a:pt x="20065" y="107423"/>
                  </a:lnTo>
                  <a:lnTo>
                    <a:pt x="0" y="92444"/>
                  </a:lnTo>
                  <a:lnTo>
                    <a:pt x="8876" y="84164"/>
                  </a:lnTo>
                  <a:lnTo>
                    <a:pt x="8132" y="80459"/>
                  </a:lnTo>
                  <a:lnTo>
                    <a:pt x="12214" y="79126"/>
                  </a:lnTo>
                  <a:lnTo>
                    <a:pt x="17781" y="79497"/>
                  </a:lnTo>
                  <a:lnTo>
                    <a:pt x="17864" y="86886"/>
                  </a:lnTo>
                  <a:lnTo>
                    <a:pt x="22866" y="86291"/>
                  </a:lnTo>
                  <a:lnTo>
                    <a:pt x="22592" y="82365"/>
                  </a:lnTo>
                  <a:lnTo>
                    <a:pt x="19438" y="82347"/>
                  </a:lnTo>
                  <a:lnTo>
                    <a:pt x="19662" y="70631"/>
                  </a:lnTo>
                  <a:lnTo>
                    <a:pt x="25857" y="71288"/>
                  </a:lnTo>
                  <a:lnTo>
                    <a:pt x="25736" y="72453"/>
                  </a:lnTo>
                  <a:lnTo>
                    <a:pt x="30753" y="72972"/>
                  </a:lnTo>
                  <a:lnTo>
                    <a:pt x="31090" y="68886"/>
                  </a:lnTo>
                  <a:lnTo>
                    <a:pt x="35220" y="69031"/>
                  </a:lnTo>
                  <a:lnTo>
                    <a:pt x="35297" y="66053"/>
                  </a:lnTo>
                  <a:lnTo>
                    <a:pt x="28676" y="67437"/>
                  </a:lnTo>
                  <a:lnTo>
                    <a:pt x="30949" y="59957"/>
                  </a:lnTo>
                  <a:lnTo>
                    <a:pt x="36728" y="53980"/>
                  </a:lnTo>
                  <a:lnTo>
                    <a:pt x="38977" y="53944"/>
                  </a:lnTo>
                  <a:lnTo>
                    <a:pt x="38843" y="54793"/>
                  </a:lnTo>
                  <a:lnTo>
                    <a:pt x="40627" y="57070"/>
                  </a:lnTo>
                  <a:lnTo>
                    <a:pt x="42608" y="57020"/>
                  </a:lnTo>
                  <a:lnTo>
                    <a:pt x="44765" y="55507"/>
                  </a:lnTo>
                  <a:lnTo>
                    <a:pt x="46006" y="50661"/>
                  </a:lnTo>
                  <a:lnTo>
                    <a:pt x="45357" y="47526"/>
                  </a:lnTo>
                  <a:lnTo>
                    <a:pt x="47662" y="45075"/>
                  </a:lnTo>
                  <a:lnTo>
                    <a:pt x="54346" y="44223"/>
                  </a:lnTo>
                  <a:lnTo>
                    <a:pt x="58039" y="26989"/>
                  </a:lnTo>
                  <a:lnTo>
                    <a:pt x="63021" y="25618"/>
                  </a:lnTo>
                  <a:lnTo>
                    <a:pt x="68299" y="25751"/>
                  </a:lnTo>
                  <a:lnTo>
                    <a:pt x="69104" y="23193"/>
                  </a:lnTo>
                  <a:lnTo>
                    <a:pt x="69370" y="16819"/>
                  </a:lnTo>
                  <a:lnTo>
                    <a:pt x="68513" y="15260"/>
                  </a:lnTo>
                  <a:lnTo>
                    <a:pt x="74401" y="10694"/>
                  </a:lnTo>
                  <a:lnTo>
                    <a:pt x="81853" y="6345"/>
                  </a:lnTo>
                  <a:lnTo>
                    <a:pt x="90426" y="6156"/>
                  </a:lnTo>
                  <a:lnTo>
                    <a:pt x="9050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h2136"/>
            <p:cNvSpPr/>
            <p:nvPr/>
          </p:nvSpPr>
          <p:spPr>
            <a:xfrm>
              <a:off x="4052489" y="2846825"/>
              <a:ext cx="84951" cy="94390"/>
            </a:xfrm>
            <a:custGeom>
              <a:avLst/>
              <a:pathLst>
                <a:path w="84951" h="94390">
                  <a:moveTo>
                    <a:pt x="49029" y="5511"/>
                  </a:moveTo>
                  <a:lnTo>
                    <a:pt x="50424" y="8959"/>
                  </a:lnTo>
                  <a:lnTo>
                    <a:pt x="58170" y="17111"/>
                  </a:lnTo>
                  <a:lnTo>
                    <a:pt x="67365" y="13550"/>
                  </a:lnTo>
                  <a:lnTo>
                    <a:pt x="76539" y="17519"/>
                  </a:lnTo>
                  <a:lnTo>
                    <a:pt x="77815" y="14142"/>
                  </a:lnTo>
                  <a:lnTo>
                    <a:pt x="72177" y="11686"/>
                  </a:lnTo>
                  <a:lnTo>
                    <a:pt x="74878" y="5848"/>
                  </a:lnTo>
                  <a:lnTo>
                    <a:pt x="77838" y="5311"/>
                  </a:lnTo>
                  <a:lnTo>
                    <a:pt x="82641" y="9007"/>
                  </a:lnTo>
                  <a:lnTo>
                    <a:pt x="84951" y="9578"/>
                  </a:lnTo>
                  <a:lnTo>
                    <a:pt x="82896" y="12959"/>
                  </a:lnTo>
                  <a:lnTo>
                    <a:pt x="79841" y="20800"/>
                  </a:lnTo>
                  <a:lnTo>
                    <a:pt x="80205" y="21706"/>
                  </a:lnTo>
                  <a:lnTo>
                    <a:pt x="78910" y="22856"/>
                  </a:lnTo>
                  <a:lnTo>
                    <a:pt x="79839" y="23157"/>
                  </a:lnTo>
                  <a:lnTo>
                    <a:pt x="79149" y="25451"/>
                  </a:lnTo>
                  <a:lnTo>
                    <a:pt x="72681" y="35158"/>
                  </a:lnTo>
                  <a:lnTo>
                    <a:pt x="69775" y="44215"/>
                  </a:lnTo>
                  <a:lnTo>
                    <a:pt x="68235" y="51912"/>
                  </a:lnTo>
                  <a:lnTo>
                    <a:pt x="67936" y="55414"/>
                  </a:lnTo>
                  <a:lnTo>
                    <a:pt x="69136" y="65290"/>
                  </a:lnTo>
                  <a:lnTo>
                    <a:pt x="72983" y="73721"/>
                  </a:lnTo>
                  <a:lnTo>
                    <a:pt x="75101" y="74324"/>
                  </a:lnTo>
                  <a:lnTo>
                    <a:pt x="76407" y="79730"/>
                  </a:lnTo>
                  <a:lnTo>
                    <a:pt x="74484" y="86432"/>
                  </a:lnTo>
                  <a:lnTo>
                    <a:pt x="72516" y="87641"/>
                  </a:lnTo>
                  <a:lnTo>
                    <a:pt x="71898" y="88995"/>
                  </a:lnTo>
                  <a:lnTo>
                    <a:pt x="71710" y="90983"/>
                  </a:lnTo>
                  <a:lnTo>
                    <a:pt x="73020" y="93463"/>
                  </a:lnTo>
                  <a:lnTo>
                    <a:pt x="72027" y="94390"/>
                  </a:lnTo>
                  <a:lnTo>
                    <a:pt x="70726" y="93237"/>
                  </a:lnTo>
                  <a:lnTo>
                    <a:pt x="71437" y="87269"/>
                  </a:lnTo>
                  <a:lnTo>
                    <a:pt x="72039" y="86521"/>
                  </a:lnTo>
                  <a:lnTo>
                    <a:pt x="74318" y="86277"/>
                  </a:lnTo>
                  <a:lnTo>
                    <a:pt x="76211" y="79323"/>
                  </a:lnTo>
                  <a:lnTo>
                    <a:pt x="75364" y="76016"/>
                  </a:lnTo>
                  <a:lnTo>
                    <a:pt x="72267" y="73129"/>
                  </a:lnTo>
                  <a:lnTo>
                    <a:pt x="70471" y="72582"/>
                  </a:lnTo>
                  <a:lnTo>
                    <a:pt x="73587" y="79914"/>
                  </a:lnTo>
                  <a:lnTo>
                    <a:pt x="68788" y="90778"/>
                  </a:lnTo>
                  <a:lnTo>
                    <a:pt x="64454" y="48052"/>
                  </a:lnTo>
                  <a:lnTo>
                    <a:pt x="48686" y="49636"/>
                  </a:lnTo>
                  <a:lnTo>
                    <a:pt x="47741" y="40256"/>
                  </a:lnTo>
                  <a:lnTo>
                    <a:pt x="5133" y="44086"/>
                  </a:lnTo>
                  <a:lnTo>
                    <a:pt x="0" y="16329"/>
                  </a:lnTo>
                  <a:lnTo>
                    <a:pt x="3426" y="13011"/>
                  </a:lnTo>
                  <a:lnTo>
                    <a:pt x="17809" y="12301"/>
                  </a:lnTo>
                  <a:lnTo>
                    <a:pt x="26167" y="1622"/>
                  </a:lnTo>
                  <a:lnTo>
                    <a:pt x="4274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h2137"/>
            <p:cNvSpPr/>
            <p:nvPr/>
          </p:nvSpPr>
          <p:spPr>
            <a:xfrm>
              <a:off x="2419590" y="2741136"/>
              <a:ext cx="52460" cy="42340"/>
            </a:xfrm>
            <a:custGeom>
              <a:avLst/>
              <a:pathLst>
                <a:path w="52460" h="42340">
                  <a:moveTo>
                    <a:pt x="43824" y="0"/>
                  </a:moveTo>
                  <a:lnTo>
                    <a:pt x="48031" y="4950"/>
                  </a:lnTo>
                  <a:lnTo>
                    <a:pt x="50793" y="8013"/>
                  </a:lnTo>
                  <a:lnTo>
                    <a:pt x="50804" y="12032"/>
                  </a:lnTo>
                  <a:lnTo>
                    <a:pt x="52460" y="14576"/>
                  </a:lnTo>
                  <a:lnTo>
                    <a:pt x="50466" y="21788"/>
                  </a:lnTo>
                  <a:lnTo>
                    <a:pt x="50836" y="27161"/>
                  </a:lnTo>
                  <a:lnTo>
                    <a:pt x="50078" y="29860"/>
                  </a:lnTo>
                  <a:lnTo>
                    <a:pt x="46792" y="33862"/>
                  </a:lnTo>
                  <a:lnTo>
                    <a:pt x="44997" y="42088"/>
                  </a:lnTo>
                  <a:lnTo>
                    <a:pt x="43501" y="40425"/>
                  </a:lnTo>
                  <a:lnTo>
                    <a:pt x="42908" y="42340"/>
                  </a:lnTo>
                  <a:lnTo>
                    <a:pt x="38948" y="41123"/>
                  </a:lnTo>
                  <a:lnTo>
                    <a:pt x="34543" y="36111"/>
                  </a:lnTo>
                  <a:lnTo>
                    <a:pt x="29136" y="31828"/>
                  </a:lnTo>
                  <a:lnTo>
                    <a:pt x="19670" y="30321"/>
                  </a:lnTo>
                  <a:lnTo>
                    <a:pt x="10271" y="31991"/>
                  </a:lnTo>
                  <a:lnTo>
                    <a:pt x="7193" y="31449"/>
                  </a:lnTo>
                  <a:lnTo>
                    <a:pt x="0" y="25634"/>
                  </a:lnTo>
                  <a:lnTo>
                    <a:pt x="313" y="23815"/>
                  </a:lnTo>
                  <a:lnTo>
                    <a:pt x="1327" y="23852"/>
                  </a:lnTo>
                  <a:lnTo>
                    <a:pt x="4144" y="9986"/>
                  </a:lnTo>
                  <a:lnTo>
                    <a:pt x="11020" y="8296"/>
                  </a:lnTo>
                  <a:lnTo>
                    <a:pt x="12053" y="9069"/>
                  </a:lnTo>
                  <a:lnTo>
                    <a:pt x="16282" y="7396"/>
                  </a:lnTo>
                  <a:lnTo>
                    <a:pt x="21358" y="2805"/>
                  </a:lnTo>
                  <a:lnTo>
                    <a:pt x="25964" y="3143"/>
                  </a:lnTo>
                  <a:lnTo>
                    <a:pt x="32231" y="293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h2138"/>
            <p:cNvSpPr/>
            <p:nvPr/>
          </p:nvSpPr>
          <p:spPr>
            <a:xfrm>
              <a:off x="2525067" y="2678755"/>
              <a:ext cx="45832" cy="44612"/>
            </a:xfrm>
            <a:custGeom>
              <a:avLst/>
              <a:pathLst>
                <a:path w="45832" h="44612">
                  <a:moveTo>
                    <a:pt x="32086" y="7329"/>
                  </a:moveTo>
                  <a:lnTo>
                    <a:pt x="35838" y="3982"/>
                  </a:lnTo>
                  <a:lnTo>
                    <a:pt x="38362" y="5669"/>
                  </a:lnTo>
                  <a:lnTo>
                    <a:pt x="43273" y="4286"/>
                  </a:lnTo>
                  <a:lnTo>
                    <a:pt x="45832" y="10863"/>
                  </a:lnTo>
                  <a:lnTo>
                    <a:pt x="41668" y="8009"/>
                  </a:lnTo>
                  <a:lnTo>
                    <a:pt x="36741" y="15208"/>
                  </a:lnTo>
                  <a:lnTo>
                    <a:pt x="33773" y="15472"/>
                  </a:lnTo>
                  <a:lnTo>
                    <a:pt x="32784" y="21692"/>
                  </a:lnTo>
                  <a:lnTo>
                    <a:pt x="27587" y="20581"/>
                  </a:lnTo>
                  <a:lnTo>
                    <a:pt x="26528" y="27802"/>
                  </a:lnTo>
                  <a:lnTo>
                    <a:pt x="23582" y="28047"/>
                  </a:lnTo>
                  <a:lnTo>
                    <a:pt x="23441" y="29105"/>
                  </a:lnTo>
                  <a:lnTo>
                    <a:pt x="26144" y="35430"/>
                  </a:lnTo>
                  <a:lnTo>
                    <a:pt x="26038" y="39799"/>
                  </a:lnTo>
                  <a:lnTo>
                    <a:pt x="19458" y="42736"/>
                  </a:lnTo>
                  <a:lnTo>
                    <a:pt x="16875" y="40943"/>
                  </a:lnTo>
                  <a:lnTo>
                    <a:pt x="14890" y="42232"/>
                  </a:lnTo>
                  <a:lnTo>
                    <a:pt x="14082" y="44612"/>
                  </a:lnTo>
                  <a:lnTo>
                    <a:pt x="5216" y="43094"/>
                  </a:lnTo>
                  <a:lnTo>
                    <a:pt x="4008" y="41419"/>
                  </a:lnTo>
                  <a:lnTo>
                    <a:pt x="0" y="34586"/>
                  </a:lnTo>
                  <a:lnTo>
                    <a:pt x="7638" y="29328"/>
                  </a:lnTo>
                  <a:lnTo>
                    <a:pt x="5793" y="23450"/>
                  </a:lnTo>
                  <a:lnTo>
                    <a:pt x="3869" y="22350"/>
                  </a:lnTo>
                  <a:lnTo>
                    <a:pt x="1763" y="15474"/>
                  </a:lnTo>
                  <a:lnTo>
                    <a:pt x="3479" y="12970"/>
                  </a:lnTo>
                  <a:lnTo>
                    <a:pt x="2485" y="11814"/>
                  </a:lnTo>
                  <a:lnTo>
                    <a:pt x="5341" y="9489"/>
                  </a:lnTo>
                  <a:lnTo>
                    <a:pt x="10180" y="7947"/>
                  </a:lnTo>
                  <a:lnTo>
                    <a:pt x="16972" y="12632"/>
                  </a:lnTo>
                  <a:lnTo>
                    <a:pt x="15548" y="14522"/>
                  </a:lnTo>
                  <a:lnTo>
                    <a:pt x="23350" y="13705"/>
                  </a:lnTo>
                  <a:lnTo>
                    <a:pt x="24797" y="2070"/>
                  </a:lnTo>
                  <a:lnTo>
                    <a:pt x="23853" y="3511"/>
                  </a:lnTo>
                  <a:lnTo>
                    <a:pt x="2278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h2139"/>
            <p:cNvSpPr/>
            <p:nvPr/>
          </p:nvSpPr>
          <p:spPr>
            <a:xfrm>
              <a:off x="2697644" y="2801999"/>
              <a:ext cx="21574" cy="21904"/>
            </a:xfrm>
            <a:custGeom>
              <a:avLst/>
              <a:pathLst>
                <a:path w="21574" h="21904">
                  <a:moveTo>
                    <a:pt x="15169" y="0"/>
                  </a:moveTo>
                  <a:lnTo>
                    <a:pt x="19743" y="1553"/>
                  </a:lnTo>
                  <a:lnTo>
                    <a:pt x="19167" y="5080"/>
                  </a:lnTo>
                  <a:lnTo>
                    <a:pt x="15210" y="9210"/>
                  </a:lnTo>
                  <a:lnTo>
                    <a:pt x="17163" y="12061"/>
                  </a:lnTo>
                  <a:lnTo>
                    <a:pt x="19471" y="13172"/>
                  </a:lnTo>
                  <a:lnTo>
                    <a:pt x="21574" y="16009"/>
                  </a:lnTo>
                  <a:lnTo>
                    <a:pt x="17210" y="18706"/>
                  </a:lnTo>
                  <a:lnTo>
                    <a:pt x="14835" y="15803"/>
                  </a:lnTo>
                  <a:lnTo>
                    <a:pt x="10916" y="17673"/>
                  </a:lnTo>
                  <a:lnTo>
                    <a:pt x="11607" y="21126"/>
                  </a:lnTo>
                  <a:lnTo>
                    <a:pt x="10982" y="21904"/>
                  </a:lnTo>
                  <a:lnTo>
                    <a:pt x="6286" y="19776"/>
                  </a:lnTo>
                  <a:lnTo>
                    <a:pt x="3324" y="15454"/>
                  </a:lnTo>
                  <a:lnTo>
                    <a:pt x="656" y="5263"/>
                  </a:lnTo>
                  <a:lnTo>
                    <a:pt x="0" y="4717"/>
                  </a:lnTo>
                  <a:lnTo>
                    <a:pt x="5052" y="3948"/>
                  </a:lnTo>
                  <a:lnTo>
                    <a:pt x="9425" y="33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h2140"/>
            <p:cNvSpPr/>
            <p:nvPr/>
          </p:nvSpPr>
          <p:spPr>
            <a:xfrm>
              <a:off x="2675485" y="2802423"/>
              <a:ext cx="33141" cy="29325"/>
            </a:xfrm>
            <a:custGeom>
              <a:avLst/>
              <a:pathLst>
                <a:path w="33141" h="29325">
                  <a:moveTo>
                    <a:pt x="19715" y="5984"/>
                  </a:moveTo>
                  <a:lnTo>
                    <a:pt x="21795" y="6341"/>
                  </a:lnTo>
                  <a:lnTo>
                    <a:pt x="22815" y="4839"/>
                  </a:lnTo>
                  <a:lnTo>
                    <a:pt x="25483" y="15030"/>
                  </a:lnTo>
                  <a:lnTo>
                    <a:pt x="28445" y="19352"/>
                  </a:lnTo>
                  <a:lnTo>
                    <a:pt x="33141" y="21479"/>
                  </a:lnTo>
                  <a:lnTo>
                    <a:pt x="31777" y="22261"/>
                  </a:lnTo>
                  <a:lnTo>
                    <a:pt x="27933" y="21270"/>
                  </a:lnTo>
                  <a:lnTo>
                    <a:pt x="25144" y="21802"/>
                  </a:lnTo>
                  <a:lnTo>
                    <a:pt x="23722" y="24918"/>
                  </a:lnTo>
                  <a:lnTo>
                    <a:pt x="11665" y="29325"/>
                  </a:lnTo>
                  <a:lnTo>
                    <a:pt x="10276" y="28973"/>
                  </a:lnTo>
                  <a:lnTo>
                    <a:pt x="5581" y="27863"/>
                  </a:lnTo>
                  <a:lnTo>
                    <a:pt x="2113" y="25583"/>
                  </a:lnTo>
                  <a:lnTo>
                    <a:pt x="0" y="22989"/>
                  </a:lnTo>
                  <a:lnTo>
                    <a:pt x="943" y="18743"/>
                  </a:lnTo>
                  <a:lnTo>
                    <a:pt x="5459" y="18480"/>
                  </a:lnTo>
                  <a:lnTo>
                    <a:pt x="4664" y="12592"/>
                  </a:lnTo>
                  <a:lnTo>
                    <a:pt x="1569" y="6757"/>
                  </a:lnTo>
                  <a:lnTo>
                    <a:pt x="635" y="2404"/>
                  </a:lnTo>
                  <a:lnTo>
                    <a:pt x="7630" y="2030"/>
                  </a:lnTo>
                  <a:lnTo>
                    <a:pt x="10388" y="2863"/>
                  </a:lnTo>
                  <a:lnTo>
                    <a:pt x="14381" y="1560"/>
                  </a:lnTo>
                  <a:lnTo>
                    <a:pt x="1551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h2141"/>
            <p:cNvSpPr/>
            <p:nvPr/>
          </p:nvSpPr>
          <p:spPr>
            <a:xfrm>
              <a:off x="2467555" y="2714968"/>
              <a:ext cx="40032" cy="40744"/>
            </a:xfrm>
            <a:custGeom>
              <a:avLst/>
              <a:pathLst>
                <a:path w="40032" h="40744">
                  <a:moveTo>
                    <a:pt x="16314" y="5098"/>
                  </a:moveTo>
                  <a:lnTo>
                    <a:pt x="14374" y="7086"/>
                  </a:lnTo>
                  <a:lnTo>
                    <a:pt x="17981" y="12737"/>
                  </a:lnTo>
                  <a:lnTo>
                    <a:pt x="20871" y="14201"/>
                  </a:lnTo>
                  <a:lnTo>
                    <a:pt x="19752" y="11491"/>
                  </a:lnTo>
                  <a:lnTo>
                    <a:pt x="20925" y="10632"/>
                  </a:lnTo>
                  <a:lnTo>
                    <a:pt x="23971" y="10594"/>
                  </a:lnTo>
                  <a:lnTo>
                    <a:pt x="25454" y="11421"/>
                  </a:lnTo>
                  <a:lnTo>
                    <a:pt x="25388" y="12769"/>
                  </a:lnTo>
                  <a:lnTo>
                    <a:pt x="27267" y="13364"/>
                  </a:lnTo>
                  <a:lnTo>
                    <a:pt x="30321" y="12719"/>
                  </a:lnTo>
                  <a:lnTo>
                    <a:pt x="30980" y="14550"/>
                  </a:lnTo>
                  <a:lnTo>
                    <a:pt x="36012" y="17116"/>
                  </a:lnTo>
                  <a:lnTo>
                    <a:pt x="33205" y="21376"/>
                  </a:lnTo>
                  <a:lnTo>
                    <a:pt x="33762" y="25998"/>
                  </a:lnTo>
                  <a:lnTo>
                    <a:pt x="37104" y="28498"/>
                  </a:lnTo>
                  <a:lnTo>
                    <a:pt x="37938" y="28454"/>
                  </a:lnTo>
                  <a:lnTo>
                    <a:pt x="38383" y="26544"/>
                  </a:lnTo>
                  <a:lnTo>
                    <a:pt x="39786" y="28802"/>
                  </a:lnTo>
                  <a:lnTo>
                    <a:pt x="40032" y="29836"/>
                  </a:lnTo>
                  <a:lnTo>
                    <a:pt x="33677" y="36850"/>
                  </a:lnTo>
                  <a:lnTo>
                    <a:pt x="26508" y="37623"/>
                  </a:lnTo>
                  <a:lnTo>
                    <a:pt x="19205" y="34801"/>
                  </a:lnTo>
                  <a:lnTo>
                    <a:pt x="12732" y="37454"/>
                  </a:lnTo>
                  <a:lnTo>
                    <a:pt x="13666" y="40169"/>
                  </a:lnTo>
                  <a:lnTo>
                    <a:pt x="9158" y="40436"/>
                  </a:lnTo>
                  <a:lnTo>
                    <a:pt x="5098" y="39749"/>
                  </a:lnTo>
                  <a:lnTo>
                    <a:pt x="4495" y="40744"/>
                  </a:lnTo>
                  <a:lnTo>
                    <a:pt x="2839" y="38200"/>
                  </a:lnTo>
                  <a:lnTo>
                    <a:pt x="2828" y="34181"/>
                  </a:lnTo>
                  <a:lnTo>
                    <a:pt x="66" y="31118"/>
                  </a:lnTo>
                  <a:lnTo>
                    <a:pt x="0" y="25261"/>
                  </a:lnTo>
                  <a:lnTo>
                    <a:pt x="4361" y="25179"/>
                  </a:lnTo>
                  <a:lnTo>
                    <a:pt x="4508" y="22424"/>
                  </a:lnTo>
                  <a:lnTo>
                    <a:pt x="3308" y="19699"/>
                  </a:lnTo>
                  <a:lnTo>
                    <a:pt x="5766" y="20240"/>
                  </a:lnTo>
                  <a:lnTo>
                    <a:pt x="10187" y="18442"/>
                  </a:lnTo>
                  <a:lnTo>
                    <a:pt x="7158" y="11216"/>
                  </a:lnTo>
                  <a:lnTo>
                    <a:pt x="6412" y="6716"/>
                  </a:lnTo>
                  <a:lnTo>
                    <a:pt x="6752" y="5928"/>
                  </a:lnTo>
                  <a:lnTo>
                    <a:pt x="10260" y="6462"/>
                  </a:lnTo>
                  <a:lnTo>
                    <a:pt x="1403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h2142"/>
            <p:cNvSpPr/>
            <p:nvPr/>
          </p:nvSpPr>
          <p:spPr>
            <a:xfrm>
              <a:off x="2464036" y="2515028"/>
              <a:ext cx="20824" cy="15382"/>
            </a:xfrm>
            <a:custGeom>
              <a:avLst/>
              <a:pathLst>
                <a:path w="20824" h="15382">
                  <a:moveTo>
                    <a:pt x="16339" y="641"/>
                  </a:moveTo>
                  <a:lnTo>
                    <a:pt x="20515" y="1386"/>
                  </a:lnTo>
                  <a:lnTo>
                    <a:pt x="20824" y="5092"/>
                  </a:lnTo>
                  <a:lnTo>
                    <a:pt x="17350" y="7198"/>
                  </a:lnTo>
                  <a:lnTo>
                    <a:pt x="15557" y="12811"/>
                  </a:lnTo>
                  <a:lnTo>
                    <a:pt x="10008" y="12017"/>
                  </a:lnTo>
                  <a:lnTo>
                    <a:pt x="10644" y="15192"/>
                  </a:lnTo>
                  <a:lnTo>
                    <a:pt x="7054" y="14240"/>
                  </a:lnTo>
                  <a:lnTo>
                    <a:pt x="2438" y="15382"/>
                  </a:lnTo>
                  <a:lnTo>
                    <a:pt x="0" y="15152"/>
                  </a:lnTo>
                  <a:lnTo>
                    <a:pt x="3243" y="6672"/>
                  </a:lnTo>
                  <a:lnTo>
                    <a:pt x="3503" y="391"/>
                  </a:lnTo>
                  <a:lnTo>
                    <a:pt x="8338" y="616"/>
                  </a:lnTo>
                  <a:lnTo>
                    <a:pt x="8144" y="3183"/>
                  </a:lnTo>
                  <a:lnTo>
                    <a:pt x="12494" y="2553"/>
                  </a:lnTo>
                  <a:lnTo>
                    <a:pt x="1272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h2143"/>
            <p:cNvSpPr/>
            <p:nvPr/>
          </p:nvSpPr>
          <p:spPr>
            <a:xfrm>
              <a:off x="2391131" y="2534202"/>
              <a:ext cx="75698" cy="81420"/>
            </a:xfrm>
            <a:custGeom>
              <a:avLst/>
              <a:pathLst>
                <a:path w="75698" h="81420">
                  <a:moveTo>
                    <a:pt x="30964" y="0"/>
                  </a:moveTo>
                  <a:lnTo>
                    <a:pt x="38619" y="11634"/>
                  </a:lnTo>
                  <a:lnTo>
                    <a:pt x="33122" y="14088"/>
                  </a:lnTo>
                  <a:lnTo>
                    <a:pt x="33097" y="15272"/>
                  </a:lnTo>
                  <a:lnTo>
                    <a:pt x="40387" y="17691"/>
                  </a:lnTo>
                  <a:lnTo>
                    <a:pt x="40766" y="13654"/>
                  </a:lnTo>
                  <a:lnTo>
                    <a:pt x="44406" y="12865"/>
                  </a:lnTo>
                  <a:lnTo>
                    <a:pt x="46528" y="15762"/>
                  </a:lnTo>
                  <a:lnTo>
                    <a:pt x="44219" y="22944"/>
                  </a:lnTo>
                  <a:lnTo>
                    <a:pt x="46688" y="25954"/>
                  </a:lnTo>
                  <a:lnTo>
                    <a:pt x="59450" y="26288"/>
                  </a:lnTo>
                  <a:lnTo>
                    <a:pt x="63756" y="24395"/>
                  </a:lnTo>
                  <a:lnTo>
                    <a:pt x="64333" y="24009"/>
                  </a:lnTo>
                  <a:lnTo>
                    <a:pt x="65689" y="10292"/>
                  </a:lnTo>
                  <a:lnTo>
                    <a:pt x="70802" y="10722"/>
                  </a:lnTo>
                  <a:lnTo>
                    <a:pt x="67291" y="11668"/>
                  </a:lnTo>
                  <a:lnTo>
                    <a:pt x="69670" y="13885"/>
                  </a:lnTo>
                  <a:lnTo>
                    <a:pt x="66734" y="18078"/>
                  </a:lnTo>
                  <a:lnTo>
                    <a:pt x="67850" y="20034"/>
                  </a:lnTo>
                  <a:lnTo>
                    <a:pt x="69949" y="19910"/>
                  </a:lnTo>
                  <a:lnTo>
                    <a:pt x="72052" y="23948"/>
                  </a:lnTo>
                  <a:lnTo>
                    <a:pt x="69578" y="24590"/>
                  </a:lnTo>
                  <a:lnTo>
                    <a:pt x="65303" y="23833"/>
                  </a:lnTo>
                  <a:lnTo>
                    <a:pt x="64883" y="40802"/>
                  </a:lnTo>
                  <a:lnTo>
                    <a:pt x="66728" y="47236"/>
                  </a:lnTo>
                  <a:lnTo>
                    <a:pt x="64041" y="55689"/>
                  </a:lnTo>
                  <a:lnTo>
                    <a:pt x="69486" y="54528"/>
                  </a:lnTo>
                  <a:lnTo>
                    <a:pt x="70364" y="61322"/>
                  </a:lnTo>
                  <a:lnTo>
                    <a:pt x="73527" y="63269"/>
                  </a:lnTo>
                  <a:lnTo>
                    <a:pt x="73864" y="68793"/>
                  </a:lnTo>
                  <a:lnTo>
                    <a:pt x="75442" y="72080"/>
                  </a:lnTo>
                  <a:lnTo>
                    <a:pt x="75698" y="74329"/>
                  </a:lnTo>
                  <a:lnTo>
                    <a:pt x="73496" y="73953"/>
                  </a:lnTo>
                  <a:lnTo>
                    <a:pt x="68194" y="72525"/>
                  </a:lnTo>
                  <a:lnTo>
                    <a:pt x="68264" y="71291"/>
                  </a:lnTo>
                  <a:lnTo>
                    <a:pt x="60311" y="69303"/>
                  </a:lnTo>
                  <a:lnTo>
                    <a:pt x="60134" y="73257"/>
                  </a:lnTo>
                  <a:lnTo>
                    <a:pt x="62647" y="73217"/>
                  </a:lnTo>
                  <a:lnTo>
                    <a:pt x="62075" y="76857"/>
                  </a:lnTo>
                  <a:lnTo>
                    <a:pt x="55808" y="75718"/>
                  </a:lnTo>
                  <a:lnTo>
                    <a:pt x="56165" y="71976"/>
                  </a:lnTo>
                  <a:lnTo>
                    <a:pt x="47204" y="72562"/>
                  </a:lnTo>
                  <a:lnTo>
                    <a:pt x="42895" y="71598"/>
                  </a:lnTo>
                  <a:lnTo>
                    <a:pt x="36829" y="72409"/>
                  </a:lnTo>
                  <a:lnTo>
                    <a:pt x="31955" y="72124"/>
                  </a:lnTo>
                  <a:lnTo>
                    <a:pt x="20053" y="67478"/>
                  </a:lnTo>
                  <a:lnTo>
                    <a:pt x="14454" y="66141"/>
                  </a:lnTo>
                  <a:lnTo>
                    <a:pt x="13226" y="67040"/>
                  </a:lnTo>
                  <a:lnTo>
                    <a:pt x="13600" y="71940"/>
                  </a:lnTo>
                  <a:lnTo>
                    <a:pt x="5833" y="81420"/>
                  </a:lnTo>
                  <a:lnTo>
                    <a:pt x="1637" y="77090"/>
                  </a:lnTo>
                  <a:lnTo>
                    <a:pt x="4187" y="76316"/>
                  </a:lnTo>
                  <a:lnTo>
                    <a:pt x="8645" y="67620"/>
                  </a:lnTo>
                  <a:lnTo>
                    <a:pt x="3527" y="60856"/>
                  </a:lnTo>
                  <a:lnTo>
                    <a:pt x="0" y="52063"/>
                  </a:lnTo>
                  <a:lnTo>
                    <a:pt x="7036" y="51423"/>
                  </a:lnTo>
                  <a:lnTo>
                    <a:pt x="8241" y="49775"/>
                  </a:lnTo>
                  <a:lnTo>
                    <a:pt x="9704" y="40634"/>
                  </a:lnTo>
                  <a:lnTo>
                    <a:pt x="21765" y="48447"/>
                  </a:lnTo>
                  <a:lnTo>
                    <a:pt x="21658" y="45872"/>
                  </a:lnTo>
                  <a:lnTo>
                    <a:pt x="15519" y="41993"/>
                  </a:lnTo>
                  <a:lnTo>
                    <a:pt x="18154" y="37311"/>
                  </a:lnTo>
                  <a:lnTo>
                    <a:pt x="20671" y="35622"/>
                  </a:lnTo>
                  <a:lnTo>
                    <a:pt x="23873" y="30901"/>
                  </a:lnTo>
                  <a:lnTo>
                    <a:pt x="26397" y="28711"/>
                  </a:lnTo>
                  <a:lnTo>
                    <a:pt x="26031" y="17059"/>
                  </a:lnTo>
                  <a:lnTo>
                    <a:pt x="24633" y="5825"/>
                  </a:lnTo>
                  <a:lnTo>
                    <a:pt x="29465" y="5492"/>
                  </a:lnTo>
                  <a:lnTo>
                    <a:pt x="29170" y="371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h2144"/>
            <p:cNvSpPr/>
            <p:nvPr/>
          </p:nvSpPr>
          <p:spPr>
            <a:xfrm>
              <a:off x="2650602" y="2683064"/>
              <a:ext cx="62723" cy="87642"/>
            </a:xfrm>
            <a:custGeom>
              <a:avLst/>
              <a:pathLst>
                <a:path w="62723" h="87642">
                  <a:moveTo>
                    <a:pt x="31472" y="0"/>
                  </a:moveTo>
                  <a:lnTo>
                    <a:pt x="47170" y="2617"/>
                  </a:lnTo>
                  <a:lnTo>
                    <a:pt x="48012" y="5354"/>
                  </a:lnTo>
                  <a:lnTo>
                    <a:pt x="48831" y="5379"/>
                  </a:lnTo>
                  <a:lnTo>
                    <a:pt x="49578" y="10183"/>
                  </a:lnTo>
                  <a:lnTo>
                    <a:pt x="50147" y="10147"/>
                  </a:lnTo>
                  <a:lnTo>
                    <a:pt x="50881" y="12655"/>
                  </a:lnTo>
                  <a:lnTo>
                    <a:pt x="52074" y="27742"/>
                  </a:lnTo>
                  <a:lnTo>
                    <a:pt x="54771" y="47199"/>
                  </a:lnTo>
                  <a:lnTo>
                    <a:pt x="52183" y="69402"/>
                  </a:lnTo>
                  <a:lnTo>
                    <a:pt x="62384" y="72334"/>
                  </a:lnTo>
                  <a:lnTo>
                    <a:pt x="62723" y="73889"/>
                  </a:lnTo>
                  <a:lnTo>
                    <a:pt x="52055" y="86658"/>
                  </a:lnTo>
                  <a:lnTo>
                    <a:pt x="48844" y="87642"/>
                  </a:lnTo>
                  <a:lnTo>
                    <a:pt x="45319" y="87033"/>
                  </a:lnTo>
                  <a:lnTo>
                    <a:pt x="45306" y="85121"/>
                  </a:lnTo>
                  <a:lnTo>
                    <a:pt x="37618" y="80707"/>
                  </a:lnTo>
                  <a:lnTo>
                    <a:pt x="28470" y="81423"/>
                  </a:lnTo>
                  <a:lnTo>
                    <a:pt x="26787" y="80751"/>
                  </a:lnTo>
                  <a:lnTo>
                    <a:pt x="26179" y="79879"/>
                  </a:lnTo>
                  <a:lnTo>
                    <a:pt x="26245" y="74759"/>
                  </a:lnTo>
                  <a:lnTo>
                    <a:pt x="23152" y="74707"/>
                  </a:lnTo>
                  <a:lnTo>
                    <a:pt x="22262" y="71982"/>
                  </a:lnTo>
                  <a:lnTo>
                    <a:pt x="19944" y="59120"/>
                  </a:lnTo>
                  <a:lnTo>
                    <a:pt x="21371" y="53853"/>
                  </a:lnTo>
                  <a:lnTo>
                    <a:pt x="19807" y="53011"/>
                  </a:lnTo>
                  <a:lnTo>
                    <a:pt x="14676" y="54150"/>
                  </a:lnTo>
                  <a:lnTo>
                    <a:pt x="12324" y="56920"/>
                  </a:lnTo>
                  <a:lnTo>
                    <a:pt x="12947" y="60245"/>
                  </a:lnTo>
                  <a:lnTo>
                    <a:pt x="10366" y="61418"/>
                  </a:lnTo>
                  <a:lnTo>
                    <a:pt x="6830" y="61468"/>
                  </a:lnTo>
                  <a:lnTo>
                    <a:pt x="4938" y="58303"/>
                  </a:lnTo>
                  <a:lnTo>
                    <a:pt x="6567" y="55234"/>
                  </a:lnTo>
                  <a:lnTo>
                    <a:pt x="8318" y="54115"/>
                  </a:lnTo>
                  <a:lnTo>
                    <a:pt x="9061" y="51720"/>
                  </a:lnTo>
                  <a:lnTo>
                    <a:pt x="5248" y="35455"/>
                  </a:lnTo>
                  <a:lnTo>
                    <a:pt x="0" y="15543"/>
                  </a:lnTo>
                  <a:lnTo>
                    <a:pt x="340" y="12328"/>
                  </a:lnTo>
                  <a:lnTo>
                    <a:pt x="3493" y="11496"/>
                  </a:lnTo>
                  <a:lnTo>
                    <a:pt x="5413" y="17641"/>
                  </a:lnTo>
                  <a:lnTo>
                    <a:pt x="12028" y="16267"/>
                  </a:lnTo>
                  <a:lnTo>
                    <a:pt x="13790" y="9560"/>
                  </a:lnTo>
                  <a:lnTo>
                    <a:pt x="10555" y="762"/>
                  </a:lnTo>
                  <a:lnTo>
                    <a:pt x="24892" y="1252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h2145"/>
            <p:cNvSpPr/>
            <p:nvPr/>
          </p:nvSpPr>
          <p:spPr>
            <a:xfrm>
              <a:off x="2460254" y="2706451"/>
              <a:ext cx="21332" cy="15232"/>
            </a:xfrm>
            <a:custGeom>
              <a:avLst/>
              <a:pathLst>
                <a:path w="21332" h="15232">
                  <a:moveTo>
                    <a:pt x="18156" y="0"/>
                  </a:moveTo>
                  <a:lnTo>
                    <a:pt x="19637" y="574"/>
                  </a:lnTo>
                  <a:lnTo>
                    <a:pt x="21332" y="8516"/>
                  </a:lnTo>
                  <a:lnTo>
                    <a:pt x="17561" y="14978"/>
                  </a:lnTo>
                  <a:lnTo>
                    <a:pt x="14053" y="14445"/>
                  </a:lnTo>
                  <a:lnTo>
                    <a:pt x="13713" y="15232"/>
                  </a:lnTo>
                  <a:lnTo>
                    <a:pt x="8309" y="13330"/>
                  </a:lnTo>
                  <a:lnTo>
                    <a:pt x="4762" y="14568"/>
                  </a:lnTo>
                  <a:lnTo>
                    <a:pt x="1505" y="14790"/>
                  </a:lnTo>
                  <a:lnTo>
                    <a:pt x="388" y="14035"/>
                  </a:lnTo>
                  <a:lnTo>
                    <a:pt x="0" y="11994"/>
                  </a:lnTo>
                  <a:lnTo>
                    <a:pt x="5082" y="9962"/>
                  </a:lnTo>
                  <a:lnTo>
                    <a:pt x="12262" y="5026"/>
                  </a:lnTo>
                  <a:lnTo>
                    <a:pt x="14849" y="1557"/>
                  </a:lnTo>
                  <a:lnTo>
                    <a:pt x="12403" y="87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h2146"/>
            <p:cNvSpPr/>
            <p:nvPr/>
          </p:nvSpPr>
          <p:spPr>
            <a:xfrm>
              <a:off x="2490454" y="2771440"/>
              <a:ext cx="44626" cy="31399"/>
            </a:xfrm>
            <a:custGeom>
              <a:avLst/>
              <a:pathLst>
                <a:path w="44626" h="31399">
                  <a:moveTo>
                    <a:pt x="12931" y="0"/>
                  </a:moveTo>
                  <a:lnTo>
                    <a:pt x="20978" y="2493"/>
                  </a:lnTo>
                  <a:lnTo>
                    <a:pt x="24334" y="2731"/>
                  </a:lnTo>
                  <a:lnTo>
                    <a:pt x="31982" y="1024"/>
                  </a:lnTo>
                  <a:lnTo>
                    <a:pt x="37752" y="1631"/>
                  </a:lnTo>
                  <a:lnTo>
                    <a:pt x="40841" y="2780"/>
                  </a:lnTo>
                  <a:lnTo>
                    <a:pt x="44377" y="6750"/>
                  </a:lnTo>
                  <a:lnTo>
                    <a:pt x="44626" y="9477"/>
                  </a:lnTo>
                  <a:lnTo>
                    <a:pt x="29773" y="11203"/>
                  </a:lnTo>
                  <a:lnTo>
                    <a:pt x="24338" y="10756"/>
                  </a:lnTo>
                  <a:lnTo>
                    <a:pt x="21067" y="20231"/>
                  </a:lnTo>
                  <a:lnTo>
                    <a:pt x="20976" y="22707"/>
                  </a:lnTo>
                  <a:lnTo>
                    <a:pt x="22989" y="26788"/>
                  </a:lnTo>
                  <a:lnTo>
                    <a:pt x="22306" y="28227"/>
                  </a:lnTo>
                  <a:lnTo>
                    <a:pt x="13379" y="28714"/>
                  </a:lnTo>
                  <a:lnTo>
                    <a:pt x="7219" y="31399"/>
                  </a:lnTo>
                  <a:lnTo>
                    <a:pt x="5005" y="29426"/>
                  </a:lnTo>
                  <a:lnTo>
                    <a:pt x="5788" y="19056"/>
                  </a:lnTo>
                  <a:lnTo>
                    <a:pt x="5391" y="15194"/>
                  </a:lnTo>
                  <a:lnTo>
                    <a:pt x="1373" y="9747"/>
                  </a:lnTo>
                  <a:lnTo>
                    <a:pt x="0" y="1561"/>
                  </a:lnTo>
                  <a:lnTo>
                    <a:pt x="5652" y="2014"/>
                  </a:lnTo>
                  <a:lnTo>
                    <a:pt x="5093" y="5283"/>
                  </a:lnTo>
                  <a:lnTo>
                    <a:pt x="6895" y="587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h2147"/>
            <p:cNvSpPr/>
            <p:nvPr/>
          </p:nvSpPr>
          <p:spPr>
            <a:xfrm>
              <a:off x="2723603" y="2775735"/>
              <a:ext cx="17349" cy="23040"/>
            </a:xfrm>
            <a:custGeom>
              <a:avLst/>
              <a:pathLst>
                <a:path w="17349" h="23040">
                  <a:moveTo>
                    <a:pt x="11447" y="3874"/>
                  </a:moveTo>
                  <a:lnTo>
                    <a:pt x="12735" y="4375"/>
                  </a:lnTo>
                  <a:lnTo>
                    <a:pt x="14477" y="3557"/>
                  </a:lnTo>
                  <a:lnTo>
                    <a:pt x="15682" y="4068"/>
                  </a:lnTo>
                  <a:lnTo>
                    <a:pt x="14368" y="5954"/>
                  </a:lnTo>
                  <a:lnTo>
                    <a:pt x="14672" y="12579"/>
                  </a:lnTo>
                  <a:lnTo>
                    <a:pt x="17349" y="19334"/>
                  </a:lnTo>
                  <a:lnTo>
                    <a:pt x="16986" y="20259"/>
                  </a:lnTo>
                  <a:lnTo>
                    <a:pt x="11168" y="20870"/>
                  </a:lnTo>
                  <a:lnTo>
                    <a:pt x="9125" y="21873"/>
                  </a:lnTo>
                  <a:lnTo>
                    <a:pt x="8693" y="23040"/>
                  </a:lnTo>
                  <a:lnTo>
                    <a:pt x="1915" y="10317"/>
                  </a:lnTo>
                  <a:lnTo>
                    <a:pt x="0" y="9658"/>
                  </a:lnTo>
                  <a:lnTo>
                    <a:pt x="796" y="8056"/>
                  </a:lnTo>
                  <a:lnTo>
                    <a:pt x="4274" y="4774"/>
                  </a:lnTo>
                  <a:lnTo>
                    <a:pt x="7384" y="3525"/>
                  </a:lnTo>
                  <a:lnTo>
                    <a:pt x="865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h2148"/>
            <p:cNvSpPr/>
            <p:nvPr/>
          </p:nvSpPr>
          <p:spPr>
            <a:xfrm>
              <a:off x="2689174" y="2772801"/>
              <a:ext cx="16625" cy="22970"/>
            </a:xfrm>
            <a:custGeom>
              <a:avLst/>
              <a:pathLst>
                <a:path w="16625" h="22970">
                  <a:moveTo>
                    <a:pt x="4363" y="0"/>
                  </a:moveTo>
                  <a:lnTo>
                    <a:pt x="8094" y="3379"/>
                  </a:lnTo>
                  <a:lnTo>
                    <a:pt x="10980" y="10322"/>
                  </a:lnTo>
                  <a:lnTo>
                    <a:pt x="12324" y="11402"/>
                  </a:lnTo>
                  <a:lnTo>
                    <a:pt x="11889" y="14357"/>
                  </a:lnTo>
                  <a:lnTo>
                    <a:pt x="14755" y="18499"/>
                  </a:lnTo>
                  <a:lnTo>
                    <a:pt x="16625" y="18739"/>
                  </a:lnTo>
                  <a:lnTo>
                    <a:pt x="15659" y="21516"/>
                  </a:lnTo>
                  <a:lnTo>
                    <a:pt x="9587" y="22970"/>
                  </a:lnTo>
                  <a:lnTo>
                    <a:pt x="6908" y="19590"/>
                  </a:lnTo>
                  <a:lnTo>
                    <a:pt x="3893" y="19650"/>
                  </a:lnTo>
                  <a:lnTo>
                    <a:pt x="2376" y="20700"/>
                  </a:lnTo>
                  <a:lnTo>
                    <a:pt x="1595" y="20672"/>
                  </a:lnTo>
                  <a:lnTo>
                    <a:pt x="3613" y="14612"/>
                  </a:lnTo>
                  <a:lnTo>
                    <a:pt x="2385" y="11385"/>
                  </a:lnTo>
                  <a:lnTo>
                    <a:pt x="41" y="8571"/>
                  </a:lnTo>
                  <a:lnTo>
                    <a:pt x="0" y="568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h2149"/>
            <p:cNvSpPr/>
            <p:nvPr/>
          </p:nvSpPr>
          <p:spPr>
            <a:xfrm>
              <a:off x="2507341" y="2723323"/>
              <a:ext cx="67344" cy="35555"/>
            </a:xfrm>
            <a:custGeom>
              <a:avLst/>
              <a:pathLst>
                <a:path w="67344" h="35555">
                  <a:moveTo>
                    <a:pt x="20213" y="2161"/>
                  </a:moveTo>
                  <a:lnTo>
                    <a:pt x="22364" y="3530"/>
                  </a:lnTo>
                  <a:lnTo>
                    <a:pt x="28788" y="3112"/>
                  </a:lnTo>
                  <a:lnTo>
                    <a:pt x="31725" y="1741"/>
                  </a:lnTo>
                  <a:lnTo>
                    <a:pt x="31778" y="7862"/>
                  </a:lnTo>
                  <a:lnTo>
                    <a:pt x="40430" y="11118"/>
                  </a:lnTo>
                  <a:lnTo>
                    <a:pt x="41654" y="7771"/>
                  </a:lnTo>
                  <a:lnTo>
                    <a:pt x="36850" y="5145"/>
                  </a:lnTo>
                  <a:lnTo>
                    <a:pt x="45976" y="1722"/>
                  </a:lnTo>
                  <a:lnTo>
                    <a:pt x="46618" y="1997"/>
                  </a:lnTo>
                  <a:lnTo>
                    <a:pt x="42938" y="9253"/>
                  </a:lnTo>
                  <a:lnTo>
                    <a:pt x="50262" y="12143"/>
                  </a:lnTo>
                  <a:lnTo>
                    <a:pt x="54579" y="5111"/>
                  </a:lnTo>
                  <a:lnTo>
                    <a:pt x="57361" y="6062"/>
                  </a:lnTo>
                  <a:lnTo>
                    <a:pt x="61657" y="11612"/>
                  </a:lnTo>
                  <a:lnTo>
                    <a:pt x="64159" y="8368"/>
                  </a:lnTo>
                  <a:lnTo>
                    <a:pt x="67344" y="11335"/>
                  </a:lnTo>
                  <a:lnTo>
                    <a:pt x="65527" y="15902"/>
                  </a:lnTo>
                  <a:lnTo>
                    <a:pt x="59278" y="26001"/>
                  </a:lnTo>
                  <a:lnTo>
                    <a:pt x="58059" y="30102"/>
                  </a:lnTo>
                  <a:lnTo>
                    <a:pt x="52880" y="29300"/>
                  </a:lnTo>
                  <a:lnTo>
                    <a:pt x="49750" y="26574"/>
                  </a:lnTo>
                  <a:lnTo>
                    <a:pt x="50270" y="20513"/>
                  </a:lnTo>
                  <a:lnTo>
                    <a:pt x="44833" y="16694"/>
                  </a:lnTo>
                  <a:lnTo>
                    <a:pt x="39652" y="11639"/>
                  </a:lnTo>
                  <a:lnTo>
                    <a:pt x="37153" y="11558"/>
                  </a:lnTo>
                  <a:lnTo>
                    <a:pt x="36563" y="13051"/>
                  </a:lnTo>
                  <a:lnTo>
                    <a:pt x="31187" y="13750"/>
                  </a:lnTo>
                  <a:lnTo>
                    <a:pt x="25733" y="11983"/>
                  </a:lnTo>
                  <a:lnTo>
                    <a:pt x="19735" y="11449"/>
                  </a:lnTo>
                  <a:lnTo>
                    <a:pt x="18582" y="10264"/>
                  </a:lnTo>
                  <a:lnTo>
                    <a:pt x="18976" y="8575"/>
                  </a:lnTo>
                  <a:lnTo>
                    <a:pt x="17666" y="8669"/>
                  </a:lnTo>
                  <a:lnTo>
                    <a:pt x="11721" y="14826"/>
                  </a:lnTo>
                  <a:lnTo>
                    <a:pt x="15098" y="15681"/>
                  </a:lnTo>
                  <a:lnTo>
                    <a:pt x="13465" y="27745"/>
                  </a:lnTo>
                  <a:lnTo>
                    <a:pt x="19077" y="33822"/>
                  </a:lnTo>
                  <a:lnTo>
                    <a:pt x="20585" y="34028"/>
                  </a:lnTo>
                  <a:lnTo>
                    <a:pt x="18769" y="35555"/>
                  </a:lnTo>
                  <a:lnTo>
                    <a:pt x="15626" y="33808"/>
                  </a:lnTo>
                  <a:lnTo>
                    <a:pt x="12772" y="29831"/>
                  </a:lnTo>
                  <a:lnTo>
                    <a:pt x="11935" y="25162"/>
                  </a:lnTo>
                  <a:lnTo>
                    <a:pt x="9748" y="22253"/>
                  </a:lnTo>
                  <a:lnTo>
                    <a:pt x="4066" y="22603"/>
                  </a:lnTo>
                  <a:lnTo>
                    <a:pt x="245" y="21482"/>
                  </a:lnTo>
                  <a:lnTo>
                    <a:pt x="0" y="20447"/>
                  </a:lnTo>
                  <a:lnTo>
                    <a:pt x="1203" y="16913"/>
                  </a:lnTo>
                  <a:lnTo>
                    <a:pt x="4986" y="12373"/>
                  </a:lnTo>
                  <a:lnTo>
                    <a:pt x="9349" y="9856"/>
                  </a:lnTo>
                  <a:lnTo>
                    <a:pt x="10140" y="7749"/>
                  </a:lnTo>
                  <a:lnTo>
                    <a:pt x="12292" y="5469"/>
                  </a:lnTo>
                  <a:lnTo>
                    <a:pt x="15123" y="4080"/>
                  </a:lnTo>
                  <a:lnTo>
                    <a:pt x="15991" y="4792"/>
                  </a:lnTo>
                  <a:lnTo>
                    <a:pt x="17808" y="3739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h2150"/>
            <p:cNvSpPr/>
            <p:nvPr/>
          </p:nvSpPr>
          <p:spPr>
            <a:xfrm>
              <a:off x="2557000" y="2640909"/>
              <a:ext cx="94303" cy="83495"/>
            </a:xfrm>
            <a:custGeom>
              <a:avLst/>
              <a:pathLst>
                <a:path w="94303" h="83495">
                  <a:moveTo>
                    <a:pt x="24349" y="104"/>
                  </a:moveTo>
                  <a:lnTo>
                    <a:pt x="29194" y="2561"/>
                  </a:lnTo>
                  <a:lnTo>
                    <a:pt x="28676" y="9395"/>
                  </a:lnTo>
                  <a:lnTo>
                    <a:pt x="32830" y="11646"/>
                  </a:lnTo>
                  <a:lnTo>
                    <a:pt x="43763" y="11628"/>
                  </a:lnTo>
                  <a:lnTo>
                    <a:pt x="48767" y="8730"/>
                  </a:lnTo>
                  <a:lnTo>
                    <a:pt x="63668" y="13709"/>
                  </a:lnTo>
                  <a:lnTo>
                    <a:pt x="66885" y="17381"/>
                  </a:lnTo>
                  <a:lnTo>
                    <a:pt x="69438" y="17036"/>
                  </a:lnTo>
                  <a:lnTo>
                    <a:pt x="69433" y="20019"/>
                  </a:lnTo>
                  <a:lnTo>
                    <a:pt x="74869" y="31986"/>
                  </a:lnTo>
                  <a:lnTo>
                    <a:pt x="76809" y="34067"/>
                  </a:lnTo>
                  <a:lnTo>
                    <a:pt x="77957" y="33526"/>
                  </a:lnTo>
                  <a:lnTo>
                    <a:pt x="83135" y="43616"/>
                  </a:lnTo>
                  <a:lnTo>
                    <a:pt x="86581" y="41812"/>
                  </a:lnTo>
                  <a:lnTo>
                    <a:pt x="90451" y="51469"/>
                  </a:lnTo>
                  <a:lnTo>
                    <a:pt x="87280" y="52305"/>
                  </a:lnTo>
                  <a:lnTo>
                    <a:pt x="88449" y="57930"/>
                  </a:lnTo>
                  <a:lnTo>
                    <a:pt x="89421" y="60624"/>
                  </a:lnTo>
                  <a:lnTo>
                    <a:pt x="90177" y="60496"/>
                  </a:lnTo>
                  <a:lnTo>
                    <a:pt x="94303" y="68246"/>
                  </a:lnTo>
                  <a:lnTo>
                    <a:pt x="87254" y="69137"/>
                  </a:lnTo>
                  <a:lnTo>
                    <a:pt x="83114" y="66750"/>
                  </a:lnTo>
                  <a:lnTo>
                    <a:pt x="73996" y="71869"/>
                  </a:lnTo>
                  <a:lnTo>
                    <a:pt x="69729" y="71809"/>
                  </a:lnTo>
                  <a:lnTo>
                    <a:pt x="67539" y="72145"/>
                  </a:lnTo>
                  <a:lnTo>
                    <a:pt x="62368" y="70712"/>
                  </a:lnTo>
                  <a:lnTo>
                    <a:pt x="51851" y="72890"/>
                  </a:lnTo>
                  <a:lnTo>
                    <a:pt x="49249" y="70271"/>
                  </a:lnTo>
                  <a:lnTo>
                    <a:pt x="45971" y="69930"/>
                  </a:lnTo>
                  <a:lnTo>
                    <a:pt x="41038" y="74538"/>
                  </a:lnTo>
                  <a:lnTo>
                    <a:pt x="45149" y="82530"/>
                  </a:lnTo>
                  <a:lnTo>
                    <a:pt x="43036" y="83495"/>
                  </a:lnTo>
                  <a:lnTo>
                    <a:pt x="40181" y="80640"/>
                  </a:lnTo>
                  <a:lnTo>
                    <a:pt x="35073" y="82720"/>
                  </a:lnTo>
                  <a:lnTo>
                    <a:pt x="33584" y="78850"/>
                  </a:lnTo>
                  <a:lnTo>
                    <a:pt x="30217" y="75582"/>
                  </a:lnTo>
                  <a:lnTo>
                    <a:pt x="31700" y="74595"/>
                  </a:lnTo>
                  <a:lnTo>
                    <a:pt x="25154" y="69325"/>
                  </a:lnTo>
                  <a:lnTo>
                    <a:pt x="27524" y="64359"/>
                  </a:lnTo>
                  <a:lnTo>
                    <a:pt x="25170" y="62448"/>
                  </a:lnTo>
                  <a:lnTo>
                    <a:pt x="18974" y="61314"/>
                  </a:lnTo>
                  <a:lnTo>
                    <a:pt x="18996" y="57069"/>
                  </a:lnTo>
                  <a:lnTo>
                    <a:pt x="13899" y="48709"/>
                  </a:lnTo>
                  <a:lnTo>
                    <a:pt x="11339" y="42131"/>
                  </a:lnTo>
                  <a:lnTo>
                    <a:pt x="14587" y="39530"/>
                  </a:lnTo>
                  <a:lnTo>
                    <a:pt x="7388" y="33744"/>
                  </a:lnTo>
                  <a:lnTo>
                    <a:pt x="10676" y="30588"/>
                  </a:lnTo>
                  <a:lnTo>
                    <a:pt x="10148" y="29492"/>
                  </a:lnTo>
                  <a:lnTo>
                    <a:pt x="6808" y="26821"/>
                  </a:lnTo>
                  <a:lnTo>
                    <a:pt x="0" y="23614"/>
                  </a:lnTo>
                  <a:lnTo>
                    <a:pt x="3741" y="18402"/>
                  </a:lnTo>
                  <a:lnTo>
                    <a:pt x="7396" y="3482"/>
                  </a:lnTo>
                  <a:lnTo>
                    <a:pt x="1529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h2151"/>
            <p:cNvSpPr/>
            <p:nvPr/>
          </p:nvSpPr>
          <p:spPr>
            <a:xfrm>
              <a:off x="2498151" y="2661922"/>
              <a:ext cx="73437" cy="43962"/>
            </a:xfrm>
            <a:custGeom>
              <a:avLst/>
              <a:pathLst>
                <a:path w="73437" h="43962">
                  <a:moveTo>
                    <a:pt x="33057" y="1891"/>
                  </a:moveTo>
                  <a:lnTo>
                    <a:pt x="35473" y="6744"/>
                  </a:lnTo>
                  <a:lnTo>
                    <a:pt x="38698" y="8185"/>
                  </a:lnTo>
                  <a:lnTo>
                    <a:pt x="40869" y="4883"/>
                  </a:lnTo>
                  <a:lnTo>
                    <a:pt x="45795" y="9073"/>
                  </a:lnTo>
                  <a:lnTo>
                    <a:pt x="50616" y="5247"/>
                  </a:lnTo>
                  <a:lnTo>
                    <a:pt x="54980" y="11962"/>
                  </a:lnTo>
                  <a:lnTo>
                    <a:pt x="57153" y="4962"/>
                  </a:lnTo>
                  <a:lnTo>
                    <a:pt x="58849" y="2601"/>
                  </a:lnTo>
                  <a:lnTo>
                    <a:pt x="65657" y="5809"/>
                  </a:lnTo>
                  <a:lnTo>
                    <a:pt x="68998" y="8479"/>
                  </a:lnTo>
                  <a:lnTo>
                    <a:pt x="69525" y="9575"/>
                  </a:lnTo>
                  <a:lnTo>
                    <a:pt x="66238" y="12732"/>
                  </a:lnTo>
                  <a:lnTo>
                    <a:pt x="73437" y="18517"/>
                  </a:lnTo>
                  <a:lnTo>
                    <a:pt x="70189" y="21119"/>
                  </a:lnTo>
                  <a:lnTo>
                    <a:pt x="65278" y="22502"/>
                  </a:lnTo>
                  <a:lnTo>
                    <a:pt x="62754" y="20814"/>
                  </a:lnTo>
                  <a:lnTo>
                    <a:pt x="59003" y="24161"/>
                  </a:lnTo>
                  <a:lnTo>
                    <a:pt x="49702" y="16832"/>
                  </a:lnTo>
                  <a:lnTo>
                    <a:pt x="50770" y="20344"/>
                  </a:lnTo>
                  <a:lnTo>
                    <a:pt x="51713" y="18903"/>
                  </a:lnTo>
                  <a:lnTo>
                    <a:pt x="50266" y="30538"/>
                  </a:lnTo>
                  <a:lnTo>
                    <a:pt x="42465" y="31355"/>
                  </a:lnTo>
                  <a:lnTo>
                    <a:pt x="43888" y="29465"/>
                  </a:lnTo>
                  <a:lnTo>
                    <a:pt x="37096" y="24780"/>
                  </a:lnTo>
                  <a:lnTo>
                    <a:pt x="32257" y="26322"/>
                  </a:lnTo>
                  <a:lnTo>
                    <a:pt x="29401" y="28647"/>
                  </a:lnTo>
                  <a:lnTo>
                    <a:pt x="30395" y="29803"/>
                  </a:lnTo>
                  <a:lnTo>
                    <a:pt x="28679" y="32307"/>
                  </a:lnTo>
                  <a:lnTo>
                    <a:pt x="30785" y="39183"/>
                  </a:lnTo>
                  <a:lnTo>
                    <a:pt x="27444" y="37247"/>
                  </a:lnTo>
                  <a:lnTo>
                    <a:pt x="23533" y="42158"/>
                  </a:lnTo>
                  <a:lnTo>
                    <a:pt x="20682" y="43962"/>
                  </a:lnTo>
                  <a:lnTo>
                    <a:pt x="13056" y="39300"/>
                  </a:lnTo>
                  <a:lnTo>
                    <a:pt x="11617" y="35871"/>
                  </a:lnTo>
                  <a:lnTo>
                    <a:pt x="10044" y="30349"/>
                  </a:lnTo>
                  <a:lnTo>
                    <a:pt x="14850" y="26992"/>
                  </a:lnTo>
                  <a:lnTo>
                    <a:pt x="15239" y="23481"/>
                  </a:lnTo>
                  <a:lnTo>
                    <a:pt x="12026" y="18102"/>
                  </a:lnTo>
                  <a:lnTo>
                    <a:pt x="7889" y="7882"/>
                  </a:lnTo>
                  <a:lnTo>
                    <a:pt x="0" y="5630"/>
                  </a:lnTo>
                  <a:lnTo>
                    <a:pt x="159" y="4700"/>
                  </a:lnTo>
                  <a:lnTo>
                    <a:pt x="3328" y="5262"/>
                  </a:lnTo>
                  <a:lnTo>
                    <a:pt x="3673" y="4201"/>
                  </a:lnTo>
                  <a:lnTo>
                    <a:pt x="12552" y="6526"/>
                  </a:lnTo>
                  <a:lnTo>
                    <a:pt x="18501" y="12431"/>
                  </a:lnTo>
                  <a:lnTo>
                    <a:pt x="21386" y="9236"/>
                  </a:lnTo>
                  <a:lnTo>
                    <a:pt x="23813" y="8871"/>
                  </a:lnTo>
                  <a:lnTo>
                    <a:pt x="25849" y="9372"/>
                  </a:lnTo>
                  <a:lnTo>
                    <a:pt x="29775" y="12747"/>
                  </a:lnTo>
                  <a:lnTo>
                    <a:pt x="31225" y="10900"/>
                  </a:lnTo>
                  <a:lnTo>
                    <a:pt x="28029" y="2359"/>
                  </a:lnTo>
                  <a:lnTo>
                    <a:pt x="28432" y="266"/>
                  </a:lnTo>
                  <a:lnTo>
                    <a:pt x="3008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h2152"/>
            <p:cNvSpPr/>
            <p:nvPr/>
          </p:nvSpPr>
          <p:spPr>
            <a:xfrm>
              <a:off x="2464290" y="2454427"/>
              <a:ext cx="39037" cy="63783"/>
            </a:xfrm>
            <a:custGeom>
              <a:avLst/>
              <a:pathLst>
                <a:path w="39037" h="63783">
                  <a:moveTo>
                    <a:pt x="26474" y="1180"/>
                  </a:moveTo>
                  <a:lnTo>
                    <a:pt x="38123" y="5523"/>
                  </a:lnTo>
                  <a:lnTo>
                    <a:pt x="37822" y="8344"/>
                  </a:lnTo>
                  <a:lnTo>
                    <a:pt x="35525" y="8350"/>
                  </a:lnTo>
                  <a:lnTo>
                    <a:pt x="37383" y="14495"/>
                  </a:lnTo>
                  <a:lnTo>
                    <a:pt x="35336" y="20503"/>
                  </a:lnTo>
                  <a:lnTo>
                    <a:pt x="32935" y="34425"/>
                  </a:lnTo>
                  <a:lnTo>
                    <a:pt x="34820" y="34694"/>
                  </a:lnTo>
                  <a:lnTo>
                    <a:pt x="35692" y="38490"/>
                  </a:lnTo>
                  <a:lnTo>
                    <a:pt x="34495" y="44551"/>
                  </a:lnTo>
                  <a:lnTo>
                    <a:pt x="37482" y="44872"/>
                  </a:lnTo>
                  <a:lnTo>
                    <a:pt x="37139" y="47756"/>
                  </a:lnTo>
                  <a:lnTo>
                    <a:pt x="34160" y="46250"/>
                  </a:lnTo>
                  <a:lnTo>
                    <a:pt x="33585" y="49175"/>
                  </a:lnTo>
                  <a:lnTo>
                    <a:pt x="39037" y="50713"/>
                  </a:lnTo>
                  <a:lnTo>
                    <a:pt x="32900" y="52467"/>
                  </a:lnTo>
                  <a:lnTo>
                    <a:pt x="27034" y="52149"/>
                  </a:lnTo>
                  <a:lnTo>
                    <a:pt x="27869" y="55490"/>
                  </a:lnTo>
                  <a:lnTo>
                    <a:pt x="29352" y="55760"/>
                  </a:lnTo>
                  <a:lnTo>
                    <a:pt x="29535" y="56413"/>
                  </a:lnTo>
                  <a:lnTo>
                    <a:pt x="28641" y="58695"/>
                  </a:lnTo>
                  <a:lnTo>
                    <a:pt x="16436" y="57871"/>
                  </a:lnTo>
                  <a:lnTo>
                    <a:pt x="16085" y="61242"/>
                  </a:lnTo>
                  <a:lnTo>
                    <a:pt x="12472" y="60600"/>
                  </a:lnTo>
                  <a:lnTo>
                    <a:pt x="12239" y="63154"/>
                  </a:lnTo>
                  <a:lnTo>
                    <a:pt x="7890" y="63783"/>
                  </a:lnTo>
                  <a:lnTo>
                    <a:pt x="8084" y="61217"/>
                  </a:lnTo>
                  <a:lnTo>
                    <a:pt x="3249" y="60991"/>
                  </a:lnTo>
                  <a:lnTo>
                    <a:pt x="2717" y="54291"/>
                  </a:lnTo>
                  <a:lnTo>
                    <a:pt x="0" y="53848"/>
                  </a:lnTo>
                  <a:lnTo>
                    <a:pt x="219" y="52692"/>
                  </a:lnTo>
                  <a:lnTo>
                    <a:pt x="3820" y="33775"/>
                  </a:lnTo>
                  <a:lnTo>
                    <a:pt x="1669" y="27271"/>
                  </a:lnTo>
                  <a:lnTo>
                    <a:pt x="782" y="20008"/>
                  </a:lnTo>
                  <a:lnTo>
                    <a:pt x="5449" y="18484"/>
                  </a:lnTo>
                  <a:lnTo>
                    <a:pt x="9695" y="19288"/>
                  </a:lnTo>
                  <a:lnTo>
                    <a:pt x="11063" y="14575"/>
                  </a:lnTo>
                  <a:lnTo>
                    <a:pt x="16750" y="15282"/>
                  </a:lnTo>
                  <a:lnTo>
                    <a:pt x="18675" y="1438"/>
                  </a:lnTo>
                  <a:lnTo>
                    <a:pt x="2373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h2153"/>
            <p:cNvSpPr/>
            <p:nvPr/>
          </p:nvSpPr>
          <p:spPr>
            <a:xfrm>
              <a:off x="2450038" y="2680863"/>
              <a:ext cx="25732" cy="41006"/>
            </a:xfrm>
            <a:custGeom>
              <a:avLst/>
              <a:pathLst>
                <a:path w="25732" h="41006">
                  <a:moveTo>
                    <a:pt x="25406" y="1293"/>
                  </a:moveTo>
                  <a:lnTo>
                    <a:pt x="23452" y="5998"/>
                  </a:lnTo>
                  <a:lnTo>
                    <a:pt x="23775" y="11502"/>
                  </a:lnTo>
                  <a:lnTo>
                    <a:pt x="25732" y="11927"/>
                  </a:lnTo>
                  <a:lnTo>
                    <a:pt x="21149" y="13301"/>
                  </a:lnTo>
                  <a:lnTo>
                    <a:pt x="15098" y="21128"/>
                  </a:lnTo>
                  <a:lnTo>
                    <a:pt x="21970" y="25099"/>
                  </a:lnTo>
                  <a:lnTo>
                    <a:pt x="22619" y="26459"/>
                  </a:lnTo>
                  <a:lnTo>
                    <a:pt x="25065" y="27146"/>
                  </a:lnTo>
                  <a:lnTo>
                    <a:pt x="22478" y="30614"/>
                  </a:lnTo>
                  <a:lnTo>
                    <a:pt x="15298" y="35551"/>
                  </a:lnTo>
                  <a:lnTo>
                    <a:pt x="10215" y="37582"/>
                  </a:lnTo>
                  <a:lnTo>
                    <a:pt x="10604" y="39623"/>
                  </a:lnTo>
                  <a:lnTo>
                    <a:pt x="6308" y="41006"/>
                  </a:lnTo>
                  <a:lnTo>
                    <a:pt x="1515" y="39990"/>
                  </a:lnTo>
                  <a:lnTo>
                    <a:pt x="0" y="36897"/>
                  </a:lnTo>
                  <a:lnTo>
                    <a:pt x="2100" y="31942"/>
                  </a:lnTo>
                  <a:lnTo>
                    <a:pt x="7123" y="25199"/>
                  </a:lnTo>
                  <a:lnTo>
                    <a:pt x="12492" y="16173"/>
                  </a:lnTo>
                  <a:lnTo>
                    <a:pt x="9402" y="12054"/>
                  </a:lnTo>
                  <a:lnTo>
                    <a:pt x="14085" y="11296"/>
                  </a:lnTo>
                  <a:lnTo>
                    <a:pt x="19212" y="4937"/>
                  </a:lnTo>
                  <a:lnTo>
                    <a:pt x="18665" y="3421"/>
                  </a:lnTo>
                  <a:lnTo>
                    <a:pt x="25089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h2154"/>
            <p:cNvSpPr/>
            <p:nvPr/>
          </p:nvSpPr>
          <p:spPr>
            <a:xfrm>
              <a:off x="2693538" y="2756359"/>
              <a:ext cx="38714" cy="27844"/>
            </a:xfrm>
            <a:custGeom>
              <a:avLst/>
              <a:pathLst>
                <a:path w="38714" h="27844">
                  <a:moveTo>
                    <a:pt x="24123" y="2666"/>
                  </a:moveTo>
                  <a:lnTo>
                    <a:pt x="21673" y="6466"/>
                  </a:lnTo>
                  <a:lnTo>
                    <a:pt x="27661" y="11888"/>
                  </a:lnTo>
                  <a:lnTo>
                    <a:pt x="30843" y="12107"/>
                  </a:lnTo>
                  <a:lnTo>
                    <a:pt x="30957" y="15696"/>
                  </a:lnTo>
                  <a:lnTo>
                    <a:pt x="38714" y="19376"/>
                  </a:lnTo>
                  <a:lnTo>
                    <a:pt x="37449" y="22901"/>
                  </a:lnTo>
                  <a:lnTo>
                    <a:pt x="34338" y="24150"/>
                  </a:lnTo>
                  <a:lnTo>
                    <a:pt x="30861" y="27432"/>
                  </a:lnTo>
                  <a:lnTo>
                    <a:pt x="30217" y="24437"/>
                  </a:lnTo>
                  <a:lnTo>
                    <a:pt x="19579" y="24305"/>
                  </a:lnTo>
                  <a:lnTo>
                    <a:pt x="7960" y="27844"/>
                  </a:lnTo>
                  <a:lnTo>
                    <a:pt x="6616" y="26764"/>
                  </a:lnTo>
                  <a:lnTo>
                    <a:pt x="3730" y="19821"/>
                  </a:lnTo>
                  <a:lnTo>
                    <a:pt x="0" y="16442"/>
                  </a:lnTo>
                  <a:lnTo>
                    <a:pt x="2382" y="13738"/>
                  </a:lnTo>
                  <a:lnTo>
                    <a:pt x="5908" y="14347"/>
                  </a:lnTo>
                  <a:lnTo>
                    <a:pt x="9119" y="13363"/>
                  </a:lnTo>
                  <a:lnTo>
                    <a:pt x="19787" y="594"/>
                  </a:lnTo>
                  <a:lnTo>
                    <a:pt x="2153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h2155"/>
            <p:cNvSpPr/>
            <p:nvPr/>
          </p:nvSpPr>
          <p:spPr>
            <a:xfrm>
              <a:off x="2699434" y="2683284"/>
              <a:ext cx="53196" cy="85352"/>
            </a:xfrm>
            <a:custGeom>
              <a:avLst/>
              <a:pathLst>
                <a:path w="53196" h="85352">
                  <a:moveTo>
                    <a:pt x="30088" y="0"/>
                  </a:moveTo>
                  <a:lnTo>
                    <a:pt x="28894" y="4494"/>
                  </a:lnTo>
                  <a:lnTo>
                    <a:pt x="28602" y="5552"/>
                  </a:lnTo>
                  <a:lnTo>
                    <a:pt x="30804" y="7792"/>
                  </a:lnTo>
                  <a:lnTo>
                    <a:pt x="34324" y="7713"/>
                  </a:lnTo>
                  <a:lnTo>
                    <a:pt x="34375" y="10069"/>
                  </a:lnTo>
                  <a:lnTo>
                    <a:pt x="29669" y="10196"/>
                  </a:lnTo>
                  <a:lnTo>
                    <a:pt x="29875" y="20572"/>
                  </a:lnTo>
                  <a:lnTo>
                    <a:pt x="31409" y="24831"/>
                  </a:lnTo>
                  <a:lnTo>
                    <a:pt x="42574" y="28069"/>
                  </a:lnTo>
                  <a:lnTo>
                    <a:pt x="49733" y="28722"/>
                  </a:lnTo>
                  <a:lnTo>
                    <a:pt x="49796" y="31837"/>
                  </a:lnTo>
                  <a:lnTo>
                    <a:pt x="51269" y="32923"/>
                  </a:lnTo>
                  <a:lnTo>
                    <a:pt x="50479" y="36458"/>
                  </a:lnTo>
                  <a:lnTo>
                    <a:pt x="51441" y="41099"/>
                  </a:lnTo>
                  <a:lnTo>
                    <a:pt x="53196" y="44028"/>
                  </a:lnTo>
                  <a:lnTo>
                    <a:pt x="51689" y="46893"/>
                  </a:lnTo>
                  <a:lnTo>
                    <a:pt x="47619" y="47864"/>
                  </a:lnTo>
                  <a:lnTo>
                    <a:pt x="45095" y="52037"/>
                  </a:lnTo>
                  <a:lnTo>
                    <a:pt x="44699" y="57053"/>
                  </a:lnTo>
                  <a:lnTo>
                    <a:pt x="42664" y="58104"/>
                  </a:lnTo>
                  <a:lnTo>
                    <a:pt x="38778" y="61717"/>
                  </a:lnTo>
                  <a:lnTo>
                    <a:pt x="40312" y="63905"/>
                  </a:lnTo>
                  <a:lnTo>
                    <a:pt x="36882" y="66011"/>
                  </a:lnTo>
                  <a:lnTo>
                    <a:pt x="35801" y="64486"/>
                  </a:lnTo>
                  <a:lnTo>
                    <a:pt x="27327" y="72529"/>
                  </a:lnTo>
                  <a:lnTo>
                    <a:pt x="28408" y="76694"/>
                  </a:lnTo>
                  <a:lnTo>
                    <a:pt x="27398" y="85352"/>
                  </a:lnTo>
                  <a:lnTo>
                    <a:pt x="24948" y="85182"/>
                  </a:lnTo>
                  <a:lnTo>
                    <a:pt x="21766" y="84963"/>
                  </a:lnTo>
                  <a:lnTo>
                    <a:pt x="15778" y="79541"/>
                  </a:lnTo>
                  <a:lnTo>
                    <a:pt x="18228" y="75741"/>
                  </a:lnTo>
                  <a:lnTo>
                    <a:pt x="15641" y="73074"/>
                  </a:lnTo>
                  <a:lnTo>
                    <a:pt x="13891" y="73669"/>
                  </a:lnTo>
                  <a:lnTo>
                    <a:pt x="13553" y="72114"/>
                  </a:lnTo>
                  <a:lnTo>
                    <a:pt x="3351" y="69182"/>
                  </a:lnTo>
                  <a:lnTo>
                    <a:pt x="5940" y="46979"/>
                  </a:lnTo>
                  <a:lnTo>
                    <a:pt x="3242" y="27523"/>
                  </a:lnTo>
                  <a:lnTo>
                    <a:pt x="2049" y="12435"/>
                  </a:lnTo>
                  <a:lnTo>
                    <a:pt x="1315" y="9927"/>
                  </a:lnTo>
                  <a:lnTo>
                    <a:pt x="746" y="9963"/>
                  </a:lnTo>
                  <a:lnTo>
                    <a:pt x="0" y="5159"/>
                  </a:lnTo>
                  <a:lnTo>
                    <a:pt x="1070" y="5099"/>
                  </a:lnTo>
                  <a:lnTo>
                    <a:pt x="2465" y="5891"/>
                  </a:lnTo>
                  <a:lnTo>
                    <a:pt x="12742" y="6600"/>
                  </a:lnTo>
                  <a:lnTo>
                    <a:pt x="19702" y="5327"/>
                  </a:lnTo>
                  <a:lnTo>
                    <a:pt x="26453" y="49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h2156"/>
            <p:cNvSpPr/>
            <p:nvPr/>
          </p:nvSpPr>
          <p:spPr>
            <a:xfrm>
              <a:off x="2704834" y="2783378"/>
              <a:ext cx="27462" cy="23886"/>
            </a:xfrm>
            <a:custGeom>
              <a:avLst/>
              <a:pathLst>
                <a:path w="27462" h="23886">
                  <a:moveTo>
                    <a:pt x="14017" y="1634"/>
                  </a:moveTo>
                  <a:lnTo>
                    <a:pt x="18768" y="2014"/>
                  </a:lnTo>
                  <a:lnTo>
                    <a:pt x="20684" y="2674"/>
                  </a:lnTo>
                  <a:lnTo>
                    <a:pt x="27462" y="15397"/>
                  </a:lnTo>
                  <a:lnTo>
                    <a:pt x="25218" y="23696"/>
                  </a:lnTo>
                  <a:lnTo>
                    <a:pt x="22540" y="23886"/>
                  </a:lnTo>
                  <a:lnTo>
                    <a:pt x="15501" y="18005"/>
                  </a:lnTo>
                  <a:lnTo>
                    <a:pt x="13534" y="17794"/>
                  </a:lnTo>
                  <a:lnTo>
                    <a:pt x="12553" y="20173"/>
                  </a:lnTo>
                  <a:lnTo>
                    <a:pt x="7979" y="18620"/>
                  </a:lnTo>
                  <a:lnTo>
                    <a:pt x="8281" y="16737"/>
                  </a:lnTo>
                  <a:lnTo>
                    <a:pt x="7356" y="15553"/>
                  </a:lnTo>
                  <a:lnTo>
                    <a:pt x="5506" y="14077"/>
                  </a:lnTo>
                  <a:lnTo>
                    <a:pt x="2804" y="13612"/>
                  </a:lnTo>
                  <a:lnTo>
                    <a:pt x="0" y="10939"/>
                  </a:lnTo>
                  <a:lnTo>
                    <a:pt x="965" y="8162"/>
                  </a:lnTo>
                  <a:lnTo>
                    <a:pt x="2200" y="9636"/>
                  </a:lnTo>
                  <a:lnTo>
                    <a:pt x="4811" y="8799"/>
                  </a:lnTo>
                  <a:lnTo>
                    <a:pt x="5878" y="4457"/>
                  </a:lnTo>
                  <a:lnTo>
                    <a:pt x="8280" y="512"/>
                  </a:lnTo>
                  <a:lnTo>
                    <a:pt x="1099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h2157"/>
            <p:cNvSpPr/>
            <p:nvPr/>
          </p:nvSpPr>
          <p:spPr>
            <a:xfrm>
              <a:off x="2712855" y="2801173"/>
              <a:ext cx="20561" cy="25418"/>
            </a:xfrm>
            <a:custGeom>
              <a:avLst/>
              <a:pathLst>
                <a:path w="20561" h="25418">
                  <a:moveTo>
                    <a:pt x="7480" y="210"/>
                  </a:moveTo>
                  <a:lnTo>
                    <a:pt x="14520" y="6091"/>
                  </a:lnTo>
                  <a:lnTo>
                    <a:pt x="17198" y="5901"/>
                  </a:lnTo>
                  <a:lnTo>
                    <a:pt x="18402" y="5632"/>
                  </a:lnTo>
                  <a:lnTo>
                    <a:pt x="20561" y="7051"/>
                  </a:lnTo>
                  <a:lnTo>
                    <a:pt x="20426" y="9389"/>
                  </a:lnTo>
                  <a:lnTo>
                    <a:pt x="15652" y="19574"/>
                  </a:lnTo>
                  <a:lnTo>
                    <a:pt x="13974" y="21336"/>
                  </a:lnTo>
                  <a:lnTo>
                    <a:pt x="11557" y="21185"/>
                  </a:lnTo>
                  <a:lnTo>
                    <a:pt x="11031" y="22686"/>
                  </a:lnTo>
                  <a:lnTo>
                    <a:pt x="12027" y="25418"/>
                  </a:lnTo>
                  <a:lnTo>
                    <a:pt x="8301" y="23998"/>
                  </a:lnTo>
                  <a:lnTo>
                    <a:pt x="8471" y="18104"/>
                  </a:lnTo>
                  <a:lnTo>
                    <a:pt x="6363" y="16835"/>
                  </a:lnTo>
                  <a:lnTo>
                    <a:pt x="4260" y="13998"/>
                  </a:lnTo>
                  <a:lnTo>
                    <a:pt x="1952" y="12887"/>
                  </a:lnTo>
                  <a:lnTo>
                    <a:pt x="0" y="10036"/>
                  </a:lnTo>
                  <a:lnTo>
                    <a:pt x="3957" y="5905"/>
                  </a:lnTo>
                  <a:lnTo>
                    <a:pt x="4532" y="2378"/>
                  </a:lnTo>
                  <a:lnTo>
                    <a:pt x="551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h2158"/>
            <p:cNvSpPr/>
            <p:nvPr/>
          </p:nvSpPr>
          <p:spPr>
            <a:xfrm>
              <a:off x="2699529" y="2825171"/>
              <a:ext cx="39703" cy="21509"/>
            </a:xfrm>
            <a:custGeom>
              <a:avLst/>
              <a:pathLst>
                <a:path w="39703" h="21509">
                  <a:moveTo>
                    <a:pt x="32241" y="4754"/>
                  </a:moveTo>
                  <a:lnTo>
                    <a:pt x="33915" y="12455"/>
                  </a:lnTo>
                  <a:lnTo>
                    <a:pt x="39703" y="13513"/>
                  </a:lnTo>
                  <a:lnTo>
                    <a:pt x="37554" y="18123"/>
                  </a:lnTo>
                  <a:lnTo>
                    <a:pt x="35257" y="18221"/>
                  </a:lnTo>
                  <a:lnTo>
                    <a:pt x="32210" y="15954"/>
                  </a:lnTo>
                  <a:lnTo>
                    <a:pt x="30914" y="18136"/>
                  </a:lnTo>
                  <a:lnTo>
                    <a:pt x="31274" y="20323"/>
                  </a:lnTo>
                  <a:lnTo>
                    <a:pt x="29866" y="18042"/>
                  </a:lnTo>
                  <a:lnTo>
                    <a:pt x="27731" y="18217"/>
                  </a:lnTo>
                  <a:lnTo>
                    <a:pt x="21716" y="19632"/>
                  </a:lnTo>
                  <a:lnTo>
                    <a:pt x="16817" y="17273"/>
                  </a:lnTo>
                  <a:lnTo>
                    <a:pt x="18266" y="21044"/>
                  </a:lnTo>
                  <a:lnTo>
                    <a:pt x="14895" y="21509"/>
                  </a:lnTo>
                  <a:lnTo>
                    <a:pt x="5030" y="14987"/>
                  </a:lnTo>
                  <a:lnTo>
                    <a:pt x="0" y="3300"/>
                  </a:lnTo>
                  <a:lnTo>
                    <a:pt x="6473" y="3743"/>
                  </a:lnTo>
                  <a:lnTo>
                    <a:pt x="11304" y="5580"/>
                  </a:lnTo>
                  <a:lnTo>
                    <a:pt x="16873" y="4644"/>
                  </a:lnTo>
                  <a:lnTo>
                    <a:pt x="21304" y="2711"/>
                  </a:lnTo>
                  <a:lnTo>
                    <a:pt x="21627" y="0"/>
                  </a:lnTo>
                  <a:lnTo>
                    <a:pt x="25353" y="1419"/>
                  </a:lnTo>
                  <a:lnTo>
                    <a:pt x="26514" y="2296"/>
                  </a:lnTo>
                  <a:lnTo>
                    <a:pt x="30288" y="91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h2159"/>
            <p:cNvSpPr/>
            <p:nvPr/>
          </p:nvSpPr>
          <p:spPr>
            <a:xfrm>
              <a:off x="2626729" y="2707660"/>
              <a:ext cx="44580" cy="78819"/>
            </a:xfrm>
            <a:custGeom>
              <a:avLst/>
              <a:pathLst>
                <a:path w="44580" h="78819">
                  <a:moveTo>
                    <a:pt x="17525" y="2387"/>
                  </a:moveTo>
                  <a:lnTo>
                    <a:pt x="24574" y="1495"/>
                  </a:lnTo>
                  <a:lnTo>
                    <a:pt x="24066" y="6198"/>
                  </a:lnTo>
                  <a:lnTo>
                    <a:pt x="25229" y="11143"/>
                  </a:lnTo>
                  <a:lnTo>
                    <a:pt x="29120" y="10860"/>
                  </a:lnTo>
                  <a:lnTo>
                    <a:pt x="32933" y="27124"/>
                  </a:lnTo>
                  <a:lnTo>
                    <a:pt x="32191" y="29519"/>
                  </a:lnTo>
                  <a:lnTo>
                    <a:pt x="30439" y="30639"/>
                  </a:lnTo>
                  <a:lnTo>
                    <a:pt x="28810" y="33707"/>
                  </a:lnTo>
                  <a:lnTo>
                    <a:pt x="30702" y="36872"/>
                  </a:lnTo>
                  <a:lnTo>
                    <a:pt x="34238" y="36822"/>
                  </a:lnTo>
                  <a:lnTo>
                    <a:pt x="32788" y="39297"/>
                  </a:lnTo>
                  <a:lnTo>
                    <a:pt x="33805" y="49421"/>
                  </a:lnTo>
                  <a:lnTo>
                    <a:pt x="36832" y="54446"/>
                  </a:lnTo>
                  <a:lnTo>
                    <a:pt x="42278" y="55968"/>
                  </a:lnTo>
                  <a:lnTo>
                    <a:pt x="44580" y="64019"/>
                  </a:lnTo>
                  <a:lnTo>
                    <a:pt x="41881" y="64149"/>
                  </a:lnTo>
                  <a:lnTo>
                    <a:pt x="40005" y="68472"/>
                  </a:lnTo>
                  <a:lnTo>
                    <a:pt x="39763" y="71177"/>
                  </a:lnTo>
                  <a:lnTo>
                    <a:pt x="41711" y="73323"/>
                  </a:lnTo>
                  <a:lnTo>
                    <a:pt x="38249" y="75559"/>
                  </a:lnTo>
                  <a:lnTo>
                    <a:pt x="36209" y="78819"/>
                  </a:lnTo>
                  <a:lnTo>
                    <a:pt x="34262" y="77532"/>
                  </a:lnTo>
                  <a:lnTo>
                    <a:pt x="33744" y="75854"/>
                  </a:lnTo>
                  <a:lnTo>
                    <a:pt x="34921" y="74739"/>
                  </a:lnTo>
                  <a:lnTo>
                    <a:pt x="31712" y="69742"/>
                  </a:lnTo>
                  <a:lnTo>
                    <a:pt x="20523" y="66575"/>
                  </a:lnTo>
                  <a:lnTo>
                    <a:pt x="16881" y="69292"/>
                  </a:lnTo>
                  <a:lnTo>
                    <a:pt x="11571" y="69530"/>
                  </a:lnTo>
                  <a:lnTo>
                    <a:pt x="3014" y="65980"/>
                  </a:lnTo>
                  <a:lnTo>
                    <a:pt x="676" y="55077"/>
                  </a:lnTo>
                  <a:lnTo>
                    <a:pt x="6106" y="52908"/>
                  </a:lnTo>
                  <a:lnTo>
                    <a:pt x="10988" y="53523"/>
                  </a:lnTo>
                  <a:lnTo>
                    <a:pt x="13413" y="51604"/>
                  </a:lnTo>
                  <a:lnTo>
                    <a:pt x="11626" y="46370"/>
                  </a:lnTo>
                  <a:lnTo>
                    <a:pt x="14375" y="45817"/>
                  </a:lnTo>
                  <a:lnTo>
                    <a:pt x="14940" y="44873"/>
                  </a:lnTo>
                  <a:lnTo>
                    <a:pt x="14132" y="42406"/>
                  </a:lnTo>
                  <a:lnTo>
                    <a:pt x="8754" y="38358"/>
                  </a:lnTo>
                  <a:lnTo>
                    <a:pt x="9073" y="37656"/>
                  </a:lnTo>
                  <a:lnTo>
                    <a:pt x="10483" y="37023"/>
                  </a:lnTo>
                  <a:lnTo>
                    <a:pt x="13362" y="37944"/>
                  </a:lnTo>
                  <a:lnTo>
                    <a:pt x="12651" y="34234"/>
                  </a:lnTo>
                  <a:lnTo>
                    <a:pt x="10271" y="29332"/>
                  </a:lnTo>
                  <a:lnTo>
                    <a:pt x="7049" y="27201"/>
                  </a:lnTo>
                  <a:lnTo>
                    <a:pt x="3317" y="25916"/>
                  </a:lnTo>
                  <a:lnTo>
                    <a:pt x="3617" y="14026"/>
                  </a:lnTo>
                  <a:lnTo>
                    <a:pt x="0" y="5059"/>
                  </a:lnTo>
                  <a:lnTo>
                    <a:pt x="4267" y="5119"/>
                  </a:lnTo>
                  <a:lnTo>
                    <a:pt x="1338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h2160"/>
            <p:cNvSpPr/>
            <p:nvPr/>
          </p:nvSpPr>
          <p:spPr>
            <a:xfrm>
              <a:off x="2403641" y="2489588"/>
              <a:ext cx="63898" cy="70903"/>
            </a:xfrm>
            <a:custGeom>
              <a:avLst/>
              <a:pathLst>
                <a:path w="63898" h="70903">
                  <a:moveTo>
                    <a:pt x="18715" y="9975"/>
                  </a:moveTo>
                  <a:lnTo>
                    <a:pt x="24151" y="16368"/>
                  </a:lnTo>
                  <a:lnTo>
                    <a:pt x="42805" y="13665"/>
                  </a:lnTo>
                  <a:lnTo>
                    <a:pt x="45665" y="11833"/>
                  </a:lnTo>
                  <a:lnTo>
                    <a:pt x="52860" y="13087"/>
                  </a:lnTo>
                  <a:lnTo>
                    <a:pt x="52786" y="16256"/>
                  </a:lnTo>
                  <a:lnTo>
                    <a:pt x="58971" y="15886"/>
                  </a:lnTo>
                  <a:lnTo>
                    <a:pt x="60125" y="16159"/>
                  </a:lnTo>
                  <a:lnTo>
                    <a:pt x="60868" y="17532"/>
                  </a:lnTo>
                  <a:lnTo>
                    <a:pt x="60649" y="18688"/>
                  </a:lnTo>
                  <a:lnTo>
                    <a:pt x="63366" y="19131"/>
                  </a:lnTo>
                  <a:lnTo>
                    <a:pt x="63898" y="25831"/>
                  </a:lnTo>
                  <a:lnTo>
                    <a:pt x="63638" y="32112"/>
                  </a:lnTo>
                  <a:lnTo>
                    <a:pt x="60394" y="40593"/>
                  </a:lnTo>
                  <a:lnTo>
                    <a:pt x="62833" y="40823"/>
                  </a:lnTo>
                  <a:lnTo>
                    <a:pt x="63306" y="53802"/>
                  </a:lnTo>
                  <a:lnTo>
                    <a:pt x="58292" y="55337"/>
                  </a:lnTo>
                  <a:lnTo>
                    <a:pt x="53179" y="54907"/>
                  </a:lnTo>
                  <a:lnTo>
                    <a:pt x="51823" y="68624"/>
                  </a:lnTo>
                  <a:lnTo>
                    <a:pt x="51246" y="69010"/>
                  </a:lnTo>
                  <a:lnTo>
                    <a:pt x="46940" y="70903"/>
                  </a:lnTo>
                  <a:lnTo>
                    <a:pt x="34178" y="70569"/>
                  </a:lnTo>
                  <a:lnTo>
                    <a:pt x="31709" y="67559"/>
                  </a:lnTo>
                  <a:lnTo>
                    <a:pt x="34018" y="60377"/>
                  </a:lnTo>
                  <a:lnTo>
                    <a:pt x="31896" y="57480"/>
                  </a:lnTo>
                  <a:lnTo>
                    <a:pt x="28257" y="58269"/>
                  </a:lnTo>
                  <a:lnTo>
                    <a:pt x="27877" y="62306"/>
                  </a:lnTo>
                  <a:lnTo>
                    <a:pt x="20587" y="59886"/>
                  </a:lnTo>
                  <a:lnTo>
                    <a:pt x="20612" y="58703"/>
                  </a:lnTo>
                  <a:lnTo>
                    <a:pt x="26109" y="56249"/>
                  </a:lnTo>
                  <a:lnTo>
                    <a:pt x="18454" y="44614"/>
                  </a:lnTo>
                  <a:lnTo>
                    <a:pt x="16660" y="48329"/>
                  </a:lnTo>
                  <a:lnTo>
                    <a:pt x="16955" y="50107"/>
                  </a:lnTo>
                  <a:lnTo>
                    <a:pt x="12123" y="50440"/>
                  </a:lnTo>
                  <a:lnTo>
                    <a:pt x="11112" y="46644"/>
                  </a:lnTo>
                  <a:lnTo>
                    <a:pt x="8028" y="47896"/>
                  </a:lnTo>
                  <a:lnTo>
                    <a:pt x="8806" y="38876"/>
                  </a:lnTo>
                  <a:lnTo>
                    <a:pt x="2610" y="30325"/>
                  </a:lnTo>
                  <a:lnTo>
                    <a:pt x="0" y="15991"/>
                  </a:lnTo>
                  <a:lnTo>
                    <a:pt x="1771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h2161"/>
            <p:cNvSpPr/>
            <p:nvPr/>
          </p:nvSpPr>
          <p:spPr>
            <a:xfrm>
              <a:off x="2425838" y="2654111"/>
              <a:ext cx="49289" cy="91975"/>
            </a:xfrm>
            <a:custGeom>
              <a:avLst/>
              <a:pathLst>
                <a:path w="49289" h="91975">
                  <a:moveTo>
                    <a:pt x="32607" y="666"/>
                  </a:moveTo>
                  <a:lnTo>
                    <a:pt x="33359" y="3680"/>
                  </a:lnTo>
                  <a:lnTo>
                    <a:pt x="28121" y="11113"/>
                  </a:lnTo>
                  <a:lnTo>
                    <a:pt x="26529" y="11010"/>
                  </a:lnTo>
                  <a:lnTo>
                    <a:pt x="31221" y="16544"/>
                  </a:lnTo>
                  <a:lnTo>
                    <a:pt x="31769" y="18084"/>
                  </a:lnTo>
                  <a:lnTo>
                    <a:pt x="31050" y="18822"/>
                  </a:lnTo>
                  <a:lnTo>
                    <a:pt x="31780" y="20332"/>
                  </a:lnTo>
                  <a:lnTo>
                    <a:pt x="27830" y="21175"/>
                  </a:lnTo>
                  <a:lnTo>
                    <a:pt x="29916" y="27288"/>
                  </a:lnTo>
                  <a:lnTo>
                    <a:pt x="32782" y="27831"/>
                  </a:lnTo>
                  <a:lnTo>
                    <a:pt x="36218" y="25471"/>
                  </a:lnTo>
                  <a:lnTo>
                    <a:pt x="47102" y="23272"/>
                  </a:lnTo>
                  <a:lnTo>
                    <a:pt x="48085" y="25961"/>
                  </a:lnTo>
                  <a:lnTo>
                    <a:pt x="49289" y="26752"/>
                  </a:lnTo>
                  <a:lnTo>
                    <a:pt x="42865" y="30173"/>
                  </a:lnTo>
                  <a:lnTo>
                    <a:pt x="43412" y="31689"/>
                  </a:lnTo>
                  <a:lnTo>
                    <a:pt x="38285" y="38048"/>
                  </a:lnTo>
                  <a:lnTo>
                    <a:pt x="33602" y="38806"/>
                  </a:lnTo>
                  <a:lnTo>
                    <a:pt x="36693" y="42925"/>
                  </a:lnTo>
                  <a:lnTo>
                    <a:pt x="31324" y="51951"/>
                  </a:lnTo>
                  <a:lnTo>
                    <a:pt x="26300" y="58694"/>
                  </a:lnTo>
                  <a:lnTo>
                    <a:pt x="24200" y="63649"/>
                  </a:lnTo>
                  <a:lnTo>
                    <a:pt x="25715" y="66742"/>
                  </a:lnTo>
                  <a:lnTo>
                    <a:pt x="30508" y="67758"/>
                  </a:lnTo>
                  <a:lnTo>
                    <a:pt x="30415" y="69664"/>
                  </a:lnTo>
                  <a:lnTo>
                    <a:pt x="33707" y="72568"/>
                  </a:lnTo>
                  <a:lnTo>
                    <a:pt x="38436" y="81627"/>
                  </a:lnTo>
                  <a:lnTo>
                    <a:pt x="40322" y="81205"/>
                  </a:lnTo>
                  <a:lnTo>
                    <a:pt x="40275" y="80326"/>
                  </a:lnTo>
                  <a:lnTo>
                    <a:pt x="42660" y="78439"/>
                  </a:lnTo>
                  <a:lnTo>
                    <a:pt x="45025" y="80556"/>
                  </a:lnTo>
                  <a:lnTo>
                    <a:pt x="46226" y="83281"/>
                  </a:lnTo>
                  <a:lnTo>
                    <a:pt x="46078" y="86036"/>
                  </a:lnTo>
                  <a:lnTo>
                    <a:pt x="41717" y="86118"/>
                  </a:lnTo>
                  <a:lnTo>
                    <a:pt x="41783" y="91975"/>
                  </a:lnTo>
                  <a:lnTo>
                    <a:pt x="37577" y="87024"/>
                  </a:lnTo>
                  <a:lnTo>
                    <a:pt x="25983" y="87318"/>
                  </a:lnTo>
                  <a:lnTo>
                    <a:pt x="19717" y="90167"/>
                  </a:lnTo>
                  <a:lnTo>
                    <a:pt x="15111" y="89829"/>
                  </a:lnTo>
                  <a:lnTo>
                    <a:pt x="13217" y="87980"/>
                  </a:lnTo>
                  <a:lnTo>
                    <a:pt x="8124" y="85292"/>
                  </a:lnTo>
                  <a:lnTo>
                    <a:pt x="993" y="83816"/>
                  </a:lnTo>
                  <a:lnTo>
                    <a:pt x="0" y="82938"/>
                  </a:lnTo>
                  <a:lnTo>
                    <a:pt x="2965" y="77133"/>
                  </a:lnTo>
                  <a:lnTo>
                    <a:pt x="4114" y="75328"/>
                  </a:lnTo>
                  <a:lnTo>
                    <a:pt x="4481" y="67555"/>
                  </a:lnTo>
                  <a:lnTo>
                    <a:pt x="10608" y="66177"/>
                  </a:lnTo>
                  <a:lnTo>
                    <a:pt x="15684" y="61707"/>
                  </a:lnTo>
                  <a:lnTo>
                    <a:pt x="21553" y="53599"/>
                  </a:lnTo>
                  <a:lnTo>
                    <a:pt x="21120" y="36894"/>
                  </a:lnTo>
                  <a:lnTo>
                    <a:pt x="18600" y="37252"/>
                  </a:lnTo>
                  <a:lnTo>
                    <a:pt x="19136" y="35515"/>
                  </a:lnTo>
                  <a:lnTo>
                    <a:pt x="17979" y="29899"/>
                  </a:lnTo>
                  <a:lnTo>
                    <a:pt x="14995" y="27407"/>
                  </a:lnTo>
                  <a:lnTo>
                    <a:pt x="12355" y="27167"/>
                  </a:lnTo>
                  <a:lnTo>
                    <a:pt x="8896" y="22182"/>
                  </a:lnTo>
                  <a:lnTo>
                    <a:pt x="2207" y="17896"/>
                  </a:lnTo>
                  <a:lnTo>
                    <a:pt x="3852" y="17286"/>
                  </a:lnTo>
                  <a:lnTo>
                    <a:pt x="2389" y="14976"/>
                  </a:lnTo>
                  <a:lnTo>
                    <a:pt x="15836" y="8211"/>
                  </a:lnTo>
                  <a:lnTo>
                    <a:pt x="14247" y="2408"/>
                  </a:lnTo>
                  <a:lnTo>
                    <a:pt x="20508" y="4597"/>
                  </a:lnTo>
                  <a:lnTo>
                    <a:pt x="26524" y="824"/>
                  </a:lnTo>
                  <a:lnTo>
                    <a:pt x="2822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h2162"/>
            <p:cNvSpPr/>
            <p:nvPr/>
          </p:nvSpPr>
          <p:spPr>
            <a:xfrm>
              <a:off x="2623848" y="2773641"/>
              <a:ext cx="39090" cy="40969"/>
            </a:xfrm>
            <a:custGeom>
              <a:avLst/>
              <a:pathLst>
                <a:path w="39090" h="40969">
                  <a:moveTo>
                    <a:pt x="34593" y="3761"/>
                  </a:moveTo>
                  <a:lnTo>
                    <a:pt x="37802" y="8758"/>
                  </a:lnTo>
                  <a:lnTo>
                    <a:pt x="36625" y="9873"/>
                  </a:lnTo>
                  <a:lnTo>
                    <a:pt x="37143" y="11551"/>
                  </a:lnTo>
                  <a:lnTo>
                    <a:pt x="39090" y="12838"/>
                  </a:lnTo>
                  <a:lnTo>
                    <a:pt x="36935" y="15216"/>
                  </a:lnTo>
                  <a:lnTo>
                    <a:pt x="33408" y="15683"/>
                  </a:lnTo>
                  <a:lnTo>
                    <a:pt x="33350" y="18691"/>
                  </a:lnTo>
                  <a:lnTo>
                    <a:pt x="34288" y="21246"/>
                  </a:lnTo>
                  <a:lnTo>
                    <a:pt x="30559" y="25563"/>
                  </a:lnTo>
                  <a:lnTo>
                    <a:pt x="27882" y="25317"/>
                  </a:lnTo>
                  <a:lnTo>
                    <a:pt x="25074" y="23117"/>
                  </a:lnTo>
                  <a:lnTo>
                    <a:pt x="21893" y="23756"/>
                  </a:lnTo>
                  <a:lnTo>
                    <a:pt x="21645" y="29980"/>
                  </a:lnTo>
                  <a:lnTo>
                    <a:pt x="18653" y="39408"/>
                  </a:lnTo>
                  <a:lnTo>
                    <a:pt x="17319" y="39405"/>
                  </a:lnTo>
                  <a:lnTo>
                    <a:pt x="14795" y="36738"/>
                  </a:lnTo>
                  <a:lnTo>
                    <a:pt x="10619" y="37247"/>
                  </a:lnTo>
                  <a:lnTo>
                    <a:pt x="10400" y="38626"/>
                  </a:lnTo>
                  <a:lnTo>
                    <a:pt x="8331" y="40564"/>
                  </a:lnTo>
                  <a:lnTo>
                    <a:pt x="6415" y="40969"/>
                  </a:lnTo>
                  <a:lnTo>
                    <a:pt x="590" y="39796"/>
                  </a:lnTo>
                  <a:lnTo>
                    <a:pt x="0" y="38729"/>
                  </a:lnTo>
                  <a:lnTo>
                    <a:pt x="805" y="37317"/>
                  </a:lnTo>
                  <a:lnTo>
                    <a:pt x="3403" y="31211"/>
                  </a:lnTo>
                  <a:lnTo>
                    <a:pt x="2668" y="29325"/>
                  </a:lnTo>
                  <a:lnTo>
                    <a:pt x="3032" y="27673"/>
                  </a:lnTo>
                  <a:lnTo>
                    <a:pt x="6620" y="29222"/>
                  </a:lnTo>
                  <a:lnTo>
                    <a:pt x="7159" y="25818"/>
                  </a:lnTo>
                  <a:lnTo>
                    <a:pt x="6121" y="19831"/>
                  </a:lnTo>
                  <a:lnTo>
                    <a:pt x="7625" y="11449"/>
                  </a:lnTo>
                  <a:lnTo>
                    <a:pt x="6713" y="6389"/>
                  </a:lnTo>
                  <a:lnTo>
                    <a:pt x="3978" y="1095"/>
                  </a:lnTo>
                  <a:lnTo>
                    <a:pt x="5895" y="0"/>
                  </a:lnTo>
                  <a:lnTo>
                    <a:pt x="14453" y="3550"/>
                  </a:lnTo>
                  <a:lnTo>
                    <a:pt x="19762" y="3311"/>
                  </a:lnTo>
                  <a:lnTo>
                    <a:pt x="23405" y="59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h2163"/>
            <p:cNvSpPr/>
            <p:nvPr/>
          </p:nvSpPr>
          <p:spPr>
            <a:xfrm>
              <a:off x="2495705" y="2697794"/>
              <a:ext cx="37000" cy="45976"/>
            </a:xfrm>
            <a:custGeom>
              <a:avLst/>
              <a:pathLst>
                <a:path w="37000" h="45976">
                  <a:moveTo>
                    <a:pt x="15502" y="3428"/>
                  </a:moveTo>
                  <a:lnTo>
                    <a:pt x="23128" y="8090"/>
                  </a:lnTo>
                  <a:lnTo>
                    <a:pt x="25979" y="6286"/>
                  </a:lnTo>
                  <a:lnTo>
                    <a:pt x="29890" y="1375"/>
                  </a:lnTo>
                  <a:lnTo>
                    <a:pt x="33231" y="3311"/>
                  </a:lnTo>
                  <a:lnTo>
                    <a:pt x="35155" y="4411"/>
                  </a:lnTo>
                  <a:lnTo>
                    <a:pt x="37000" y="10289"/>
                  </a:lnTo>
                  <a:lnTo>
                    <a:pt x="29362" y="15547"/>
                  </a:lnTo>
                  <a:lnTo>
                    <a:pt x="33370" y="22380"/>
                  </a:lnTo>
                  <a:lnTo>
                    <a:pt x="32008" y="25528"/>
                  </a:lnTo>
                  <a:lnTo>
                    <a:pt x="29445" y="29268"/>
                  </a:lnTo>
                  <a:lnTo>
                    <a:pt x="27627" y="30320"/>
                  </a:lnTo>
                  <a:lnTo>
                    <a:pt x="26759" y="29609"/>
                  </a:lnTo>
                  <a:lnTo>
                    <a:pt x="23929" y="30998"/>
                  </a:lnTo>
                  <a:lnTo>
                    <a:pt x="21776" y="33278"/>
                  </a:lnTo>
                  <a:lnTo>
                    <a:pt x="20986" y="35384"/>
                  </a:lnTo>
                  <a:lnTo>
                    <a:pt x="16623" y="37901"/>
                  </a:lnTo>
                  <a:lnTo>
                    <a:pt x="12840" y="42442"/>
                  </a:lnTo>
                  <a:lnTo>
                    <a:pt x="11636" y="45976"/>
                  </a:lnTo>
                  <a:lnTo>
                    <a:pt x="10233" y="43718"/>
                  </a:lnTo>
                  <a:lnTo>
                    <a:pt x="9789" y="45628"/>
                  </a:lnTo>
                  <a:lnTo>
                    <a:pt x="8955" y="45672"/>
                  </a:lnTo>
                  <a:lnTo>
                    <a:pt x="5612" y="43172"/>
                  </a:lnTo>
                  <a:lnTo>
                    <a:pt x="5056" y="38550"/>
                  </a:lnTo>
                  <a:lnTo>
                    <a:pt x="7863" y="34290"/>
                  </a:lnTo>
                  <a:lnTo>
                    <a:pt x="2830" y="31724"/>
                  </a:lnTo>
                  <a:lnTo>
                    <a:pt x="2171" y="29893"/>
                  </a:lnTo>
                  <a:lnTo>
                    <a:pt x="1946" y="25328"/>
                  </a:lnTo>
                  <a:lnTo>
                    <a:pt x="4082" y="23798"/>
                  </a:lnTo>
                  <a:lnTo>
                    <a:pt x="4684" y="22034"/>
                  </a:lnTo>
                  <a:lnTo>
                    <a:pt x="3248" y="14597"/>
                  </a:lnTo>
                  <a:lnTo>
                    <a:pt x="352" y="10594"/>
                  </a:lnTo>
                  <a:lnTo>
                    <a:pt x="0" y="8425"/>
                  </a:lnTo>
                  <a:lnTo>
                    <a:pt x="7701" y="2070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h2164"/>
            <p:cNvSpPr/>
            <p:nvPr/>
          </p:nvSpPr>
          <p:spPr>
            <a:xfrm>
              <a:off x="2723886" y="2795995"/>
              <a:ext cx="29154" cy="47300"/>
            </a:xfrm>
            <a:custGeom>
              <a:avLst/>
              <a:pathLst>
                <a:path w="29154" h="47300">
                  <a:moveTo>
                    <a:pt x="20726" y="2700"/>
                  </a:moveTo>
                  <a:lnTo>
                    <a:pt x="24017" y="3704"/>
                  </a:lnTo>
                  <a:lnTo>
                    <a:pt x="24785" y="4729"/>
                  </a:lnTo>
                  <a:lnTo>
                    <a:pt x="27386" y="10585"/>
                  </a:lnTo>
                  <a:lnTo>
                    <a:pt x="26628" y="13205"/>
                  </a:lnTo>
                  <a:lnTo>
                    <a:pt x="26985" y="17927"/>
                  </a:lnTo>
                  <a:lnTo>
                    <a:pt x="29154" y="19891"/>
                  </a:lnTo>
                  <a:lnTo>
                    <a:pt x="27810" y="22161"/>
                  </a:lnTo>
                  <a:lnTo>
                    <a:pt x="23844" y="20688"/>
                  </a:lnTo>
                  <a:lnTo>
                    <a:pt x="7595" y="26080"/>
                  </a:lnTo>
                  <a:lnTo>
                    <a:pt x="7311" y="26624"/>
                  </a:lnTo>
                  <a:lnTo>
                    <a:pt x="8979" y="28843"/>
                  </a:lnTo>
                  <a:lnTo>
                    <a:pt x="17224" y="31833"/>
                  </a:lnTo>
                  <a:lnTo>
                    <a:pt x="18239" y="33785"/>
                  </a:lnTo>
                  <a:lnTo>
                    <a:pt x="17044" y="44600"/>
                  </a:lnTo>
                  <a:lnTo>
                    <a:pt x="13196" y="47300"/>
                  </a:lnTo>
                  <a:lnTo>
                    <a:pt x="15346" y="42689"/>
                  </a:lnTo>
                  <a:lnTo>
                    <a:pt x="9557" y="41632"/>
                  </a:lnTo>
                  <a:lnTo>
                    <a:pt x="7883" y="33931"/>
                  </a:lnTo>
                  <a:lnTo>
                    <a:pt x="5931" y="30086"/>
                  </a:lnTo>
                  <a:lnTo>
                    <a:pt x="2157" y="31473"/>
                  </a:lnTo>
                  <a:lnTo>
                    <a:pt x="996" y="30596"/>
                  </a:lnTo>
                  <a:lnTo>
                    <a:pt x="0" y="27865"/>
                  </a:lnTo>
                  <a:lnTo>
                    <a:pt x="526" y="26363"/>
                  </a:lnTo>
                  <a:lnTo>
                    <a:pt x="2942" y="26514"/>
                  </a:lnTo>
                  <a:lnTo>
                    <a:pt x="4621" y="24752"/>
                  </a:lnTo>
                  <a:lnTo>
                    <a:pt x="9394" y="14567"/>
                  </a:lnTo>
                  <a:lnTo>
                    <a:pt x="9529" y="12230"/>
                  </a:lnTo>
                  <a:lnTo>
                    <a:pt x="7370" y="10811"/>
                  </a:lnTo>
                  <a:lnTo>
                    <a:pt x="6166" y="11079"/>
                  </a:lnTo>
                  <a:lnTo>
                    <a:pt x="8410" y="2780"/>
                  </a:lnTo>
                  <a:lnTo>
                    <a:pt x="8842" y="1613"/>
                  </a:lnTo>
                  <a:lnTo>
                    <a:pt x="10885" y="610"/>
                  </a:lnTo>
                  <a:lnTo>
                    <a:pt x="1670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h2165"/>
            <p:cNvSpPr/>
            <p:nvPr/>
          </p:nvSpPr>
          <p:spPr>
            <a:xfrm>
              <a:off x="2701064" y="2780664"/>
              <a:ext cx="23335" cy="12350"/>
            </a:xfrm>
            <a:custGeom>
              <a:avLst/>
              <a:pathLst>
                <a:path w="23335" h="12350">
                  <a:moveTo>
                    <a:pt x="22691" y="132"/>
                  </a:moveTo>
                  <a:lnTo>
                    <a:pt x="23335" y="3127"/>
                  </a:lnTo>
                  <a:lnTo>
                    <a:pt x="22539" y="4728"/>
                  </a:lnTo>
                  <a:lnTo>
                    <a:pt x="17787" y="4348"/>
                  </a:lnTo>
                  <a:lnTo>
                    <a:pt x="14767" y="2713"/>
                  </a:lnTo>
                  <a:lnTo>
                    <a:pt x="12050" y="3226"/>
                  </a:lnTo>
                  <a:lnTo>
                    <a:pt x="9648" y="7171"/>
                  </a:lnTo>
                  <a:lnTo>
                    <a:pt x="8581" y="11513"/>
                  </a:lnTo>
                  <a:lnTo>
                    <a:pt x="5970" y="12350"/>
                  </a:lnTo>
                  <a:lnTo>
                    <a:pt x="4735" y="10876"/>
                  </a:lnTo>
                  <a:lnTo>
                    <a:pt x="2866" y="10635"/>
                  </a:lnTo>
                  <a:lnTo>
                    <a:pt x="0" y="6494"/>
                  </a:lnTo>
                  <a:lnTo>
                    <a:pt x="434" y="3539"/>
                  </a:lnTo>
                  <a:lnTo>
                    <a:pt x="1205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h2166"/>
            <p:cNvSpPr/>
            <p:nvPr/>
          </p:nvSpPr>
          <p:spPr>
            <a:xfrm>
              <a:off x="2591603" y="2722158"/>
              <a:ext cx="37460" cy="31976"/>
            </a:xfrm>
            <a:custGeom>
              <a:avLst/>
              <a:pathLst>
                <a:path w="37460" h="31976">
                  <a:moveTo>
                    <a:pt x="14656" y="1318"/>
                  </a:moveTo>
                  <a:lnTo>
                    <a:pt x="11461" y="3002"/>
                  </a:lnTo>
                  <a:lnTo>
                    <a:pt x="14518" y="8748"/>
                  </a:lnTo>
                  <a:lnTo>
                    <a:pt x="16969" y="7065"/>
                  </a:lnTo>
                  <a:lnTo>
                    <a:pt x="22735" y="10676"/>
                  </a:lnTo>
                  <a:lnTo>
                    <a:pt x="31651" y="14881"/>
                  </a:lnTo>
                  <a:lnTo>
                    <a:pt x="37460" y="23028"/>
                  </a:lnTo>
                  <a:lnTo>
                    <a:pt x="35382" y="24257"/>
                  </a:lnTo>
                  <a:lnTo>
                    <a:pt x="18171" y="23270"/>
                  </a:lnTo>
                  <a:lnTo>
                    <a:pt x="21193" y="29143"/>
                  </a:lnTo>
                  <a:lnTo>
                    <a:pt x="14503" y="30992"/>
                  </a:lnTo>
                  <a:lnTo>
                    <a:pt x="13984" y="29987"/>
                  </a:lnTo>
                  <a:lnTo>
                    <a:pt x="5881" y="28201"/>
                  </a:lnTo>
                  <a:lnTo>
                    <a:pt x="6421" y="31355"/>
                  </a:lnTo>
                  <a:lnTo>
                    <a:pt x="6522" y="31976"/>
                  </a:lnTo>
                  <a:lnTo>
                    <a:pt x="1818" y="29580"/>
                  </a:lnTo>
                  <a:lnTo>
                    <a:pt x="1418" y="25851"/>
                  </a:lnTo>
                  <a:lnTo>
                    <a:pt x="3880" y="22910"/>
                  </a:lnTo>
                  <a:lnTo>
                    <a:pt x="6482" y="22638"/>
                  </a:lnTo>
                  <a:lnTo>
                    <a:pt x="8495" y="21360"/>
                  </a:lnTo>
                  <a:lnTo>
                    <a:pt x="5776" y="15829"/>
                  </a:lnTo>
                  <a:lnTo>
                    <a:pt x="0" y="9778"/>
                  </a:lnTo>
                  <a:lnTo>
                    <a:pt x="4273" y="6110"/>
                  </a:lnTo>
                  <a:lnTo>
                    <a:pt x="9556" y="7156"/>
                  </a:lnTo>
                  <a:lnTo>
                    <a:pt x="9151" y="3312"/>
                  </a:lnTo>
                  <a:lnTo>
                    <a:pt x="1384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h2167"/>
            <p:cNvSpPr/>
            <p:nvPr/>
          </p:nvSpPr>
          <p:spPr>
            <a:xfrm>
              <a:off x="2519063" y="2686764"/>
              <a:ext cx="81036" cy="110666"/>
            </a:xfrm>
            <a:custGeom>
              <a:avLst/>
              <a:pathLst>
                <a:path w="81036" h="110666">
                  <a:moveTo>
                    <a:pt x="51837" y="2854"/>
                  </a:moveTo>
                  <a:lnTo>
                    <a:pt x="56934" y="11214"/>
                  </a:lnTo>
                  <a:lnTo>
                    <a:pt x="56912" y="15459"/>
                  </a:lnTo>
                  <a:lnTo>
                    <a:pt x="63107" y="16593"/>
                  </a:lnTo>
                  <a:lnTo>
                    <a:pt x="65461" y="18504"/>
                  </a:lnTo>
                  <a:lnTo>
                    <a:pt x="63092" y="23470"/>
                  </a:lnTo>
                  <a:lnTo>
                    <a:pt x="69637" y="28740"/>
                  </a:lnTo>
                  <a:lnTo>
                    <a:pt x="68154" y="29727"/>
                  </a:lnTo>
                  <a:lnTo>
                    <a:pt x="71522" y="32995"/>
                  </a:lnTo>
                  <a:lnTo>
                    <a:pt x="62563" y="33786"/>
                  </a:lnTo>
                  <a:lnTo>
                    <a:pt x="66072" y="37332"/>
                  </a:lnTo>
                  <a:lnTo>
                    <a:pt x="69536" y="42408"/>
                  </a:lnTo>
                  <a:lnTo>
                    <a:pt x="70516" y="44273"/>
                  </a:lnTo>
                  <a:lnTo>
                    <a:pt x="69575" y="44597"/>
                  </a:lnTo>
                  <a:lnTo>
                    <a:pt x="70343" y="45719"/>
                  </a:lnTo>
                  <a:lnTo>
                    <a:pt x="72540" y="45171"/>
                  </a:lnTo>
                  <a:lnTo>
                    <a:pt x="78317" y="51222"/>
                  </a:lnTo>
                  <a:lnTo>
                    <a:pt x="81036" y="56754"/>
                  </a:lnTo>
                  <a:lnTo>
                    <a:pt x="79023" y="58032"/>
                  </a:lnTo>
                  <a:lnTo>
                    <a:pt x="76421" y="58304"/>
                  </a:lnTo>
                  <a:lnTo>
                    <a:pt x="73958" y="61244"/>
                  </a:lnTo>
                  <a:lnTo>
                    <a:pt x="74358" y="64973"/>
                  </a:lnTo>
                  <a:lnTo>
                    <a:pt x="79063" y="67370"/>
                  </a:lnTo>
                  <a:lnTo>
                    <a:pt x="78962" y="66748"/>
                  </a:lnTo>
                  <a:lnTo>
                    <a:pt x="79753" y="66828"/>
                  </a:lnTo>
                  <a:lnTo>
                    <a:pt x="79897" y="69567"/>
                  </a:lnTo>
                  <a:lnTo>
                    <a:pt x="75260" y="74231"/>
                  </a:lnTo>
                  <a:lnTo>
                    <a:pt x="76333" y="78022"/>
                  </a:lnTo>
                  <a:lnTo>
                    <a:pt x="74549" y="84979"/>
                  </a:lnTo>
                  <a:lnTo>
                    <a:pt x="78246" y="86054"/>
                  </a:lnTo>
                  <a:lnTo>
                    <a:pt x="77529" y="91227"/>
                  </a:lnTo>
                  <a:lnTo>
                    <a:pt x="73223" y="93246"/>
                  </a:lnTo>
                  <a:lnTo>
                    <a:pt x="73542" y="90063"/>
                  </a:lnTo>
                  <a:lnTo>
                    <a:pt x="71933" y="87784"/>
                  </a:lnTo>
                  <a:lnTo>
                    <a:pt x="70461" y="87823"/>
                  </a:lnTo>
                  <a:lnTo>
                    <a:pt x="69636" y="88420"/>
                  </a:lnTo>
                  <a:lnTo>
                    <a:pt x="71102" y="90490"/>
                  </a:lnTo>
                  <a:lnTo>
                    <a:pt x="72071" y="94334"/>
                  </a:lnTo>
                  <a:lnTo>
                    <a:pt x="71640" y="94768"/>
                  </a:lnTo>
                  <a:lnTo>
                    <a:pt x="70249" y="95456"/>
                  </a:lnTo>
                  <a:lnTo>
                    <a:pt x="67862" y="92274"/>
                  </a:lnTo>
                  <a:lnTo>
                    <a:pt x="65510" y="96398"/>
                  </a:lnTo>
                  <a:lnTo>
                    <a:pt x="61087" y="96358"/>
                  </a:lnTo>
                  <a:lnTo>
                    <a:pt x="58933" y="98975"/>
                  </a:lnTo>
                  <a:lnTo>
                    <a:pt x="54384" y="101641"/>
                  </a:lnTo>
                  <a:lnTo>
                    <a:pt x="44925" y="95580"/>
                  </a:lnTo>
                  <a:lnTo>
                    <a:pt x="44140" y="98291"/>
                  </a:lnTo>
                  <a:lnTo>
                    <a:pt x="44291" y="101912"/>
                  </a:lnTo>
                  <a:lnTo>
                    <a:pt x="37396" y="103840"/>
                  </a:lnTo>
                  <a:lnTo>
                    <a:pt x="41599" y="107352"/>
                  </a:lnTo>
                  <a:lnTo>
                    <a:pt x="40858" y="110666"/>
                  </a:lnTo>
                  <a:lnTo>
                    <a:pt x="31165" y="103025"/>
                  </a:lnTo>
                  <a:lnTo>
                    <a:pt x="27902" y="98762"/>
                  </a:lnTo>
                  <a:lnTo>
                    <a:pt x="30039" y="96085"/>
                  </a:lnTo>
                  <a:lnTo>
                    <a:pt x="27223" y="88955"/>
                  </a:lnTo>
                  <a:lnTo>
                    <a:pt x="28075" y="81275"/>
                  </a:lnTo>
                  <a:lnTo>
                    <a:pt x="24656" y="74628"/>
                  </a:lnTo>
                  <a:lnTo>
                    <a:pt x="24166" y="74030"/>
                  </a:lnTo>
                  <a:lnTo>
                    <a:pt x="19773" y="74434"/>
                  </a:lnTo>
                  <a:lnTo>
                    <a:pt x="15600" y="67451"/>
                  </a:lnTo>
                  <a:lnTo>
                    <a:pt x="12822" y="67122"/>
                  </a:lnTo>
                  <a:lnTo>
                    <a:pt x="10221" y="70864"/>
                  </a:lnTo>
                  <a:lnTo>
                    <a:pt x="8863" y="70587"/>
                  </a:lnTo>
                  <a:lnTo>
                    <a:pt x="7355" y="70380"/>
                  </a:lnTo>
                  <a:lnTo>
                    <a:pt x="1744" y="64303"/>
                  </a:lnTo>
                  <a:lnTo>
                    <a:pt x="3377" y="52239"/>
                  </a:lnTo>
                  <a:lnTo>
                    <a:pt x="0" y="51384"/>
                  </a:lnTo>
                  <a:lnTo>
                    <a:pt x="5945" y="45228"/>
                  </a:lnTo>
                  <a:lnTo>
                    <a:pt x="7255" y="45133"/>
                  </a:lnTo>
                  <a:lnTo>
                    <a:pt x="6861" y="46822"/>
                  </a:lnTo>
                  <a:lnTo>
                    <a:pt x="8014" y="48007"/>
                  </a:lnTo>
                  <a:lnTo>
                    <a:pt x="14012" y="48542"/>
                  </a:lnTo>
                  <a:lnTo>
                    <a:pt x="19466" y="50308"/>
                  </a:lnTo>
                  <a:lnTo>
                    <a:pt x="24842" y="49610"/>
                  </a:lnTo>
                  <a:lnTo>
                    <a:pt x="25432" y="48116"/>
                  </a:lnTo>
                  <a:lnTo>
                    <a:pt x="27930" y="48197"/>
                  </a:lnTo>
                  <a:lnTo>
                    <a:pt x="33111" y="53252"/>
                  </a:lnTo>
                  <a:lnTo>
                    <a:pt x="38549" y="57072"/>
                  </a:lnTo>
                  <a:lnTo>
                    <a:pt x="38029" y="63132"/>
                  </a:lnTo>
                  <a:lnTo>
                    <a:pt x="41159" y="65858"/>
                  </a:lnTo>
                  <a:lnTo>
                    <a:pt x="46338" y="66660"/>
                  </a:lnTo>
                  <a:lnTo>
                    <a:pt x="47557" y="62560"/>
                  </a:lnTo>
                  <a:lnTo>
                    <a:pt x="53806" y="52460"/>
                  </a:lnTo>
                  <a:lnTo>
                    <a:pt x="55623" y="47893"/>
                  </a:lnTo>
                  <a:lnTo>
                    <a:pt x="52438" y="44926"/>
                  </a:lnTo>
                  <a:lnTo>
                    <a:pt x="49936" y="48171"/>
                  </a:lnTo>
                  <a:lnTo>
                    <a:pt x="45640" y="42620"/>
                  </a:lnTo>
                  <a:lnTo>
                    <a:pt x="42858" y="41669"/>
                  </a:lnTo>
                  <a:lnTo>
                    <a:pt x="38540" y="48702"/>
                  </a:lnTo>
                  <a:lnTo>
                    <a:pt x="31217" y="45811"/>
                  </a:lnTo>
                  <a:lnTo>
                    <a:pt x="34897" y="38555"/>
                  </a:lnTo>
                  <a:lnTo>
                    <a:pt x="34254" y="38280"/>
                  </a:lnTo>
                  <a:lnTo>
                    <a:pt x="25129" y="41703"/>
                  </a:lnTo>
                  <a:lnTo>
                    <a:pt x="29932" y="44329"/>
                  </a:lnTo>
                  <a:lnTo>
                    <a:pt x="28709" y="47676"/>
                  </a:lnTo>
                  <a:lnTo>
                    <a:pt x="20057" y="44420"/>
                  </a:lnTo>
                  <a:lnTo>
                    <a:pt x="20003" y="38300"/>
                  </a:lnTo>
                  <a:lnTo>
                    <a:pt x="17067" y="39670"/>
                  </a:lnTo>
                  <a:lnTo>
                    <a:pt x="10642" y="40089"/>
                  </a:lnTo>
                  <a:lnTo>
                    <a:pt x="8492" y="38720"/>
                  </a:lnTo>
                  <a:lnTo>
                    <a:pt x="8650" y="36558"/>
                  </a:lnTo>
                  <a:lnTo>
                    <a:pt x="10012" y="33410"/>
                  </a:lnTo>
                  <a:lnTo>
                    <a:pt x="11221" y="35085"/>
                  </a:lnTo>
                  <a:lnTo>
                    <a:pt x="20087" y="36602"/>
                  </a:lnTo>
                  <a:lnTo>
                    <a:pt x="20895" y="34222"/>
                  </a:lnTo>
                  <a:lnTo>
                    <a:pt x="22880" y="32933"/>
                  </a:lnTo>
                  <a:lnTo>
                    <a:pt x="25463" y="34726"/>
                  </a:lnTo>
                  <a:lnTo>
                    <a:pt x="32043" y="31790"/>
                  </a:lnTo>
                  <a:lnTo>
                    <a:pt x="32149" y="27421"/>
                  </a:lnTo>
                  <a:lnTo>
                    <a:pt x="29445" y="21095"/>
                  </a:lnTo>
                  <a:lnTo>
                    <a:pt x="29587" y="20037"/>
                  </a:lnTo>
                  <a:lnTo>
                    <a:pt x="32533" y="19793"/>
                  </a:lnTo>
                  <a:lnTo>
                    <a:pt x="33591" y="12572"/>
                  </a:lnTo>
                  <a:lnTo>
                    <a:pt x="38788" y="13682"/>
                  </a:lnTo>
                  <a:lnTo>
                    <a:pt x="39778" y="7463"/>
                  </a:lnTo>
                  <a:lnTo>
                    <a:pt x="42746" y="7198"/>
                  </a:lnTo>
                  <a:lnTo>
                    <a:pt x="4767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h2168"/>
            <p:cNvSpPr/>
            <p:nvPr/>
          </p:nvSpPr>
          <p:spPr>
            <a:xfrm>
              <a:off x="2593612" y="2745187"/>
              <a:ext cx="48058" cy="38263"/>
            </a:xfrm>
            <a:custGeom>
              <a:avLst/>
              <a:pathLst>
                <a:path w="48058" h="38263">
                  <a:moveTo>
                    <a:pt x="42191" y="129"/>
                  </a:moveTo>
                  <a:lnTo>
                    <a:pt x="41872" y="831"/>
                  </a:lnTo>
                  <a:lnTo>
                    <a:pt x="47250" y="4878"/>
                  </a:lnTo>
                  <a:lnTo>
                    <a:pt x="48058" y="7346"/>
                  </a:lnTo>
                  <a:lnTo>
                    <a:pt x="47493" y="8290"/>
                  </a:lnTo>
                  <a:lnTo>
                    <a:pt x="44744" y="8843"/>
                  </a:lnTo>
                  <a:lnTo>
                    <a:pt x="46530" y="14077"/>
                  </a:lnTo>
                  <a:lnTo>
                    <a:pt x="44105" y="15996"/>
                  </a:lnTo>
                  <a:lnTo>
                    <a:pt x="39223" y="15381"/>
                  </a:lnTo>
                  <a:lnTo>
                    <a:pt x="33793" y="17550"/>
                  </a:lnTo>
                  <a:lnTo>
                    <a:pt x="36131" y="28453"/>
                  </a:lnTo>
                  <a:lnTo>
                    <a:pt x="34213" y="29548"/>
                  </a:lnTo>
                  <a:lnTo>
                    <a:pt x="33457" y="27715"/>
                  </a:lnTo>
                  <a:lnTo>
                    <a:pt x="28111" y="28968"/>
                  </a:lnTo>
                  <a:lnTo>
                    <a:pt x="26400" y="28245"/>
                  </a:lnTo>
                  <a:lnTo>
                    <a:pt x="25690" y="26494"/>
                  </a:lnTo>
                  <a:lnTo>
                    <a:pt x="23254" y="27289"/>
                  </a:lnTo>
                  <a:lnTo>
                    <a:pt x="21973" y="32015"/>
                  </a:lnTo>
                  <a:lnTo>
                    <a:pt x="18287" y="37432"/>
                  </a:lnTo>
                  <a:lnTo>
                    <a:pt x="16851" y="38263"/>
                  </a:lnTo>
                  <a:lnTo>
                    <a:pt x="14362" y="35211"/>
                  </a:lnTo>
                  <a:lnTo>
                    <a:pt x="12349" y="34055"/>
                  </a:lnTo>
                  <a:lnTo>
                    <a:pt x="3874" y="32788"/>
                  </a:lnTo>
                  <a:lnTo>
                    <a:pt x="2980" y="32804"/>
                  </a:lnTo>
                  <a:lnTo>
                    <a:pt x="3697" y="27632"/>
                  </a:lnTo>
                  <a:lnTo>
                    <a:pt x="0" y="26556"/>
                  </a:lnTo>
                  <a:lnTo>
                    <a:pt x="1783" y="19600"/>
                  </a:lnTo>
                  <a:lnTo>
                    <a:pt x="711" y="15809"/>
                  </a:lnTo>
                  <a:lnTo>
                    <a:pt x="5347" y="11145"/>
                  </a:lnTo>
                  <a:lnTo>
                    <a:pt x="5203" y="8406"/>
                  </a:lnTo>
                  <a:lnTo>
                    <a:pt x="4412" y="8326"/>
                  </a:lnTo>
                  <a:lnTo>
                    <a:pt x="3872" y="5173"/>
                  </a:lnTo>
                  <a:lnTo>
                    <a:pt x="11976" y="6958"/>
                  </a:lnTo>
                  <a:lnTo>
                    <a:pt x="12495" y="7963"/>
                  </a:lnTo>
                  <a:lnTo>
                    <a:pt x="19185" y="6114"/>
                  </a:lnTo>
                  <a:lnTo>
                    <a:pt x="16162" y="241"/>
                  </a:lnTo>
                  <a:lnTo>
                    <a:pt x="33374" y="1228"/>
                  </a:lnTo>
                  <a:lnTo>
                    <a:pt x="3545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h2169"/>
            <p:cNvSpPr/>
            <p:nvPr/>
          </p:nvSpPr>
          <p:spPr>
            <a:xfrm>
              <a:off x="2383899" y="2623355"/>
              <a:ext cx="83782" cy="49514"/>
            </a:xfrm>
            <a:custGeom>
              <a:avLst/>
              <a:pathLst>
                <a:path w="83782" h="49514">
                  <a:moveTo>
                    <a:pt x="17235" y="2035"/>
                  </a:moveTo>
                  <a:lnTo>
                    <a:pt x="24050" y="2309"/>
                  </a:lnTo>
                  <a:lnTo>
                    <a:pt x="30358" y="5267"/>
                  </a:lnTo>
                  <a:lnTo>
                    <a:pt x="32071" y="10345"/>
                  </a:lnTo>
                  <a:lnTo>
                    <a:pt x="30940" y="14669"/>
                  </a:lnTo>
                  <a:lnTo>
                    <a:pt x="37624" y="15489"/>
                  </a:lnTo>
                  <a:lnTo>
                    <a:pt x="38221" y="12297"/>
                  </a:lnTo>
                  <a:lnTo>
                    <a:pt x="36951" y="11955"/>
                  </a:lnTo>
                  <a:lnTo>
                    <a:pt x="37506" y="9062"/>
                  </a:lnTo>
                  <a:lnTo>
                    <a:pt x="40656" y="9010"/>
                  </a:lnTo>
                  <a:lnTo>
                    <a:pt x="40745" y="14397"/>
                  </a:lnTo>
                  <a:lnTo>
                    <a:pt x="43819" y="14305"/>
                  </a:lnTo>
                  <a:lnTo>
                    <a:pt x="44638" y="10281"/>
                  </a:lnTo>
                  <a:lnTo>
                    <a:pt x="47580" y="9939"/>
                  </a:lnTo>
                  <a:lnTo>
                    <a:pt x="52070" y="10989"/>
                  </a:lnTo>
                  <a:lnTo>
                    <a:pt x="51807" y="4872"/>
                  </a:lnTo>
                  <a:lnTo>
                    <a:pt x="58009" y="5389"/>
                  </a:lnTo>
                  <a:lnTo>
                    <a:pt x="58159" y="7097"/>
                  </a:lnTo>
                  <a:lnTo>
                    <a:pt x="56906" y="7338"/>
                  </a:lnTo>
                  <a:lnTo>
                    <a:pt x="54165" y="9676"/>
                  </a:lnTo>
                  <a:lnTo>
                    <a:pt x="68332" y="10428"/>
                  </a:lnTo>
                  <a:lnTo>
                    <a:pt x="80707" y="13878"/>
                  </a:lnTo>
                  <a:lnTo>
                    <a:pt x="80487" y="17062"/>
                  </a:lnTo>
                  <a:lnTo>
                    <a:pt x="81463" y="17092"/>
                  </a:lnTo>
                  <a:lnTo>
                    <a:pt x="81533" y="16400"/>
                  </a:lnTo>
                  <a:lnTo>
                    <a:pt x="83782" y="16900"/>
                  </a:lnTo>
                  <a:lnTo>
                    <a:pt x="83059" y="18979"/>
                  </a:lnTo>
                  <a:lnTo>
                    <a:pt x="78228" y="19454"/>
                  </a:lnTo>
                  <a:lnTo>
                    <a:pt x="69964" y="23857"/>
                  </a:lnTo>
                  <a:lnTo>
                    <a:pt x="68919" y="25464"/>
                  </a:lnTo>
                  <a:lnTo>
                    <a:pt x="67918" y="30407"/>
                  </a:lnTo>
                  <a:lnTo>
                    <a:pt x="68462" y="31580"/>
                  </a:lnTo>
                  <a:lnTo>
                    <a:pt x="62447" y="35353"/>
                  </a:lnTo>
                  <a:lnTo>
                    <a:pt x="56185" y="33164"/>
                  </a:lnTo>
                  <a:lnTo>
                    <a:pt x="57774" y="38967"/>
                  </a:lnTo>
                  <a:lnTo>
                    <a:pt x="44328" y="45732"/>
                  </a:lnTo>
                  <a:lnTo>
                    <a:pt x="45790" y="48042"/>
                  </a:lnTo>
                  <a:lnTo>
                    <a:pt x="44145" y="48652"/>
                  </a:lnTo>
                  <a:lnTo>
                    <a:pt x="41256" y="47138"/>
                  </a:lnTo>
                  <a:lnTo>
                    <a:pt x="41081" y="48681"/>
                  </a:lnTo>
                  <a:lnTo>
                    <a:pt x="39981" y="49514"/>
                  </a:lnTo>
                  <a:lnTo>
                    <a:pt x="36565" y="46557"/>
                  </a:lnTo>
                  <a:lnTo>
                    <a:pt x="37208" y="43455"/>
                  </a:lnTo>
                  <a:lnTo>
                    <a:pt x="35629" y="35024"/>
                  </a:lnTo>
                  <a:lnTo>
                    <a:pt x="21398" y="27842"/>
                  </a:lnTo>
                  <a:lnTo>
                    <a:pt x="17324" y="26962"/>
                  </a:lnTo>
                  <a:lnTo>
                    <a:pt x="19316" y="24366"/>
                  </a:lnTo>
                  <a:lnTo>
                    <a:pt x="11783" y="19697"/>
                  </a:lnTo>
                  <a:lnTo>
                    <a:pt x="2057" y="20488"/>
                  </a:lnTo>
                  <a:lnTo>
                    <a:pt x="0" y="20472"/>
                  </a:lnTo>
                  <a:lnTo>
                    <a:pt x="1045" y="15660"/>
                  </a:lnTo>
                  <a:lnTo>
                    <a:pt x="5714" y="11863"/>
                  </a:lnTo>
                  <a:lnTo>
                    <a:pt x="8504" y="12012"/>
                  </a:lnTo>
                  <a:lnTo>
                    <a:pt x="6855" y="1602"/>
                  </a:lnTo>
                  <a:lnTo>
                    <a:pt x="1595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h2170"/>
            <p:cNvSpPr/>
            <p:nvPr/>
          </p:nvSpPr>
          <p:spPr>
            <a:xfrm>
              <a:off x="2400955" y="2683592"/>
              <a:ext cx="46435" cy="47652"/>
            </a:xfrm>
            <a:custGeom>
              <a:avLst/>
              <a:pathLst>
                <a:path w="46435" h="47652">
                  <a:moveTo>
                    <a:pt x="44019" y="6033"/>
                  </a:moveTo>
                  <a:lnTo>
                    <a:pt x="43482" y="7770"/>
                  </a:lnTo>
                  <a:lnTo>
                    <a:pt x="46002" y="7412"/>
                  </a:lnTo>
                  <a:lnTo>
                    <a:pt x="46435" y="24117"/>
                  </a:lnTo>
                  <a:lnTo>
                    <a:pt x="40567" y="32226"/>
                  </a:lnTo>
                  <a:lnTo>
                    <a:pt x="35490" y="36696"/>
                  </a:lnTo>
                  <a:lnTo>
                    <a:pt x="29364" y="38074"/>
                  </a:lnTo>
                  <a:lnTo>
                    <a:pt x="28996" y="45847"/>
                  </a:lnTo>
                  <a:lnTo>
                    <a:pt x="27847" y="47652"/>
                  </a:lnTo>
                  <a:lnTo>
                    <a:pt x="24792" y="45695"/>
                  </a:lnTo>
                  <a:lnTo>
                    <a:pt x="21205" y="41826"/>
                  </a:lnTo>
                  <a:lnTo>
                    <a:pt x="21217" y="39754"/>
                  </a:lnTo>
                  <a:lnTo>
                    <a:pt x="16513" y="37343"/>
                  </a:lnTo>
                  <a:lnTo>
                    <a:pt x="3566" y="37418"/>
                  </a:lnTo>
                  <a:lnTo>
                    <a:pt x="2325" y="34198"/>
                  </a:lnTo>
                  <a:lnTo>
                    <a:pt x="5605" y="29843"/>
                  </a:lnTo>
                  <a:lnTo>
                    <a:pt x="2105" y="27330"/>
                  </a:lnTo>
                  <a:lnTo>
                    <a:pt x="0" y="24186"/>
                  </a:lnTo>
                  <a:lnTo>
                    <a:pt x="3995" y="19309"/>
                  </a:lnTo>
                  <a:lnTo>
                    <a:pt x="8026" y="17321"/>
                  </a:lnTo>
                  <a:lnTo>
                    <a:pt x="18579" y="15081"/>
                  </a:lnTo>
                  <a:lnTo>
                    <a:pt x="19883" y="13794"/>
                  </a:lnTo>
                  <a:lnTo>
                    <a:pt x="20276" y="12051"/>
                  </a:lnTo>
                  <a:lnTo>
                    <a:pt x="18922" y="8167"/>
                  </a:lnTo>
                  <a:lnTo>
                    <a:pt x="30906" y="7174"/>
                  </a:lnTo>
                  <a:lnTo>
                    <a:pt x="31281" y="2149"/>
                  </a:lnTo>
                  <a:lnTo>
                    <a:pt x="33645" y="539"/>
                  </a:lnTo>
                  <a:lnTo>
                    <a:pt x="3744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h2171"/>
            <p:cNvSpPr/>
            <p:nvPr/>
          </p:nvSpPr>
          <p:spPr>
            <a:xfrm>
              <a:off x="2492462" y="2568203"/>
              <a:ext cx="72650" cy="106465"/>
            </a:xfrm>
            <a:custGeom>
              <a:avLst/>
              <a:pathLst>
                <a:path w="72650" h="106465">
                  <a:moveTo>
                    <a:pt x="48629" y="378"/>
                  </a:moveTo>
                  <a:lnTo>
                    <a:pt x="46075" y="7827"/>
                  </a:lnTo>
                  <a:lnTo>
                    <a:pt x="61162" y="10114"/>
                  </a:lnTo>
                  <a:lnTo>
                    <a:pt x="60500" y="14290"/>
                  </a:lnTo>
                  <a:lnTo>
                    <a:pt x="59464" y="14195"/>
                  </a:lnTo>
                  <a:lnTo>
                    <a:pt x="59918" y="23954"/>
                  </a:lnTo>
                  <a:lnTo>
                    <a:pt x="65601" y="24511"/>
                  </a:lnTo>
                  <a:lnTo>
                    <a:pt x="65567" y="27694"/>
                  </a:lnTo>
                  <a:lnTo>
                    <a:pt x="72650" y="32004"/>
                  </a:lnTo>
                  <a:lnTo>
                    <a:pt x="63546" y="38970"/>
                  </a:lnTo>
                  <a:lnTo>
                    <a:pt x="62311" y="38708"/>
                  </a:lnTo>
                  <a:lnTo>
                    <a:pt x="60752" y="43623"/>
                  </a:lnTo>
                  <a:lnTo>
                    <a:pt x="60910" y="51349"/>
                  </a:lnTo>
                  <a:lnTo>
                    <a:pt x="68932" y="51087"/>
                  </a:lnTo>
                  <a:lnTo>
                    <a:pt x="70902" y="63306"/>
                  </a:lnTo>
                  <a:lnTo>
                    <a:pt x="62204" y="71491"/>
                  </a:lnTo>
                  <a:lnTo>
                    <a:pt x="63178" y="72988"/>
                  </a:lnTo>
                  <a:lnTo>
                    <a:pt x="71934" y="76188"/>
                  </a:lnTo>
                  <a:lnTo>
                    <a:pt x="68279" y="91109"/>
                  </a:lnTo>
                  <a:lnTo>
                    <a:pt x="64538" y="96320"/>
                  </a:lnTo>
                  <a:lnTo>
                    <a:pt x="62842" y="98681"/>
                  </a:lnTo>
                  <a:lnTo>
                    <a:pt x="60669" y="105681"/>
                  </a:lnTo>
                  <a:lnTo>
                    <a:pt x="56304" y="98966"/>
                  </a:lnTo>
                  <a:lnTo>
                    <a:pt x="51483" y="102792"/>
                  </a:lnTo>
                  <a:lnTo>
                    <a:pt x="46558" y="98602"/>
                  </a:lnTo>
                  <a:lnTo>
                    <a:pt x="44387" y="101903"/>
                  </a:lnTo>
                  <a:lnTo>
                    <a:pt x="41161" y="100463"/>
                  </a:lnTo>
                  <a:lnTo>
                    <a:pt x="38746" y="95610"/>
                  </a:lnTo>
                  <a:lnTo>
                    <a:pt x="35769" y="93718"/>
                  </a:lnTo>
                  <a:lnTo>
                    <a:pt x="34121" y="93984"/>
                  </a:lnTo>
                  <a:lnTo>
                    <a:pt x="33718" y="96078"/>
                  </a:lnTo>
                  <a:lnTo>
                    <a:pt x="36914" y="104619"/>
                  </a:lnTo>
                  <a:lnTo>
                    <a:pt x="35463" y="106465"/>
                  </a:lnTo>
                  <a:lnTo>
                    <a:pt x="31538" y="103091"/>
                  </a:lnTo>
                  <a:lnTo>
                    <a:pt x="29502" y="102590"/>
                  </a:lnTo>
                  <a:lnTo>
                    <a:pt x="27075" y="102955"/>
                  </a:lnTo>
                  <a:lnTo>
                    <a:pt x="24190" y="106149"/>
                  </a:lnTo>
                  <a:lnTo>
                    <a:pt x="18241" y="100245"/>
                  </a:lnTo>
                  <a:lnTo>
                    <a:pt x="9362" y="97920"/>
                  </a:lnTo>
                  <a:lnTo>
                    <a:pt x="9017" y="98980"/>
                  </a:lnTo>
                  <a:lnTo>
                    <a:pt x="5848" y="98419"/>
                  </a:lnTo>
                  <a:lnTo>
                    <a:pt x="3904" y="98186"/>
                  </a:lnTo>
                  <a:lnTo>
                    <a:pt x="4284" y="96137"/>
                  </a:lnTo>
                  <a:lnTo>
                    <a:pt x="5968" y="96365"/>
                  </a:lnTo>
                  <a:lnTo>
                    <a:pt x="4536" y="93746"/>
                  </a:lnTo>
                  <a:lnTo>
                    <a:pt x="0" y="96281"/>
                  </a:lnTo>
                  <a:lnTo>
                    <a:pt x="1515" y="84838"/>
                  </a:lnTo>
                  <a:lnTo>
                    <a:pt x="6309" y="73868"/>
                  </a:lnTo>
                  <a:lnTo>
                    <a:pt x="6145" y="72700"/>
                  </a:lnTo>
                  <a:lnTo>
                    <a:pt x="2569" y="70746"/>
                  </a:lnTo>
                  <a:lnTo>
                    <a:pt x="1835" y="68128"/>
                  </a:lnTo>
                  <a:lnTo>
                    <a:pt x="7462" y="67691"/>
                  </a:lnTo>
                  <a:lnTo>
                    <a:pt x="6275" y="60601"/>
                  </a:lnTo>
                  <a:lnTo>
                    <a:pt x="8890" y="60598"/>
                  </a:lnTo>
                  <a:lnTo>
                    <a:pt x="6925" y="49208"/>
                  </a:lnTo>
                  <a:lnTo>
                    <a:pt x="6421" y="44516"/>
                  </a:lnTo>
                  <a:lnTo>
                    <a:pt x="15088" y="42529"/>
                  </a:lnTo>
                  <a:lnTo>
                    <a:pt x="16088" y="40813"/>
                  </a:lnTo>
                  <a:lnTo>
                    <a:pt x="12745" y="28056"/>
                  </a:lnTo>
                  <a:lnTo>
                    <a:pt x="15124" y="27417"/>
                  </a:lnTo>
                  <a:lnTo>
                    <a:pt x="15708" y="15524"/>
                  </a:lnTo>
                  <a:lnTo>
                    <a:pt x="33683" y="19473"/>
                  </a:lnTo>
                  <a:lnTo>
                    <a:pt x="34630" y="15147"/>
                  </a:lnTo>
                  <a:lnTo>
                    <a:pt x="29768" y="16071"/>
                  </a:lnTo>
                  <a:lnTo>
                    <a:pt x="28378" y="6092"/>
                  </a:lnTo>
                  <a:lnTo>
                    <a:pt x="33544" y="6848"/>
                  </a:lnTo>
                  <a:lnTo>
                    <a:pt x="36618" y="6570"/>
                  </a:lnTo>
                  <a:lnTo>
                    <a:pt x="39907" y="58"/>
                  </a:lnTo>
                  <a:lnTo>
                    <a:pt x="46974" y="1600"/>
                  </a:lnTo>
                  <a:lnTo>
                    <a:pt x="4718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h2172"/>
            <p:cNvSpPr/>
            <p:nvPr/>
          </p:nvSpPr>
          <p:spPr>
            <a:xfrm>
              <a:off x="2728037" y="2687303"/>
              <a:ext cx="44021" cy="53891"/>
            </a:xfrm>
            <a:custGeom>
              <a:avLst/>
              <a:pathLst>
                <a:path w="44021" h="53891">
                  <a:moveTo>
                    <a:pt x="12815" y="3187"/>
                  </a:moveTo>
                  <a:lnTo>
                    <a:pt x="26781" y="9222"/>
                  </a:lnTo>
                  <a:lnTo>
                    <a:pt x="38122" y="17310"/>
                  </a:lnTo>
                  <a:lnTo>
                    <a:pt x="44021" y="16246"/>
                  </a:lnTo>
                  <a:lnTo>
                    <a:pt x="41819" y="19049"/>
                  </a:lnTo>
                  <a:lnTo>
                    <a:pt x="43004" y="20601"/>
                  </a:lnTo>
                  <a:lnTo>
                    <a:pt x="42917" y="23528"/>
                  </a:lnTo>
                  <a:lnTo>
                    <a:pt x="40658" y="24555"/>
                  </a:lnTo>
                  <a:lnTo>
                    <a:pt x="31574" y="31969"/>
                  </a:lnTo>
                  <a:lnTo>
                    <a:pt x="30399" y="43570"/>
                  </a:lnTo>
                  <a:lnTo>
                    <a:pt x="27509" y="53143"/>
                  </a:lnTo>
                  <a:lnTo>
                    <a:pt x="24543" y="53765"/>
                  </a:lnTo>
                  <a:lnTo>
                    <a:pt x="20965" y="51360"/>
                  </a:lnTo>
                  <a:lnTo>
                    <a:pt x="17523" y="53891"/>
                  </a:lnTo>
                  <a:lnTo>
                    <a:pt x="16096" y="53034"/>
                  </a:lnTo>
                  <a:lnTo>
                    <a:pt x="16492" y="48018"/>
                  </a:lnTo>
                  <a:lnTo>
                    <a:pt x="19016" y="43846"/>
                  </a:lnTo>
                  <a:lnTo>
                    <a:pt x="23086" y="42874"/>
                  </a:lnTo>
                  <a:lnTo>
                    <a:pt x="24593" y="40009"/>
                  </a:lnTo>
                  <a:lnTo>
                    <a:pt x="22838" y="37080"/>
                  </a:lnTo>
                  <a:lnTo>
                    <a:pt x="21876" y="32439"/>
                  </a:lnTo>
                  <a:lnTo>
                    <a:pt x="22666" y="28904"/>
                  </a:lnTo>
                  <a:lnTo>
                    <a:pt x="21193" y="27818"/>
                  </a:lnTo>
                  <a:lnTo>
                    <a:pt x="21130" y="24703"/>
                  </a:lnTo>
                  <a:lnTo>
                    <a:pt x="13971" y="24050"/>
                  </a:lnTo>
                  <a:lnTo>
                    <a:pt x="2806" y="20812"/>
                  </a:lnTo>
                  <a:lnTo>
                    <a:pt x="1272" y="16553"/>
                  </a:lnTo>
                  <a:lnTo>
                    <a:pt x="1066" y="6177"/>
                  </a:lnTo>
                  <a:lnTo>
                    <a:pt x="5772" y="6050"/>
                  </a:lnTo>
                  <a:lnTo>
                    <a:pt x="5722" y="3694"/>
                  </a:lnTo>
                  <a:lnTo>
                    <a:pt x="2201" y="3773"/>
                  </a:lnTo>
                  <a:lnTo>
                    <a:pt x="0" y="1533"/>
                  </a:lnTo>
                  <a:lnTo>
                    <a:pt x="291" y="475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h2173"/>
            <p:cNvSpPr/>
            <p:nvPr/>
          </p:nvSpPr>
          <p:spPr>
            <a:xfrm>
              <a:off x="2695750" y="2794318"/>
              <a:ext cx="17365" cy="12397"/>
            </a:xfrm>
            <a:custGeom>
              <a:avLst/>
              <a:pathLst>
                <a:path w="17365" h="12397">
                  <a:moveTo>
                    <a:pt x="11888" y="2673"/>
                  </a:moveTo>
                  <a:lnTo>
                    <a:pt x="14590" y="3138"/>
                  </a:lnTo>
                  <a:lnTo>
                    <a:pt x="16440" y="4613"/>
                  </a:lnTo>
                  <a:lnTo>
                    <a:pt x="17365" y="5797"/>
                  </a:lnTo>
                  <a:lnTo>
                    <a:pt x="17063" y="7680"/>
                  </a:lnTo>
                  <a:lnTo>
                    <a:pt x="11319" y="8019"/>
                  </a:lnTo>
                  <a:lnTo>
                    <a:pt x="6946" y="11629"/>
                  </a:lnTo>
                  <a:lnTo>
                    <a:pt x="1893" y="12397"/>
                  </a:lnTo>
                  <a:lnTo>
                    <a:pt x="0" y="5879"/>
                  </a:lnTo>
                  <a:lnTo>
                    <a:pt x="2334" y="3678"/>
                  </a:lnTo>
                  <a:lnTo>
                    <a:pt x="3011" y="1453"/>
                  </a:lnTo>
                  <a:lnTo>
                    <a:pt x="908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h2174"/>
            <p:cNvSpPr/>
            <p:nvPr/>
          </p:nvSpPr>
          <p:spPr>
            <a:xfrm>
              <a:off x="2288346" y="2505579"/>
              <a:ext cx="129182" cy="100990"/>
            </a:xfrm>
            <a:custGeom>
              <a:avLst/>
              <a:pathLst>
                <a:path w="129182" h="100990">
                  <a:moveTo>
                    <a:pt x="117904" y="14333"/>
                  </a:moveTo>
                  <a:lnTo>
                    <a:pt x="124100" y="22884"/>
                  </a:lnTo>
                  <a:lnTo>
                    <a:pt x="123323" y="31905"/>
                  </a:lnTo>
                  <a:lnTo>
                    <a:pt x="126407" y="30653"/>
                  </a:lnTo>
                  <a:lnTo>
                    <a:pt x="127417" y="34449"/>
                  </a:lnTo>
                  <a:lnTo>
                    <a:pt x="128816" y="45682"/>
                  </a:lnTo>
                  <a:lnTo>
                    <a:pt x="129182" y="57334"/>
                  </a:lnTo>
                  <a:lnTo>
                    <a:pt x="126657" y="59525"/>
                  </a:lnTo>
                  <a:lnTo>
                    <a:pt x="123455" y="64246"/>
                  </a:lnTo>
                  <a:lnTo>
                    <a:pt x="120939" y="65934"/>
                  </a:lnTo>
                  <a:lnTo>
                    <a:pt x="118304" y="70616"/>
                  </a:lnTo>
                  <a:lnTo>
                    <a:pt x="124443" y="74496"/>
                  </a:lnTo>
                  <a:lnTo>
                    <a:pt x="124549" y="77071"/>
                  </a:lnTo>
                  <a:lnTo>
                    <a:pt x="112489" y="69257"/>
                  </a:lnTo>
                  <a:lnTo>
                    <a:pt x="111025" y="78399"/>
                  </a:lnTo>
                  <a:lnTo>
                    <a:pt x="109820" y="80046"/>
                  </a:lnTo>
                  <a:lnTo>
                    <a:pt x="102784" y="80686"/>
                  </a:lnTo>
                  <a:lnTo>
                    <a:pt x="97335" y="82418"/>
                  </a:lnTo>
                  <a:lnTo>
                    <a:pt x="89405" y="81440"/>
                  </a:lnTo>
                  <a:lnTo>
                    <a:pt x="88792" y="88494"/>
                  </a:lnTo>
                  <a:lnTo>
                    <a:pt x="84195" y="88794"/>
                  </a:lnTo>
                  <a:lnTo>
                    <a:pt x="81702" y="98007"/>
                  </a:lnTo>
                  <a:lnTo>
                    <a:pt x="68820" y="94107"/>
                  </a:lnTo>
                  <a:lnTo>
                    <a:pt x="62166" y="93472"/>
                  </a:lnTo>
                  <a:lnTo>
                    <a:pt x="58793" y="96181"/>
                  </a:lnTo>
                  <a:lnTo>
                    <a:pt x="56328" y="100990"/>
                  </a:lnTo>
                  <a:lnTo>
                    <a:pt x="52894" y="99774"/>
                  </a:lnTo>
                  <a:lnTo>
                    <a:pt x="51521" y="90367"/>
                  </a:lnTo>
                  <a:lnTo>
                    <a:pt x="41865" y="86021"/>
                  </a:lnTo>
                  <a:lnTo>
                    <a:pt x="41209" y="88813"/>
                  </a:lnTo>
                  <a:lnTo>
                    <a:pt x="35157" y="87379"/>
                  </a:lnTo>
                  <a:lnTo>
                    <a:pt x="30057" y="85132"/>
                  </a:lnTo>
                  <a:lnTo>
                    <a:pt x="22295" y="85242"/>
                  </a:lnTo>
                  <a:lnTo>
                    <a:pt x="16006" y="83832"/>
                  </a:lnTo>
                  <a:lnTo>
                    <a:pt x="14927" y="88511"/>
                  </a:lnTo>
                  <a:lnTo>
                    <a:pt x="11653" y="90051"/>
                  </a:lnTo>
                  <a:lnTo>
                    <a:pt x="9866" y="87360"/>
                  </a:lnTo>
                  <a:lnTo>
                    <a:pt x="6626" y="82370"/>
                  </a:lnTo>
                  <a:lnTo>
                    <a:pt x="6818" y="77118"/>
                  </a:lnTo>
                  <a:lnTo>
                    <a:pt x="783" y="74200"/>
                  </a:lnTo>
                  <a:lnTo>
                    <a:pt x="1222" y="68749"/>
                  </a:lnTo>
                  <a:lnTo>
                    <a:pt x="5218" y="69029"/>
                  </a:lnTo>
                  <a:lnTo>
                    <a:pt x="6202" y="68306"/>
                  </a:lnTo>
                  <a:lnTo>
                    <a:pt x="7792" y="63287"/>
                  </a:lnTo>
                  <a:lnTo>
                    <a:pt x="6646" y="63303"/>
                  </a:lnTo>
                  <a:lnTo>
                    <a:pt x="4990" y="67772"/>
                  </a:lnTo>
                  <a:lnTo>
                    <a:pt x="3195" y="67889"/>
                  </a:lnTo>
                  <a:lnTo>
                    <a:pt x="0" y="62568"/>
                  </a:lnTo>
                  <a:lnTo>
                    <a:pt x="3364" y="59722"/>
                  </a:lnTo>
                  <a:lnTo>
                    <a:pt x="5141" y="56756"/>
                  </a:lnTo>
                  <a:lnTo>
                    <a:pt x="7028" y="46028"/>
                  </a:lnTo>
                  <a:lnTo>
                    <a:pt x="12409" y="45944"/>
                  </a:lnTo>
                  <a:lnTo>
                    <a:pt x="12676" y="51997"/>
                  </a:lnTo>
                  <a:lnTo>
                    <a:pt x="15394" y="57286"/>
                  </a:lnTo>
                  <a:lnTo>
                    <a:pt x="20987" y="58230"/>
                  </a:lnTo>
                  <a:lnTo>
                    <a:pt x="34359" y="55762"/>
                  </a:lnTo>
                  <a:lnTo>
                    <a:pt x="62974" y="45935"/>
                  </a:lnTo>
                  <a:lnTo>
                    <a:pt x="100117" y="13616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h2175"/>
            <p:cNvSpPr/>
            <p:nvPr/>
          </p:nvSpPr>
          <p:spPr>
            <a:xfrm>
              <a:off x="2393008" y="2650318"/>
              <a:ext cx="51966" cy="57461"/>
            </a:xfrm>
            <a:custGeom>
              <a:avLst/>
              <a:pathLst>
                <a:path w="51966" h="57461">
                  <a:moveTo>
                    <a:pt x="12289" y="879"/>
                  </a:moveTo>
                  <a:lnTo>
                    <a:pt x="26520" y="8061"/>
                  </a:lnTo>
                  <a:lnTo>
                    <a:pt x="28100" y="16492"/>
                  </a:lnTo>
                  <a:lnTo>
                    <a:pt x="27457" y="19594"/>
                  </a:lnTo>
                  <a:lnTo>
                    <a:pt x="30873" y="22552"/>
                  </a:lnTo>
                  <a:lnTo>
                    <a:pt x="31973" y="21718"/>
                  </a:lnTo>
                  <a:lnTo>
                    <a:pt x="32147" y="20175"/>
                  </a:lnTo>
                  <a:lnTo>
                    <a:pt x="35036" y="21689"/>
                  </a:lnTo>
                  <a:lnTo>
                    <a:pt x="41726" y="25975"/>
                  </a:lnTo>
                  <a:lnTo>
                    <a:pt x="45185" y="30960"/>
                  </a:lnTo>
                  <a:lnTo>
                    <a:pt x="47825" y="31200"/>
                  </a:lnTo>
                  <a:lnTo>
                    <a:pt x="50809" y="33692"/>
                  </a:lnTo>
                  <a:lnTo>
                    <a:pt x="51966" y="39308"/>
                  </a:lnTo>
                  <a:lnTo>
                    <a:pt x="45395" y="33274"/>
                  </a:lnTo>
                  <a:lnTo>
                    <a:pt x="41592" y="33813"/>
                  </a:lnTo>
                  <a:lnTo>
                    <a:pt x="39228" y="35423"/>
                  </a:lnTo>
                  <a:lnTo>
                    <a:pt x="38854" y="40449"/>
                  </a:lnTo>
                  <a:lnTo>
                    <a:pt x="26869" y="41442"/>
                  </a:lnTo>
                  <a:lnTo>
                    <a:pt x="28224" y="45326"/>
                  </a:lnTo>
                  <a:lnTo>
                    <a:pt x="27831" y="47069"/>
                  </a:lnTo>
                  <a:lnTo>
                    <a:pt x="26527" y="48355"/>
                  </a:lnTo>
                  <a:lnTo>
                    <a:pt x="15974" y="50596"/>
                  </a:lnTo>
                  <a:lnTo>
                    <a:pt x="11943" y="52584"/>
                  </a:lnTo>
                  <a:lnTo>
                    <a:pt x="7947" y="57461"/>
                  </a:lnTo>
                  <a:lnTo>
                    <a:pt x="6070" y="55922"/>
                  </a:lnTo>
                  <a:lnTo>
                    <a:pt x="0" y="46314"/>
                  </a:lnTo>
                  <a:lnTo>
                    <a:pt x="214" y="43087"/>
                  </a:lnTo>
                  <a:lnTo>
                    <a:pt x="6437" y="43819"/>
                  </a:lnTo>
                  <a:lnTo>
                    <a:pt x="7249" y="30854"/>
                  </a:lnTo>
                  <a:lnTo>
                    <a:pt x="14683" y="31208"/>
                  </a:lnTo>
                  <a:lnTo>
                    <a:pt x="18057" y="24072"/>
                  </a:lnTo>
                  <a:lnTo>
                    <a:pt x="17050" y="14037"/>
                  </a:lnTo>
                  <a:lnTo>
                    <a:pt x="11734" y="4340"/>
                  </a:lnTo>
                  <a:lnTo>
                    <a:pt x="9009" y="5036"/>
                  </a:lnTo>
                  <a:lnTo>
                    <a:pt x="6488" y="2127"/>
                  </a:lnTo>
                  <a:lnTo>
                    <a:pt x="821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h2176"/>
            <p:cNvSpPr/>
            <p:nvPr/>
          </p:nvSpPr>
          <p:spPr>
            <a:xfrm>
              <a:off x="2699208" y="2817802"/>
              <a:ext cx="22118" cy="12949"/>
            </a:xfrm>
            <a:custGeom>
              <a:avLst/>
              <a:pathLst>
                <a:path w="22118" h="12949">
                  <a:moveTo>
                    <a:pt x="15646" y="2902"/>
                  </a:moveTo>
                  <a:lnTo>
                    <a:pt x="20010" y="205"/>
                  </a:lnTo>
                  <a:lnTo>
                    <a:pt x="22118" y="1474"/>
                  </a:lnTo>
                  <a:lnTo>
                    <a:pt x="21948" y="7369"/>
                  </a:lnTo>
                  <a:lnTo>
                    <a:pt x="21625" y="10080"/>
                  </a:lnTo>
                  <a:lnTo>
                    <a:pt x="17194" y="12013"/>
                  </a:lnTo>
                  <a:lnTo>
                    <a:pt x="11626" y="12949"/>
                  </a:lnTo>
                  <a:lnTo>
                    <a:pt x="6794" y="11112"/>
                  </a:lnTo>
                  <a:lnTo>
                    <a:pt x="321" y="10669"/>
                  </a:lnTo>
                  <a:lnTo>
                    <a:pt x="0" y="9538"/>
                  </a:lnTo>
                  <a:lnTo>
                    <a:pt x="1421" y="6423"/>
                  </a:lnTo>
                  <a:lnTo>
                    <a:pt x="4210" y="5890"/>
                  </a:lnTo>
                  <a:lnTo>
                    <a:pt x="8054" y="6881"/>
                  </a:lnTo>
                  <a:lnTo>
                    <a:pt x="9418" y="6100"/>
                  </a:lnTo>
                  <a:lnTo>
                    <a:pt x="10043" y="5322"/>
                  </a:lnTo>
                  <a:lnTo>
                    <a:pt x="9353" y="1870"/>
                  </a:lnTo>
                  <a:lnTo>
                    <a:pt x="1327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h2177"/>
            <p:cNvSpPr/>
            <p:nvPr/>
          </p:nvSpPr>
          <p:spPr>
            <a:xfrm>
              <a:off x="2453668" y="2606084"/>
              <a:ext cx="59722" cy="89994"/>
            </a:xfrm>
            <a:custGeom>
              <a:avLst/>
              <a:pathLst>
                <a:path w="59722" h="89994">
                  <a:moveTo>
                    <a:pt x="24664" y="2720"/>
                  </a:moveTo>
                  <a:lnTo>
                    <a:pt x="35324" y="12304"/>
                  </a:lnTo>
                  <a:lnTo>
                    <a:pt x="45719" y="11328"/>
                  </a:lnTo>
                  <a:lnTo>
                    <a:pt x="47684" y="22717"/>
                  </a:lnTo>
                  <a:lnTo>
                    <a:pt x="45069" y="22720"/>
                  </a:lnTo>
                  <a:lnTo>
                    <a:pt x="46257" y="29810"/>
                  </a:lnTo>
                  <a:lnTo>
                    <a:pt x="40629" y="30247"/>
                  </a:lnTo>
                  <a:lnTo>
                    <a:pt x="41363" y="32865"/>
                  </a:lnTo>
                  <a:lnTo>
                    <a:pt x="44939" y="34819"/>
                  </a:lnTo>
                  <a:lnTo>
                    <a:pt x="45103" y="35987"/>
                  </a:lnTo>
                  <a:lnTo>
                    <a:pt x="40310" y="46957"/>
                  </a:lnTo>
                  <a:lnTo>
                    <a:pt x="38794" y="58400"/>
                  </a:lnTo>
                  <a:lnTo>
                    <a:pt x="43330" y="55865"/>
                  </a:lnTo>
                  <a:lnTo>
                    <a:pt x="44762" y="58484"/>
                  </a:lnTo>
                  <a:lnTo>
                    <a:pt x="43078" y="58256"/>
                  </a:lnTo>
                  <a:lnTo>
                    <a:pt x="42699" y="60305"/>
                  </a:lnTo>
                  <a:lnTo>
                    <a:pt x="44642" y="60538"/>
                  </a:lnTo>
                  <a:lnTo>
                    <a:pt x="44482" y="61468"/>
                  </a:lnTo>
                  <a:lnTo>
                    <a:pt x="52372" y="63720"/>
                  </a:lnTo>
                  <a:lnTo>
                    <a:pt x="56509" y="73940"/>
                  </a:lnTo>
                  <a:lnTo>
                    <a:pt x="59722" y="79319"/>
                  </a:lnTo>
                  <a:lnTo>
                    <a:pt x="59333" y="82830"/>
                  </a:lnTo>
                  <a:lnTo>
                    <a:pt x="57421" y="83869"/>
                  </a:lnTo>
                  <a:lnTo>
                    <a:pt x="56513" y="78826"/>
                  </a:lnTo>
                  <a:lnTo>
                    <a:pt x="54606" y="77246"/>
                  </a:lnTo>
                  <a:lnTo>
                    <a:pt x="52435" y="76926"/>
                  </a:lnTo>
                  <a:lnTo>
                    <a:pt x="50406" y="77145"/>
                  </a:lnTo>
                  <a:lnTo>
                    <a:pt x="47942" y="79566"/>
                  </a:lnTo>
                  <a:lnTo>
                    <a:pt x="47366" y="84122"/>
                  </a:lnTo>
                  <a:lnTo>
                    <a:pt x="46268" y="85682"/>
                  </a:lnTo>
                  <a:lnTo>
                    <a:pt x="27665" y="89994"/>
                  </a:lnTo>
                  <a:lnTo>
                    <a:pt x="22103" y="86706"/>
                  </a:lnTo>
                  <a:lnTo>
                    <a:pt x="20145" y="86281"/>
                  </a:lnTo>
                  <a:lnTo>
                    <a:pt x="19822" y="80777"/>
                  </a:lnTo>
                  <a:lnTo>
                    <a:pt x="21776" y="76072"/>
                  </a:lnTo>
                  <a:lnTo>
                    <a:pt x="21459" y="74778"/>
                  </a:lnTo>
                  <a:lnTo>
                    <a:pt x="20254" y="73988"/>
                  </a:lnTo>
                  <a:lnTo>
                    <a:pt x="19271" y="71299"/>
                  </a:lnTo>
                  <a:lnTo>
                    <a:pt x="8388" y="73498"/>
                  </a:lnTo>
                  <a:lnTo>
                    <a:pt x="4951" y="75858"/>
                  </a:lnTo>
                  <a:lnTo>
                    <a:pt x="2086" y="75315"/>
                  </a:lnTo>
                  <a:lnTo>
                    <a:pt x="0" y="69201"/>
                  </a:lnTo>
                  <a:lnTo>
                    <a:pt x="3950" y="68359"/>
                  </a:lnTo>
                  <a:lnTo>
                    <a:pt x="3219" y="66849"/>
                  </a:lnTo>
                  <a:lnTo>
                    <a:pt x="5129" y="66397"/>
                  </a:lnTo>
                  <a:lnTo>
                    <a:pt x="6638" y="64293"/>
                  </a:lnTo>
                  <a:lnTo>
                    <a:pt x="4051" y="61056"/>
                  </a:lnTo>
                  <a:lnTo>
                    <a:pt x="6128" y="58809"/>
                  </a:lnTo>
                  <a:lnTo>
                    <a:pt x="13983" y="66011"/>
                  </a:lnTo>
                  <a:lnTo>
                    <a:pt x="18324" y="68150"/>
                  </a:lnTo>
                  <a:lnTo>
                    <a:pt x="21869" y="65032"/>
                  </a:lnTo>
                  <a:lnTo>
                    <a:pt x="21166" y="57576"/>
                  </a:lnTo>
                  <a:lnTo>
                    <a:pt x="26803" y="57564"/>
                  </a:lnTo>
                  <a:lnTo>
                    <a:pt x="27499" y="53835"/>
                  </a:lnTo>
                  <a:lnTo>
                    <a:pt x="29873" y="53234"/>
                  </a:lnTo>
                  <a:lnTo>
                    <a:pt x="33322" y="54293"/>
                  </a:lnTo>
                  <a:lnTo>
                    <a:pt x="32540" y="43524"/>
                  </a:lnTo>
                  <a:lnTo>
                    <a:pt x="24650" y="37943"/>
                  </a:lnTo>
                  <a:lnTo>
                    <a:pt x="27178" y="34616"/>
                  </a:lnTo>
                  <a:lnTo>
                    <a:pt x="23344" y="33320"/>
                  </a:lnTo>
                  <a:lnTo>
                    <a:pt x="19652" y="28782"/>
                  </a:lnTo>
                  <a:lnTo>
                    <a:pt x="15813" y="26661"/>
                  </a:lnTo>
                  <a:lnTo>
                    <a:pt x="15569" y="28026"/>
                  </a:lnTo>
                  <a:lnTo>
                    <a:pt x="11809" y="28079"/>
                  </a:lnTo>
                  <a:lnTo>
                    <a:pt x="11087" y="27161"/>
                  </a:lnTo>
                  <a:lnTo>
                    <a:pt x="10911" y="23439"/>
                  </a:lnTo>
                  <a:lnTo>
                    <a:pt x="16280" y="23835"/>
                  </a:lnTo>
                  <a:lnTo>
                    <a:pt x="19267" y="13834"/>
                  </a:lnTo>
                  <a:lnTo>
                    <a:pt x="9283" y="13236"/>
                  </a:lnTo>
                  <a:lnTo>
                    <a:pt x="10032" y="8234"/>
                  </a:lnTo>
                  <a:lnTo>
                    <a:pt x="20273" y="10905"/>
                  </a:lnTo>
                  <a:lnTo>
                    <a:pt x="22598" y="7389"/>
                  </a:lnTo>
                  <a:lnTo>
                    <a:pt x="21885" y="4036"/>
                  </a:lnTo>
                  <a:lnTo>
                    <a:pt x="19788" y="3577"/>
                  </a:lnTo>
                  <a:lnTo>
                    <a:pt x="2052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h2178"/>
            <p:cNvSpPr/>
            <p:nvPr/>
          </p:nvSpPr>
          <p:spPr>
            <a:xfrm>
              <a:off x="2622420" y="2640438"/>
              <a:ext cx="41971" cy="78364"/>
            </a:xfrm>
            <a:custGeom>
              <a:avLst/>
              <a:pathLst>
                <a:path w="41971" h="78364">
                  <a:moveTo>
                    <a:pt x="7912" y="806"/>
                  </a:moveTo>
                  <a:lnTo>
                    <a:pt x="12609" y="10997"/>
                  </a:lnTo>
                  <a:lnTo>
                    <a:pt x="15303" y="11155"/>
                  </a:lnTo>
                  <a:lnTo>
                    <a:pt x="19280" y="10033"/>
                  </a:lnTo>
                  <a:lnTo>
                    <a:pt x="21059" y="15368"/>
                  </a:lnTo>
                  <a:lnTo>
                    <a:pt x="26342" y="14509"/>
                  </a:lnTo>
                  <a:lnTo>
                    <a:pt x="29393" y="20514"/>
                  </a:lnTo>
                  <a:lnTo>
                    <a:pt x="33596" y="30304"/>
                  </a:lnTo>
                  <a:lnTo>
                    <a:pt x="34834" y="35974"/>
                  </a:lnTo>
                  <a:lnTo>
                    <a:pt x="38179" y="43367"/>
                  </a:lnTo>
                  <a:lnTo>
                    <a:pt x="38736" y="43387"/>
                  </a:lnTo>
                  <a:lnTo>
                    <a:pt x="41971" y="52186"/>
                  </a:lnTo>
                  <a:lnTo>
                    <a:pt x="40209" y="58892"/>
                  </a:lnTo>
                  <a:lnTo>
                    <a:pt x="33594" y="60266"/>
                  </a:lnTo>
                  <a:lnTo>
                    <a:pt x="31674" y="54122"/>
                  </a:lnTo>
                  <a:lnTo>
                    <a:pt x="28521" y="54954"/>
                  </a:lnTo>
                  <a:lnTo>
                    <a:pt x="28181" y="58169"/>
                  </a:lnTo>
                  <a:lnTo>
                    <a:pt x="33429" y="78081"/>
                  </a:lnTo>
                  <a:lnTo>
                    <a:pt x="29538" y="78364"/>
                  </a:lnTo>
                  <a:lnTo>
                    <a:pt x="28375" y="73419"/>
                  </a:lnTo>
                  <a:lnTo>
                    <a:pt x="28883" y="68717"/>
                  </a:lnTo>
                  <a:lnTo>
                    <a:pt x="24757" y="60967"/>
                  </a:lnTo>
                  <a:lnTo>
                    <a:pt x="24001" y="61095"/>
                  </a:lnTo>
                  <a:lnTo>
                    <a:pt x="23029" y="58401"/>
                  </a:lnTo>
                  <a:lnTo>
                    <a:pt x="21860" y="52776"/>
                  </a:lnTo>
                  <a:lnTo>
                    <a:pt x="25031" y="51940"/>
                  </a:lnTo>
                  <a:lnTo>
                    <a:pt x="21161" y="42283"/>
                  </a:lnTo>
                  <a:lnTo>
                    <a:pt x="17715" y="44087"/>
                  </a:lnTo>
                  <a:lnTo>
                    <a:pt x="12537" y="33997"/>
                  </a:lnTo>
                  <a:lnTo>
                    <a:pt x="11389" y="34538"/>
                  </a:lnTo>
                  <a:lnTo>
                    <a:pt x="9449" y="32457"/>
                  </a:lnTo>
                  <a:lnTo>
                    <a:pt x="4013" y="20490"/>
                  </a:lnTo>
                  <a:lnTo>
                    <a:pt x="4018" y="17507"/>
                  </a:lnTo>
                  <a:lnTo>
                    <a:pt x="6329" y="16706"/>
                  </a:lnTo>
                  <a:lnTo>
                    <a:pt x="650" y="2624"/>
                  </a:lnTo>
                  <a:lnTo>
                    <a:pt x="0" y="670"/>
                  </a:lnTo>
                  <a:lnTo>
                    <a:pt x="576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h2179"/>
            <p:cNvSpPr/>
            <p:nvPr/>
          </p:nvSpPr>
          <p:spPr>
            <a:xfrm>
              <a:off x="2464085" y="2744805"/>
              <a:ext cx="85016" cy="60235"/>
            </a:xfrm>
            <a:custGeom>
              <a:avLst/>
              <a:pathLst>
                <a:path w="85016" h="60235">
                  <a:moveTo>
                    <a:pt x="47322" y="1121"/>
                  </a:moveTo>
                  <a:lnTo>
                    <a:pt x="53004" y="771"/>
                  </a:lnTo>
                  <a:lnTo>
                    <a:pt x="55191" y="3680"/>
                  </a:lnTo>
                  <a:lnTo>
                    <a:pt x="56028" y="8349"/>
                  </a:lnTo>
                  <a:lnTo>
                    <a:pt x="58882" y="12326"/>
                  </a:lnTo>
                  <a:lnTo>
                    <a:pt x="62025" y="14073"/>
                  </a:lnTo>
                  <a:lnTo>
                    <a:pt x="63841" y="12546"/>
                  </a:lnTo>
                  <a:lnTo>
                    <a:pt x="65198" y="12823"/>
                  </a:lnTo>
                  <a:lnTo>
                    <a:pt x="67799" y="9081"/>
                  </a:lnTo>
                  <a:lnTo>
                    <a:pt x="70577" y="9411"/>
                  </a:lnTo>
                  <a:lnTo>
                    <a:pt x="74750" y="16394"/>
                  </a:lnTo>
                  <a:lnTo>
                    <a:pt x="79143" y="15989"/>
                  </a:lnTo>
                  <a:lnTo>
                    <a:pt x="79633" y="16588"/>
                  </a:lnTo>
                  <a:lnTo>
                    <a:pt x="83052" y="23235"/>
                  </a:lnTo>
                  <a:lnTo>
                    <a:pt x="82200" y="30915"/>
                  </a:lnTo>
                  <a:lnTo>
                    <a:pt x="85016" y="38045"/>
                  </a:lnTo>
                  <a:lnTo>
                    <a:pt x="82880" y="40722"/>
                  </a:lnTo>
                  <a:lnTo>
                    <a:pt x="77634" y="38767"/>
                  </a:lnTo>
                  <a:lnTo>
                    <a:pt x="74803" y="38893"/>
                  </a:lnTo>
                  <a:lnTo>
                    <a:pt x="70994" y="36112"/>
                  </a:lnTo>
                  <a:lnTo>
                    <a:pt x="70745" y="33386"/>
                  </a:lnTo>
                  <a:lnTo>
                    <a:pt x="67209" y="29415"/>
                  </a:lnTo>
                  <a:lnTo>
                    <a:pt x="64120" y="28267"/>
                  </a:lnTo>
                  <a:lnTo>
                    <a:pt x="58350" y="27660"/>
                  </a:lnTo>
                  <a:lnTo>
                    <a:pt x="50702" y="29367"/>
                  </a:lnTo>
                  <a:lnTo>
                    <a:pt x="47346" y="29129"/>
                  </a:lnTo>
                  <a:lnTo>
                    <a:pt x="39299" y="26635"/>
                  </a:lnTo>
                  <a:lnTo>
                    <a:pt x="33263" y="32514"/>
                  </a:lnTo>
                  <a:lnTo>
                    <a:pt x="31461" y="31918"/>
                  </a:lnTo>
                  <a:lnTo>
                    <a:pt x="32020" y="28650"/>
                  </a:lnTo>
                  <a:lnTo>
                    <a:pt x="26368" y="28196"/>
                  </a:lnTo>
                  <a:lnTo>
                    <a:pt x="27741" y="36383"/>
                  </a:lnTo>
                  <a:lnTo>
                    <a:pt x="31759" y="41829"/>
                  </a:lnTo>
                  <a:lnTo>
                    <a:pt x="32157" y="45692"/>
                  </a:lnTo>
                  <a:lnTo>
                    <a:pt x="31373" y="56061"/>
                  </a:lnTo>
                  <a:lnTo>
                    <a:pt x="33587" y="58034"/>
                  </a:lnTo>
                  <a:lnTo>
                    <a:pt x="29866" y="60235"/>
                  </a:lnTo>
                  <a:lnTo>
                    <a:pt x="26946" y="57314"/>
                  </a:lnTo>
                  <a:lnTo>
                    <a:pt x="23630" y="57407"/>
                  </a:lnTo>
                  <a:lnTo>
                    <a:pt x="16815" y="53058"/>
                  </a:lnTo>
                  <a:lnTo>
                    <a:pt x="15061" y="50783"/>
                  </a:lnTo>
                  <a:lnTo>
                    <a:pt x="13060" y="50587"/>
                  </a:lnTo>
                  <a:lnTo>
                    <a:pt x="0" y="45671"/>
                  </a:lnTo>
                  <a:lnTo>
                    <a:pt x="2804" y="39675"/>
                  </a:lnTo>
                  <a:lnTo>
                    <a:pt x="502" y="38419"/>
                  </a:lnTo>
                  <a:lnTo>
                    <a:pt x="2296" y="30192"/>
                  </a:lnTo>
                  <a:lnTo>
                    <a:pt x="5583" y="26191"/>
                  </a:lnTo>
                  <a:lnTo>
                    <a:pt x="6341" y="23492"/>
                  </a:lnTo>
                  <a:lnTo>
                    <a:pt x="5971" y="18119"/>
                  </a:lnTo>
                  <a:lnTo>
                    <a:pt x="7964" y="10907"/>
                  </a:lnTo>
                  <a:lnTo>
                    <a:pt x="8568" y="9913"/>
                  </a:lnTo>
                  <a:lnTo>
                    <a:pt x="12628" y="10599"/>
                  </a:lnTo>
                  <a:lnTo>
                    <a:pt x="17136" y="10332"/>
                  </a:lnTo>
                  <a:lnTo>
                    <a:pt x="16202" y="7617"/>
                  </a:lnTo>
                  <a:lnTo>
                    <a:pt x="22675" y="4964"/>
                  </a:lnTo>
                  <a:lnTo>
                    <a:pt x="29978" y="7786"/>
                  </a:lnTo>
                  <a:lnTo>
                    <a:pt x="37147" y="7013"/>
                  </a:lnTo>
                  <a:lnTo>
                    <a:pt x="4350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h2180"/>
            <p:cNvSpPr/>
            <p:nvPr/>
          </p:nvSpPr>
          <p:spPr>
            <a:xfrm>
              <a:off x="2556460" y="2774549"/>
              <a:ext cx="48835" cy="36984"/>
            </a:xfrm>
            <a:custGeom>
              <a:avLst/>
              <a:pathLst>
                <a:path w="48835" h="36984">
                  <a:moveTo>
                    <a:pt x="36145" y="2278"/>
                  </a:moveTo>
                  <a:lnTo>
                    <a:pt x="35826" y="5461"/>
                  </a:lnTo>
                  <a:lnTo>
                    <a:pt x="40132" y="3442"/>
                  </a:lnTo>
                  <a:lnTo>
                    <a:pt x="41026" y="3426"/>
                  </a:lnTo>
                  <a:lnTo>
                    <a:pt x="37539" y="9439"/>
                  </a:lnTo>
                  <a:lnTo>
                    <a:pt x="37296" y="11995"/>
                  </a:lnTo>
                  <a:lnTo>
                    <a:pt x="43987" y="14404"/>
                  </a:lnTo>
                  <a:lnTo>
                    <a:pt x="48835" y="20552"/>
                  </a:lnTo>
                  <a:lnTo>
                    <a:pt x="43775" y="19634"/>
                  </a:lnTo>
                  <a:lnTo>
                    <a:pt x="43110" y="24159"/>
                  </a:lnTo>
                  <a:lnTo>
                    <a:pt x="40195" y="30609"/>
                  </a:lnTo>
                  <a:lnTo>
                    <a:pt x="38461" y="31280"/>
                  </a:lnTo>
                  <a:lnTo>
                    <a:pt x="38881" y="32978"/>
                  </a:lnTo>
                  <a:lnTo>
                    <a:pt x="35391" y="35050"/>
                  </a:lnTo>
                  <a:lnTo>
                    <a:pt x="32919" y="34744"/>
                  </a:lnTo>
                  <a:lnTo>
                    <a:pt x="33169" y="32932"/>
                  </a:lnTo>
                  <a:lnTo>
                    <a:pt x="29246" y="33600"/>
                  </a:lnTo>
                  <a:lnTo>
                    <a:pt x="24614" y="36984"/>
                  </a:lnTo>
                  <a:lnTo>
                    <a:pt x="20054" y="36859"/>
                  </a:lnTo>
                  <a:lnTo>
                    <a:pt x="18200" y="32744"/>
                  </a:lnTo>
                  <a:lnTo>
                    <a:pt x="18134" y="26849"/>
                  </a:lnTo>
                  <a:lnTo>
                    <a:pt x="5214" y="27411"/>
                  </a:lnTo>
                  <a:lnTo>
                    <a:pt x="3461" y="22881"/>
                  </a:lnTo>
                  <a:lnTo>
                    <a:pt x="4202" y="19567"/>
                  </a:lnTo>
                  <a:lnTo>
                    <a:pt x="0" y="16055"/>
                  </a:lnTo>
                  <a:lnTo>
                    <a:pt x="6894" y="14127"/>
                  </a:lnTo>
                  <a:lnTo>
                    <a:pt x="6743" y="10506"/>
                  </a:lnTo>
                  <a:lnTo>
                    <a:pt x="7528" y="7795"/>
                  </a:lnTo>
                  <a:lnTo>
                    <a:pt x="16988" y="13856"/>
                  </a:lnTo>
                  <a:lnTo>
                    <a:pt x="21536" y="11190"/>
                  </a:lnTo>
                  <a:lnTo>
                    <a:pt x="23690" y="8573"/>
                  </a:lnTo>
                  <a:lnTo>
                    <a:pt x="28113" y="8613"/>
                  </a:lnTo>
                  <a:lnTo>
                    <a:pt x="30465" y="4489"/>
                  </a:lnTo>
                  <a:lnTo>
                    <a:pt x="32852" y="7671"/>
                  </a:lnTo>
                  <a:lnTo>
                    <a:pt x="34243" y="6983"/>
                  </a:lnTo>
                  <a:lnTo>
                    <a:pt x="34674" y="6549"/>
                  </a:lnTo>
                  <a:lnTo>
                    <a:pt x="33705" y="2705"/>
                  </a:lnTo>
                  <a:lnTo>
                    <a:pt x="32239" y="636"/>
                  </a:lnTo>
                  <a:lnTo>
                    <a:pt x="33064" y="39"/>
                  </a:lnTo>
                  <a:lnTo>
                    <a:pt x="3453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h2181"/>
            <p:cNvSpPr/>
            <p:nvPr/>
          </p:nvSpPr>
          <p:spPr>
            <a:xfrm>
              <a:off x="2330706" y="2586266"/>
              <a:ext cx="69151" cy="93929"/>
            </a:xfrm>
            <a:custGeom>
              <a:avLst/>
              <a:pathLst>
                <a:path w="69151" h="93929">
                  <a:moveTo>
                    <a:pt x="63952" y="8793"/>
                  </a:moveTo>
                  <a:lnTo>
                    <a:pt x="69070" y="15557"/>
                  </a:lnTo>
                  <a:lnTo>
                    <a:pt x="64612" y="24253"/>
                  </a:lnTo>
                  <a:lnTo>
                    <a:pt x="62063" y="25027"/>
                  </a:lnTo>
                  <a:lnTo>
                    <a:pt x="66258" y="29357"/>
                  </a:lnTo>
                  <a:lnTo>
                    <a:pt x="63953" y="30907"/>
                  </a:lnTo>
                  <a:lnTo>
                    <a:pt x="69151" y="37089"/>
                  </a:lnTo>
                  <a:lnTo>
                    <a:pt x="60049" y="38692"/>
                  </a:lnTo>
                  <a:lnTo>
                    <a:pt x="61698" y="49101"/>
                  </a:lnTo>
                  <a:lnTo>
                    <a:pt x="58907" y="48952"/>
                  </a:lnTo>
                  <a:lnTo>
                    <a:pt x="54239" y="52749"/>
                  </a:lnTo>
                  <a:lnTo>
                    <a:pt x="53193" y="57561"/>
                  </a:lnTo>
                  <a:lnTo>
                    <a:pt x="55250" y="57577"/>
                  </a:lnTo>
                  <a:lnTo>
                    <a:pt x="54561" y="62868"/>
                  </a:lnTo>
                  <a:lnTo>
                    <a:pt x="46025" y="68758"/>
                  </a:lnTo>
                  <a:lnTo>
                    <a:pt x="43565" y="72716"/>
                  </a:lnTo>
                  <a:lnTo>
                    <a:pt x="43293" y="77638"/>
                  </a:lnTo>
                  <a:lnTo>
                    <a:pt x="35301" y="87510"/>
                  </a:lnTo>
                  <a:lnTo>
                    <a:pt x="34828" y="88623"/>
                  </a:lnTo>
                  <a:lnTo>
                    <a:pt x="33063" y="88477"/>
                  </a:lnTo>
                  <a:lnTo>
                    <a:pt x="30430" y="86656"/>
                  </a:lnTo>
                  <a:lnTo>
                    <a:pt x="24330" y="88203"/>
                  </a:lnTo>
                  <a:lnTo>
                    <a:pt x="21248" y="90897"/>
                  </a:lnTo>
                  <a:lnTo>
                    <a:pt x="19813" y="93929"/>
                  </a:lnTo>
                  <a:lnTo>
                    <a:pt x="18056" y="93269"/>
                  </a:lnTo>
                  <a:lnTo>
                    <a:pt x="17875" y="93208"/>
                  </a:lnTo>
                  <a:lnTo>
                    <a:pt x="13262" y="89398"/>
                  </a:lnTo>
                  <a:lnTo>
                    <a:pt x="15353" y="82638"/>
                  </a:lnTo>
                  <a:lnTo>
                    <a:pt x="8896" y="81102"/>
                  </a:lnTo>
                  <a:lnTo>
                    <a:pt x="11277" y="68927"/>
                  </a:lnTo>
                  <a:lnTo>
                    <a:pt x="767" y="70283"/>
                  </a:lnTo>
                  <a:lnTo>
                    <a:pt x="0" y="69670"/>
                  </a:lnTo>
                  <a:lnTo>
                    <a:pt x="864" y="67897"/>
                  </a:lnTo>
                  <a:lnTo>
                    <a:pt x="3020" y="68778"/>
                  </a:lnTo>
                  <a:lnTo>
                    <a:pt x="5960" y="61585"/>
                  </a:lnTo>
                  <a:lnTo>
                    <a:pt x="10093" y="60609"/>
                  </a:lnTo>
                  <a:lnTo>
                    <a:pt x="16519" y="56448"/>
                  </a:lnTo>
                  <a:lnTo>
                    <a:pt x="17153" y="50868"/>
                  </a:lnTo>
                  <a:lnTo>
                    <a:pt x="20560" y="45371"/>
                  </a:lnTo>
                  <a:lnTo>
                    <a:pt x="22913" y="43693"/>
                  </a:lnTo>
                  <a:lnTo>
                    <a:pt x="27687" y="43814"/>
                  </a:lnTo>
                  <a:lnTo>
                    <a:pt x="27523" y="45844"/>
                  </a:lnTo>
                  <a:lnTo>
                    <a:pt x="34547" y="47259"/>
                  </a:lnTo>
                  <a:lnTo>
                    <a:pt x="36816" y="45311"/>
                  </a:lnTo>
                  <a:lnTo>
                    <a:pt x="43001" y="48207"/>
                  </a:lnTo>
                  <a:lnTo>
                    <a:pt x="46120" y="44390"/>
                  </a:lnTo>
                  <a:lnTo>
                    <a:pt x="52116" y="46694"/>
                  </a:lnTo>
                  <a:lnTo>
                    <a:pt x="59444" y="48034"/>
                  </a:lnTo>
                  <a:lnTo>
                    <a:pt x="60662" y="46372"/>
                  </a:lnTo>
                  <a:lnTo>
                    <a:pt x="59155" y="39080"/>
                  </a:lnTo>
                  <a:lnTo>
                    <a:pt x="46164" y="41518"/>
                  </a:lnTo>
                  <a:lnTo>
                    <a:pt x="50429" y="27343"/>
                  </a:lnTo>
                  <a:lnTo>
                    <a:pt x="42677" y="27229"/>
                  </a:lnTo>
                  <a:lnTo>
                    <a:pt x="38811" y="19283"/>
                  </a:lnTo>
                  <a:lnTo>
                    <a:pt x="39343" y="17320"/>
                  </a:lnTo>
                  <a:lnTo>
                    <a:pt x="41836" y="8107"/>
                  </a:lnTo>
                  <a:lnTo>
                    <a:pt x="46432" y="7808"/>
                  </a:lnTo>
                  <a:lnTo>
                    <a:pt x="47045" y="753"/>
                  </a:lnTo>
                  <a:lnTo>
                    <a:pt x="54976" y="1732"/>
                  </a:lnTo>
                  <a:lnTo>
                    <a:pt x="6042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h2182"/>
            <p:cNvSpPr/>
            <p:nvPr/>
          </p:nvSpPr>
          <p:spPr>
            <a:xfrm>
              <a:off x="2451818" y="2632745"/>
              <a:ext cx="35171" cy="41488"/>
            </a:xfrm>
            <a:custGeom>
              <a:avLst/>
              <a:pathLst>
                <a:path w="35171" h="41488">
                  <a:moveTo>
                    <a:pt x="21502" y="2121"/>
                  </a:moveTo>
                  <a:lnTo>
                    <a:pt x="25193" y="6658"/>
                  </a:lnTo>
                  <a:lnTo>
                    <a:pt x="29027" y="7955"/>
                  </a:lnTo>
                  <a:lnTo>
                    <a:pt x="26499" y="11281"/>
                  </a:lnTo>
                  <a:lnTo>
                    <a:pt x="34389" y="16863"/>
                  </a:lnTo>
                  <a:lnTo>
                    <a:pt x="35171" y="27631"/>
                  </a:lnTo>
                  <a:lnTo>
                    <a:pt x="31723" y="26573"/>
                  </a:lnTo>
                  <a:lnTo>
                    <a:pt x="29348" y="27173"/>
                  </a:lnTo>
                  <a:lnTo>
                    <a:pt x="28652" y="30903"/>
                  </a:lnTo>
                  <a:lnTo>
                    <a:pt x="23015" y="30915"/>
                  </a:lnTo>
                  <a:lnTo>
                    <a:pt x="23719" y="38371"/>
                  </a:lnTo>
                  <a:lnTo>
                    <a:pt x="20173" y="41488"/>
                  </a:lnTo>
                  <a:lnTo>
                    <a:pt x="15832" y="39350"/>
                  </a:lnTo>
                  <a:lnTo>
                    <a:pt x="7977" y="32147"/>
                  </a:lnTo>
                  <a:lnTo>
                    <a:pt x="5901" y="34395"/>
                  </a:lnTo>
                  <a:lnTo>
                    <a:pt x="8488" y="37632"/>
                  </a:lnTo>
                  <a:lnTo>
                    <a:pt x="6979" y="39736"/>
                  </a:lnTo>
                  <a:lnTo>
                    <a:pt x="5069" y="40188"/>
                  </a:lnTo>
                  <a:lnTo>
                    <a:pt x="5789" y="39450"/>
                  </a:lnTo>
                  <a:lnTo>
                    <a:pt x="5240" y="37910"/>
                  </a:lnTo>
                  <a:lnTo>
                    <a:pt x="548" y="32376"/>
                  </a:lnTo>
                  <a:lnTo>
                    <a:pt x="2140" y="32478"/>
                  </a:lnTo>
                  <a:lnTo>
                    <a:pt x="7379" y="25046"/>
                  </a:lnTo>
                  <a:lnTo>
                    <a:pt x="6626" y="22032"/>
                  </a:lnTo>
                  <a:lnTo>
                    <a:pt x="2249" y="21365"/>
                  </a:lnTo>
                  <a:lnTo>
                    <a:pt x="543" y="22189"/>
                  </a:lnTo>
                  <a:lnTo>
                    <a:pt x="0" y="21017"/>
                  </a:lnTo>
                  <a:lnTo>
                    <a:pt x="1000" y="16074"/>
                  </a:lnTo>
                  <a:lnTo>
                    <a:pt x="2045" y="14467"/>
                  </a:lnTo>
                  <a:lnTo>
                    <a:pt x="10309" y="10063"/>
                  </a:lnTo>
                  <a:lnTo>
                    <a:pt x="15140" y="9588"/>
                  </a:lnTo>
                  <a:lnTo>
                    <a:pt x="15863" y="7510"/>
                  </a:lnTo>
                  <a:lnTo>
                    <a:pt x="13614" y="7010"/>
                  </a:lnTo>
                  <a:lnTo>
                    <a:pt x="13544" y="7702"/>
                  </a:lnTo>
                  <a:lnTo>
                    <a:pt x="12568" y="7672"/>
                  </a:lnTo>
                  <a:lnTo>
                    <a:pt x="12788" y="4488"/>
                  </a:lnTo>
                  <a:lnTo>
                    <a:pt x="13659" y="1418"/>
                  </a:lnTo>
                  <a:lnTo>
                    <a:pt x="17419" y="1364"/>
                  </a:lnTo>
                  <a:lnTo>
                    <a:pt x="1766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h2183"/>
            <p:cNvSpPr/>
            <p:nvPr/>
          </p:nvSpPr>
          <p:spPr>
            <a:xfrm>
              <a:off x="2455173" y="2529269"/>
              <a:ext cx="53377" cy="89120"/>
            </a:xfrm>
            <a:custGeom>
              <a:avLst/>
              <a:pathLst>
                <a:path w="53377" h="89120">
                  <a:moveTo>
                    <a:pt x="15861" y="3618"/>
                  </a:moveTo>
                  <a:lnTo>
                    <a:pt x="17181" y="7044"/>
                  </a:lnTo>
                  <a:lnTo>
                    <a:pt x="22081" y="10990"/>
                  </a:lnTo>
                  <a:lnTo>
                    <a:pt x="26256" y="12257"/>
                  </a:lnTo>
                  <a:lnTo>
                    <a:pt x="27712" y="19247"/>
                  </a:lnTo>
                  <a:lnTo>
                    <a:pt x="30281" y="19690"/>
                  </a:lnTo>
                  <a:lnTo>
                    <a:pt x="32426" y="21208"/>
                  </a:lnTo>
                  <a:lnTo>
                    <a:pt x="30573" y="31049"/>
                  </a:lnTo>
                  <a:lnTo>
                    <a:pt x="33622" y="31082"/>
                  </a:lnTo>
                  <a:lnTo>
                    <a:pt x="28486" y="35411"/>
                  </a:lnTo>
                  <a:lnTo>
                    <a:pt x="24520" y="33907"/>
                  </a:lnTo>
                  <a:lnTo>
                    <a:pt x="27873" y="42778"/>
                  </a:lnTo>
                  <a:lnTo>
                    <a:pt x="31283" y="41962"/>
                  </a:lnTo>
                  <a:lnTo>
                    <a:pt x="34099" y="45213"/>
                  </a:lnTo>
                  <a:lnTo>
                    <a:pt x="28462" y="45509"/>
                  </a:lnTo>
                  <a:lnTo>
                    <a:pt x="28799" y="46612"/>
                  </a:lnTo>
                  <a:lnTo>
                    <a:pt x="36982" y="47974"/>
                  </a:lnTo>
                  <a:lnTo>
                    <a:pt x="37462" y="49628"/>
                  </a:lnTo>
                  <a:lnTo>
                    <a:pt x="52320" y="50652"/>
                  </a:lnTo>
                  <a:lnTo>
                    <a:pt x="52515" y="51886"/>
                  </a:lnTo>
                  <a:lnTo>
                    <a:pt x="52997" y="54458"/>
                  </a:lnTo>
                  <a:lnTo>
                    <a:pt x="52413" y="66352"/>
                  </a:lnTo>
                  <a:lnTo>
                    <a:pt x="50034" y="66990"/>
                  </a:lnTo>
                  <a:lnTo>
                    <a:pt x="53377" y="79747"/>
                  </a:lnTo>
                  <a:lnTo>
                    <a:pt x="52377" y="81463"/>
                  </a:lnTo>
                  <a:lnTo>
                    <a:pt x="43710" y="83451"/>
                  </a:lnTo>
                  <a:lnTo>
                    <a:pt x="44214" y="88143"/>
                  </a:lnTo>
                  <a:lnTo>
                    <a:pt x="33819" y="89120"/>
                  </a:lnTo>
                  <a:lnTo>
                    <a:pt x="23158" y="79535"/>
                  </a:lnTo>
                  <a:lnTo>
                    <a:pt x="19017" y="76815"/>
                  </a:lnTo>
                  <a:lnTo>
                    <a:pt x="18283" y="80393"/>
                  </a:lnTo>
                  <a:lnTo>
                    <a:pt x="20380" y="80851"/>
                  </a:lnTo>
                  <a:lnTo>
                    <a:pt x="21093" y="84204"/>
                  </a:lnTo>
                  <a:lnTo>
                    <a:pt x="18768" y="87720"/>
                  </a:lnTo>
                  <a:lnTo>
                    <a:pt x="8527" y="85049"/>
                  </a:lnTo>
                  <a:lnTo>
                    <a:pt x="9454" y="78887"/>
                  </a:lnTo>
                  <a:lnTo>
                    <a:pt x="11656" y="79263"/>
                  </a:lnTo>
                  <a:lnTo>
                    <a:pt x="11400" y="77013"/>
                  </a:lnTo>
                  <a:lnTo>
                    <a:pt x="9823" y="73727"/>
                  </a:lnTo>
                  <a:lnTo>
                    <a:pt x="9485" y="68203"/>
                  </a:lnTo>
                  <a:lnTo>
                    <a:pt x="6322" y="66256"/>
                  </a:lnTo>
                  <a:lnTo>
                    <a:pt x="5444" y="59462"/>
                  </a:lnTo>
                  <a:lnTo>
                    <a:pt x="0" y="60622"/>
                  </a:lnTo>
                  <a:lnTo>
                    <a:pt x="2686" y="52170"/>
                  </a:lnTo>
                  <a:lnTo>
                    <a:pt x="841" y="45736"/>
                  </a:lnTo>
                  <a:lnTo>
                    <a:pt x="1261" y="28767"/>
                  </a:lnTo>
                  <a:lnTo>
                    <a:pt x="5536" y="29524"/>
                  </a:lnTo>
                  <a:lnTo>
                    <a:pt x="8011" y="28882"/>
                  </a:lnTo>
                  <a:lnTo>
                    <a:pt x="5907" y="24844"/>
                  </a:lnTo>
                  <a:lnTo>
                    <a:pt x="3808" y="24968"/>
                  </a:lnTo>
                  <a:lnTo>
                    <a:pt x="2692" y="23012"/>
                  </a:lnTo>
                  <a:lnTo>
                    <a:pt x="5629" y="18818"/>
                  </a:lnTo>
                  <a:lnTo>
                    <a:pt x="3249" y="16602"/>
                  </a:lnTo>
                  <a:lnTo>
                    <a:pt x="6760" y="15656"/>
                  </a:lnTo>
                  <a:lnTo>
                    <a:pt x="11774" y="14121"/>
                  </a:lnTo>
                  <a:lnTo>
                    <a:pt x="11301" y="1142"/>
                  </a:lnTo>
                  <a:lnTo>
                    <a:pt x="1591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h2184"/>
            <p:cNvSpPr/>
            <p:nvPr/>
          </p:nvSpPr>
          <p:spPr>
            <a:xfrm>
              <a:off x="2456254" y="2719781"/>
              <a:ext cx="21488" cy="15957"/>
            </a:xfrm>
            <a:custGeom>
              <a:avLst/>
              <a:pathLst>
                <a:path w="21488" h="15957">
                  <a:moveTo>
                    <a:pt x="12309" y="0"/>
                  </a:moveTo>
                  <a:lnTo>
                    <a:pt x="17714" y="1902"/>
                  </a:lnTo>
                  <a:lnTo>
                    <a:pt x="18460" y="6403"/>
                  </a:lnTo>
                  <a:lnTo>
                    <a:pt x="21488" y="13629"/>
                  </a:lnTo>
                  <a:lnTo>
                    <a:pt x="17067" y="15427"/>
                  </a:lnTo>
                  <a:lnTo>
                    <a:pt x="14609" y="14885"/>
                  </a:lnTo>
                  <a:lnTo>
                    <a:pt x="12244" y="12768"/>
                  </a:lnTo>
                  <a:lnTo>
                    <a:pt x="9859" y="14655"/>
                  </a:lnTo>
                  <a:lnTo>
                    <a:pt x="9906" y="15534"/>
                  </a:lnTo>
                  <a:lnTo>
                    <a:pt x="8020" y="15957"/>
                  </a:lnTo>
                  <a:lnTo>
                    <a:pt x="3291" y="6898"/>
                  </a:lnTo>
                  <a:lnTo>
                    <a:pt x="0" y="3993"/>
                  </a:lnTo>
                  <a:lnTo>
                    <a:pt x="92" y="2087"/>
                  </a:lnTo>
                  <a:lnTo>
                    <a:pt x="4388" y="705"/>
                  </a:lnTo>
                  <a:lnTo>
                    <a:pt x="5505" y="1460"/>
                  </a:lnTo>
                  <a:lnTo>
                    <a:pt x="8762" y="123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h2185"/>
            <p:cNvSpPr/>
            <p:nvPr/>
          </p:nvSpPr>
          <p:spPr>
            <a:xfrm>
              <a:off x="2724382" y="2741388"/>
              <a:ext cx="33312" cy="38722"/>
            </a:xfrm>
            <a:custGeom>
              <a:avLst/>
              <a:pathLst>
                <a:path w="33312" h="38722">
                  <a:moveTo>
                    <a:pt x="18436" y="2192"/>
                  </a:moveTo>
                  <a:lnTo>
                    <a:pt x="20855" y="3387"/>
                  </a:lnTo>
                  <a:lnTo>
                    <a:pt x="22476" y="2755"/>
                  </a:lnTo>
                  <a:lnTo>
                    <a:pt x="23661" y="1113"/>
                  </a:lnTo>
                  <a:lnTo>
                    <a:pt x="25491" y="944"/>
                  </a:lnTo>
                  <a:lnTo>
                    <a:pt x="26242" y="1599"/>
                  </a:lnTo>
                  <a:lnTo>
                    <a:pt x="27431" y="4581"/>
                  </a:lnTo>
                  <a:lnTo>
                    <a:pt x="23654" y="3195"/>
                  </a:lnTo>
                  <a:lnTo>
                    <a:pt x="22067" y="3606"/>
                  </a:lnTo>
                  <a:lnTo>
                    <a:pt x="21900" y="5475"/>
                  </a:lnTo>
                  <a:lnTo>
                    <a:pt x="22873" y="6964"/>
                  </a:lnTo>
                  <a:lnTo>
                    <a:pt x="22064" y="9312"/>
                  </a:lnTo>
                  <a:lnTo>
                    <a:pt x="26033" y="17620"/>
                  </a:lnTo>
                  <a:lnTo>
                    <a:pt x="29201" y="15751"/>
                  </a:lnTo>
                  <a:lnTo>
                    <a:pt x="28677" y="18860"/>
                  </a:lnTo>
                  <a:lnTo>
                    <a:pt x="32228" y="21380"/>
                  </a:lnTo>
                  <a:lnTo>
                    <a:pt x="33312" y="24497"/>
                  </a:lnTo>
                  <a:lnTo>
                    <a:pt x="30878" y="27810"/>
                  </a:lnTo>
                  <a:lnTo>
                    <a:pt x="25597" y="31773"/>
                  </a:lnTo>
                  <a:lnTo>
                    <a:pt x="20988" y="33512"/>
                  </a:lnTo>
                  <a:lnTo>
                    <a:pt x="21109" y="35588"/>
                  </a:lnTo>
                  <a:lnTo>
                    <a:pt x="17265" y="38118"/>
                  </a:lnTo>
                  <a:lnTo>
                    <a:pt x="16233" y="38129"/>
                  </a:lnTo>
                  <a:lnTo>
                    <a:pt x="13679" y="36263"/>
                  </a:lnTo>
                  <a:lnTo>
                    <a:pt x="12866" y="37413"/>
                  </a:lnTo>
                  <a:lnTo>
                    <a:pt x="13698" y="37904"/>
                  </a:lnTo>
                  <a:lnTo>
                    <a:pt x="11956" y="38722"/>
                  </a:lnTo>
                  <a:lnTo>
                    <a:pt x="10668" y="38221"/>
                  </a:lnTo>
                  <a:lnTo>
                    <a:pt x="7871" y="34346"/>
                  </a:lnTo>
                  <a:lnTo>
                    <a:pt x="114" y="30666"/>
                  </a:lnTo>
                  <a:lnTo>
                    <a:pt x="0" y="27077"/>
                  </a:lnTo>
                  <a:lnTo>
                    <a:pt x="2450" y="27248"/>
                  </a:lnTo>
                  <a:lnTo>
                    <a:pt x="3460" y="18589"/>
                  </a:lnTo>
                  <a:lnTo>
                    <a:pt x="2379" y="14424"/>
                  </a:lnTo>
                  <a:lnTo>
                    <a:pt x="10853" y="6381"/>
                  </a:lnTo>
                  <a:lnTo>
                    <a:pt x="11934" y="7907"/>
                  </a:lnTo>
                  <a:lnTo>
                    <a:pt x="15363" y="5801"/>
                  </a:lnTo>
                  <a:lnTo>
                    <a:pt x="13830" y="3613"/>
                  </a:lnTo>
                  <a:lnTo>
                    <a:pt x="1771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h2186"/>
            <p:cNvSpPr/>
            <p:nvPr/>
          </p:nvSpPr>
          <p:spPr>
            <a:xfrm>
              <a:off x="2581626" y="2710840"/>
              <a:ext cx="58465" cy="34764"/>
            </a:xfrm>
            <a:custGeom>
              <a:avLst/>
              <a:pathLst>
                <a:path w="58465" h="34764">
                  <a:moveTo>
                    <a:pt x="24623" y="340"/>
                  </a:moveTo>
                  <a:lnTo>
                    <a:pt x="27225" y="2959"/>
                  </a:lnTo>
                  <a:lnTo>
                    <a:pt x="37742" y="782"/>
                  </a:lnTo>
                  <a:lnTo>
                    <a:pt x="42913" y="2214"/>
                  </a:lnTo>
                  <a:lnTo>
                    <a:pt x="45102" y="1878"/>
                  </a:lnTo>
                  <a:lnTo>
                    <a:pt x="48720" y="10846"/>
                  </a:lnTo>
                  <a:lnTo>
                    <a:pt x="48420" y="22736"/>
                  </a:lnTo>
                  <a:lnTo>
                    <a:pt x="52152" y="24021"/>
                  </a:lnTo>
                  <a:lnTo>
                    <a:pt x="55374" y="26152"/>
                  </a:lnTo>
                  <a:lnTo>
                    <a:pt x="57754" y="31054"/>
                  </a:lnTo>
                  <a:lnTo>
                    <a:pt x="58465" y="34764"/>
                  </a:lnTo>
                  <a:lnTo>
                    <a:pt x="55586" y="33843"/>
                  </a:lnTo>
                  <a:lnTo>
                    <a:pt x="54176" y="34476"/>
                  </a:lnTo>
                  <a:lnTo>
                    <a:pt x="47437" y="34346"/>
                  </a:lnTo>
                  <a:lnTo>
                    <a:pt x="41628" y="26199"/>
                  </a:lnTo>
                  <a:lnTo>
                    <a:pt x="32712" y="21994"/>
                  </a:lnTo>
                  <a:lnTo>
                    <a:pt x="26946" y="18383"/>
                  </a:lnTo>
                  <a:lnTo>
                    <a:pt x="24495" y="20066"/>
                  </a:lnTo>
                  <a:lnTo>
                    <a:pt x="21438" y="14320"/>
                  </a:lnTo>
                  <a:lnTo>
                    <a:pt x="24633" y="12636"/>
                  </a:lnTo>
                  <a:lnTo>
                    <a:pt x="23825" y="11317"/>
                  </a:lnTo>
                  <a:lnTo>
                    <a:pt x="19128" y="14629"/>
                  </a:lnTo>
                  <a:lnTo>
                    <a:pt x="19533" y="18474"/>
                  </a:lnTo>
                  <a:lnTo>
                    <a:pt x="14250" y="17428"/>
                  </a:lnTo>
                  <a:lnTo>
                    <a:pt x="9977" y="21096"/>
                  </a:lnTo>
                  <a:lnTo>
                    <a:pt x="7779" y="21644"/>
                  </a:lnTo>
                  <a:lnTo>
                    <a:pt x="7011" y="20521"/>
                  </a:lnTo>
                  <a:lnTo>
                    <a:pt x="7953" y="20197"/>
                  </a:lnTo>
                  <a:lnTo>
                    <a:pt x="6972" y="18332"/>
                  </a:lnTo>
                  <a:lnTo>
                    <a:pt x="3508" y="13257"/>
                  </a:lnTo>
                  <a:lnTo>
                    <a:pt x="0" y="9711"/>
                  </a:lnTo>
                  <a:lnTo>
                    <a:pt x="8958" y="8919"/>
                  </a:lnTo>
                  <a:lnTo>
                    <a:pt x="10447" y="12789"/>
                  </a:lnTo>
                  <a:lnTo>
                    <a:pt x="15555" y="10710"/>
                  </a:lnTo>
                  <a:lnTo>
                    <a:pt x="18410" y="13564"/>
                  </a:lnTo>
                  <a:lnTo>
                    <a:pt x="20523" y="12599"/>
                  </a:lnTo>
                  <a:lnTo>
                    <a:pt x="16412" y="4607"/>
                  </a:lnTo>
                  <a:lnTo>
                    <a:pt x="2134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h2187"/>
            <p:cNvSpPr/>
            <p:nvPr/>
          </p:nvSpPr>
          <p:spPr>
            <a:xfrm>
              <a:off x="2659518" y="2736075"/>
              <a:ext cx="36403" cy="69211"/>
            </a:xfrm>
            <a:custGeom>
              <a:avLst/>
              <a:pathLst>
                <a:path w="36403" h="69211">
                  <a:moveTo>
                    <a:pt x="10891" y="0"/>
                  </a:moveTo>
                  <a:lnTo>
                    <a:pt x="12455" y="842"/>
                  </a:lnTo>
                  <a:lnTo>
                    <a:pt x="11028" y="6109"/>
                  </a:lnTo>
                  <a:lnTo>
                    <a:pt x="13346" y="18971"/>
                  </a:lnTo>
                  <a:lnTo>
                    <a:pt x="14236" y="21696"/>
                  </a:lnTo>
                  <a:lnTo>
                    <a:pt x="17329" y="21748"/>
                  </a:lnTo>
                  <a:lnTo>
                    <a:pt x="17263" y="26867"/>
                  </a:lnTo>
                  <a:lnTo>
                    <a:pt x="17871" y="27740"/>
                  </a:lnTo>
                  <a:lnTo>
                    <a:pt x="19554" y="28412"/>
                  </a:lnTo>
                  <a:lnTo>
                    <a:pt x="28702" y="27695"/>
                  </a:lnTo>
                  <a:lnTo>
                    <a:pt x="36390" y="32110"/>
                  </a:lnTo>
                  <a:lnTo>
                    <a:pt x="36403" y="34022"/>
                  </a:lnTo>
                  <a:lnTo>
                    <a:pt x="34020" y="36725"/>
                  </a:lnTo>
                  <a:lnTo>
                    <a:pt x="29656" y="42407"/>
                  </a:lnTo>
                  <a:lnTo>
                    <a:pt x="29698" y="45297"/>
                  </a:lnTo>
                  <a:lnTo>
                    <a:pt x="32041" y="48111"/>
                  </a:lnTo>
                  <a:lnTo>
                    <a:pt x="33270" y="51338"/>
                  </a:lnTo>
                  <a:lnTo>
                    <a:pt x="31252" y="57397"/>
                  </a:lnTo>
                  <a:lnTo>
                    <a:pt x="32033" y="57426"/>
                  </a:lnTo>
                  <a:lnTo>
                    <a:pt x="29995" y="59840"/>
                  </a:lnTo>
                  <a:lnTo>
                    <a:pt x="28648" y="60143"/>
                  </a:lnTo>
                  <a:lnTo>
                    <a:pt x="29172" y="62567"/>
                  </a:lnTo>
                  <a:lnTo>
                    <a:pt x="31481" y="66347"/>
                  </a:lnTo>
                  <a:lnTo>
                    <a:pt x="30348" y="67908"/>
                  </a:lnTo>
                  <a:lnTo>
                    <a:pt x="26356" y="69211"/>
                  </a:lnTo>
                  <a:lnTo>
                    <a:pt x="23597" y="68378"/>
                  </a:lnTo>
                  <a:lnTo>
                    <a:pt x="16603" y="68752"/>
                  </a:lnTo>
                  <a:lnTo>
                    <a:pt x="14883" y="62410"/>
                  </a:lnTo>
                  <a:lnTo>
                    <a:pt x="16455" y="55254"/>
                  </a:lnTo>
                  <a:lnTo>
                    <a:pt x="15141" y="53454"/>
                  </a:lnTo>
                  <a:lnTo>
                    <a:pt x="11018" y="50486"/>
                  </a:lnTo>
                  <a:lnTo>
                    <a:pt x="8922" y="44908"/>
                  </a:lnTo>
                  <a:lnTo>
                    <a:pt x="6975" y="42762"/>
                  </a:lnTo>
                  <a:lnTo>
                    <a:pt x="7217" y="40056"/>
                  </a:lnTo>
                  <a:lnTo>
                    <a:pt x="9092" y="35734"/>
                  </a:lnTo>
                  <a:lnTo>
                    <a:pt x="11792" y="35604"/>
                  </a:lnTo>
                  <a:lnTo>
                    <a:pt x="9489" y="27553"/>
                  </a:lnTo>
                  <a:lnTo>
                    <a:pt x="4044" y="26030"/>
                  </a:lnTo>
                  <a:lnTo>
                    <a:pt x="1017" y="21005"/>
                  </a:lnTo>
                  <a:lnTo>
                    <a:pt x="0" y="10882"/>
                  </a:lnTo>
                  <a:lnTo>
                    <a:pt x="1450" y="8407"/>
                  </a:lnTo>
                  <a:lnTo>
                    <a:pt x="4031" y="7234"/>
                  </a:lnTo>
                  <a:lnTo>
                    <a:pt x="3408" y="3909"/>
                  </a:lnTo>
                  <a:lnTo>
                    <a:pt x="5760" y="11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h2188"/>
            <p:cNvSpPr/>
            <p:nvPr/>
          </p:nvSpPr>
          <p:spPr>
            <a:xfrm>
              <a:off x="2465137" y="2683011"/>
              <a:ext cx="47864" cy="46158"/>
            </a:xfrm>
            <a:custGeom>
              <a:avLst/>
              <a:pathLst>
                <a:path w="47864" h="46158">
                  <a:moveTo>
                    <a:pt x="43137" y="320"/>
                  </a:moveTo>
                  <a:lnTo>
                    <a:pt x="45044" y="1900"/>
                  </a:lnTo>
                  <a:lnTo>
                    <a:pt x="45953" y="6943"/>
                  </a:lnTo>
                  <a:lnTo>
                    <a:pt x="47864" y="5903"/>
                  </a:lnTo>
                  <a:lnTo>
                    <a:pt x="43058" y="9260"/>
                  </a:lnTo>
                  <a:lnTo>
                    <a:pt x="44631" y="14783"/>
                  </a:lnTo>
                  <a:lnTo>
                    <a:pt x="38270" y="16853"/>
                  </a:lnTo>
                  <a:lnTo>
                    <a:pt x="30568" y="23209"/>
                  </a:lnTo>
                  <a:lnTo>
                    <a:pt x="30920" y="25377"/>
                  </a:lnTo>
                  <a:lnTo>
                    <a:pt x="33816" y="29380"/>
                  </a:lnTo>
                  <a:lnTo>
                    <a:pt x="35252" y="36818"/>
                  </a:lnTo>
                  <a:lnTo>
                    <a:pt x="34650" y="38581"/>
                  </a:lnTo>
                  <a:lnTo>
                    <a:pt x="32514" y="40111"/>
                  </a:lnTo>
                  <a:lnTo>
                    <a:pt x="32739" y="44676"/>
                  </a:lnTo>
                  <a:lnTo>
                    <a:pt x="29686" y="45321"/>
                  </a:lnTo>
                  <a:lnTo>
                    <a:pt x="27807" y="44726"/>
                  </a:lnTo>
                  <a:lnTo>
                    <a:pt x="27873" y="43379"/>
                  </a:lnTo>
                  <a:lnTo>
                    <a:pt x="26390" y="42551"/>
                  </a:lnTo>
                  <a:lnTo>
                    <a:pt x="23344" y="42589"/>
                  </a:lnTo>
                  <a:lnTo>
                    <a:pt x="22170" y="43448"/>
                  </a:lnTo>
                  <a:lnTo>
                    <a:pt x="23289" y="46158"/>
                  </a:lnTo>
                  <a:lnTo>
                    <a:pt x="20399" y="44694"/>
                  </a:lnTo>
                  <a:lnTo>
                    <a:pt x="16793" y="39043"/>
                  </a:lnTo>
                  <a:lnTo>
                    <a:pt x="18733" y="37055"/>
                  </a:lnTo>
                  <a:lnTo>
                    <a:pt x="16450" y="31957"/>
                  </a:lnTo>
                  <a:lnTo>
                    <a:pt x="14755" y="24014"/>
                  </a:lnTo>
                  <a:lnTo>
                    <a:pt x="13274" y="23440"/>
                  </a:lnTo>
                  <a:lnTo>
                    <a:pt x="7521" y="24311"/>
                  </a:lnTo>
                  <a:lnTo>
                    <a:pt x="6871" y="22952"/>
                  </a:lnTo>
                  <a:lnTo>
                    <a:pt x="0" y="18980"/>
                  </a:lnTo>
                  <a:lnTo>
                    <a:pt x="6050" y="11153"/>
                  </a:lnTo>
                  <a:lnTo>
                    <a:pt x="10634" y="9779"/>
                  </a:lnTo>
                  <a:lnTo>
                    <a:pt x="16196" y="13068"/>
                  </a:lnTo>
                  <a:lnTo>
                    <a:pt x="34799" y="8756"/>
                  </a:lnTo>
                  <a:lnTo>
                    <a:pt x="35897" y="7195"/>
                  </a:lnTo>
                  <a:lnTo>
                    <a:pt x="36473" y="2640"/>
                  </a:lnTo>
                  <a:lnTo>
                    <a:pt x="38937" y="218"/>
                  </a:lnTo>
                  <a:lnTo>
                    <a:pt x="4096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h2189"/>
            <p:cNvSpPr/>
            <p:nvPr/>
          </p:nvSpPr>
          <p:spPr>
            <a:xfrm>
              <a:off x="2384871" y="2720936"/>
              <a:ext cx="56077" cy="44972"/>
            </a:xfrm>
            <a:custGeom>
              <a:avLst/>
              <a:pathLst>
                <a:path w="56077" h="44972">
                  <a:moveTo>
                    <a:pt x="37301" y="2411"/>
                  </a:moveTo>
                  <a:lnTo>
                    <a:pt x="37289" y="4483"/>
                  </a:lnTo>
                  <a:lnTo>
                    <a:pt x="40876" y="8352"/>
                  </a:lnTo>
                  <a:lnTo>
                    <a:pt x="43931" y="10309"/>
                  </a:lnTo>
                  <a:lnTo>
                    <a:pt x="40966" y="16113"/>
                  </a:lnTo>
                  <a:lnTo>
                    <a:pt x="41959" y="16991"/>
                  </a:lnTo>
                  <a:lnTo>
                    <a:pt x="49091" y="18467"/>
                  </a:lnTo>
                  <a:lnTo>
                    <a:pt x="54184" y="21155"/>
                  </a:lnTo>
                  <a:lnTo>
                    <a:pt x="56077" y="23005"/>
                  </a:lnTo>
                  <a:lnTo>
                    <a:pt x="51002" y="27596"/>
                  </a:lnTo>
                  <a:lnTo>
                    <a:pt x="46772" y="29269"/>
                  </a:lnTo>
                  <a:lnTo>
                    <a:pt x="45739" y="28495"/>
                  </a:lnTo>
                  <a:lnTo>
                    <a:pt x="38863" y="30186"/>
                  </a:lnTo>
                  <a:lnTo>
                    <a:pt x="36046" y="44052"/>
                  </a:lnTo>
                  <a:lnTo>
                    <a:pt x="35032" y="44015"/>
                  </a:lnTo>
                  <a:lnTo>
                    <a:pt x="29504" y="43079"/>
                  </a:lnTo>
                  <a:lnTo>
                    <a:pt x="26919" y="43460"/>
                  </a:lnTo>
                  <a:lnTo>
                    <a:pt x="22504" y="41556"/>
                  </a:lnTo>
                  <a:lnTo>
                    <a:pt x="16901" y="41047"/>
                  </a:lnTo>
                  <a:lnTo>
                    <a:pt x="9885" y="42970"/>
                  </a:lnTo>
                  <a:lnTo>
                    <a:pt x="3626" y="42676"/>
                  </a:lnTo>
                  <a:lnTo>
                    <a:pt x="887" y="44972"/>
                  </a:lnTo>
                  <a:lnTo>
                    <a:pt x="0" y="42331"/>
                  </a:lnTo>
                  <a:lnTo>
                    <a:pt x="2467" y="37403"/>
                  </a:lnTo>
                  <a:lnTo>
                    <a:pt x="11366" y="31996"/>
                  </a:lnTo>
                  <a:lnTo>
                    <a:pt x="11145" y="30692"/>
                  </a:lnTo>
                  <a:lnTo>
                    <a:pt x="9037" y="28644"/>
                  </a:lnTo>
                  <a:lnTo>
                    <a:pt x="12758" y="24595"/>
                  </a:lnTo>
                  <a:lnTo>
                    <a:pt x="21358" y="17836"/>
                  </a:lnTo>
                  <a:lnTo>
                    <a:pt x="20985" y="15369"/>
                  </a:lnTo>
                  <a:lnTo>
                    <a:pt x="18443" y="14271"/>
                  </a:lnTo>
                  <a:lnTo>
                    <a:pt x="17141" y="15623"/>
                  </a:lnTo>
                  <a:lnTo>
                    <a:pt x="18529" y="8511"/>
                  </a:lnTo>
                  <a:lnTo>
                    <a:pt x="21304" y="1117"/>
                  </a:lnTo>
                  <a:lnTo>
                    <a:pt x="19650" y="74"/>
                  </a:lnTo>
                  <a:lnTo>
                    <a:pt x="3259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h2190"/>
            <p:cNvSpPr/>
            <p:nvPr/>
          </p:nvSpPr>
          <p:spPr>
            <a:xfrm>
              <a:off x="2688166" y="2792391"/>
              <a:ext cx="10594" cy="16372"/>
            </a:xfrm>
            <a:custGeom>
              <a:avLst/>
              <a:pathLst>
                <a:path w="10594" h="16372">
                  <a:moveTo>
                    <a:pt x="7916" y="0"/>
                  </a:moveTo>
                  <a:lnTo>
                    <a:pt x="10594" y="3380"/>
                  </a:lnTo>
                  <a:lnTo>
                    <a:pt x="9917" y="5604"/>
                  </a:lnTo>
                  <a:lnTo>
                    <a:pt x="7583" y="7805"/>
                  </a:lnTo>
                  <a:lnTo>
                    <a:pt x="9477" y="14324"/>
                  </a:lnTo>
                  <a:lnTo>
                    <a:pt x="10134" y="14870"/>
                  </a:lnTo>
                  <a:lnTo>
                    <a:pt x="9113" y="16372"/>
                  </a:lnTo>
                  <a:lnTo>
                    <a:pt x="7034" y="16016"/>
                  </a:lnTo>
                  <a:lnTo>
                    <a:pt x="2833" y="10031"/>
                  </a:lnTo>
                  <a:lnTo>
                    <a:pt x="523" y="6250"/>
                  </a:lnTo>
                  <a:lnTo>
                    <a:pt x="0" y="3826"/>
                  </a:lnTo>
                  <a:lnTo>
                    <a:pt x="1347" y="3524"/>
                  </a:lnTo>
                  <a:lnTo>
                    <a:pt x="3384" y="1110"/>
                  </a:lnTo>
                  <a:lnTo>
                    <a:pt x="4901" y="6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h2191"/>
            <p:cNvSpPr/>
            <p:nvPr/>
          </p:nvSpPr>
          <p:spPr>
            <a:xfrm>
              <a:off x="2593756" y="2771681"/>
              <a:ext cx="37717" cy="39277"/>
            </a:xfrm>
            <a:custGeom>
              <a:avLst/>
              <a:pathLst>
                <a:path w="37717" h="39277">
                  <a:moveTo>
                    <a:pt x="25546" y="0"/>
                  </a:moveTo>
                  <a:lnTo>
                    <a:pt x="26255" y="1751"/>
                  </a:lnTo>
                  <a:lnTo>
                    <a:pt x="27966" y="2474"/>
                  </a:lnTo>
                  <a:lnTo>
                    <a:pt x="33313" y="1221"/>
                  </a:lnTo>
                  <a:lnTo>
                    <a:pt x="34069" y="3054"/>
                  </a:lnTo>
                  <a:lnTo>
                    <a:pt x="36804" y="8348"/>
                  </a:lnTo>
                  <a:lnTo>
                    <a:pt x="37717" y="13408"/>
                  </a:lnTo>
                  <a:lnTo>
                    <a:pt x="36213" y="21791"/>
                  </a:lnTo>
                  <a:lnTo>
                    <a:pt x="37250" y="27778"/>
                  </a:lnTo>
                  <a:lnTo>
                    <a:pt x="36712" y="31182"/>
                  </a:lnTo>
                  <a:lnTo>
                    <a:pt x="33123" y="29633"/>
                  </a:lnTo>
                  <a:lnTo>
                    <a:pt x="32759" y="31285"/>
                  </a:lnTo>
                  <a:lnTo>
                    <a:pt x="33494" y="33170"/>
                  </a:lnTo>
                  <a:lnTo>
                    <a:pt x="30896" y="39277"/>
                  </a:lnTo>
                  <a:lnTo>
                    <a:pt x="29102" y="38471"/>
                  </a:lnTo>
                  <a:lnTo>
                    <a:pt x="21465" y="31056"/>
                  </a:lnTo>
                  <a:lnTo>
                    <a:pt x="17102" y="23795"/>
                  </a:lnTo>
                  <a:lnTo>
                    <a:pt x="11538" y="23420"/>
                  </a:lnTo>
                  <a:lnTo>
                    <a:pt x="6690" y="17272"/>
                  </a:lnTo>
                  <a:lnTo>
                    <a:pt x="0" y="14863"/>
                  </a:lnTo>
                  <a:lnTo>
                    <a:pt x="242" y="12307"/>
                  </a:lnTo>
                  <a:lnTo>
                    <a:pt x="3729" y="6294"/>
                  </a:lnTo>
                  <a:lnTo>
                    <a:pt x="12205" y="7561"/>
                  </a:lnTo>
                  <a:lnTo>
                    <a:pt x="14218" y="8717"/>
                  </a:lnTo>
                  <a:lnTo>
                    <a:pt x="16707" y="11769"/>
                  </a:lnTo>
                  <a:lnTo>
                    <a:pt x="18143" y="10938"/>
                  </a:lnTo>
                  <a:lnTo>
                    <a:pt x="21829" y="5521"/>
                  </a:lnTo>
                  <a:lnTo>
                    <a:pt x="23109" y="79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h2192"/>
            <p:cNvSpPr/>
            <p:nvPr/>
          </p:nvSpPr>
          <p:spPr>
            <a:xfrm>
              <a:off x="2471034" y="2500678"/>
              <a:ext cx="40582" cy="80477"/>
            </a:xfrm>
            <a:custGeom>
              <a:avLst/>
              <a:pathLst>
                <a:path w="40582" h="80477">
                  <a:moveTo>
                    <a:pt x="30395" y="1505"/>
                  </a:moveTo>
                  <a:lnTo>
                    <a:pt x="34158" y="3931"/>
                  </a:lnTo>
                  <a:lnTo>
                    <a:pt x="34231" y="12103"/>
                  </a:lnTo>
                  <a:lnTo>
                    <a:pt x="38082" y="17699"/>
                  </a:lnTo>
                  <a:lnTo>
                    <a:pt x="40388" y="17247"/>
                  </a:lnTo>
                  <a:lnTo>
                    <a:pt x="40582" y="19760"/>
                  </a:lnTo>
                  <a:lnTo>
                    <a:pt x="36824" y="25499"/>
                  </a:lnTo>
                  <a:lnTo>
                    <a:pt x="35504" y="29281"/>
                  </a:lnTo>
                  <a:lnTo>
                    <a:pt x="35194" y="34056"/>
                  </a:lnTo>
                  <a:lnTo>
                    <a:pt x="37863" y="34268"/>
                  </a:lnTo>
                  <a:lnTo>
                    <a:pt x="39166" y="38657"/>
                  </a:lnTo>
                  <a:lnTo>
                    <a:pt x="39192" y="41485"/>
                  </a:lnTo>
                  <a:lnTo>
                    <a:pt x="34944" y="39325"/>
                  </a:lnTo>
                  <a:lnTo>
                    <a:pt x="32307" y="53413"/>
                  </a:lnTo>
                  <a:lnTo>
                    <a:pt x="39650" y="60491"/>
                  </a:lnTo>
                  <a:lnTo>
                    <a:pt x="36654" y="80477"/>
                  </a:lnTo>
                  <a:lnTo>
                    <a:pt x="36458" y="79243"/>
                  </a:lnTo>
                  <a:lnTo>
                    <a:pt x="21601" y="78218"/>
                  </a:lnTo>
                  <a:lnTo>
                    <a:pt x="21121" y="76565"/>
                  </a:lnTo>
                  <a:lnTo>
                    <a:pt x="12938" y="75203"/>
                  </a:lnTo>
                  <a:lnTo>
                    <a:pt x="12601" y="74100"/>
                  </a:lnTo>
                  <a:lnTo>
                    <a:pt x="18238" y="73804"/>
                  </a:lnTo>
                  <a:lnTo>
                    <a:pt x="15422" y="70553"/>
                  </a:lnTo>
                  <a:lnTo>
                    <a:pt x="12012" y="71369"/>
                  </a:lnTo>
                  <a:lnTo>
                    <a:pt x="8659" y="62498"/>
                  </a:lnTo>
                  <a:lnTo>
                    <a:pt x="12625" y="64002"/>
                  </a:lnTo>
                  <a:lnTo>
                    <a:pt x="17761" y="59673"/>
                  </a:lnTo>
                  <a:lnTo>
                    <a:pt x="14712" y="59640"/>
                  </a:lnTo>
                  <a:lnTo>
                    <a:pt x="16564" y="49799"/>
                  </a:lnTo>
                  <a:lnTo>
                    <a:pt x="14420" y="48281"/>
                  </a:lnTo>
                  <a:lnTo>
                    <a:pt x="11851" y="47838"/>
                  </a:lnTo>
                  <a:lnTo>
                    <a:pt x="10395" y="40848"/>
                  </a:lnTo>
                  <a:lnTo>
                    <a:pt x="6220" y="39581"/>
                  </a:lnTo>
                  <a:lnTo>
                    <a:pt x="1320" y="35635"/>
                  </a:lnTo>
                  <a:lnTo>
                    <a:pt x="0" y="32209"/>
                  </a:lnTo>
                  <a:lnTo>
                    <a:pt x="56" y="28590"/>
                  </a:lnTo>
                  <a:lnTo>
                    <a:pt x="3646" y="29542"/>
                  </a:lnTo>
                  <a:lnTo>
                    <a:pt x="3010" y="26367"/>
                  </a:lnTo>
                  <a:lnTo>
                    <a:pt x="8559" y="27161"/>
                  </a:lnTo>
                  <a:lnTo>
                    <a:pt x="10352" y="21549"/>
                  </a:lnTo>
                  <a:lnTo>
                    <a:pt x="13825" y="19442"/>
                  </a:lnTo>
                  <a:lnTo>
                    <a:pt x="13517" y="15736"/>
                  </a:lnTo>
                  <a:lnTo>
                    <a:pt x="9341" y="14992"/>
                  </a:lnTo>
                  <a:lnTo>
                    <a:pt x="9692" y="11621"/>
                  </a:lnTo>
                  <a:lnTo>
                    <a:pt x="21897" y="12445"/>
                  </a:lnTo>
                  <a:lnTo>
                    <a:pt x="22791" y="10163"/>
                  </a:lnTo>
                  <a:lnTo>
                    <a:pt x="22608" y="9510"/>
                  </a:lnTo>
                  <a:lnTo>
                    <a:pt x="21125" y="9240"/>
                  </a:lnTo>
                  <a:lnTo>
                    <a:pt x="20290" y="5899"/>
                  </a:lnTo>
                  <a:lnTo>
                    <a:pt x="26156" y="6217"/>
                  </a:lnTo>
                  <a:lnTo>
                    <a:pt x="32293" y="4463"/>
                  </a:lnTo>
                  <a:lnTo>
                    <a:pt x="26841" y="2925"/>
                  </a:lnTo>
                  <a:lnTo>
                    <a:pt x="2741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h2193"/>
            <p:cNvSpPr/>
            <p:nvPr/>
          </p:nvSpPr>
          <p:spPr>
            <a:xfrm>
              <a:off x="2418277" y="2414121"/>
              <a:ext cx="75823" cy="92998"/>
            </a:xfrm>
            <a:custGeom>
              <a:avLst/>
              <a:pathLst>
                <a:path w="75823" h="92998">
                  <a:moveTo>
                    <a:pt x="73382" y="11696"/>
                  </a:moveTo>
                  <a:lnTo>
                    <a:pt x="73881" y="18570"/>
                  </a:lnTo>
                  <a:lnTo>
                    <a:pt x="70059" y="34694"/>
                  </a:lnTo>
                  <a:lnTo>
                    <a:pt x="75823" y="34907"/>
                  </a:lnTo>
                  <a:lnTo>
                    <a:pt x="74871" y="40905"/>
                  </a:lnTo>
                  <a:lnTo>
                    <a:pt x="72487" y="41486"/>
                  </a:lnTo>
                  <a:lnTo>
                    <a:pt x="69749" y="40306"/>
                  </a:lnTo>
                  <a:lnTo>
                    <a:pt x="64688" y="41744"/>
                  </a:lnTo>
                  <a:lnTo>
                    <a:pt x="62764" y="55588"/>
                  </a:lnTo>
                  <a:lnTo>
                    <a:pt x="57076" y="54881"/>
                  </a:lnTo>
                  <a:lnTo>
                    <a:pt x="55708" y="59594"/>
                  </a:lnTo>
                  <a:lnTo>
                    <a:pt x="51462" y="58790"/>
                  </a:lnTo>
                  <a:lnTo>
                    <a:pt x="46795" y="60314"/>
                  </a:lnTo>
                  <a:lnTo>
                    <a:pt x="47682" y="67577"/>
                  </a:lnTo>
                  <a:lnTo>
                    <a:pt x="49833" y="74081"/>
                  </a:lnTo>
                  <a:lnTo>
                    <a:pt x="46232" y="92998"/>
                  </a:lnTo>
                  <a:lnTo>
                    <a:pt x="45489" y="91626"/>
                  </a:lnTo>
                  <a:lnTo>
                    <a:pt x="44335" y="91353"/>
                  </a:lnTo>
                  <a:lnTo>
                    <a:pt x="38150" y="91723"/>
                  </a:lnTo>
                  <a:lnTo>
                    <a:pt x="38224" y="88554"/>
                  </a:lnTo>
                  <a:lnTo>
                    <a:pt x="31029" y="87300"/>
                  </a:lnTo>
                  <a:lnTo>
                    <a:pt x="28168" y="89131"/>
                  </a:lnTo>
                  <a:lnTo>
                    <a:pt x="9515" y="91834"/>
                  </a:lnTo>
                  <a:lnTo>
                    <a:pt x="4079" y="85442"/>
                  </a:lnTo>
                  <a:lnTo>
                    <a:pt x="3083" y="75466"/>
                  </a:lnTo>
                  <a:lnTo>
                    <a:pt x="932" y="53435"/>
                  </a:lnTo>
                  <a:lnTo>
                    <a:pt x="0" y="43896"/>
                  </a:lnTo>
                  <a:lnTo>
                    <a:pt x="5225" y="43290"/>
                  </a:lnTo>
                  <a:lnTo>
                    <a:pt x="18147" y="37593"/>
                  </a:lnTo>
                  <a:lnTo>
                    <a:pt x="24313" y="13477"/>
                  </a:lnTo>
                  <a:lnTo>
                    <a:pt x="27317" y="7994"/>
                  </a:lnTo>
                  <a:lnTo>
                    <a:pt x="27260" y="9923"/>
                  </a:lnTo>
                  <a:lnTo>
                    <a:pt x="24657" y="14222"/>
                  </a:lnTo>
                  <a:lnTo>
                    <a:pt x="25085" y="20674"/>
                  </a:lnTo>
                  <a:lnTo>
                    <a:pt x="32505" y="27778"/>
                  </a:lnTo>
                  <a:lnTo>
                    <a:pt x="43833" y="19525"/>
                  </a:lnTo>
                  <a:lnTo>
                    <a:pt x="56666" y="4105"/>
                  </a:lnTo>
                  <a:lnTo>
                    <a:pt x="6036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h2194"/>
            <p:cNvSpPr/>
            <p:nvPr/>
          </p:nvSpPr>
          <p:spPr>
            <a:xfrm>
              <a:off x="2394659" y="2600344"/>
              <a:ext cx="78276" cy="38500"/>
            </a:xfrm>
            <a:custGeom>
              <a:avLst/>
              <a:pathLst>
                <a:path w="78276" h="38500">
                  <a:moveTo>
                    <a:pt x="16525" y="1336"/>
                  </a:moveTo>
                  <a:lnTo>
                    <a:pt x="28427" y="5983"/>
                  </a:lnTo>
                  <a:lnTo>
                    <a:pt x="33301" y="6267"/>
                  </a:lnTo>
                  <a:lnTo>
                    <a:pt x="39367" y="5456"/>
                  </a:lnTo>
                  <a:lnTo>
                    <a:pt x="43676" y="6421"/>
                  </a:lnTo>
                  <a:lnTo>
                    <a:pt x="52637" y="5834"/>
                  </a:lnTo>
                  <a:lnTo>
                    <a:pt x="52280" y="9576"/>
                  </a:lnTo>
                  <a:lnTo>
                    <a:pt x="58547" y="10715"/>
                  </a:lnTo>
                  <a:lnTo>
                    <a:pt x="59119" y="7076"/>
                  </a:lnTo>
                  <a:lnTo>
                    <a:pt x="56606" y="7115"/>
                  </a:lnTo>
                  <a:lnTo>
                    <a:pt x="56783" y="3162"/>
                  </a:lnTo>
                  <a:lnTo>
                    <a:pt x="64736" y="5149"/>
                  </a:lnTo>
                  <a:lnTo>
                    <a:pt x="64666" y="6383"/>
                  </a:lnTo>
                  <a:lnTo>
                    <a:pt x="69968" y="7812"/>
                  </a:lnTo>
                  <a:lnTo>
                    <a:pt x="69041" y="13973"/>
                  </a:lnTo>
                  <a:lnTo>
                    <a:pt x="68292" y="18976"/>
                  </a:lnTo>
                  <a:lnTo>
                    <a:pt x="78276" y="19574"/>
                  </a:lnTo>
                  <a:lnTo>
                    <a:pt x="75289" y="29575"/>
                  </a:lnTo>
                  <a:lnTo>
                    <a:pt x="69920" y="29179"/>
                  </a:lnTo>
                  <a:lnTo>
                    <a:pt x="70096" y="32901"/>
                  </a:lnTo>
                  <a:lnTo>
                    <a:pt x="70818" y="33819"/>
                  </a:lnTo>
                  <a:lnTo>
                    <a:pt x="69948" y="36889"/>
                  </a:lnTo>
                  <a:lnTo>
                    <a:pt x="57572" y="33439"/>
                  </a:lnTo>
                  <a:lnTo>
                    <a:pt x="43406" y="32687"/>
                  </a:lnTo>
                  <a:lnTo>
                    <a:pt x="46146" y="30349"/>
                  </a:lnTo>
                  <a:lnTo>
                    <a:pt x="47399" y="30108"/>
                  </a:lnTo>
                  <a:lnTo>
                    <a:pt x="47250" y="28400"/>
                  </a:lnTo>
                  <a:lnTo>
                    <a:pt x="41047" y="27882"/>
                  </a:lnTo>
                  <a:lnTo>
                    <a:pt x="41310" y="34000"/>
                  </a:lnTo>
                  <a:lnTo>
                    <a:pt x="36820" y="32949"/>
                  </a:lnTo>
                  <a:lnTo>
                    <a:pt x="33879" y="33292"/>
                  </a:lnTo>
                  <a:lnTo>
                    <a:pt x="33059" y="37316"/>
                  </a:lnTo>
                  <a:lnTo>
                    <a:pt x="29985" y="37407"/>
                  </a:lnTo>
                  <a:lnTo>
                    <a:pt x="29896" y="32021"/>
                  </a:lnTo>
                  <a:lnTo>
                    <a:pt x="26746" y="32072"/>
                  </a:lnTo>
                  <a:lnTo>
                    <a:pt x="26191" y="34966"/>
                  </a:lnTo>
                  <a:lnTo>
                    <a:pt x="27461" y="35308"/>
                  </a:lnTo>
                  <a:lnTo>
                    <a:pt x="26864" y="38500"/>
                  </a:lnTo>
                  <a:lnTo>
                    <a:pt x="20180" y="37680"/>
                  </a:lnTo>
                  <a:lnTo>
                    <a:pt x="21311" y="33356"/>
                  </a:lnTo>
                  <a:lnTo>
                    <a:pt x="19598" y="28278"/>
                  </a:lnTo>
                  <a:lnTo>
                    <a:pt x="13290" y="25320"/>
                  </a:lnTo>
                  <a:lnTo>
                    <a:pt x="6475" y="25046"/>
                  </a:lnTo>
                  <a:lnTo>
                    <a:pt x="5198" y="23010"/>
                  </a:lnTo>
                  <a:lnTo>
                    <a:pt x="0" y="16828"/>
                  </a:lnTo>
                  <a:lnTo>
                    <a:pt x="2305" y="15279"/>
                  </a:lnTo>
                  <a:lnTo>
                    <a:pt x="10072" y="5799"/>
                  </a:lnTo>
                  <a:lnTo>
                    <a:pt x="9698" y="898"/>
                  </a:lnTo>
                  <a:lnTo>
                    <a:pt x="109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h2195"/>
            <p:cNvSpPr/>
            <p:nvPr/>
          </p:nvSpPr>
          <p:spPr>
            <a:xfrm>
              <a:off x="2292634" y="2589412"/>
              <a:ext cx="98734" cy="66524"/>
            </a:xfrm>
            <a:custGeom>
              <a:avLst/>
              <a:pathLst>
                <a:path w="98734" h="66524">
                  <a:moveTo>
                    <a:pt x="18007" y="1409"/>
                  </a:moveTo>
                  <a:lnTo>
                    <a:pt x="25769" y="1299"/>
                  </a:lnTo>
                  <a:lnTo>
                    <a:pt x="30870" y="3546"/>
                  </a:lnTo>
                  <a:lnTo>
                    <a:pt x="36922" y="4980"/>
                  </a:lnTo>
                  <a:lnTo>
                    <a:pt x="37578" y="2188"/>
                  </a:lnTo>
                  <a:lnTo>
                    <a:pt x="47234" y="6534"/>
                  </a:lnTo>
                  <a:lnTo>
                    <a:pt x="48606" y="15941"/>
                  </a:lnTo>
                  <a:lnTo>
                    <a:pt x="52041" y="17157"/>
                  </a:lnTo>
                  <a:lnTo>
                    <a:pt x="54505" y="12348"/>
                  </a:lnTo>
                  <a:lnTo>
                    <a:pt x="57879" y="9640"/>
                  </a:lnTo>
                  <a:lnTo>
                    <a:pt x="64533" y="10275"/>
                  </a:lnTo>
                  <a:lnTo>
                    <a:pt x="77415" y="14174"/>
                  </a:lnTo>
                  <a:lnTo>
                    <a:pt x="76883" y="16137"/>
                  </a:lnTo>
                  <a:lnTo>
                    <a:pt x="80749" y="24083"/>
                  </a:lnTo>
                  <a:lnTo>
                    <a:pt x="88501" y="24197"/>
                  </a:lnTo>
                  <a:lnTo>
                    <a:pt x="84236" y="38372"/>
                  </a:lnTo>
                  <a:lnTo>
                    <a:pt x="97227" y="35934"/>
                  </a:lnTo>
                  <a:lnTo>
                    <a:pt x="98734" y="43226"/>
                  </a:lnTo>
                  <a:lnTo>
                    <a:pt x="97516" y="44888"/>
                  </a:lnTo>
                  <a:lnTo>
                    <a:pt x="90188" y="43548"/>
                  </a:lnTo>
                  <a:lnTo>
                    <a:pt x="84192" y="41244"/>
                  </a:lnTo>
                  <a:lnTo>
                    <a:pt x="81073" y="45061"/>
                  </a:lnTo>
                  <a:lnTo>
                    <a:pt x="74888" y="42165"/>
                  </a:lnTo>
                  <a:lnTo>
                    <a:pt x="72619" y="44112"/>
                  </a:lnTo>
                  <a:lnTo>
                    <a:pt x="65595" y="42697"/>
                  </a:lnTo>
                  <a:lnTo>
                    <a:pt x="65760" y="40667"/>
                  </a:lnTo>
                  <a:lnTo>
                    <a:pt x="60985" y="40547"/>
                  </a:lnTo>
                  <a:lnTo>
                    <a:pt x="58632" y="42225"/>
                  </a:lnTo>
                  <a:lnTo>
                    <a:pt x="55225" y="47722"/>
                  </a:lnTo>
                  <a:lnTo>
                    <a:pt x="54591" y="53302"/>
                  </a:lnTo>
                  <a:lnTo>
                    <a:pt x="48165" y="57463"/>
                  </a:lnTo>
                  <a:lnTo>
                    <a:pt x="44032" y="58439"/>
                  </a:lnTo>
                  <a:lnTo>
                    <a:pt x="41092" y="65632"/>
                  </a:lnTo>
                  <a:lnTo>
                    <a:pt x="38936" y="64751"/>
                  </a:lnTo>
                  <a:lnTo>
                    <a:pt x="38072" y="66524"/>
                  </a:lnTo>
                  <a:lnTo>
                    <a:pt x="37810" y="66315"/>
                  </a:lnTo>
                  <a:lnTo>
                    <a:pt x="16349" y="49161"/>
                  </a:lnTo>
                  <a:lnTo>
                    <a:pt x="8199" y="38420"/>
                  </a:lnTo>
                  <a:lnTo>
                    <a:pt x="7614" y="36096"/>
                  </a:lnTo>
                  <a:lnTo>
                    <a:pt x="3210" y="17455"/>
                  </a:lnTo>
                  <a:lnTo>
                    <a:pt x="0" y="14702"/>
                  </a:lnTo>
                  <a:lnTo>
                    <a:pt x="1257" y="10836"/>
                  </a:lnTo>
                  <a:lnTo>
                    <a:pt x="5578" y="3527"/>
                  </a:lnTo>
                  <a:lnTo>
                    <a:pt x="7366" y="6218"/>
                  </a:lnTo>
                  <a:lnTo>
                    <a:pt x="10640" y="4679"/>
                  </a:lnTo>
                  <a:lnTo>
                    <a:pt x="1171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h2196"/>
            <p:cNvSpPr/>
            <p:nvPr/>
          </p:nvSpPr>
          <p:spPr>
            <a:xfrm>
              <a:off x="1491576" y="2112576"/>
              <a:ext cx="91694" cy="109148"/>
            </a:xfrm>
            <a:custGeom>
              <a:avLst/>
              <a:pathLst>
                <a:path w="91694" h="109148">
                  <a:moveTo>
                    <a:pt x="52326" y="1605"/>
                  </a:moveTo>
                  <a:lnTo>
                    <a:pt x="52487" y="2623"/>
                  </a:lnTo>
                  <a:lnTo>
                    <a:pt x="50954" y="3438"/>
                  </a:lnTo>
                  <a:lnTo>
                    <a:pt x="50357" y="6410"/>
                  </a:lnTo>
                  <a:lnTo>
                    <a:pt x="55024" y="12762"/>
                  </a:lnTo>
                  <a:lnTo>
                    <a:pt x="56375" y="13351"/>
                  </a:lnTo>
                  <a:lnTo>
                    <a:pt x="62550" y="11327"/>
                  </a:lnTo>
                  <a:lnTo>
                    <a:pt x="63584" y="10444"/>
                  </a:lnTo>
                  <a:lnTo>
                    <a:pt x="63911" y="8280"/>
                  </a:lnTo>
                  <a:lnTo>
                    <a:pt x="70030" y="8279"/>
                  </a:lnTo>
                  <a:lnTo>
                    <a:pt x="72542" y="6595"/>
                  </a:lnTo>
                  <a:lnTo>
                    <a:pt x="74056" y="2995"/>
                  </a:lnTo>
                  <a:lnTo>
                    <a:pt x="77814" y="3286"/>
                  </a:lnTo>
                  <a:lnTo>
                    <a:pt x="79509" y="6752"/>
                  </a:lnTo>
                  <a:lnTo>
                    <a:pt x="69957" y="16849"/>
                  </a:lnTo>
                  <a:lnTo>
                    <a:pt x="74698" y="17609"/>
                  </a:lnTo>
                  <a:lnTo>
                    <a:pt x="78186" y="24309"/>
                  </a:lnTo>
                  <a:lnTo>
                    <a:pt x="80273" y="25440"/>
                  </a:lnTo>
                  <a:lnTo>
                    <a:pt x="86818" y="23857"/>
                  </a:lnTo>
                  <a:lnTo>
                    <a:pt x="89243" y="28917"/>
                  </a:lnTo>
                  <a:lnTo>
                    <a:pt x="87627" y="30370"/>
                  </a:lnTo>
                  <a:lnTo>
                    <a:pt x="88332" y="39188"/>
                  </a:lnTo>
                  <a:lnTo>
                    <a:pt x="91694" y="40299"/>
                  </a:lnTo>
                  <a:lnTo>
                    <a:pt x="90099" y="43319"/>
                  </a:lnTo>
                  <a:lnTo>
                    <a:pt x="90616" y="55783"/>
                  </a:lnTo>
                  <a:lnTo>
                    <a:pt x="81042" y="61306"/>
                  </a:lnTo>
                  <a:lnTo>
                    <a:pt x="74261" y="70414"/>
                  </a:lnTo>
                  <a:lnTo>
                    <a:pt x="70564" y="70108"/>
                  </a:lnTo>
                  <a:lnTo>
                    <a:pt x="67638" y="66819"/>
                  </a:lnTo>
                  <a:lnTo>
                    <a:pt x="65267" y="68506"/>
                  </a:lnTo>
                  <a:lnTo>
                    <a:pt x="63620" y="71944"/>
                  </a:lnTo>
                  <a:lnTo>
                    <a:pt x="61344" y="74062"/>
                  </a:lnTo>
                  <a:lnTo>
                    <a:pt x="49738" y="72561"/>
                  </a:lnTo>
                  <a:lnTo>
                    <a:pt x="49383" y="73320"/>
                  </a:lnTo>
                  <a:lnTo>
                    <a:pt x="51327" y="75467"/>
                  </a:lnTo>
                  <a:lnTo>
                    <a:pt x="47012" y="83671"/>
                  </a:lnTo>
                  <a:lnTo>
                    <a:pt x="44980" y="89468"/>
                  </a:lnTo>
                  <a:lnTo>
                    <a:pt x="48990" y="89728"/>
                  </a:lnTo>
                  <a:lnTo>
                    <a:pt x="48571" y="96039"/>
                  </a:lnTo>
                  <a:lnTo>
                    <a:pt x="43529" y="97019"/>
                  </a:lnTo>
                  <a:lnTo>
                    <a:pt x="42537" y="100015"/>
                  </a:lnTo>
                  <a:lnTo>
                    <a:pt x="36229" y="92560"/>
                  </a:lnTo>
                  <a:lnTo>
                    <a:pt x="35076" y="93679"/>
                  </a:lnTo>
                  <a:lnTo>
                    <a:pt x="34262" y="98302"/>
                  </a:lnTo>
                  <a:lnTo>
                    <a:pt x="32227" y="100737"/>
                  </a:lnTo>
                  <a:lnTo>
                    <a:pt x="19751" y="106227"/>
                  </a:lnTo>
                  <a:lnTo>
                    <a:pt x="18973" y="109148"/>
                  </a:lnTo>
                  <a:lnTo>
                    <a:pt x="18107" y="108626"/>
                  </a:lnTo>
                  <a:lnTo>
                    <a:pt x="19596" y="106044"/>
                  </a:lnTo>
                  <a:lnTo>
                    <a:pt x="15076" y="100243"/>
                  </a:lnTo>
                  <a:lnTo>
                    <a:pt x="12824" y="98666"/>
                  </a:lnTo>
                  <a:lnTo>
                    <a:pt x="9731" y="100790"/>
                  </a:lnTo>
                  <a:lnTo>
                    <a:pt x="7053" y="104179"/>
                  </a:lnTo>
                  <a:lnTo>
                    <a:pt x="5444" y="101012"/>
                  </a:lnTo>
                  <a:lnTo>
                    <a:pt x="5044" y="94858"/>
                  </a:lnTo>
                  <a:lnTo>
                    <a:pt x="1973" y="91361"/>
                  </a:lnTo>
                  <a:lnTo>
                    <a:pt x="3896" y="88200"/>
                  </a:lnTo>
                  <a:lnTo>
                    <a:pt x="4918" y="83781"/>
                  </a:lnTo>
                  <a:lnTo>
                    <a:pt x="1556" y="79671"/>
                  </a:lnTo>
                  <a:lnTo>
                    <a:pt x="9001" y="72267"/>
                  </a:lnTo>
                  <a:lnTo>
                    <a:pt x="5392" y="67962"/>
                  </a:lnTo>
                  <a:lnTo>
                    <a:pt x="2381" y="66394"/>
                  </a:lnTo>
                  <a:lnTo>
                    <a:pt x="5773" y="55390"/>
                  </a:lnTo>
                  <a:lnTo>
                    <a:pt x="0" y="51660"/>
                  </a:lnTo>
                  <a:lnTo>
                    <a:pt x="2058" y="48129"/>
                  </a:lnTo>
                  <a:lnTo>
                    <a:pt x="6133" y="45950"/>
                  </a:lnTo>
                  <a:lnTo>
                    <a:pt x="9619" y="47037"/>
                  </a:lnTo>
                  <a:lnTo>
                    <a:pt x="13917" y="45152"/>
                  </a:lnTo>
                  <a:lnTo>
                    <a:pt x="13940" y="35325"/>
                  </a:lnTo>
                  <a:lnTo>
                    <a:pt x="11875" y="33228"/>
                  </a:lnTo>
                  <a:lnTo>
                    <a:pt x="13433" y="33569"/>
                  </a:lnTo>
                  <a:lnTo>
                    <a:pt x="16826" y="30265"/>
                  </a:lnTo>
                  <a:lnTo>
                    <a:pt x="20040" y="31777"/>
                  </a:lnTo>
                  <a:lnTo>
                    <a:pt x="22690" y="28422"/>
                  </a:lnTo>
                  <a:lnTo>
                    <a:pt x="20923" y="26392"/>
                  </a:lnTo>
                  <a:lnTo>
                    <a:pt x="25602" y="23340"/>
                  </a:lnTo>
                  <a:lnTo>
                    <a:pt x="24548" y="21360"/>
                  </a:lnTo>
                  <a:lnTo>
                    <a:pt x="23414" y="22186"/>
                  </a:lnTo>
                  <a:lnTo>
                    <a:pt x="16577" y="21985"/>
                  </a:lnTo>
                  <a:lnTo>
                    <a:pt x="19394" y="20800"/>
                  </a:lnTo>
                  <a:lnTo>
                    <a:pt x="21922" y="12848"/>
                  </a:lnTo>
                  <a:lnTo>
                    <a:pt x="38549" y="8055"/>
                  </a:lnTo>
                  <a:lnTo>
                    <a:pt x="41325" y="8178"/>
                  </a:lnTo>
                  <a:lnTo>
                    <a:pt x="41302" y="9040"/>
                  </a:lnTo>
                  <a:lnTo>
                    <a:pt x="45044" y="9220"/>
                  </a:lnTo>
                  <a:lnTo>
                    <a:pt x="45367" y="1896"/>
                  </a:lnTo>
                  <a:lnTo>
                    <a:pt x="47266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h2197"/>
            <p:cNvSpPr/>
            <p:nvPr/>
          </p:nvSpPr>
          <p:spPr>
            <a:xfrm>
              <a:off x="1703307" y="2431966"/>
              <a:ext cx="67659" cy="66851"/>
            </a:xfrm>
            <a:custGeom>
              <a:avLst/>
              <a:pathLst>
                <a:path w="67659" h="66851">
                  <a:moveTo>
                    <a:pt x="47156" y="750"/>
                  </a:moveTo>
                  <a:lnTo>
                    <a:pt x="51436" y="8409"/>
                  </a:lnTo>
                  <a:lnTo>
                    <a:pt x="53268" y="8892"/>
                  </a:lnTo>
                  <a:lnTo>
                    <a:pt x="55465" y="7418"/>
                  </a:lnTo>
                  <a:lnTo>
                    <a:pt x="67659" y="10005"/>
                  </a:lnTo>
                  <a:lnTo>
                    <a:pt x="67627" y="11476"/>
                  </a:lnTo>
                  <a:lnTo>
                    <a:pt x="63963" y="16724"/>
                  </a:lnTo>
                  <a:lnTo>
                    <a:pt x="61756" y="19117"/>
                  </a:lnTo>
                  <a:lnTo>
                    <a:pt x="58552" y="20907"/>
                  </a:lnTo>
                  <a:lnTo>
                    <a:pt x="58201" y="24767"/>
                  </a:lnTo>
                  <a:lnTo>
                    <a:pt x="58851" y="26233"/>
                  </a:lnTo>
                  <a:lnTo>
                    <a:pt x="60752" y="27366"/>
                  </a:lnTo>
                  <a:lnTo>
                    <a:pt x="61289" y="29037"/>
                  </a:lnTo>
                  <a:lnTo>
                    <a:pt x="61082" y="31848"/>
                  </a:lnTo>
                  <a:lnTo>
                    <a:pt x="59570" y="33453"/>
                  </a:lnTo>
                  <a:lnTo>
                    <a:pt x="56769" y="39892"/>
                  </a:lnTo>
                  <a:lnTo>
                    <a:pt x="56369" y="44661"/>
                  </a:lnTo>
                  <a:lnTo>
                    <a:pt x="58634" y="48609"/>
                  </a:lnTo>
                  <a:lnTo>
                    <a:pt x="56718" y="51951"/>
                  </a:lnTo>
                  <a:lnTo>
                    <a:pt x="50515" y="57023"/>
                  </a:lnTo>
                  <a:lnTo>
                    <a:pt x="49706" y="65387"/>
                  </a:lnTo>
                  <a:lnTo>
                    <a:pt x="34961" y="66851"/>
                  </a:lnTo>
                  <a:lnTo>
                    <a:pt x="32657" y="63850"/>
                  </a:lnTo>
                  <a:lnTo>
                    <a:pt x="31483" y="57907"/>
                  </a:lnTo>
                  <a:lnTo>
                    <a:pt x="17749" y="42873"/>
                  </a:lnTo>
                  <a:lnTo>
                    <a:pt x="5569" y="31361"/>
                  </a:lnTo>
                  <a:lnTo>
                    <a:pt x="7034" y="30552"/>
                  </a:lnTo>
                  <a:lnTo>
                    <a:pt x="6379" y="28243"/>
                  </a:lnTo>
                  <a:lnTo>
                    <a:pt x="0" y="23096"/>
                  </a:lnTo>
                  <a:lnTo>
                    <a:pt x="16" y="22432"/>
                  </a:lnTo>
                  <a:lnTo>
                    <a:pt x="3803" y="23973"/>
                  </a:lnTo>
                  <a:lnTo>
                    <a:pt x="11870" y="31101"/>
                  </a:lnTo>
                  <a:lnTo>
                    <a:pt x="12714" y="31303"/>
                  </a:lnTo>
                  <a:lnTo>
                    <a:pt x="12339" y="29409"/>
                  </a:lnTo>
                  <a:lnTo>
                    <a:pt x="17722" y="27866"/>
                  </a:lnTo>
                  <a:lnTo>
                    <a:pt x="13851" y="21296"/>
                  </a:lnTo>
                  <a:lnTo>
                    <a:pt x="14591" y="15797"/>
                  </a:lnTo>
                  <a:lnTo>
                    <a:pt x="20094" y="15370"/>
                  </a:lnTo>
                  <a:lnTo>
                    <a:pt x="26977" y="16531"/>
                  </a:lnTo>
                  <a:lnTo>
                    <a:pt x="29108" y="10889"/>
                  </a:lnTo>
                  <a:lnTo>
                    <a:pt x="28287" y="7779"/>
                  </a:lnTo>
                  <a:lnTo>
                    <a:pt x="31034" y="954"/>
                  </a:lnTo>
                  <a:lnTo>
                    <a:pt x="34265" y="424"/>
                  </a:lnTo>
                  <a:lnTo>
                    <a:pt x="38993" y="2210"/>
                  </a:lnTo>
                  <a:lnTo>
                    <a:pt x="4540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h2198"/>
            <p:cNvSpPr/>
            <p:nvPr/>
          </p:nvSpPr>
          <p:spPr>
            <a:xfrm>
              <a:off x="1738268" y="2422489"/>
              <a:ext cx="121415" cy="116676"/>
            </a:xfrm>
            <a:custGeom>
              <a:avLst/>
              <a:pathLst>
                <a:path w="121415" h="116676">
                  <a:moveTo>
                    <a:pt x="82625" y="3271"/>
                  </a:moveTo>
                  <a:lnTo>
                    <a:pt x="85486" y="5730"/>
                  </a:lnTo>
                  <a:lnTo>
                    <a:pt x="87597" y="5121"/>
                  </a:lnTo>
                  <a:lnTo>
                    <a:pt x="96547" y="14207"/>
                  </a:lnTo>
                  <a:lnTo>
                    <a:pt x="97012" y="17079"/>
                  </a:lnTo>
                  <a:lnTo>
                    <a:pt x="104810" y="30760"/>
                  </a:lnTo>
                  <a:lnTo>
                    <a:pt x="105480" y="35022"/>
                  </a:lnTo>
                  <a:lnTo>
                    <a:pt x="104500" y="40010"/>
                  </a:lnTo>
                  <a:lnTo>
                    <a:pt x="104972" y="44320"/>
                  </a:lnTo>
                  <a:lnTo>
                    <a:pt x="112571" y="49936"/>
                  </a:lnTo>
                  <a:lnTo>
                    <a:pt x="115218" y="50610"/>
                  </a:lnTo>
                  <a:lnTo>
                    <a:pt x="115610" y="52469"/>
                  </a:lnTo>
                  <a:lnTo>
                    <a:pt x="111037" y="56982"/>
                  </a:lnTo>
                  <a:lnTo>
                    <a:pt x="116497" y="57669"/>
                  </a:lnTo>
                  <a:lnTo>
                    <a:pt x="118667" y="59182"/>
                  </a:lnTo>
                  <a:lnTo>
                    <a:pt x="121415" y="63579"/>
                  </a:lnTo>
                  <a:lnTo>
                    <a:pt x="120186" y="66767"/>
                  </a:lnTo>
                  <a:lnTo>
                    <a:pt x="109903" y="62118"/>
                  </a:lnTo>
                  <a:lnTo>
                    <a:pt x="108742" y="70974"/>
                  </a:lnTo>
                  <a:lnTo>
                    <a:pt x="109796" y="73767"/>
                  </a:lnTo>
                  <a:lnTo>
                    <a:pt x="96037" y="64013"/>
                  </a:lnTo>
                  <a:lnTo>
                    <a:pt x="84579" y="79529"/>
                  </a:lnTo>
                  <a:lnTo>
                    <a:pt x="89756" y="85142"/>
                  </a:lnTo>
                  <a:lnTo>
                    <a:pt x="82720" y="87707"/>
                  </a:lnTo>
                  <a:lnTo>
                    <a:pt x="81821" y="93472"/>
                  </a:lnTo>
                  <a:lnTo>
                    <a:pt x="78682" y="91631"/>
                  </a:lnTo>
                  <a:lnTo>
                    <a:pt x="71051" y="100301"/>
                  </a:lnTo>
                  <a:lnTo>
                    <a:pt x="69335" y="101344"/>
                  </a:lnTo>
                  <a:lnTo>
                    <a:pt x="66541" y="101125"/>
                  </a:lnTo>
                  <a:lnTo>
                    <a:pt x="60713" y="96105"/>
                  </a:lnTo>
                  <a:lnTo>
                    <a:pt x="56949" y="90831"/>
                  </a:lnTo>
                  <a:lnTo>
                    <a:pt x="53322" y="88755"/>
                  </a:lnTo>
                  <a:lnTo>
                    <a:pt x="47299" y="87771"/>
                  </a:lnTo>
                  <a:lnTo>
                    <a:pt x="40701" y="88576"/>
                  </a:lnTo>
                  <a:lnTo>
                    <a:pt x="39592" y="92586"/>
                  </a:lnTo>
                  <a:lnTo>
                    <a:pt x="40723" y="97329"/>
                  </a:lnTo>
                  <a:lnTo>
                    <a:pt x="31199" y="98080"/>
                  </a:lnTo>
                  <a:lnTo>
                    <a:pt x="28070" y="116676"/>
                  </a:lnTo>
                  <a:lnTo>
                    <a:pt x="27181" y="114205"/>
                  </a:lnTo>
                  <a:lnTo>
                    <a:pt x="20264" y="105340"/>
                  </a:lnTo>
                  <a:lnTo>
                    <a:pt x="8051" y="94149"/>
                  </a:lnTo>
                  <a:lnTo>
                    <a:pt x="7577" y="88526"/>
                  </a:lnTo>
                  <a:lnTo>
                    <a:pt x="2326" y="81501"/>
                  </a:lnTo>
                  <a:lnTo>
                    <a:pt x="2056" y="79070"/>
                  </a:lnTo>
                  <a:lnTo>
                    <a:pt x="0" y="76328"/>
                  </a:lnTo>
                  <a:lnTo>
                    <a:pt x="14744" y="74864"/>
                  </a:lnTo>
                  <a:lnTo>
                    <a:pt x="15553" y="66500"/>
                  </a:lnTo>
                  <a:lnTo>
                    <a:pt x="21757" y="61428"/>
                  </a:lnTo>
                  <a:lnTo>
                    <a:pt x="23672" y="58086"/>
                  </a:lnTo>
                  <a:lnTo>
                    <a:pt x="21407" y="54138"/>
                  </a:lnTo>
                  <a:lnTo>
                    <a:pt x="21808" y="49369"/>
                  </a:lnTo>
                  <a:lnTo>
                    <a:pt x="24609" y="42929"/>
                  </a:lnTo>
                  <a:lnTo>
                    <a:pt x="26121" y="41325"/>
                  </a:lnTo>
                  <a:lnTo>
                    <a:pt x="26328" y="38514"/>
                  </a:lnTo>
                  <a:lnTo>
                    <a:pt x="25790" y="36843"/>
                  </a:lnTo>
                  <a:lnTo>
                    <a:pt x="23889" y="35710"/>
                  </a:lnTo>
                  <a:lnTo>
                    <a:pt x="23239" y="34244"/>
                  </a:lnTo>
                  <a:lnTo>
                    <a:pt x="23590" y="30384"/>
                  </a:lnTo>
                  <a:lnTo>
                    <a:pt x="26794" y="28594"/>
                  </a:lnTo>
                  <a:lnTo>
                    <a:pt x="29002" y="26201"/>
                  </a:lnTo>
                  <a:lnTo>
                    <a:pt x="32665" y="20953"/>
                  </a:lnTo>
                  <a:lnTo>
                    <a:pt x="32697" y="19482"/>
                  </a:lnTo>
                  <a:lnTo>
                    <a:pt x="31845" y="17951"/>
                  </a:lnTo>
                  <a:lnTo>
                    <a:pt x="32916" y="16641"/>
                  </a:lnTo>
                  <a:lnTo>
                    <a:pt x="40371" y="18744"/>
                  </a:lnTo>
                  <a:lnTo>
                    <a:pt x="49930" y="17188"/>
                  </a:lnTo>
                  <a:lnTo>
                    <a:pt x="50090" y="13044"/>
                  </a:lnTo>
                  <a:lnTo>
                    <a:pt x="44724" y="10103"/>
                  </a:lnTo>
                  <a:lnTo>
                    <a:pt x="49309" y="11952"/>
                  </a:lnTo>
                  <a:lnTo>
                    <a:pt x="61659" y="9176"/>
                  </a:lnTo>
                  <a:lnTo>
                    <a:pt x="63507" y="7329"/>
                  </a:lnTo>
                  <a:lnTo>
                    <a:pt x="64397" y="3625"/>
                  </a:lnTo>
                  <a:lnTo>
                    <a:pt x="65617" y="2252"/>
                  </a:lnTo>
                  <a:lnTo>
                    <a:pt x="7378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h2199"/>
            <p:cNvSpPr/>
            <p:nvPr/>
          </p:nvSpPr>
          <p:spPr>
            <a:xfrm>
              <a:off x="1598381" y="2329601"/>
              <a:ext cx="73356" cy="81739"/>
            </a:xfrm>
            <a:custGeom>
              <a:avLst/>
              <a:pathLst>
                <a:path w="73356" h="81739">
                  <a:moveTo>
                    <a:pt x="22894" y="1471"/>
                  </a:moveTo>
                  <a:lnTo>
                    <a:pt x="28714" y="191"/>
                  </a:lnTo>
                  <a:lnTo>
                    <a:pt x="31352" y="3928"/>
                  </a:lnTo>
                  <a:lnTo>
                    <a:pt x="33278" y="10567"/>
                  </a:lnTo>
                  <a:lnTo>
                    <a:pt x="38248" y="12438"/>
                  </a:lnTo>
                  <a:lnTo>
                    <a:pt x="42137" y="15959"/>
                  </a:lnTo>
                  <a:lnTo>
                    <a:pt x="46823" y="19601"/>
                  </a:lnTo>
                  <a:lnTo>
                    <a:pt x="55330" y="24408"/>
                  </a:lnTo>
                  <a:lnTo>
                    <a:pt x="56543" y="27621"/>
                  </a:lnTo>
                  <a:lnTo>
                    <a:pt x="56523" y="30434"/>
                  </a:lnTo>
                  <a:lnTo>
                    <a:pt x="66447" y="35885"/>
                  </a:lnTo>
                  <a:lnTo>
                    <a:pt x="71012" y="39569"/>
                  </a:lnTo>
                  <a:lnTo>
                    <a:pt x="73356" y="44165"/>
                  </a:lnTo>
                  <a:lnTo>
                    <a:pt x="73303" y="45824"/>
                  </a:lnTo>
                  <a:lnTo>
                    <a:pt x="71571" y="49084"/>
                  </a:lnTo>
                  <a:lnTo>
                    <a:pt x="67101" y="48962"/>
                  </a:lnTo>
                  <a:lnTo>
                    <a:pt x="62005" y="69238"/>
                  </a:lnTo>
                  <a:lnTo>
                    <a:pt x="62083" y="77061"/>
                  </a:lnTo>
                  <a:lnTo>
                    <a:pt x="52203" y="81739"/>
                  </a:lnTo>
                  <a:lnTo>
                    <a:pt x="30825" y="66639"/>
                  </a:lnTo>
                  <a:lnTo>
                    <a:pt x="28093" y="67001"/>
                  </a:lnTo>
                  <a:lnTo>
                    <a:pt x="25796" y="62949"/>
                  </a:lnTo>
                  <a:lnTo>
                    <a:pt x="12169" y="53214"/>
                  </a:lnTo>
                  <a:lnTo>
                    <a:pt x="7726" y="48990"/>
                  </a:lnTo>
                  <a:lnTo>
                    <a:pt x="5432" y="44825"/>
                  </a:lnTo>
                  <a:lnTo>
                    <a:pt x="5477" y="39044"/>
                  </a:lnTo>
                  <a:lnTo>
                    <a:pt x="0" y="31389"/>
                  </a:lnTo>
                  <a:lnTo>
                    <a:pt x="4341" y="28589"/>
                  </a:lnTo>
                  <a:lnTo>
                    <a:pt x="8206" y="23237"/>
                  </a:lnTo>
                  <a:lnTo>
                    <a:pt x="5958" y="17446"/>
                  </a:lnTo>
                  <a:lnTo>
                    <a:pt x="6151" y="14774"/>
                  </a:lnTo>
                  <a:lnTo>
                    <a:pt x="10725" y="7946"/>
                  </a:lnTo>
                  <a:lnTo>
                    <a:pt x="12613" y="6598"/>
                  </a:lnTo>
                  <a:lnTo>
                    <a:pt x="18447" y="6836"/>
                  </a:lnTo>
                  <a:lnTo>
                    <a:pt x="19479" y="8064"/>
                  </a:lnTo>
                  <a:lnTo>
                    <a:pt x="2221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h2200"/>
            <p:cNvSpPr/>
            <p:nvPr/>
          </p:nvSpPr>
          <p:spPr>
            <a:xfrm>
              <a:off x="1634189" y="2186507"/>
              <a:ext cx="100347" cy="140977"/>
            </a:xfrm>
            <a:custGeom>
              <a:avLst/>
              <a:pathLst>
                <a:path w="100347" h="140977">
                  <a:moveTo>
                    <a:pt x="49035" y="0"/>
                  </a:moveTo>
                  <a:lnTo>
                    <a:pt x="57112" y="4462"/>
                  </a:lnTo>
                  <a:lnTo>
                    <a:pt x="61877" y="8986"/>
                  </a:lnTo>
                  <a:lnTo>
                    <a:pt x="61530" y="12597"/>
                  </a:lnTo>
                  <a:lnTo>
                    <a:pt x="64896" y="18863"/>
                  </a:lnTo>
                  <a:lnTo>
                    <a:pt x="62180" y="28890"/>
                  </a:lnTo>
                  <a:lnTo>
                    <a:pt x="68382" y="33372"/>
                  </a:lnTo>
                  <a:lnTo>
                    <a:pt x="68445" y="34864"/>
                  </a:lnTo>
                  <a:lnTo>
                    <a:pt x="69867" y="36395"/>
                  </a:lnTo>
                  <a:lnTo>
                    <a:pt x="73868" y="38827"/>
                  </a:lnTo>
                  <a:lnTo>
                    <a:pt x="89632" y="51846"/>
                  </a:lnTo>
                  <a:lnTo>
                    <a:pt x="88707" y="55039"/>
                  </a:lnTo>
                  <a:lnTo>
                    <a:pt x="89145" y="57347"/>
                  </a:lnTo>
                  <a:lnTo>
                    <a:pt x="91111" y="59725"/>
                  </a:lnTo>
                  <a:lnTo>
                    <a:pt x="94933" y="60677"/>
                  </a:lnTo>
                  <a:lnTo>
                    <a:pt x="97460" y="57687"/>
                  </a:lnTo>
                  <a:lnTo>
                    <a:pt x="100347" y="60024"/>
                  </a:lnTo>
                  <a:lnTo>
                    <a:pt x="100021" y="63888"/>
                  </a:lnTo>
                  <a:lnTo>
                    <a:pt x="96742" y="64574"/>
                  </a:lnTo>
                  <a:lnTo>
                    <a:pt x="99090" y="68940"/>
                  </a:lnTo>
                  <a:lnTo>
                    <a:pt x="81063" y="78280"/>
                  </a:lnTo>
                  <a:lnTo>
                    <a:pt x="79115" y="77347"/>
                  </a:lnTo>
                  <a:lnTo>
                    <a:pt x="75076" y="77551"/>
                  </a:lnTo>
                  <a:lnTo>
                    <a:pt x="74224" y="83063"/>
                  </a:lnTo>
                  <a:lnTo>
                    <a:pt x="75573" y="84709"/>
                  </a:lnTo>
                  <a:lnTo>
                    <a:pt x="77794" y="84523"/>
                  </a:lnTo>
                  <a:lnTo>
                    <a:pt x="78719" y="86584"/>
                  </a:lnTo>
                  <a:lnTo>
                    <a:pt x="76189" y="92732"/>
                  </a:lnTo>
                  <a:lnTo>
                    <a:pt x="73050" y="93298"/>
                  </a:lnTo>
                  <a:lnTo>
                    <a:pt x="69952" y="95771"/>
                  </a:lnTo>
                  <a:lnTo>
                    <a:pt x="74113" y="107822"/>
                  </a:lnTo>
                  <a:lnTo>
                    <a:pt x="69821" y="106984"/>
                  </a:lnTo>
                  <a:lnTo>
                    <a:pt x="75381" y="116179"/>
                  </a:lnTo>
                  <a:lnTo>
                    <a:pt x="76560" y="116722"/>
                  </a:lnTo>
                  <a:lnTo>
                    <a:pt x="74074" y="116749"/>
                  </a:lnTo>
                  <a:lnTo>
                    <a:pt x="69994" y="114280"/>
                  </a:lnTo>
                  <a:lnTo>
                    <a:pt x="61458" y="113967"/>
                  </a:lnTo>
                  <a:lnTo>
                    <a:pt x="63640" y="120061"/>
                  </a:lnTo>
                  <a:lnTo>
                    <a:pt x="65847" y="130247"/>
                  </a:lnTo>
                  <a:lnTo>
                    <a:pt x="55899" y="128089"/>
                  </a:lnTo>
                  <a:lnTo>
                    <a:pt x="56711" y="127040"/>
                  </a:lnTo>
                  <a:lnTo>
                    <a:pt x="54564" y="121787"/>
                  </a:lnTo>
                  <a:lnTo>
                    <a:pt x="49958" y="121920"/>
                  </a:lnTo>
                  <a:lnTo>
                    <a:pt x="47886" y="123803"/>
                  </a:lnTo>
                  <a:lnTo>
                    <a:pt x="50467" y="127095"/>
                  </a:lnTo>
                  <a:lnTo>
                    <a:pt x="54577" y="135210"/>
                  </a:lnTo>
                  <a:lnTo>
                    <a:pt x="50703" y="140977"/>
                  </a:lnTo>
                  <a:lnTo>
                    <a:pt x="44909" y="138518"/>
                  </a:lnTo>
                  <a:lnTo>
                    <a:pt x="37925" y="133236"/>
                  </a:lnTo>
                  <a:lnTo>
                    <a:pt x="31010" y="133224"/>
                  </a:lnTo>
                  <a:lnTo>
                    <a:pt x="32646" y="130847"/>
                  </a:lnTo>
                  <a:lnTo>
                    <a:pt x="27785" y="120586"/>
                  </a:lnTo>
                  <a:lnTo>
                    <a:pt x="22179" y="118713"/>
                  </a:lnTo>
                  <a:lnTo>
                    <a:pt x="17087" y="120413"/>
                  </a:lnTo>
                  <a:lnTo>
                    <a:pt x="13144" y="120340"/>
                  </a:lnTo>
                  <a:lnTo>
                    <a:pt x="9442" y="113059"/>
                  </a:lnTo>
                  <a:lnTo>
                    <a:pt x="5467" y="112333"/>
                  </a:lnTo>
                  <a:lnTo>
                    <a:pt x="5586" y="107657"/>
                  </a:lnTo>
                  <a:lnTo>
                    <a:pt x="0" y="108738"/>
                  </a:lnTo>
                  <a:lnTo>
                    <a:pt x="5880" y="101681"/>
                  </a:lnTo>
                  <a:lnTo>
                    <a:pt x="11218" y="98619"/>
                  </a:lnTo>
                  <a:lnTo>
                    <a:pt x="13937" y="95170"/>
                  </a:lnTo>
                  <a:lnTo>
                    <a:pt x="12412" y="92164"/>
                  </a:lnTo>
                  <a:lnTo>
                    <a:pt x="13490" y="89812"/>
                  </a:lnTo>
                  <a:lnTo>
                    <a:pt x="18227" y="89222"/>
                  </a:lnTo>
                  <a:lnTo>
                    <a:pt x="19494" y="75939"/>
                  </a:lnTo>
                  <a:lnTo>
                    <a:pt x="26888" y="70238"/>
                  </a:lnTo>
                  <a:lnTo>
                    <a:pt x="26601" y="61596"/>
                  </a:lnTo>
                  <a:lnTo>
                    <a:pt x="28337" y="59782"/>
                  </a:lnTo>
                  <a:lnTo>
                    <a:pt x="21404" y="59070"/>
                  </a:lnTo>
                  <a:lnTo>
                    <a:pt x="19246" y="47417"/>
                  </a:lnTo>
                  <a:lnTo>
                    <a:pt x="20086" y="42043"/>
                  </a:lnTo>
                  <a:lnTo>
                    <a:pt x="25211" y="38573"/>
                  </a:lnTo>
                  <a:lnTo>
                    <a:pt x="26371" y="32099"/>
                  </a:lnTo>
                  <a:lnTo>
                    <a:pt x="25780" y="25123"/>
                  </a:lnTo>
                  <a:lnTo>
                    <a:pt x="34302" y="20423"/>
                  </a:lnTo>
                  <a:lnTo>
                    <a:pt x="37188" y="20731"/>
                  </a:lnTo>
                  <a:lnTo>
                    <a:pt x="39594" y="18204"/>
                  </a:lnTo>
                  <a:lnTo>
                    <a:pt x="38806" y="15784"/>
                  </a:lnTo>
                  <a:lnTo>
                    <a:pt x="35274" y="12496"/>
                  </a:lnTo>
                  <a:lnTo>
                    <a:pt x="36559" y="4378"/>
                  </a:lnTo>
                  <a:lnTo>
                    <a:pt x="38263" y="2927"/>
                  </a:lnTo>
                  <a:lnTo>
                    <a:pt x="44895" y="31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h2201"/>
            <p:cNvSpPr/>
            <p:nvPr/>
          </p:nvSpPr>
          <p:spPr>
            <a:xfrm>
              <a:off x="1808289" y="2556068"/>
              <a:ext cx="104903" cy="73718"/>
            </a:xfrm>
            <a:custGeom>
              <a:avLst/>
              <a:pathLst>
                <a:path w="104903" h="73718">
                  <a:moveTo>
                    <a:pt x="67991" y="3187"/>
                  </a:moveTo>
                  <a:lnTo>
                    <a:pt x="69876" y="10701"/>
                  </a:lnTo>
                  <a:lnTo>
                    <a:pt x="75146" y="12282"/>
                  </a:lnTo>
                  <a:lnTo>
                    <a:pt x="76532" y="22036"/>
                  </a:lnTo>
                  <a:lnTo>
                    <a:pt x="75511" y="28085"/>
                  </a:lnTo>
                  <a:lnTo>
                    <a:pt x="74416" y="28636"/>
                  </a:lnTo>
                  <a:lnTo>
                    <a:pt x="74603" y="29915"/>
                  </a:lnTo>
                  <a:lnTo>
                    <a:pt x="80107" y="34327"/>
                  </a:lnTo>
                  <a:lnTo>
                    <a:pt x="85321" y="35802"/>
                  </a:lnTo>
                  <a:lnTo>
                    <a:pt x="87374" y="35119"/>
                  </a:lnTo>
                  <a:lnTo>
                    <a:pt x="88526" y="33182"/>
                  </a:lnTo>
                  <a:lnTo>
                    <a:pt x="91502" y="32176"/>
                  </a:lnTo>
                  <a:lnTo>
                    <a:pt x="97368" y="33680"/>
                  </a:lnTo>
                  <a:lnTo>
                    <a:pt x="101118" y="33382"/>
                  </a:lnTo>
                  <a:lnTo>
                    <a:pt x="102141" y="33851"/>
                  </a:lnTo>
                  <a:lnTo>
                    <a:pt x="104903" y="38215"/>
                  </a:lnTo>
                  <a:lnTo>
                    <a:pt x="102358" y="39463"/>
                  </a:lnTo>
                  <a:lnTo>
                    <a:pt x="102691" y="46080"/>
                  </a:lnTo>
                  <a:lnTo>
                    <a:pt x="99827" y="45969"/>
                  </a:lnTo>
                  <a:lnTo>
                    <a:pt x="97170" y="52005"/>
                  </a:lnTo>
                  <a:lnTo>
                    <a:pt x="91297" y="54331"/>
                  </a:lnTo>
                  <a:lnTo>
                    <a:pt x="91590" y="57624"/>
                  </a:lnTo>
                  <a:lnTo>
                    <a:pt x="94193" y="64611"/>
                  </a:lnTo>
                  <a:lnTo>
                    <a:pt x="91592" y="73718"/>
                  </a:lnTo>
                  <a:lnTo>
                    <a:pt x="79801" y="61428"/>
                  </a:lnTo>
                  <a:lnTo>
                    <a:pt x="76825" y="60585"/>
                  </a:lnTo>
                  <a:lnTo>
                    <a:pt x="72271" y="63920"/>
                  </a:lnTo>
                  <a:lnTo>
                    <a:pt x="69568" y="62225"/>
                  </a:lnTo>
                  <a:lnTo>
                    <a:pt x="59969" y="53026"/>
                  </a:lnTo>
                  <a:lnTo>
                    <a:pt x="54526" y="55880"/>
                  </a:lnTo>
                  <a:lnTo>
                    <a:pt x="51801" y="61839"/>
                  </a:lnTo>
                  <a:lnTo>
                    <a:pt x="48004" y="62914"/>
                  </a:lnTo>
                  <a:lnTo>
                    <a:pt x="52470" y="69480"/>
                  </a:lnTo>
                  <a:lnTo>
                    <a:pt x="48735" y="70776"/>
                  </a:lnTo>
                  <a:lnTo>
                    <a:pt x="45592" y="69832"/>
                  </a:lnTo>
                  <a:lnTo>
                    <a:pt x="43762" y="67637"/>
                  </a:lnTo>
                  <a:lnTo>
                    <a:pt x="37491" y="67028"/>
                  </a:lnTo>
                  <a:lnTo>
                    <a:pt x="30547" y="71796"/>
                  </a:lnTo>
                  <a:lnTo>
                    <a:pt x="27113" y="69305"/>
                  </a:lnTo>
                  <a:lnTo>
                    <a:pt x="13134" y="51900"/>
                  </a:lnTo>
                  <a:lnTo>
                    <a:pt x="0" y="37466"/>
                  </a:lnTo>
                  <a:lnTo>
                    <a:pt x="3556" y="34643"/>
                  </a:lnTo>
                  <a:lnTo>
                    <a:pt x="8551" y="33101"/>
                  </a:lnTo>
                  <a:lnTo>
                    <a:pt x="11178" y="33719"/>
                  </a:lnTo>
                  <a:lnTo>
                    <a:pt x="14301" y="35667"/>
                  </a:lnTo>
                  <a:lnTo>
                    <a:pt x="15513" y="33932"/>
                  </a:lnTo>
                  <a:lnTo>
                    <a:pt x="18446" y="37017"/>
                  </a:lnTo>
                  <a:lnTo>
                    <a:pt x="21980" y="33065"/>
                  </a:lnTo>
                  <a:lnTo>
                    <a:pt x="26751" y="32070"/>
                  </a:lnTo>
                  <a:lnTo>
                    <a:pt x="29753" y="34644"/>
                  </a:lnTo>
                  <a:lnTo>
                    <a:pt x="33784" y="32638"/>
                  </a:lnTo>
                  <a:lnTo>
                    <a:pt x="35773" y="36377"/>
                  </a:lnTo>
                  <a:lnTo>
                    <a:pt x="39820" y="32115"/>
                  </a:lnTo>
                  <a:lnTo>
                    <a:pt x="42440" y="32009"/>
                  </a:lnTo>
                  <a:lnTo>
                    <a:pt x="42399" y="29446"/>
                  </a:lnTo>
                  <a:lnTo>
                    <a:pt x="40538" y="24244"/>
                  </a:lnTo>
                  <a:lnTo>
                    <a:pt x="38565" y="21232"/>
                  </a:lnTo>
                  <a:lnTo>
                    <a:pt x="37984" y="16793"/>
                  </a:lnTo>
                  <a:lnTo>
                    <a:pt x="40557" y="5465"/>
                  </a:lnTo>
                  <a:lnTo>
                    <a:pt x="42196" y="4176"/>
                  </a:lnTo>
                  <a:lnTo>
                    <a:pt x="51606" y="7572"/>
                  </a:lnTo>
                  <a:lnTo>
                    <a:pt x="50451" y="4632"/>
                  </a:lnTo>
                  <a:lnTo>
                    <a:pt x="63825" y="3852"/>
                  </a:lnTo>
                  <a:lnTo>
                    <a:pt x="6640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h2202"/>
            <p:cNvSpPr/>
            <p:nvPr/>
          </p:nvSpPr>
          <p:spPr>
            <a:xfrm>
              <a:off x="1442042" y="2144144"/>
              <a:ext cx="69130" cy="113786"/>
            </a:xfrm>
            <a:custGeom>
              <a:avLst/>
              <a:pathLst>
                <a:path w="69130" h="113786">
                  <a:moveTo>
                    <a:pt x="61409" y="1660"/>
                  </a:moveTo>
                  <a:lnTo>
                    <a:pt x="63474" y="3756"/>
                  </a:lnTo>
                  <a:lnTo>
                    <a:pt x="63450" y="13584"/>
                  </a:lnTo>
                  <a:lnTo>
                    <a:pt x="59153" y="15469"/>
                  </a:lnTo>
                  <a:lnTo>
                    <a:pt x="55667" y="14381"/>
                  </a:lnTo>
                  <a:lnTo>
                    <a:pt x="51592" y="16560"/>
                  </a:lnTo>
                  <a:lnTo>
                    <a:pt x="49533" y="20091"/>
                  </a:lnTo>
                  <a:lnTo>
                    <a:pt x="55307" y="23822"/>
                  </a:lnTo>
                  <a:lnTo>
                    <a:pt x="51915" y="34826"/>
                  </a:lnTo>
                  <a:lnTo>
                    <a:pt x="54925" y="36394"/>
                  </a:lnTo>
                  <a:lnTo>
                    <a:pt x="58535" y="40699"/>
                  </a:lnTo>
                  <a:lnTo>
                    <a:pt x="51089" y="48102"/>
                  </a:lnTo>
                  <a:lnTo>
                    <a:pt x="54452" y="52213"/>
                  </a:lnTo>
                  <a:lnTo>
                    <a:pt x="53430" y="56632"/>
                  </a:lnTo>
                  <a:lnTo>
                    <a:pt x="51507" y="59793"/>
                  </a:lnTo>
                  <a:lnTo>
                    <a:pt x="54578" y="63290"/>
                  </a:lnTo>
                  <a:lnTo>
                    <a:pt x="54978" y="69443"/>
                  </a:lnTo>
                  <a:lnTo>
                    <a:pt x="56587" y="72611"/>
                  </a:lnTo>
                  <a:lnTo>
                    <a:pt x="59265" y="69221"/>
                  </a:lnTo>
                  <a:lnTo>
                    <a:pt x="62358" y="67097"/>
                  </a:lnTo>
                  <a:lnTo>
                    <a:pt x="64610" y="68675"/>
                  </a:lnTo>
                  <a:lnTo>
                    <a:pt x="69130" y="74475"/>
                  </a:lnTo>
                  <a:lnTo>
                    <a:pt x="67641" y="77058"/>
                  </a:lnTo>
                  <a:lnTo>
                    <a:pt x="66113" y="79661"/>
                  </a:lnTo>
                  <a:lnTo>
                    <a:pt x="63252" y="79915"/>
                  </a:lnTo>
                  <a:lnTo>
                    <a:pt x="58942" y="86319"/>
                  </a:lnTo>
                  <a:lnTo>
                    <a:pt x="59293" y="87986"/>
                  </a:lnTo>
                  <a:lnTo>
                    <a:pt x="62146" y="90454"/>
                  </a:lnTo>
                  <a:lnTo>
                    <a:pt x="63132" y="90643"/>
                  </a:lnTo>
                  <a:lnTo>
                    <a:pt x="63677" y="89103"/>
                  </a:lnTo>
                  <a:lnTo>
                    <a:pt x="62645" y="86800"/>
                  </a:lnTo>
                  <a:lnTo>
                    <a:pt x="65577" y="89345"/>
                  </a:lnTo>
                  <a:lnTo>
                    <a:pt x="63929" y="92110"/>
                  </a:lnTo>
                  <a:lnTo>
                    <a:pt x="61291" y="93289"/>
                  </a:lnTo>
                  <a:lnTo>
                    <a:pt x="59096" y="97181"/>
                  </a:lnTo>
                  <a:lnTo>
                    <a:pt x="59594" y="102872"/>
                  </a:lnTo>
                  <a:lnTo>
                    <a:pt x="57404" y="104577"/>
                  </a:lnTo>
                  <a:lnTo>
                    <a:pt x="54252" y="103712"/>
                  </a:lnTo>
                  <a:lnTo>
                    <a:pt x="52707" y="107589"/>
                  </a:lnTo>
                  <a:lnTo>
                    <a:pt x="53273" y="110074"/>
                  </a:lnTo>
                  <a:lnTo>
                    <a:pt x="52287" y="112609"/>
                  </a:lnTo>
                  <a:lnTo>
                    <a:pt x="51345" y="113147"/>
                  </a:lnTo>
                  <a:lnTo>
                    <a:pt x="44752" y="105803"/>
                  </a:lnTo>
                  <a:lnTo>
                    <a:pt x="43220" y="109285"/>
                  </a:lnTo>
                  <a:lnTo>
                    <a:pt x="44517" y="110680"/>
                  </a:lnTo>
                  <a:lnTo>
                    <a:pt x="44310" y="112526"/>
                  </a:lnTo>
                  <a:lnTo>
                    <a:pt x="43301" y="113786"/>
                  </a:lnTo>
                  <a:lnTo>
                    <a:pt x="35911" y="111627"/>
                  </a:lnTo>
                  <a:lnTo>
                    <a:pt x="30971" y="109180"/>
                  </a:lnTo>
                  <a:lnTo>
                    <a:pt x="27596" y="103497"/>
                  </a:lnTo>
                  <a:lnTo>
                    <a:pt x="24556" y="100845"/>
                  </a:lnTo>
                  <a:lnTo>
                    <a:pt x="20800" y="99036"/>
                  </a:lnTo>
                  <a:lnTo>
                    <a:pt x="12449" y="97086"/>
                  </a:lnTo>
                  <a:lnTo>
                    <a:pt x="3556" y="97733"/>
                  </a:lnTo>
                  <a:lnTo>
                    <a:pt x="3230" y="85524"/>
                  </a:lnTo>
                  <a:lnTo>
                    <a:pt x="505" y="75579"/>
                  </a:lnTo>
                  <a:lnTo>
                    <a:pt x="2195" y="68483"/>
                  </a:lnTo>
                  <a:lnTo>
                    <a:pt x="2034" y="64016"/>
                  </a:lnTo>
                  <a:lnTo>
                    <a:pt x="0" y="56918"/>
                  </a:lnTo>
                  <a:lnTo>
                    <a:pt x="1632" y="50347"/>
                  </a:lnTo>
                  <a:lnTo>
                    <a:pt x="5851" y="41641"/>
                  </a:lnTo>
                  <a:lnTo>
                    <a:pt x="10101" y="36324"/>
                  </a:lnTo>
                  <a:lnTo>
                    <a:pt x="17612" y="24393"/>
                  </a:lnTo>
                  <a:lnTo>
                    <a:pt x="19557" y="20055"/>
                  </a:lnTo>
                  <a:lnTo>
                    <a:pt x="20562" y="14990"/>
                  </a:lnTo>
                  <a:lnTo>
                    <a:pt x="25239" y="10377"/>
                  </a:lnTo>
                  <a:lnTo>
                    <a:pt x="24531" y="9323"/>
                  </a:lnTo>
                  <a:lnTo>
                    <a:pt x="25867" y="9902"/>
                  </a:lnTo>
                  <a:lnTo>
                    <a:pt x="29666" y="7664"/>
                  </a:lnTo>
                  <a:lnTo>
                    <a:pt x="35469" y="11591"/>
                  </a:lnTo>
                  <a:lnTo>
                    <a:pt x="40791" y="12352"/>
                  </a:lnTo>
                  <a:lnTo>
                    <a:pt x="43903" y="10653"/>
                  </a:lnTo>
                  <a:lnTo>
                    <a:pt x="46483" y="6008"/>
                  </a:lnTo>
                  <a:lnTo>
                    <a:pt x="5480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h2203"/>
            <p:cNvSpPr/>
            <p:nvPr/>
          </p:nvSpPr>
          <p:spPr>
            <a:xfrm>
              <a:off x="1563231" y="2273711"/>
              <a:ext cx="57367" cy="87278"/>
            </a:xfrm>
            <a:custGeom>
              <a:avLst/>
              <a:pathLst>
                <a:path w="57367" h="87278">
                  <a:moveTo>
                    <a:pt x="40765" y="8060"/>
                  </a:moveTo>
                  <a:lnTo>
                    <a:pt x="41786" y="11836"/>
                  </a:lnTo>
                  <a:lnTo>
                    <a:pt x="41151" y="14594"/>
                  </a:lnTo>
                  <a:lnTo>
                    <a:pt x="42277" y="19981"/>
                  </a:lnTo>
                  <a:lnTo>
                    <a:pt x="45988" y="26323"/>
                  </a:lnTo>
                  <a:lnTo>
                    <a:pt x="41437" y="28417"/>
                  </a:lnTo>
                  <a:lnTo>
                    <a:pt x="44094" y="30609"/>
                  </a:lnTo>
                  <a:lnTo>
                    <a:pt x="47281" y="30587"/>
                  </a:lnTo>
                  <a:lnTo>
                    <a:pt x="49302" y="38102"/>
                  </a:lnTo>
                  <a:lnTo>
                    <a:pt x="47144" y="38955"/>
                  </a:lnTo>
                  <a:lnTo>
                    <a:pt x="45527" y="41962"/>
                  </a:lnTo>
                  <a:lnTo>
                    <a:pt x="50245" y="42453"/>
                  </a:lnTo>
                  <a:lnTo>
                    <a:pt x="52491" y="44806"/>
                  </a:lnTo>
                  <a:lnTo>
                    <a:pt x="52384" y="47874"/>
                  </a:lnTo>
                  <a:lnTo>
                    <a:pt x="57367" y="55889"/>
                  </a:lnTo>
                  <a:lnTo>
                    <a:pt x="54629" y="63953"/>
                  </a:lnTo>
                  <a:lnTo>
                    <a:pt x="53597" y="62725"/>
                  </a:lnTo>
                  <a:lnTo>
                    <a:pt x="47763" y="62487"/>
                  </a:lnTo>
                  <a:lnTo>
                    <a:pt x="45875" y="63836"/>
                  </a:lnTo>
                  <a:lnTo>
                    <a:pt x="41302" y="70664"/>
                  </a:lnTo>
                  <a:lnTo>
                    <a:pt x="41108" y="73336"/>
                  </a:lnTo>
                  <a:lnTo>
                    <a:pt x="43356" y="79126"/>
                  </a:lnTo>
                  <a:lnTo>
                    <a:pt x="39491" y="84478"/>
                  </a:lnTo>
                  <a:lnTo>
                    <a:pt x="35150" y="87278"/>
                  </a:lnTo>
                  <a:lnTo>
                    <a:pt x="32827" y="83115"/>
                  </a:lnTo>
                  <a:lnTo>
                    <a:pt x="29068" y="78834"/>
                  </a:lnTo>
                  <a:lnTo>
                    <a:pt x="17604" y="55955"/>
                  </a:lnTo>
                  <a:lnTo>
                    <a:pt x="11861" y="48968"/>
                  </a:lnTo>
                  <a:lnTo>
                    <a:pt x="4493" y="43151"/>
                  </a:lnTo>
                  <a:lnTo>
                    <a:pt x="4520" y="42141"/>
                  </a:lnTo>
                  <a:lnTo>
                    <a:pt x="5514" y="41453"/>
                  </a:lnTo>
                  <a:lnTo>
                    <a:pt x="3021" y="35518"/>
                  </a:lnTo>
                  <a:lnTo>
                    <a:pt x="0" y="33092"/>
                  </a:lnTo>
                  <a:lnTo>
                    <a:pt x="1548" y="29018"/>
                  </a:lnTo>
                  <a:lnTo>
                    <a:pt x="2212" y="20646"/>
                  </a:lnTo>
                  <a:lnTo>
                    <a:pt x="1208" y="18677"/>
                  </a:lnTo>
                  <a:lnTo>
                    <a:pt x="2128" y="14015"/>
                  </a:lnTo>
                  <a:lnTo>
                    <a:pt x="3801" y="10953"/>
                  </a:lnTo>
                  <a:lnTo>
                    <a:pt x="10168" y="9950"/>
                  </a:lnTo>
                  <a:lnTo>
                    <a:pt x="10199" y="9012"/>
                  </a:lnTo>
                  <a:lnTo>
                    <a:pt x="11168" y="9407"/>
                  </a:lnTo>
                  <a:lnTo>
                    <a:pt x="10962" y="11908"/>
                  </a:lnTo>
                  <a:lnTo>
                    <a:pt x="11755" y="12364"/>
                  </a:lnTo>
                  <a:lnTo>
                    <a:pt x="15787" y="10868"/>
                  </a:lnTo>
                  <a:lnTo>
                    <a:pt x="24724" y="5125"/>
                  </a:lnTo>
                  <a:lnTo>
                    <a:pt x="27612" y="7044"/>
                  </a:lnTo>
                  <a:lnTo>
                    <a:pt x="29818" y="5005"/>
                  </a:lnTo>
                  <a:lnTo>
                    <a:pt x="30515" y="2707"/>
                  </a:lnTo>
                  <a:lnTo>
                    <a:pt x="34923" y="0"/>
                  </a:lnTo>
                  <a:lnTo>
                    <a:pt x="37162" y="2665"/>
                  </a:lnTo>
                  <a:lnTo>
                    <a:pt x="35434" y="371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h2204"/>
            <p:cNvSpPr/>
            <p:nvPr/>
          </p:nvSpPr>
          <p:spPr>
            <a:xfrm>
              <a:off x="1563674" y="2309276"/>
              <a:ext cx="2931" cy="2554"/>
            </a:xfrm>
            <a:custGeom>
              <a:avLst/>
              <a:pathLst>
                <a:path w="2931" h="2554">
                  <a:moveTo>
                    <a:pt x="0" y="993"/>
                  </a:moveTo>
                  <a:lnTo>
                    <a:pt x="229" y="137"/>
                  </a:lnTo>
                  <a:lnTo>
                    <a:pt x="1910" y="0"/>
                  </a:lnTo>
                  <a:lnTo>
                    <a:pt x="2931" y="933"/>
                  </a:lnTo>
                  <a:lnTo>
                    <a:pt x="1115" y="25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h2205"/>
            <p:cNvSpPr/>
            <p:nvPr/>
          </p:nvSpPr>
          <p:spPr>
            <a:xfrm>
              <a:off x="1562861" y="2307476"/>
              <a:ext cx="1291" cy="3668"/>
            </a:xfrm>
            <a:custGeom>
              <a:avLst/>
              <a:pathLst>
                <a:path w="1291" h="3668">
                  <a:moveTo>
                    <a:pt x="1291" y="3668"/>
                  </a:moveTo>
                  <a:lnTo>
                    <a:pt x="311" y="2821"/>
                  </a:lnTo>
                  <a:lnTo>
                    <a:pt x="0" y="778"/>
                  </a:lnTo>
                  <a:lnTo>
                    <a:pt x="665" y="0"/>
                  </a:lnTo>
                  <a:lnTo>
                    <a:pt x="839" y="1604"/>
                  </a:lnTo>
                  <a:lnTo>
                    <a:pt x="632" y="260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h2206"/>
            <p:cNvSpPr/>
            <p:nvPr/>
          </p:nvSpPr>
          <p:spPr>
            <a:xfrm>
              <a:off x="1563678" y="2307219"/>
              <a:ext cx="517" cy="2078"/>
            </a:xfrm>
            <a:custGeom>
              <a:avLst/>
              <a:pathLst>
                <a:path w="517" h="2078">
                  <a:moveTo>
                    <a:pt x="0" y="0"/>
                  </a:moveTo>
                  <a:lnTo>
                    <a:pt x="517" y="1356"/>
                  </a:lnTo>
                  <a:lnTo>
                    <a:pt x="343" y="207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h2207"/>
            <p:cNvSpPr/>
            <p:nvPr/>
          </p:nvSpPr>
          <p:spPr>
            <a:xfrm>
              <a:off x="1477953" y="2205136"/>
              <a:ext cx="57780" cy="63835"/>
            </a:xfrm>
            <a:custGeom>
              <a:avLst/>
              <a:pathLst>
                <a:path w="57780" h="63835">
                  <a:moveTo>
                    <a:pt x="56160" y="7455"/>
                  </a:moveTo>
                  <a:lnTo>
                    <a:pt x="57780" y="9362"/>
                  </a:lnTo>
                  <a:lnTo>
                    <a:pt x="55519" y="13173"/>
                  </a:lnTo>
                  <a:lnTo>
                    <a:pt x="51053" y="13593"/>
                  </a:lnTo>
                  <a:lnTo>
                    <a:pt x="48885" y="12965"/>
                  </a:lnTo>
                  <a:lnTo>
                    <a:pt x="47159" y="18488"/>
                  </a:lnTo>
                  <a:lnTo>
                    <a:pt x="49691" y="21076"/>
                  </a:lnTo>
                  <a:lnTo>
                    <a:pt x="50564" y="27988"/>
                  </a:lnTo>
                  <a:lnTo>
                    <a:pt x="49436" y="29671"/>
                  </a:lnTo>
                  <a:lnTo>
                    <a:pt x="47415" y="28400"/>
                  </a:lnTo>
                  <a:lnTo>
                    <a:pt x="44457" y="28588"/>
                  </a:lnTo>
                  <a:lnTo>
                    <a:pt x="42826" y="33190"/>
                  </a:lnTo>
                  <a:lnTo>
                    <a:pt x="43843" y="33854"/>
                  </a:lnTo>
                  <a:lnTo>
                    <a:pt x="41904" y="36822"/>
                  </a:lnTo>
                  <a:lnTo>
                    <a:pt x="37751" y="38859"/>
                  </a:lnTo>
                  <a:lnTo>
                    <a:pt x="36783" y="38230"/>
                  </a:lnTo>
                  <a:lnTo>
                    <a:pt x="33455" y="43345"/>
                  </a:lnTo>
                  <a:lnTo>
                    <a:pt x="34148" y="44315"/>
                  </a:lnTo>
                  <a:lnTo>
                    <a:pt x="36915" y="44450"/>
                  </a:lnTo>
                  <a:lnTo>
                    <a:pt x="37899" y="52599"/>
                  </a:lnTo>
                  <a:lnTo>
                    <a:pt x="36124" y="53823"/>
                  </a:lnTo>
                  <a:lnTo>
                    <a:pt x="35100" y="53584"/>
                  </a:lnTo>
                  <a:lnTo>
                    <a:pt x="33786" y="52166"/>
                  </a:lnTo>
                  <a:lnTo>
                    <a:pt x="33586" y="49486"/>
                  </a:lnTo>
                  <a:lnTo>
                    <a:pt x="26589" y="48980"/>
                  </a:lnTo>
                  <a:lnTo>
                    <a:pt x="25196" y="50028"/>
                  </a:lnTo>
                  <a:lnTo>
                    <a:pt x="25140" y="50951"/>
                  </a:lnTo>
                  <a:lnTo>
                    <a:pt x="26357" y="56927"/>
                  </a:lnTo>
                  <a:lnTo>
                    <a:pt x="23627" y="62611"/>
                  </a:lnTo>
                  <a:lnTo>
                    <a:pt x="20889" y="63835"/>
                  </a:lnTo>
                  <a:lnTo>
                    <a:pt x="20560" y="58721"/>
                  </a:lnTo>
                  <a:lnTo>
                    <a:pt x="16438" y="56110"/>
                  </a:lnTo>
                  <a:lnTo>
                    <a:pt x="7338" y="58973"/>
                  </a:lnTo>
                  <a:lnTo>
                    <a:pt x="9304" y="61963"/>
                  </a:lnTo>
                  <a:lnTo>
                    <a:pt x="8465" y="61844"/>
                  </a:lnTo>
                  <a:lnTo>
                    <a:pt x="4385" y="57278"/>
                  </a:lnTo>
                  <a:lnTo>
                    <a:pt x="3607" y="55233"/>
                  </a:lnTo>
                  <a:lnTo>
                    <a:pt x="0" y="50635"/>
                  </a:lnTo>
                  <a:lnTo>
                    <a:pt x="7389" y="52795"/>
                  </a:lnTo>
                  <a:lnTo>
                    <a:pt x="8398" y="51534"/>
                  </a:lnTo>
                  <a:lnTo>
                    <a:pt x="8606" y="49688"/>
                  </a:lnTo>
                  <a:lnTo>
                    <a:pt x="7309" y="48293"/>
                  </a:lnTo>
                  <a:lnTo>
                    <a:pt x="8840" y="44811"/>
                  </a:lnTo>
                  <a:lnTo>
                    <a:pt x="15434" y="52155"/>
                  </a:lnTo>
                  <a:lnTo>
                    <a:pt x="16375" y="51617"/>
                  </a:lnTo>
                  <a:lnTo>
                    <a:pt x="17361" y="49083"/>
                  </a:lnTo>
                  <a:lnTo>
                    <a:pt x="16796" y="46597"/>
                  </a:lnTo>
                  <a:lnTo>
                    <a:pt x="18341" y="42720"/>
                  </a:lnTo>
                  <a:lnTo>
                    <a:pt x="21493" y="43586"/>
                  </a:lnTo>
                  <a:lnTo>
                    <a:pt x="23683" y="41880"/>
                  </a:lnTo>
                  <a:lnTo>
                    <a:pt x="23185" y="36190"/>
                  </a:lnTo>
                  <a:lnTo>
                    <a:pt x="25380" y="32298"/>
                  </a:lnTo>
                  <a:lnTo>
                    <a:pt x="28017" y="31119"/>
                  </a:lnTo>
                  <a:lnTo>
                    <a:pt x="29666" y="28353"/>
                  </a:lnTo>
                  <a:lnTo>
                    <a:pt x="26734" y="25808"/>
                  </a:lnTo>
                  <a:lnTo>
                    <a:pt x="27766" y="28112"/>
                  </a:lnTo>
                  <a:lnTo>
                    <a:pt x="27221" y="29652"/>
                  </a:lnTo>
                  <a:lnTo>
                    <a:pt x="26235" y="29463"/>
                  </a:lnTo>
                  <a:lnTo>
                    <a:pt x="23382" y="26994"/>
                  </a:lnTo>
                  <a:lnTo>
                    <a:pt x="23031" y="25327"/>
                  </a:lnTo>
                  <a:lnTo>
                    <a:pt x="27341" y="18923"/>
                  </a:lnTo>
                  <a:lnTo>
                    <a:pt x="30201" y="18670"/>
                  </a:lnTo>
                  <a:lnTo>
                    <a:pt x="31729" y="16066"/>
                  </a:lnTo>
                  <a:lnTo>
                    <a:pt x="32596" y="16587"/>
                  </a:lnTo>
                  <a:lnTo>
                    <a:pt x="33374" y="13666"/>
                  </a:lnTo>
                  <a:lnTo>
                    <a:pt x="45850" y="8177"/>
                  </a:lnTo>
                  <a:lnTo>
                    <a:pt x="47885" y="5742"/>
                  </a:lnTo>
                  <a:lnTo>
                    <a:pt x="48699" y="1119"/>
                  </a:lnTo>
                  <a:lnTo>
                    <a:pt x="4985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h2208"/>
            <p:cNvSpPr/>
            <p:nvPr/>
          </p:nvSpPr>
          <p:spPr>
            <a:xfrm>
              <a:off x="1626664" y="2397091"/>
              <a:ext cx="71898" cy="40836"/>
            </a:xfrm>
            <a:custGeom>
              <a:avLst/>
              <a:pathLst>
                <a:path w="71898" h="40836">
                  <a:moveTo>
                    <a:pt x="1916" y="0"/>
                  </a:moveTo>
                  <a:lnTo>
                    <a:pt x="6187" y="4141"/>
                  </a:lnTo>
                  <a:lnTo>
                    <a:pt x="10069" y="5721"/>
                  </a:lnTo>
                  <a:lnTo>
                    <a:pt x="19592" y="12879"/>
                  </a:lnTo>
                  <a:lnTo>
                    <a:pt x="28461" y="18111"/>
                  </a:lnTo>
                  <a:lnTo>
                    <a:pt x="34239" y="22858"/>
                  </a:lnTo>
                  <a:lnTo>
                    <a:pt x="35582" y="25552"/>
                  </a:lnTo>
                  <a:lnTo>
                    <a:pt x="38708" y="26968"/>
                  </a:lnTo>
                  <a:lnTo>
                    <a:pt x="39296" y="26162"/>
                  </a:lnTo>
                  <a:lnTo>
                    <a:pt x="38052" y="24625"/>
                  </a:lnTo>
                  <a:lnTo>
                    <a:pt x="30925" y="18337"/>
                  </a:lnTo>
                  <a:lnTo>
                    <a:pt x="37036" y="22555"/>
                  </a:lnTo>
                  <a:lnTo>
                    <a:pt x="38909" y="22725"/>
                  </a:lnTo>
                  <a:lnTo>
                    <a:pt x="40461" y="14606"/>
                  </a:lnTo>
                  <a:lnTo>
                    <a:pt x="41314" y="13494"/>
                  </a:lnTo>
                  <a:lnTo>
                    <a:pt x="44279" y="11283"/>
                  </a:lnTo>
                  <a:lnTo>
                    <a:pt x="53569" y="6680"/>
                  </a:lnTo>
                  <a:lnTo>
                    <a:pt x="57947" y="7075"/>
                  </a:lnTo>
                  <a:lnTo>
                    <a:pt x="57930" y="10122"/>
                  </a:lnTo>
                  <a:lnTo>
                    <a:pt x="64109" y="17078"/>
                  </a:lnTo>
                  <a:lnTo>
                    <a:pt x="58420" y="20502"/>
                  </a:lnTo>
                  <a:lnTo>
                    <a:pt x="60241" y="26256"/>
                  </a:lnTo>
                  <a:lnTo>
                    <a:pt x="68465" y="22134"/>
                  </a:lnTo>
                  <a:lnTo>
                    <a:pt x="71898" y="28223"/>
                  </a:lnTo>
                  <a:lnTo>
                    <a:pt x="69946" y="32823"/>
                  </a:lnTo>
                  <a:lnTo>
                    <a:pt x="68646" y="33563"/>
                  </a:lnTo>
                  <a:lnTo>
                    <a:pt x="67901" y="33026"/>
                  </a:lnTo>
                  <a:lnTo>
                    <a:pt x="66535" y="33434"/>
                  </a:lnTo>
                  <a:lnTo>
                    <a:pt x="62052" y="38938"/>
                  </a:lnTo>
                  <a:lnTo>
                    <a:pt x="58830" y="40836"/>
                  </a:lnTo>
                  <a:lnTo>
                    <a:pt x="46445" y="36894"/>
                  </a:lnTo>
                  <a:lnTo>
                    <a:pt x="40347" y="31288"/>
                  </a:lnTo>
                  <a:lnTo>
                    <a:pt x="19364" y="14969"/>
                  </a:lnTo>
                  <a:lnTo>
                    <a:pt x="7264" y="6526"/>
                  </a:lnTo>
                  <a:lnTo>
                    <a:pt x="0" y="2368"/>
                  </a:lnTo>
                  <a:lnTo>
                    <a:pt x="504" y="31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h2209"/>
            <p:cNvSpPr/>
            <p:nvPr/>
          </p:nvSpPr>
          <p:spPr>
            <a:xfrm>
              <a:off x="1838837" y="2609095"/>
              <a:ext cx="67547" cy="64976"/>
            </a:xfrm>
            <a:custGeom>
              <a:avLst/>
              <a:pathLst>
                <a:path w="67547" h="64976">
                  <a:moveTo>
                    <a:pt x="39020" y="9198"/>
                  </a:moveTo>
                  <a:lnTo>
                    <a:pt x="41724" y="10893"/>
                  </a:lnTo>
                  <a:lnTo>
                    <a:pt x="46277" y="7558"/>
                  </a:lnTo>
                  <a:lnTo>
                    <a:pt x="49254" y="8401"/>
                  </a:lnTo>
                  <a:lnTo>
                    <a:pt x="61044" y="20692"/>
                  </a:lnTo>
                  <a:lnTo>
                    <a:pt x="59734" y="21280"/>
                  </a:lnTo>
                  <a:lnTo>
                    <a:pt x="57494" y="25523"/>
                  </a:lnTo>
                  <a:lnTo>
                    <a:pt x="57374" y="31904"/>
                  </a:lnTo>
                  <a:lnTo>
                    <a:pt x="60156" y="41528"/>
                  </a:lnTo>
                  <a:lnTo>
                    <a:pt x="64325" y="40601"/>
                  </a:lnTo>
                  <a:lnTo>
                    <a:pt x="63612" y="42916"/>
                  </a:lnTo>
                  <a:lnTo>
                    <a:pt x="67295" y="50410"/>
                  </a:lnTo>
                  <a:lnTo>
                    <a:pt x="67547" y="54991"/>
                  </a:lnTo>
                  <a:lnTo>
                    <a:pt x="66603" y="58337"/>
                  </a:lnTo>
                  <a:lnTo>
                    <a:pt x="62847" y="60905"/>
                  </a:lnTo>
                  <a:lnTo>
                    <a:pt x="50606" y="55983"/>
                  </a:lnTo>
                  <a:lnTo>
                    <a:pt x="43745" y="49326"/>
                  </a:lnTo>
                  <a:lnTo>
                    <a:pt x="39592" y="49887"/>
                  </a:lnTo>
                  <a:lnTo>
                    <a:pt x="37515" y="51346"/>
                  </a:lnTo>
                  <a:lnTo>
                    <a:pt x="35513" y="51784"/>
                  </a:lnTo>
                  <a:lnTo>
                    <a:pt x="35251" y="53078"/>
                  </a:lnTo>
                  <a:lnTo>
                    <a:pt x="38144" y="59867"/>
                  </a:lnTo>
                  <a:lnTo>
                    <a:pt x="38560" y="63236"/>
                  </a:lnTo>
                  <a:lnTo>
                    <a:pt x="37793" y="64976"/>
                  </a:lnTo>
                  <a:lnTo>
                    <a:pt x="34853" y="64958"/>
                  </a:lnTo>
                  <a:lnTo>
                    <a:pt x="33305" y="63968"/>
                  </a:lnTo>
                  <a:lnTo>
                    <a:pt x="29114" y="55414"/>
                  </a:lnTo>
                  <a:lnTo>
                    <a:pt x="27983" y="55624"/>
                  </a:lnTo>
                  <a:lnTo>
                    <a:pt x="27923" y="53868"/>
                  </a:lnTo>
                  <a:lnTo>
                    <a:pt x="25140" y="47682"/>
                  </a:lnTo>
                  <a:lnTo>
                    <a:pt x="19387" y="38251"/>
                  </a:lnTo>
                  <a:lnTo>
                    <a:pt x="9501" y="26982"/>
                  </a:lnTo>
                  <a:lnTo>
                    <a:pt x="0" y="18769"/>
                  </a:lnTo>
                  <a:lnTo>
                    <a:pt x="6944" y="14001"/>
                  </a:lnTo>
                  <a:lnTo>
                    <a:pt x="13215" y="14610"/>
                  </a:lnTo>
                  <a:lnTo>
                    <a:pt x="15045" y="16806"/>
                  </a:lnTo>
                  <a:lnTo>
                    <a:pt x="18188" y="17749"/>
                  </a:lnTo>
                  <a:lnTo>
                    <a:pt x="21923" y="16453"/>
                  </a:lnTo>
                  <a:lnTo>
                    <a:pt x="17457" y="9887"/>
                  </a:lnTo>
                  <a:lnTo>
                    <a:pt x="21254" y="8812"/>
                  </a:lnTo>
                  <a:lnTo>
                    <a:pt x="23979" y="2853"/>
                  </a:lnTo>
                  <a:lnTo>
                    <a:pt x="2942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h2210"/>
            <p:cNvSpPr/>
            <p:nvPr/>
          </p:nvSpPr>
          <p:spPr>
            <a:xfrm>
              <a:off x="1811981" y="2503163"/>
              <a:ext cx="65036" cy="89922"/>
            </a:xfrm>
            <a:custGeom>
              <a:avLst/>
              <a:pathLst>
                <a:path w="65036" h="89922">
                  <a:moveTo>
                    <a:pt x="35276" y="1257"/>
                  </a:moveTo>
                  <a:lnTo>
                    <a:pt x="38291" y="1520"/>
                  </a:lnTo>
                  <a:lnTo>
                    <a:pt x="38911" y="786"/>
                  </a:lnTo>
                  <a:lnTo>
                    <a:pt x="41312" y="3750"/>
                  </a:lnTo>
                  <a:lnTo>
                    <a:pt x="38638" y="10917"/>
                  </a:lnTo>
                  <a:lnTo>
                    <a:pt x="40433" y="23525"/>
                  </a:lnTo>
                  <a:lnTo>
                    <a:pt x="42267" y="28242"/>
                  </a:lnTo>
                  <a:lnTo>
                    <a:pt x="43407" y="23328"/>
                  </a:lnTo>
                  <a:lnTo>
                    <a:pt x="48134" y="21770"/>
                  </a:lnTo>
                  <a:lnTo>
                    <a:pt x="52247" y="20862"/>
                  </a:lnTo>
                  <a:lnTo>
                    <a:pt x="52773" y="23778"/>
                  </a:lnTo>
                  <a:lnTo>
                    <a:pt x="54159" y="24970"/>
                  </a:lnTo>
                  <a:lnTo>
                    <a:pt x="57221" y="28248"/>
                  </a:lnTo>
                  <a:lnTo>
                    <a:pt x="59479" y="36146"/>
                  </a:lnTo>
                  <a:lnTo>
                    <a:pt x="62408" y="38918"/>
                  </a:lnTo>
                  <a:lnTo>
                    <a:pt x="62230" y="40803"/>
                  </a:lnTo>
                  <a:lnTo>
                    <a:pt x="60461" y="42801"/>
                  </a:lnTo>
                  <a:lnTo>
                    <a:pt x="61678" y="44958"/>
                  </a:lnTo>
                  <a:lnTo>
                    <a:pt x="65036" y="46200"/>
                  </a:lnTo>
                  <a:lnTo>
                    <a:pt x="61740" y="51758"/>
                  </a:lnTo>
                  <a:lnTo>
                    <a:pt x="62717" y="52905"/>
                  </a:lnTo>
                  <a:lnTo>
                    <a:pt x="60133" y="56757"/>
                  </a:lnTo>
                  <a:lnTo>
                    <a:pt x="46759" y="57538"/>
                  </a:lnTo>
                  <a:lnTo>
                    <a:pt x="47914" y="60477"/>
                  </a:lnTo>
                  <a:lnTo>
                    <a:pt x="38504" y="57081"/>
                  </a:lnTo>
                  <a:lnTo>
                    <a:pt x="36865" y="58370"/>
                  </a:lnTo>
                  <a:lnTo>
                    <a:pt x="34292" y="69699"/>
                  </a:lnTo>
                  <a:lnTo>
                    <a:pt x="34873" y="74137"/>
                  </a:lnTo>
                  <a:lnTo>
                    <a:pt x="36846" y="77149"/>
                  </a:lnTo>
                  <a:lnTo>
                    <a:pt x="38707" y="82351"/>
                  </a:lnTo>
                  <a:lnTo>
                    <a:pt x="38748" y="84914"/>
                  </a:lnTo>
                  <a:lnTo>
                    <a:pt x="36128" y="85020"/>
                  </a:lnTo>
                  <a:lnTo>
                    <a:pt x="32081" y="89283"/>
                  </a:lnTo>
                  <a:lnTo>
                    <a:pt x="30093" y="85543"/>
                  </a:lnTo>
                  <a:lnTo>
                    <a:pt x="26061" y="87550"/>
                  </a:lnTo>
                  <a:lnTo>
                    <a:pt x="23059" y="84976"/>
                  </a:lnTo>
                  <a:lnTo>
                    <a:pt x="18288" y="85970"/>
                  </a:lnTo>
                  <a:lnTo>
                    <a:pt x="14754" y="89922"/>
                  </a:lnTo>
                  <a:lnTo>
                    <a:pt x="11821" y="86837"/>
                  </a:lnTo>
                  <a:lnTo>
                    <a:pt x="16288" y="79573"/>
                  </a:lnTo>
                  <a:lnTo>
                    <a:pt x="11463" y="75862"/>
                  </a:lnTo>
                  <a:lnTo>
                    <a:pt x="3699" y="74574"/>
                  </a:lnTo>
                  <a:lnTo>
                    <a:pt x="3147" y="73388"/>
                  </a:lnTo>
                  <a:lnTo>
                    <a:pt x="5676" y="71692"/>
                  </a:lnTo>
                  <a:lnTo>
                    <a:pt x="8782" y="71693"/>
                  </a:lnTo>
                  <a:lnTo>
                    <a:pt x="7293" y="59842"/>
                  </a:lnTo>
                  <a:lnTo>
                    <a:pt x="6045" y="56758"/>
                  </a:lnTo>
                  <a:lnTo>
                    <a:pt x="1920" y="55704"/>
                  </a:lnTo>
                  <a:lnTo>
                    <a:pt x="0" y="51581"/>
                  </a:lnTo>
                  <a:lnTo>
                    <a:pt x="3309" y="50963"/>
                  </a:lnTo>
                  <a:lnTo>
                    <a:pt x="3795" y="46502"/>
                  </a:lnTo>
                  <a:lnTo>
                    <a:pt x="2644" y="42825"/>
                  </a:lnTo>
                  <a:lnTo>
                    <a:pt x="2908" y="40400"/>
                  </a:lnTo>
                  <a:lnTo>
                    <a:pt x="4776" y="38003"/>
                  </a:lnTo>
                  <a:lnTo>
                    <a:pt x="6255" y="27236"/>
                  </a:lnTo>
                  <a:lnTo>
                    <a:pt x="8332" y="25489"/>
                  </a:lnTo>
                  <a:lnTo>
                    <a:pt x="14586" y="24386"/>
                  </a:lnTo>
                  <a:lnTo>
                    <a:pt x="19247" y="20432"/>
                  </a:lnTo>
                  <a:lnTo>
                    <a:pt x="25118" y="14133"/>
                  </a:lnTo>
                  <a:lnTo>
                    <a:pt x="30019" y="1915"/>
                  </a:lnTo>
                  <a:lnTo>
                    <a:pt x="3309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h2211"/>
            <p:cNvSpPr/>
            <p:nvPr/>
          </p:nvSpPr>
          <p:spPr>
            <a:xfrm>
              <a:off x="1718198" y="2361001"/>
              <a:ext cx="70161" cy="80969"/>
            </a:xfrm>
            <a:custGeom>
              <a:avLst/>
              <a:pathLst>
                <a:path w="70161" h="80969">
                  <a:moveTo>
                    <a:pt x="24256" y="526"/>
                  </a:moveTo>
                  <a:lnTo>
                    <a:pt x="42687" y="21812"/>
                  </a:lnTo>
                  <a:lnTo>
                    <a:pt x="45075" y="30637"/>
                  </a:lnTo>
                  <a:lnTo>
                    <a:pt x="51703" y="43735"/>
                  </a:lnTo>
                  <a:lnTo>
                    <a:pt x="56837" y="45449"/>
                  </a:lnTo>
                  <a:lnTo>
                    <a:pt x="59347" y="47587"/>
                  </a:lnTo>
                  <a:lnTo>
                    <a:pt x="58088" y="52225"/>
                  </a:lnTo>
                  <a:lnTo>
                    <a:pt x="54855" y="55732"/>
                  </a:lnTo>
                  <a:lnTo>
                    <a:pt x="55845" y="59757"/>
                  </a:lnTo>
                  <a:lnTo>
                    <a:pt x="62450" y="70959"/>
                  </a:lnTo>
                  <a:lnTo>
                    <a:pt x="63724" y="72066"/>
                  </a:lnTo>
                  <a:lnTo>
                    <a:pt x="64795" y="71590"/>
                  </a:lnTo>
                  <a:lnTo>
                    <a:pt x="70161" y="74532"/>
                  </a:lnTo>
                  <a:lnTo>
                    <a:pt x="70001" y="78676"/>
                  </a:lnTo>
                  <a:lnTo>
                    <a:pt x="60442" y="80231"/>
                  </a:lnTo>
                  <a:lnTo>
                    <a:pt x="52987" y="78129"/>
                  </a:lnTo>
                  <a:lnTo>
                    <a:pt x="51915" y="79438"/>
                  </a:lnTo>
                  <a:lnTo>
                    <a:pt x="52768" y="80969"/>
                  </a:lnTo>
                  <a:lnTo>
                    <a:pt x="40574" y="78382"/>
                  </a:lnTo>
                  <a:lnTo>
                    <a:pt x="38377" y="79857"/>
                  </a:lnTo>
                  <a:lnTo>
                    <a:pt x="36545" y="79374"/>
                  </a:lnTo>
                  <a:lnTo>
                    <a:pt x="32265" y="71714"/>
                  </a:lnTo>
                  <a:lnTo>
                    <a:pt x="30509" y="70964"/>
                  </a:lnTo>
                  <a:lnTo>
                    <a:pt x="24102" y="73174"/>
                  </a:lnTo>
                  <a:lnTo>
                    <a:pt x="19374" y="71388"/>
                  </a:lnTo>
                  <a:lnTo>
                    <a:pt x="16143" y="71918"/>
                  </a:lnTo>
                  <a:lnTo>
                    <a:pt x="11976" y="68585"/>
                  </a:lnTo>
                  <a:lnTo>
                    <a:pt x="13156" y="65415"/>
                  </a:lnTo>
                  <a:lnTo>
                    <a:pt x="11020" y="61051"/>
                  </a:lnTo>
                  <a:lnTo>
                    <a:pt x="7030" y="59610"/>
                  </a:lnTo>
                  <a:lnTo>
                    <a:pt x="882" y="51467"/>
                  </a:lnTo>
                  <a:lnTo>
                    <a:pt x="0" y="44743"/>
                  </a:lnTo>
                  <a:lnTo>
                    <a:pt x="11004" y="41431"/>
                  </a:lnTo>
                  <a:lnTo>
                    <a:pt x="10025" y="36738"/>
                  </a:lnTo>
                  <a:lnTo>
                    <a:pt x="4530" y="33515"/>
                  </a:lnTo>
                  <a:lnTo>
                    <a:pt x="2420" y="23438"/>
                  </a:lnTo>
                  <a:lnTo>
                    <a:pt x="4405" y="21409"/>
                  </a:lnTo>
                  <a:lnTo>
                    <a:pt x="2730" y="18282"/>
                  </a:lnTo>
                  <a:lnTo>
                    <a:pt x="7942" y="12561"/>
                  </a:lnTo>
                  <a:lnTo>
                    <a:pt x="14377" y="10697"/>
                  </a:lnTo>
                  <a:lnTo>
                    <a:pt x="23196" y="3888"/>
                  </a:lnTo>
                  <a:lnTo>
                    <a:pt x="23562" y="2285"/>
                  </a:lnTo>
                  <a:lnTo>
                    <a:pt x="2186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h2212"/>
            <p:cNvSpPr/>
            <p:nvPr/>
          </p:nvSpPr>
          <p:spPr>
            <a:xfrm>
              <a:off x="1791046" y="2578438"/>
              <a:ext cx="137" cy="123"/>
            </a:xfrm>
            <a:custGeom>
              <a:avLst/>
              <a:pathLst>
                <a:path w="137" h="123">
                  <a:moveTo>
                    <a:pt x="137" y="0"/>
                  </a:moveTo>
                  <a:lnTo>
                    <a:pt x="0" y="12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h2213"/>
            <p:cNvSpPr/>
            <p:nvPr/>
          </p:nvSpPr>
          <p:spPr>
            <a:xfrm>
              <a:off x="1786624" y="2577701"/>
              <a:ext cx="182" cy="65"/>
            </a:xfrm>
            <a:custGeom>
              <a:avLst/>
              <a:pathLst>
                <a:path w="182" h="65">
                  <a:moveTo>
                    <a:pt x="182" y="0"/>
                  </a:moveTo>
                  <a:lnTo>
                    <a:pt x="0" y="6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h2214"/>
            <p:cNvSpPr/>
            <p:nvPr/>
          </p:nvSpPr>
          <p:spPr>
            <a:xfrm>
              <a:off x="1783564" y="2571928"/>
              <a:ext cx="466" cy="693"/>
            </a:xfrm>
            <a:custGeom>
              <a:avLst/>
              <a:pathLst>
                <a:path w="466" h="693">
                  <a:moveTo>
                    <a:pt x="222" y="598"/>
                  </a:moveTo>
                  <a:lnTo>
                    <a:pt x="0" y="693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h2215"/>
            <p:cNvSpPr/>
            <p:nvPr/>
          </p:nvSpPr>
          <p:spPr>
            <a:xfrm>
              <a:off x="1783119" y="2570700"/>
              <a:ext cx="853" cy="1217"/>
            </a:xfrm>
            <a:custGeom>
              <a:avLst/>
              <a:pathLst>
                <a:path w="853" h="1217">
                  <a:moveTo>
                    <a:pt x="814" y="0"/>
                  </a:moveTo>
                  <a:lnTo>
                    <a:pt x="853" y="1217"/>
                  </a:lnTo>
                  <a:lnTo>
                    <a:pt x="0" y="364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h2216"/>
            <p:cNvSpPr/>
            <p:nvPr/>
          </p:nvSpPr>
          <p:spPr>
            <a:xfrm>
              <a:off x="1782194" y="2567865"/>
              <a:ext cx="723" cy="1040"/>
            </a:xfrm>
            <a:custGeom>
              <a:avLst/>
              <a:pathLst>
                <a:path w="723" h="1040">
                  <a:moveTo>
                    <a:pt x="555" y="0"/>
                  </a:moveTo>
                  <a:lnTo>
                    <a:pt x="723" y="906"/>
                  </a:lnTo>
                  <a:lnTo>
                    <a:pt x="0" y="104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h2217"/>
            <p:cNvSpPr/>
            <p:nvPr/>
          </p:nvSpPr>
          <p:spPr>
            <a:xfrm>
              <a:off x="1766339" y="2486502"/>
              <a:ext cx="84554" cy="107032"/>
            </a:xfrm>
            <a:custGeom>
              <a:avLst/>
              <a:pathLst>
                <a:path w="84554" h="107032">
                  <a:moveTo>
                    <a:pt x="84554" y="17446"/>
                  </a:moveTo>
                  <a:lnTo>
                    <a:pt x="83933" y="18181"/>
                  </a:lnTo>
                  <a:lnTo>
                    <a:pt x="80919" y="17918"/>
                  </a:lnTo>
                  <a:lnTo>
                    <a:pt x="78732" y="16660"/>
                  </a:lnTo>
                  <a:lnTo>
                    <a:pt x="75661" y="18576"/>
                  </a:lnTo>
                  <a:lnTo>
                    <a:pt x="70760" y="30794"/>
                  </a:lnTo>
                  <a:lnTo>
                    <a:pt x="64889" y="37092"/>
                  </a:lnTo>
                  <a:lnTo>
                    <a:pt x="60228" y="41047"/>
                  </a:lnTo>
                  <a:lnTo>
                    <a:pt x="53975" y="42150"/>
                  </a:lnTo>
                  <a:lnTo>
                    <a:pt x="51898" y="43897"/>
                  </a:lnTo>
                  <a:lnTo>
                    <a:pt x="50418" y="54664"/>
                  </a:lnTo>
                  <a:lnTo>
                    <a:pt x="48551" y="57061"/>
                  </a:lnTo>
                  <a:lnTo>
                    <a:pt x="48287" y="59485"/>
                  </a:lnTo>
                  <a:lnTo>
                    <a:pt x="49437" y="63163"/>
                  </a:lnTo>
                  <a:lnTo>
                    <a:pt x="48952" y="67623"/>
                  </a:lnTo>
                  <a:lnTo>
                    <a:pt x="45642" y="68242"/>
                  </a:lnTo>
                  <a:lnTo>
                    <a:pt x="47562" y="72364"/>
                  </a:lnTo>
                  <a:lnTo>
                    <a:pt x="51688" y="73418"/>
                  </a:lnTo>
                  <a:lnTo>
                    <a:pt x="52936" y="76503"/>
                  </a:lnTo>
                  <a:lnTo>
                    <a:pt x="54424" y="88353"/>
                  </a:lnTo>
                  <a:lnTo>
                    <a:pt x="51318" y="88352"/>
                  </a:lnTo>
                  <a:lnTo>
                    <a:pt x="48790" y="90048"/>
                  </a:lnTo>
                  <a:lnTo>
                    <a:pt x="49342" y="91234"/>
                  </a:lnTo>
                  <a:lnTo>
                    <a:pt x="57105" y="92522"/>
                  </a:lnTo>
                  <a:lnTo>
                    <a:pt x="61931" y="96233"/>
                  </a:lnTo>
                  <a:lnTo>
                    <a:pt x="57463" y="103498"/>
                  </a:lnTo>
                  <a:lnTo>
                    <a:pt x="56251" y="105233"/>
                  </a:lnTo>
                  <a:lnTo>
                    <a:pt x="53129" y="103285"/>
                  </a:lnTo>
                  <a:lnTo>
                    <a:pt x="50501" y="102667"/>
                  </a:lnTo>
                  <a:lnTo>
                    <a:pt x="45507" y="104209"/>
                  </a:lnTo>
                  <a:lnTo>
                    <a:pt x="41950" y="107032"/>
                  </a:lnTo>
                  <a:lnTo>
                    <a:pt x="25883" y="91679"/>
                  </a:lnTo>
                  <a:lnTo>
                    <a:pt x="24204" y="90969"/>
                  </a:lnTo>
                  <a:lnTo>
                    <a:pt x="17269" y="80017"/>
                  </a:lnTo>
                  <a:lnTo>
                    <a:pt x="15796" y="72028"/>
                  </a:lnTo>
                  <a:lnTo>
                    <a:pt x="9310" y="62349"/>
                  </a:lnTo>
                  <a:lnTo>
                    <a:pt x="0" y="52662"/>
                  </a:lnTo>
                  <a:lnTo>
                    <a:pt x="3128" y="34067"/>
                  </a:lnTo>
                  <a:lnTo>
                    <a:pt x="12652" y="33315"/>
                  </a:lnTo>
                  <a:lnTo>
                    <a:pt x="11522" y="28572"/>
                  </a:lnTo>
                  <a:lnTo>
                    <a:pt x="12631" y="24563"/>
                  </a:lnTo>
                  <a:lnTo>
                    <a:pt x="19228" y="23757"/>
                  </a:lnTo>
                  <a:lnTo>
                    <a:pt x="25252" y="24741"/>
                  </a:lnTo>
                  <a:lnTo>
                    <a:pt x="28879" y="26817"/>
                  </a:lnTo>
                  <a:lnTo>
                    <a:pt x="32643" y="32091"/>
                  </a:lnTo>
                  <a:lnTo>
                    <a:pt x="38470" y="37111"/>
                  </a:lnTo>
                  <a:lnTo>
                    <a:pt x="41264" y="37330"/>
                  </a:lnTo>
                  <a:lnTo>
                    <a:pt x="42981" y="36287"/>
                  </a:lnTo>
                  <a:lnTo>
                    <a:pt x="50611" y="27618"/>
                  </a:lnTo>
                  <a:lnTo>
                    <a:pt x="53750" y="29458"/>
                  </a:lnTo>
                  <a:lnTo>
                    <a:pt x="54650" y="23693"/>
                  </a:lnTo>
                  <a:lnTo>
                    <a:pt x="61686" y="21129"/>
                  </a:lnTo>
                  <a:lnTo>
                    <a:pt x="56509" y="15515"/>
                  </a:lnTo>
                  <a:lnTo>
                    <a:pt x="67966" y="0"/>
                  </a:lnTo>
                  <a:lnTo>
                    <a:pt x="81725" y="9753"/>
                  </a:lnTo>
                  <a:lnTo>
                    <a:pt x="83136" y="13489"/>
                  </a:lnTo>
                  <a:lnTo>
                    <a:pt x="84009" y="13085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h2218"/>
            <p:cNvSpPr/>
            <p:nvPr/>
          </p:nvSpPr>
          <p:spPr>
            <a:xfrm>
              <a:off x="1538843" y="2063512"/>
              <a:ext cx="82579" cy="100729"/>
            </a:xfrm>
            <a:custGeom>
              <a:avLst/>
              <a:pathLst>
                <a:path w="82579" h="100729">
                  <a:moveTo>
                    <a:pt x="25017" y="726"/>
                  </a:moveTo>
                  <a:lnTo>
                    <a:pt x="30687" y="2750"/>
                  </a:lnTo>
                  <a:lnTo>
                    <a:pt x="31979" y="3481"/>
                  </a:lnTo>
                  <a:lnTo>
                    <a:pt x="41864" y="3340"/>
                  </a:lnTo>
                  <a:lnTo>
                    <a:pt x="51813" y="910"/>
                  </a:lnTo>
                  <a:lnTo>
                    <a:pt x="57011" y="2134"/>
                  </a:lnTo>
                  <a:lnTo>
                    <a:pt x="58605" y="7451"/>
                  </a:lnTo>
                  <a:lnTo>
                    <a:pt x="52212" y="11985"/>
                  </a:lnTo>
                  <a:lnTo>
                    <a:pt x="52454" y="18882"/>
                  </a:lnTo>
                  <a:lnTo>
                    <a:pt x="54448" y="21540"/>
                  </a:lnTo>
                  <a:lnTo>
                    <a:pt x="61132" y="20637"/>
                  </a:lnTo>
                  <a:lnTo>
                    <a:pt x="62349" y="24311"/>
                  </a:lnTo>
                  <a:lnTo>
                    <a:pt x="68261" y="24194"/>
                  </a:lnTo>
                  <a:lnTo>
                    <a:pt x="74663" y="32397"/>
                  </a:lnTo>
                  <a:lnTo>
                    <a:pt x="77114" y="37349"/>
                  </a:lnTo>
                  <a:lnTo>
                    <a:pt x="77623" y="46252"/>
                  </a:lnTo>
                  <a:lnTo>
                    <a:pt x="76951" y="48331"/>
                  </a:lnTo>
                  <a:lnTo>
                    <a:pt x="70174" y="53645"/>
                  </a:lnTo>
                  <a:lnTo>
                    <a:pt x="76509" y="61590"/>
                  </a:lnTo>
                  <a:lnTo>
                    <a:pt x="81890" y="70268"/>
                  </a:lnTo>
                  <a:lnTo>
                    <a:pt x="82579" y="72662"/>
                  </a:lnTo>
                  <a:lnTo>
                    <a:pt x="80712" y="77287"/>
                  </a:lnTo>
                  <a:lnTo>
                    <a:pt x="77086" y="79987"/>
                  </a:lnTo>
                  <a:lnTo>
                    <a:pt x="75346" y="79280"/>
                  </a:lnTo>
                  <a:lnTo>
                    <a:pt x="74729" y="79752"/>
                  </a:lnTo>
                  <a:lnTo>
                    <a:pt x="75052" y="87517"/>
                  </a:lnTo>
                  <a:lnTo>
                    <a:pt x="72252" y="90228"/>
                  </a:lnTo>
                  <a:lnTo>
                    <a:pt x="72763" y="94194"/>
                  </a:lnTo>
                  <a:lnTo>
                    <a:pt x="69998" y="97396"/>
                  </a:lnTo>
                  <a:lnTo>
                    <a:pt x="56539" y="100729"/>
                  </a:lnTo>
                  <a:lnTo>
                    <a:pt x="50401" y="96955"/>
                  </a:lnTo>
                  <a:lnTo>
                    <a:pt x="50299" y="95083"/>
                  </a:lnTo>
                  <a:lnTo>
                    <a:pt x="52524" y="94121"/>
                  </a:lnTo>
                  <a:lnTo>
                    <a:pt x="54557" y="88849"/>
                  </a:lnTo>
                  <a:lnTo>
                    <a:pt x="45668" y="87001"/>
                  </a:lnTo>
                  <a:lnTo>
                    <a:pt x="45540" y="89823"/>
                  </a:lnTo>
                  <a:lnTo>
                    <a:pt x="44427" y="89362"/>
                  </a:lnTo>
                  <a:lnTo>
                    <a:pt x="41065" y="88252"/>
                  </a:lnTo>
                  <a:lnTo>
                    <a:pt x="40360" y="79433"/>
                  </a:lnTo>
                  <a:lnTo>
                    <a:pt x="41976" y="77981"/>
                  </a:lnTo>
                  <a:lnTo>
                    <a:pt x="39551" y="72920"/>
                  </a:lnTo>
                  <a:lnTo>
                    <a:pt x="33006" y="74503"/>
                  </a:lnTo>
                  <a:lnTo>
                    <a:pt x="30919" y="73373"/>
                  </a:lnTo>
                  <a:lnTo>
                    <a:pt x="27431" y="66672"/>
                  </a:lnTo>
                  <a:lnTo>
                    <a:pt x="22690" y="65912"/>
                  </a:lnTo>
                  <a:lnTo>
                    <a:pt x="32242" y="55816"/>
                  </a:lnTo>
                  <a:lnTo>
                    <a:pt x="30547" y="52349"/>
                  </a:lnTo>
                  <a:lnTo>
                    <a:pt x="26789" y="52058"/>
                  </a:lnTo>
                  <a:lnTo>
                    <a:pt x="25275" y="55658"/>
                  </a:lnTo>
                  <a:lnTo>
                    <a:pt x="22763" y="57343"/>
                  </a:lnTo>
                  <a:lnTo>
                    <a:pt x="16644" y="57344"/>
                  </a:lnTo>
                  <a:lnTo>
                    <a:pt x="16317" y="59508"/>
                  </a:lnTo>
                  <a:lnTo>
                    <a:pt x="15283" y="60391"/>
                  </a:lnTo>
                  <a:lnTo>
                    <a:pt x="9108" y="62414"/>
                  </a:lnTo>
                  <a:lnTo>
                    <a:pt x="7757" y="61826"/>
                  </a:lnTo>
                  <a:lnTo>
                    <a:pt x="3090" y="55473"/>
                  </a:lnTo>
                  <a:lnTo>
                    <a:pt x="3687" y="52502"/>
                  </a:lnTo>
                  <a:lnTo>
                    <a:pt x="5220" y="51686"/>
                  </a:lnTo>
                  <a:lnTo>
                    <a:pt x="5059" y="50669"/>
                  </a:lnTo>
                  <a:lnTo>
                    <a:pt x="0" y="49063"/>
                  </a:lnTo>
                  <a:lnTo>
                    <a:pt x="3453" y="44953"/>
                  </a:lnTo>
                  <a:lnTo>
                    <a:pt x="8789" y="36180"/>
                  </a:lnTo>
                  <a:lnTo>
                    <a:pt x="11043" y="33842"/>
                  </a:lnTo>
                  <a:lnTo>
                    <a:pt x="13638" y="33686"/>
                  </a:lnTo>
                  <a:lnTo>
                    <a:pt x="15764" y="31343"/>
                  </a:lnTo>
                  <a:lnTo>
                    <a:pt x="14752" y="27339"/>
                  </a:lnTo>
                  <a:lnTo>
                    <a:pt x="25010" y="9130"/>
                  </a:lnTo>
                  <a:lnTo>
                    <a:pt x="30060" y="8631"/>
                  </a:lnTo>
                  <a:lnTo>
                    <a:pt x="20937" y="6757"/>
                  </a:lnTo>
                  <a:lnTo>
                    <a:pt x="20909" y="4207"/>
                  </a:lnTo>
                  <a:lnTo>
                    <a:pt x="22615" y="962"/>
                  </a:lnTo>
                  <a:lnTo>
                    <a:pt x="2432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h2219"/>
            <p:cNvSpPr/>
            <p:nvPr/>
          </p:nvSpPr>
          <p:spPr>
            <a:xfrm>
              <a:off x="1605425" y="2228551"/>
              <a:ext cx="61410" cy="117009"/>
            </a:xfrm>
            <a:custGeom>
              <a:avLst/>
              <a:pathLst>
                <a:path w="61410" h="117009">
                  <a:moveTo>
                    <a:pt x="48010" y="5373"/>
                  </a:moveTo>
                  <a:lnTo>
                    <a:pt x="50168" y="17027"/>
                  </a:lnTo>
                  <a:lnTo>
                    <a:pt x="57101" y="17738"/>
                  </a:lnTo>
                  <a:lnTo>
                    <a:pt x="55365" y="19552"/>
                  </a:lnTo>
                  <a:lnTo>
                    <a:pt x="55652" y="28195"/>
                  </a:lnTo>
                  <a:lnTo>
                    <a:pt x="48258" y="33895"/>
                  </a:lnTo>
                  <a:lnTo>
                    <a:pt x="46991" y="47178"/>
                  </a:lnTo>
                  <a:lnTo>
                    <a:pt x="42254" y="47768"/>
                  </a:lnTo>
                  <a:lnTo>
                    <a:pt x="41175" y="50120"/>
                  </a:lnTo>
                  <a:lnTo>
                    <a:pt x="42701" y="53126"/>
                  </a:lnTo>
                  <a:lnTo>
                    <a:pt x="39982" y="56576"/>
                  </a:lnTo>
                  <a:lnTo>
                    <a:pt x="34644" y="59638"/>
                  </a:lnTo>
                  <a:lnTo>
                    <a:pt x="28763" y="66695"/>
                  </a:lnTo>
                  <a:lnTo>
                    <a:pt x="34350" y="65614"/>
                  </a:lnTo>
                  <a:lnTo>
                    <a:pt x="34231" y="70289"/>
                  </a:lnTo>
                  <a:lnTo>
                    <a:pt x="38206" y="71015"/>
                  </a:lnTo>
                  <a:lnTo>
                    <a:pt x="41908" y="78296"/>
                  </a:lnTo>
                  <a:lnTo>
                    <a:pt x="45851" y="78370"/>
                  </a:lnTo>
                  <a:lnTo>
                    <a:pt x="50943" y="76670"/>
                  </a:lnTo>
                  <a:lnTo>
                    <a:pt x="56549" y="78543"/>
                  </a:lnTo>
                  <a:lnTo>
                    <a:pt x="61410" y="88803"/>
                  </a:lnTo>
                  <a:lnTo>
                    <a:pt x="59774" y="91181"/>
                  </a:lnTo>
                  <a:lnTo>
                    <a:pt x="59153" y="91769"/>
                  </a:lnTo>
                  <a:lnTo>
                    <a:pt x="59775" y="95089"/>
                  </a:lnTo>
                  <a:lnTo>
                    <a:pt x="59261" y="96575"/>
                  </a:lnTo>
                  <a:lnTo>
                    <a:pt x="55602" y="97587"/>
                  </a:lnTo>
                  <a:lnTo>
                    <a:pt x="51416" y="101596"/>
                  </a:lnTo>
                  <a:lnTo>
                    <a:pt x="51615" y="107398"/>
                  </a:lnTo>
                  <a:lnTo>
                    <a:pt x="43056" y="115812"/>
                  </a:lnTo>
                  <a:lnTo>
                    <a:pt x="37708" y="116267"/>
                  </a:lnTo>
                  <a:lnTo>
                    <a:pt x="35153" y="115499"/>
                  </a:lnTo>
                  <a:lnTo>
                    <a:pt x="35093" y="117009"/>
                  </a:lnTo>
                  <a:lnTo>
                    <a:pt x="31204" y="113488"/>
                  </a:lnTo>
                  <a:lnTo>
                    <a:pt x="26234" y="111617"/>
                  </a:lnTo>
                  <a:lnTo>
                    <a:pt x="24308" y="104978"/>
                  </a:lnTo>
                  <a:lnTo>
                    <a:pt x="21669" y="101241"/>
                  </a:lnTo>
                  <a:lnTo>
                    <a:pt x="15850" y="102520"/>
                  </a:lnTo>
                  <a:lnTo>
                    <a:pt x="15173" y="101049"/>
                  </a:lnTo>
                  <a:lnTo>
                    <a:pt x="10190" y="93034"/>
                  </a:lnTo>
                  <a:lnTo>
                    <a:pt x="10297" y="89967"/>
                  </a:lnTo>
                  <a:lnTo>
                    <a:pt x="8050" y="87613"/>
                  </a:lnTo>
                  <a:lnTo>
                    <a:pt x="3333" y="87123"/>
                  </a:lnTo>
                  <a:lnTo>
                    <a:pt x="4950" y="84116"/>
                  </a:lnTo>
                  <a:lnTo>
                    <a:pt x="7107" y="83263"/>
                  </a:lnTo>
                  <a:lnTo>
                    <a:pt x="9095" y="85521"/>
                  </a:lnTo>
                  <a:lnTo>
                    <a:pt x="10482" y="85595"/>
                  </a:lnTo>
                  <a:lnTo>
                    <a:pt x="11613" y="78273"/>
                  </a:lnTo>
                  <a:lnTo>
                    <a:pt x="19074" y="78647"/>
                  </a:lnTo>
                  <a:lnTo>
                    <a:pt x="19395" y="75361"/>
                  </a:lnTo>
                  <a:lnTo>
                    <a:pt x="18165" y="74166"/>
                  </a:lnTo>
                  <a:lnTo>
                    <a:pt x="15858" y="73864"/>
                  </a:lnTo>
                  <a:lnTo>
                    <a:pt x="10984" y="61474"/>
                  </a:lnTo>
                  <a:lnTo>
                    <a:pt x="14514" y="57923"/>
                  </a:lnTo>
                  <a:lnTo>
                    <a:pt x="14738" y="56318"/>
                  </a:lnTo>
                  <a:lnTo>
                    <a:pt x="5220" y="49973"/>
                  </a:lnTo>
                  <a:lnTo>
                    <a:pt x="3306" y="30840"/>
                  </a:lnTo>
                  <a:lnTo>
                    <a:pt x="5723" y="27010"/>
                  </a:lnTo>
                  <a:lnTo>
                    <a:pt x="0" y="26938"/>
                  </a:lnTo>
                  <a:lnTo>
                    <a:pt x="273" y="24681"/>
                  </a:lnTo>
                  <a:lnTo>
                    <a:pt x="2829" y="19343"/>
                  </a:lnTo>
                  <a:lnTo>
                    <a:pt x="6649" y="20980"/>
                  </a:lnTo>
                  <a:lnTo>
                    <a:pt x="10509" y="19218"/>
                  </a:lnTo>
                  <a:lnTo>
                    <a:pt x="12070" y="17714"/>
                  </a:lnTo>
                  <a:lnTo>
                    <a:pt x="11275" y="15487"/>
                  </a:lnTo>
                  <a:lnTo>
                    <a:pt x="11756" y="14321"/>
                  </a:lnTo>
                  <a:lnTo>
                    <a:pt x="16273" y="17734"/>
                  </a:lnTo>
                  <a:lnTo>
                    <a:pt x="22152" y="15143"/>
                  </a:lnTo>
                  <a:lnTo>
                    <a:pt x="27190" y="9036"/>
                  </a:lnTo>
                  <a:lnTo>
                    <a:pt x="30593" y="7523"/>
                  </a:lnTo>
                  <a:lnTo>
                    <a:pt x="35519" y="7613"/>
                  </a:lnTo>
                  <a:lnTo>
                    <a:pt x="39632" y="6672"/>
                  </a:lnTo>
                  <a:lnTo>
                    <a:pt x="45045" y="3847"/>
                  </a:lnTo>
                  <a:lnTo>
                    <a:pt x="42544" y="1999"/>
                  </a:lnTo>
                  <a:lnTo>
                    <a:pt x="4885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h2220"/>
            <p:cNvSpPr/>
            <p:nvPr/>
          </p:nvSpPr>
          <p:spPr>
            <a:xfrm>
              <a:off x="1573430" y="2251952"/>
              <a:ext cx="51390" cy="62195"/>
            </a:xfrm>
            <a:custGeom>
              <a:avLst/>
              <a:pathLst>
                <a:path w="51390" h="62195">
                  <a:moveTo>
                    <a:pt x="17923" y="1332"/>
                  </a:moveTo>
                  <a:lnTo>
                    <a:pt x="29255" y="3590"/>
                  </a:lnTo>
                  <a:lnTo>
                    <a:pt x="31995" y="3537"/>
                  </a:lnTo>
                  <a:lnTo>
                    <a:pt x="37718" y="3609"/>
                  </a:lnTo>
                  <a:lnTo>
                    <a:pt x="35301" y="7439"/>
                  </a:lnTo>
                  <a:lnTo>
                    <a:pt x="37215" y="26573"/>
                  </a:lnTo>
                  <a:lnTo>
                    <a:pt x="46734" y="32917"/>
                  </a:lnTo>
                  <a:lnTo>
                    <a:pt x="46510" y="34522"/>
                  </a:lnTo>
                  <a:lnTo>
                    <a:pt x="42980" y="38074"/>
                  </a:lnTo>
                  <a:lnTo>
                    <a:pt x="47853" y="50463"/>
                  </a:lnTo>
                  <a:lnTo>
                    <a:pt x="50160" y="50765"/>
                  </a:lnTo>
                  <a:lnTo>
                    <a:pt x="51390" y="51961"/>
                  </a:lnTo>
                  <a:lnTo>
                    <a:pt x="51069" y="55246"/>
                  </a:lnTo>
                  <a:lnTo>
                    <a:pt x="43609" y="54872"/>
                  </a:lnTo>
                  <a:lnTo>
                    <a:pt x="42478" y="62195"/>
                  </a:lnTo>
                  <a:lnTo>
                    <a:pt x="41090" y="62120"/>
                  </a:lnTo>
                  <a:lnTo>
                    <a:pt x="39102" y="59862"/>
                  </a:lnTo>
                  <a:lnTo>
                    <a:pt x="37082" y="52347"/>
                  </a:lnTo>
                  <a:lnTo>
                    <a:pt x="33895" y="52369"/>
                  </a:lnTo>
                  <a:lnTo>
                    <a:pt x="31238" y="50176"/>
                  </a:lnTo>
                  <a:lnTo>
                    <a:pt x="35789" y="48083"/>
                  </a:lnTo>
                  <a:lnTo>
                    <a:pt x="32078" y="41741"/>
                  </a:lnTo>
                  <a:lnTo>
                    <a:pt x="30952" y="36354"/>
                  </a:lnTo>
                  <a:lnTo>
                    <a:pt x="31586" y="33596"/>
                  </a:lnTo>
                  <a:lnTo>
                    <a:pt x="30566" y="29820"/>
                  </a:lnTo>
                  <a:lnTo>
                    <a:pt x="25235" y="25471"/>
                  </a:lnTo>
                  <a:lnTo>
                    <a:pt x="26963" y="24424"/>
                  </a:lnTo>
                  <a:lnTo>
                    <a:pt x="24724" y="21759"/>
                  </a:lnTo>
                  <a:lnTo>
                    <a:pt x="20316" y="24467"/>
                  </a:lnTo>
                  <a:lnTo>
                    <a:pt x="19619" y="26765"/>
                  </a:lnTo>
                  <a:lnTo>
                    <a:pt x="17413" y="28803"/>
                  </a:lnTo>
                  <a:lnTo>
                    <a:pt x="14525" y="26884"/>
                  </a:lnTo>
                  <a:lnTo>
                    <a:pt x="5588" y="32627"/>
                  </a:lnTo>
                  <a:lnTo>
                    <a:pt x="1555" y="34123"/>
                  </a:lnTo>
                  <a:lnTo>
                    <a:pt x="763" y="33668"/>
                  </a:lnTo>
                  <a:lnTo>
                    <a:pt x="968" y="31167"/>
                  </a:lnTo>
                  <a:lnTo>
                    <a:pt x="0" y="30772"/>
                  </a:lnTo>
                  <a:lnTo>
                    <a:pt x="115" y="28182"/>
                  </a:lnTo>
                  <a:lnTo>
                    <a:pt x="668" y="27461"/>
                  </a:lnTo>
                  <a:lnTo>
                    <a:pt x="2123" y="27941"/>
                  </a:lnTo>
                  <a:lnTo>
                    <a:pt x="4163" y="18212"/>
                  </a:lnTo>
                  <a:lnTo>
                    <a:pt x="7124" y="16248"/>
                  </a:lnTo>
                  <a:lnTo>
                    <a:pt x="11004" y="15922"/>
                  </a:lnTo>
                  <a:lnTo>
                    <a:pt x="14176" y="17107"/>
                  </a:lnTo>
                  <a:lnTo>
                    <a:pt x="14663" y="16606"/>
                  </a:lnTo>
                  <a:lnTo>
                    <a:pt x="14762" y="10008"/>
                  </a:lnTo>
                  <a:lnTo>
                    <a:pt x="12358" y="2970"/>
                  </a:lnTo>
                  <a:lnTo>
                    <a:pt x="1640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h2221"/>
            <p:cNvSpPr/>
            <p:nvPr/>
          </p:nvSpPr>
          <p:spPr>
            <a:xfrm>
              <a:off x="1626474" y="2300475"/>
              <a:ext cx="115285" cy="162852"/>
            </a:xfrm>
            <a:custGeom>
              <a:avLst/>
              <a:pathLst>
                <a:path w="115285" h="162852">
                  <a:moveTo>
                    <a:pt x="77709" y="312"/>
                  </a:moveTo>
                  <a:lnTo>
                    <a:pt x="81789" y="2781"/>
                  </a:lnTo>
                  <a:lnTo>
                    <a:pt x="84274" y="2754"/>
                  </a:lnTo>
                  <a:lnTo>
                    <a:pt x="87449" y="4973"/>
                  </a:lnTo>
                  <a:lnTo>
                    <a:pt x="86066" y="7073"/>
                  </a:lnTo>
                  <a:lnTo>
                    <a:pt x="86724" y="12352"/>
                  </a:lnTo>
                  <a:lnTo>
                    <a:pt x="85506" y="29813"/>
                  </a:lnTo>
                  <a:lnTo>
                    <a:pt x="92854" y="33087"/>
                  </a:lnTo>
                  <a:lnTo>
                    <a:pt x="93771" y="36993"/>
                  </a:lnTo>
                  <a:lnTo>
                    <a:pt x="98264" y="45934"/>
                  </a:lnTo>
                  <a:lnTo>
                    <a:pt x="100361" y="46712"/>
                  </a:lnTo>
                  <a:lnTo>
                    <a:pt x="108035" y="53232"/>
                  </a:lnTo>
                  <a:lnTo>
                    <a:pt x="108859" y="55085"/>
                  </a:lnTo>
                  <a:lnTo>
                    <a:pt x="105983" y="56123"/>
                  </a:lnTo>
                  <a:lnTo>
                    <a:pt x="108225" y="61055"/>
                  </a:lnTo>
                  <a:lnTo>
                    <a:pt x="109555" y="62013"/>
                  </a:lnTo>
                  <a:lnTo>
                    <a:pt x="111571" y="60190"/>
                  </a:lnTo>
                  <a:lnTo>
                    <a:pt x="113587" y="60526"/>
                  </a:lnTo>
                  <a:lnTo>
                    <a:pt x="115285" y="62812"/>
                  </a:lnTo>
                  <a:lnTo>
                    <a:pt x="114919" y="64414"/>
                  </a:lnTo>
                  <a:lnTo>
                    <a:pt x="106100" y="71223"/>
                  </a:lnTo>
                  <a:lnTo>
                    <a:pt x="99665" y="73088"/>
                  </a:lnTo>
                  <a:lnTo>
                    <a:pt x="94453" y="78808"/>
                  </a:lnTo>
                  <a:lnTo>
                    <a:pt x="96128" y="81935"/>
                  </a:lnTo>
                  <a:lnTo>
                    <a:pt x="94143" y="83965"/>
                  </a:lnTo>
                  <a:lnTo>
                    <a:pt x="96253" y="94041"/>
                  </a:lnTo>
                  <a:lnTo>
                    <a:pt x="101748" y="97264"/>
                  </a:lnTo>
                  <a:lnTo>
                    <a:pt x="102727" y="101957"/>
                  </a:lnTo>
                  <a:lnTo>
                    <a:pt x="91723" y="105269"/>
                  </a:lnTo>
                  <a:lnTo>
                    <a:pt x="92605" y="111993"/>
                  </a:lnTo>
                  <a:lnTo>
                    <a:pt x="98753" y="120136"/>
                  </a:lnTo>
                  <a:lnTo>
                    <a:pt x="102743" y="121578"/>
                  </a:lnTo>
                  <a:lnTo>
                    <a:pt x="104879" y="125941"/>
                  </a:lnTo>
                  <a:lnTo>
                    <a:pt x="103699" y="129111"/>
                  </a:lnTo>
                  <a:lnTo>
                    <a:pt x="107867" y="132444"/>
                  </a:lnTo>
                  <a:lnTo>
                    <a:pt x="105119" y="139270"/>
                  </a:lnTo>
                  <a:lnTo>
                    <a:pt x="105940" y="142380"/>
                  </a:lnTo>
                  <a:lnTo>
                    <a:pt x="103809" y="148022"/>
                  </a:lnTo>
                  <a:lnTo>
                    <a:pt x="96926" y="146860"/>
                  </a:lnTo>
                  <a:lnTo>
                    <a:pt x="91423" y="147288"/>
                  </a:lnTo>
                  <a:lnTo>
                    <a:pt x="90683" y="152787"/>
                  </a:lnTo>
                  <a:lnTo>
                    <a:pt x="94554" y="159356"/>
                  </a:lnTo>
                  <a:lnTo>
                    <a:pt x="89171" y="160900"/>
                  </a:lnTo>
                  <a:lnTo>
                    <a:pt x="89546" y="162794"/>
                  </a:lnTo>
                  <a:lnTo>
                    <a:pt x="88702" y="162591"/>
                  </a:lnTo>
                  <a:lnTo>
                    <a:pt x="80636" y="155464"/>
                  </a:lnTo>
                  <a:lnTo>
                    <a:pt x="76849" y="153923"/>
                  </a:lnTo>
                  <a:lnTo>
                    <a:pt x="76832" y="154587"/>
                  </a:lnTo>
                  <a:lnTo>
                    <a:pt x="83211" y="159733"/>
                  </a:lnTo>
                  <a:lnTo>
                    <a:pt x="83867" y="162042"/>
                  </a:lnTo>
                  <a:lnTo>
                    <a:pt x="82401" y="162852"/>
                  </a:lnTo>
                  <a:lnTo>
                    <a:pt x="73042" y="155142"/>
                  </a:lnTo>
                  <a:lnTo>
                    <a:pt x="68278" y="150237"/>
                  </a:lnTo>
                  <a:lnTo>
                    <a:pt x="48613" y="136099"/>
                  </a:lnTo>
                  <a:lnTo>
                    <a:pt x="46635" y="133510"/>
                  </a:lnTo>
                  <a:lnTo>
                    <a:pt x="59020" y="137451"/>
                  </a:lnTo>
                  <a:lnTo>
                    <a:pt x="62242" y="135554"/>
                  </a:lnTo>
                  <a:lnTo>
                    <a:pt x="66725" y="130049"/>
                  </a:lnTo>
                  <a:lnTo>
                    <a:pt x="68091" y="129642"/>
                  </a:lnTo>
                  <a:lnTo>
                    <a:pt x="68836" y="130179"/>
                  </a:lnTo>
                  <a:lnTo>
                    <a:pt x="70136" y="129438"/>
                  </a:lnTo>
                  <a:lnTo>
                    <a:pt x="72088" y="124839"/>
                  </a:lnTo>
                  <a:lnTo>
                    <a:pt x="68655" y="118750"/>
                  </a:lnTo>
                  <a:lnTo>
                    <a:pt x="60431" y="122872"/>
                  </a:lnTo>
                  <a:lnTo>
                    <a:pt x="58610" y="117117"/>
                  </a:lnTo>
                  <a:lnTo>
                    <a:pt x="64299" y="113694"/>
                  </a:lnTo>
                  <a:lnTo>
                    <a:pt x="58120" y="106738"/>
                  </a:lnTo>
                  <a:lnTo>
                    <a:pt x="58137" y="103690"/>
                  </a:lnTo>
                  <a:lnTo>
                    <a:pt x="53759" y="103296"/>
                  </a:lnTo>
                  <a:lnTo>
                    <a:pt x="44469" y="107898"/>
                  </a:lnTo>
                  <a:lnTo>
                    <a:pt x="41504" y="110109"/>
                  </a:lnTo>
                  <a:lnTo>
                    <a:pt x="40650" y="111222"/>
                  </a:lnTo>
                  <a:lnTo>
                    <a:pt x="39099" y="119340"/>
                  </a:lnTo>
                  <a:lnTo>
                    <a:pt x="37226" y="119170"/>
                  </a:lnTo>
                  <a:lnTo>
                    <a:pt x="31115" y="114953"/>
                  </a:lnTo>
                  <a:lnTo>
                    <a:pt x="38242" y="121240"/>
                  </a:lnTo>
                  <a:lnTo>
                    <a:pt x="39486" y="122778"/>
                  </a:lnTo>
                  <a:lnTo>
                    <a:pt x="38898" y="123583"/>
                  </a:lnTo>
                  <a:lnTo>
                    <a:pt x="35772" y="122168"/>
                  </a:lnTo>
                  <a:lnTo>
                    <a:pt x="34429" y="119473"/>
                  </a:lnTo>
                  <a:lnTo>
                    <a:pt x="28651" y="114727"/>
                  </a:lnTo>
                  <a:lnTo>
                    <a:pt x="19782" y="109495"/>
                  </a:lnTo>
                  <a:lnTo>
                    <a:pt x="10259" y="102337"/>
                  </a:lnTo>
                  <a:lnTo>
                    <a:pt x="6377" y="100756"/>
                  </a:lnTo>
                  <a:lnTo>
                    <a:pt x="2106" y="96615"/>
                  </a:lnTo>
                  <a:lnTo>
                    <a:pt x="694" y="96932"/>
                  </a:lnTo>
                  <a:lnTo>
                    <a:pt x="0" y="96127"/>
                  </a:lnTo>
                  <a:lnTo>
                    <a:pt x="2731" y="95764"/>
                  </a:lnTo>
                  <a:lnTo>
                    <a:pt x="24110" y="110865"/>
                  </a:lnTo>
                  <a:lnTo>
                    <a:pt x="33989" y="106187"/>
                  </a:lnTo>
                  <a:lnTo>
                    <a:pt x="33912" y="98364"/>
                  </a:lnTo>
                  <a:lnTo>
                    <a:pt x="39008" y="78088"/>
                  </a:lnTo>
                  <a:lnTo>
                    <a:pt x="43478" y="78209"/>
                  </a:lnTo>
                  <a:lnTo>
                    <a:pt x="45210" y="74949"/>
                  </a:lnTo>
                  <a:lnTo>
                    <a:pt x="45263" y="73291"/>
                  </a:lnTo>
                  <a:lnTo>
                    <a:pt x="42919" y="68695"/>
                  </a:lnTo>
                  <a:lnTo>
                    <a:pt x="38353" y="65011"/>
                  </a:lnTo>
                  <a:lnTo>
                    <a:pt x="28430" y="59560"/>
                  </a:lnTo>
                  <a:lnTo>
                    <a:pt x="28449" y="56747"/>
                  </a:lnTo>
                  <a:lnTo>
                    <a:pt x="27236" y="53534"/>
                  </a:lnTo>
                  <a:lnTo>
                    <a:pt x="18730" y="48727"/>
                  </a:lnTo>
                  <a:lnTo>
                    <a:pt x="14044" y="45085"/>
                  </a:lnTo>
                  <a:lnTo>
                    <a:pt x="14104" y="43575"/>
                  </a:lnTo>
                  <a:lnTo>
                    <a:pt x="16659" y="44343"/>
                  </a:lnTo>
                  <a:lnTo>
                    <a:pt x="22006" y="43888"/>
                  </a:lnTo>
                  <a:lnTo>
                    <a:pt x="30566" y="35474"/>
                  </a:lnTo>
                  <a:lnTo>
                    <a:pt x="30367" y="29672"/>
                  </a:lnTo>
                  <a:lnTo>
                    <a:pt x="34553" y="25663"/>
                  </a:lnTo>
                  <a:lnTo>
                    <a:pt x="38212" y="24651"/>
                  </a:lnTo>
                  <a:lnTo>
                    <a:pt x="38726" y="23165"/>
                  </a:lnTo>
                  <a:lnTo>
                    <a:pt x="38104" y="19845"/>
                  </a:lnTo>
                  <a:lnTo>
                    <a:pt x="38725" y="19257"/>
                  </a:lnTo>
                  <a:lnTo>
                    <a:pt x="45640" y="19269"/>
                  </a:lnTo>
                  <a:lnTo>
                    <a:pt x="52624" y="24550"/>
                  </a:lnTo>
                  <a:lnTo>
                    <a:pt x="58418" y="27009"/>
                  </a:lnTo>
                  <a:lnTo>
                    <a:pt x="62292" y="21242"/>
                  </a:lnTo>
                  <a:lnTo>
                    <a:pt x="58182" y="13127"/>
                  </a:lnTo>
                  <a:lnTo>
                    <a:pt x="55601" y="9836"/>
                  </a:lnTo>
                  <a:lnTo>
                    <a:pt x="57673" y="7952"/>
                  </a:lnTo>
                  <a:lnTo>
                    <a:pt x="62279" y="7820"/>
                  </a:lnTo>
                  <a:lnTo>
                    <a:pt x="64426" y="13073"/>
                  </a:lnTo>
                  <a:lnTo>
                    <a:pt x="63614" y="14121"/>
                  </a:lnTo>
                  <a:lnTo>
                    <a:pt x="73562" y="16280"/>
                  </a:lnTo>
                  <a:lnTo>
                    <a:pt x="71355" y="6093"/>
                  </a:lnTo>
                  <a:lnTo>
                    <a:pt x="6917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h2222"/>
            <p:cNvSpPr/>
            <p:nvPr/>
          </p:nvSpPr>
          <p:spPr>
            <a:xfrm>
              <a:off x="1525113" y="2142793"/>
              <a:ext cx="148671" cy="112748"/>
            </a:xfrm>
            <a:custGeom>
              <a:avLst/>
              <a:pathLst>
                <a:path w="148671" h="112748">
                  <a:moveTo>
                    <a:pt x="90816" y="706"/>
                  </a:moveTo>
                  <a:lnTo>
                    <a:pt x="89180" y="1872"/>
                  </a:lnTo>
                  <a:lnTo>
                    <a:pt x="101690" y="22391"/>
                  </a:lnTo>
                  <a:lnTo>
                    <a:pt x="106509" y="30553"/>
                  </a:lnTo>
                  <a:lnTo>
                    <a:pt x="106616" y="34431"/>
                  </a:lnTo>
                  <a:lnTo>
                    <a:pt x="108207" y="36279"/>
                  </a:lnTo>
                  <a:lnTo>
                    <a:pt x="111719" y="36324"/>
                  </a:lnTo>
                  <a:lnTo>
                    <a:pt x="113941" y="38375"/>
                  </a:lnTo>
                  <a:lnTo>
                    <a:pt x="114970" y="42591"/>
                  </a:lnTo>
                  <a:lnTo>
                    <a:pt x="117975" y="43030"/>
                  </a:lnTo>
                  <a:lnTo>
                    <a:pt x="120093" y="38819"/>
                  </a:lnTo>
                  <a:lnTo>
                    <a:pt x="123134" y="38178"/>
                  </a:lnTo>
                  <a:lnTo>
                    <a:pt x="126913" y="39666"/>
                  </a:lnTo>
                  <a:lnTo>
                    <a:pt x="134075" y="39989"/>
                  </a:lnTo>
                  <a:lnTo>
                    <a:pt x="138677" y="39111"/>
                  </a:lnTo>
                  <a:lnTo>
                    <a:pt x="141699" y="40670"/>
                  </a:lnTo>
                  <a:lnTo>
                    <a:pt x="144461" y="44768"/>
                  </a:lnTo>
                  <a:lnTo>
                    <a:pt x="145636" y="48092"/>
                  </a:lnTo>
                  <a:lnTo>
                    <a:pt x="144351" y="56210"/>
                  </a:lnTo>
                  <a:lnTo>
                    <a:pt x="147882" y="59498"/>
                  </a:lnTo>
                  <a:lnTo>
                    <a:pt x="148671" y="61918"/>
                  </a:lnTo>
                  <a:lnTo>
                    <a:pt x="146265" y="64445"/>
                  </a:lnTo>
                  <a:lnTo>
                    <a:pt x="143379" y="64137"/>
                  </a:lnTo>
                  <a:lnTo>
                    <a:pt x="134857" y="68837"/>
                  </a:lnTo>
                  <a:lnTo>
                    <a:pt x="135447" y="75813"/>
                  </a:lnTo>
                  <a:lnTo>
                    <a:pt x="134288" y="82287"/>
                  </a:lnTo>
                  <a:lnTo>
                    <a:pt x="129163" y="85757"/>
                  </a:lnTo>
                  <a:lnTo>
                    <a:pt x="122857" y="87756"/>
                  </a:lnTo>
                  <a:lnTo>
                    <a:pt x="125358" y="89604"/>
                  </a:lnTo>
                  <a:lnTo>
                    <a:pt x="119945" y="92430"/>
                  </a:lnTo>
                  <a:lnTo>
                    <a:pt x="115832" y="93370"/>
                  </a:lnTo>
                  <a:lnTo>
                    <a:pt x="110906" y="93281"/>
                  </a:lnTo>
                  <a:lnTo>
                    <a:pt x="107503" y="94794"/>
                  </a:lnTo>
                  <a:lnTo>
                    <a:pt x="102465" y="100901"/>
                  </a:lnTo>
                  <a:lnTo>
                    <a:pt x="96586" y="103491"/>
                  </a:lnTo>
                  <a:lnTo>
                    <a:pt x="92069" y="100079"/>
                  </a:lnTo>
                  <a:lnTo>
                    <a:pt x="91588" y="101244"/>
                  </a:lnTo>
                  <a:lnTo>
                    <a:pt x="92383" y="103472"/>
                  </a:lnTo>
                  <a:lnTo>
                    <a:pt x="90822" y="104976"/>
                  </a:lnTo>
                  <a:lnTo>
                    <a:pt x="86962" y="106738"/>
                  </a:lnTo>
                  <a:lnTo>
                    <a:pt x="83142" y="105101"/>
                  </a:lnTo>
                  <a:lnTo>
                    <a:pt x="80586" y="110439"/>
                  </a:lnTo>
                  <a:lnTo>
                    <a:pt x="80312" y="112695"/>
                  </a:lnTo>
                  <a:lnTo>
                    <a:pt x="77572" y="112748"/>
                  </a:lnTo>
                  <a:lnTo>
                    <a:pt x="66240" y="110490"/>
                  </a:lnTo>
                  <a:lnTo>
                    <a:pt x="64727" y="109158"/>
                  </a:lnTo>
                  <a:lnTo>
                    <a:pt x="63198" y="106520"/>
                  </a:lnTo>
                  <a:lnTo>
                    <a:pt x="56507" y="104855"/>
                  </a:lnTo>
                  <a:lnTo>
                    <a:pt x="50995" y="102418"/>
                  </a:lnTo>
                  <a:lnTo>
                    <a:pt x="49703" y="101098"/>
                  </a:lnTo>
                  <a:lnTo>
                    <a:pt x="49801" y="99240"/>
                  </a:lnTo>
                  <a:lnTo>
                    <a:pt x="51689" y="97591"/>
                  </a:lnTo>
                  <a:lnTo>
                    <a:pt x="52091" y="95043"/>
                  </a:lnTo>
                  <a:lnTo>
                    <a:pt x="50564" y="93027"/>
                  </a:lnTo>
                  <a:lnTo>
                    <a:pt x="47123" y="90086"/>
                  </a:lnTo>
                  <a:lnTo>
                    <a:pt x="43525" y="88456"/>
                  </a:lnTo>
                  <a:lnTo>
                    <a:pt x="37398" y="87649"/>
                  </a:lnTo>
                  <a:lnTo>
                    <a:pt x="37446" y="85686"/>
                  </a:lnTo>
                  <a:lnTo>
                    <a:pt x="35284" y="84648"/>
                  </a:lnTo>
                  <a:lnTo>
                    <a:pt x="33876" y="90750"/>
                  </a:lnTo>
                  <a:lnTo>
                    <a:pt x="32523" y="91583"/>
                  </a:lnTo>
                  <a:lnTo>
                    <a:pt x="23941" y="90788"/>
                  </a:lnTo>
                  <a:lnTo>
                    <a:pt x="21400" y="94627"/>
                  </a:lnTo>
                  <a:lnTo>
                    <a:pt x="19905" y="95132"/>
                  </a:lnTo>
                  <a:lnTo>
                    <a:pt x="7681" y="94651"/>
                  </a:lnTo>
                  <a:lnTo>
                    <a:pt x="3405" y="90330"/>
                  </a:lnTo>
                  <a:lnTo>
                    <a:pt x="2531" y="83419"/>
                  </a:lnTo>
                  <a:lnTo>
                    <a:pt x="0" y="80831"/>
                  </a:lnTo>
                  <a:lnTo>
                    <a:pt x="1725" y="75308"/>
                  </a:lnTo>
                  <a:lnTo>
                    <a:pt x="3893" y="75936"/>
                  </a:lnTo>
                  <a:lnTo>
                    <a:pt x="8359" y="75516"/>
                  </a:lnTo>
                  <a:lnTo>
                    <a:pt x="10621" y="71705"/>
                  </a:lnTo>
                  <a:lnTo>
                    <a:pt x="9000" y="69798"/>
                  </a:lnTo>
                  <a:lnTo>
                    <a:pt x="9992" y="66801"/>
                  </a:lnTo>
                  <a:lnTo>
                    <a:pt x="15034" y="65821"/>
                  </a:lnTo>
                  <a:lnTo>
                    <a:pt x="15453" y="59511"/>
                  </a:lnTo>
                  <a:lnTo>
                    <a:pt x="11443" y="59250"/>
                  </a:lnTo>
                  <a:lnTo>
                    <a:pt x="13475" y="53453"/>
                  </a:lnTo>
                  <a:lnTo>
                    <a:pt x="17790" y="45250"/>
                  </a:lnTo>
                  <a:lnTo>
                    <a:pt x="15846" y="43103"/>
                  </a:lnTo>
                  <a:lnTo>
                    <a:pt x="16201" y="42344"/>
                  </a:lnTo>
                  <a:lnTo>
                    <a:pt x="27807" y="43845"/>
                  </a:lnTo>
                  <a:lnTo>
                    <a:pt x="30083" y="41727"/>
                  </a:lnTo>
                  <a:lnTo>
                    <a:pt x="31730" y="38289"/>
                  </a:lnTo>
                  <a:lnTo>
                    <a:pt x="34101" y="36602"/>
                  </a:lnTo>
                  <a:lnTo>
                    <a:pt x="37027" y="39890"/>
                  </a:lnTo>
                  <a:lnTo>
                    <a:pt x="40724" y="40197"/>
                  </a:lnTo>
                  <a:lnTo>
                    <a:pt x="47505" y="31089"/>
                  </a:lnTo>
                  <a:lnTo>
                    <a:pt x="57079" y="25565"/>
                  </a:lnTo>
                  <a:lnTo>
                    <a:pt x="56562" y="13102"/>
                  </a:lnTo>
                  <a:lnTo>
                    <a:pt x="58157" y="10082"/>
                  </a:lnTo>
                  <a:lnTo>
                    <a:pt x="59270" y="10542"/>
                  </a:lnTo>
                  <a:lnTo>
                    <a:pt x="59398" y="7720"/>
                  </a:lnTo>
                  <a:lnTo>
                    <a:pt x="68287" y="9568"/>
                  </a:lnTo>
                  <a:lnTo>
                    <a:pt x="66254" y="14840"/>
                  </a:lnTo>
                  <a:lnTo>
                    <a:pt x="64029" y="15802"/>
                  </a:lnTo>
                  <a:lnTo>
                    <a:pt x="64131" y="17675"/>
                  </a:lnTo>
                  <a:lnTo>
                    <a:pt x="70269" y="21448"/>
                  </a:lnTo>
                  <a:lnTo>
                    <a:pt x="83728" y="18115"/>
                  </a:lnTo>
                  <a:lnTo>
                    <a:pt x="86493" y="14913"/>
                  </a:lnTo>
                  <a:lnTo>
                    <a:pt x="85982" y="10947"/>
                  </a:lnTo>
                  <a:lnTo>
                    <a:pt x="88782" y="8236"/>
                  </a:lnTo>
                  <a:lnTo>
                    <a:pt x="88459" y="471"/>
                  </a:lnTo>
                  <a:lnTo>
                    <a:pt x="8907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h2223"/>
            <p:cNvSpPr/>
            <p:nvPr/>
          </p:nvSpPr>
          <p:spPr>
            <a:xfrm>
              <a:off x="1485292" y="2227442"/>
              <a:ext cx="104548" cy="79361"/>
            </a:xfrm>
            <a:custGeom>
              <a:avLst/>
              <a:pathLst>
                <a:path w="104548" h="79361">
                  <a:moveTo>
                    <a:pt x="77267" y="1038"/>
                  </a:moveTo>
                  <a:lnTo>
                    <a:pt x="77218" y="3001"/>
                  </a:lnTo>
                  <a:lnTo>
                    <a:pt x="83345" y="3808"/>
                  </a:lnTo>
                  <a:lnTo>
                    <a:pt x="86944" y="5438"/>
                  </a:lnTo>
                  <a:lnTo>
                    <a:pt x="90385" y="8379"/>
                  </a:lnTo>
                  <a:lnTo>
                    <a:pt x="91912" y="10395"/>
                  </a:lnTo>
                  <a:lnTo>
                    <a:pt x="91510" y="12943"/>
                  </a:lnTo>
                  <a:lnTo>
                    <a:pt x="89621" y="14592"/>
                  </a:lnTo>
                  <a:lnTo>
                    <a:pt x="89524" y="16450"/>
                  </a:lnTo>
                  <a:lnTo>
                    <a:pt x="90816" y="17770"/>
                  </a:lnTo>
                  <a:lnTo>
                    <a:pt x="96328" y="20207"/>
                  </a:lnTo>
                  <a:lnTo>
                    <a:pt x="103019" y="21872"/>
                  </a:lnTo>
                  <a:lnTo>
                    <a:pt x="104548" y="24510"/>
                  </a:lnTo>
                  <a:lnTo>
                    <a:pt x="100497" y="27480"/>
                  </a:lnTo>
                  <a:lnTo>
                    <a:pt x="102900" y="34518"/>
                  </a:lnTo>
                  <a:lnTo>
                    <a:pt x="102802" y="41116"/>
                  </a:lnTo>
                  <a:lnTo>
                    <a:pt x="102315" y="41617"/>
                  </a:lnTo>
                  <a:lnTo>
                    <a:pt x="99143" y="40432"/>
                  </a:lnTo>
                  <a:lnTo>
                    <a:pt x="95263" y="40758"/>
                  </a:lnTo>
                  <a:lnTo>
                    <a:pt x="92301" y="42722"/>
                  </a:lnTo>
                  <a:lnTo>
                    <a:pt x="90261" y="52451"/>
                  </a:lnTo>
                  <a:lnTo>
                    <a:pt x="88806" y="51971"/>
                  </a:lnTo>
                  <a:lnTo>
                    <a:pt x="88254" y="52692"/>
                  </a:lnTo>
                  <a:lnTo>
                    <a:pt x="88138" y="55282"/>
                  </a:lnTo>
                  <a:lnTo>
                    <a:pt x="88107" y="56220"/>
                  </a:lnTo>
                  <a:lnTo>
                    <a:pt x="81740" y="57223"/>
                  </a:lnTo>
                  <a:lnTo>
                    <a:pt x="80067" y="60284"/>
                  </a:lnTo>
                  <a:lnTo>
                    <a:pt x="79148" y="64946"/>
                  </a:lnTo>
                  <a:lnTo>
                    <a:pt x="80151" y="66916"/>
                  </a:lnTo>
                  <a:lnTo>
                    <a:pt x="79487" y="75288"/>
                  </a:lnTo>
                  <a:lnTo>
                    <a:pt x="77939" y="79361"/>
                  </a:lnTo>
                  <a:lnTo>
                    <a:pt x="77176" y="79341"/>
                  </a:lnTo>
                  <a:lnTo>
                    <a:pt x="70416" y="69850"/>
                  </a:lnTo>
                  <a:lnTo>
                    <a:pt x="59547" y="63045"/>
                  </a:lnTo>
                  <a:lnTo>
                    <a:pt x="43800" y="56216"/>
                  </a:lnTo>
                  <a:lnTo>
                    <a:pt x="29335" y="52597"/>
                  </a:lnTo>
                  <a:lnTo>
                    <a:pt x="16861" y="45945"/>
                  </a:lnTo>
                  <a:lnTo>
                    <a:pt x="3776" y="42876"/>
                  </a:lnTo>
                  <a:lnTo>
                    <a:pt x="1965" y="39658"/>
                  </a:lnTo>
                  <a:lnTo>
                    <a:pt x="0" y="36667"/>
                  </a:lnTo>
                  <a:lnTo>
                    <a:pt x="9099" y="33805"/>
                  </a:lnTo>
                  <a:lnTo>
                    <a:pt x="13221" y="36416"/>
                  </a:lnTo>
                  <a:lnTo>
                    <a:pt x="13550" y="41529"/>
                  </a:lnTo>
                  <a:lnTo>
                    <a:pt x="16288" y="40305"/>
                  </a:lnTo>
                  <a:lnTo>
                    <a:pt x="19019" y="34622"/>
                  </a:lnTo>
                  <a:lnTo>
                    <a:pt x="17801" y="28645"/>
                  </a:lnTo>
                  <a:lnTo>
                    <a:pt x="17857" y="27722"/>
                  </a:lnTo>
                  <a:lnTo>
                    <a:pt x="19250" y="26674"/>
                  </a:lnTo>
                  <a:lnTo>
                    <a:pt x="26247" y="27180"/>
                  </a:lnTo>
                  <a:lnTo>
                    <a:pt x="26447" y="29861"/>
                  </a:lnTo>
                  <a:lnTo>
                    <a:pt x="27762" y="31278"/>
                  </a:lnTo>
                  <a:lnTo>
                    <a:pt x="28785" y="31517"/>
                  </a:lnTo>
                  <a:lnTo>
                    <a:pt x="30560" y="30293"/>
                  </a:lnTo>
                  <a:lnTo>
                    <a:pt x="29577" y="22144"/>
                  </a:lnTo>
                  <a:lnTo>
                    <a:pt x="26809" y="22009"/>
                  </a:lnTo>
                  <a:lnTo>
                    <a:pt x="26116" y="21040"/>
                  </a:lnTo>
                  <a:lnTo>
                    <a:pt x="29444" y="15925"/>
                  </a:lnTo>
                  <a:lnTo>
                    <a:pt x="30412" y="16553"/>
                  </a:lnTo>
                  <a:lnTo>
                    <a:pt x="34565" y="14517"/>
                  </a:lnTo>
                  <a:lnTo>
                    <a:pt x="36504" y="11548"/>
                  </a:lnTo>
                  <a:lnTo>
                    <a:pt x="35487" y="10884"/>
                  </a:lnTo>
                  <a:lnTo>
                    <a:pt x="37118" y="6282"/>
                  </a:lnTo>
                  <a:lnTo>
                    <a:pt x="40076" y="6095"/>
                  </a:lnTo>
                  <a:lnTo>
                    <a:pt x="42097" y="7365"/>
                  </a:lnTo>
                  <a:lnTo>
                    <a:pt x="43225" y="5682"/>
                  </a:lnTo>
                  <a:lnTo>
                    <a:pt x="47501" y="10003"/>
                  </a:lnTo>
                  <a:lnTo>
                    <a:pt x="59726" y="10483"/>
                  </a:lnTo>
                  <a:lnTo>
                    <a:pt x="61221" y="9978"/>
                  </a:lnTo>
                  <a:lnTo>
                    <a:pt x="63762" y="6140"/>
                  </a:lnTo>
                  <a:lnTo>
                    <a:pt x="72343" y="6935"/>
                  </a:lnTo>
                  <a:lnTo>
                    <a:pt x="73697" y="6102"/>
                  </a:lnTo>
                  <a:lnTo>
                    <a:pt x="75105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h2224"/>
            <p:cNvSpPr/>
            <p:nvPr/>
          </p:nvSpPr>
          <p:spPr>
            <a:xfrm>
              <a:off x="1328670" y="1701977"/>
              <a:ext cx="75170" cy="90746"/>
            </a:xfrm>
            <a:custGeom>
              <a:avLst/>
              <a:pathLst>
                <a:path w="75170" h="90746">
                  <a:moveTo>
                    <a:pt x="37155" y="184"/>
                  </a:moveTo>
                  <a:lnTo>
                    <a:pt x="37609" y="2155"/>
                  </a:lnTo>
                  <a:lnTo>
                    <a:pt x="37596" y="3652"/>
                  </a:lnTo>
                  <a:lnTo>
                    <a:pt x="40450" y="3357"/>
                  </a:lnTo>
                  <a:lnTo>
                    <a:pt x="44256" y="10780"/>
                  </a:lnTo>
                  <a:lnTo>
                    <a:pt x="44564" y="20688"/>
                  </a:lnTo>
                  <a:lnTo>
                    <a:pt x="46768" y="21604"/>
                  </a:lnTo>
                  <a:lnTo>
                    <a:pt x="46658" y="20734"/>
                  </a:lnTo>
                  <a:lnTo>
                    <a:pt x="49521" y="20068"/>
                  </a:lnTo>
                  <a:lnTo>
                    <a:pt x="50620" y="21658"/>
                  </a:lnTo>
                  <a:lnTo>
                    <a:pt x="52231" y="28402"/>
                  </a:lnTo>
                  <a:lnTo>
                    <a:pt x="58206" y="35804"/>
                  </a:lnTo>
                  <a:lnTo>
                    <a:pt x="63513" y="34057"/>
                  </a:lnTo>
                  <a:lnTo>
                    <a:pt x="63470" y="37917"/>
                  </a:lnTo>
                  <a:lnTo>
                    <a:pt x="63087" y="42137"/>
                  </a:lnTo>
                  <a:lnTo>
                    <a:pt x="68215" y="42909"/>
                  </a:lnTo>
                  <a:lnTo>
                    <a:pt x="68778" y="50176"/>
                  </a:lnTo>
                  <a:lnTo>
                    <a:pt x="70432" y="52049"/>
                  </a:lnTo>
                  <a:lnTo>
                    <a:pt x="75170" y="47820"/>
                  </a:lnTo>
                  <a:lnTo>
                    <a:pt x="73987" y="70241"/>
                  </a:lnTo>
                  <a:lnTo>
                    <a:pt x="74456" y="73974"/>
                  </a:lnTo>
                  <a:lnTo>
                    <a:pt x="60914" y="74590"/>
                  </a:lnTo>
                  <a:lnTo>
                    <a:pt x="57848" y="73903"/>
                  </a:lnTo>
                  <a:lnTo>
                    <a:pt x="55474" y="85421"/>
                  </a:lnTo>
                  <a:lnTo>
                    <a:pt x="47212" y="83414"/>
                  </a:lnTo>
                  <a:lnTo>
                    <a:pt x="46504" y="83805"/>
                  </a:lnTo>
                  <a:lnTo>
                    <a:pt x="45761" y="90435"/>
                  </a:lnTo>
                  <a:lnTo>
                    <a:pt x="44327" y="90194"/>
                  </a:lnTo>
                  <a:lnTo>
                    <a:pt x="41823" y="84144"/>
                  </a:lnTo>
                  <a:lnTo>
                    <a:pt x="34123" y="79570"/>
                  </a:lnTo>
                  <a:lnTo>
                    <a:pt x="26615" y="84498"/>
                  </a:lnTo>
                  <a:lnTo>
                    <a:pt x="24742" y="88863"/>
                  </a:lnTo>
                  <a:lnTo>
                    <a:pt x="15488" y="82159"/>
                  </a:lnTo>
                  <a:lnTo>
                    <a:pt x="13447" y="85284"/>
                  </a:lnTo>
                  <a:lnTo>
                    <a:pt x="11534" y="90746"/>
                  </a:lnTo>
                  <a:lnTo>
                    <a:pt x="5959" y="88352"/>
                  </a:lnTo>
                  <a:lnTo>
                    <a:pt x="5886" y="84209"/>
                  </a:lnTo>
                  <a:lnTo>
                    <a:pt x="3443" y="84186"/>
                  </a:lnTo>
                  <a:lnTo>
                    <a:pt x="5495" y="75999"/>
                  </a:lnTo>
                  <a:lnTo>
                    <a:pt x="6952" y="75823"/>
                  </a:lnTo>
                  <a:lnTo>
                    <a:pt x="7585" y="76675"/>
                  </a:lnTo>
                  <a:lnTo>
                    <a:pt x="10750" y="73638"/>
                  </a:lnTo>
                  <a:lnTo>
                    <a:pt x="12358" y="65798"/>
                  </a:lnTo>
                  <a:lnTo>
                    <a:pt x="11166" y="63495"/>
                  </a:lnTo>
                  <a:lnTo>
                    <a:pt x="5346" y="58188"/>
                  </a:lnTo>
                  <a:lnTo>
                    <a:pt x="4030" y="58763"/>
                  </a:lnTo>
                  <a:lnTo>
                    <a:pt x="1063" y="56044"/>
                  </a:lnTo>
                  <a:lnTo>
                    <a:pt x="8386" y="53488"/>
                  </a:lnTo>
                  <a:lnTo>
                    <a:pt x="5215" y="49699"/>
                  </a:lnTo>
                  <a:lnTo>
                    <a:pt x="0" y="41116"/>
                  </a:lnTo>
                  <a:lnTo>
                    <a:pt x="2099" y="36266"/>
                  </a:lnTo>
                  <a:lnTo>
                    <a:pt x="4686" y="34733"/>
                  </a:lnTo>
                  <a:lnTo>
                    <a:pt x="8011" y="29847"/>
                  </a:lnTo>
                  <a:lnTo>
                    <a:pt x="4481" y="30762"/>
                  </a:lnTo>
                  <a:lnTo>
                    <a:pt x="4793" y="23111"/>
                  </a:lnTo>
                  <a:lnTo>
                    <a:pt x="3510" y="16632"/>
                  </a:lnTo>
                  <a:lnTo>
                    <a:pt x="3836" y="14284"/>
                  </a:lnTo>
                  <a:lnTo>
                    <a:pt x="6108" y="16643"/>
                  </a:lnTo>
                  <a:lnTo>
                    <a:pt x="7528" y="16059"/>
                  </a:lnTo>
                  <a:lnTo>
                    <a:pt x="9848" y="12712"/>
                  </a:lnTo>
                  <a:lnTo>
                    <a:pt x="23879" y="4041"/>
                  </a:lnTo>
                  <a:lnTo>
                    <a:pt x="2868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h2225"/>
            <p:cNvSpPr/>
            <p:nvPr/>
          </p:nvSpPr>
          <p:spPr>
            <a:xfrm>
              <a:off x="1397210" y="1673111"/>
              <a:ext cx="79179" cy="56498"/>
            </a:xfrm>
            <a:custGeom>
              <a:avLst/>
              <a:pathLst>
                <a:path w="79179" h="56498">
                  <a:moveTo>
                    <a:pt x="62477" y="2224"/>
                  </a:moveTo>
                  <a:lnTo>
                    <a:pt x="67266" y="9292"/>
                  </a:lnTo>
                  <a:lnTo>
                    <a:pt x="65595" y="11299"/>
                  </a:lnTo>
                  <a:lnTo>
                    <a:pt x="66744" y="13523"/>
                  </a:lnTo>
                  <a:lnTo>
                    <a:pt x="74417" y="17228"/>
                  </a:lnTo>
                  <a:lnTo>
                    <a:pt x="79179" y="17462"/>
                  </a:lnTo>
                  <a:lnTo>
                    <a:pt x="75850" y="21391"/>
                  </a:lnTo>
                  <a:lnTo>
                    <a:pt x="74841" y="26423"/>
                  </a:lnTo>
                  <a:lnTo>
                    <a:pt x="76120" y="30708"/>
                  </a:lnTo>
                  <a:lnTo>
                    <a:pt x="75009" y="34526"/>
                  </a:lnTo>
                  <a:lnTo>
                    <a:pt x="70751" y="32598"/>
                  </a:lnTo>
                  <a:lnTo>
                    <a:pt x="64440" y="31706"/>
                  </a:lnTo>
                  <a:lnTo>
                    <a:pt x="67178" y="41175"/>
                  </a:lnTo>
                  <a:lnTo>
                    <a:pt x="46952" y="52862"/>
                  </a:lnTo>
                  <a:lnTo>
                    <a:pt x="40615" y="53286"/>
                  </a:lnTo>
                  <a:lnTo>
                    <a:pt x="36762" y="52281"/>
                  </a:lnTo>
                  <a:lnTo>
                    <a:pt x="30812" y="55874"/>
                  </a:lnTo>
                  <a:lnTo>
                    <a:pt x="26259" y="56498"/>
                  </a:lnTo>
                  <a:lnTo>
                    <a:pt x="22832" y="53140"/>
                  </a:lnTo>
                  <a:lnTo>
                    <a:pt x="19541" y="52428"/>
                  </a:lnTo>
                  <a:lnTo>
                    <a:pt x="12599" y="52514"/>
                  </a:lnTo>
                  <a:lnTo>
                    <a:pt x="10181" y="53580"/>
                  </a:lnTo>
                  <a:lnTo>
                    <a:pt x="12891" y="55790"/>
                  </a:lnTo>
                  <a:lnTo>
                    <a:pt x="11059" y="56250"/>
                  </a:lnTo>
                  <a:lnTo>
                    <a:pt x="6176" y="54011"/>
                  </a:lnTo>
                  <a:lnTo>
                    <a:pt x="4073" y="49723"/>
                  </a:lnTo>
                  <a:lnTo>
                    <a:pt x="8713" y="40216"/>
                  </a:lnTo>
                  <a:lnTo>
                    <a:pt x="8175" y="33091"/>
                  </a:lnTo>
                  <a:lnTo>
                    <a:pt x="12245" y="32777"/>
                  </a:lnTo>
                  <a:lnTo>
                    <a:pt x="12028" y="29572"/>
                  </a:lnTo>
                  <a:lnTo>
                    <a:pt x="9447" y="30156"/>
                  </a:lnTo>
                  <a:lnTo>
                    <a:pt x="8327" y="28491"/>
                  </a:lnTo>
                  <a:lnTo>
                    <a:pt x="8978" y="25331"/>
                  </a:lnTo>
                  <a:lnTo>
                    <a:pt x="5419" y="25298"/>
                  </a:lnTo>
                  <a:lnTo>
                    <a:pt x="6483" y="21469"/>
                  </a:lnTo>
                  <a:lnTo>
                    <a:pt x="2674" y="21315"/>
                  </a:lnTo>
                  <a:lnTo>
                    <a:pt x="0" y="12863"/>
                  </a:lnTo>
                  <a:lnTo>
                    <a:pt x="7508" y="10775"/>
                  </a:lnTo>
                  <a:lnTo>
                    <a:pt x="12970" y="13471"/>
                  </a:lnTo>
                  <a:lnTo>
                    <a:pt x="14822" y="16677"/>
                  </a:lnTo>
                  <a:lnTo>
                    <a:pt x="17210" y="18164"/>
                  </a:lnTo>
                  <a:lnTo>
                    <a:pt x="23857" y="17834"/>
                  </a:lnTo>
                  <a:lnTo>
                    <a:pt x="23606" y="14737"/>
                  </a:lnTo>
                  <a:lnTo>
                    <a:pt x="21865" y="15234"/>
                  </a:lnTo>
                  <a:lnTo>
                    <a:pt x="22217" y="13033"/>
                  </a:lnTo>
                  <a:lnTo>
                    <a:pt x="25956" y="10229"/>
                  </a:lnTo>
                  <a:lnTo>
                    <a:pt x="32303" y="9465"/>
                  </a:lnTo>
                  <a:lnTo>
                    <a:pt x="33749" y="11283"/>
                  </a:lnTo>
                  <a:lnTo>
                    <a:pt x="46838" y="11374"/>
                  </a:lnTo>
                  <a:lnTo>
                    <a:pt x="47913" y="8128"/>
                  </a:lnTo>
                  <a:lnTo>
                    <a:pt x="55434" y="8758"/>
                  </a:lnTo>
                  <a:lnTo>
                    <a:pt x="54305" y="4285"/>
                  </a:lnTo>
                  <a:lnTo>
                    <a:pt x="57806" y="1173"/>
                  </a:lnTo>
                  <a:lnTo>
                    <a:pt x="6003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h2226"/>
            <p:cNvSpPr/>
            <p:nvPr/>
          </p:nvSpPr>
          <p:spPr>
            <a:xfrm>
              <a:off x="1396835" y="2071958"/>
              <a:ext cx="100009" cy="84538"/>
            </a:xfrm>
            <a:custGeom>
              <a:avLst/>
              <a:pathLst>
                <a:path w="100009" h="84538">
                  <a:moveTo>
                    <a:pt x="16812" y="697"/>
                  </a:moveTo>
                  <a:lnTo>
                    <a:pt x="21886" y="2763"/>
                  </a:lnTo>
                  <a:lnTo>
                    <a:pt x="24229" y="7291"/>
                  </a:lnTo>
                  <a:lnTo>
                    <a:pt x="29396" y="10028"/>
                  </a:lnTo>
                  <a:lnTo>
                    <a:pt x="34082" y="10285"/>
                  </a:lnTo>
                  <a:lnTo>
                    <a:pt x="39373" y="10565"/>
                  </a:lnTo>
                  <a:lnTo>
                    <a:pt x="39312" y="11783"/>
                  </a:lnTo>
                  <a:lnTo>
                    <a:pt x="48731" y="12272"/>
                  </a:lnTo>
                  <a:lnTo>
                    <a:pt x="48688" y="13917"/>
                  </a:lnTo>
                  <a:lnTo>
                    <a:pt x="57708" y="14396"/>
                  </a:lnTo>
                  <a:lnTo>
                    <a:pt x="63129" y="19506"/>
                  </a:lnTo>
                  <a:lnTo>
                    <a:pt x="78930" y="42096"/>
                  </a:lnTo>
                  <a:lnTo>
                    <a:pt x="88280" y="36292"/>
                  </a:lnTo>
                  <a:lnTo>
                    <a:pt x="90297" y="36831"/>
                  </a:lnTo>
                  <a:lnTo>
                    <a:pt x="91666" y="37195"/>
                  </a:lnTo>
                  <a:lnTo>
                    <a:pt x="89865" y="45663"/>
                  </a:lnTo>
                  <a:lnTo>
                    <a:pt x="91644" y="48517"/>
                  </a:lnTo>
                  <a:lnTo>
                    <a:pt x="97176" y="52975"/>
                  </a:lnTo>
                  <a:lnTo>
                    <a:pt x="92130" y="54392"/>
                  </a:lnTo>
                  <a:lnTo>
                    <a:pt x="93211" y="58109"/>
                  </a:lnTo>
                  <a:lnTo>
                    <a:pt x="98345" y="67043"/>
                  </a:lnTo>
                  <a:lnTo>
                    <a:pt x="100009" y="72186"/>
                  </a:lnTo>
                  <a:lnTo>
                    <a:pt x="91689" y="78194"/>
                  </a:lnTo>
                  <a:lnTo>
                    <a:pt x="89109" y="82840"/>
                  </a:lnTo>
                  <a:lnTo>
                    <a:pt x="85998" y="84538"/>
                  </a:lnTo>
                  <a:lnTo>
                    <a:pt x="80675" y="83778"/>
                  </a:lnTo>
                  <a:lnTo>
                    <a:pt x="74873" y="79851"/>
                  </a:lnTo>
                  <a:lnTo>
                    <a:pt x="71073" y="82088"/>
                  </a:lnTo>
                  <a:lnTo>
                    <a:pt x="69737" y="81509"/>
                  </a:lnTo>
                  <a:lnTo>
                    <a:pt x="71092" y="69455"/>
                  </a:lnTo>
                  <a:lnTo>
                    <a:pt x="70398" y="60337"/>
                  </a:lnTo>
                  <a:lnTo>
                    <a:pt x="69094" y="55571"/>
                  </a:lnTo>
                  <a:lnTo>
                    <a:pt x="65346" y="49150"/>
                  </a:lnTo>
                  <a:lnTo>
                    <a:pt x="59820" y="44327"/>
                  </a:lnTo>
                  <a:lnTo>
                    <a:pt x="57175" y="39535"/>
                  </a:lnTo>
                  <a:lnTo>
                    <a:pt x="54890" y="36917"/>
                  </a:lnTo>
                  <a:lnTo>
                    <a:pt x="50999" y="34483"/>
                  </a:lnTo>
                  <a:lnTo>
                    <a:pt x="51835" y="34418"/>
                  </a:lnTo>
                  <a:lnTo>
                    <a:pt x="51308" y="28216"/>
                  </a:lnTo>
                  <a:lnTo>
                    <a:pt x="47289" y="28209"/>
                  </a:lnTo>
                  <a:lnTo>
                    <a:pt x="41976" y="22479"/>
                  </a:lnTo>
                  <a:lnTo>
                    <a:pt x="40912" y="22326"/>
                  </a:lnTo>
                  <a:lnTo>
                    <a:pt x="37816" y="26041"/>
                  </a:lnTo>
                  <a:lnTo>
                    <a:pt x="37332" y="27679"/>
                  </a:lnTo>
                  <a:lnTo>
                    <a:pt x="39897" y="29582"/>
                  </a:lnTo>
                  <a:lnTo>
                    <a:pt x="42582" y="33191"/>
                  </a:lnTo>
                  <a:lnTo>
                    <a:pt x="37246" y="31455"/>
                  </a:lnTo>
                  <a:lnTo>
                    <a:pt x="29208" y="30071"/>
                  </a:lnTo>
                  <a:lnTo>
                    <a:pt x="25366" y="30406"/>
                  </a:lnTo>
                  <a:lnTo>
                    <a:pt x="24491" y="32449"/>
                  </a:lnTo>
                  <a:lnTo>
                    <a:pt x="23711" y="32677"/>
                  </a:lnTo>
                  <a:lnTo>
                    <a:pt x="12622" y="27885"/>
                  </a:lnTo>
                  <a:lnTo>
                    <a:pt x="6510" y="21468"/>
                  </a:lnTo>
                  <a:lnTo>
                    <a:pt x="3171" y="15915"/>
                  </a:lnTo>
                  <a:lnTo>
                    <a:pt x="0" y="881"/>
                  </a:lnTo>
                  <a:lnTo>
                    <a:pt x="160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h2227"/>
            <p:cNvSpPr/>
            <p:nvPr/>
          </p:nvSpPr>
          <p:spPr>
            <a:xfrm>
              <a:off x="1277503" y="1703250"/>
              <a:ext cx="59178" cy="52816"/>
            </a:xfrm>
            <a:custGeom>
              <a:avLst/>
              <a:pathLst>
                <a:path w="59178" h="52816">
                  <a:moveTo>
                    <a:pt x="38461" y="1973"/>
                  </a:moveTo>
                  <a:lnTo>
                    <a:pt x="35653" y="4024"/>
                  </a:lnTo>
                  <a:lnTo>
                    <a:pt x="34921" y="3235"/>
                  </a:lnTo>
                  <a:lnTo>
                    <a:pt x="35936" y="4720"/>
                  </a:lnTo>
                  <a:lnTo>
                    <a:pt x="41780" y="1740"/>
                  </a:lnTo>
                  <a:lnTo>
                    <a:pt x="45715" y="4560"/>
                  </a:lnTo>
                  <a:lnTo>
                    <a:pt x="47443" y="4423"/>
                  </a:lnTo>
                  <a:lnTo>
                    <a:pt x="49844" y="6348"/>
                  </a:lnTo>
                  <a:lnTo>
                    <a:pt x="54677" y="15359"/>
                  </a:lnTo>
                  <a:lnTo>
                    <a:pt x="55960" y="21837"/>
                  </a:lnTo>
                  <a:lnTo>
                    <a:pt x="55649" y="29489"/>
                  </a:lnTo>
                  <a:lnTo>
                    <a:pt x="59178" y="28573"/>
                  </a:lnTo>
                  <a:lnTo>
                    <a:pt x="55853" y="33460"/>
                  </a:lnTo>
                  <a:lnTo>
                    <a:pt x="53266" y="34992"/>
                  </a:lnTo>
                  <a:lnTo>
                    <a:pt x="51167" y="39843"/>
                  </a:lnTo>
                  <a:lnTo>
                    <a:pt x="42052" y="39720"/>
                  </a:lnTo>
                  <a:lnTo>
                    <a:pt x="44693" y="45325"/>
                  </a:lnTo>
                  <a:lnTo>
                    <a:pt x="38301" y="50836"/>
                  </a:lnTo>
                  <a:lnTo>
                    <a:pt x="37833" y="52816"/>
                  </a:lnTo>
                  <a:lnTo>
                    <a:pt x="32065" y="47215"/>
                  </a:lnTo>
                  <a:lnTo>
                    <a:pt x="34849" y="42498"/>
                  </a:lnTo>
                  <a:lnTo>
                    <a:pt x="31047" y="41276"/>
                  </a:lnTo>
                  <a:lnTo>
                    <a:pt x="28529" y="40831"/>
                  </a:lnTo>
                  <a:lnTo>
                    <a:pt x="23000" y="44155"/>
                  </a:lnTo>
                  <a:lnTo>
                    <a:pt x="21312" y="47459"/>
                  </a:lnTo>
                  <a:lnTo>
                    <a:pt x="5395" y="46426"/>
                  </a:lnTo>
                  <a:lnTo>
                    <a:pt x="5591" y="43596"/>
                  </a:lnTo>
                  <a:lnTo>
                    <a:pt x="3500" y="40069"/>
                  </a:lnTo>
                  <a:lnTo>
                    <a:pt x="0" y="40838"/>
                  </a:lnTo>
                  <a:lnTo>
                    <a:pt x="264" y="37199"/>
                  </a:lnTo>
                  <a:lnTo>
                    <a:pt x="11730" y="37578"/>
                  </a:lnTo>
                  <a:lnTo>
                    <a:pt x="11229" y="33261"/>
                  </a:lnTo>
                  <a:lnTo>
                    <a:pt x="7085" y="34378"/>
                  </a:lnTo>
                  <a:lnTo>
                    <a:pt x="1813" y="33616"/>
                  </a:lnTo>
                  <a:lnTo>
                    <a:pt x="4336" y="26506"/>
                  </a:lnTo>
                  <a:lnTo>
                    <a:pt x="10407" y="28292"/>
                  </a:lnTo>
                  <a:lnTo>
                    <a:pt x="9937" y="24729"/>
                  </a:lnTo>
                  <a:lnTo>
                    <a:pt x="18685" y="22848"/>
                  </a:lnTo>
                  <a:lnTo>
                    <a:pt x="18073" y="18509"/>
                  </a:lnTo>
                  <a:lnTo>
                    <a:pt x="26084" y="18209"/>
                  </a:lnTo>
                  <a:lnTo>
                    <a:pt x="30962" y="20068"/>
                  </a:lnTo>
                  <a:lnTo>
                    <a:pt x="32201" y="15934"/>
                  </a:lnTo>
                  <a:lnTo>
                    <a:pt x="25841" y="13406"/>
                  </a:lnTo>
                  <a:lnTo>
                    <a:pt x="32184" y="7684"/>
                  </a:lnTo>
                  <a:lnTo>
                    <a:pt x="29541" y="647"/>
                  </a:lnTo>
                  <a:lnTo>
                    <a:pt x="3674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h2228"/>
            <p:cNvSpPr/>
            <p:nvPr/>
          </p:nvSpPr>
          <p:spPr>
            <a:xfrm>
              <a:off x="1500863" y="1625562"/>
              <a:ext cx="65075" cy="55103"/>
            </a:xfrm>
            <a:custGeom>
              <a:avLst/>
              <a:pathLst>
                <a:path w="65075" h="55103">
                  <a:moveTo>
                    <a:pt x="11062" y="1658"/>
                  </a:moveTo>
                  <a:lnTo>
                    <a:pt x="14212" y="7210"/>
                  </a:lnTo>
                  <a:lnTo>
                    <a:pt x="13425" y="9177"/>
                  </a:lnTo>
                  <a:lnTo>
                    <a:pt x="23033" y="12405"/>
                  </a:lnTo>
                  <a:lnTo>
                    <a:pt x="23448" y="10824"/>
                  </a:lnTo>
                  <a:lnTo>
                    <a:pt x="28826" y="10414"/>
                  </a:lnTo>
                  <a:lnTo>
                    <a:pt x="30447" y="11494"/>
                  </a:lnTo>
                  <a:lnTo>
                    <a:pt x="30566" y="14127"/>
                  </a:lnTo>
                  <a:lnTo>
                    <a:pt x="34921" y="15543"/>
                  </a:lnTo>
                  <a:lnTo>
                    <a:pt x="39247" y="13119"/>
                  </a:lnTo>
                  <a:lnTo>
                    <a:pt x="43590" y="15526"/>
                  </a:lnTo>
                  <a:lnTo>
                    <a:pt x="43875" y="19132"/>
                  </a:lnTo>
                  <a:lnTo>
                    <a:pt x="47538" y="22070"/>
                  </a:lnTo>
                  <a:lnTo>
                    <a:pt x="51811" y="27585"/>
                  </a:lnTo>
                  <a:lnTo>
                    <a:pt x="51155" y="32664"/>
                  </a:lnTo>
                  <a:lnTo>
                    <a:pt x="51902" y="36261"/>
                  </a:lnTo>
                  <a:lnTo>
                    <a:pt x="56041" y="41794"/>
                  </a:lnTo>
                  <a:lnTo>
                    <a:pt x="57037" y="42645"/>
                  </a:lnTo>
                  <a:lnTo>
                    <a:pt x="64737" y="42625"/>
                  </a:lnTo>
                  <a:lnTo>
                    <a:pt x="65075" y="44456"/>
                  </a:lnTo>
                  <a:lnTo>
                    <a:pt x="63710" y="52680"/>
                  </a:lnTo>
                  <a:lnTo>
                    <a:pt x="62139" y="54251"/>
                  </a:lnTo>
                  <a:lnTo>
                    <a:pt x="56265" y="53333"/>
                  </a:lnTo>
                  <a:lnTo>
                    <a:pt x="53735" y="54424"/>
                  </a:lnTo>
                  <a:lnTo>
                    <a:pt x="53593" y="55103"/>
                  </a:lnTo>
                  <a:lnTo>
                    <a:pt x="43297" y="51982"/>
                  </a:lnTo>
                  <a:lnTo>
                    <a:pt x="38024" y="52905"/>
                  </a:lnTo>
                  <a:lnTo>
                    <a:pt x="36572" y="48963"/>
                  </a:lnTo>
                  <a:lnTo>
                    <a:pt x="36701" y="41378"/>
                  </a:lnTo>
                  <a:lnTo>
                    <a:pt x="19968" y="42961"/>
                  </a:lnTo>
                  <a:lnTo>
                    <a:pt x="15865" y="41904"/>
                  </a:lnTo>
                  <a:lnTo>
                    <a:pt x="11385" y="38980"/>
                  </a:lnTo>
                  <a:lnTo>
                    <a:pt x="9001" y="38483"/>
                  </a:lnTo>
                  <a:lnTo>
                    <a:pt x="7668" y="39970"/>
                  </a:lnTo>
                  <a:lnTo>
                    <a:pt x="5718" y="39656"/>
                  </a:lnTo>
                  <a:lnTo>
                    <a:pt x="41" y="37762"/>
                  </a:lnTo>
                  <a:lnTo>
                    <a:pt x="1498" y="31798"/>
                  </a:lnTo>
                  <a:lnTo>
                    <a:pt x="6398" y="32556"/>
                  </a:lnTo>
                  <a:lnTo>
                    <a:pt x="9186" y="22866"/>
                  </a:lnTo>
                  <a:lnTo>
                    <a:pt x="5333" y="20221"/>
                  </a:lnTo>
                  <a:lnTo>
                    <a:pt x="2502" y="17112"/>
                  </a:lnTo>
                  <a:lnTo>
                    <a:pt x="3436" y="14889"/>
                  </a:lnTo>
                  <a:lnTo>
                    <a:pt x="0" y="7545"/>
                  </a:lnTo>
                  <a:lnTo>
                    <a:pt x="2365" y="6546"/>
                  </a:lnTo>
                  <a:lnTo>
                    <a:pt x="3670" y="7617"/>
                  </a:lnTo>
                  <a:lnTo>
                    <a:pt x="8229" y="5901"/>
                  </a:lnTo>
                  <a:lnTo>
                    <a:pt x="6624" y="283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h2229"/>
            <p:cNvSpPr/>
            <p:nvPr/>
          </p:nvSpPr>
          <p:spPr>
            <a:xfrm>
              <a:off x="1449235" y="1651957"/>
              <a:ext cx="58317" cy="42781"/>
            </a:xfrm>
            <a:custGeom>
              <a:avLst/>
              <a:pathLst>
                <a:path w="58317" h="42781">
                  <a:moveTo>
                    <a:pt x="15850" y="4208"/>
                  </a:moveTo>
                  <a:lnTo>
                    <a:pt x="16855" y="3386"/>
                  </a:lnTo>
                  <a:lnTo>
                    <a:pt x="18994" y="3516"/>
                  </a:lnTo>
                  <a:lnTo>
                    <a:pt x="23919" y="6398"/>
                  </a:lnTo>
                  <a:lnTo>
                    <a:pt x="23318" y="9837"/>
                  </a:lnTo>
                  <a:lnTo>
                    <a:pt x="28312" y="9516"/>
                  </a:lnTo>
                  <a:lnTo>
                    <a:pt x="29859" y="12667"/>
                  </a:lnTo>
                  <a:lnTo>
                    <a:pt x="38563" y="11836"/>
                  </a:lnTo>
                  <a:lnTo>
                    <a:pt x="38944" y="14063"/>
                  </a:lnTo>
                  <a:lnTo>
                    <a:pt x="45609" y="14903"/>
                  </a:lnTo>
                  <a:lnTo>
                    <a:pt x="48222" y="12548"/>
                  </a:lnTo>
                  <a:lnTo>
                    <a:pt x="51669" y="11366"/>
                  </a:lnTo>
                  <a:lnTo>
                    <a:pt x="57345" y="13260"/>
                  </a:lnTo>
                  <a:lnTo>
                    <a:pt x="58317" y="16273"/>
                  </a:lnTo>
                  <a:lnTo>
                    <a:pt x="55652" y="18008"/>
                  </a:lnTo>
                  <a:lnTo>
                    <a:pt x="51248" y="17499"/>
                  </a:lnTo>
                  <a:lnTo>
                    <a:pt x="50730" y="25724"/>
                  </a:lnTo>
                  <a:lnTo>
                    <a:pt x="48148" y="30403"/>
                  </a:lnTo>
                  <a:lnTo>
                    <a:pt x="43008" y="35737"/>
                  </a:lnTo>
                  <a:lnTo>
                    <a:pt x="43825" y="39868"/>
                  </a:lnTo>
                  <a:lnTo>
                    <a:pt x="43552" y="42781"/>
                  </a:lnTo>
                  <a:lnTo>
                    <a:pt x="40459" y="36194"/>
                  </a:lnTo>
                  <a:lnTo>
                    <a:pt x="38427" y="35117"/>
                  </a:lnTo>
                  <a:lnTo>
                    <a:pt x="27396" y="34108"/>
                  </a:lnTo>
                  <a:lnTo>
                    <a:pt x="26779" y="36102"/>
                  </a:lnTo>
                  <a:lnTo>
                    <a:pt x="27154" y="38615"/>
                  </a:lnTo>
                  <a:lnTo>
                    <a:pt x="22392" y="38381"/>
                  </a:lnTo>
                  <a:lnTo>
                    <a:pt x="14719" y="34676"/>
                  </a:lnTo>
                  <a:lnTo>
                    <a:pt x="13571" y="32452"/>
                  </a:lnTo>
                  <a:lnTo>
                    <a:pt x="15241" y="30445"/>
                  </a:lnTo>
                  <a:lnTo>
                    <a:pt x="10453" y="23377"/>
                  </a:lnTo>
                  <a:lnTo>
                    <a:pt x="8009" y="21153"/>
                  </a:lnTo>
                  <a:lnTo>
                    <a:pt x="5781" y="22326"/>
                  </a:lnTo>
                  <a:lnTo>
                    <a:pt x="8566" y="17463"/>
                  </a:lnTo>
                  <a:lnTo>
                    <a:pt x="0" y="19287"/>
                  </a:lnTo>
                  <a:lnTo>
                    <a:pt x="1418" y="12707"/>
                  </a:lnTo>
                  <a:lnTo>
                    <a:pt x="712" y="10808"/>
                  </a:lnTo>
                  <a:lnTo>
                    <a:pt x="4874" y="5650"/>
                  </a:lnTo>
                  <a:lnTo>
                    <a:pt x="10408" y="5022"/>
                  </a:lnTo>
                  <a:lnTo>
                    <a:pt x="9777" y="2208"/>
                  </a:lnTo>
                  <a:lnTo>
                    <a:pt x="1461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h2230"/>
            <p:cNvSpPr/>
            <p:nvPr/>
          </p:nvSpPr>
          <p:spPr>
            <a:xfrm>
              <a:off x="1024224" y="1365842"/>
              <a:ext cx="132584" cy="104941"/>
            </a:xfrm>
            <a:custGeom>
              <a:avLst/>
              <a:pathLst>
                <a:path w="132584" h="104941">
                  <a:moveTo>
                    <a:pt x="129524" y="53834"/>
                  </a:moveTo>
                  <a:lnTo>
                    <a:pt x="128088" y="63110"/>
                  </a:lnTo>
                  <a:lnTo>
                    <a:pt x="129124" y="66167"/>
                  </a:lnTo>
                  <a:lnTo>
                    <a:pt x="132584" y="67247"/>
                  </a:lnTo>
                  <a:lnTo>
                    <a:pt x="131817" y="69499"/>
                  </a:lnTo>
                  <a:lnTo>
                    <a:pt x="128056" y="69594"/>
                  </a:lnTo>
                  <a:lnTo>
                    <a:pt x="120064" y="67104"/>
                  </a:lnTo>
                  <a:lnTo>
                    <a:pt x="118035" y="68134"/>
                  </a:lnTo>
                  <a:lnTo>
                    <a:pt x="112410" y="67100"/>
                  </a:lnTo>
                  <a:lnTo>
                    <a:pt x="112735" y="70743"/>
                  </a:lnTo>
                  <a:lnTo>
                    <a:pt x="111206" y="72356"/>
                  </a:lnTo>
                  <a:lnTo>
                    <a:pt x="110004" y="72236"/>
                  </a:lnTo>
                  <a:lnTo>
                    <a:pt x="110013" y="70539"/>
                  </a:lnTo>
                  <a:lnTo>
                    <a:pt x="106569" y="70283"/>
                  </a:lnTo>
                  <a:lnTo>
                    <a:pt x="101490" y="74408"/>
                  </a:lnTo>
                  <a:lnTo>
                    <a:pt x="92636" y="74386"/>
                  </a:lnTo>
                  <a:lnTo>
                    <a:pt x="92095" y="80922"/>
                  </a:lnTo>
                  <a:lnTo>
                    <a:pt x="87069" y="84306"/>
                  </a:lnTo>
                  <a:lnTo>
                    <a:pt x="89066" y="91299"/>
                  </a:lnTo>
                  <a:lnTo>
                    <a:pt x="90174" y="92648"/>
                  </a:lnTo>
                  <a:lnTo>
                    <a:pt x="89902" y="96967"/>
                  </a:lnTo>
                  <a:lnTo>
                    <a:pt x="86330" y="96753"/>
                  </a:lnTo>
                  <a:lnTo>
                    <a:pt x="85083" y="97607"/>
                  </a:lnTo>
                  <a:lnTo>
                    <a:pt x="84865" y="101390"/>
                  </a:lnTo>
                  <a:lnTo>
                    <a:pt x="76099" y="100723"/>
                  </a:lnTo>
                  <a:lnTo>
                    <a:pt x="75184" y="104941"/>
                  </a:lnTo>
                  <a:lnTo>
                    <a:pt x="70530" y="103928"/>
                  </a:lnTo>
                  <a:lnTo>
                    <a:pt x="71123" y="99445"/>
                  </a:lnTo>
                  <a:lnTo>
                    <a:pt x="67346" y="98384"/>
                  </a:lnTo>
                  <a:lnTo>
                    <a:pt x="68233" y="89162"/>
                  </a:lnTo>
                  <a:lnTo>
                    <a:pt x="59235" y="95746"/>
                  </a:lnTo>
                  <a:lnTo>
                    <a:pt x="58758" y="95375"/>
                  </a:lnTo>
                  <a:lnTo>
                    <a:pt x="62309" y="87474"/>
                  </a:lnTo>
                  <a:lnTo>
                    <a:pt x="54503" y="91746"/>
                  </a:lnTo>
                  <a:lnTo>
                    <a:pt x="52009" y="86988"/>
                  </a:lnTo>
                  <a:lnTo>
                    <a:pt x="52721" y="79671"/>
                  </a:lnTo>
                  <a:lnTo>
                    <a:pt x="44787" y="78802"/>
                  </a:lnTo>
                  <a:lnTo>
                    <a:pt x="47990" y="69660"/>
                  </a:lnTo>
                  <a:lnTo>
                    <a:pt x="45700" y="64592"/>
                  </a:lnTo>
                  <a:lnTo>
                    <a:pt x="50758" y="62316"/>
                  </a:lnTo>
                  <a:lnTo>
                    <a:pt x="46308" y="52426"/>
                  </a:lnTo>
                  <a:lnTo>
                    <a:pt x="44076" y="53238"/>
                  </a:lnTo>
                  <a:lnTo>
                    <a:pt x="42333" y="50195"/>
                  </a:lnTo>
                  <a:lnTo>
                    <a:pt x="43537" y="46152"/>
                  </a:lnTo>
                  <a:lnTo>
                    <a:pt x="41133" y="45318"/>
                  </a:lnTo>
                  <a:lnTo>
                    <a:pt x="29677" y="44923"/>
                  </a:lnTo>
                  <a:lnTo>
                    <a:pt x="30241" y="41784"/>
                  </a:lnTo>
                  <a:lnTo>
                    <a:pt x="23034" y="40250"/>
                  </a:lnTo>
                  <a:lnTo>
                    <a:pt x="24283" y="34397"/>
                  </a:lnTo>
                  <a:lnTo>
                    <a:pt x="14721" y="34087"/>
                  </a:lnTo>
                  <a:lnTo>
                    <a:pt x="9277" y="18111"/>
                  </a:lnTo>
                  <a:lnTo>
                    <a:pt x="7027" y="22533"/>
                  </a:lnTo>
                  <a:lnTo>
                    <a:pt x="0" y="18798"/>
                  </a:lnTo>
                  <a:lnTo>
                    <a:pt x="987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h2231"/>
            <p:cNvSpPr/>
            <p:nvPr/>
          </p:nvSpPr>
          <p:spPr>
            <a:xfrm>
              <a:off x="1191294" y="1575064"/>
              <a:ext cx="78674" cy="83539"/>
            </a:xfrm>
            <a:custGeom>
              <a:avLst/>
              <a:pathLst>
                <a:path w="78674" h="83539">
                  <a:moveTo>
                    <a:pt x="69197" y="349"/>
                  </a:moveTo>
                  <a:lnTo>
                    <a:pt x="66978" y="3916"/>
                  </a:lnTo>
                  <a:lnTo>
                    <a:pt x="70069" y="5319"/>
                  </a:lnTo>
                  <a:lnTo>
                    <a:pt x="72997" y="7824"/>
                  </a:lnTo>
                  <a:lnTo>
                    <a:pt x="70344" y="12478"/>
                  </a:lnTo>
                  <a:lnTo>
                    <a:pt x="69894" y="15091"/>
                  </a:lnTo>
                  <a:lnTo>
                    <a:pt x="71578" y="17979"/>
                  </a:lnTo>
                  <a:lnTo>
                    <a:pt x="77006" y="19797"/>
                  </a:lnTo>
                  <a:lnTo>
                    <a:pt x="78674" y="21598"/>
                  </a:lnTo>
                  <a:lnTo>
                    <a:pt x="73921" y="24557"/>
                  </a:lnTo>
                  <a:lnTo>
                    <a:pt x="73388" y="25832"/>
                  </a:lnTo>
                  <a:lnTo>
                    <a:pt x="74488" y="26796"/>
                  </a:lnTo>
                  <a:lnTo>
                    <a:pt x="73104" y="27133"/>
                  </a:lnTo>
                  <a:lnTo>
                    <a:pt x="71100" y="36385"/>
                  </a:lnTo>
                  <a:lnTo>
                    <a:pt x="68487" y="38234"/>
                  </a:lnTo>
                  <a:lnTo>
                    <a:pt x="62948" y="32899"/>
                  </a:lnTo>
                  <a:lnTo>
                    <a:pt x="59652" y="33009"/>
                  </a:lnTo>
                  <a:lnTo>
                    <a:pt x="58792" y="40527"/>
                  </a:lnTo>
                  <a:lnTo>
                    <a:pt x="53547" y="41943"/>
                  </a:lnTo>
                  <a:lnTo>
                    <a:pt x="60776" y="48204"/>
                  </a:lnTo>
                  <a:lnTo>
                    <a:pt x="57968" y="58312"/>
                  </a:lnTo>
                  <a:lnTo>
                    <a:pt x="60479" y="58165"/>
                  </a:lnTo>
                  <a:lnTo>
                    <a:pt x="54735" y="70397"/>
                  </a:lnTo>
                  <a:lnTo>
                    <a:pt x="56616" y="75492"/>
                  </a:lnTo>
                  <a:lnTo>
                    <a:pt x="54856" y="76175"/>
                  </a:lnTo>
                  <a:lnTo>
                    <a:pt x="49726" y="73305"/>
                  </a:lnTo>
                  <a:lnTo>
                    <a:pt x="42842" y="72821"/>
                  </a:lnTo>
                  <a:lnTo>
                    <a:pt x="43334" y="76684"/>
                  </a:lnTo>
                  <a:lnTo>
                    <a:pt x="46544" y="81884"/>
                  </a:lnTo>
                  <a:lnTo>
                    <a:pt x="35849" y="81163"/>
                  </a:lnTo>
                  <a:lnTo>
                    <a:pt x="26338" y="78670"/>
                  </a:lnTo>
                  <a:lnTo>
                    <a:pt x="28708" y="82010"/>
                  </a:lnTo>
                  <a:lnTo>
                    <a:pt x="27269" y="83539"/>
                  </a:lnTo>
                  <a:lnTo>
                    <a:pt x="23759" y="80987"/>
                  </a:lnTo>
                  <a:lnTo>
                    <a:pt x="20293" y="76235"/>
                  </a:lnTo>
                  <a:lnTo>
                    <a:pt x="15541" y="74582"/>
                  </a:lnTo>
                  <a:lnTo>
                    <a:pt x="10421" y="74646"/>
                  </a:lnTo>
                  <a:lnTo>
                    <a:pt x="7941" y="69974"/>
                  </a:lnTo>
                  <a:lnTo>
                    <a:pt x="9354" y="60098"/>
                  </a:lnTo>
                  <a:lnTo>
                    <a:pt x="6490" y="56277"/>
                  </a:lnTo>
                  <a:lnTo>
                    <a:pt x="3618" y="56069"/>
                  </a:lnTo>
                  <a:lnTo>
                    <a:pt x="4478" y="49170"/>
                  </a:lnTo>
                  <a:lnTo>
                    <a:pt x="6275" y="48130"/>
                  </a:lnTo>
                  <a:lnTo>
                    <a:pt x="6568" y="45204"/>
                  </a:lnTo>
                  <a:lnTo>
                    <a:pt x="0" y="38484"/>
                  </a:lnTo>
                  <a:lnTo>
                    <a:pt x="493" y="34142"/>
                  </a:lnTo>
                  <a:lnTo>
                    <a:pt x="5088" y="25532"/>
                  </a:lnTo>
                  <a:lnTo>
                    <a:pt x="6044" y="17168"/>
                  </a:lnTo>
                  <a:lnTo>
                    <a:pt x="8498" y="6962"/>
                  </a:lnTo>
                  <a:lnTo>
                    <a:pt x="13628" y="8418"/>
                  </a:lnTo>
                  <a:lnTo>
                    <a:pt x="13564" y="6946"/>
                  </a:lnTo>
                  <a:lnTo>
                    <a:pt x="19012" y="7488"/>
                  </a:lnTo>
                  <a:lnTo>
                    <a:pt x="25575" y="5502"/>
                  </a:lnTo>
                  <a:lnTo>
                    <a:pt x="28741" y="6237"/>
                  </a:lnTo>
                  <a:lnTo>
                    <a:pt x="31966" y="5944"/>
                  </a:lnTo>
                  <a:lnTo>
                    <a:pt x="32551" y="7590"/>
                  </a:lnTo>
                  <a:lnTo>
                    <a:pt x="31753" y="10240"/>
                  </a:lnTo>
                  <a:lnTo>
                    <a:pt x="36846" y="8718"/>
                  </a:lnTo>
                  <a:lnTo>
                    <a:pt x="39893" y="4950"/>
                  </a:lnTo>
                  <a:lnTo>
                    <a:pt x="45153" y="4951"/>
                  </a:lnTo>
                  <a:lnTo>
                    <a:pt x="4651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h2232"/>
            <p:cNvSpPr/>
            <p:nvPr/>
          </p:nvSpPr>
          <p:spPr>
            <a:xfrm>
              <a:off x="1380978" y="1857223"/>
              <a:ext cx="57338" cy="45679"/>
            </a:xfrm>
            <a:custGeom>
              <a:avLst/>
              <a:pathLst>
                <a:path w="57338" h="45679">
                  <a:moveTo>
                    <a:pt x="25612" y="3866"/>
                  </a:moveTo>
                  <a:lnTo>
                    <a:pt x="29646" y="4802"/>
                  </a:lnTo>
                  <a:lnTo>
                    <a:pt x="28544" y="9177"/>
                  </a:lnTo>
                  <a:lnTo>
                    <a:pt x="30639" y="9072"/>
                  </a:lnTo>
                  <a:lnTo>
                    <a:pt x="32795" y="6216"/>
                  </a:lnTo>
                  <a:lnTo>
                    <a:pt x="39674" y="5728"/>
                  </a:lnTo>
                  <a:lnTo>
                    <a:pt x="44788" y="12200"/>
                  </a:lnTo>
                  <a:lnTo>
                    <a:pt x="46407" y="12890"/>
                  </a:lnTo>
                  <a:lnTo>
                    <a:pt x="50344" y="12057"/>
                  </a:lnTo>
                  <a:lnTo>
                    <a:pt x="54810" y="8910"/>
                  </a:lnTo>
                  <a:lnTo>
                    <a:pt x="54049" y="6810"/>
                  </a:lnTo>
                  <a:lnTo>
                    <a:pt x="54770" y="4768"/>
                  </a:lnTo>
                  <a:lnTo>
                    <a:pt x="57338" y="6682"/>
                  </a:lnTo>
                  <a:lnTo>
                    <a:pt x="52685" y="22351"/>
                  </a:lnTo>
                  <a:lnTo>
                    <a:pt x="49089" y="21129"/>
                  </a:lnTo>
                  <a:lnTo>
                    <a:pt x="48078" y="19821"/>
                  </a:lnTo>
                  <a:lnTo>
                    <a:pt x="39890" y="19708"/>
                  </a:lnTo>
                  <a:lnTo>
                    <a:pt x="41013" y="31005"/>
                  </a:lnTo>
                  <a:lnTo>
                    <a:pt x="41999" y="34341"/>
                  </a:lnTo>
                  <a:lnTo>
                    <a:pt x="47113" y="36165"/>
                  </a:lnTo>
                  <a:lnTo>
                    <a:pt x="47568" y="37664"/>
                  </a:lnTo>
                  <a:lnTo>
                    <a:pt x="38424" y="39222"/>
                  </a:lnTo>
                  <a:lnTo>
                    <a:pt x="37489" y="34398"/>
                  </a:lnTo>
                  <a:lnTo>
                    <a:pt x="30912" y="35043"/>
                  </a:lnTo>
                  <a:lnTo>
                    <a:pt x="22612" y="37298"/>
                  </a:lnTo>
                  <a:lnTo>
                    <a:pt x="22229" y="44273"/>
                  </a:lnTo>
                  <a:lnTo>
                    <a:pt x="23238" y="43948"/>
                  </a:lnTo>
                  <a:lnTo>
                    <a:pt x="24154" y="44747"/>
                  </a:lnTo>
                  <a:lnTo>
                    <a:pt x="23306" y="45679"/>
                  </a:lnTo>
                  <a:lnTo>
                    <a:pt x="18355" y="43030"/>
                  </a:lnTo>
                  <a:lnTo>
                    <a:pt x="17960" y="38050"/>
                  </a:lnTo>
                  <a:lnTo>
                    <a:pt x="13989" y="34259"/>
                  </a:lnTo>
                  <a:lnTo>
                    <a:pt x="7144" y="30561"/>
                  </a:lnTo>
                  <a:lnTo>
                    <a:pt x="958" y="30104"/>
                  </a:lnTo>
                  <a:lnTo>
                    <a:pt x="0" y="24327"/>
                  </a:lnTo>
                  <a:lnTo>
                    <a:pt x="4989" y="22003"/>
                  </a:lnTo>
                  <a:lnTo>
                    <a:pt x="7177" y="16136"/>
                  </a:lnTo>
                  <a:lnTo>
                    <a:pt x="7076" y="10009"/>
                  </a:lnTo>
                  <a:lnTo>
                    <a:pt x="8996" y="10653"/>
                  </a:lnTo>
                  <a:lnTo>
                    <a:pt x="15676" y="7719"/>
                  </a:lnTo>
                  <a:lnTo>
                    <a:pt x="17174" y="67"/>
                  </a:lnTo>
                  <a:lnTo>
                    <a:pt x="2478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h2233"/>
            <p:cNvSpPr/>
            <p:nvPr/>
          </p:nvSpPr>
          <p:spPr>
            <a:xfrm>
              <a:off x="1460203" y="1729666"/>
              <a:ext cx="103347" cy="141276"/>
            </a:xfrm>
            <a:custGeom>
              <a:avLst/>
              <a:pathLst>
                <a:path w="103347" h="141276">
                  <a:moveTo>
                    <a:pt x="24269" y="3125"/>
                  </a:moveTo>
                  <a:lnTo>
                    <a:pt x="29992" y="2483"/>
                  </a:lnTo>
                  <a:lnTo>
                    <a:pt x="31463" y="2760"/>
                  </a:lnTo>
                  <a:lnTo>
                    <a:pt x="36107" y="1153"/>
                  </a:lnTo>
                  <a:lnTo>
                    <a:pt x="39813" y="5093"/>
                  </a:lnTo>
                  <a:lnTo>
                    <a:pt x="41336" y="11010"/>
                  </a:lnTo>
                  <a:lnTo>
                    <a:pt x="45875" y="16701"/>
                  </a:lnTo>
                  <a:lnTo>
                    <a:pt x="52741" y="23421"/>
                  </a:lnTo>
                  <a:lnTo>
                    <a:pt x="60148" y="25221"/>
                  </a:lnTo>
                  <a:lnTo>
                    <a:pt x="65955" y="22634"/>
                  </a:lnTo>
                  <a:lnTo>
                    <a:pt x="70025" y="24525"/>
                  </a:lnTo>
                  <a:lnTo>
                    <a:pt x="69961" y="25963"/>
                  </a:lnTo>
                  <a:lnTo>
                    <a:pt x="75048" y="33210"/>
                  </a:lnTo>
                  <a:lnTo>
                    <a:pt x="79676" y="35758"/>
                  </a:lnTo>
                  <a:lnTo>
                    <a:pt x="81557" y="35910"/>
                  </a:lnTo>
                  <a:lnTo>
                    <a:pt x="85519" y="33912"/>
                  </a:lnTo>
                  <a:lnTo>
                    <a:pt x="86888" y="39710"/>
                  </a:lnTo>
                  <a:lnTo>
                    <a:pt x="83742" y="48660"/>
                  </a:lnTo>
                  <a:lnTo>
                    <a:pt x="84497" y="53674"/>
                  </a:lnTo>
                  <a:lnTo>
                    <a:pt x="86454" y="52519"/>
                  </a:lnTo>
                  <a:lnTo>
                    <a:pt x="89685" y="58479"/>
                  </a:lnTo>
                  <a:lnTo>
                    <a:pt x="86345" y="65948"/>
                  </a:lnTo>
                  <a:lnTo>
                    <a:pt x="88552" y="83665"/>
                  </a:lnTo>
                  <a:lnTo>
                    <a:pt x="87150" y="90307"/>
                  </a:lnTo>
                  <a:lnTo>
                    <a:pt x="90013" y="94472"/>
                  </a:lnTo>
                  <a:lnTo>
                    <a:pt x="93773" y="102558"/>
                  </a:lnTo>
                  <a:lnTo>
                    <a:pt x="93854" y="106470"/>
                  </a:lnTo>
                  <a:lnTo>
                    <a:pt x="96377" y="108528"/>
                  </a:lnTo>
                  <a:lnTo>
                    <a:pt x="100597" y="110065"/>
                  </a:lnTo>
                  <a:lnTo>
                    <a:pt x="100448" y="113196"/>
                  </a:lnTo>
                  <a:lnTo>
                    <a:pt x="100368" y="124240"/>
                  </a:lnTo>
                  <a:lnTo>
                    <a:pt x="102076" y="126918"/>
                  </a:lnTo>
                  <a:lnTo>
                    <a:pt x="103347" y="131577"/>
                  </a:lnTo>
                  <a:lnTo>
                    <a:pt x="99111" y="135470"/>
                  </a:lnTo>
                  <a:lnTo>
                    <a:pt x="95657" y="136487"/>
                  </a:lnTo>
                  <a:lnTo>
                    <a:pt x="92803" y="140541"/>
                  </a:lnTo>
                  <a:lnTo>
                    <a:pt x="85086" y="141276"/>
                  </a:lnTo>
                  <a:lnTo>
                    <a:pt x="75635" y="137441"/>
                  </a:lnTo>
                  <a:lnTo>
                    <a:pt x="72790" y="134287"/>
                  </a:lnTo>
                  <a:lnTo>
                    <a:pt x="73023" y="130689"/>
                  </a:lnTo>
                  <a:lnTo>
                    <a:pt x="68448" y="127256"/>
                  </a:lnTo>
                  <a:lnTo>
                    <a:pt x="65140" y="127553"/>
                  </a:lnTo>
                  <a:lnTo>
                    <a:pt x="64987" y="130440"/>
                  </a:lnTo>
                  <a:lnTo>
                    <a:pt x="66243" y="133637"/>
                  </a:lnTo>
                  <a:lnTo>
                    <a:pt x="63105" y="133911"/>
                  </a:lnTo>
                  <a:lnTo>
                    <a:pt x="60393" y="128223"/>
                  </a:lnTo>
                  <a:lnTo>
                    <a:pt x="54579" y="131393"/>
                  </a:lnTo>
                  <a:lnTo>
                    <a:pt x="52181" y="130369"/>
                  </a:lnTo>
                  <a:lnTo>
                    <a:pt x="49522" y="126627"/>
                  </a:lnTo>
                  <a:lnTo>
                    <a:pt x="48011" y="126094"/>
                  </a:lnTo>
                  <a:lnTo>
                    <a:pt x="35519" y="124879"/>
                  </a:lnTo>
                  <a:lnTo>
                    <a:pt x="35534" y="119498"/>
                  </a:lnTo>
                  <a:lnTo>
                    <a:pt x="25129" y="120237"/>
                  </a:lnTo>
                  <a:lnTo>
                    <a:pt x="25693" y="118218"/>
                  </a:lnTo>
                  <a:lnTo>
                    <a:pt x="21763" y="112492"/>
                  </a:lnTo>
                  <a:lnTo>
                    <a:pt x="21689" y="105793"/>
                  </a:lnTo>
                  <a:lnTo>
                    <a:pt x="18887" y="98190"/>
                  </a:lnTo>
                  <a:lnTo>
                    <a:pt x="16037" y="97542"/>
                  </a:lnTo>
                  <a:lnTo>
                    <a:pt x="16646" y="94779"/>
                  </a:lnTo>
                  <a:lnTo>
                    <a:pt x="21745" y="89371"/>
                  </a:lnTo>
                  <a:lnTo>
                    <a:pt x="24751" y="95272"/>
                  </a:lnTo>
                  <a:lnTo>
                    <a:pt x="26420" y="96094"/>
                  </a:lnTo>
                  <a:lnTo>
                    <a:pt x="33278" y="95487"/>
                  </a:lnTo>
                  <a:lnTo>
                    <a:pt x="39754" y="93811"/>
                  </a:lnTo>
                  <a:lnTo>
                    <a:pt x="45058" y="104052"/>
                  </a:lnTo>
                  <a:lnTo>
                    <a:pt x="48205" y="105461"/>
                  </a:lnTo>
                  <a:lnTo>
                    <a:pt x="55836" y="103984"/>
                  </a:lnTo>
                  <a:lnTo>
                    <a:pt x="60441" y="103958"/>
                  </a:lnTo>
                  <a:lnTo>
                    <a:pt x="67283" y="105327"/>
                  </a:lnTo>
                  <a:lnTo>
                    <a:pt x="67219" y="103127"/>
                  </a:lnTo>
                  <a:lnTo>
                    <a:pt x="68158" y="99423"/>
                  </a:lnTo>
                  <a:lnTo>
                    <a:pt x="69788" y="97292"/>
                  </a:lnTo>
                  <a:lnTo>
                    <a:pt x="71658" y="87841"/>
                  </a:lnTo>
                  <a:lnTo>
                    <a:pt x="70786" y="83405"/>
                  </a:lnTo>
                  <a:lnTo>
                    <a:pt x="67761" y="79941"/>
                  </a:lnTo>
                  <a:lnTo>
                    <a:pt x="66275" y="81769"/>
                  </a:lnTo>
                  <a:lnTo>
                    <a:pt x="62206" y="82513"/>
                  </a:lnTo>
                  <a:lnTo>
                    <a:pt x="59712" y="81889"/>
                  </a:lnTo>
                  <a:lnTo>
                    <a:pt x="57388" y="80392"/>
                  </a:lnTo>
                  <a:lnTo>
                    <a:pt x="56999" y="78929"/>
                  </a:lnTo>
                  <a:lnTo>
                    <a:pt x="52260" y="76991"/>
                  </a:lnTo>
                  <a:lnTo>
                    <a:pt x="52769" y="79835"/>
                  </a:lnTo>
                  <a:lnTo>
                    <a:pt x="43733" y="80405"/>
                  </a:lnTo>
                  <a:lnTo>
                    <a:pt x="42194" y="76822"/>
                  </a:lnTo>
                  <a:lnTo>
                    <a:pt x="37689" y="76505"/>
                  </a:lnTo>
                  <a:lnTo>
                    <a:pt x="19176" y="79876"/>
                  </a:lnTo>
                  <a:lnTo>
                    <a:pt x="17292" y="80158"/>
                  </a:lnTo>
                  <a:lnTo>
                    <a:pt x="17721" y="71839"/>
                  </a:lnTo>
                  <a:lnTo>
                    <a:pt x="19429" y="72193"/>
                  </a:lnTo>
                  <a:lnTo>
                    <a:pt x="14639" y="58765"/>
                  </a:lnTo>
                  <a:lnTo>
                    <a:pt x="25078" y="55119"/>
                  </a:lnTo>
                  <a:lnTo>
                    <a:pt x="24055" y="53051"/>
                  </a:lnTo>
                  <a:lnTo>
                    <a:pt x="23975" y="49291"/>
                  </a:lnTo>
                  <a:lnTo>
                    <a:pt x="25556" y="44188"/>
                  </a:lnTo>
                  <a:lnTo>
                    <a:pt x="20843" y="33821"/>
                  </a:lnTo>
                  <a:lnTo>
                    <a:pt x="16878" y="28327"/>
                  </a:lnTo>
                  <a:lnTo>
                    <a:pt x="14624" y="28423"/>
                  </a:lnTo>
                  <a:lnTo>
                    <a:pt x="6483" y="35137"/>
                  </a:lnTo>
                  <a:lnTo>
                    <a:pt x="1494" y="35415"/>
                  </a:lnTo>
                  <a:lnTo>
                    <a:pt x="0" y="34897"/>
                  </a:lnTo>
                  <a:lnTo>
                    <a:pt x="894" y="28755"/>
                  </a:lnTo>
                  <a:lnTo>
                    <a:pt x="1352" y="25520"/>
                  </a:lnTo>
                  <a:lnTo>
                    <a:pt x="5585" y="26271"/>
                  </a:lnTo>
                  <a:lnTo>
                    <a:pt x="7035" y="25745"/>
                  </a:lnTo>
                  <a:lnTo>
                    <a:pt x="7487" y="20224"/>
                  </a:lnTo>
                  <a:lnTo>
                    <a:pt x="9844" y="18585"/>
                  </a:lnTo>
                  <a:lnTo>
                    <a:pt x="11136" y="19578"/>
                  </a:lnTo>
                  <a:lnTo>
                    <a:pt x="14659" y="16677"/>
                  </a:lnTo>
                  <a:lnTo>
                    <a:pt x="18505" y="11791"/>
                  </a:lnTo>
                  <a:lnTo>
                    <a:pt x="17770" y="4082"/>
                  </a:lnTo>
                  <a:lnTo>
                    <a:pt x="16449" y="2569"/>
                  </a:lnTo>
                  <a:lnTo>
                    <a:pt x="2028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h2234"/>
            <p:cNvSpPr/>
            <p:nvPr/>
          </p:nvSpPr>
          <p:spPr>
            <a:xfrm>
              <a:off x="1428166" y="1878142"/>
              <a:ext cx="88198" cy="95859"/>
            </a:xfrm>
            <a:custGeom>
              <a:avLst/>
              <a:pathLst>
                <a:path w="88198" h="95859">
                  <a:moveTo>
                    <a:pt x="19396" y="0"/>
                  </a:moveTo>
                  <a:lnTo>
                    <a:pt x="27560" y="3228"/>
                  </a:lnTo>
                  <a:lnTo>
                    <a:pt x="28924" y="9121"/>
                  </a:lnTo>
                  <a:lnTo>
                    <a:pt x="39547" y="8547"/>
                  </a:lnTo>
                  <a:lnTo>
                    <a:pt x="40883" y="8499"/>
                  </a:lnTo>
                  <a:lnTo>
                    <a:pt x="44932" y="11321"/>
                  </a:lnTo>
                  <a:lnTo>
                    <a:pt x="48166" y="22196"/>
                  </a:lnTo>
                  <a:lnTo>
                    <a:pt x="51682" y="23912"/>
                  </a:lnTo>
                  <a:lnTo>
                    <a:pt x="58560" y="24467"/>
                  </a:lnTo>
                  <a:lnTo>
                    <a:pt x="65079" y="23767"/>
                  </a:lnTo>
                  <a:lnTo>
                    <a:pt x="67008" y="25478"/>
                  </a:lnTo>
                  <a:lnTo>
                    <a:pt x="68414" y="29511"/>
                  </a:lnTo>
                  <a:lnTo>
                    <a:pt x="71703" y="32244"/>
                  </a:lnTo>
                  <a:lnTo>
                    <a:pt x="73184" y="32174"/>
                  </a:lnTo>
                  <a:lnTo>
                    <a:pt x="72134" y="36604"/>
                  </a:lnTo>
                  <a:lnTo>
                    <a:pt x="74460" y="44243"/>
                  </a:lnTo>
                  <a:lnTo>
                    <a:pt x="76066" y="53945"/>
                  </a:lnTo>
                  <a:lnTo>
                    <a:pt x="80506" y="59203"/>
                  </a:lnTo>
                  <a:lnTo>
                    <a:pt x="82047" y="59440"/>
                  </a:lnTo>
                  <a:lnTo>
                    <a:pt x="87851" y="64742"/>
                  </a:lnTo>
                  <a:lnTo>
                    <a:pt x="88198" y="73923"/>
                  </a:lnTo>
                  <a:lnTo>
                    <a:pt x="88015" y="77914"/>
                  </a:lnTo>
                  <a:lnTo>
                    <a:pt x="85187" y="77299"/>
                  </a:lnTo>
                  <a:lnTo>
                    <a:pt x="82100" y="78486"/>
                  </a:lnTo>
                  <a:lnTo>
                    <a:pt x="77107" y="89757"/>
                  </a:lnTo>
                  <a:lnTo>
                    <a:pt x="74620" y="90816"/>
                  </a:lnTo>
                  <a:lnTo>
                    <a:pt x="72808" y="88617"/>
                  </a:lnTo>
                  <a:lnTo>
                    <a:pt x="72477" y="86117"/>
                  </a:lnTo>
                  <a:lnTo>
                    <a:pt x="69468" y="86719"/>
                  </a:lnTo>
                  <a:lnTo>
                    <a:pt x="66952" y="89207"/>
                  </a:lnTo>
                  <a:lnTo>
                    <a:pt x="66568" y="90499"/>
                  </a:lnTo>
                  <a:lnTo>
                    <a:pt x="63755" y="90315"/>
                  </a:lnTo>
                  <a:lnTo>
                    <a:pt x="62854" y="88198"/>
                  </a:lnTo>
                  <a:lnTo>
                    <a:pt x="63675" y="86782"/>
                  </a:lnTo>
                  <a:lnTo>
                    <a:pt x="63634" y="84445"/>
                  </a:lnTo>
                  <a:lnTo>
                    <a:pt x="60903" y="77976"/>
                  </a:lnTo>
                  <a:lnTo>
                    <a:pt x="56671" y="81396"/>
                  </a:lnTo>
                  <a:lnTo>
                    <a:pt x="57535" y="84243"/>
                  </a:lnTo>
                  <a:lnTo>
                    <a:pt x="55596" y="91997"/>
                  </a:lnTo>
                  <a:lnTo>
                    <a:pt x="54002" y="94192"/>
                  </a:lnTo>
                  <a:lnTo>
                    <a:pt x="50142" y="95859"/>
                  </a:lnTo>
                  <a:lnTo>
                    <a:pt x="48641" y="93122"/>
                  </a:lnTo>
                  <a:lnTo>
                    <a:pt x="45472" y="90704"/>
                  </a:lnTo>
                  <a:lnTo>
                    <a:pt x="44103" y="95132"/>
                  </a:lnTo>
                  <a:lnTo>
                    <a:pt x="33879" y="94711"/>
                  </a:lnTo>
                  <a:lnTo>
                    <a:pt x="28976" y="80803"/>
                  </a:lnTo>
                  <a:lnTo>
                    <a:pt x="23652" y="75878"/>
                  </a:lnTo>
                  <a:lnTo>
                    <a:pt x="23153" y="71303"/>
                  </a:lnTo>
                  <a:lnTo>
                    <a:pt x="21724" y="68589"/>
                  </a:lnTo>
                  <a:lnTo>
                    <a:pt x="14224" y="68962"/>
                  </a:lnTo>
                  <a:lnTo>
                    <a:pt x="16865" y="64068"/>
                  </a:lnTo>
                  <a:lnTo>
                    <a:pt x="15342" y="64199"/>
                  </a:lnTo>
                  <a:lnTo>
                    <a:pt x="13381" y="59156"/>
                  </a:lnTo>
                  <a:lnTo>
                    <a:pt x="14596" y="56338"/>
                  </a:lnTo>
                  <a:lnTo>
                    <a:pt x="13323" y="52239"/>
                  </a:lnTo>
                  <a:lnTo>
                    <a:pt x="10896" y="51601"/>
                  </a:lnTo>
                  <a:lnTo>
                    <a:pt x="7200" y="53162"/>
                  </a:lnTo>
                  <a:lnTo>
                    <a:pt x="4422" y="52382"/>
                  </a:lnTo>
                  <a:lnTo>
                    <a:pt x="2583" y="48847"/>
                  </a:lnTo>
                  <a:lnTo>
                    <a:pt x="1612" y="42633"/>
                  </a:lnTo>
                  <a:lnTo>
                    <a:pt x="0" y="41262"/>
                  </a:lnTo>
                  <a:lnTo>
                    <a:pt x="950" y="34735"/>
                  </a:lnTo>
                  <a:lnTo>
                    <a:pt x="7679" y="35075"/>
                  </a:lnTo>
                  <a:lnTo>
                    <a:pt x="9261" y="30094"/>
                  </a:lnTo>
                  <a:lnTo>
                    <a:pt x="8046" y="28020"/>
                  </a:lnTo>
                  <a:lnTo>
                    <a:pt x="3330" y="27674"/>
                  </a:lnTo>
                  <a:lnTo>
                    <a:pt x="3551" y="25088"/>
                  </a:lnTo>
                  <a:lnTo>
                    <a:pt x="5969" y="20181"/>
                  </a:lnTo>
                  <a:lnTo>
                    <a:pt x="7760" y="20098"/>
                  </a:lnTo>
                  <a:lnTo>
                    <a:pt x="10298" y="17476"/>
                  </a:lnTo>
                  <a:lnTo>
                    <a:pt x="11977" y="11439"/>
                  </a:lnTo>
                  <a:lnTo>
                    <a:pt x="11272" y="9040"/>
                  </a:lnTo>
                  <a:lnTo>
                    <a:pt x="14400" y="4905"/>
                  </a:lnTo>
                  <a:lnTo>
                    <a:pt x="15825" y="4078"/>
                  </a:lnTo>
                  <a:lnTo>
                    <a:pt x="15708" y="189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h2235"/>
            <p:cNvSpPr/>
            <p:nvPr/>
          </p:nvSpPr>
          <p:spPr>
            <a:xfrm>
              <a:off x="1348196" y="1781547"/>
              <a:ext cx="59098" cy="46223"/>
            </a:xfrm>
            <a:custGeom>
              <a:avLst/>
              <a:pathLst>
                <a:path w="59098" h="46223">
                  <a:moveTo>
                    <a:pt x="22297" y="4574"/>
                  </a:moveTo>
                  <a:lnTo>
                    <a:pt x="24801" y="10624"/>
                  </a:lnTo>
                  <a:lnTo>
                    <a:pt x="26235" y="10865"/>
                  </a:lnTo>
                  <a:lnTo>
                    <a:pt x="26978" y="4235"/>
                  </a:lnTo>
                  <a:lnTo>
                    <a:pt x="27686" y="3844"/>
                  </a:lnTo>
                  <a:lnTo>
                    <a:pt x="35948" y="5851"/>
                  </a:lnTo>
                  <a:lnTo>
                    <a:pt x="38939" y="6829"/>
                  </a:lnTo>
                  <a:lnTo>
                    <a:pt x="43259" y="12041"/>
                  </a:lnTo>
                  <a:lnTo>
                    <a:pt x="44247" y="16185"/>
                  </a:lnTo>
                  <a:lnTo>
                    <a:pt x="41012" y="21022"/>
                  </a:lnTo>
                  <a:lnTo>
                    <a:pt x="41661" y="27010"/>
                  </a:lnTo>
                  <a:lnTo>
                    <a:pt x="37957" y="27961"/>
                  </a:lnTo>
                  <a:lnTo>
                    <a:pt x="38543" y="24182"/>
                  </a:lnTo>
                  <a:lnTo>
                    <a:pt x="36090" y="24717"/>
                  </a:lnTo>
                  <a:lnTo>
                    <a:pt x="35581" y="28573"/>
                  </a:lnTo>
                  <a:lnTo>
                    <a:pt x="36123" y="35613"/>
                  </a:lnTo>
                  <a:lnTo>
                    <a:pt x="59098" y="33615"/>
                  </a:lnTo>
                  <a:lnTo>
                    <a:pt x="57183" y="37288"/>
                  </a:lnTo>
                  <a:lnTo>
                    <a:pt x="37006" y="39493"/>
                  </a:lnTo>
                  <a:lnTo>
                    <a:pt x="37698" y="42972"/>
                  </a:lnTo>
                  <a:lnTo>
                    <a:pt x="36320" y="44882"/>
                  </a:lnTo>
                  <a:lnTo>
                    <a:pt x="29598" y="46223"/>
                  </a:lnTo>
                  <a:lnTo>
                    <a:pt x="30773" y="42018"/>
                  </a:lnTo>
                  <a:lnTo>
                    <a:pt x="30930" y="34246"/>
                  </a:lnTo>
                  <a:lnTo>
                    <a:pt x="27947" y="30906"/>
                  </a:lnTo>
                  <a:lnTo>
                    <a:pt x="29044" y="27099"/>
                  </a:lnTo>
                  <a:lnTo>
                    <a:pt x="26348" y="20387"/>
                  </a:lnTo>
                  <a:lnTo>
                    <a:pt x="22534" y="18689"/>
                  </a:lnTo>
                  <a:lnTo>
                    <a:pt x="15313" y="23376"/>
                  </a:lnTo>
                  <a:lnTo>
                    <a:pt x="15303" y="25277"/>
                  </a:lnTo>
                  <a:lnTo>
                    <a:pt x="5969" y="28809"/>
                  </a:lnTo>
                  <a:lnTo>
                    <a:pt x="6081" y="29880"/>
                  </a:lnTo>
                  <a:lnTo>
                    <a:pt x="0" y="19578"/>
                  </a:lnTo>
                  <a:lnTo>
                    <a:pt x="6893" y="17061"/>
                  </a:lnTo>
                  <a:lnTo>
                    <a:pt x="6234" y="14402"/>
                  </a:lnTo>
                  <a:lnTo>
                    <a:pt x="5216" y="9293"/>
                  </a:lnTo>
                  <a:lnTo>
                    <a:pt x="7089" y="4928"/>
                  </a:lnTo>
                  <a:lnTo>
                    <a:pt x="1459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h2236"/>
            <p:cNvSpPr/>
            <p:nvPr/>
          </p:nvSpPr>
          <p:spPr>
            <a:xfrm>
              <a:off x="1292316" y="1795293"/>
              <a:ext cx="132474" cy="72583"/>
            </a:xfrm>
            <a:custGeom>
              <a:avLst/>
              <a:pathLst>
                <a:path w="132474" h="72583">
                  <a:moveTo>
                    <a:pt x="62114" y="656"/>
                  </a:moveTo>
                  <a:lnTo>
                    <a:pt x="62772" y="3314"/>
                  </a:lnTo>
                  <a:lnTo>
                    <a:pt x="55879" y="5831"/>
                  </a:lnTo>
                  <a:lnTo>
                    <a:pt x="61961" y="16134"/>
                  </a:lnTo>
                  <a:lnTo>
                    <a:pt x="61848" y="15062"/>
                  </a:lnTo>
                  <a:lnTo>
                    <a:pt x="71182" y="11530"/>
                  </a:lnTo>
                  <a:lnTo>
                    <a:pt x="71193" y="9629"/>
                  </a:lnTo>
                  <a:lnTo>
                    <a:pt x="78413" y="4943"/>
                  </a:lnTo>
                  <a:lnTo>
                    <a:pt x="82227" y="6641"/>
                  </a:lnTo>
                  <a:lnTo>
                    <a:pt x="84924" y="13353"/>
                  </a:lnTo>
                  <a:lnTo>
                    <a:pt x="83827" y="17160"/>
                  </a:lnTo>
                  <a:lnTo>
                    <a:pt x="86809" y="20500"/>
                  </a:lnTo>
                  <a:lnTo>
                    <a:pt x="86652" y="28272"/>
                  </a:lnTo>
                  <a:lnTo>
                    <a:pt x="85478" y="32477"/>
                  </a:lnTo>
                  <a:lnTo>
                    <a:pt x="92200" y="31136"/>
                  </a:lnTo>
                  <a:lnTo>
                    <a:pt x="93578" y="29226"/>
                  </a:lnTo>
                  <a:lnTo>
                    <a:pt x="92886" y="25746"/>
                  </a:lnTo>
                  <a:lnTo>
                    <a:pt x="113063" y="23542"/>
                  </a:lnTo>
                  <a:lnTo>
                    <a:pt x="114977" y="19869"/>
                  </a:lnTo>
                  <a:lnTo>
                    <a:pt x="119780" y="23270"/>
                  </a:lnTo>
                  <a:lnTo>
                    <a:pt x="124617" y="29679"/>
                  </a:lnTo>
                  <a:lnTo>
                    <a:pt x="125710" y="27042"/>
                  </a:lnTo>
                  <a:lnTo>
                    <a:pt x="129238" y="26208"/>
                  </a:lnTo>
                  <a:lnTo>
                    <a:pt x="127539" y="31476"/>
                  </a:lnTo>
                  <a:lnTo>
                    <a:pt x="132474" y="33037"/>
                  </a:lnTo>
                  <a:lnTo>
                    <a:pt x="128836" y="34273"/>
                  </a:lnTo>
                  <a:lnTo>
                    <a:pt x="120042" y="37247"/>
                  </a:lnTo>
                  <a:lnTo>
                    <a:pt x="118175" y="39442"/>
                  </a:lnTo>
                  <a:lnTo>
                    <a:pt x="118279" y="45352"/>
                  </a:lnTo>
                  <a:lnTo>
                    <a:pt x="120097" y="46174"/>
                  </a:lnTo>
                  <a:lnTo>
                    <a:pt x="122617" y="44311"/>
                  </a:lnTo>
                  <a:lnTo>
                    <a:pt x="122679" y="48352"/>
                  </a:lnTo>
                  <a:lnTo>
                    <a:pt x="121043" y="60496"/>
                  </a:lnTo>
                  <a:lnTo>
                    <a:pt x="119269" y="67070"/>
                  </a:lnTo>
                  <a:lnTo>
                    <a:pt x="118308" y="66732"/>
                  </a:lnTo>
                  <a:lnTo>
                    <a:pt x="114273" y="65796"/>
                  </a:lnTo>
                  <a:lnTo>
                    <a:pt x="113444" y="61930"/>
                  </a:lnTo>
                  <a:lnTo>
                    <a:pt x="105835" y="61997"/>
                  </a:lnTo>
                  <a:lnTo>
                    <a:pt x="104338" y="69649"/>
                  </a:lnTo>
                  <a:lnTo>
                    <a:pt x="97657" y="72583"/>
                  </a:lnTo>
                  <a:lnTo>
                    <a:pt x="95738" y="71940"/>
                  </a:lnTo>
                  <a:lnTo>
                    <a:pt x="93549" y="71355"/>
                  </a:lnTo>
                  <a:lnTo>
                    <a:pt x="93000" y="57757"/>
                  </a:lnTo>
                  <a:lnTo>
                    <a:pt x="91995" y="61109"/>
                  </a:lnTo>
                  <a:lnTo>
                    <a:pt x="90769" y="61709"/>
                  </a:lnTo>
                  <a:lnTo>
                    <a:pt x="85637" y="60026"/>
                  </a:lnTo>
                  <a:lnTo>
                    <a:pt x="81091" y="61011"/>
                  </a:lnTo>
                  <a:lnTo>
                    <a:pt x="77435" y="58567"/>
                  </a:lnTo>
                  <a:lnTo>
                    <a:pt x="67677" y="57946"/>
                  </a:lnTo>
                  <a:lnTo>
                    <a:pt x="67279" y="56278"/>
                  </a:lnTo>
                  <a:lnTo>
                    <a:pt x="62463" y="54986"/>
                  </a:lnTo>
                  <a:lnTo>
                    <a:pt x="55707" y="60304"/>
                  </a:lnTo>
                  <a:lnTo>
                    <a:pt x="51402" y="61585"/>
                  </a:lnTo>
                  <a:lnTo>
                    <a:pt x="49539" y="62929"/>
                  </a:lnTo>
                  <a:lnTo>
                    <a:pt x="43351" y="61910"/>
                  </a:lnTo>
                  <a:lnTo>
                    <a:pt x="39699" y="65831"/>
                  </a:lnTo>
                  <a:lnTo>
                    <a:pt x="41163" y="68959"/>
                  </a:lnTo>
                  <a:lnTo>
                    <a:pt x="35709" y="69793"/>
                  </a:lnTo>
                  <a:lnTo>
                    <a:pt x="33361" y="66765"/>
                  </a:lnTo>
                  <a:lnTo>
                    <a:pt x="28338" y="64622"/>
                  </a:lnTo>
                  <a:lnTo>
                    <a:pt x="28350" y="58120"/>
                  </a:lnTo>
                  <a:lnTo>
                    <a:pt x="23443" y="58557"/>
                  </a:lnTo>
                  <a:lnTo>
                    <a:pt x="13834" y="57171"/>
                  </a:lnTo>
                  <a:lnTo>
                    <a:pt x="11109" y="55501"/>
                  </a:lnTo>
                  <a:lnTo>
                    <a:pt x="10771" y="51449"/>
                  </a:lnTo>
                  <a:lnTo>
                    <a:pt x="8548" y="46759"/>
                  </a:lnTo>
                  <a:lnTo>
                    <a:pt x="5328" y="45997"/>
                  </a:lnTo>
                  <a:lnTo>
                    <a:pt x="4233" y="44553"/>
                  </a:lnTo>
                  <a:lnTo>
                    <a:pt x="0" y="38962"/>
                  </a:lnTo>
                  <a:lnTo>
                    <a:pt x="6823" y="40039"/>
                  </a:lnTo>
                  <a:lnTo>
                    <a:pt x="9103" y="38784"/>
                  </a:lnTo>
                  <a:lnTo>
                    <a:pt x="6488" y="35752"/>
                  </a:lnTo>
                  <a:lnTo>
                    <a:pt x="10525" y="31932"/>
                  </a:lnTo>
                  <a:lnTo>
                    <a:pt x="8615" y="28771"/>
                  </a:lnTo>
                  <a:lnTo>
                    <a:pt x="4270" y="29899"/>
                  </a:lnTo>
                  <a:lnTo>
                    <a:pt x="3580" y="27158"/>
                  </a:lnTo>
                  <a:lnTo>
                    <a:pt x="4681" y="16846"/>
                  </a:lnTo>
                  <a:lnTo>
                    <a:pt x="3580" y="16531"/>
                  </a:lnTo>
                  <a:lnTo>
                    <a:pt x="3867" y="7195"/>
                  </a:lnTo>
                  <a:lnTo>
                    <a:pt x="6801" y="7771"/>
                  </a:lnTo>
                  <a:lnTo>
                    <a:pt x="12120" y="7094"/>
                  </a:lnTo>
                  <a:lnTo>
                    <a:pt x="15700" y="5374"/>
                  </a:lnTo>
                  <a:lnTo>
                    <a:pt x="14332" y="3351"/>
                  </a:lnTo>
                  <a:lnTo>
                    <a:pt x="16170" y="2074"/>
                  </a:lnTo>
                  <a:lnTo>
                    <a:pt x="24260" y="898"/>
                  </a:lnTo>
                  <a:lnTo>
                    <a:pt x="36792" y="4699"/>
                  </a:lnTo>
                  <a:lnTo>
                    <a:pt x="35640" y="487"/>
                  </a:lnTo>
                  <a:lnTo>
                    <a:pt x="37421" y="537"/>
                  </a:lnTo>
                  <a:lnTo>
                    <a:pt x="40532" y="4292"/>
                  </a:lnTo>
                  <a:lnTo>
                    <a:pt x="42030" y="4826"/>
                  </a:lnTo>
                  <a:lnTo>
                    <a:pt x="54859" y="3439"/>
                  </a:lnTo>
                  <a:lnTo>
                    <a:pt x="52843" y="3497"/>
                  </a:lnTo>
                  <a:lnTo>
                    <a:pt x="52663" y="231"/>
                  </a:lnTo>
                  <a:lnTo>
                    <a:pt x="53505" y="19"/>
                  </a:lnTo>
                  <a:lnTo>
                    <a:pt x="6033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h2237"/>
            <p:cNvSpPr/>
            <p:nvPr/>
          </p:nvSpPr>
          <p:spPr>
            <a:xfrm>
              <a:off x="1431767" y="1572080"/>
              <a:ext cx="78995" cy="67035"/>
            </a:xfrm>
            <a:custGeom>
              <a:avLst/>
              <a:pathLst>
                <a:path w="78995" h="67035">
                  <a:moveTo>
                    <a:pt x="50152" y="3299"/>
                  </a:moveTo>
                  <a:lnTo>
                    <a:pt x="53531" y="4419"/>
                  </a:lnTo>
                  <a:lnTo>
                    <a:pt x="56148" y="4229"/>
                  </a:lnTo>
                  <a:lnTo>
                    <a:pt x="59371" y="4094"/>
                  </a:lnTo>
                  <a:lnTo>
                    <a:pt x="62726" y="6283"/>
                  </a:lnTo>
                  <a:lnTo>
                    <a:pt x="61153" y="8524"/>
                  </a:lnTo>
                  <a:lnTo>
                    <a:pt x="68006" y="20141"/>
                  </a:lnTo>
                  <a:lnTo>
                    <a:pt x="78995" y="20788"/>
                  </a:lnTo>
                  <a:lnTo>
                    <a:pt x="78327" y="29106"/>
                  </a:lnTo>
                  <a:lnTo>
                    <a:pt x="72516" y="30141"/>
                  </a:lnTo>
                  <a:lnTo>
                    <a:pt x="69310" y="33294"/>
                  </a:lnTo>
                  <a:lnTo>
                    <a:pt x="69159" y="38409"/>
                  </a:lnTo>
                  <a:lnTo>
                    <a:pt x="70662" y="40950"/>
                  </a:lnTo>
                  <a:lnTo>
                    <a:pt x="72251" y="40428"/>
                  </a:lnTo>
                  <a:lnTo>
                    <a:pt x="71678" y="46517"/>
                  </a:lnTo>
                  <a:lnTo>
                    <a:pt x="67883" y="43673"/>
                  </a:lnTo>
                  <a:lnTo>
                    <a:pt x="66272" y="42824"/>
                  </a:lnTo>
                  <a:lnTo>
                    <a:pt x="66405" y="40982"/>
                  </a:lnTo>
                  <a:lnTo>
                    <a:pt x="61128" y="40874"/>
                  </a:lnTo>
                  <a:lnTo>
                    <a:pt x="52926" y="44219"/>
                  </a:lnTo>
                  <a:lnTo>
                    <a:pt x="49005" y="43665"/>
                  </a:lnTo>
                  <a:lnTo>
                    <a:pt x="49710" y="40786"/>
                  </a:lnTo>
                  <a:lnTo>
                    <a:pt x="45087" y="34055"/>
                  </a:lnTo>
                  <a:lnTo>
                    <a:pt x="38486" y="41532"/>
                  </a:lnTo>
                  <a:lnTo>
                    <a:pt x="37425" y="49515"/>
                  </a:lnTo>
                  <a:lnTo>
                    <a:pt x="35096" y="50962"/>
                  </a:lnTo>
                  <a:lnTo>
                    <a:pt x="29803" y="50947"/>
                  </a:lnTo>
                  <a:lnTo>
                    <a:pt x="26305" y="54201"/>
                  </a:lnTo>
                  <a:lnTo>
                    <a:pt x="26515" y="57901"/>
                  </a:lnTo>
                  <a:lnTo>
                    <a:pt x="28247" y="57942"/>
                  </a:lnTo>
                  <a:lnTo>
                    <a:pt x="28655" y="56874"/>
                  </a:lnTo>
                  <a:lnTo>
                    <a:pt x="29873" y="56652"/>
                  </a:lnTo>
                  <a:lnTo>
                    <a:pt x="29295" y="67035"/>
                  </a:lnTo>
                  <a:lnTo>
                    <a:pt x="17334" y="66383"/>
                  </a:lnTo>
                  <a:lnTo>
                    <a:pt x="18402" y="57802"/>
                  </a:lnTo>
                  <a:lnTo>
                    <a:pt x="15584" y="54791"/>
                  </a:lnTo>
                  <a:lnTo>
                    <a:pt x="12760" y="59471"/>
                  </a:lnTo>
                  <a:lnTo>
                    <a:pt x="10698" y="61076"/>
                  </a:lnTo>
                  <a:lnTo>
                    <a:pt x="7312" y="60236"/>
                  </a:lnTo>
                  <a:lnTo>
                    <a:pt x="7507" y="53083"/>
                  </a:lnTo>
                  <a:lnTo>
                    <a:pt x="0" y="53292"/>
                  </a:lnTo>
                  <a:lnTo>
                    <a:pt x="732" y="38979"/>
                  </a:lnTo>
                  <a:lnTo>
                    <a:pt x="7592" y="38162"/>
                  </a:lnTo>
                  <a:lnTo>
                    <a:pt x="7360" y="33528"/>
                  </a:lnTo>
                  <a:lnTo>
                    <a:pt x="6037" y="23912"/>
                  </a:lnTo>
                  <a:lnTo>
                    <a:pt x="7351" y="23212"/>
                  </a:lnTo>
                  <a:lnTo>
                    <a:pt x="18789" y="24665"/>
                  </a:lnTo>
                  <a:lnTo>
                    <a:pt x="19555" y="24950"/>
                  </a:lnTo>
                  <a:lnTo>
                    <a:pt x="19180" y="26867"/>
                  </a:lnTo>
                  <a:lnTo>
                    <a:pt x="23069" y="25423"/>
                  </a:lnTo>
                  <a:lnTo>
                    <a:pt x="34016" y="8168"/>
                  </a:lnTo>
                  <a:lnTo>
                    <a:pt x="42333" y="9736"/>
                  </a:lnTo>
                  <a:lnTo>
                    <a:pt x="45695" y="459"/>
                  </a:lnTo>
                  <a:lnTo>
                    <a:pt x="4726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h2238"/>
            <p:cNvSpPr/>
            <p:nvPr/>
          </p:nvSpPr>
          <p:spPr>
            <a:xfrm>
              <a:off x="1261522" y="1475695"/>
              <a:ext cx="79523" cy="49778"/>
            </a:xfrm>
            <a:custGeom>
              <a:avLst/>
              <a:pathLst>
                <a:path w="79523" h="49778">
                  <a:moveTo>
                    <a:pt x="32400" y="6891"/>
                  </a:moveTo>
                  <a:lnTo>
                    <a:pt x="74840" y="9433"/>
                  </a:lnTo>
                  <a:lnTo>
                    <a:pt x="74754" y="10897"/>
                  </a:lnTo>
                  <a:lnTo>
                    <a:pt x="79523" y="25213"/>
                  </a:lnTo>
                  <a:lnTo>
                    <a:pt x="64242" y="29889"/>
                  </a:lnTo>
                  <a:lnTo>
                    <a:pt x="68460" y="45413"/>
                  </a:lnTo>
                  <a:lnTo>
                    <a:pt x="68718" y="46452"/>
                  </a:lnTo>
                  <a:lnTo>
                    <a:pt x="66473" y="48399"/>
                  </a:lnTo>
                  <a:lnTo>
                    <a:pt x="63977" y="44484"/>
                  </a:lnTo>
                  <a:lnTo>
                    <a:pt x="56811" y="45739"/>
                  </a:lnTo>
                  <a:lnTo>
                    <a:pt x="53946" y="49778"/>
                  </a:lnTo>
                  <a:lnTo>
                    <a:pt x="42169" y="46559"/>
                  </a:lnTo>
                  <a:lnTo>
                    <a:pt x="37857" y="48485"/>
                  </a:lnTo>
                  <a:lnTo>
                    <a:pt x="28442" y="48237"/>
                  </a:lnTo>
                  <a:lnTo>
                    <a:pt x="23204" y="48963"/>
                  </a:lnTo>
                  <a:lnTo>
                    <a:pt x="25393" y="44280"/>
                  </a:lnTo>
                  <a:lnTo>
                    <a:pt x="24636" y="41232"/>
                  </a:lnTo>
                  <a:lnTo>
                    <a:pt x="17276" y="40657"/>
                  </a:lnTo>
                  <a:lnTo>
                    <a:pt x="14394" y="41874"/>
                  </a:lnTo>
                  <a:lnTo>
                    <a:pt x="11356" y="36947"/>
                  </a:lnTo>
                  <a:lnTo>
                    <a:pt x="12960" y="35076"/>
                  </a:lnTo>
                  <a:lnTo>
                    <a:pt x="10648" y="28916"/>
                  </a:lnTo>
                  <a:lnTo>
                    <a:pt x="9939" y="24249"/>
                  </a:lnTo>
                  <a:lnTo>
                    <a:pt x="3572" y="25506"/>
                  </a:lnTo>
                  <a:lnTo>
                    <a:pt x="2337" y="18124"/>
                  </a:lnTo>
                  <a:lnTo>
                    <a:pt x="0" y="11850"/>
                  </a:lnTo>
                  <a:lnTo>
                    <a:pt x="5206" y="9610"/>
                  </a:lnTo>
                  <a:lnTo>
                    <a:pt x="7349" y="6695"/>
                  </a:lnTo>
                  <a:lnTo>
                    <a:pt x="16571" y="7099"/>
                  </a:lnTo>
                  <a:lnTo>
                    <a:pt x="17034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h2239"/>
            <p:cNvSpPr/>
            <p:nvPr/>
          </p:nvSpPr>
          <p:spPr>
            <a:xfrm>
              <a:off x="1350423" y="1658426"/>
              <a:ext cx="54630" cy="27548"/>
            </a:xfrm>
            <a:custGeom>
              <a:avLst/>
              <a:pathLst>
                <a:path w="54630" h="27548">
                  <a:moveTo>
                    <a:pt x="15246" y="3750"/>
                  </a:moveTo>
                  <a:lnTo>
                    <a:pt x="15011" y="7057"/>
                  </a:lnTo>
                  <a:lnTo>
                    <a:pt x="30745" y="12445"/>
                  </a:lnTo>
                  <a:lnTo>
                    <a:pt x="36100" y="12915"/>
                  </a:lnTo>
                  <a:lnTo>
                    <a:pt x="39061" y="12237"/>
                  </a:lnTo>
                  <a:lnTo>
                    <a:pt x="40563" y="10212"/>
                  </a:lnTo>
                  <a:lnTo>
                    <a:pt x="41833" y="10058"/>
                  </a:lnTo>
                  <a:lnTo>
                    <a:pt x="44274" y="10983"/>
                  </a:lnTo>
                  <a:lnTo>
                    <a:pt x="44357" y="12810"/>
                  </a:lnTo>
                  <a:lnTo>
                    <a:pt x="47465" y="14717"/>
                  </a:lnTo>
                  <a:lnTo>
                    <a:pt x="48535" y="13481"/>
                  </a:lnTo>
                  <a:lnTo>
                    <a:pt x="49395" y="17961"/>
                  </a:lnTo>
                  <a:lnTo>
                    <a:pt x="54630" y="19419"/>
                  </a:lnTo>
                  <a:lnTo>
                    <a:pt x="54294" y="25459"/>
                  </a:lnTo>
                  <a:lnTo>
                    <a:pt x="46786" y="27548"/>
                  </a:lnTo>
                  <a:lnTo>
                    <a:pt x="45694" y="27112"/>
                  </a:lnTo>
                  <a:lnTo>
                    <a:pt x="43007" y="22754"/>
                  </a:lnTo>
                  <a:lnTo>
                    <a:pt x="35483" y="22903"/>
                  </a:lnTo>
                  <a:lnTo>
                    <a:pt x="34322" y="26473"/>
                  </a:lnTo>
                  <a:lnTo>
                    <a:pt x="28479" y="24943"/>
                  </a:lnTo>
                  <a:lnTo>
                    <a:pt x="29647" y="22031"/>
                  </a:lnTo>
                  <a:lnTo>
                    <a:pt x="29062" y="19573"/>
                  </a:lnTo>
                  <a:lnTo>
                    <a:pt x="20816" y="15672"/>
                  </a:lnTo>
                  <a:lnTo>
                    <a:pt x="4653" y="16772"/>
                  </a:lnTo>
                  <a:lnTo>
                    <a:pt x="3188" y="14375"/>
                  </a:lnTo>
                  <a:lnTo>
                    <a:pt x="0" y="5863"/>
                  </a:lnTo>
                  <a:lnTo>
                    <a:pt x="1788" y="4928"/>
                  </a:lnTo>
                  <a:lnTo>
                    <a:pt x="2301" y="2127"/>
                  </a:lnTo>
                  <a:lnTo>
                    <a:pt x="7490" y="721"/>
                  </a:lnTo>
                  <a:lnTo>
                    <a:pt x="9613" y="1643"/>
                  </a:lnTo>
                  <a:lnTo>
                    <a:pt x="1316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h2240"/>
            <p:cNvSpPr/>
            <p:nvPr/>
          </p:nvSpPr>
          <p:spPr>
            <a:xfrm>
              <a:off x="1244842" y="1600253"/>
              <a:ext cx="58535" cy="73156"/>
            </a:xfrm>
            <a:custGeom>
              <a:avLst/>
              <a:pathLst>
                <a:path w="58535" h="73156">
                  <a:moveTo>
                    <a:pt x="30393" y="6777"/>
                  </a:moveTo>
                  <a:lnTo>
                    <a:pt x="30829" y="9096"/>
                  </a:lnTo>
                  <a:lnTo>
                    <a:pt x="24947" y="8729"/>
                  </a:lnTo>
                  <a:lnTo>
                    <a:pt x="24694" y="12415"/>
                  </a:lnTo>
                  <a:lnTo>
                    <a:pt x="27703" y="14454"/>
                  </a:lnTo>
                  <a:lnTo>
                    <a:pt x="32636" y="14906"/>
                  </a:lnTo>
                  <a:lnTo>
                    <a:pt x="36981" y="12077"/>
                  </a:lnTo>
                  <a:lnTo>
                    <a:pt x="40770" y="12504"/>
                  </a:lnTo>
                  <a:lnTo>
                    <a:pt x="41747" y="13562"/>
                  </a:lnTo>
                  <a:lnTo>
                    <a:pt x="40012" y="13519"/>
                  </a:lnTo>
                  <a:lnTo>
                    <a:pt x="38798" y="16218"/>
                  </a:lnTo>
                  <a:lnTo>
                    <a:pt x="45985" y="22662"/>
                  </a:lnTo>
                  <a:lnTo>
                    <a:pt x="47791" y="23923"/>
                  </a:lnTo>
                  <a:lnTo>
                    <a:pt x="51799" y="20188"/>
                  </a:lnTo>
                  <a:lnTo>
                    <a:pt x="54301" y="22110"/>
                  </a:lnTo>
                  <a:lnTo>
                    <a:pt x="51260" y="26189"/>
                  </a:lnTo>
                  <a:lnTo>
                    <a:pt x="50811" y="30727"/>
                  </a:lnTo>
                  <a:lnTo>
                    <a:pt x="53910" y="32634"/>
                  </a:lnTo>
                  <a:lnTo>
                    <a:pt x="56705" y="34056"/>
                  </a:lnTo>
                  <a:lnTo>
                    <a:pt x="58535" y="36221"/>
                  </a:lnTo>
                  <a:lnTo>
                    <a:pt x="57006" y="44297"/>
                  </a:lnTo>
                  <a:lnTo>
                    <a:pt x="46373" y="38261"/>
                  </a:lnTo>
                  <a:lnTo>
                    <a:pt x="42644" y="38394"/>
                  </a:lnTo>
                  <a:lnTo>
                    <a:pt x="41435" y="39612"/>
                  </a:lnTo>
                  <a:lnTo>
                    <a:pt x="44234" y="42720"/>
                  </a:lnTo>
                  <a:lnTo>
                    <a:pt x="40967" y="45398"/>
                  </a:lnTo>
                  <a:lnTo>
                    <a:pt x="36922" y="40480"/>
                  </a:lnTo>
                  <a:lnTo>
                    <a:pt x="32671" y="46098"/>
                  </a:lnTo>
                  <a:lnTo>
                    <a:pt x="29645" y="48365"/>
                  </a:lnTo>
                  <a:lnTo>
                    <a:pt x="23454" y="46588"/>
                  </a:lnTo>
                  <a:lnTo>
                    <a:pt x="21916" y="51618"/>
                  </a:lnTo>
                  <a:lnTo>
                    <a:pt x="22604" y="51875"/>
                  </a:lnTo>
                  <a:lnTo>
                    <a:pt x="21964" y="61940"/>
                  </a:lnTo>
                  <a:lnTo>
                    <a:pt x="26545" y="62252"/>
                  </a:lnTo>
                  <a:lnTo>
                    <a:pt x="26338" y="67729"/>
                  </a:lnTo>
                  <a:lnTo>
                    <a:pt x="21611" y="67428"/>
                  </a:lnTo>
                  <a:lnTo>
                    <a:pt x="21508" y="68844"/>
                  </a:lnTo>
                  <a:lnTo>
                    <a:pt x="16981" y="68037"/>
                  </a:lnTo>
                  <a:lnTo>
                    <a:pt x="9842" y="73156"/>
                  </a:lnTo>
                  <a:lnTo>
                    <a:pt x="4718" y="68303"/>
                  </a:lnTo>
                  <a:lnTo>
                    <a:pt x="8547" y="55024"/>
                  </a:lnTo>
                  <a:lnTo>
                    <a:pt x="2546" y="51684"/>
                  </a:lnTo>
                  <a:lnTo>
                    <a:pt x="1308" y="50987"/>
                  </a:lnTo>
                  <a:lnTo>
                    <a:pt x="3068" y="50303"/>
                  </a:lnTo>
                  <a:lnTo>
                    <a:pt x="1187" y="45208"/>
                  </a:lnTo>
                  <a:lnTo>
                    <a:pt x="6931" y="32977"/>
                  </a:lnTo>
                  <a:lnTo>
                    <a:pt x="4420" y="33124"/>
                  </a:lnTo>
                  <a:lnTo>
                    <a:pt x="7228" y="23015"/>
                  </a:lnTo>
                  <a:lnTo>
                    <a:pt x="0" y="16754"/>
                  </a:lnTo>
                  <a:lnTo>
                    <a:pt x="5244" y="15339"/>
                  </a:lnTo>
                  <a:lnTo>
                    <a:pt x="6104" y="7821"/>
                  </a:lnTo>
                  <a:lnTo>
                    <a:pt x="9400" y="7710"/>
                  </a:lnTo>
                  <a:lnTo>
                    <a:pt x="14939" y="13045"/>
                  </a:lnTo>
                  <a:lnTo>
                    <a:pt x="17552" y="11196"/>
                  </a:lnTo>
                  <a:lnTo>
                    <a:pt x="19556" y="1944"/>
                  </a:lnTo>
                  <a:lnTo>
                    <a:pt x="20940" y="1608"/>
                  </a:lnTo>
                  <a:lnTo>
                    <a:pt x="2416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h2241"/>
            <p:cNvSpPr/>
            <p:nvPr/>
          </p:nvSpPr>
          <p:spPr>
            <a:xfrm>
              <a:off x="1366266" y="1691755"/>
              <a:ext cx="43189" cy="48139"/>
            </a:xfrm>
            <a:custGeom>
              <a:avLst/>
              <a:pathLst>
                <a:path w="43189" h="48139">
                  <a:moveTo>
                    <a:pt x="28464" y="2876"/>
                  </a:moveTo>
                  <a:lnTo>
                    <a:pt x="29092" y="5643"/>
                  </a:lnTo>
                  <a:lnTo>
                    <a:pt x="34018" y="5522"/>
                  </a:lnTo>
                  <a:lnTo>
                    <a:pt x="36363" y="6654"/>
                  </a:lnTo>
                  <a:lnTo>
                    <a:pt x="39922" y="6686"/>
                  </a:lnTo>
                  <a:lnTo>
                    <a:pt x="39271" y="9847"/>
                  </a:lnTo>
                  <a:lnTo>
                    <a:pt x="40391" y="11512"/>
                  </a:lnTo>
                  <a:lnTo>
                    <a:pt x="42972" y="10928"/>
                  </a:lnTo>
                  <a:lnTo>
                    <a:pt x="43189" y="14133"/>
                  </a:lnTo>
                  <a:lnTo>
                    <a:pt x="39119" y="14447"/>
                  </a:lnTo>
                  <a:lnTo>
                    <a:pt x="39657" y="21572"/>
                  </a:lnTo>
                  <a:lnTo>
                    <a:pt x="35017" y="31079"/>
                  </a:lnTo>
                  <a:lnTo>
                    <a:pt x="37120" y="35366"/>
                  </a:lnTo>
                  <a:lnTo>
                    <a:pt x="34938" y="41747"/>
                  </a:lnTo>
                  <a:lnTo>
                    <a:pt x="37245" y="42923"/>
                  </a:lnTo>
                  <a:lnTo>
                    <a:pt x="36531" y="47143"/>
                  </a:lnTo>
                  <a:lnTo>
                    <a:pt x="31824" y="44730"/>
                  </a:lnTo>
                  <a:lnTo>
                    <a:pt x="27390" y="45556"/>
                  </a:lnTo>
                  <a:lnTo>
                    <a:pt x="25874" y="48139"/>
                  </a:lnTo>
                  <a:lnTo>
                    <a:pt x="25917" y="44279"/>
                  </a:lnTo>
                  <a:lnTo>
                    <a:pt x="20610" y="46026"/>
                  </a:lnTo>
                  <a:lnTo>
                    <a:pt x="14635" y="38624"/>
                  </a:lnTo>
                  <a:lnTo>
                    <a:pt x="13024" y="31880"/>
                  </a:lnTo>
                  <a:lnTo>
                    <a:pt x="11925" y="30290"/>
                  </a:lnTo>
                  <a:lnTo>
                    <a:pt x="9062" y="30956"/>
                  </a:lnTo>
                  <a:lnTo>
                    <a:pt x="9172" y="31826"/>
                  </a:lnTo>
                  <a:lnTo>
                    <a:pt x="6968" y="30910"/>
                  </a:lnTo>
                  <a:lnTo>
                    <a:pt x="6660" y="21002"/>
                  </a:lnTo>
                  <a:lnTo>
                    <a:pt x="2854" y="13578"/>
                  </a:lnTo>
                  <a:lnTo>
                    <a:pt x="0" y="13874"/>
                  </a:lnTo>
                  <a:lnTo>
                    <a:pt x="13" y="12377"/>
                  </a:lnTo>
                  <a:lnTo>
                    <a:pt x="2594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h2242"/>
            <p:cNvSpPr/>
            <p:nvPr/>
          </p:nvSpPr>
          <p:spPr>
            <a:xfrm>
              <a:off x="1489578" y="1554167"/>
              <a:ext cx="73309" cy="64801"/>
            </a:xfrm>
            <a:custGeom>
              <a:avLst/>
              <a:pathLst>
                <a:path w="73309" h="64801">
                  <a:moveTo>
                    <a:pt x="44548" y="3578"/>
                  </a:moveTo>
                  <a:lnTo>
                    <a:pt x="43441" y="15812"/>
                  </a:lnTo>
                  <a:lnTo>
                    <a:pt x="41742" y="20588"/>
                  </a:lnTo>
                  <a:lnTo>
                    <a:pt x="45102" y="20427"/>
                  </a:lnTo>
                  <a:lnTo>
                    <a:pt x="48629" y="23252"/>
                  </a:lnTo>
                  <a:lnTo>
                    <a:pt x="50720" y="27308"/>
                  </a:lnTo>
                  <a:lnTo>
                    <a:pt x="49221" y="35809"/>
                  </a:lnTo>
                  <a:lnTo>
                    <a:pt x="54306" y="39073"/>
                  </a:lnTo>
                  <a:lnTo>
                    <a:pt x="65955" y="42435"/>
                  </a:lnTo>
                  <a:lnTo>
                    <a:pt x="70369" y="46042"/>
                  </a:lnTo>
                  <a:lnTo>
                    <a:pt x="73071" y="50508"/>
                  </a:lnTo>
                  <a:lnTo>
                    <a:pt x="73309" y="57344"/>
                  </a:lnTo>
                  <a:lnTo>
                    <a:pt x="72421" y="57589"/>
                  </a:lnTo>
                  <a:lnTo>
                    <a:pt x="69509" y="60697"/>
                  </a:lnTo>
                  <a:lnTo>
                    <a:pt x="63627" y="58273"/>
                  </a:lnTo>
                  <a:lnTo>
                    <a:pt x="51272" y="57862"/>
                  </a:lnTo>
                  <a:lnTo>
                    <a:pt x="47358" y="58633"/>
                  </a:lnTo>
                  <a:lnTo>
                    <a:pt x="46403" y="64801"/>
                  </a:lnTo>
                  <a:lnTo>
                    <a:pt x="41949" y="63491"/>
                  </a:lnTo>
                  <a:lnTo>
                    <a:pt x="38805" y="63736"/>
                  </a:lnTo>
                  <a:lnTo>
                    <a:pt x="29108" y="60429"/>
                  </a:lnTo>
                  <a:lnTo>
                    <a:pt x="24049" y="61106"/>
                  </a:lnTo>
                  <a:lnTo>
                    <a:pt x="16231" y="57210"/>
                  </a:lnTo>
                  <a:lnTo>
                    <a:pt x="14441" y="58340"/>
                  </a:lnTo>
                  <a:lnTo>
                    <a:pt x="12851" y="58862"/>
                  </a:lnTo>
                  <a:lnTo>
                    <a:pt x="11348" y="56321"/>
                  </a:lnTo>
                  <a:lnTo>
                    <a:pt x="11500" y="51206"/>
                  </a:lnTo>
                  <a:lnTo>
                    <a:pt x="14705" y="48054"/>
                  </a:lnTo>
                  <a:lnTo>
                    <a:pt x="20516" y="47018"/>
                  </a:lnTo>
                  <a:lnTo>
                    <a:pt x="21184" y="38700"/>
                  </a:lnTo>
                  <a:lnTo>
                    <a:pt x="10195" y="38054"/>
                  </a:lnTo>
                  <a:lnTo>
                    <a:pt x="3343" y="26437"/>
                  </a:lnTo>
                  <a:lnTo>
                    <a:pt x="4916" y="24195"/>
                  </a:lnTo>
                  <a:lnTo>
                    <a:pt x="1560" y="22006"/>
                  </a:lnTo>
                  <a:lnTo>
                    <a:pt x="0" y="21707"/>
                  </a:lnTo>
                  <a:lnTo>
                    <a:pt x="3696" y="14841"/>
                  </a:lnTo>
                  <a:lnTo>
                    <a:pt x="5219" y="12400"/>
                  </a:lnTo>
                  <a:lnTo>
                    <a:pt x="10497" y="7680"/>
                  </a:lnTo>
                  <a:lnTo>
                    <a:pt x="11907" y="7755"/>
                  </a:lnTo>
                  <a:lnTo>
                    <a:pt x="13158" y="9217"/>
                  </a:lnTo>
                  <a:lnTo>
                    <a:pt x="20799" y="9627"/>
                  </a:lnTo>
                  <a:lnTo>
                    <a:pt x="24140" y="10620"/>
                  </a:lnTo>
                  <a:lnTo>
                    <a:pt x="24106" y="21131"/>
                  </a:lnTo>
                  <a:lnTo>
                    <a:pt x="28195" y="20811"/>
                  </a:lnTo>
                  <a:lnTo>
                    <a:pt x="28710" y="11857"/>
                  </a:lnTo>
                  <a:lnTo>
                    <a:pt x="30073" y="11966"/>
                  </a:lnTo>
                  <a:lnTo>
                    <a:pt x="3073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h2243"/>
            <p:cNvSpPr/>
            <p:nvPr/>
          </p:nvSpPr>
          <p:spPr>
            <a:xfrm>
              <a:off x="1467714" y="1849164"/>
              <a:ext cx="102944" cy="61222"/>
            </a:xfrm>
            <a:custGeom>
              <a:avLst/>
              <a:pathLst>
                <a:path w="102944" h="61222">
                  <a:moveTo>
                    <a:pt x="28009" y="5380"/>
                  </a:moveTo>
                  <a:lnTo>
                    <a:pt x="40501" y="6596"/>
                  </a:lnTo>
                  <a:lnTo>
                    <a:pt x="42012" y="7128"/>
                  </a:lnTo>
                  <a:lnTo>
                    <a:pt x="44671" y="10870"/>
                  </a:lnTo>
                  <a:lnTo>
                    <a:pt x="47069" y="11894"/>
                  </a:lnTo>
                  <a:lnTo>
                    <a:pt x="52883" y="8725"/>
                  </a:lnTo>
                  <a:lnTo>
                    <a:pt x="55595" y="14412"/>
                  </a:lnTo>
                  <a:lnTo>
                    <a:pt x="58733" y="14138"/>
                  </a:lnTo>
                  <a:lnTo>
                    <a:pt x="57477" y="10941"/>
                  </a:lnTo>
                  <a:lnTo>
                    <a:pt x="57629" y="8055"/>
                  </a:lnTo>
                  <a:lnTo>
                    <a:pt x="60938" y="7757"/>
                  </a:lnTo>
                  <a:lnTo>
                    <a:pt x="65513" y="11190"/>
                  </a:lnTo>
                  <a:lnTo>
                    <a:pt x="65279" y="14788"/>
                  </a:lnTo>
                  <a:lnTo>
                    <a:pt x="68125" y="17942"/>
                  </a:lnTo>
                  <a:lnTo>
                    <a:pt x="77576" y="21777"/>
                  </a:lnTo>
                  <a:lnTo>
                    <a:pt x="85293" y="21042"/>
                  </a:lnTo>
                  <a:lnTo>
                    <a:pt x="88146" y="16988"/>
                  </a:lnTo>
                  <a:lnTo>
                    <a:pt x="91601" y="15971"/>
                  </a:lnTo>
                  <a:lnTo>
                    <a:pt x="95837" y="12079"/>
                  </a:lnTo>
                  <a:lnTo>
                    <a:pt x="98070" y="14960"/>
                  </a:lnTo>
                  <a:lnTo>
                    <a:pt x="98695" y="21673"/>
                  </a:lnTo>
                  <a:lnTo>
                    <a:pt x="100521" y="21452"/>
                  </a:lnTo>
                  <a:lnTo>
                    <a:pt x="100767" y="23420"/>
                  </a:lnTo>
                  <a:lnTo>
                    <a:pt x="98755" y="27752"/>
                  </a:lnTo>
                  <a:lnTo>
                    <a:pt x="99118" y="32176"/>
                  </a:lnTo>
                  <a:lnTo>
                    <a:pt x="101899" y="39039"/>
                  </a:lnTo>
                  <a:lnTo>
                    <a:pt x="102944" y="39819"/>
                  </a:lnTo>
                  <a:lnTo>
                    <a:pt x="98096" y="44179"/>
                  </a:lnTo>
                  <a:lnTo>
                    <a:pt x="94358" y="46208"/>
                  </a:lnTo>
                  <a:lnTo>
                    <a:pt x="88424" y="42051"/>
                  </a:lnTo>
                  <a:lnTo>
                    <a:pt x="84552" y="43496"/>
                  </a:lnTo>
                  <a:lnTo>
                    <a:pt x="83692" y="49199"/>
                  </a:lnTo>
                  <a:lnTo>
                    <a:pt x="78425" y="47393"/>
                  </a:lnTo>
                  <a:lnTo>
                    <a:pt x="70815" y="51235"/>
                  </a:lnTo>
                  <a:lnTo>
                    <a:pt x="65473" y="51562"/>
                  </a:lnTo>
                  <a:lnTo>
                    <a:pt x="60117" y="53138"/>
                  </a:lnTo>
                  <a:lnTo>
                    <a:pt x="46285" y="51321"/>
                  </a:lnTo>
                  <a:lnTo>
                    <a:pt x="43805" y="49230"/>
                  </a:lnTo>
                  <a:lnTo>
                    <a:pt x="40227" y="50357"/>
                  </a:lnTo>
                  <a:lnTo>
                    <a:pt x="33966" y="47540"/>
                  </a:lnTo>
                  <a:lnTo>
                    <a:pt x="34183" y="58996"/>
                  </a:lnTo>
                  <a:lnTo>
                    <a:pt x="33637" y="61152"/>
                  </a:lnTo>
                  <a:lnTo>
                    <a:pt x="32155" y="61222"/>
                  </a:lnTo>
                  <a:lnTo>
                    <a:pt x="28866" y="58489"/>
                  </a:lnTo>
                  <a:lnTo>
                    <a:pt x="27460" y="54456"/>
                  </a:lnTo>
                  <a:lnTo>
                    <a:pt x="25531" y="52745"/>
                  </a:lnTo>
                  <a:lnTo>
                    <a:pt x="19012" y="53445"/>
                  </a:lnTo>
                  <a:lnTo>
                    <a:pt x="12135" y="52890"/>
                  </a:lnTo>
                  <a:lnTo>
                    <a:pt x="8619" y="51174"/>
                  </a:lnTo>
                  <a:lnTo>
                    <a:pt x="5384" y="40299"/>
                  </a:lnTo>
                  <a:lnTo>
                    <a:pt x="1335" y="37477"/>
                  </a:lnTo>
                  <a:lnTo>
                    <a:pt x="0" y="37525"/>
                  </a:lnTo>
                  <a:lnTo>
                    <a:pt x="1" y="32299"/>
                  </a:lnTo>
                  <a:lnTo>
                    <a:pt x="812" y="32319"/>
                  </a:lnTo>
                  <a:lnTo>
                    <a:pt x="3418" y="29391"/>
                  </a:lnTo>
                  <a:lnTo>
                    <a:pt x="2764" y="19940"/>
                  </a:lnTo>
                  <a:lnTo>
                    <a:pt x="671" y="18991"/>
                  </a:lnTo>
                  <a:lnTo>
                    <a:pt x="1265" y="16245"/>
                  </a:lnTo>
                  <a:lnTo>
                    <a:pt x="5118" y="16488"/>
                  </a:lnTo>
                  <a:lnTo>
                    <a:pt x="9221" y="15763"/>
                  </a:lnTo>
                  <a:lnTo>
                    <a:pt x="9330" y="11657"/>
                  </a:lnTo>
                  <a:lnTo>
                    <a:pt x="9337" y="11096"/>
                  </a:lnTo>
                  <a:lnTo>
                    <a:pt x="13496" y="10161"/>
                  </a:lnTo>
                  <a:lnTo>
                    <a:pt x="14730" y="3413"/>
                  </a:lnTo>
                  <a:lnTo>
                    <a:pt x="14543" y="180"/>
                  </a:lnTo>
                  <a:lnTo>
                    <a:pt x="17619" y="739"/>
                  </a:lnTo>
                  <a:lnTo>
                    <a:pt x="2802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h2244"/>
            <p:cNvSpPr/>
            <p:nvPr/>
          </p:nvSpPr>
          <p:spPr>
            <a:xfrm>
              <a:off x="1447252" y="1777451"/>
              <a:ext cx="38644" cy="83980"/>
            </a:xfrm>
            <a:custGeom>
              <a:avLst/>
              <a:pathLst>
                <a:path w="38644" h="83980">
                  <a:moveTo>
                    <a:pt x="36162" y="0"/>
                  </a:moveTo>
                  <a:lnTo>
                    <a:pt x="36926" y="1506"/>
                  </a:lnTo>
                  <a:lnTo>
                    <a:pt x="37006" y="5266"/>
                  </a:lnTo>
                  <a:lnTo>
                    <a:pt x="38029" y="7334"/>
                  </a:lnTo>
                  <a:lnTo>
                    <a:pt x="27590" y="10979"/>
                  </a:lnTo>
                  <a:lnTo>
                    <a:pt x="32380" y="24407"/>
                  </a:lnTo>
                  <a:lnTo>
                    <a:pt x="30672" y="24053"/>
                  </a:lnTo>
                  <a:lnTo>
                    <a:pt x="30243" y="32373"/>
                  </a:lnTo>
                  <a:lnTo>
                    <a:pt x="32127" y="32090"/>
                  </a:lnTo>
                  <a:lnTo>
                    <a:pt x="34416" y="38167"/>
                  </a:lnTo>
                  <a:lnTo>
                    <a:pt x="34696" y="41586"/>
                  </a:lnTo>
                  <a:lnTo>
                    <a:pt x="29597" y="46993"/>
                  </a:lnTo>
                  <a:lnTo>
                    <a:pt x="28988" y="49756"/>
                  </a:lnTo>
                  <a:lnTo>
                    <a:pt x="31838" y="50405"/>
                  </a:lnTo>
                  <a:lnTo>
                    <a:pt x="34640" y="58008"/>
                  </a:lnTo>
                  <a:lnTo>
                    <a:pt x="34714" y="64707"/>
                  </a:lnTo>
                  <a:lnTo>
                    <a:pt x="38644" y="70432"/>
                  </a:lnTo>
                  <a:lnTo>
                    <a:pt x="38080" y="72452"/>
                  </a:lnTo>
                  <a:lnTo>
                    <a:pt x="35004" y="71893"/>
                  </a:lnTo>
                  <a:lnTo>
                    <a:pt x="35191" y="75126"/>
                  </a:lnTo>
                  <a:lnTo>
                    <a:pt x="33957" y="81874"/>
                  </a:lnTo>
                  <a:lnTo>
                    <a:pt x="29798" y="82809"/>
                  </a:lnTo>
                  <a:lnTo>
                    <a:pt x="29791" y="83370"/>
                  </a:lnTo>
                  <a:lnTo>
                    <a:pt x="24673" y="83980"/>
                  </a:lnTo>
                  <a:lnTo>
                    <a:pt x="24645" y="77730"/>
                  </a:lnTo>
                  <a:lnTo>
                    <a:pt x="25602" y="77241"/>
                  </a:lnTo>
                  <a:lnTo>
                    <a:pt x="24817" y="72835"/>
                  </a:lnTo>
                  <a:lnTo>
                    <a:pt x="21170" y="70430"/>
                  </a:lnTo>
                  <a:lnTo>
                    <a:pt x="24576" y="58765"/>
                  </a:lnTo>
                  <a:lnTo>
                    <a:pt x="16702" y="59361"/>
                  </a:lnTo>
                  <a:lnTo>
                    <a:pt x="15007" y="55382"/>
                  </a:lnTo>
                  <a:lnTo>
                    <a:pt x="15046" y="52967"/>
                  </a:lnTo>
                  <a:lnTo>
                    <a:pt x="17533" y="48971"/>
                  </a:lnTo>
                  <a:lnTo>
                    <a:pt x="6325" y="46640"/>
                  </a:lnTo>
                  <a:lnTo>
                    <a:pt x="7684" y="44772"/>
                  </a:lnTo>
                  <a:lnTo>
                    <a:pt x="7102" y="38796"/>
                  </a:lnTo>
                  <a:lnTo>
                    <a:pt x="5128" y="36178"/>
                  </a:lnTo>
                  <a:lnTo>
                    <a:pt x="3083" y="35992"/>
                  </a:lnTo>
                  <a:lnTo>
                    <a:pt x="1176" y="34139"/>
                  </a:lnTo>
                  <a:lnTo>
                    <a:pt x="0" y="30546"/>
                  </a:lnTo>
                  <a:lnTo>
                    <a:pt x="850" y="24212"/>
                  </a:lnTo>
                  <a:lnTo>
                    <a:pt x="5630" y="24889"/>
                  </a:lnTo>
                  <a:lnTo>
                    <a:pt x="8372" y="23728"/>
                  </a:lnTo>
                  <a:lnTo>
                    <a:pt x="5666" y="21633"/>
                  </a:lnTo>
                  <a:lnTo>
                    <a:pt x="3434" y="18124"/>
                  </a:lnTo>
                  <a:lnTo>
                    <a:pt x="5052" y="15402"/>
                  </a:lnTo>
                  <a:lnTo>
                    <a:pt x="8481" y="14332"/>
                  </a:lnTo>
                  <a:lnTo>
                    <a:pt x="11508" y="15288"/>
                  </a:lnTo>
                  <a:lnTo>
                    <a:pt x="13026" y="14257"/>
                  </a:lnTo>
                  <a:lnTo>
                    <a:pt x="11087" y="10712"/>
                  </a:lnTo>
                  <a:lnTo>
                    <a:pt x="13127" y="9379"/>
                  </a:lnTo>
                  <a:lnTo>
                    <a:pt x="16467" y="9255"/>
                  </a:lnTo>
                  <a:lnTo>
                    <a:pt x="16555" y="2540"/>
                  </a:lnTo>
                  <a:lnTo>
                    <a:pt x="20585" y="5162"/>
                  </a:lnTo>
                  <a:lnTo>
                    <a:pt x="23573" y="5240"/>
                  </a:lnTo>
                  <a:lnTo>
                    <a:pt x="25121" y="341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h2245"/>
            <p:cNvSpPr/>
            <p:nvPr/>
          </p:nvSpPr>
          <p:spPr>
            <a:xfrm>
              <a:off x="1277509" y="1933735"/>
              <a:ext cx="273" cy="155"/>
            </a:xfrm>
            <a:custGeom>
              <a:avLst/>
              <a:pathLst>
                <a:path w="273" h="155">
                  <a:moveTo>
                    <a:pt x="0" y="44"/>
                  </a:moveTo>
                  <a:lnTo>
                    <a:pt x="215" y="0"/>
                  </a:lnTo>
                  <a:lnTo>
                    <a:pt x="273" y="1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h2246"/>
            <p:cNvSpPr/>
            <p:nvPr/>
          </p:nvSpPr>
          <p:spPr>
            <a:xfrm>
              <a:off x="1275144" y="19314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h2247"/>
            <p:cNvSpPr/>
            <p:nvPr/>
          </p:nvSpPr>
          <p:spPr>
            <a:xfrm>
              <a:off x="1267339" y="1930283"/>
              <a:ext cx="2" cy="165"/>
            </a:xfrm>
            <a:custGeom>
              <a:avLst/>
              <a:pathLst>
                <a:path w="2" h="165">
                  <a:moveTo>
                    <a:pt x="2" y="1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h2248"/>
            <p:cNvSpPr/>
            <p:nvPr/>
          </p:nvSpPr>
          <p:spPr>
            <a:xfrm>
              <a:off x="1275268" y="1930222"/>
              <a:ext cx="230" cy="302"/>
            </a:xfrm>
            <a:custGeom>
              <a:avLst/>
              <a:pathLst>
                <a:path w="230" h="302">
                  <a:moveTo>
                    <a:pt x="230" y="49"/>
                  </a:moveTo>
                  <a:lnTo>
                    <a:pt x="135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h2249"/>
            <p:cNvSpPr/>
            <p:nvPr/>
          </p:nvSpPr>
          <p:spPr>
            <a:xfrm>
              <a:off x="1268335" y="192961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h2250"/>
            <p:cNvSpPr/>
            <p:nvPr/>
          </p:nvSpPr>
          <p:spPr>
            <a:xfrm>
              <a:off x="1268301" y="1928939"/>
              <a:ext cx="148" cy="354"/>
            </a:xfrm>
            <a:custGeom>
              <a:avLst/>
              <a:pathLst>
                <a:path w="148" h="354">
                  <a:moveTo>
                    <a:pt x="0" y="0"/>
                  </a:moveTo>
                  <a:lnTo>
                    <a:pt x="148" y="194"/>
                  </a:lnTo>
                  <a:lnTo>
                    <a:pt x="79" y="3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h2251"/>
            <p:cNvSpPr/>
            <p:nvPr/>
          </p:nvSpPr>
          <p:spPr>
            <a:xfrm>
              <a:off x="1270695" y="1927660"/>
              <a:ext cx="435" cy="712"/>
            </a:xfrm>
            <a:custGeom>
              <a:avLst/>
              <a:pathLst>
                <a:path w="435" h="712">
                  <a:moveTo>
                    <a:pt x="0" y="712"/>
                  </a:moveTo>
                  <a:lnTo>
                    <a:pt x="435" y="0"/>
                  </a:lnTo>
                  <a:lnTo>
                    <a:pt x="323" y="5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h2252"/>
            <p:cNvSpPr/>
            <p:nvPr/>
          </p:nvSpPr>
          <p:spPr>
            <a:xfrm>
              <a:off x="1259944" y="1926085"/>
              <a:ext cx="715" cy="856"/>
            </a:xfrm>
            <a:custGeom>
              <a:avLst/>
              <a:pathLst>
                <a:path w="715" h="856">
                  <a:moveTo>
                    <a:pt x="715" y="0"/>
                  </a:moveTo>
                  <a:lnTo>
                    <a:pt x="462" y="805"/>
                  </a:lnTo>
                  <a:lnTo>
                    <a:pt x="0" y="8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h2253"/>
            <p:cNvSpPr/>
            <p:nvPr/>
          </p:nvSpPr>
          <p:spPr>
            <a:xfrm>
              <a:off x="1229327" y="1920700"/>
              <a:ext cx="2357" cy="4442"/>
            </a:xfrm>
            <a:custGeom>
              <a:avLst/>
              <a:pathLst>
                <a:path w="2357" h="4442">
                  <a:moveTo>
                    <a:pt x="1238" y="1532"/>
                  </a:moveTo>
                  <a:lnTo>
                    <a:pt x="2357" y="4442"/>
                  </a:lnTo>
                  <a:lnTo>
                    <a:pt x="752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h2254"/>
            <p:cNvSpPr/>
            <p:nvPr/>
          </p:nvSpPr>
          <p:spPr>
            <a:xfrm>
              <a:off x="1289804" y="1938312"/>
              <a:ext cx="467" cy="584"/>
            </a:xfrm>
            <a:custGeom>
              <a:avLst/>
              <a:pathLst>
                <a:path w="467" h="584">
                  <a:moveTo>
                    <a:pt x="0" y="584"/>
                  </a:moveTo>
                  <a:lnTo>
                    <a:pt x="446" y="0"/>
                  </a:lnTo>
                  <a:lnTo>
                    <a:pt x="467" y="26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h2255"/>
            <p:cNvSpPr/>
            <p:nvPr/>
          </p:nvSpPr>
          <p:spPr>
            <a:xfrm>
              <a:off x="1279283" y="1938169"/>
              <a:ext cx="121" cy="161"/>
            </a:xfrm>
            <a:custGeom>
              <a:avLst/>
              <a:pathLst>
                <a:path w="121" h="161">
                  <a:moveTo>
                    <a:pt x="121" y="0"/>
                  </a:moveTo>
                  <a:lnTo>
                    <a:pt x="0" y="16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h2256"/>
            <p:cNvSpPr/>
            <p:nvPr/>
          </p:nvSpPr>
          <p:spPr>
            <a:xfrm>
              <a:off x="1291615" y="1935875"/>
              <a:ext cx="1889" cy="1702"/>
            </a:xfrm>
            <a:custGeom>
              <a:avLst/>
              <a:pathLst>
                <a:path w="1889" h="1702">
                  <a:moveTo>
                    <a:pt x="0" y="1152"/>
                  </a:moveTo>
                  <a:lnTo>
                    <a:pt x="1889" y="0"/>
                  </a:lnTo>
                  <a:lnTo>
                    <a:pt x="149" y="17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h2257"/>
            <p:cNvSpPr/>
            <p:nvPr/>
          </p:nvSpPr>
          <p:spPr>
            <a:xfrm>
              <a:off x="1288667" y="1934097"/>
              <a:ext cx="599" cy="722"/>
            </a:xfrm>
            <a:custGeom>
              <a:avLst/>
              <a:pathLst>
                <a:path w="599" h="722">
                  <a:moveTo>
                    <a:pt x="0" y="722"/>
                  </a:moveTo>
                  <a:lnTo>
                    <a:pt x="63" y="93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h2258"/>
            <p:cNvSpPr/>
            <p:nvPr/>
          </p:nvSpPr>
          <p:spPr>
            <a:xfrm>
              <a:off x="1287888" y="1934218"/>
              <a:ext cx="305" cy="388"/>
            </a:xfrm>
            <a:custGeom>
              <a:avLst/>
              <a:pathLst>
                <a:path w="305" h="388">
                  <a:moveTo>
                    <a:pt x="305" y="0"/>
                  </a:moveTo>
                  <a:lnTo>
                    <a:pt x="154" y="388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h2259"/>
            <p:cNvSpPr/>
            <p:nvPr/>
          </p:nvSpPr>
          <p:spPr>
            <a:xfrm>
              <a:off x="1231756" y="1839847"/>
              <a:ext cx="156399" cy="150584"/>
            </a:xfrm>
            <a:custGeom>
              <a:avLst/>
              <a:pathLst>
                <a:path w="156399" h="150584">
                  <a:moveTo>
                    <a:pt x="101724" y="24405"/>
                  </a:moveTo>
                  <a:lnTo>
                    <a:pt x="100259" y="21277"/>
                  </a:lnTo>
                  <a:lnTo>
                    <a:pt x="103912" y="17356"/>
                  </a:lnTo>
                  <a:lnTo>
                    <a:pt x="110099" y="18375"/>
                  </a:lnTo>
                  <a:lnTo>
                    <a:pt x="111962" y="17031"/>
                  </a:lnTo>
                  <a:lnTo>
                    <a:pt x="116268" y="15750"/>
                  </a:lnTo>
                  <a:lnTo>
                    <a:pt x="123023" y="10433"/>
                  </a:lnTo>
                  <a:lnTo>
                    <a:pt x="127840" y="11724"/>
                  </a:lnTo>
                  <a:lnTo>
                    <a:pt x="128237" y="13392"/>
                  </a:lnTo>
                  <a:lnTo>
                    <a:pt x="137996" y="14013"/>
                  </a:lnTo>
                  <a:lnTo>
                    <a:pt x="141652" y="16457"/>
                  </a:lnTo>
                  <a:lnTo>
                    <a:pt x="146197" y="15472"/>
                  </a:lnTo>
                  <a:lnTo>
                    <a:pt x="151330" y="17155"/>
                  </a:lnTo>
                  <a:lnTo>
                    <a:pt x="152555" y="16555"/>
                  </a:lnTo>
                  <a:lnTo>
                    <a:pt x="153561" y="13203"/>
                  </a:lnTo>
                  <a:lnTo>
                    <a:pt x="154109" y="26801"/>
                  </a:lnTo>
                  <a:lnTo>
                    <a:pt x="156298" y="27386"/>
                  </a:lnTo>
                  <a:lnTo>
                    <a:pt x="156399" y="33512"/>
                  </a:lnTo>
                  <a:lnTo>
                    <a:pt x="154211" y="39379"/>
                  </a:lnTo>
                  <a:lnTo>
                    <a:pt x="149222" y="41704"/>
                  </a:lnTo>
                  <a:lnTo>
                    <a:pt x="150180" y="47480"/>
                  </a:lnTo>
                  <a:lnTo>
                    <a:pt x="150391" y="53382"/>
                  </a:lnTo>
                  <a:lnTo>
                    <a:pt x="144808" y="54736"/>
                  </a:lnTo>
                  <a:lnTo>
                    <a:pt x="146504" y="62551"/>
                  </a:lnTo>
                  <a:lnTo>
                    <a:pt x="145089" y="70666"/>
                  </a:lnTo>
                  <a:lnTo>
                    <a:pt x="126238" y="58260"/>
                  </a:lnTo>
                  <a:lnTo>
                    <a:pt x="124290" y="61687"/>
                  </a:lnTo>
                  <a:lnTo>
                    <a:pt x="126607" y="81557"/>
                  </a:lnTo>
                  <a:lnTo>
                    <a:pt x="124946" y="99417"/>
                  </a:lnTo>
                  <a:lnTo>
                    <a:pt x="138549" y="145231"/>
                  </a:lnTo>
                  <a:lnTo>
                    <a:pt x="135065" y="146450"/>
                  </a:lnTo>
                  <a:lnTo>
                    <a:pt x="134833" y="150584"/>
                  </a:lnTo>
                  <a:lnTo>
                    <a:pt x="87310" y="148174"/>
                  </a:lnTo>
                  <a:lnTo>
                    <a:pt x="83959" y="134046"/>
                  </a:lnTo>
                  <a:lnTo>
                    <a:pt x="87183" y="123969"/>
                  </a:lnTo>
                  <a:lnTo>
                    <a:pt x="86471" y="109464"/>
                  </a:lnTo>
                  <a:lnTo>
                    <a:pt x="89975" y="106772"/>
                  </a:lnTo>
                  <a:lnTo>
                    <a:pt x="97310" y="106496"/>
                  </a:lnTo>
                  <a:lnTo>
                    <a:pt x="97842" y="105871"/>
                  </a:lnTo>
                  <a:lnTo>
                    <a:pt x="93494" y="101612"/>
                  </a:lnTo>
                  <a:lnTo>
                    <a:pt x="89786" y="99857"/>
                  </a:lnTo>
                  <a:lnTo>
                    <a:pt x="99772" y="81572"/>
                  </a:lnTo>
                  <a:lnTo>
                    <a:pt x="99501" y="78367"/>
                  </a:lnTo>
                  <a:lnTo>
                    <a:pt x="87958" y="69195"/>
                  </a:lnTo>
                  <a:lnTo>
                    <a:pt x="88594" y="67854"/>
                  </a:lnTo>
                  <a:lnTo>
                    <a:pt x="87362" y="65857"/>
                  </a:lnTo>
                  <a:lnTo>
                    <a:pt x="78456" y="64769"/>
                  </a:lnTo>
                  <a:lnTo>
                    <a:pt x="75043" y="65880"/>
                  </a:lnTo>
                  <a:lnTo>
                    <a:pt x="74130" y="71417"/>
                  </a:lnTo>
                  <a:lnTo>
                    <a:pt x="69515" y="73943"/>
                  </a:lnTo>
                  <a:lnTo>
                    <a:pt x="69113" y="77718"/>
                  </a:lnTo>
                  <a:lnTo>
                    <a:pt x="69686" y="78569"/>
                  </a:lnTo>
                  <a:lnTo>
                    <a:pt x="65973" y="84476"/>
                  </a:lnTo>
                  <a:lnTo>
                    <a:pt x="62676" y="87205"/>
                  </a:lnTo>
                  <a:lnTo>
                    <a:pt x="58051" y="86793"/>
                  </a:lnTo>
                  <a:lnTo>
                    <a:pt x="62887" y="88930"/>
                  </a:lnTo>
                  <a:lnTo>
                    <a:pt x="62812" y="89058"/>
                  </a:lnTo>
                  <a:lnTo>
                    <a:pt x="55320" y="92916"/>
                  </a:lnTo>
                  <a:lnTo>
                    <a:pt x="53121" y="95911"/>
                  </a:lnTo>
                  <a:lnTo>
                    <a:pt x="53487" y="96574"/>
                  </a:lnTo>
                  <a:lnTo>
                    <a:pt x="57743" y="95580"/>
                  </a:lnTo>
                  <a:lnTo>
                    <a:pt x="59102" y="95996"/>
                  </a:lnTo>
                  <a:lnTo>
                    <a:pt x="55416" y="103250"/>
                  </a:lnTo>
                  <a:lnTo>
                    <a:pt x="50889" y="98655"/>
                  </a:lnTo>
                  <a:lnTo>
                    <a:pt x="49033" y="99187"/>
                  </a:lnTo>
                  <a:lnTo>
                    <a:pt x="46661" y="95916"/>
                  </a:lnTo>
                  <a:lnTo>
                    <a:pt x="46742" y="91903"/>
                  </a:lnTo>
                  <a:lnTo>
                    <a:pt x="44574" y="87353"/>
                  </a:lnTo>
                  <a:lnTo>
                    <a:pt x="39857" y="86551"/>
                  </a:lnTo>
                  <a:lnTo>
                    <a:pt x="36002" y="88147"/>
                  </a:lnTo>
                  <a:lnTo>
                    <a:pt x="32103" y="88138"/>
                  </a:lnTo>
                  <a:lnTo>
                    <a:pt x="31216" y="86159"/>
                  </a:lnTo>
                  <a:lnTo>
                    <a:pt x="28231" y="83587"/>
                  </a:lnTo>
                  <a:lnTo>
                    <a:pt x="22850" y="81620"/>
                  </a:lnTo>
                  <a:lnTo>
                    <a:pt x="21318" y="77711"/>
                  </a:lnTo>
                  <a:lnTo>
                    <a:pt x="14375" y="72153"/>
                  </a:lnTo>
                  <a:lnTo>
                    <a:pt x="7733" y="59835"/>
                  </a:lnTo>
                  <a:lnTo>
                    <a:pt x="6062" y="54689"/>
                  </a:lnTo>
                  <a:lnTo>
                    <a:pt x="2110" y="50198"/>
                  </a:lnTo>
                  <a:lnTo>
                    <a:pt x="0" y="46231"/>
                  </a:lnTo>
                  <a:lnTo>
                    <a:pt x="419" y="45228"/>
                  </a:lnTo>
                  <a:lnTo>
                    <a:pt x="642" y="45925"/>
                  </a:lnTo>
                  <a:lnTo>
                    <a:pt x="10538" y="50038"/>
                  </a:lnTo>
                  <a:lnTo>
                    <a:pt x="11727" y="49764"/>
                  </a:lnTo>
                  <a:lnTo>
                    <a:pt x="8461" y="43673"/>
                  </a:lnTo>
                  <a:lnTo>
                    <a:pt x="11685" y="40561"/>
                  </a:lnTo>
                  <a:lnTo>
                    <a:pt x="14616" y="38950"/>
                  </a:lnTo>
                  <a:lnTo>
                    <a:pt x="17187" y="38429"/>
                  </a:lnTo>
                  <a:lnTo>
                    <a:pt x="22468" y="39445"/>
                  </a:lnTo>
                  <a:lnTo>
                    <a:pt x="25076" y="40749"/>
                  </a:lnTo>
                  <a:lnTo>
                    <a:pt x="28255" y="40462"/>
                  </a:lnTo>
                  <a:lnTo>
                    <a:pt x="27906" y="33492"/>
                  </a:lnTo>
                  <a:lnTo>
                    <a:pt x="32401" y="34077"/>
                  </a:lnTo>
                  <a:lnTo>
                    <a:pt x="37573" y="31494"/>
                  </a:lnTo>
                  <a:lnTo>
                    <a:pt x="41301" y="30787"/>
                  </a:lnTo>
                  <a:lnTo>
                    <a:pt x="41237" y="21527"/>
                  </a:lnTo>
                  <a:lnTo>
                    <a:pt x="42128" y="17071"/>
                  </a:lnTo>
                  <a:lnTo>
                    <a:pt x="47201" y="19984"/>
                  </a:lnTo>
                  <a:lnTo>
                    <a:pt x="49470" y="13002"/>
                  </a:lnTo>
                  <a:lnTo>
                    <a:pt x="55864" y="11014"/>
                  </a:lnTo>
                  <a:lnTo>
                    <a:pt x="54153" y="3740"/>
                  </a:lnTo>
                  <a:lnTo>
                    <a:pt x="64793" y="0"/>
                  </a:lnTo>
                  <a:lnTo>
                    <a:pt x="65888" y="1443"/>
                  </a:lnTo>
                  <a:lnTo>
                    <a:pt x="69109" y="2205"/>
                  </a:lnTo>
                  <a:lnTo>
                    <a:pt x="71332" y="6896"/>
                  </a:lnTo>
                  <a:lnTo>
                    <a:pt x="71669" y="10947"/>
                  </a:lnTo>
                  <a:lnTo>
                    <a:pt x="74394" y="12617"/>
                  </a:lnTo>
                  <a:lnTo>
                    <a:pt x="84004" y="14003"/>
                  </a:lnTo>
                  <a:lnTo>
                    <a:pt x="88910" y="13566"/>
                  </a:lnTo>
                  <a:lnTo>
                    <a:pt x="88899" y="20068"/>
                  </a:lnTo>
                  <a:lnTo>
                    <a:pt x="93921" y="22211"/>
                  </a:lnTo>
                  <a:lnTo>
                    <a:pt x="96270" y="25239"/>
                  </a:lnTo>
                  <a:close/>
                  <a:moveTo>
                    <a:pt x="60793" y="89126"/>
                  </a:moveTo>
                  <a:lnTo>
                    <a:pt x="62804" y="889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h2260"/>
            <p:cNvSpPr/>
            <p:nvPr/>
          </p:nvSpPr>
          <p:spPr>
            <a:xfrm>
              <a:off x="1444588" y="1491226"/>
              <a:ext cx="118651" cy="85083"/>
            </a:xfrm>
            <a:custGeom>
              <a:avLst/>
              <a:pathLst>
                <a:path w="118651" h="85083">
                  <a:moveTo>
                    <a:pt x="112376" y="5913"/>
                  </a:moveTo>
                  <a:lnTo>
                    <a:pt x="104831" y="17931"/>
                  </a:lnTo>
                  <a:lnTo>
                    <a:pt x="97723" y="17620"/>
                  </a:lnTo>
                  <a:lnTo>
                    <a:pt x="95534" y="19310"/>
                  </a:lnTo>
                  <a:lnTo>
                    <a:pt x="94480" y="21535"/>
                  </a:lnTo>
                  <a:lnTo>
                    <a:pt x="95161" y="22310"/>
                  </a:lnTo>
                  <a:lnTo>
                    <a:pt x="99769" y="20349"/>
                  </a:lnTo>
                  <a:lnTo>
                    <a:pt x="101022" y="23564"/>
                  </a:lnTo>
                  <a:lnTo>
                    <a:pt x="105928" y="24082"/>
                  </a:lnTo>
                  <a:lnTo>
                    <a:pt x="102372" y="27042"/>
                  </a:lnTo>
                  <a:lnTo>
                    <a:pt x="100952" y="31445"/>
                  </a:lnTo>
                  <a:lnTo>
                    <a:pt x="102291" y="32848"/>
                  </a:lnTo>
                  <a:lnTo>
                    <a:pt x="109342" y="36227"/>
                  </a:lnTo>
                  <a:lnTo>
                    <a:pt x="111361" y="40655"/>
                  </a:lnTo>
                  <a:lnTo>
                    <a:pt x="110908" y="45387"/>
                  </a:lnTo>
                  <a:lnTo>
                    <a:pt x="118651" y="45764"/>
                  </a:lnTo>
                  <a:lnTo>
                    <a:pt x="118546" y="49435"/>
                  </a:lnTo>
                  <a:lnTo>
                    <a:pt x="104949" y="48947"/>
                  </a:lnTo>
                  <a:lnTo>
                    <a:pt x="104416" y="62254"/>
                  </a:lnTo>
                  <a:lnTo>
                    <a:pt x="88856" y="61050"/>
                  </a:lnTo>
                  <a:lnTo>
                    <a:pt x="89537" y="66519"/>
                  </a:lnTo>
                  <a:lnTo>
                    <a:pt x="75724" y="62941"/>
                  </a:lnTo>
                  <a:lnTo>
                    <a:pt x="75063" y="74908"/>
                  </a:lnTo>
                  <a:lnTo>
                    <a:pt x="73700" y="74798"/>
                  </a:lnTo>
                  <a:lnTo>
                    <a:pt x="73185" y="83753"/>
                  </a:lnTo>
                  <a:lnTo>
                    <a:pt x="69096" y="84073"/>
                  </a:lnTo>
                  <a:lnTo>
                    <a:pt x="69129" y="73562"/>
                  </a:lnTo>
                  <a:lnTo>
                    <a:pt x="65789" y="72569"/>
                  </a:lnTo>
                  <a:lnTo>
                    <a:pt x="58147" y="72159"/>
                  </a:lnTo>
                  <a:lnTo>
                    <a:pt x="56896" y="70696"/>
                  </a:lnTo>
                  <a:lnTo>
                    <a:pt x="55486" y="70621"/>
                  </a:lnTo>
                  <a:lnTo>
                    <a:pt x="50208" y="75342"/>
                  </a:lnTo>
                  <a:lnTo>
                    <a:pt x="48685" y="77783"/>
                  </a:lnTo>
                  <a:lnTo>
                    <a:pt x="44989" y="84649"/>
                  </a:lnTo>
                  <a:lnTo>
                    <a:pt x="46550" y="84948"/>
                  </a:lnTo>
                  <a:lnTo>
                    <a:pt x="43327" y="85083"/>
                  </a:lnTo>
                  <a:lnTo>
                    <a:pt x="43867" y="84441"/>
                  </a:lnTo>
                  <a:lnTo>
                    <a:pt x="40634" y="77162"/>
                  </a:lnTo>
                  <a:lnTo>
                    <a:pt x="40028" y="67403"/>
                  </a:lnTo>
                  <a:lnTo>
                    <a:pt x="35938" y="64941"/>
                  </a:lnTo>
                  <a:lnTo>
                    <a:pt x="39763" y="44535"/>
                  </a:lnTo>
                  <a:lnTo>
                    <a:pt x="37216" y="43884"/>
                  </a:lnTo>
                  <a:lnTo>
                    <a:pt x="38609" y="34075"/>
                  </a:lnTo>
                  <a:lnTo>
                    <a:pt x="31439" y="28446"/>
                  </a:lnTo>
                  <a:lnTo>
                    <a:pt x="26726" y="31651"/>
                  </a:lnTo>
                  <a:lnTo>
                    <a:pt x="25339" y="35656"/>
                  </a:lnTo>
                  <a:lnTo>
                    <a:pt x="21675" y="37092"/>
                  </a:lnTo>
                  <a:lnTo>
                    <a:pt x="10445" y="36301"/>
                  </a:lnTo>
                  <a:lnTo>
                    <a:pt x="8758" y="32068"/>
                  </a:lnTo>
                  <a:lnTo>
                    <a:pt x="5312" y="32866"/>
                  </a:lnTo>
                  <a:lnTo>
                    <a:pt x="4701" y="27414"/>
                  </a:lnTo>
                  <a:lnTo>
                    <a:pt x="8129" y="25879"/>
                  </a:lnTo>
                  <a:lnTo>
                    <a:pt x="5600" y="8039"/>
                  </a:lnTo>
                  <a:lnTo>
                    <a:pt x="2041" y="10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h2261"/>
            <p:cNvSpPr/>
            <p:nvPr/>
          </p:nvSpPr>
          <p:spPr>
            <a:xfrm>
              <a:off x="1401204" y="1725392"/>
              <a:ext cx="84555" cy="76948"/>
            </a:xfrm>
            <a:custGeom>
              <a:avLst/>
              <a:pathLst>
                <a:path w="84555" h="76948">
                  <a:moveTo>
                    <a:pt x="32767" y="0"/>
                  </a:moveTo>
                  <a:lnTo>
                    <a:pt x="36621" y="1005"/>
                  </a:lnTo>
                  <a:lnTo>
                    <a:pt x="31580" y="5274"/>
                  </a:lnTo>
                  <a:lnTo>
                    <a:pt x="31713" y="6703"/>
                  </a:lnTo>
                  <a:lnTo>
                    <a:pt x="35983" y="15678"/>
                  </a:lnTo>
                  <a:lnTo>
                    <a:pt x="37328" y="15923"/>
                  </a:lnTo>
                  <a:lnTo>
                    <a:pt x="39176" y="17613"/>
                  </a:lnTo>
                  <a:lnTo>
                    <a:pt x="42108" y="23217"/>
                  </a:lnTo>
                  <a:lnTo>
                    <a:pt x="43370" y="28034"/>
                  </a:lnTo>
                  <a:lnTo>
                    <a:pt x="50745" y="26180"/>
                  </a:lnTo>
                  <a:lnTo>
                    <a:pt x="52947" y="26731"/>
                  </a:lnTo>
                  <a:lnTo>
                    <a:pt x="55498" y="27807"/>
                  </a:lnTo>
                  <a:lnTo>
                    <a:pt x="52621" y="31548"/>
                  </a:lnTo>
                  <a:lnTo>
                    <a:pt x="58673" y="33541"/>
                  </a:lnTo>
                  <a:lnTo>
                    <a:pt x="59893" y="33029"/>
                  </a:lnTo>
                  <a:lnTo>
                    <a:pt x="58999" y="39171"/>
                  </a:lnTo>
                  <a:lnTo>
                    <a:pt x="60493" y="39689"/>
                  </a:lnTo>
                  <a:lnTo>
                    <a:pt x="65482" y="39411"/>
                  </a:lnTo>
                  <a:lnTo>
                    <a:pt x="73623" y="32697"/>
                  </a:lnTo>
                  <a:lnTo>
                    <a:pt x="75877" y="32601"/>
                  </a:lnTo>
                  <a:lnTo>
                    <a:pt x="79842" y="38095"/>
                  </a:lnTo>
                  <a:lnTo>
                    <a:pt x="84555" y="48462"/>
                  </a:lnTo>
                  <a:lnTo>
                    <a:pt x="82974" y="53565"/>
                  </a:lnTo>
                  <a:lnTo>
                    <a:pt x="82209" y="52059"/>
                  </a:lnTo>
                  <a:lnTo>
                    <a:pt x="71169" y="55473"/>
                  </a:lnTo>
                  <a:lnTo>
                    <a:pt x="69621" y="57299"/>
                  </a:lnTo>
                  <a:lnTo>
                    <a:pt x="66633" y="57221"/>
                  </a:lnTo>
                  <a:lnTo>
                    <a:pt x="62603" y="54599"/>
                  </a:lnTo>
                  <a:lnTo>
                    <a:pt x="62515" y="61314"/>
                  </a:lnTo>
                  <a:lnTo>
                    <a:pt x="59174" y="61439"/>
                  </a:lnTo>
                  <a:lnTo>
                    <a:pt x="57135" y="62772"/>
                  </a:lnTo>
                  <a:lnTo>
                    <a:pt x="59074" y="66316"/>
                  </a:lnTo>
                  <a:lnTo>
                    <a:pt x="57556" y="67347"/>
                  </a:lnTo>
                  <a:lnTo>
                    <a:pt x="54529" y="66391"/>
                  </a:lnTo>
                  <a:lnTo>
                    <a:pt x="51100" y="67462"/>
                  </a:lnTo>
                  <a:lnTo>
                    <a:pt x="49482" y="70183"/>
                  </a:lnTo>
                  <a:lnTo>
                    <a:pt x="51714" y="73692"/>
                  </a:lnTo>
                  <a:lnTo>
                    <a:pt x="54420" y="75787"/>
                  </a:lnTo>
                  <a:lnTo>
                    <a:pt x="51678" y="76948"/>
                  </a:lnTo>
                  <a:lnTo>
                    <a:pt x="46897" y="76271"/>
                  </a:lnTo>
                  <a:lnTo>
                    <a:pt x="46684" y="75115"/>
                  </a:lnTo>
                  <a:lnTo>
                    <a:pt x="44076" y="73645"/>
                  </a:lnTo>
                  <a:lnTo>
                    <a:pt x="26854" y="67307"/>
                  </a:lnTo>
                  <a:lnTo>
                    <a:pt x="18829" y="59350"/>
                  </a:lnTo>
                  <a:lnTo>
                    <a:pt x="15323" y="58693"/>
                  </a:lnTo>
                  <a:lnTo>
                    <a:pt x="13662" y="60323"/>
                  </a:lnTo>
                  <a:lnTo>
                    <a:pt x="12294" y="30817"/>
                  </a:lnTo>
                  <a:lnTo>
                    <a:pt x="7201" y="24275"/>
                  </a:lnTo>
                  <a:lnTo>
                    <a:pt x="4339" y="23091"/>
                  </a:lnTo>
                  <a:lnTo>
                    <a:pt x="2487" y="20981"/>
                  </a:lnTo>
                  <a:lnTo>
                    <a:pt x="2516" y="17490"/>
                  </a:lnTo>
                  <a:lnTo>
                    <a:pt x="5279" y="15526"/>
                  </a:lnTo>
                  <a:lnTo>
                    <a:pt x="8771" y="14467"/>
                  </a:lnTo>
                  <a:lnTo>
                    <a:pt x="9055" y="12965"/>
                  </a:lnTo>
                  <a:lnTo>
                    <a:pt x="4601" y="9646"/>
                  </a:lnTo>
                  <a:lnTo>
                    <a:pt x="2306" y="9286"/>
                  </a:lnTo>
                  <a:lnTo>
                    <a:pt x="0" y="8110"/>
                  </a:lnTo>
                  <a:lnTo>
                    <a:pt x="2181" y="1730"/>
                  </a:lnTo>
                  <a:lnTo>
                    <a:pt x="7065" y="3969"/>
                  </a:lnTo>
                  <a:lnTo>
                    <a:pt x="8897" y="3509"/>
                  </a:lnTo>
                  <a:lnTo>
                    <a:pt x="6187" y="1299"/>
                  </a:lnTo>
                  <a:lnTo>
                    <a:pt x="8604" y="233"/>
                  </a:lnTo>
                  <a:lnTo>
                    <a:pt x="15547" y="147"/>
                  </a:lnTo>
                  <a:lnTo>
                    <a:pt x="18837" y="859"/>
                  </a:lnTo>
                  <a:lnTo>
                    <a:pt x="22264" y="4217"/>
                  </a:lnTo>
                  <a:lnTo>
                    <a:pt x="26817" y="359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h2262"/>
            <p:cNvSpPr/>
            <p:nvPr/>
          </p:nvSpPr>
          <p:spPr>
            <a:xfrm>
              <a:off x="890036" y="1395573"/>
              <a:ext cx="9901" cy="4372"/>
            </a:xfrm>
            <a:custGeom>
              <a:avLst/>
              <a:pathLst>
                <a:path w="9901" h="4372">
                  <a:moveTo>
                    <a:pt x="6733" y="477"/>
                  </a:moveTo>
                  <a:lnTo>
                    <a:pt x="9901" y="2127"/>
                  </a:lnTo>
                  <a:lnTo>
                    <a:pt x="8800" y="3966"/>
                  </a:lnTo>
                  <a:lnTo>
                    <a:pt x="7019" y="4372"/>
                  </a:lnTo>
                  <a:lnTo>
                    <a:pt x="1328" y="1212"/>
                  </a:lnTo>
                  <a:lnTo>
                    <a:pt x="0" y="0"/>
                  </a:lnTo>
                  <a:lnTo>
                    <a:pt x="542" y="5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h2263"/>
            <p:cNvSpPr/>
            <p:nvPr/>
          </p:nvSpPr>
          <p:spPr>
            <a:xfrm>
              <a:off x="854370" y="1296419"/>
              <a:ext cx="167477" cy="140508"/>
            </a:xfrm>
            <a:custGeom>
              <a:avLst/>
              <a:pathLst>
                <a:path w="167477" h="140508">
                  <a:moveTo>
                    <a:pt x="25699" y="2824"/>
                  </a:moveTo>
                  <a:lnTo>
                    <a:pt x="29352" y="1965"/>
                  </a:lnTo>
                  <a:lnTo>
                    <a:pt x="29835" y="464"/>
                  </a:lnTo>
                  <a:lnTo>
                    <a:pt x="164480" y="62366"/>
                  </a:lnTo>
                  <a:lnTo>
                    <a:pt x="160458" y="69507"/>
                  </a:lnTo>
                  <a:lnTo>
                    <a:pt x="164162" y="70018"/>
                  </a:lnTo>
                  <a:lnTo>
                    <a:pt x="167477" y="71656"/>
                  </a:lnTo>
                  <a:lnTo>
                    <a:pt x="165626" y="75092"/>
                  </a:lnTo>
                  <a:lnTo>
                    <a:pt x="162053" y="73886"/>
                  </a:lnTo>
                  <a:lnTo>
                    <a:pt x="159503" y="76529"/>
                  </a:lnTo>
                  <a:lnTo>
                    <a:pt x="154392" y="89708"/>
                  </a:lnTo>
                  <a:lnTo>
                    <a:pt x="146062" y="95472"/>
                  </a:lnTo>
                  <a:lnTo>
                    <a:pt x="143094" y="95637"/>
                  </a:lnTo>
                  <a:lnTo>
                    <a:pt x="148098" y="108471"/>
                  </a:lnTo>
                  <a:lnTo>
                    <a:pt x="146597" y="131635"/>
                  </a:lnTo>
                  <a:lnTo>
                    <a:pt x="141941" y="116538"/>
                  </a:lnTo>
                  <a:lnTo>
                    <a:pt x="134243" y="117671"/>
                  </a:lnTo>
                  <a:lnTo>
                    <a:pt x="132470" y="76280"/>
                  </a:lnTo>
                  <a:lnTo>
                    <a:pt x="112578" y="111450"/>
                  </a:lnTo>
                  <a:lnTo>
                    <a:pt x="111425" y="135714"/>
                  </a:lnTo>
                  <a:lnTo>
                    <a:pt x="109615" y="136490"/>
                  </a:lnTo>
                  <a:lnTo>
                    <a:pt x="108121" y="135560"/>
                  </a:lnTo>
                  <a:lnTo>
                    <a:pt x="106942" y="140508"/>
                  </a:lnTo>
                  <a:lnTo>
                    <a:pt x="94527" y="139444"/>
                  </a:lnTo>
                  <a:lnTo>
                    <a:pt x="90538" y="138208"/>
                  </a:lnTo>
                  <a:lnTo>
                    <a:pt x="78946" y="131125"/>
                  </a:lnTo>
                  <a:lnTo>
                    <a:pt x="77073" y="129539"/>
                  </a:lnTo>
                  <a:lnTo>
                    <a:pt x="73559" y="123729"/>
                  </a:lnTo>
                  <a:lnTo>
                    <a:pt x="55697" y="111461"/>
                  </a:lnTo>
                  <a:lnTo>
                    <a:pt x="50133" y="103240"/>
                  </a:lnTo>
                  <a:lnTo>
                    <a:pt x="47083" y="100754"/>
                  </a:lnTo>
                  <a:lnTo>
                    <a:pt x="43097" y="98982"/>
                  </a:lnTo>
                  <a:lnTo>
                    <a:pt x="34804" y="98219"/>
                  </a:lnTo>
                  <a:lnTo>
                    <a:pt x="31598" y="96080"/>
                  </a:lnTo>
                  <a:lnTo>
                    <a:pt x="29679" y="92161"/>
                  </a:lnTo>
                  <a:lnTo>
                    <a:pt x="27852" y="90266"/>
                  </a:lnTo>
                  <a:lnTo>
                    <a:pt x="24882" y="89357"/>
                  </a:lnTo>
                  <a:lnTo>
                    <a:pt x="22574" y="90004"/>
                  </a:lnTo>
                  <a:lnTo>
                    <a:pt x="20598" y="88212"/>
                  </a:lnTo>
                  <a:lnTo>
                    <a:pt x="19038" y="83450"/>
                  </a:lnTo>
                  <a:lnTo>
                    <a:pt x="11571" y="81044"/>
                  </a:lnTo>
                  <a:lnTo>
                    <a:pt x="8696" y="78895"/>
                  </a:lnTo>
                  <a:lnTo>
                    <a:pt x="5917" y="74964"/>
                  </a:lnTo>
                  <a:lnTo>
                    <a:pt x="6637" y="64586"/>
                  </a:lnTo>
                  <a:lnTo>
                    <a:pt x="8310" y="59178"/>
                  </a:lnTo>
                  <a:lnTo>
                    <a:pt x="5921" y="44614"/>
                  </a:lnTo>
                  <a:lnTo>
                    <a:pt x="7920" y="40585"/>
                  </a:lnTo>
                  <a:lnTo>
                    <a:pt x="0" y="30915"/>
                  </a:lnTo>
                  <a:lnTo>
                    <a:pt x="2255" y="26780"/>
                  </a:lnTo>
                  <a:lnTo>
                    <a:pt x="10827" y="19425"/>
                  </a:lnTo>
                  <a:lnTo>
                    <a:pt x="11546" y="17365"/>
                  </a:lnTo>
                  <a:lnTo>
                    <a:pt x="11239" y="12552"/>
                  </a:lnTo>
                  <a:lnTo>
                    <a:pt x="15921" y="6438"/>
                  </a:lnTo>
                  <a:lnTo>
                    <a:pt x="15434" y="2568"/>
                  </a:lnTo>
                  <a:lnTo>
                    <a:pt x="16068" y="846"/>
                  </a:lnTo>
                  <a:lnTo>
                    <a:pt x="22197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h2264"/>
            <p:cNvSpPr/>
            <p:nvPr/>
          </p:nvSpPr>
          <p:spPr>
            <a:xfrm>
              <a:off x="1457861" y="1704817"/>
              <a:ext cx="34012" cy="27974"/>
            </a:xfrm>
            <a:custGeom>
              <a:avLst/>
              <a:pathLst>
                <a:path w="34012" h="27974">
                  <a:moveTo>
                    <a:pt x="10100" y="892"/>
                  </a:moveTo>
                  <a:lnTo>
                    <a:pt x="14358" y="2819"/>
                  </a:lnTo>
                  <a:lnTo>
                    <a:pt x="18908" y="4045"/>
                  </a:lnTo>
                  <a:lnTo>
                    <a:pt x="20860" y="9059"/>
                  </a:lnTo>
                  <a:lnTo>
                    <a:pt x="24331" y="9750"/>
                  </a:lnTo>
                  <a:lnTo>
                    <a:pt x="29385" y="14256"/>
                  </a:lnTo>
                  <a:lnTo>
                    <a:pt x="33878" y="12658"/>
                  </a:lnTo>
                  <a:lnTo>
                    <a:pt x="32670" y="13744"/>
                  </a:lnTo>
                  <a:lnTo>
                    <a:pt x="32669" y="20586"/>
                  </a:lnTo>
                  <a:lnTo>
                    <a:pt x="34012" y="24350"/>
                  </a:lnTo>
                  <a:lnTo>
                    <a:pt x="32335" y="27332"/>
                  </a:lnTo>
                  <a:lnTo>
                    <a:pt x="26612" y="27974"/>
                  </a:lnTo>
                  <a:lnTo>
                    <a:pt x="22623" y="24848"/>
                  </a:lnTo>
                  <a:lnTo>
                    <a:pt x="18792" y="27418"/>
                  </a:lnTo>
                  <a:lnTo>
                    <a:pt x="13361" y="21384"/>
                  </a:lnTo>
                  <a:lnTo>
                    <a:pt x="8017" y="20732"/>
                  </a:lnTo>
                  <a:lnTo>
                    <a:pt x="2055" y="22448"/>
                  </a:lnTo>
                  <a:lnTo>
                    <a:pt x="0" y="15936"/>
                  </a:lnTo>
                  <a:lnTo>
                    <a:pt x="6527" y="9468"/>
                  </a:lnTo>
                  <a:lnTo>
                    <a:pt x="378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h2265"/>
            <p:cNvSpPr/>
            <p:nvPr/>
          </p:nvSpPr>
          <p:spPr>
            <a:xfrm>
              <a:off x="1394844" y="1625163"/>
              <a:ext cx="67340" cy="66111"/>
            </a:xfrm>
            <a:custGeom>
              <a:avLst/>
              <a:pathLst>
                <a:path w="67340" h="66111">
                  <a:moveTo>
                    <a:pt x="44235" y="7153"/>
                  </a:moveTo>
                  <a:lnTo>
                    <a:pt x="47621" y="7993"/>
                  </a:lnTo>
                  <a:lnTo>
                    <a:pt x="49683" y="6387"/>
                  </a:lnTo>
                  <a:lnTo>
                    <a:pt x="52507" y="1708"/>
                  </a:lnTo>
                  <a:lnTo>
                    <a:pt x="55325" y="4719"/>
                  </a:lnTo>
                  <a:lnTo>
                    <a:pt x="54257" y="13299"/>
                  </a:lnTo>
                  <a:lnTo>
                    <a:pt x="66218" y="13951"/>
                  </a:lnTo>
                  <a:lnTo>
                    <a:pt x="65290" y="16382"/>
                  </a:lnTo>
                  <a:lnTo>
                    <a:pt x="67340" y="21135"/>
                  </a:lnTo>
                  <a:lnTo>
                    <a:pt x="60371" y="21451"/>
                  </a:lnTo>
                  <a:lnTo>
                    <a:pt x="60790" y="24769"/>
                  </a:lnTo>
                  <a:lnTo>
                    <a:pt x="64168" y="29003"/>
                  </a:lnTo>
                  <a:lnTo>
                    <a:pt x="64799" y="31816"/>
                  </a:lnTo>
                  <a:lnTo>
                    <a:pt x="59265" y="32444"/>
                  </a:lnTo>
                  <a:lnTo>
                    <a:pt x="55103" y="37603"/>
                  </a:lnTo>
                  <a:lnTo>
                    <a:pt x="55808" y="39501"/>
                  </a:lnTo>
                  <a:lnTo>
                    <a:pt x="54390" y="46082"/>
                  </a:lnTo>
                  <a:lnTo>
                    <a:pt x="62956" y="44257"/>
                  </a:lnTo>
                  <a:lnTo>
                    <a:pt x="60172" y="49120"/>
                  </a:lnTo>
                  <a:lnTo>
                    <a:pt x="56671" y="52233"/>
                  </a:lnTo>
                  <a:lnTo>
                    <a:pt x="57800" y="56706"/>
                  </a:lnTo>
                  <a:lnTo>
                    <a:pt x="50279" y="56076"/>
                  </a:lnTo>
                  <a:lnTo>
                    <a:pt x="49204" y="59321"/>
                  </a:lnTo>
                  <a:lnTo>
                    <a:pt x="36115" y="59231"/>
                  </a:lnTo>
                  <a:lnTo>
                    <a:pt x="34669" y="57413"/>
                  </a:lnTo>
                  <a:lnTo>
                    <a:pt x="28322" y="58176"/>
                  </a:lnTo>
                  <a:lnTo>
                    <a:pt x="24583" y="60981"/>
                  </a:lnTo>
                  <a:lnTo>
                    <a:pt x="24231" y="63182"/>
                  </a:lnTo>
                  <a:lnTo>
                    <a:pt x="25972" y="62684"/>
                  </a:lnTo>
                  <a:lnTo>
                    <a:pt x="26223" y="65782"/>
                  </a:lnTo>
                  <a:lnTo>
                    <a:pt x="19576" y="66111"/>
                  </a:lnTo>
                  <a:lnTo>
                    <a:pt x="17188" y="64625"/>
                  </a:lnTo>
                  <a:lnTo>
                    <a:pt x="15336" y="61419"/>
                  </a:lnTo>
                  <a:lnTo>
                    <a:pt x="9874" y="58722"/>
                  </a:lnTo>
                  <a:lnTo>
                    <a:pt x="10209" y="52682"/>
                  </a:lnTo>
                  <a:lnTo>
                    <a:pt x="4974" y="51224"/>
                  </a:lnTo>
                  <a:lnTo>
                    <a:pt x="4114" y="46744"/>
                  </a:lnTo>
                  <a:lnTo>
                    <a:pt x="3407" y="40846"/>
                  </a:lnTo>
                  <a:lnTo>
                    <a:pt x="1281" y="36093"/>
                  </a:lnTo>
                  <a:lnTo>
                    <a:pt x="0" y="27882"/>
                  </a:lnTo>
                  <a:lnTo>
                    <a:pt x="970" y="27413"/>
                  </a:lnTo>
                  <a:lnTo>
                    <a:pt x="10185" y="30163"/>
                  </a:lnTo>
                  <a:lnTo>
                    <a:pt x="10456" y="26206"/>
                  </a:lnTo>
                  <a:lnTo>
                    <a:pt x="9557" y="22561"/>
                  </a:lnTo>
                  <a:lnTo>
                    <a:pt x="5787" y="21236"/>
                  </a:lnTo>
                  <a:lnTo>
                    <a:pt x="13974" y="13085"/>
                  </a:lnTo>
                  <a:lnTo>
                    <a:pt x="21872" y="12154"/>
                  </a:lnTo>
                  <a:lnTo>
                    <a:pt x="28968" y="281"/>
                  </a:lnTo>
                  <a:lnTo>
                    <a:pt x="36922" y="209"/>
                  </a:lnTo>
                  <a:lnTo>
                    <a:pt x="4443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h2266"/>
            <p:cNvSpPr/>
            <p:nvPr/>
          </p:nvSpPr>
          <p:spPr>
            <a:xfrm>
              <a:off x="1354885" y="1681180"/>
              <a:ext cx="48807" cy="22952"/>
            </a:xfrm>
            <a:custGeom>
              <a:avLst/>
              <a:pathLst>
                <a:path w="48807" h="22952">
                  <a:moveTo>
                    <a:pt x="41233" y="4357"/>
                  </a:moveTo>
                  <a:lnTo>
                    <a:pt x="42324" y="4793"/>
                  </a:lnTo>
                  <a:lnTo>
                    <a:pt x="44999" y="13245"/>
                  </a:lnTo>
                  <a:lnTo>
                    <a:pt x="48807" y="13399"/>
                  </a:lnTo>
                  <a:lnTo>
                    <a:pt x="47744" y="17228"/>
                  </a:lnTo>
                  <a:lnTo>
                    <a:pt x="45399" y="16096"/>
                  </a:lnTo>
                  <a:lnTo>
                    <a:pt x="40473" y="16217"/>
                  </a:lnTo>
                  <a:lnTo>
                    <a:pt x="39845" y="13450"/>
                  </a:lnTo>
                  <a:lnTo>
                    <a:pt x="37326" y="10574"/>
                  </a:lnTo>
                  <a:lnTo>
                    <a:pt x="11394" y="22952"/>
                  </a:lnTo>
                  <a:lnTo>
                    <a:pt x="10940" y="20980"/>
                  </a:lnTo>
                  <a:lnTo>
                    <a:pt x="8468" y="10242"/>
                  </a:lnTo>
                  <a:lnTo>
                    <a:pt x="479" y="10739"/>
                  </a:lnTo>
                  <a:lnTo>
                    <a:pt x="0" y="9983"/>
                  </a:lnTo>
                  <a:lnTo>
                    <a:pt x="4050" y="8583"/>
                  </a:lnTo>
                  <a:lnTo>
                    <a:pt x="4593" y="5665"/>
                  </a:lnTo>
                  <a:lnTo>
                    <a:pt x="7285" y="5105"/>
                  </a:lnTo>
                  <a:lnTo>
                    <a:pt x="6980" y="3780"/>
                  </a:lnTo>
                  <a:lnTo>
                    <a:pt x="21431" y="2430"/>
                  </a:lnTo>
                  <a:lnTo>
                    <a:pt x="21488" y="3411"/>
                  </a:lnTo>
                  <a:lnTo>
                    <a:pt x="23377" y="3812"/>
                  </a:lnTo>
                  <a:lnTo>
                    <a:pt x="24017" y="2189"/>
                  </a:lnTo>
                  <a:lnTo>
                    <a:pt x="29860" y="3719"/>
                  </a:lnTo>
                  <a:lnTo>
                    <a:pt x="31021" y="149"/>
                  </a:lnTo>
                  <a:lnTo>
                    <a:pt x="3854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h2267"/>
            <p:cNvSpPr/>
            <p:nvPr/>
          </p:nvSpPr>
          <p:spPr>
            <a:xfrm>
              <a:off x="1471600" y="1964596"/>
              <a:ext cx="97302" cy="181549"/>
            </a:xfrm>
            <a:custGeom>
              <a:avLst/>
              <a:pathLst>
                <a:path w="97302" h="181549">
                  <a:moveTo>
                    <a:pt x="46794" y="4162"/>
                  </a:moveTo>
                  <a:lnTo>
                    <a:pt x="54095" y="4571"/>
                  </a:lnTo>
                  <a:lnTo>
                    <a:pt x="59577" y="8705"/>
                  </a:lnTo>
                  <a:lnTo>
                    <a:pt x="63370" y="15483"/>
                  </a:lnTo>
                  <a:lnTo>
                    <a:pt x="62627" y="19130"/>
                  </a:lnTo>
                  <a:lnTo>
                    <a:pt x="64076" y="24035"/>
                  </a:lnTo>
                  <a:lnTo>
                    <a:pt x="65979" y="25677"/>
                  </a:lnTo>
                  <a:lnTo>
                    <a:pt x="67031" y="28607"/>
                  </a:lnTo>
                  <a:lnTo>
                    <a:pt x="73621" y="31866"/>
                  </a:lnTo>
                  <a:lnTo>
                    <a:pt x="73157" y="40587"/>
                  </a:lnTo>
                  <a:lnTo>
                    <a:pt x="76033" y="49495"/>
                  </a:lnTo>
                  <a:lnTo>
                    <a:pt x="75703" y="53114"/>
                  </a:lnTo>
                  <a:lnTo>
                    <a:pt x="79772" y="61826"/>
                  </a:lnTo>
                  <a:lnTo>
                    <a:pt x="75549" y="65421"/>
                  </a:lnTo>
                  <a:lnTo>
                    <a:pt x="70700" y="71749"/>
                  </a:lnTo>
                  <a:lnTo>
                    <a:pt x="71755" y="77953"/>
                  </a:lnTo>
                  <a:lnTo>
                    <a:pt x="72683" y="79804"/>
                  </a:lnTo>
                  <a:lnTo>
                    <a:pt x="76392" y="83217"/>
                  </a:lnTo>
                  <a:lnTo>
                    <a:pt x="77623" y="93425"/>
                  </a:lnTo>
                  <a:lnTo>
                    <a:pt x="76459" y="95122"/>
                  </a:lnTo>
                  <a:lnTo>
                    <a:pt x="76757" y="98636"/>
                  </a:lnTo>
                  <a:lnTo>
                    <a:pt x="81478" y="97660"/>
                  </a:lnTo>
                  <a:lnTo>
                    <a:pt x="80137" y="101983"/>
                  </a:lnTo>
                  <a:lnTo>
                    <a:pt x="82450" y="104127"/>
                  </a:lnTo>
                  <a:lnTo>
                    <a:pt x="88180" y="105674"/>
                  </a:lnTo>
                  <a:lnTo>
                    <a:pt x="97302" y="107547"/>
                  </a:lnTo>
                  <a:lnTo>
                    <a:pt x="92252" y="108047"/>
                  </a:lnTo>
                  <a:lnTo>
                    <a:pt x="81995" y="126256"/>
                  </a:lnTo>
                  <a:lnTo>
                    <a:pt x="83006" y="130260"/>
                  </a:lnTo>
                  <a:lnTo>
                    <a:pt x="80880" y="132602"/>
                  </a:lnTo>
                  <a:lnTo>
                    <a:pt x="78286" y="132758"/>
                  </a:lnTo>
                  <a:lnTo>
                    <a:pt x="76031" y="135097"/>
                  </a:lnTo>
                  <a:lnTo>
                    <a:pt x="70695" y="143869"/>
                  </a:lnTo>
                  <a:lnTo>
                    <a:pt x="67242" y="147980"/>
                  </a:lnTo>
                  <a:lnTo>
                    <a:pt x="65342" y="149876"/>
                  </a:lnTo>
                  <a:lnTo>
                    <a:pt x="65020" y="157200"/>
                  </a:lnTo>
                  <a:lnTo>
                    <a:pt x="61278" y="157020"/>
                  </a:lnTo>
                  <a:lnTo>
                    <a:pt x="61300" y="156158"/>
                  </a:lnTo>
                  <a:lnTo>
                    <a:pt x="58525" y="156036"/>
                  </a:lnTo>
                  <a:lnTo>
                    <a:pt x="41898" y="160828"/>
                  </a:lnTo>
                  <a:lnTo>
                    <a:pt x="39369" y="168781"/>
                  </a:lnTo>
                  <a:lnTo>
                    <a:pt x="36552" y="169966"/>
                  </a:lnTo>
                  <a:lnTo>
                    <a:pt x="43390" y="170166"/>
                  </a:lnTo>
                  <a:lnTo>
                    <a:pt x="44523" y="169340"/>
                  </a:lnTo>
                  <a:lnTo>
                    <a:pt x="45577" y="171320"/>
                  </a:lnTo>
                  <a:lnTo>
                    <a:pt x="40899" y="174373"/>
                  </a:lnTo>
                  <a:lnTo>
                    <a:pt x="42666" y="176402"/>
                  </a:lnTo>
                  <a:lnTo>
                    <a:pt x="40015" y="179757"/>
                  </a:lnTo>
                  <a:lnTo>
                    <a:pt x="36801" y="178246"/>
                  </a:lnTo>
                  <a:lnTo>
                    <a:pt x="33409" y="181549"/>
                  </a:lnTo>
                  <a:lnTo>
                    <a:pt x="31851" y="181208"/>
                  </a:lnTo>
                  <a:lnTo>
                    <a:pt x="25245" y="179548"/>
                  </a:lnTo>
                  <a:lnTo>
                    <a:pt x="23581" y="174405"/>
                  </a:lnTo>
                  <a:lnTo>
                    <a:pt x="18447" y="165472"/>
                  </a:lnTo>
                  <a:lnTo>
                    <a:pt x="17365" y="161755"/>
                  </a:lnTo>
                  <a:lnTo>
                    <a:pt x="22411" y="160337"/>
                  </a:lnTo>
                  <a:lnTo>
                    <a:pt x="16879" y="155879"/>
                  </a:lnTo>
                  <a:lnTo>
                    <a:pt x="15100" y="153026"/>
                  </a:lnTo>
                  <a:lnTo>
                    <a:pt x="16901" y="144557"/>
                  </a:lnTo>
                  <a:lnTo>
                    <a:pt x="15532" y="144194"/>
                  </a:lnTo>
                  <a:lnTo>
                    <a:pt x="20349" y="135994"/>
                  </a:lnTo>
                  <a:lnTo>
                    <a:pt x="19339" y="130890"/>
                  </a:lnTo>
                  <a:lnTo>
                    <a:pt x="16293" y="127135"/>
                  </a:lnTo>
                  <a:lnTo>
                    <a:pt x="10612" y="125864"/>
                  </a:lnTo>
                  <a:lnTo>
                    <a:pt x="10237" y="123623"/>
                  </a:lnTo>
                  <a:lnTo>
                    <a:pt x="17219" y="119096"/>
                  </a:lnTo>
                  <a:lnTo>
                    <a:pt x="17114" y="117382"/>
                  </a:lnTo>
                  <a:lnTo>
                    <a:pt x="14491" y="118354"/>
                  </a:lnTo>
                  <a:lnTo>
                    <a:pt x="11587" y="118406"/>
                  </a:lnTo>
                  <a:lnTo>
                    <a:pt x="9470" y="115573"/>
                  </a:lnTo>
                  <a:lnTo>
                    <a:pt x="6716" y="113803"/>
                  </a:lnTo>
                  <a:lnTo>
                    <a:pt x="0" y="111367"/>
                  </a:lnTo>
                  <a:lnTo>
                    <a:pt x="996" y="97738"/>
                  </a:lnTo>
                  <a:lnTo>
                    <a:pt x="2337" y="93237"/>
                  </a:lnTo>
                  <a:lnTo>
                    <a:pt x="290" y="80700"/>
                  </a:lnTo>
                  <a:lnTo>
                    <a:pt x="542" y="75927"/>
                  </a:lnTo>
                  <a:lnTo>
                    <a:pt x="3211" y="73850"/>
                  </a:lnTo>
                  <a:lnTo>
                    <a:pt x="4223" y="76737"/>
                  </a:lnTo>
                  <a:lnTo>
                    <a:pt x="11392" y="77159"/>
                  </a:lnTo>
                  <a:lnTo>
                    <a:pt x="11635" y="72373"/>
                  </a:lnTo>
                  <a:lnTo>
                    <a:pt x="15186" y="72416"/>
                  </a:lnTo>
                  <a:lnTo>
                    <a:pt x="7959" y="59683"/>
                  </a:lnTo>
                  <a:lnTo>
                    <a:pt x="10209" y="57719"/>
                  </a:lnTo>
                  <a:lnTo>
                    <a:pt x="19820" y="52828"/>
                  </a:lnTo>
                  <a:lnTo>
                    <a:pt x="21314" y="52783"/>
                  </a:lnTo>
                  <a:lnTo>
                    <a:pt x="23568" y="54997"/>
                  </a:lnTo>
                  <a:lnTo>
                    <a:pt x="24720" y="57683"/>
                  </a:lnTo>
                  <a:lnTo>
                    <a:pt x="26838" y="59087"/>
                  </a:lnTo>
                  <a:lnTo>
                    <a:pt x="28493" y="57783"/>
                  </a:lnTo>
                  <a:lnTo>
                    <a:pt x="27218" y="51918"/>
                  </a:lnTo>
                  <a:lnTo>
                    <a:pt x="28193" y="49884"/>
                  </a:lnTo>
                  <a:lnTo>
                    <a:pt x="29545" y="50730"/>
                  </a:lnTo>
                  <a:lnTo>
                    <a:pt x="32324" y="44312"/>
                  </a:lnTo>
                  <a:lnTo>
                    <a:pt x="34368" y="41558"/>
                  </a:lnTo>
                  <a:lnTo>
                    <a:pt x="35865" y="41515"/>
                  </a:lnTo>
                  <a:lnTo>
                    <a:pt x="38472" y="39868"/>
                  </a:lnTo>
                  <a:lnTo>
                    <a:pt x="39437" y="37109"/>
                  </a:lnTo>
                  <a:lnTo>
                    <a:pt x="38951" y="26528"/>
                  </a:lnTo>
                  <a:lnTo>
                    <a:pt x="37349" y="24097"/>
                  </a:lnTo>
                  <a:lnTo>
                    <a:pt x="35692" y="23106"/>
                  </a:lnTo>
                  <a:lnTo>
                    <a:pt x="40761" y="14988"/>
                  </a:lnTo>
                  <a:lnTo>
                    <a:pt x="39626" y="9812"/>
                  </a:lnTo>
                  <a:lnTo>
                    <a:pt x="40298" y="8009"/>
                  </a:lnTo>
                  <a:lnTo>
                    <a:pt x="45834" y="8776"/>
                  </a:lnTo>
                  <a:lnTo>
                    <a:pt x="46197" y="7514"/>
                  </a:lnTo>
                  <a:lnTo>
                    <a:pt x="44072" y="2509"/>
                  </a:lnTo>
                  <a:lnTo>
                    <a:pt x="4469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h2268"/>
            <p:cNvSpPr/>
            <p:nvPr/>
          </p:nvSpPr>
          <p:spPr>
            <a:xfrm>
              <a:off x="1093983" y="1812964"/>
              <a:ext cx="8269" cy="8523"/>
            </a:xfrm>
            <a:custGeom>
              <a:avLst/>
              <a:pathLst>
                <a:path w="8269" h="8523">
                  <a:moveTo>
                    <a:pt x="6718" y="7923"/>
                  </a:moveTo>
                  <a:lnTo>
                    <a:pt x="4326" y="8523"/>
                  </a:lnTo>
                  <a:lnTo>
                    <a:pt x="1483" y="7781"/>
                  </a:lnTo>
                  <a:lnTo>
                    <a:pt x="0" y="3354"/>
                  </a:lnTo>
                  <a:lnTo>
                    <a:pt x="312" y="555"/>
                  </a:lnTo>
                  <a:lnTo>
                    <a:pt x="2372" y="0"/>
                  </a:lnTo>
                  <a:lnTo>
                    <a:pt x="7148" y="513"/>
                  </a:lnTo>
                  <a:lnTo>
                    <a:pt x="8269" y="31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h2269"/>
            <p:cNvSpPr/>
            <p:nvPr/>
          </p:nvSpPr>
          <p:spPr>
            <a:xfrm>
              <a:off x="1130693" y="1815037"/>
              <a:ext cx="1150" cy="3495"/>
            </a:xfrm>
            <a:custGeom>
              <a:avLst/>
              <a:pathLst>
                <a:path w="1150" h="3495">
                  <a:moveTo>
                    <a:pt x="0" y="0"/>
                  </a:moveTo>
                  <a:lnTo>
                    <a:pt x="573" y="922"/>
                  </a:lnTo>
                  <a:lnTo>
                    <a:pt x="1150" y="349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h2270"/>
            <p:cNvSpPr/>
            <p:nvPr/>
          </p:nvSpPr>
          <p:spPr>
            <a:xfrm>
              <a:off x="1168935" y="1807061"/>
              <a:ext cx="986" cy="1031"/>
            </a:xfrm>
            <a:custGeom>
              <a:avLst/>
              <a:pathLst>
                <a:path w="986" h="1031">
                  <a:moveTo>
                    <a:pt x="986" y="0"/>
                  </a:moveTo>
                  <a:lnTo>
                    <a:pt x="833" y="1031"/>
                  </a:lnTo>
                  <a:lnTo>
                    <a:pt x="0" y="9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h2271"/>
            <p:cNvSpPr/>
            <p:nvPr/>
          </p:nvSpPr>
          <p:spPr>
            <a:xfrm>
              <a:off x="1142758" y="1692786"/>
              <a:ext cx="211672" cy="197098"/>
            </a:xfrm>
            <a:custGeom>
              <a:avLst/>
              <a:pathLst>
                <a:path w="211672" h="197098">
                  <a:moveTo>
                    <a:pt x="64277" y="13217"/>
                  </a:moveTo>
                  <a:lnTo>
                    <a:pt x="57732" y="18611"/>
                  </a:lnTo>
                  <a:lnTo>
                    <a:pt x="58527" y="19624"/>
                  </a:lnTo>
                  <a:lnTo>
                    <a:pt x="65553" y="14571"/>
                  </a:lnTo>
                  <a:lnTo>
                    <a:pt x="67117" y="16443"/>
                  </a:lnTo>
                  <a:lnTo>
                    <a:pt x="69523" y="16284"/>
                  </a:lnTo>
                  <a:lnTo>
                    <a:pt x="72639" y="13268"/>
                  </a:lnTo>
                  <a:lnTo>
                    <a:pt x="69963" y="9910"/>
                  </a:lnTo>
                  <a:lnTo>
                    <a:pt x="68501" y="9684"/>
                  </a:lnTo>
                  <a:lnTo>
                    <a:pt x="68146" y="8920"/>
                  </a:lnTo>
                  <a:lnTo>
                    <a:pt x="68803" y="8078"/>
                  </a:lnTo>
                  <a:lnTo>
                    <a:pt x="76938" y="9287"/>
                  </a:lnTo>
                  <a:lnTo>
                    <a:pt x="83628" y="6599"/>
                  </a:lnTo>
                  <a:lnTo>
                    <a:pt x="87362" y="61"/>
                  </a:lnTo>
                  <a:lnTo>
                    <a:pt x="99365" y="4610"/>
                  </a:lnTo>
                  <a:lnTo>
                    <a:pt x="105103" y="7776"/>
                  </a:lnTo>
                  <a:lnTo>
                    <a:pt x="102039" y="9296"/>
                  </a:lnTo>
                  <a:lnTo>
                    <a:pt x="102001" y="18142"/>
                  </a:lnTo>
                  <a:lnTo>
                    <a:pt x="106556" y="20122"/>
                  </a:lnTo>
                  <a:lnTo>
                    <a:pt x="109015" y="13832"/>
                  </a:lnTo>
                  <a:lnTo>
                    <a:pt x="111316" y="21997"/>
                  </a:lnTo>
                  <a:lnTo>
                    <a:pt x="121862" y="23188"/>
                  </a:lnTo>
                  <a:lnTo>
                    <a:pt x="126923" y="26144"/>
                  </a:lnTo>
                  <a:lnTo>
                    <a:pt x="125099" y="32314"/>
                  </a:lnTo>
                  <a:lnTo>
                    <a:pt x="130156" y="33505"/>
                  </a:lnTo>
                  <a:lnTo>
                    <a:pt x="130586" y="31762"/>
                  </a:lnTo>
                  <a:lnTo>
                    <a:pt x="140004" y="33896"/>
                  </a:lnTo>
                  <a:lnTo>
                    <a:pt x="139081" y="36970"/>
                  </a:lnTo>
                  <a:lnTo>
                    <a:pt x="136558" y="44080"/>
                  </a:lnTo>
                  <a:lnTo>
                    <a:pt x="141830" y="44842"/>
                  </a:lnTo>
                  <a:lnTo>
                    <a:pt x="145974" y="43725"/>
                  </a:lnTo>
                  <a:lnTo>
                    <a:pt x="146474" y="48042"/>
                  </a:lnTo>
                  <a:lnTo>
                    <a:pt x="135009" y="47662"/>
                  </a:lnTo>
                  <a:lnTo>
                    <a:pt x="134744" y="51302"/>
                  </a:lnTo>
                  <a:lnTo>
                    <a:pt x="138245" y="50533"/>
                  </a:lnTo>
                  <a:lnTo>
                    <a:pt x="140336" y="54060"/>
                  </a:lnTo>
                  <a:lnTo>
                    <a:pt x="140139" y="56890"/>
                  </a:lnTo>
                  <a:lnTo>
                    <a:pt x="156057" y="57923"/>
                  </a:lnTo>
                  <a:lnTo>
                    <a:pt x="157745" y="54619"/>
                  </a:lnTo>
                  <a:lnTo>
                    <a:pt x="163274" y="51295"/>
                  </a:lnTo>
                  <a:lnTo>
                    <a:pt x="165792" y="51740"/>
                  </a:lnTo>
                  <a:lnTo>
                    <a:pt x="169594" y="52962"/>
                  </a:lnTo>
                  <a:lnTo>
                    <a:pt x="166810" y="57679"/>
                  </a:lnTo>
                  <a:lnTo>
                    <a:pt x="172578" y="63280"/>
                  </a:lnTo>
                  <a:lnTo>
                    <a:pt x="173046" y="61300"/>
                  </a:lnTo>
                  <a:lnTo>
                    <a:pt x="179438" y="55789"/>
                  </a:lnTo>
                  <a:lnTo>
                    <a:pt x="176797" y="50184"/>
                  </a:lnTo>
                  <a:lnTo>
                    <a:pt x="185911" y="50307"/>
                  </a:lnTo>
                  <a:lnTo>
                    <a:pt x="191127" y="58889"/>
                  </a:lnTo>
                  <a:lnTo>
                    <a:pt x="194298" y="62679"/>
                  </a:lnTo>
                  <a:lnTo>
                    <a:pt x="186975" y="65234"/>
                  </a:lnTo>
                  <a:lnTo>
                    <a:pt x="189942" y="67953"/>
                  </a:lnTo>
                  <a:lnTo>
                    <a:pt x="191258" y="67378"/>
                  </a:lnTo>
                  <a:lnTo>
                    <a:pt x="197078" y="72685"/>
                  </a:lnTo>
                  <a:lnTo>
                    <a:pt x="198270" y="74988"/>
                  </a:lnTo>
                  <a:lnTo>
                    <a:pt x="196662" y="82829"/>
                  </a:lnTo>
                  <a:lnTo>
                    <a:pt x="193497" y="85865"/>
                  </a:lnTo>
                  <a:lnTo>
                    <a:pt x="192864" y="85014"/>
                  </a:lnTo>
                  <a:lnTo>
                    <a:pt x="191407" y="85189"/>
                  </a:lnTo>
                  <a:lnTo>
                    <a:pt x="189355" y="93376"/>
                  </a:lnTo>
                  <a:lnTo>
                    <a:pt x="191798" y="93399"/>
                  </a:lnTo>
                  <a:lnTo>
                    <a:pt x="191871" y="97542"/>
                  </a:lnTo>
                  <a:lnTo>
                    <a:pt x="197446" y="99937"/>
                  </a:lnTo>
                  <a:lnTo>
                    <a:pt x="199359" y="94474"/>
                  </a:lnTo>
                  <a:lnTo>
                    <a:pt x="201400" y="91350"/>
                  </a:lnTo>
                  <a:lnTo>
                    <a:pt x="210654" y="98053"/>
                  </a:lnTo>
                  <a:lnTo>
                    <a:pt x="211672" y="103163"/>
                  </a:lnTo>
                  <a:lnTo>
                    <a:pt x="209896" y="102506"/>
                  </a:lnTo>
                  <a:lnTo>
                    <a:pt x="203063" y="102526"/>
                  </a:lnTo>
                  <a:lnTo>
                    <a:pt x="202222" y="102738"/>
                  </a:lnTo>
                  <a:lnTo>
                    <a:pt x="202402" y="106004"/>
                  </a:lnTo>
                  <a:lnTo>
                    <a:pt x="204418" y="105946"/>
                  </a:lnTo>
                  <a:lnTo>
                    <a:pt x="191589" y="107333"/>
                  </a:lnTo>
                  <a:lnTo>
                    <a:pt x="190091" y="106798"/>
                  </a:lnTo>
                  <a:lnTo>
                    <a:pt x="186980" y="103044"/>
                  </a:lnTo>
                  <a:lnTo>
                    <a:pt x="185198" y="102994"/>
                  </a:lnTo>
                  <a:lnTo>
                    <a:pt x="186351" y="107205"/>
                  </a:lnTo>
                  <a:lnTo>
                    <a:pt x="173819" y="103405"/>
                  </a:lnTo>
                  <a:lnTo>
                    <a:pt x="165728" y="104581"/>
                  </a:lnTo>
                  <a:lnTo>
                    <a:pt x="163890" y="105858"/>
                  </a:lnTo>
                  <a:lnTo>
                    <a:pt x="165258" y="107881"/>
                  </a:lnTo>
                  <a:lnTo>
                    <a:pt x="161679" y="109601"/>
                  </a:lnTo>
                  <a:lnTo>
                    <a:pt x="156360" y="110278"/>
                  </a:lnTo>
                  <a:lnTo>
                    <a:pt x="153426" y="109702"/>
                  </a:lnTo>
                  <a:lnTo>
                    <a:pt x="153139" y="119038"/>
                  </a:lnTo>
                  <a:lnTo>
                    <a:pt x="154239" y="119353"/>
                  </a:lnTo>
                  <a:lnTo>
                    <a:pt x="153139" y="129665"/>
                  </a:lnTo>
                  <a:lnTo>
                    <a:pt x="153828" y="132406"/>
                  </a:lnTo>
                  <a:lnTo>
                    <a:pt x="158174" y="131277"/>
                  </a:lnTo>
                  <a:lnTo>
                    <a:pt x="160084" y="134439"/>
                  </a:lnTo>
                  <a:lnTo>
                    <a:pt x="156046" y="138258"/>
                  </a:lnTo>
                  <a:lnTo>
                    <a:pt x="158661" y="141291"/>
                  </a:lnTo>
                  <a:lnTo>
                    <a:pt x="156381" y="142546"/>
                  </a:lnTo>
                  <a:lnTo>
                    <a:pt x="149558" y="141468"/>
                  </a:lnTo>
                  <a:lnTo>
                    <a:pt x="153791" y="147060"/>
                  </a:lnTo>
                  <a:lnTo>
                    <a:pt x="143151" y="150801"/>
                  </a:lnTo>
                  <a:lnTo>
                    <a:pt x="144862" y="158075"/>
                  </a:lnTo>
                  <a:lnTo>
                    <a:pt x="138468" y="160062"/>
                  </a:lnTo>
                  <a:lnTo>
                    <a:pt x="136199" y="167045"/>
                  </a:lnTo>
                  <a:lnTo>
                    <a:pt x="131126" y="164132"/>
                  </a:lnTo>
                  <a:lnTo>
                    <a:pt x="130235" y="168587"/>
                  </a:lnTo>
                  <a:lnTo>
                    <a:pt x="130299" y="177848"/>
                  </a:lnTo>
                  <a:lnTo>
                    <a:pt x="126571" y="178554"/>
                  </a:lnTo>
                  <a:lnTo>
                    <a:pt x="121399" y="181138"/>
                  </a:lnTo>
                  <a:lnTo>
                    <a:pt x="116904" y="180552"/>
                  </a:lnTo>
                  <a:lnTo>
                    <a:pt x="117253" y="187522"/>
                  </a:lnTo>
                  <a:lnTo>
                    <a:pt x="114074" y="187809"/>
                  </a:lnTo>
                  <a:lnTo>
                    <a:pt x="111466" y="186506"/>
                  </a:lnTo>
                  <a:lnTo>
                    <a:pt x="106185" y="185490"/>
                  </a:lnTo>
                  <a:lnTo>
                    <a:pt x="103614" y="186010"/>
                  </a:lnTo>
                  <a:lnTo>
                    <a:pt x="100683" y="187622"/>
                  </a:lnTo>
                  <a:lnTo>
                    <a:pt x="97459" y="190733"/>
                  </a:lnTo>
                  <a:lnTo>
                    <a:pt x="100725" y="196825"/>
                  </a:lnTo>
                  <a:lnTo>
                    <a:pt x="99536" y="197098"/>
                  </a:lnTo>
                  <a:lnTo>
                    <a:pt x="89640" y="192986"/>
                  </a:lnTo>
                  <a:lnTo>
                    <a:pt x="89417" y="192289"/>
                  </a:lnTo>
                  <a:lnTo>
                    <a:pt x="88596" y="189996"/>
                  </a:lnTo>
                  <a:lnTo>
                    <a:pt x="84480" y="187117"/>
                  </a:lnTo>
                  <a:lnTo>
                    <a:pt x="81612" y="183996"/>
                  </a:lnTo>
                  <a:lnTo>
                    <a:pt x="81900" y="178400"/>
                  </a:lnTo>
                  <a:lnTo>
                    <a:pt x="79270" y="175192"/>
                  </a:lnTo>
                  <a:lnTo>
                    <a:pt x="74121" y="172276"/>
                  </a:lnTo>
                  <a:lnTo>
                    <a:pt x="68009" y="170024"/>
                  </a:lnTo>
                  <a:lnTo>
                    <a:pt x="60998" y="165806"/>
                  </a:lnTo>
                  <a:lnTo>
                    <a:pt x="53511" y="163532"/>
                  </a:lnTo>
                  <a:lnTo>
                    <a:pt x="53192" y="158544"/>
                  </a:lnTo>
                  <a:lnTo>
                    <a:pt x="50942" y="154799"/>
                  </a:lnTo>
                  <a:lnTo>
                    <a:pt x="47395" y="143312"/>
                  </a:lnTo>
                  <a:lnTo>
                    <a:pt x="32807" y="129727"/>
                  </a:lnTo>
                  <a:lnTo>
                    <a:pt x="28584" y="122437"/>
                  </a:lnTo>
                  <a:lnTo>
                    <a:pt x="29029" y="121492"/>
                  </a:lnTo>
                  <a:lnTo>
                    <a:pt x="34417" y="118681"/>
                  </a:lnTo>
                  <a:lnTo>
                    <a:pt x="36295" y="124149"/>
                  </a:lnTo>
                  <a:lnTo>
                    <a:pt x="36812" y="124558"/>
                  </a:lnTo>
                  <a:lnTo>
                    <a:pt x="39112" y="122907"/>
                  </a:lnTo>
                  <a:lnTo>
                    <a:pt x="39715" y="118660"/>
                  </a:lnTo>
                  <a:lnTo>
                    <a:pt x="36305" y="113846"/>
                  </a:lnTo>
                  <a:lnTo>
                    <a:pt x="33937" y="115032"/>
                  </a:lnTo>
                  <a:lnTo>
                    <a:pt x="31607" y="114884"/>
                  </a:lnTo>
                  <a:lnTo>
                    <a:pt x="26910" y="110913"/>
                  </a:lnTo>
                  <a:lnTo>
                    <a:pt x="20442" y="108207"/>
                  </a:lnTo>
                  <a:lnTo>
                    <a:pt x="18383" y="103381"/>
                  </a:lnTo>
                  <a:lnTo>
                    <a:pt x="12677" y="94970"/>
                  </a:lnTo>
                  <a:lnTo>
                    <a:pt x="4786" y="92766"/>
                  </a:lnTo>
                  <a:lnTo>
                    <a:pt x="4609" y="92255"/>
                  </a:lnTo>
                  <a:lnTo>
                    <a:pt x="7392" y="90209"/>
                  </a:lnTo>
                  <a:lnTo>
                    <a:pt x="4093" y="78445"/>
                  </a:lnTo>
                  <a:lnTo>
                    <a:pt x="6852" y="73586"/>
                  </a:lnTo>
                  <a:lnTo>
                    <a:pt x="1793" y="60828"/>
                  </a:lnTo>
                  <a:lnTo>
                    <a:pt x="3016" y="55918"/>
                  </a:lnTo>
                  <a:lnTo>
                    <a:pt x="2520" y="52257"/>
                  </a:lnTo>
                  <a:lnTo>
                    <a:pt x="0" y="46360"/>
                  </a:lnTo>
                  <a:lnTo>
                    <a:pt x="4718" y="44499"/>
                  </a:lnTo>
                  <a:lnTo>
                    <a:pt x="6172" y="45991"/>
                  </a:lnTo>
                  <a:lnTo>
                    <a:pt x="23539" y="47798"/>
                  </a:lnTo>
                  <a:lnTo>
                    <a:pt x="27993" y="28285"/>
                  </a:lnTo>
                  <a:lnTo>
                    <a:pt x="38810" y="15252"/>
                  </a:lnTo>
                  <a:lnTo>
                    <a:pt x="39454" y="12731"/>
                  </a:lnTo>
                  <a:lnTo>
                    <a:pt x="35575" y="8205"/>
                  </a:lnTo>
                  <a:lnTo>
                    <a:pt x="45021" y="349"/>
                  </a:lnTo>
                  <a:lnTo>
                    <a:pt x="47095" y="2849"/>
                  </a:lnTo>
                  <a:lnTo>
                    <a:pt x="50800" y="0"/>
                  </a:lnTo>
                  <a:lnTo>
                    <a:pt x="56541" y="5921"/>
                  </a:lnTo>
                  <a:lnTo>
                    <a:pt x="59266" y="659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h2272"/>
            <p:cNvSpPr/>
            <p:nvPr/>
          </p:nvSpPr>
          <p:spPr>
            <a:xfrm>
              <a:off x="1100652" y="1750721"/>
              <a:ext cx="44423" cy="61834"/>
            </a:xfrm>
            <a:custGeom>
              <a:avLst/>
              <a:pathLst>
                <a:path w="44423" h="61834">
                  <a:moveTo>
                    <a:pt x="40753" y="18665"/>
                  </a:moveTo>
                  <a:lnTo>
                    <a:pt x="44423" y="29616"/>
                  </a:lnTo>
                  <a:lnTo>
                    <a:pt x="38287" y="45932"/>
                  </a:lnTo>
                  <a:lnTo>
                    <a:pt x="33508" y="53840"/>
                  </a:lnTo>
                  <a:lnTo>
                    <a:pt x="33705" y="58738"/>
                  </a:lnTo>
                  <a:lnTo>
                    <a:pt x="32863" y="60021"/>
                  </a:lnTo>
                  <a:lnTo>
                    <a:pt x="28499" y="61834"/>
                  </a:lnTo>
                  <a:lnTo>
                    <a:pt x="20546" y="58253"/>
                  </a:lnTo>
                  <a:lnTo>
                    <a:pt x="18057" y="54974"/>
                  </a:lnTo>
                  <a:lnTo>
                    <a:pt x="11776" y="54091"/>
                  </a:lnTo>
                  <a:lnTo>
                    <a:pt x="10761" y="51531"/>
                  </a:lnTo>
                  <a:lnTo>
                    <a:pt x="2430" y="46220"/>
                  </a:lnTo>
                  <a:lnTo>
                    <a:pt x="0" y="43044"/>
                  </a:lnTo>
                  <a:lnTo>
                    <a:pt x="6435" y="38810"/>
                  </a:lnTo>
                  <a:lnTo>
                    <a:pt x="9932" y="34621"/>
                  </a:lnTo>
                  <a:lnTo>
                    <a:pt x="10201" y="31106"/>
                  </a:lnTo>
                  <a:lnTo>
                    <a:pt x="8819" y="26442"/>
                  </a:lnTo>
                  <a:lnTo>
                    <a:pt x="9501" y="19475"/>
                  </a:lnTo>
                  <a:lnTo>
                    <a:pt x="13846" y="5883"/>
                  </a:lnTo>
                  <a:lnTo>
                    <a:pt x="16099" y="2678"/>
                  </a:lnTo>
                  <a:lnTo>
                    <a:pt x="18773" y="2430"/>
                  </a:lnTo>
                  <a:lnTo>
                    <a:pt x="19622" y="3637"/>
                  </a:lnTo>
                  <a:lnTo>
                    <a:pt x="21516" y="4201"/>
                  </a:lnTo>
                  <a:lnTo>
                    <a:pt x="27507" y="112"/>
                  </a:lnTo>
                  <a:lnTo>
                    <a:pt x="35461" y="0"/>
                  </a:lnTo>
                  <a:lnTo>
                    <a:pt x="37599" y="6231"/>
                  </a:lnTo>
                  <a:lnTo>
                    <a:pt x="36596" y="1173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h2273"/>
            <p:cNvSpPr/>
            <p:nvPr/>
          </p:nvSpPr>
          <p:spPr>
            <a:xfrm>
              <a:off x="1312561" y="1571240"/>
              <a:ext cx="50507" cy="65476"/>
            </a:xfrm>
            <a:custGeom>
              <a:avLst/>
              <a:pathLst>
                <a:path w="50507" h="65476">
                  <a:moveTo>
                    <a:pt x="18200" y="1262"/>
                  </a:moveTo>
                  <a:lnTo>
                    <a:pt x="17717" y="14021"/>
                  </a:lnTo>
                  <a:lnTo>
                    <a:pt x="19919" y="14108"/>
                  </a:lnTo>
                  <a:lnTo>
                    <a:pt x="19353" y="11674"/>
                  </a:lnTo>
                  <a:lnTo>
                    <a:pt x="23598" y="11639"/>
                  </a:lnTo>
                  <a:lnTo>
                    <a:pt x="23484" y="14135"/>
                  </a:lnTo>
                  <a:lnTo>
                    <a:pt x="31634" y="7814"/>
                  </a:lnTo>
                  <a:lnTo>
                    <a:pt x="44032" y="7703"/>
                  </a:lnTo>
                  <a:lnTo>
                    <a:pt x="44370" y="6542"/>
                  </a:lnTo>
                  <a:lnTo>
                    <a:pt x="47052" y="7884"/>
                  </a:lnTo>
                  <a:lnTo>
                    <a:pt x="48095" y="11449"/>
                  </a:lnTo>
                  <a:lnTo>
                    <a:pt x="41471" y="14734"/>
                  </a:lnTo>
                  <a:lnTo>
                    <a:pt x="41654" y="17564"/>
                  </a:lnTo>
                  <a:lnTo>
                    <a:pt x="43551" y="21418"/>
                  </a:lnTo>
                  <a:lnTo>
                    <a:pt x="49519" y="26653"/>
                  </a:lnTo>
                  <a:lnTo>
                    <a:pt x="50507" y="29018"/>
                  </a:lnTo>
                  <a:lnTo>
                    <a:pt x="47668" y="35974"/>
                  </a:lnTo>
                  <a:lnTo>
                    <a:pt x="50158" y="35409"/>
                  </a:lnTo>
                  <a:lnTo>
                    <a:pt x="50276" y="38037"/>
                  </a:lnTo>
                  <a:lnTo>
                    <a:pt x="49347" y="43078"/>
                  </a:lnTo>
                  <a:lnTo>
                    <a:pt x="48064" y="45461"/>
                  </a:lnTo>
                  <a:lnTo>
                    <a:pt x="48845" y="47791"/>
                  </a:lnTo>
                  <a:lnTo>
                    <a:pt x="40158" y="51068"/>
                  </a:lnTo>
                  <a:lnTo>
                    <a:pt x="41951" y="56205"/>
                  </a:lnTo>
                  <a:lnTo>
                    <a:pt x="39223" y="58324"/>
                  </a:lnTo>
                  <a:lnTo>
                    <a:pt x="36399" y="59867"/>
                  </a:lnTo>
                  <a:lnTo>
                    <a:pt x="30828" y="61305"/>
                  </a:lnTo>
                  <a:lnTo>
                    <a:pt x="26730" y="57039"/>
                  </a:lnTo>
                  <a:lnTo>
                    <a:pt x="25530" y="57425"/>
                  </a:lnTo>
                  <a:lnTo>
                    <a:pt x="22264" y="65019"/>
                  </a:lnTo>
                  <a:lnTo>
                    <a:pt x="5344" y="65476"/>
                  </a:lnTo>
                  <a:lnTo>
                    <a:pt x="4938" y="61890"/>
                  </a:lnTo>
                  <a:lnTo>
                    <a:pt x="138" y="60612"/>
                  </a:lnTo>
                  <a:lnTo>
                    <a:pt x="631" y="58435"/>
                  </a:lnTo>
                  <a:lnTo>
                    <a:pt x="0" y="54528"/>
                  </a:lnTo>
                  <a:lnTo>
                    <a:pt x="4685" y="50754"/>
                  </a:lnTo>
                  <a:lnTo>
                    <a:pt x="1968" y="41510"/>
                  </a:lnTo>
                  <a:lnTo>
                    <a:pt x="709" y="31662"/>
                  </a:lnTo>
                  <a:lnTo>
                    <a:pt x="1413" y="30693"/>
                  </a:lnTo>
                  <a:lnTo>
                    <a:pt x="3331" y="27796"/>
                  </a:lnTo>
                  <a:lnTo>
                    <a:pt x="2847" y="25734"/>
                  </a:lnTo>
                  <a:lnTo>
                    <a:pt x="3495" y="23124"/>
                  </a:lnTo>
                  <a:lnTo>
                    <a:pt x="5776" y="20513"/>
                  </a:lnTo>
                  <a:lnTo>
                    <a:pt x="13193" y="16169"/>
                  </a:lnTo>
                  <a:lnTo>
                    <a:pt x="11638" y="5571"/>
                  </a:lnTo>
                  <a:lnTo>
                    <a:pt x="1440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h2274"/>
            <p:cNvSpPr/>
            <p:nvPr/>
          </p:nvSpPr>
          <p:spPr>
            <a:xfrm>
              <a:off x="1294432" y="1904616"/>
              <a:ext cx="37096" cy="35088"/>
            </a:xfrm>
            <a:custGeom>
              <a:avLst/>
              <a:pathLst>
                <a:path w="37096" h="35088">
                  <a:moveTo>
                    <a:pt x="15780" y="0"/>
                  </a:moveTo>
                  <a:lnTo>
                    <a:pt x="24686" y="1088"/>
                  </a:lnTo>
                  <a:lnTo>
                    <a:pt x="25917" y="3085"/>
                  </a:lnTo>
                  <a:lnTo>
                    <a:pt x="25281" y="4425"/>
                  </a:lnTo>
                  <a:lnTo>
                    <a:pt x="36825" y="13597"/>
                  </a:lnTo>
                  <a:lnTo>
                    <a:pt x="37096" y="16803"/>
                  </a:lnTo>
                  <a:lnTo>
                    <a:pt x="27110" y="35088"/>
                  </a:lnTo>
                  <a:lnTo>
                    <a:pt x="19477" y="33952"/>
                  </a:lnTo>
                  <a:lnTo>
                    <a:pt x="11492" y="31035"/>
                  </a:lnTo>
                  <a:lnTo>
                    <a:pt x="3562" y="29156"/>
                  </a:lnTo>
                  <a:lnTo>
                    <a:pt x="2095" y="28542"/>
                  </a:lnTo>
                  <a:lnTo>
                    <a:pt x="135" y="24289"/>
                  </a:lnTo>
                  <a:lnTo>
                    <a:pt x="210" y="24161"/>
                  </a:lnTo>
                  <a:lnTo>
                    <a:pt x="320" y="23341"/>
                  </a:lnTo>
                  <a:lnTo>
                    <a:pt x="0" y="22435"/>
                  </a:lnTo>
                  <a:lnTo>
                    <a:pt x="3297" y="19707"/>
                  </a:lnTo>
                  <a:lnTo>
                    <a:pt x="7010" y="13800"/>
                  </a:lnTo>
                  <a:lnTo>
                    <a:pt x="6437" y="12949"/>
                  </a:lnTo>
                  <a:lnTo>
                    <a:pt x="6839" y="9173"/>
                  </a:lnTo>
                  <a:lnTo>
                    <a:pt x="11454" y="6647"/>
                  </a:lnTo>
                  <a:lnTo>
                    <a:pt x="12367" y="111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h2275"/>
            <p:cNvSpPr/>
            <p:nvPr/>
          </p:nvSpPr>
          <p:spPr>
            <a:xfrm>
              <a:off x="1411905" y="1519672"/>
              <a:ext cx="76551" cy="79275"/>
            </a:xfrm>
            <a:custGeom>
              <a:avLst/>
              <a:pathLst>
                <a:path w="76551" h="79275">
                  <a:moveTo>
                    <a:pt x="71293" y="5629"/>
                  </a:moveTo>
                  <a:lnTo>
                    <a:pt x="69899" y="15437"/>
                  </a:lnTo>
                  <a:lnTo>
                    <a:pt x="72446" y="16089"/>
                  </a:lnTo>
                  <a:lnTo>
                    <a:pt x="68621" y="36495"/>
                  </a:lnTo>
                  <a:lnTo>
                    <a:pt x="72711" y="38957"/>
                  </a:lnTo>
                  <a:lnTo>
                    <a:pt x="73317" y="48716"/>
                  </a:lnTo>
                  <a:lnTo>
                    <a:pt x="76551" y="55994"/>
                  </a:lnTo>
                  <a:lnTo>
                    <a:pt x="76010" y="56637"/>
                  </a:lnTo>
                  <a:lnTo>
                    <a:pt x="73393" y="56827"/>
                  </a:lnTo>
                  <a:lnTo>
                    <a:pt x="70014" y="55706"/>
                  </a:lnTo>
                  <a:lnTo>
                    <a:pt x="67124" y="52407"/>
                  </a:lnTo>
                  <a:lnTo>
                    <a:pt x="65557" y="52867"/>
                  </a:lnTo>
                  <a:lnTo>
                    <a:pt x="62196" y="62143"/>
                  </a:lnTo>
                  <a:lnTo>
                    <a:pt x="53878" y="60575"/>
                  </a:lnTo>
                  <a:lnTo>
                    <a:pt x="42932" y="77831"/>
                  </a:lnTo>
                  <a:lnTo>
                    <a:pt x="39042" y="79275"/>
                  </a:lnTo>
                  <a:lnTo>
                    <a:pt x="39418" y="77357"/>
                  </a:lnTo>
                  <a:lnTo>
                    <a:pt x="38651" y="77072"/>
                  </a:lnTo>
                  <a:lnTo>
                    <a:pt x="27213" y="75620"/>
                  </a:lnTo>
                  <a:lnTo>
                    <a:pt x="25899" y="76320"/>
                  </a:lnTo>
                  <a:lnTo>
                    <a:pt x="24045" y="74514"/>
                  </a:lnTo>
                  <a:lnTo>
                    <a:pt x="24129" y="70978"/>
                  </a:lnTo>
                  <a:lnTo>
                    <a:pt x="13843" y="66263"/>
                  </a:lnTo>
                  <a:lnTo>
                    <a:pt x="15009" y="64005"/>
                  </a:lnTo>
                  <a:lnTo>
                    <a:pt x="17844" y="64577"/>
                  </a:lnTo>
                  <a:lnTo>
                    <a:pt x="23034" y="63693"/>
                  </a:lnTo>
                  <a:lnTo>
                    <a:pt x="17536" y="53659"/>
                  </a:lnTo>
                  <a:lnTo>
                    <a:pt x="18034" y="48343"/>
                  </a:lnTo>
                  <a:lnTo>
                    <a:pt x="15128" y="45778"/>
                  </a:lnTo>
                  <a:lnTo>
                    <a:pt x="15459" y="38808"/>
                  </a:lnTo>
                  <a:lnTo>
                    <a:pt x="13709" y="35385"/>
                  </a:lnTo>
                  <a:lnTo>
                    <a:pt x="10949" y="35270"/>
                  </a:lnTo>
                  <a:lnTo>
                    <a:pt x="4174" y="31679"/>
                  </a:lnTo>
                  <a:lnTo>
                    <a:pt x="4075" y="27642"/>
                  </a:lnTo>
                  <a:lnTo>
                    <a:pt x="3181" y="28150"/>
                  </a:lnTo>
                  <a:lnTo>
                    <a:pt x="52" y="26888"/>
                  </a:lnTo>
                  <a:lnTo>
                    <a:pt x="0" y="19361"/>
                  </a:lnTo>
                  <a:lnTo>
                    <a:pt x="3130" y="19717"/>
                  </a:lnTo>
                  <a:lnTo>
                    <a:pt x="10048" y="17862"/>
                  </a:lnTo>
                  <a:lnTo>
                    <a:pt x="10322" y="14337"/>
                  </a:lnTo>
                  <a:lnTo>
                    <a:pt x="17479" y="9607"/>
                  </a:lnTo>
                  <a:lnTo>
                    <a:pt x="20190" y="7825"/>
                  </a:lnTo>
                  <a:lnTo>
                    <a:pt x="20567" y="3463"/>
                  </a:lnTo>
                  <a:lnTo>
                    <a:pt x="37996" y="4419"/>
                  </a:lnTo>
                  <a:lnTo>
                    <a:pt x="41441" y="3622"/>
                  </a:lnTo>
                  <a:lnTo>
                    <a:pt x="43128" y="7855"/>
                  </a:lnTo>
                  <a:lnTo>
                    <a:pt x="54358" y="8645"/>
                  </a:lnTo>
                  <a:lnTo>
                    <a:pt x="58023" y="7210"/>
                  </a:lnTo>
                  <a:lnTo>
                    <a:pt x="59410" y="3205"/>
                  </a:lnTo>
                  <a:lnTo>
                    <a:pt x="6412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h2276"/>
            <p:cNvSpPr/>
            <p:nvPr/>
          </p:nvSpPr>
          <p:spPr>
            <a:xfrm>
              <a:off x="1479380" y="1806171"/>
              <a:ext cx="52482" cy="28956"/>
            </a:xfrm>
            <a:custGeom>
              <a:avLst/>
              <a:pathLst>
                <a:path w="52482" h="28956">
                  <a:moveTo>
                    <a:pt x="23018" y="317"/>
                  </a:moveTo>
                  <a:lnTo>
                    <a:pt x="24557" y="3900"/>
                  </a:lnTo>
                  <a:lnTo>
                    <a:pt x="33593" y="3330"/>
                  </a:lnTo>
                  <a:lnTo>
                    <a:pt x="33084" y="485"/>
                  </a:lnTo>
                  <a:lnTo>
                    <a:pt x="37823" y="2424"/>
                  </a:lnTo>
                  <a:lnTo>
                    <a:pt x="38212" y="3887"/>
                  </a:lnTo>
                  <a:lnTo>
                    <a:pt x="40536" y="5384"/>
                  </a:lnTo>
                  <a:lnTo>
                    <a:pt x="43030" y="6008"/>
                  </a:lnTo>
                  <a:lnTo>
                    <a:pt x="47099" y="5264"/>
                  </a:lnTo>
                  <a:lnTo>
                    <a:pt x="48585" y="3436"/>
                  </a:lnTo>
                  <a:lnTo>
                    <a:pt x="51610" y="6900"/>
                  </a:lnTo>
                  <a:lnTo>
                    <a:pt x="52482" y="11336"/>
                  </a:lnTo>
                  <a:lnTo>
                    <a:pt x="50612" y="20787"/>
                  </a:lnTo>
                  <a:lnTo>
                    <a:pt x="48981" y="22918"/>
                  </a:lnTo>
                  <a:lnTo>
                    <a:pt x="48043" y="26622"/>
                  </a:lnTo>
                  <a:lnTo>
                    <a:pt x="48107" y="28822"/>
                  </a:lnTo>
                  <a:lnTo>
                    <a:pt x="41265" y="27453"/>
                  </a:lnTo>
                  <a:lnTo>
                    <a:pt x="36660" y="27479"/>
                  </a:lnTo>
                  <a:lnTo>
                    <a:pt x="29029" y="28956"/>
                  </a:lnTo>
                  <a:lnTo>
                    <a:pt x="25882" y="27547"/>
                  </a:lnTo>
                  <a:lnTo>
                    <a:pt x="20578" y="17306"/>
                  </a:lnTo>
                  <a:lnTo>
                    <a:pt x="14102" y="18982"/>
                  </a:lnTo>
                  <a:lnTo>
                    <a:pt x="7244" y="19589"/>
                  </a:lnTo>
                  <a:lnTo>
                    <a:pt x="5575" y="18767"/>
                  </a:lnTo>
                  <a:lnTo>
                    <a:pt x="2569" y="12866"/>
                  </a:lnTo>
                  <a:lnTo>
                    <a:pt x="2288" y="9448"/>
                  </a:lnTo>
                  <a:lnTo>
                    <a:pt x="0" y="3371"/>
                  </a:lnTo>
                  <a:lnTo>
                    <a:pt x="1851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h2277"/>
            <p:cNvSpPr/>
            <p:nvPr/>
          </p:nvSpPr>
          <p:spPr>
            <a:xfrm>
              <a:off x="1351785" y="1561183"/>
              <a:ext cx="87575" cy="88135"/>
            </a:xfrm>
            <a:custGeom>
              <a:avLst/>
              <a:pathLst>
                <a:path w="87575" h="88135">
                  <a:moveTo>
                    <a:pt x="37027" y="2273"/>
                  </a:moveTo>
                  <a:lnTo>
                    <a:pt x="37222" y="4592"/>
                  </a:lnTo>
                  <a:lnTo>
                    <a:pt x="30639" y="6996"/>
                  </a:lnTo>
                  <a:lnTo>
                    <a:pt x="31690" y="8565"/>
                  </a:lnTo>
                  <a:lnTo>
                    <a:pt x="36940" y="17317"/>
                  </a:lnTo>
                  <a:lnTo>
                    <a:pt x="49504" y="34047"/>
                  </a:lnTo>
                  <a:lnTo>
                    <a:pt x="53455" y="36377"/>
                  </a:lnTo>
                  <a:lnTo>
                    <a:pt x="72824" y="37235"/>
                  </a:lnTo>
                  <a:lnTo>
                    <a:pt x="74390" y="43523"/>
                  </a:lnTo>
                  <a:lnTo>
                    <a:pt x="87342" y="44424"/>
                  </a:lnTo>
                  <a:lnTo>
                    <a:pt x="87575" y="49058"/>
                  </a:lnTo>
                  <a:lnTo>
                    <a:pt x="80715" y="49875"/>
                  </a:lnTo>
                  <a:lnTo>
                    <a:pt x="79982" y="64189"/>
                  </a:lnTo>
                  <a:lnTo>
                    <a:pt x="72027" y="64261"/>
                  </a:lnTo>
                  <a:lnTo>
                    <a:pt x="64932" y="76134"/>
                  </a:lnTo>
                  <a:lnTo>
                    <a:pt x="57033" y="77065"/>
                  </a:lnTo>
                  <a:lnTo>
                    <a:pt x="48847" y="85216"/>
                  </a:lnTo>
                  <a:lnTo>
                    <a:pt x="42085" y="80005"/>
                  </a:lnTo>
                  <a:lnTo>
                    <a:pt x="38127" y="80993"/>
                  </a:lnTo>
                  <a:lnTo>
                    <a:pt x="33771" y="84427"/>
                  </a:lnTo>
                  <a:lnTo>
                    <a:pt x="33533" y="87528"/>
                  </a:lnTo>
                  <a:lnTo>
                    <a:pt x="25632" y="88135"/>
                  </a:lnTo>
                  <a:lnTo>
                    <a:pt x="11413" y="85860"/>
                  </a:lnTo>
                  <a:lnTo>
                    <a:pt x="10027" y="82813"/>
                  </a:lnTo>
                  <a:lnTo>
                    <a:pt x="4206" y="76944"/>
                  </a:lnTo>
                  <a:lnTo>
                    <a:pt x="9397" y="74346"/>
                  </a:lnTo>
                  <a:lnTo>
                    <a:pt x="999" y="72298"/>
                  </a:lnTo>
                  <a:lnTo>
                    <a:pt x="0" y="68381"/>
                  </a:lnTo>
                  <a:lnTo>
                    <a:pt x="2728" y="66262"/>
                  </a:lnTo>
                  <a:lnTo>
                    <a:pt x="935" y="61125"/>
                  </a:lnTo>
                  <a:lnTo>
                    <a:pt x="9621" y="57847"/>
                  </a:lnTo>
                  <a:lnTo>
                    <a:pt x="8841" y="55517"/>
                  </a:lnTo>
                  <a:lnTo>
                    <a:pt x="10124" y="53134"/>
                  </a:lnTo>
                  <a:lnTo>
                    <a:pt x="11053" y="48093"/>
                  </a:lnTo>
                  <a:lnTo>
                    <a:pt x="10934" y="45465"/>
                  </a:lnTo>
                  <a:lnTo>
                    <a:pt x="8445" y="46031"/>
                  </a:lnTo>
                  <a:lnTo>
                    <a:pt x="11283" y="39075"/>
                  </a:lnTo>
                  <a:lnTo>
                    <a:pt x="10295" y="36709"/>
                  </a:lnTo>
                  <a:lnTo>
                    <a:pt x="4328" y="31475"/>
                  </a:lnTo>
                  <a:lnTo>
                    <a:pt x="2431" y="27621"/>
                  </a:lnTo>
                  <a:lnTo>
                    <a:pt x="2248" y="24791"/>
                  </a:lnTo>
                  <a:lnTo>
                    <a:pt x="8872" y="21505"/>
                  </a:lnTo>
                  <a:lnTo>
                    <a:pt x="7829" y="17941"/>
                  </a:lnTo>
                  <a:lnTo>
                    <a:pt x="5147" y="16599"/>
                  </a:lnTo>
                  <a:lnTo>
                    <a:pt x="5778" y="8855"/>
                  </a:lnTo>
                  <a:lnTo>
                    <a:pt x="12455" y="5943"/>
                  </a:lnTo>
                  <a:lnTo>
                    <a:pt x="929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h2278"/>
            <p:cNvSpPr/>
            <p:nvPr/>
          </p:nvSpPr>
          <p:spPr>
            <a:xfrm>
              <a:off x="1289964" y="1516243"/>
              <a:ext cx="74275" cy="69132"/>
            </a:xfrm>
            <a:custGeom>
              <a:avLst/>
              <a:pathLst>
                <a:path w="74275" h="69132">
                  <a:moveTo>
                    <a:pt x="55070" y="12193"/>
                  </a:moveTo>
                  <a:lnTo>
                    <a:pt x="59994" y="9055"/>
                  </a:lnTo>
                  <a:lnTo>
                    <a:pt x="65402" y="15813"/>
                  </a:lnTo>
                  <a:lnTo>
                    <a:pt x="61762" y="17650"/>
                  </a:lnTo>
                  <a:lnTo>
                    <a:pt x="63682" y="24541"/>
                  </a:lnTo>
                  <a:lnTo>
                    <a:pt x="64934" y="25093"/>
                  </a:lnTo>
                  <a:lnTo>
                    <a:pt x="60921" y="36410"/>
                  </a:lnTo>
                  <a:lnTo>
                    <a:pt x="60280" y="42540"/>
                  </a:lnTo>
                  <a:lnTo>
                    <a:pt x="61302" y="43438"/>
                  </a:lnTo>
                  <a:lnTo>
                    <a:pt x="62994" y="43050"/>
                  </a:lnTo>
                  <a:lnTo>
                    <a:pt x="64098" y="40638"/>
                  </a:lnTo>
                  <a:lnTo>
                    <a:pt x="68067" y="39227"/>
                  </a:lnTo>
                  <a:lnTo>
                    <a:pt x="71118" y="44940"/>
                  </a:lnTo>
                  <a:lnTo>
                    <a:pt x="74275" y="50883"/>
                  </a:lnTo>
                  <a:lnTo>
                    <a:pt x="67598" y="53795"/>
                  </a:lnTo>
                  <a:lnTo>
                    <a:pt x="66967" y="61539"/>
                  </a:lnTo>
                  <a:lnTo>
                    <a:pt x="66629" y="62700"/>
                  </a:lnTo>
                  <a:lnTo>
                    <a:pt x="54231" y="62811"/>
                  </a:lnTo>
                  <a:lnTo>
                    <a:pt x="46081" y="69132"/>
                  </a:lnTo>
                  <a:lnTo>
                    <a:pt x="46195" y="66636"/>
                  </a:lnTo>
                  <a:lnTo>
                    <a:pt x="41950" y="66671"/>
                  </a:lnTo>
                  <a:lnTo>
                    <a:pt x="42516" y="69105"/>
                  </a:lnTo>
                  <a:lnTo>
                    <a:pt x="40314" y="69018"/>
                  </a:lnTo>
                  <a:lnTo>
                    <a:pt x="40796" y="56259"/>
                  </a:lnTo>
                  <a:lnTo>
                    <a:pt x="37000" y="54996"/>
                  </a:lnTo>
                  <a:lnTo>
                    <a:pt x="34235" y="60567"/>
                  </a:lnTo>
                  <a:lnTo>
                    <a:pt x="31700" y="61112"/>
                  </a:lnTo>
                  <a:lnTo>
                    <a:pt x="28562" y="60142"/>
                  </a:lnTo>
                  <a:lnTo>
                    <a:pt x="29439" y="57205"/>
                  </a:lnTo>
                  <a:lnTo>
                    <a:pt x="33461" y="55149"/>
                  </a:lnTo>
                  <a:lnTo>
                    <a:pt x="32000" y="53129"/>
                  </a:lnTo>
                  <a:lnTo>
                    <a:pt x="27913" y="55003"/>
                  </a:lnTo>
                  <a:lnTo>
                    <a:pt x="28228" y="49268"/>
                  </a:lnTo>
                  <a:lnTo>
                    <a:pt x="27155" y="48520"/>
                  </a:lnTo>
                  <a:lnTo>
                    <a:pt x="24848" y="51605"/>
                  </a:lnTo>
                  <a:lnTo>
                    <a:pt x="6397" y="46634"/>
                  </a:lnTo>
                  <a:lnTo>
                    <a:pt x="5935" y="42655"/>
                  </a:lnTo>
                  <a:lnTo>
                    <a:pt x="8337" y="38951"/>
                  </a:lnTo>
                  <a:lnTo>
                    <a:pt x="3263" y="31220"/>
                  </a:lnTo>
                  <a:lnTo>
                    <a:pt x="7146" y="26364"/>
                  </a:lnTo>
                  <a:lnTo>
                    <a:pt x="7449" y="23507"/>
                  </a:lnTo>
                  <a:lnTo>
                    <a:pt x="4387" y="22900"/>
                  </a:lnTo>
                  <a:lnTo>
                    <a:pt x="4442" y="16674"/>
                  </a:lnTo>
                  <a:lnTo>
                    <a:pt x="2679" y="15395"/>
                  </a:lnTo>
                  <a:lnTo>
                    <a:pt x="0" y="7689"/>
                  </a:lnTo>
                  <a:lnTo>
                    <a:pt x="9414" y="7937"/>
                  </a:lnTo>
                  <a:lnTo>
                    <a:pt x="13727" y="6011"/>
                  </a:lnTo>
                  <a:lnTo>
                    <a:pt x="25504" y="9230"/>
                  </a:lnTo>
                  <a:lnTo>
                    <a:pt x="28368" y="5191"/>
                  </a:lnTo>
                  <a:lnTo>
                    <a:pt x="35534" y="3937"/>
                  </a:lnTo>
                  <a:lnTo>
                    <a:pt x="38031" y="7851"/>
                  </a:lnTo>
                  <a:lnTo>
                    <a:pt x="40275" y="5904"/>
                  </a:lnTo>
                  <a:lnTo>
                    <a:pt x="40017" y="4865"/>
                  </a:lnTo>
                  <a:lnTo>
                    <a:pt x="4707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h2279"/>
            <p:cNvSpPr/>
            <p:nvPr/>
          </p:nvSpPr>
          <p:spPr>
            <a:xfrm>
              <a:off x="1383777" y="1734678"/>
              <a:ext cx="37777" cy="90294"/>
            </a:xfrm>
            <a:custGeom>
              <a:avLst/>
              <a:pathLst>
                <a:path w="37777" h="90294">
                  <a:moveTo>
                    <a:pt x="19019" y="4219"/>
                  </a:moveTo>
                  <a:lnTo>
                    <a:pt x="19733" y="0"/>
                  </a:lnTo>
                  <a:lnTo>
                    <a:pt x="22028" y="359"/>
                  </a:lnTo>
                  <a:lnTo>
                    <a:pt x="26482" y="3678"/>
                  </a:lnTo>
                  <a:lnTo>
                    <a:pt x="26198" y="5180"/>
                  </a:lnTo>
                  <a:lnTo>
                    <a:pt x="22706" y="6239"/>
                  </a:lnTo>
                  <a:lnTo>
                    <a:pt x="19943" y="8203"/>
                  </a:lnTo>
                  <a:lnTo>
                    <a:pt x="19914" y="11694"/>
                  </a:lnTo>
                  <a:lnTo>
                    <a:pt x="21766" y="13804"/>
                  </a:lnTo>
                  <a:lnTo>
                    <a:pt x="24628" y="14988"/>
                  </a:lnTo>
                  <a:lnTo>
                    <a:pt x="29721" y="21531"/>
                  </a:lnTo>
                  <a:lnTo>
                    <a:pt x="31089" y="51036"/>
                  </a:lnTo>
                  <a:lnTo>
                    <a:pt x="29211" y="51520"/>
                  </a:lnTo>
                  <a:lnTo>
                    <a:pt x="30192" y="58257"/>
                  </a:lnTo>
                  <a:lnTo>
                    <a:pt x="32407" y="63551"/>
                  </a:lnTo>
                  <a:lnTo>
                    <a:pt x="32230" y="80122"/>
                  </a:lnTo>
                  <a:lnTo>
                    <a:pt x="33768" y="84552"/>
                  </a:lnTo>
                  <a:lnTo>
                    <a:pt x="36528" y="83373"/>
                  </a:lnTo>
                  <a:lnTo>
                    <a:pt x="37777" y="86822"/>
                  </a:lnTo>
                  <a:lnTo>
                    <a:pt x="34249" y="87656"/>
                  </a:lnTo>
                  <a:lnTo>
                    <a:pt x="33156" y="90294"/>
                  </a:lnTo>
                  <a:lnTo>
                    <a:pt x="28319" y="83884"/>
                  </a:lnTo>
                  <a:lnTo>
                    <a:pt x="23516" y="80484"/>
                  </a:lnTo>
                  <a:lnTo>
                    <a:pt x="541" y="82482"/>
                  </a:lnTo>
                  <a:lnTo>
                    <a:pt x="0" y="75441"/>
                  </a:lnTo>
                  <a:lnTo>
                    <a:pt x="509" y="71586"/>
                  </a:lnTo>
                  <a:lnTo>
                    <a:pt x="2961" y="71050"/>
                  </a:lnTo>
                  <a:lnTo>
                    <a:pt x="2376" y="74829"/>
                  </a:lnTo>
                  <a:lnTo>
                    <a:pt x="6079" y="73879"/>
                  </a:lnTo>
                  <a:lnTo>
                    <a:pt x="5431" y="67890"/>
                  </a:lnTo>
                  <a:lnTo>
                    <a:pt x="8665" y="63053"/>
                  </a:lnTo>
                  <a:lnTo>
                    <a:pt x="7678" y="58909"/>
                  </a:lnTo>
                  <a:lnTo>
                    <a:pt x="3357" y="53697"/>
                  </a:lnTo>
                  <a:lnTo>
                    <a:pt x="366" y="52719"/>
                  </a:lnTo>
                  <a:lnTo>
                    <a:pt x="2740" y="41201"/>
                  </a:lnTo>
                  <a:lnTo>
                    <a:pt x="5806" y="41888"/>
                  </a:lnTo>
                  <a:lnTo>
                    <a:pt x="19349" y="41272"/>
                  </a:lnTo>
                  <a:lnTo>
                    <a:pt x="18880" y="37539"/>
                  </a:lnTo>
                  <a:lnTo>
                    <a:pt x="20063" y="15118"/>
                  </a:lnTo>
                  <a:lnTo>
                    <a:pt x="15325" y="19347"/>
                  </a:lnTo>
                  <a:lnTo>
                    <a:pt x="13670" y="17474"/>
                  </a:lnTo>
                  <a:lnTo>
                    <a:pt x="13108" y="10207"/>
                  </a:lnTo>
                  <a:lnTo>
                    <a:pt x="7980" y="9435"/>
                  </a:lnTo>
                  <a:lnTo>
                    <a:pt x="8363" y="5215"/>
                  </a:lnTo>
                  <a:lnTo>
                    <a:pt x="9878" y="2633"/>
                  </a:lnTo>
                  <a:lnTo>
                    <a:pt x="14312" y="180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h2280"/>
            <p:cNvSpPr/>
            <p:nvPr/>
          </p:nvSpPr>
          <p:spPr>
            <a:xfrm>
              <a:off x="1206369" y="1514169"/>
              <a:ext cx="34894" cy="71135"/>
            </a:xfrm>
            <a:custGeom>
              <a:avLst/>
              <a:pathLst>
                <a:path w="34894" h="71135">
                  <a:moveTo>
                    <a:pt x="26931" y="3094"/>
                  </a:moveTo>
                  <a:lnTo>
                    <a:pt x="27158" y="5757"/>
                  </a:lnTo>
                  <a:lnTo>
                    <a:pt x="27286" y="8200"/>
                  </a:lnTo>
                  <a:lnTo>
                    <a:pt x="26422" y="10181"/>
                  </a:lnTo>
                  <a:lnTo>
                    <a:pt x="23467" y="13111"/>
                  </a:lnTo>
                  <a:lnTo>
                    <a:pt x="24601" y="22963"/>
                  </a:lnTo>
                  <a:lnTo>
                    <a:pt x="20028" y="23217"/>
                  </a:lnTo>
                  <a:lnTo>
                    <a:pt x="19515" y="31488"/>
                  </a:lnTo>
                  <a:lnTo>
                    <a:pt x="17520" y="34511"/>
                  </a:lnTo>
                  <a:lnTo>
                    <a:pt x="20197" y="35592"/>
                  </a:lnTo>
                  <a:lnTo>
                    <a:pt x="22699" y="40333"/>
                  </a:lnTo>
                  <a:lnTo>
                    <a:pt x="27453" y="44321"/>
                  </a:lnTo>
                  <a:lnTo>
                    <a:pt x="33277" y="44540"/>
                  </a:lnTo>
                  <a:lnTo>
                    <a:pt x="34894" y="49559"/>
                  </a:lnTo>
                  <a:lnTo>
                    <a:pt x="31454" y="58593"/>
                  </a:lnTo>
                  <a:lnTo>
                    <a:pt x="31438" y="60894"/>
                  </a:lnTo>
                  <a:lnTo>
                    <a:pt x="30079" y="65845"/>
                  </a:lnTo>
                  <a:lnTo>
                    <a:pt x="24819" y="65845"/>
                  </a:lnTo>
                  <a:lnTo>
                    <a:pt x="21772" y="69612"/>
                  </a:lnTo>
                  <a:lnTo>
                    <a:pt x="16679" y="71135"/>
                  </a:lnTo>
                  <a:lnTo>
                    <a:pt x="17477" y="68485"/>
                  </a:lnTo>
                  <a:lnTo>
                    <a:pt x="16891" y="66839"/>
                  </a:lnTo>
                  <a:lnTo>
                    <a:pt x="13666" y="67132"/>
                  </a:lnTo>
                  <a:lnTo>
                    <a:pt x="10500" y="66396"/>
                  </a:lnTo>
                  <a:lnTo>
                    <a:pt x="11977" y="61283"/>
                  </a:lnTo>
                  <a:lnTo>
                    <a:pt x="5990" y="59400"/>
                  </a:lnTo>
                  <a:lnTo>
                    <a:pt x="3578" y="52132"/>
                  </a:lnTo>
                  <a:lnTo>
                    <a:pt x="1593" y="41008"/>
                  </a:lnTo>
                  <a:lnTo>
                    <a:pt x="0" y="37610"/>
                  </a:lnTo>
                  <a:lnTo>
                    <a:pt x="2026" y="24612"/>
                  </a:lnTo>
                  <a:lnTo>
                    <a:pt x="12893" y="22344"/>
                  </a:lnTo>
                  <a:lnTo>
                    <a:pt x="11055" y="8169"/>
                  </a:lnTo>
                  <a:lnTo>
                    <a:pt x="13416" y="5341"/>
                  </a:lnTo>
                  <a:lnTo>
                    <a:pt x="2253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h2281"/>
            <p:cNvSpPr/>
            <p:nvPr/>
          </p:nvSpPr>
          <p:spPr>
            <a:xfrm>
              <a:off x="1390255" y="2030142"/>
              <a:ext cx="52364" cy="52100"/>
            </a:xfrm>
            <a:custGeom>
              <a:avLst/>
              <a:pathLst>
                <a:path w="52364" h="52100">
                  <a:moveTo>
                    <a:pt x="31203" y="76"/>
                  </a:moveTo>
                  <a:lnTo>
                    <a:pt x="33748" y="2213"/>
                  </a:lnTo>
                  <a:lnTo>
                    <a:pt x="38666" y="9606"/>
                  </a:lnTo>
                  <a:lnTo>
                    <a:pt x="40337" y="10625"/>
                  </a:lnTo>
                  <a:lnTo>
                    <a:pt x="44002" y="10747"/>
                  </a:lnTo>
                  <a:lnTo>
                    <a:pt x="43561" y="19042"/>
                  </a:lnTo>
                  <a:lnTo>
                    <a:pt x="46637" y="22249"/>
                  </a:lnTo>
                  <a:lnTo>
                    <a:pt x="47997" y="30238"/>
                  </a:lnTo>
                  <a:lnTo>
                    <a:pt x="47885" y="32649"/>
                  </a:lnTo>
                  <a:lnTo>
                    <a:pt x="45468" y="32532"/>
                  </a:lnTo>
                  <a:lnTo>
                    <a:pt x="45360" y="34490"/>
                  </a:lnTo>
                  <a:lnTo>
                    <a:pt x="46499" y="36180"/>
                  </a:lnTo>
                  <a:lnTo>
                    <a:pt x="50077" y="36369"/>
                  </a:lnTo>
                  <a:lnTo>
                    <a:pt x="52364" y="37689"/>
                  </a:lnTo>
                  <a:lnTo>
                    <a:pt x="51937" y="45503"/>
                  </a:lnTo>
                  <a:lnTo>
                    <a:pt x="48230" y="45529"/>
                  </a:lnTo>
                  <a:lnTo>
                    <a:pt x="47983" y="50609"/>
                  </a:lnTo>
                  <a:lnTo>
                    <a:pt x="40809" y="49649"/>
                  </a:lnTo>
                  <a:lnTo>
                    <a:pt x="40663" y="52100"/>
                  </a:lnTo>
                  <a:lnTo>
                    <a:pt x="35977" y="51843"/>
                  </a:lnTo>
                  <a:lnTo>
                    <a:pt x="30810" y="49106"/>
                  </a:lnTo>
                  <a:lnTo>
                    <a:pt x="28467" y="44579"/>
                  </a:lnTo>
                  <a:lnTo>
                    <a:pt x="23392" y="42513"/>
                  </a:lnTo>
                  <a:lnTo>
                    <a:pt x="8181" y="41815"/>
                  </a:lnTo>
                  <a:lnTo>
                    <a:pt x="6580" y="42696"/>
                  </a:lnTo>
                  <a:lnTo>
                    <a:pt x="5145" y="38497"/>
                  </a:lnTo>
                  <a:lnTo>
                    <a:pt x="230" y="30942"/>
                  </a:lnTo>
                  <a:lnTo>
                    <a:pt x="0" y="29293"/>
                  </a:lnTo>
                  <a:lnTo>
                    <a:pt x="878" y="28739"/>
                  </a:lnTo>
                  <a:lnTo>
                    <a:pt x="4428" y="29138"/>
                  </a:lnTo>
                  <a:lnTo>
                    <a:pt x="6596" y="30293"/>
                  </a:lnTo>
                  <a:lnTo>
                    <a:pt x="5294" y="30796"/>
                  </a:lnTo>
                  <a:lnTo>
                    <a:pt x="4731" y="34036"/>
                  </a:lnTo>
                  <a:lnTo>
                    <a:pt x="8660" y="33682"/>
                  </a:lnTo>
                  <a:lnTo>
                    <a:pt x="11306" y="29612"/>
                  </a:lnTo>
                  <a:lnTo>
                    <a:pt x="11614" y="24795"/>
                  </a:lnTo>
                  <a:lnTo>
                    <a:pt x="16375" y="25077"/>
                  </a:lnTo>
                  <a:lnTo>
                    <a:pt x="16621" y="20309"/>
                  </a:lnTo>
                  <a:lnTo>
                    <a:pt x="23892" y="20449"/>
                  </a:lnTo>
                  <a:lnTo>
                    <a:pt x="25761" y="18392"/>
                  </a:lnTo>
                  <a:lnTo>
                    <a:pt x="26404" y="17220"/>
                  </a:lnTo>
                  <a:lnTo>
                    <a:pt x="27103" y="4774"/>
                  </a:lnTo>
                  <a:lnTo>
                    <a:pt x="19874" y="4412"/>
                  </a:lnTo>
                  <a:lnTo>
                    <a:pt x="17566" y="3566"/>
                  </a:lnTo>
                  <a:lnTo>
                    <a:pt x="16416" y="2276"/>
                  </a:lnTo>
                  <a:lnTo>
                    <a:pt x="16483" y="1089"/>
                  </a:lnTo>
                  <a:lnTo>
                    <a:pt x="28151" y="1791"/>
                  </a:lnTo>
                  <a:lnTo>
                    <a:pt x="2977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h2282"/>
            <p:cNvSpPr/>
            <p:nvPr/>
          </p:nvSpPr>
          <p:spPr>
            <a:xfrm>
              <a:off x="1409566" y="1946731"/>
              <a:ext cx="112502" cy="78944"/>
            </a:xfrm>
            <a:custGeom>
              <a:avLst/>
              <a:pathLst>
                <a:path w="112502" h="78944">
                  <a:moveTo>
                    <a:pt x="41753" y="2714"/>
                  </a:moveTo>
                  <a:lnTo>
                    <a:pt x="42251" y="7289"/>
                  </a:lnTo>
                  <a:lnTo>
                    <a:pt x="47575" y="12214"/>
                  </a:lnTo>
                  <a:lnTo>
                    <a:pt x="52479" y="26122"/>
                  </a:lnTo>
                  <a:lnTo>
                    <a:pt x="62702" y="26542"/>
                  </a:lnTo>
                  <a:lnTo>
                    <a:pt x="64071" y="22115"/>
                  </a:lnTo>
                  <a:lnTo>
                    <a:pt x="67240" y="24533"/>
                  </a:lnTo>
                  <a:lnTo>
                    <a:pt x="68741" y="27270"/>
                  </a:lnTo>
                  <a:lnTo>
                    <a:pt x="72602" y="25603"/>
                  </a:lnTo>
                  <a:lnTo>
                    <a:pt x="74195" y="23408"/>
                  </a:lnTo>
                  <a:lnTo>
                    <a:pt x="76135" y="15653"/>
                  </a:lnTo>
                  <a:lnTo>
                    <a:pt x="75271" y="12807"/>
                  </a:lnTo>
                  <a:lnTo>
                    <a:pt x="79502" y="9387"/>
                  </a:lnTo>
                  <a:lnTo>
                    <a:pt x="82233" y="15856"/>
                  </a:lnTo>
                  <a:lnTo>
                    <a:pt x="82274" y="18193"/>
                  </a:lnTo>
                  <a:lnTo>
                    <a:pt x="81453" y="19609"/>
                  </a:lnTo>
                  <a:lnTo>
                    <a:pt x="82354" y="21726"/>
                  </a:lnTo>
                  <a:lnTo>
                    <a:pt x="85167" y="21910"/>
                  </a:lnTo>
                  <a:lnTo>
                    <a:pt x="85552" y="20618"/>
                  </a:lnTo>
                  <a:lnTo>
                    <a:pt x="88068" y="18130"/>
                  </a:lnTo>
                  <a:lnTo>
                    <a:pt x="91076" y="17528"/>
                  </a:lnTo>
                  <a:lnTo>
                    <a:pt x="91408" y="20028"/>
                  </a:lnTo>
                  <a:lnTo>
                    <a:pt x="93219" y="22226"/>
                  </a:lnTo>
                  <a:lnTo>
                    <a:pt x="95706" y="21168"/>
                  </a:lnTo>
                  <a:lnTo>
                    <a:pt x="100699" y="9897"/>
                  </a:lnTo>
                  <a:lnTo>
                    <a:pt x="103787" y="8710"/>
                  </a:lnTo>
                  <a:lnTo>
                    <a:pt x="106615" y="9325"/>
                  </a:lnTo>
                  <a:lnTo>
                    <a:pt x="106797" y="5334"/>
                  </a:lnTo>
                  <a:lnTo>
                    <a:pt x="107260" y="7585"/>
                  </a:lnTo>
                  <a:lnTo>
                    <a:pt x="112502" y="9774"/>
                  </a:lnTo>
                  <a:lnTo>
                    <a:pt x="110364" y="13041"/>
                  </a:lnTo>
                  <a:lnTo>
                    <a:pt x="107489" y="13499"/>
                  </a:lnTo>
                  <a:lnTo>
                    <a:pt x="106183" y="16746"/>
                  </a:lnTo>
                  <a:lnTo>
                    <a:pt x="106732" y="17864"/>
                  </a:lnTo>
                  <a:lnTo>
                    <a:pt x="106105" y="20373"/>
                  </a:lnTo>
                  <a:lnTo>
                    <a:pt x="108231" y="25378"/>
                  </a:lnTo>
                  <a:lnTo>
                    <a:pt x="107868" y="26640"/>
                  </a:lnTo>
                  <a:lnTo>
                    <a:pt x="102331" y="25873"/>
                  </a:lnTo>
                  <a:lnTo>
                    <a:pt x="101659" y="27676"/>
                  </a:lnTo>
                  <a:lnTo>
                    <a:pt x="102794" y="32852"/>
                  </a:lnTo>
                  <a:lnTo>
                    <a:pt x="97725" y="40970"/>
                  </a:lnTo>
                  <a:lnTo>
                    <a:pt x="99383" y="41961"/>
                  </a:lnTo>
                  <a:lnTo>
                    <a:pt x="100985" y="44393"/>
                  </a:lnTo>
                  <a:lnTo>
                    <a:pt x="101470" y="54974"/>
                  </a:lnTo>
                  <a:lnTo>
                    <a:pt x="100505" y="57733"/>
                  </a:lnTo>
                  <a:lnTo>
                    <a:pt x="97898" y="59379"/>
                  </a:lnTo>
                  <a:lnTo>
                    <a:pt x="96401" y="59422"/>
                  </a:lnTo>
                  <a:lnTo>
                    <a:pt x="94358" y="62176"/>
                  </a:lnTo>
                  <a:lnTo>
                    <a:pt x="91578" y="68594"/>
                  </a:lnTo>
                  <a:lnTo>
                    <a:pt x="90227" y="67748"/>
                  </a:lnTo>
                  <a:lnTo>
                    <a:pt x="89251" y="69782"/>
                  </a:lnTo>
                  <a:lnTo>
                    <a:pt x="90526" y="75647"/>
                  </a:lnTo>
                  <a:lnTo>
                    <a:pt x="88872" y="76952"/>
                  </a:lnTo>
                  <a:lnTo>
                    <a:pt x="86754" y="75548"/>
                  </a:lnTo>
                  <a:lnTo>
                    <a:pt x="85602" y="72861"/>
                  </a:lnTo>
                  <a:lnTo>
                    <a:pt x="83348" y="70648"/>
                  </a:lnTo>
                  <a:lnTo>
                    <a:pt x="81854" y="70693"/>
                  </a:lnTo>
                  <a:lnTo>
                    <a:pt x="72243" y="75583"/>
                  </a:lnTo>
                  <a:lnTo>
                    <a:pt x="69993" y="77547"/>
                  </a:lnTo>
                  <a:lnTo>
                    <a:pt x="68230" y="78944"/>
                  </a:lnTo>
                  <a:lnTo>
                    <a:pt x="58105" y="76294"/>
                  </a:lnTo>
                  <a:lnTo>
                    <a:pt x="58522" y="71355"/>
                  </a:lnTo>
                  <a:lnTo>
                    <a:pt x="57644" y="68227"/>
                  </a:lnTo>
                  <a:lnTo>
                    <a:pt x="52860" y="60544"/>
                  </a:lnTo>
                  <a:lnTo>
                    <a:pt x="49540" y="61498"/>
                  </a:lnTo>
                  <a:lnTo>
                    <a:pt x="50292" y="65271"/>
                  </a:lnTo>
                  <a:lnTo>
                    <a:pt x="45468" y="65759"/>
                  </a:lnTo>
                  <a:lnTo>
                    <a:pt x="44412" y="67017"/>
                  </a:lnTo>
                  <a:lnTo>
                    <a:pt x="44278" y="70904"/>
                  </a:lnTo>
                  <a:lnTo>
                    <a:pt x="39762" y="75567"/>
                  </a:lnTo>
                  <a:lnTo>
                    <a:pt x="34485" y="73632"/>
                  </a:lnTo>
                  <a:lnTo>
                    <a:pt x="34155" y="67736"/>
                  </a:lnTo>
                  <a:lnTo>
                    <a:pt x="27422" y="67443"/>
                  </a:lnTo>
                  <a:lnTo>
                    <a:pt x="27291" y="70918"/>
                  </a:lnTo>
                  <a:lnTo>
                    <a:pt x="25148" y="71638"/>
                  </a:lnTo>
                  <a:lnTo>
                    <a:pt x="15793" y="67808"/>
                  </a:lnTo>
                  <a:lnTo>
                    <a:pt x="18060" y="62865"/>
                  </a:lnTo>
                  <a:lnTo>
                    <a:pt x="11698" y="60446"/>
                  </a:lnTo>
                  <a:lnTo>
                    <a:pt x="8190" y="62444"/>
                  </a:lnTo>
                  <a:lnTo>
                    <a:pt x="6327" y="60390"/>
                  </a:lnTo>
                  <a:lnTo>
                    <a:pt x="9643" y="57596"/>
                  </a:lnTo>
                  <a:lnTo>
                    <a:pt x="9727" y="56663"/>
                  </a:lnTo>
                  <a:lnTo>
                    <a:pt x="5945" y="55942"/>
                  </a:lnTo>
                  <a:lnTo>
                    <a:pt x="5817" y="50241"/>
                  </a:lnTo>
                  <a:lnTo>
                    <a:pt x="10147" y="48611"/>
                  </a:lnTo>
                  <a:lnTo>
                    <a:pt x="6210" y="46106"/>
                  </a:lnTo>
                  <a:lnTo>
                    <a:pt x="0" y="46239"/>
                  </a:lnTo>
                  <a:lnTo>
                    <a:pt x="685" y="40434"/>
                  </a:lnTo>
                  <a:lnTo>
                    <a:pt x="9694" y="33139"/>
                  </a:lnTo>
                  <a:lnTo>
                    <a:pt x="8986" y="25116"/>
                  </a:lnTo>
                  <a:lnTo>
                    <a:pt x="7130" y="25487"/>
                  </a:lnTo>
                  <a:lnTo>
                    <a:pt x="5470" y="19935"/>
                  </a:lnTo>
                  <a:lnTo>
                    <a:pt x="7644" y="17046"/>
                  </a:lnTo>
                  <a:lnTo>
                    <a:pt x="10497" y="15259"/>
                  </a:lnTo>
                  <a:lnTo>
                    <a:pt x="14725" y="6969"/>
                  </a:lnTo>
                  <a:lnTo>
                    <a:pt x="17730" y="9270"/>
                  </a:lnTo>
                  <a:lnTo>
                    <a:pt x="20471" y="12715"/>
                  </a:lnTo>
                  <a:lnTo>
                    <a:pt x="19977" y="4811"/>
                  </a:lnTo>
                  <a:lnTo>
                    <a:pt x="26764" y="3283"/>
                  </a:lnTo>
                  <a:lnTo>
                    <a:pt x="31811" y="4070"/>
                  </a:lnTo>
                  <a:lnTo>
                    <a:pt x="33136" y="1600"/>
                  </a:lnTo>
                  <a:lnTo>
                    <a:pt x="32823" y="373"/>
                  </a:lnTo>
                  <a:lnTo>
                    <a:pt x="4032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h2283"/>
            <p:cNvSpPr/>
            <p:nvPr/>
          </p:nvSpPr>
          <p:spPr>
            <a:xfrm>
              <a:off x="1385005" y="2031231"/>
              <a:ext cx="32353" cy="32947"/>
            </a:xfrm>
            <a:custGeom>
              <a:avLst/>
              <a:pathLst>
                <a:path w="32353" h="32947">
                  <a:moveTo>
                    <a:pt x="21733" y="0"/>
                  </a:moveTo>
                  <a:lnTo>
                    <a:pt x="21665" y="1187"/>
                  </a:lnTo>
                  <a:lnTo>
                    <a:pt x="22815" y="2477"/>
                  </a:lnTo>
                  <a:lnTo>
                    <a:pt x="25123" y="3323"/>
                  </a:lnTo>
                  <a:lnTo>
                    <a:pt x="32353" y="3685"/>
                  </a:lnTo>
                  <a:lnTo>
                    <a:pt x="31653" y="16131"/>
                  </a:lnTo>
                  <a:lnTo>
                    <a:pt x="31010" y="17303"/>
                  </a:lnTo>
                  <a:lnTo>
                    <a:pt x="29141" y="19360"/>
                  </a:lnTo>
                  <a:lnTo>
                    <a:pt x="21870" y="19220"/>
                  </a:lnTo>
                  <a:lnTo>
                    <a:pt x="21624" y="23987"/>
                  </a:lnTo>
                  <a:lnTo>
                    <a:pt x="16863" y="23706"/>
                  </a:lnTo>
                  <a:lnTo>
                    <a:pt x="16556" y="28523"/>
                  </a:lnTo>
                  <a:lnTo>
                    <a:pt x="13909" y="32593"/>
                  </a:lnTo>
                  <a:lnTo>
                    <a:pt x="9980" y="32947"/>
                  </a:lnTo>
                  <a:lnTo>
                    <a:pt x="10543" y="29707"/>
                  </a:lnTo>
                  <a:lnTo>
                    <a:pt x="11845" y="29204"/>
                  </a:lnTo>
                  <a:lnTo>
                    <a:pt x="9678" y="28049"/>
                  </a:lnTo>
                  <a:lnTo>
                    <a:pt x="6128" y="27650"/>
                  </a:lnTo>
                  <a:lnTo>
                    <a:pt x="5978" y="26508"/>
                  </a:lnTo>
                  <a:lnTo>
                    <a:pt x="6335" y="25897"/>
                  </a:lnTo>
                  <a:lnTo>
                    <a:pt x="4075" y="21937"/>
                  </a:lnTo>
                  <a:lnTo>
                    <a:pt x="0" y="18839"/>
                  </a:lnTo>
                  <a:lnTo>
                    <a:pt x="6911" y="11196"/>
                  </a:lnTo>
                  <a:lnTo>
                    <a:pt x="10293" y="10064"/>
                  </a:lnTo>
                  <a:lnTo>
                    <a:pt x="14102" y="1026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h2284"/>
            <p:cNvSpPr/>
            <p:nvPr/>
          </p:nvSpPr>
          <p:spPr>
            <a:xfrm>
              <a:off x="1155663" y="1430791"/>
              <a:ext cx="76873" cy="151761"/>
            </a:xfrm>
            <a:custGeom>
              <a:avLst/>
              <a:pathLst>
                <a:path w="76873" h="151761">
                  <a:moveTo>
                    <a:pt x="73972" y="22919"/>
                  </a:moveTo>
                  <a:lnTo>
                    <a:pt x="73230" y="33337"/>
                  </a:lnTo>
                  <a:lnTo>
                    <a:pt x="70765" y="33048"/>
                  </a:lnTo>
                  <a:lnTo>
                    <a:pt x="70173" y="46978"/>
                  </a:lnTo>
                  <a:lnTo>
                    <a:pt x="67069" y="55428"/>
                  </a:lnTo>
                  <a:lnTo>
                    <a:pt x="76873" y="54674"/>
                  </a:lnTo>
                  <a:lnTo>
                    <a:pt x="76051" y="57767"/>
                  </a:lnTo>
                  <a:lnTo>
                    <a:pt x="75244" y="60516"/>
                  </a:lnTo>
                  <a:lnTo>
                    <a:pt x="69115" y="58644"/>
                  </a:lnTo>
                  <a:lnTo>
                    <a:pt x="65128" y="70475"/>
                  </a:lnTo>
                  <a:lnTo>
                    <a:pt x="68326" y="70223"/>
                  </a:lnTo>
                  <a:lnTo>
                    <a:pt x="71137" y="72508"/>
                  </a:lnTo>
                  <a:lnTo>
                    <a:pt x="72594" y="75206"/>
                  </a:lnTo>
                  <a:lnTo>
                    <a:pt x="73521" y="79985"/>
                  </a:lnTo>
                  <a:lnTo>
                    <a:pt x="73240" y="83378"/>
                  </a:lnTo>
                  <a:lnTo>
                    <a:pt x="64121" y="88720"/>
                  </a:lnTo>
                  <a:lnTo>
                    <a:pt x="61760" y="91547"/>
                  </a:lnTo>
                  <a:lnTo>
                    <a:pt x="63598" y="105722"/>
                  </a:lnTo>
                  <a:lnTo>
                    <a:pt x="52731" y="107990"/>
                  </a:lnTo>
                  <a:lnTo>
                    <a:pt x="50705" y="120988"/>
                  </a:lnTo>
                  <a:lnTo>
                    <a:pt x="52298" y="124386"/>
                  </a:lnTo>
                  <a:lnTo>
                    <a:pt x="54284" y="135510"/>
                  </a:lnTo>
                  <a:lnTo>
                    <a:pt x="56696" y="142778"/>
                  </a:lnTo>
                  <a:lnTo>
                    <a:pt x="62682" y="144661"/>
                  </a:lnTo>
                  <a:lnTo>
                    <a:pt x="61205" y="149775"/>
                  </a:lnTo>
                  <a:lnTo>
                    <a:pt x="54642" y="151761"/>
                  </a:lnTo>
                  <a:lnTo>
                    <a:pt x="49194" y="151219"/>
                  </a:lnTo>
                  <a:lnTo>
                    <a:pt x="49376" y="150583"/>
                  </a:lnTo>
                  <a:lnTo>
                    <a:pt x="41192" y="146935"/>
                  </a:lnTo>
                  <a:lnTo>
                    <a:pt x="32606" y="138545"/>
                  </a:lnTo>
                  <a:lnTo>
                    <a:pt x="32888" y="137344"/>
                  </a:lnTo>
                  <a:lnTo>
                    <a:pt x="36684" y="135484"/>
                  </a:lnTo>
                  <a:lnTo>
                    <a:pt x="37041" y="131104"/>
                  </a:lnTo>
                  <a:lnTo>
                    <a:pt x="34461" y="131338"/>
                  </a:lnTo>
                  <a:lnTo>
                    <a:pt x="34847" y="128698"/>
                  </a:lnTo>
                  <a:lnTo>
                    <a:pt x="36595" y="125434"/>
                  </a:lnTo>
                  <a:lnTo>
                    <a:pt x="33890" y="122193"/>
                  </a:lnTo>
                  <a:lnTo>
                    <a:pt x="29675" y="122520"/>
                  </a:lnTo>
                  <a:lnTo>
                    <a:pt x="28038" y="120811"/>
                  </a:lnTo>
                  <a:lnTo>
                    <a:pt x="27298" y="118014"/>
                  </a:lnTo>
                  <a:lnTo>
                    <a:pt x="30953" y="115506"/>
                  </a:lnTo>
                  <a:lnTo>
                    <a:pt x="32499" y="112737"/>
                  </a:lnTo>
                  <a:lnTo>
                    <a:pt x="22149" y="108981"/>
                  </a:lnTo>
                  <a:lnTo>
                    <a:pt x="21352" y="102350"/>
                  </a:lnTo>
                  <a:lnTo>
                    <a:pt x="16718" y="100589"/>
                  </a:lnTo>
                  <a:lnTo>
                    <a:pt x="22392" y="91606"/>
                  </a:lnTo>
                  <a:lnTo>
                    <a:pt x="22690" y="87448"/>
                  </a:lnTo>
                  <a:lnTo>
                    <a:pt x="18294" y="81902"/>
                  </a:lnTo>
                  <a:lnTo>
                    <a:pt x="12072" y="78676"/>
                  </a:lnTo>
                  <a:lnTo>
                    <a:pt x="16377" y="70940"/>
                  </a:lnTo>
                  <a:lnTo>
                    <a:pt x="7514" y="66153"/>
                  </a:lnTo>
                  <a:lnTo>
                    <a:pt x="9637" y="60767"/>
                  </a:lnTo>
                  <a:lnTo>
                    <a:pt x="6538" y="58345"/>
                  </a:lnTo>
                  <a:lnTo>
                    <a:pt x="1011" y="56521"/>
                  </a:lnTo>
                  <a:lnTo>
                    <a:pt x="2617" y="50896"/>
                  </a:lnTo>
                  <a:lnTo>
                    <a:pt x="9220" y="52530"/>
                  </a:lnTo>
                  <a:lnTo>
                    <a:pt x="8728" y="49095"/>
                  </a:lnTo>
                  <a:lnTo>
                    <a:pt x="6114" y="45771"/>
                  </a:lnTo>
                  <a:lnTo>
                    <a:pt x="2405" y="43832"/>
                  </a:lnTo>
                  <a:lnTo>
                    <a:pt x="0" y="43871"/>
                  </a:lnTo>
                  <a:lnTo>
                    <a:pt x="133" y="40385"/>
                  </a:lnTo>
                  <a:lnTo>
                    <a:pt x="6160" y="39677"/>
                  </a:lnTo>
                  <a:lnTo>
                    <a:pt x="4521" y="30467"/>
                  </a:lnTo>
                  <a:lnTo>
                    <a:pt x="7302" y="29695"/>
                  </a:lnTo>
                  <a:lnTo>
                    <a:pt x="9904" y="27475"/>
                  </a:lnTo>
                  <a:lnTo>
                    <a:pt x="11164" y="22725"/>
                  </a:lnTo>
                  <a:lnTo>
                    <a:pt x="12629" y="29897"/>
                  </a:lnTo>
                  <a:lnTo>
                    <a:pt x="21796" y="22660"/>
                  </a:lnTo>
                  <a:lnTo>
                    <a:pt x="14692" y="14566"/>
                  </a:lnTo>
                  <a:lnTo>
                    <a:pt x="15420" y="10367"/>
                  </a:lnTo>
                  <a:lnTo>
                    <a:pt x="18760" y="8884"/>
                  </a:lnTo>
                  <a:lnTo>
                    <a:pt x="23037" y="8219"/>
                  </a:lnTo>
                  <a:lnTo>
                    <a:pt x="2295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h2285"/>
            <p:cNvSpPr/>
            <p:nvPr/>
          </p:nvSpPr>
          <p:spPr>
            <a:xfrm>
              <a:off x="1432785" y="1714286"/>
              <a:ext cx="45924" cy="44647"/>
            </a:xfrm>
            <a:custGeom>
              <a:avLst/>
              <a:pathLst>
                <a:path w="45924" h="44647">
                  <a:moveTo>
                    <a:pt x="25076" y="6467"/>
                  </a:moveTo>
                  <a:lnTo>
                    <a:pt x="27131" y="12979"/>
                  </a:lnTo>
                  <a:lnTo>
                    <a:pt x="33093" y="11263"/>
                  </a:lnTo>
                  <a:lnTo>
                    <a:pt x="38437" y="11915"/>
                  </a:lnTo>
                  <a:lnTo>
                    <a:pt x="43868" y="17950"/>
                  </a:lnTo>
                  <a:lnTo>
                    <a:pt x="45189" y="19462"/>
                  </a:lnTo>
                  <a:lnTo>
                    <a:pt x="45924" y="27171"/>
                  </a:lnTo>
                  <a:lnTo>
                    <a:pt x="42077" y="32057"/>
                  </a:lnTo>
                  <a:lnTo>
                    <a:pt x="38555" y="34958"/>
                  </a:lnTo>
                  <a:lnTo>
                    <a:pt x="37262" y="33965"/>
                  </a:lnTo>
                  <a:lnTo>
                    <a:pt x="34905" y="35604"/>
                  </a:lnTo>
                  <a:lnTo>
                    <a:pt x="34453" y="41125"/>
                  </a:lnTo>
                  <a:lnTo>
                    <a:pt x="33004" y="41651"/>
                  </a:lnTo>
                  <a:lnTo>
                    <a:pt x="28771" y="40900"/>
                  </a:lnTo>
                  <a:lnTo>
                    <a:pt x="28313" y="44135"/>
                  </a:lnTo>
                  <a:lnTo>
                    <a:pt x="27093" y="44647"/>
                  </a:lnTo>
                  <a:lnTo>
                    <a:pt x="21041" y="42654"/>
                  </a:lnTo>
                  <a:lnTo>
                    <a:pt x="23918" y="38913"/>
                  </a:lnTo>
                  <a:lnTo>
                    <a:pt x="21366" y="37837"/>
                  </a:lnTo>
                  <a:lnTo>
                    <a:pt x="19165" y="37286"/>
                  </a:lnTo>
                  <a:lnTo>
                    <a:pt x="11790" y="39140"/>
                  </a:lnTo>
                  <a:lnTo>
                    <a:pt x="10528" y="34323"/>
                  </a:lnTo>
                  <a:lnTo>
                    <a:pt x="7596" y="28719"/>
                  </a:lnTo>
                  <a:lnTo>
                    <a:pt x="5748" y="27029"/>
                  </a:lnTo>
                  <a:lnTo>
                    <a:pt x="4403" y="26784"/>
                  </a:lnTo>
                  <a:lnTo>
                    <a:pt x="132" y="17809"/>
                  </a:lnTo>
                  <a:lnTo>
                    <a:pt x="0" y="16380"/>
                  </a:lnTo>
                  <a:lnTo>
                    <a:pt x="5041" y="12111"/>
                  </a:lnTo>
                  <a:lnTo>
                    <a:pt x="11378" y="11687"/>
                  </a:lnTo>
                  <a:lnTo>
                    <a:pt x="3160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h2286"/>
            <p:cNvSpPr/>
            <p:nvPr/>
          </p:nvSpPr>
          <p:spPr>
            <a:xfrm>
              <a:off x="1472052" y="1686066"/>
              <a:ext cx="24732" cy="33007"/>
            </a:xfrm>
            <a:custGeom>
              <a:avLst/>
              <a:pathLst>
                <a:path w="24732" h="33007">
                  <a:moveTo>
                    <a:pt x="15610" y="1008"/>
                  </a:moveTo>
                  <a:lnTo>
                    <a:pt x="17642" y="2085"/>
                  </a:lnTo>
                  <a:lnTo>
                    <a:pt x="20735" y="8673"/>
                  </a:lnTo>
                  <a:lnTo>
                    <a:pt x="20614" y="10700"/>
                  </a:lnTo>
                  <a:lnTo>
                    <a:pt x="24661" y="14282"/>
                  </a:lnTo>
                  <a:lnTo>
                    <a:pt x="24732" y="15150"/>
                  </a:lnTo>
                  <a:lnTo>
                    <a:pt x="17362" y="17021"/>
                  </a:lnTo>
                  <a:lnTo>
                    <a:pt x="19793" y="26315"/>
                  </a:lnTo>
                  <a:lnTo>
                    <a:pt x="19687" y="31410"/>
                  </a:lnTo>
                  <a:lnTo>
                    <a:pt x="15194" y="33007"/>
                  </a:lnTo>
                  <a:lnTo>
                    <a:pt x="10140" y="28501"/>
                  </a:lnTo>
                  <a:lnTo>
                    <a:pt x="6669" y="27810"/>
                  </a:lnTo>
                  <a:lnTo>
                    <a:pt x="4717" y="22796"/>
                  </a:lnTo>
                  <a:lnTo>
                    <a:pt x="167" y="21570"/>
                  </a:lnTo>
                  <a:lnTo>
                    <a:pt x="1278" y="17752"/>
                  </a:lnTo>
                  <a:lnTo>
                    <a:pt x="0" y="13467"/>
                  </a:lnTo>
                  <a:lnTo>
                    <a:pt x="1008" y="8436"/>
                  </a:lnTo>
                  <a:lnTo>
                    <a:pt x="4337" y="4506"/>
                  </a:lnTo>
                  <a:lnTo>
                    <a:pt x="3962" y="1993"/>
                  </a:lnTo>
                  <a:lnTo>
                    <a:pt x="457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h2287"/>
            <p:cNvSpPr/>
            <p:nvPr/>
          </p:nvSpPr>
          <p:spPr>
            <a:xfrm>
              <a:off x="963986" y="1358785"/>
              <a:ext cx="178274" cy="157944"/>
            </a:xfrm>
            <a:custGeom>
              <a:avLst/>
              <a:pathLst>
                <a:path w="178274" h="157944">
                  <a:moveTo>
                    <a:pt x="70109" y="7056"/>
                  </a:moveTo>
                  <a:lnTo>
                    <a:pt x="60238" y="25855"/>
                  </a:lnTo>
                  <a:lnTo>
                    <a:pt x="67266" y="29590"/>
                  </a:lnTo>
                  <a:lnTo>
                    <a:pt x="69515" y="25167"/>
                  </a:lnTo>
                  <a:lnTo>
                    <a:pt x="74960" y="41144"/>
                  </a:lnTo>
                  <a:lnTo>
                    <a:pt x="84521" y="41454"/>
                  </a:lnTo>
                  <a:lnTo>
                    <a:pt x="83273" y="47307"/>
                  </a:lnTo>
                  <a:lnTo>
                    <a:pt x="90479" y="48841"/>
                  </a:lnTo>
                  <a:lnTo>
                    <a:pt x="89916" y="51979"/>
                  </a:lnTo>
                  <a:lnTo>
                    <a:pt x="101372" y="52374"/>
                  </a:lnTo>
                  <a:lnTo>
                    <a:pt x="103776" y="53209"/>
                  </a:lnTo>
                  <a:lnTo>
                    <a:pt x="102571" y="57252"/>
                  </a:lnTo>
                  <a:lnTo>
                    <a:pt x="104315" y="60295"/>
                  </a:lnTo>
                  <a:lnTo>
                    <a:pt x="106547" y="59483"/>
                  </a:lnTo>
                  <a:lnTo>
                    <a:pt x="110997" y="69373"/>
                  </a:lnTo>
                  <a:lnTo>
                    <a:pt x="105939" y="71649"/>
                  </a:lnTo>
                  <a:lnTo>
                    <a:pt x="108229" y="76717"/>
                  </a:lnTo>
                  <a:lnTo>
                    <a:pt x="105026" y="85859"/>
                  </a:lnTo>
                  <a:lnTo>
                    <a:pt x="112960" y="86728"/>
                  </a:lnTo>
                  <a:lnTo>
                    <a:pt x="112248" y="94045"/>
                  </a:lnTo>
                  <a:lnTo>
                    <a:pt x="114741" y="98803"/>
                  </a:lnTo>
                  <a:lnTo>
                    <a:pt x="122548" y="94531"/>
                  </a:lnTo>
                  <a:lnTo>
                    <a:pt x="118997" y="102432"/>
                  </a:lnTo>
                  <a:lnTo>
                    <a:pt x="119474" y="102803"/>
                  </a:lnTo>
                  <a:lnTo>
                    <a:pt x="128472" y="96219"/>
                  </a:lnTo>
                  <a:lnTo>
                    <a:pt x="127585" y="105441"/>
                  </a:lnTo>
                  <a:lnTo>
                    <a:pt x="131361" y="106502"/>
                  </a:lnTo>
                  <a:lnTo>
                    <a:pt x="130768" y="110985"/>
                  </a:lnTo>
                  <a:lnTo>
                    <a:pt x="135423" y="111998"/>
                  </a:lnTo>
                  <a:lnTo>
                    <a:pt x="136338" y="107780"/>
                  </a:lnTo>
                  <a:lnTo>
                    <a:pt x="145104" y="108447"/>
                  </a:lnTo>
                  <a:lnTo>
                    <a:pt x="145322" y="104664"/>
                  </a:lnTo>
                  <a:lnTo>
                    <a:pt x="146569" y="103810"/>
                  </a:lnTo>
                  <a:lnTo>
                    <a:pt x="150141" y="104024"/>
                  </a:lnTo>
                  <a:lnTo>
                    <a:pt x="150413" y="99705"/>
                  </a:lnTo>
                  <a:lnTo>
                    <a:pt x="149305" y="98356"/>
                  </a:lnTo>
                  <a:lnTo>
                    <a:pt x="147308" y="91363"/>
                  </a:lnTo>
                  <a:lnTo>
                    <a:pt x="152334" y="87979"/>
                  </a:lnTo>
                  <a:lnTo>
                    <a:pt x="152874" y="81443"/>
                  </a:lnTo>
                  <a:lnTo>
                    <a:pt x="161729" y="81465"/>
                  </a:lnTo>
                  <a:lnTo>
                    <a:pt x="166807" y="77340"/>
                  </a:lnTo>
                  <a:lnTo>
                    <a:pt x="170251" y="77596"/>
                  </a:lnTo>
                  <a:lnTo>
                    <a:pt x="170242" y="79293"/>
                  </a:lnTo>
                  <a:lnTo>
                    <a:pt x="171445" y="79413"/>
                  </a:lnTo>
                  <a:lnTo>
                    <a:pt x="172974" y="77800"/>
                  </a:lnTo>
                  <a:lnTo>
                    <a:pt x="172649" y="74157"/>
                  </a:lnTo>
                  <a:lnTo>
                    <a:pt x="178274" y="75191"/>
                  </a:lnTo>
                  <a:lnTo>
                    <a:pt x="176917" y="75879"/>
                  </a:lnTo>
                  <a:lnTo>
                    <a:pt x="175032" y="79736"/>
                  </a:lnTo>
                  <a:lnTo>
                    <a:pt x="174692" y="84014"/>
                  </a:lnTo>
                  <a:lnTo>
                    <a:pt x="171139" y="83659"/>
                  </a:lnTo>
                  <a:lnTo>
                    <a:pt x="170513" y="92132"/>
                  </a:lnTo>
                  <a:lnTo>
                    <a:pt x="167467" y="94172"/>
                  </a:lnTo>
                  <a:lnTo>
                    <a:pt x="165968" y="100085"/>
                  </a:lnTo>
                  <a:lnTo>
                    <a:pt x="167959" y="103783"/>
                  </a:lnTo>
                  <a:lnTo>
                    <a:pt x="169293" y="104094"/>
                  </a:lnTo>
                  <a:lnTo>
                    <a:pt x="172556" y="107059"/>
                  </a:lnTo>
                  <a:lnTo>
                    <a:pt x="167787" y="109683"/>
                  </a:lnTo>
                  <a:lnTo>
                    <a:pt x="166260" y="108405"/>
                  </a:lnTo>
                  <a:lnTo>
                    <a:pt x="157862" y="112037"/>
                  </a:lnTo>
                  <a:lnTo>
                    <a:pt x="154120" y="120098"/>
                  </a:lnTo>
                  <a:lnTo>
                    <a:pt x="146286" y="121459"/>
                  </a:lnTo>
                  <a:lnTo>
                    <a:pt x="143249" y="122892"/>
                  </a:lnTo>
                  <a:lnTo>
                    <a:pt x="138952" y="129412"/>
                  </a:lnTo>
                  <a:lnTo>
                    <a:pt x="136699" y="131543"/>
                  </a:lnTo>
                  <a:lnTo>
                    <a:pt x="134328" y="127985"/>
                  </a:lnTo>
                  <a:lnTo>
                    <a:pt x="129254" y="127182"/>
                  </a:lnTo>
                  <a:lnTo>
                    <a:pt x="124364" y="131673"/>
                  </a:lnTo>
                  <a:lnTo>
                    <a:pt x="108276" y="140513"/>
                  </a:lnTo>
                  <a:lnTo>
                    <a:pt x="113444" y="150468"/>
                  </a:lnTo>
                  <a:lnTo>
                    <a:pt x="117038" y="148863"/>
                  </a:lnTo>
                  <a:lnTo>
                    <a:pt x="118561" y="151804"/>
                  </a:lnTo>
                  <a:lnTo>
                    <a:pt x="112729" y="152493"/>
                  </a:lnTo>
                  <a:lnTo>
                    <a:pt x="107894" y="151748"/>
                  </a:lnTo>
                  <a:lnTo>
                    <a:pt x="108660" y="149828"/>
                  </a:lnTo>
                  <a:lnTo>
                    <a:pt x="105673" y="148937"/>
                  </a:lnTo>
                  <a:lnTo>
                    <a:pt x="105628" y="155123"/>
                  </a:lnTo>
                  <a:lnTo>
                    <a:pt x="100785" y="157243"/>
                  </a:lnTo>
                  <a:lnTo>
                    <a:pt x="96929" y="157944"/>
                  </a:lnTo>
                  <a:lnTo>
                    <a:pt x="96991" y="153352"/>
                  </a:lnTo>
                  <a:lnTo>
                    <a:pt x="94444" y="143481"/>
                  </a:lnTo>
                  <a:lnTo>
                    <a:pt x="95390" y="142786"/>
                  </a:lnTo>
                  <a:lnTo>
                    <a:pt x="95249" y="145774"/>
                  </a:lnTo>
                  <a:lnTo>
                    <a:pt x="97933" y="152193"/>
                  </a:lnTo>
                  <a:lnTo>
                    <a:pt x="101717" y="147424"/>
                  </a:lnTo>
                  <a:lnTo>
                    <a:pt x="102465" y="142320"/>
                  </a:lnTo>
                  <a:lnTo>
                    <a:pt x="100824" y="133587"/>
                  </a:lnTo>
                  <a:lnTo>
                    <a:pt x="97943" y="125085"/>
                  </a:lnTo>
                  <a:lnTo>
                    <a:pt x="97262" y="124770"/>
                  </a:lnTo>
                  <a:lnTo>
                    <a:pt x="96713" y="126044"/>
                  </a:lnTo>
                  <a:lnTo>
                    <a:pt x="89247" y="121336"/>
                  </a:lnTo>
                  <a:lnTo>
                    <a:pt x="70732" y="114208"/>
                  </a:lnTo>
                  <a:lnTo>
                    <a:pt x="50597" y="108544"/>
                  </a:lnTo>
                  <a:lnTo>
                    <a:pt x="48398" y="105479"/>
                  </a:lnTo>
                  <a:lnTo>
                    <a:pt x="41010" y="103522"/>
                  </a:lnTo>
                  <a:lnTo>
                    <a:pt x="38991" y="101334"/>
                  </a:lnTo>
                  <a:lnTo>
                    <a:pt x="42572" y="101609"/>
                  </a:lnTo>
                  <a:lnTo>
                    <a:pt x="43147" y="98898"/>
                  </a:lnTo>
                  <a:lnTo>
                    <a:pt x="40795" y="83164"/>
                  </a:lnTo>
                  <a:lnTo>
                    <a:pt x="36704" y="78355"/>
                  </a:lnTo>
                  <a:lnTo>
                    <a:pt x="13167" y="64190"/>
                  </a:lnTo>
                  <a:lnTo>
                    <a:pt x="11253" y="64346"/>
                  </a:lnTo>
                  <a:lnTo>
                    <a:pt x="10537" y="65108"/>
                  </a:lnTo>
                  <a:lnTo>
                    <a:pt x="7322" y="63280"/>
                  </a:lnTo>
                  <a:lnTo>
                    <a:pt x="5736" y="60709"/>
                  </a:lnTo>
                  <a:lnTo>
                    <a:pt x="4192" y="60176"/>
                  </a:lnTo>
                  <a:lnTo>
                    <a:pt x="4254" y="65833"/>
                  </a:lnTo>
                  <a:lnTo>
                    <a:pt x="5716" y="67803"/>
                  </a:lnTo>
                  <a:lnTo>
                    <a:pt x="5461" y="69696"/>
                  </a:lnTo>
                  <a:lnTo>
                    <a:pt x="2314" y="73504"/>
                  </a:lnTo>
                  <a:lnTo>
                    <a:pt x="0" y="74124"/>
                  </a:lnTo>
                  <a:lnTo>
                    <a:pt x="1810" y="73347"/>
                  </a:lnTo>
                  <a:lnTo>
                    <a:pt x="2962" y="49084"/>
                  </a:lnTo>
                  <a:lnTo>
                    <a:pt x="22854" y="13914"/>
                  </a:lnTo>
                  <a:lnTo>
                    <a:pt x="24627" y="55305"/>
                  </a:lnTo>
                  <a:lnTo>
                    <a:pt x="32326" y="54172"/>
                  </a:lnTo>
                  <a:lnTo>
                    <a:pt x="36982" y="69269"/>
                  </a:lnTo>
                  <a:lnTo>
                    <a:pt x="38483" y="46104"/>
                  </a:lnTo>
                  <a:lnTo>
                    <a:pt x="33479" y="33271"/>
                  </a:lnTo>
                  <a:lnTo>
                    <a:pt x="36446" y="33106"/>
                  </a:lnTo>
                  <a:lnTo>
                    <a:pt x="44777" y="27341"/>
                  </a:lnTo>
                  <a:lnTo>
                    <a:pt x="49887" y="14163"/>
                  </a:lnTo>
                  <a:lnTo>
                    <a:pt x="52438" y="11520"/>
                  </a:lnTo>
                  <a:lnTo>
                    <a:pt x="56011" y="12726"/>
                  </a:lnTo>
                  <a:lnTo>
                    <a:pt x="57861" y="9290"/>
                  </a:lnTo>
                  <a:lnTo>
                    <a:pt x="54547" y="7652"/>
                  </a:lnTo>
                  <a:lnTo>
                    <a:pt x="50843" y="7141"/>
                  </a:lnTo>
                  <a:lnTo>
                    <a:pt x="5486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h2288"/>
            <p:cNvSpPr/>
            <p:nvPr/>
          </p:nvSpPr>
          <p:spPr>
            <a:xfrm>
              <a:off x="1056041" y="1419677"/>
              <a:ext cx="122659" cy="217327"/>
            </a:xfrm>
            <a:custGeom>
              <a:avLst/>
              <a:pathLst>
                <a:path w="122659" h="217327">
                  <a:moveTo>
                    <a:pt x="122573" y="11114"/>
                  </a:moveTo>
                  <a:lnTo>
                    <a:pt x="122659" y="19334"/>
                  </a:lnTo>
                  <a:lnTo>
                    <a:pt x="118382" y="19999"/>
                  </a:lnTo>
                  <a:lnTo>
                    <a:pt x="115042" y="21481"/>
                  </a:lnTo>
                  <a:lnTo>
                    <a:pt x="114314" y="25680"/>
                  </a:lnTo>
                  <a:lnTo>
                    <a:pt x="121418" y="33774"/>
                  </a:lnTo>
                  <a:lnTo>
                    <a:pt x="112251" y="41011"/>
                  </a:lnTo>
                  <a:lnTo>
                    <a:pt x="110786" y="33839"/>
                  </a:lnTo>
                  <a:lnTo>
                    <a:pt x="109526" y="38589"/>
                  </a:lnTo>
                  <a:lnTo>
                    <a:pt x="106924" y="40809"/>
                  </a:lnTo>
                  <a:lnTo>
                    <a:pt x="104143" y="41581"/>
                  </a:lnTo>
                  <a:lnTo>
                    <a:pt x="105782" y="50791"/>
                  </a:lnTo>
                  <a:lnTo>
                    <a:pt x="99755" y="51500"/>
                  </a:lnTo>
                  <a:lnTo>
                    <a:pt x="99622" y="54985"/>
                  </a:lnTo>
                  <a:lnTo>
                    <a:pt x="102027" y="54946"/>
                  </a:lnTo>
                  <a:lnTo>
                    <a:pt x="105736" y="56886"/>
                  </a:lnTo>
                  <a:lnTo>
                    <a:pt x="108350" y="60209"/>
                  </a:lnTo>
                  <a:lnTo>
                    <a:pt x="108842" y="63644"/>
                  </a:lnTo>
                  <a:lnTo>
                    <a:pt x="102239" y="62010"/>
                  </a:lnTo>
                  <a:lnTo>
                    <a:pt x="100633" y="67635"/>
                  </a:lnTo>
                  <a:lnTo>
                    <a:pt x="106160" y="69460"/>
                  </a:lnTo>
                  <a:lnTo>
                    <a:pt x="109259" y="71882"/>
                  </a:lnTo>
                  <a:lnTo>
                    <a:pt x="107136" y="77267"/>
                  </a:lnTo>
                  <a:lnTo>
                    <a:pt x="115999" y="82054"/>
                  </a:lnTo>
                  <a:lnTo>
                    <a:pt x="111694" y="89790"/>
                  </a:lnTo>
                  <a:lnTo>
                    <a:pt x="117916" y="93016"/>
                  </a:lnTo>
                  <a:lnTo>
                    <a:pt x="122312" y="98562"/>
                  </a:lnTo>
                  <a:lnTo>
                    <a:pt x="122014" y="102720"/>
                  </a:lnTo>
                  <a:lnTo>
                    <a:pt x="116340" y="111704"/>
                  </a:lnTo>
                  <a:lnTo>
                    <a:pt x="113344" y="114955"/>
                  </a:lnTo>
                  <a:lnTo>
                    <a:pt x="111807" y="128487"/>
                  </a:lnTo>
                  <a:lnTo>
                    <a:pt x="109726" y="128337"/>
                  </a:lnTo>
                  <a:lnTo>
                    <a:pt x="109720" y="130770"/>
                  </a:lnTo>
                  <a:lnTo>
                    <a:pt x="112184" y="131923"/>
                  </a:lnTo>
                  <a:lnTo>
                    <a:pt x="116180" y="131622"/>
                  </a:lnTo>
                  <a:lnTo>
                    <a:pt x="116446" y="133888"/>
                  </a:lnTo>
                  <a:lnTo>
                    <a:pt x="114849" y="138367"/>
                  </a:lnTo>
                  <a:lnTo>
                    <a:pt x="114142" y="146489"/>
                  </a:lnTo>
                  <a:lnTo>
                    <a:pt x="111505" y="148582"/>
                  </a:lnTo>
                  <a:lnTo>
                    <a:pt x="109508" y="148928"/>
                  </a:lnTo>
                  <a:lnTo>
                    <a:pt x="110172" y="158324"/>
                  </a:lnTo>
                  <a:lnTo>
                    <a:pt x="109536" y="162296"/>
                  </a:lnTo>
                  <a:lnTo>
                    <a:pt x="108459" y="162127"/>
                  </a:lnTo>
                  <a:lnTo>
                    <a:pt x="107832" y="170536"/>
                  </a:lnTo>
                  <a:lnTo>
                    <a:pt x="106008" y="170406"/>
                  </a:lnTo>
                  <a:lnTo>
                    <a:pt x="106094" y="169196"/>
                  </a:lnTo>
                  <a:lnTo>
                    <a:pt x="103722" y="169027"/>
                  </a:lnTo>
                  <a:lnTo>
                    <a:pt x="101846" y="176053"/>
                  </a:lnTo>
                  <a:lnTo>
                    <a:pt x="99282" y="180543"/>
                  </a:lnTo>
                  <a:lnTo>
                    <a:pt x="95230" y="181468"/>
                  </a:lnTo>
                  <a:lnTo>
                    <a:pt x="93203" y="185005"/>
                  </a:lnTo>
                  <a:lnTo>
                    <a:pt x="94639" y="192253"/>
                  </a:lnTo>
                  <a:lnTo>
                    <a:pt x="100305" y="191916"/>
                  </a:lnTo>
                  <a:lnTo>
                    <a:pt x="103820" y="198762"/>
                  </a:lnTo>
                  <a:lnTo>
                    <a:pt x="101496" y="202119"/>
                  </a:lnTo>
                  <a:lnTo>
                    <a:pt x="90510" y="201253"/>
                  </a:lnTo>
                  <a:lnTo>
                    <a:pt x="90188" y="207241"/>
                  </a:lnTo>
                  <a:lnTo>
                    <a:pt x="81103" y="207094"/>
                  </a:lnTo>
                  <a:lnTo>
                    <a:pt x="73538" y="204860"/>
                  </a:lnTo>
                  <a:lnTo>
                    <a:pt x="64920" y="203747"/>
                  </a:lnTo>
                  <a:lnTo>
                    <a:pt x="58042" y="199719"/>
                  </a:lnTo>
                  <a:lnTo>
                    <a:pt x="52781" y="197937"/>
                  </a:lnTo>
                  <a:lnTo>
                    <a:pt x="49412" y="208252"/>
                  </a:lnTo>
                  <a:lnTo>
                    <a:pt x="50447" y="208636"/>
                  </a:lnTo>
                  <a:lnTo>
                    <a:pt x="49334" y="216135"/>
                  </a:lnTo>
                  <a:lnTo>
                    <a:pt x="34212" y="217327"/>
                  </a:lnTo>
                  <a:lnTo>
                    <a:pt x="35655" y="209760"/>
                  </a:lnTo>
                  <a:lnTo>
                    <a:pt x="36042" y="200711"/>
                  </a:lnTo>
                  <a:lnTo>
                    <a:pt x="34369" y="195888"/>
                  </a:lnTo>
                  <a:lnTo>
                    <a:pt x="30884" y="191086"/>
                  </a:lnTo>
                  <a:lnTo>
                    <a:pt x="27793" y="189043"/>
                  </a:lnTo>
                  <a:lnTo>
                    <a:pt x="26834" y="184214"/>
                  </a:lnTo>
                  <a:lnTo>
                    <a:pt x="26983" y="174641"/>
                  </a:lnTo>
                  <a:lnTo>
                    <a:pt x="25730" y="169625"/>
                  </a:lnTo>
                  <a:lnTo>
                    <a:pt x="22617" y="163747"/>
                  </a:lnTo>
                  <a:lnTo>
                    <a:pt x="11979" y="151017"/>
                  </a:lnTo>
                  <a:lnTo>
                    <a:pt x="3156" y="131841"/>
                  </a:lnTo>
                  <a:lnTo>
                    <a:pt x="2022" y="122683"/>
                  </a:lnTo>
                  <a:lnTo>
                    <a:pt x="0" y="115140"/>
                  </a:lnTo>
                  <a:lnTo>
                    <a:pt x="1760" y="112035"/>
                  </a:lnTo>
                  <a:lnTo>
                    <a:pt x="3477" y="106147"/>
                  </a:lnTo>
                  <a:lnTo>
                    <a:pt x="4873" y="97053"/>
                  </a:lnTo>
                  <a:lnTo>
                    <a:pt x="8729" y="96351"/>
                  </a:lnTo>
                  <a:lnTo>
                    <a:pt x="13572" y="94231"/>
                  </a:lnTo>
                  <a:lnTo>
                    <a:pt x="13618" y="88045"/>
                  </a:lnTo>
                  <a:lnTo>
                    <a:pt x="16604" y="88936"/>
                  </a:lnTo>
                  <a:lnTo>
                    <a:pt x="15838" y="90856"/>
                  </a:lnTo>
                  <a:lnTo>
                    <a:pt x="20673" y="91601"/>
                  </a:lnTo>
                  <a:lnTo>
                    <a:pt x="26505" y="90912"/>
                  </a:lnTo>
                  <a:lnTo>
                    <a:pt x="24982" y="87972"/>
                  </a:lnTo>
                  <a:lnTo>
                    <a:pt x="21388" y="89576"/>
                  </a:lnTo>
                  <a:lnTo>
                    <a:pt x="16220" y="79621"/>
                  </a:lnTo>
                  <a:lnTo>
                    <a:pt x="32309" y="70781"/>
                  </a:lnTo>
                  <a:lnTo>
                    <a:pt x="37198" y="66290"/>
                  </a:lnTo>
                  <a:lnTo>
                    <a:pt x="42272" y="67093"/>
                  </a:lnTo>
                  <a:lnTo>
                    <a:pt x="44643" y="70651"/>
                  </a:lnTo>
                  <a:lnTo>
                    <a:pt x="46897" y="68520"/>
                  </a:lnTo>
                  <a:lnTo>
                    <a:pt x="51193" y="62000"/>
                  </a:lnTo>
                  <a:lnTo>
                    <a:pt x="54230" y="60567"/>
                  </a:lnTo>
                  <a:lnTo>
                    <a:pt x="62064" y="59206"/>
                  </a:lnTo>
                  <a:lnTo>
                    <a:pt x="65807" y="51145"/>
                  </a:lnTo>
                  <a:lnTo>
                    <a:pt x="74204" y="47514"/>
                  </a:lnTo>
                  <a:lnTo>
                    <a:pt x="75731" y="48791"/>
                  </a:lnTo>
                  <a:lnTo>
                    <a:pt x="80500" y="46167"/>
                  </a:lnTo>
                  <a:lnTo>
                    <a:pt x="77237" y="43203"/>
                  </a:lnTo>
                  <a:lnTo>
                    <a:pt x="75903" y="42891"/>
                  </a:lnTo>
                  <a:lnTo>
                    <a:pt x="73912" y="39193"/>
                  </a:lnTo>
                  <a:lnTo>
                    <a:pt x="75411" y="33280"/>
                  </a:lnTo>
                  <a:lnTo>
                    <a:pt x="78457" y="31240"/>
                  </a:lnTo>
                  <a:lnTo>
                    <a:pt x="79083" y="22767"/>
                  </a:lnTo>
                  <a:lnTo>
                    <a:pt x="82636" y="23122"/>
                  </a:lnTo>
                  <a:lnTo>
                    <a:pt x="82976" y="18844"/>
                  </a:lnTo>
                  <a:lnTo>
                    <a:pt x="84861" y="14988"/>
                  </a:lnTo>
                  <a:lnTo>
                    <a:pt x="86218" y="14299"/>
                  </a:lnTo>
                  <a:lnTo>
                    <a:pt x="88247" y="13269"/>
                  </a:lnTo>
                  <a:lnTo>
                    <a:pt x="96239" y="15760"/>
                  </a:lnTo>
                  <a:lnTo>
                    <a:pt x="100000" y="15664"/>
                  </a:lnTo>
                  <a:lnTo>
                    <a:pt x="100767" y="13412"/>
                  </a:lnTo>
                  <a:lnTo>
                    <a:pt x="97307" y="12332"/>
                  </a:lnTo>
                  <a:lnTo>
                    <a:pt x="96271" y="9276"/>
                  </a:lnTo>
                  <a:lnTo>
                    <a:pt x="9770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h2289"/>
            <p:cNvSpPr/>
            <p:nvPr/>
          </p:nvSpPr>
          <p:spPr>
            <a:xfrm>
              <a:off x="1356046" y="1898108"/>
              <a:ext cx="31341" cy="147590"/>
            </a:xfrm>
            <a:custGeom>
              <a:avLst/>
              <a:pathLst>
                <a:path w="31341" h="147590">
                  <a:moveTo>
                    <a:pt x="20799" y="12405"/>
                  </a:moveTo>
                  <a:lnTo>
                    <a:pt x="26573" y="16127"/>
                  </a:lnTo>
                  <a:lnTo>
                    <a:pt x="20870" y="23644"/>
                  </a:lnTo>
                  <a:lnTo>
                    <a:pt x="21019" y="26317"/>
                  </a:lnTo>
                  <a:lnTo>
                    <a:pt x="28377" y="37596"/>
                  </a:lnTo>
                  <a:lnTo>
                    <a:pt x="28973" y="40106"/>
                  </a:lnTo>
                  <a:lnTo>
                    <a:pt x="28606" y="41211"/>
                  </a:lnTo>
                  <a:lnTo>
                    <a:pt x="25633" y="43643"/>
                  </a:lnTo>
                  <a:lnTo>
                    <a:pt x="23037" y="49206"/>
                  </a:lnTo>
                  <a:lnTo>
                    <a:pt x="18594" y="67507"/>
                  </a:lnTo>
                  <a:lnTo>
                    <a:pt x="27598" y="66597"/>
                  </a:lnTo>
                  <a:lnTo>
                    <a:pt x="29299" y="67654"/>
                  </a:lnTo>
                  <a:lnTo>
                    <a:pt x="31341" y="71541"/>
                  </a:lnTo>
                  <a:lnTo>
                    <a:pt x="30329" y="79169"/>
                  </a:lnTo>
                  <a:lnTo>
                    <a:pt x="30090" y="93411"/>
                  </a:lnTo>
                  <a:lnTo>
                    <a:pt x="20459" y="92920"/>
                  </a:lnTo>
                  <a:lnTo>
                    <a:pt x="19347" y="95267"/>
                  </a:lnTo>
                  <a:lnTo>
                    <a:pt x="19145" y="99850"/>
                  </a:lnTo>
                  <a:lnTo>
                    <a:pt x="20041" y="100067"/>
                  </a:lnTo>
                  <a:lnTo>
                    <a:pt x="18019" y="136103"/>
                  </a:lnTo>
                  <a:lnTo>
                    <a:pt x="18259" y="147590"/>
                  </a:lnTo>
                  <a:lnTo>
                    <a:pt x="3464" y="142613"/>
                  </a:lnTo>
                  <a:lnTo>
                    <a:pt x="8177" y="141684"/>
                  </a:lnTo>
                  <a:lnTo>
                    <a:pt x="13488" y="131030"/>
                  </a:lnTo>
                  <a:lnTo>
                    <a:pt x="13622" y="128662"/>
                  </a:lnTo>
                  <a:lnTo>
                    <a:pt x="8507" y="125947"/>
                  </a:lnTo>
                  <a:lnTo>
                    <a:pt x="10543" y="92323"/>
                  </a:lnTo>
                  <a:lnTo>
                    <a:pt x="10775" y="88189"/>
                  </a:lnTo>
                  <a:lnTo>
                    <a:pt x="14259" y="86970"/>
                  </a:lnTo>
                  <a:lnTo>
                    <a:pt x="656" y="41157"/>
                  </a:lnTo>
                  <a:lnTo>
                    <a:pt x="2317" y="23296"/>
                  </a:lnTo>
                  <a:lnTo>
                    <a:pt x="0" y="3426"/>
                  </a:lnTo>
                  <a:lnTo>
                    <a:pt x="194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h2290"/>
            <p:cNvSpPr/>
            <p:nvPr/>
          </p:nvSpPr>
          <p:spPr>
            <a:xfrm>
              <a:off x="1433664" y="1856803"/>
              <a:ext cx="37468" cy="30460"/>
            </a:xfrm>
            <a:custGeom>
              <a:avLst/>
              <a:pathLst>
                <a:path w="37468" h="30460">
                  <a:moveTo>
                    <a:pt x="30468" y="6753"/>
                  </a:moveTo>
                  <a:lnTo>
                    <a:pt x="35315" y="8606"/>
                  </a:lnTo>
                  <a:lnTo>
                    <a:pt x="34721" y="11352"/>
                  </a:lnTo>
                  <a:lnTo>
                    <a:pt x="36814" y="12301"/>
                  </a:lnTo>
                  <a:lnTo>
                    <a:pt x="37468" y="21752"/>
                  </a:lnTo>
                  <a:lnTo>
                    <a:pt x="34862" y="24680"/>
                  </a:lnTo>
                  <a:lnTo>
                    <a:pt x="34051" y="24660"/>
                  </a:lnTo>
                  <a:lnTo>
                    <a:pt x="34049" y="29886"/>
                  </a:lnTo>
                  <a:lnTo>
                    <a:pt x="23426" y="30460"/>
                  </a:lnTo>
                  <a:lnTo>
                    <a:pt x="22062" y="24567"/>
                  </a:lnTo>
                  <a:lnTo>
                    <a:pt x="13898" y="21338"/>
                  </a:lnTo>
                  <a:lnTo>
                    <a:pt x="10210" y="23232"/>
                  </a:lnTo>
                  <a:lnTo>
                    <a:pt x="10327" y="25417"/>
                  </a:lnTo>
                  <a:lnTo>
                    <a:pt x="0" y="22771"/>
                  </a:lnTo>
                  <a:lnTo>
                    <a:pt x="4652" y="7102"/>
                  </a:lnTo>
                  <a:lnTo>
                    <a:pt x="7228" y="2485"/>
                  </a:lnTo>
                  <a:lnTo>
                    <a:pt x="22504" y="2031"/>
                  </a:lnTo>
                  <a:lnTo>
                    <a:pt x="2760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h2291"/>
            <p:cNvSpPr/>
            <p:nvPr/>
          </p:nvSpPr>
          <p:spPr>
            <a:xfrm>
              <a:off x="1265549" y="1516353"/>
              <a:ext cx="60205" cy="85579"/>
            </a:xfrm>
            <a:custGeom>
              <a:avLst/>
              <a:pathLst>
                <a:path w="60205" h="85579">
                  <a:moveTo>
                    <a:pt x="20609" y="574"/>
                  </a:moveTo>
                  <a:lnTo>
                    <a:pt x="21365" y="3622"/>
                  </a:lnTo>
                  <a:lnTo>
                    <a:pt x="19176" y="8305"/>
                  </a:lnTo>
                  <a:lnTo>
                    <a:pt x="24415" y="7579"/>
                  </a:lnTo>
                  <a:lnTo>
                    <a:pt x="27094" y="15285"/>
                  </a:lnTo>
                  <a:lnTo>
                    <a:pt x="28857" y="16564"/>
                  </a:lnTo>
                  <a:lnTo>
                    <a:pt x="28802" y="22790"/>
                  </a:lnTo>
                  <a:lnTo>
                    <a:pt x="31864" y="23397"/>
                  </a:lnTo>
                  <a:lnTo>
                    <a:pt x="31561" y="26254"/>
                  </a:lnTo>
                  <a:lnTo>
                    <a:pt x="27678" y="31109"/>
                  </a:lnTo>
                  <a:lnTo>
                    <a:pt x="32752" y="38841"/>
                  </a:lnTo>
                  <a:lnTo>
                    <a:pt x="30350" y="42545"/>
                  </a:lnTo>
                  <a:lnTo>
                    <a:pt x="30812" y="46524"/>
                  </a:lnTo>
                  <a:lnTo>
                    <a:pt x="49263" y="51495"/>
                  </a:lnTo>
                  <a:lnTo>
                    <a:pt x="51570" y="48410"/>
                  </a:lnTo>
                  <a:lnTo>
                    <a:pt x="52643" y="49158"/>
                  </a:lnTo>
                  <a:lnTo>
                    <a:pt x="52328" y="54892"/>
                  </a:lnTo>
                  <a:lnTo>
                    <a:pt x="56415" y="53019"/>
                  </a:lnTo>
                  <a:lnTo>
                    <a:pt x="57876" y="55039"/>
                  </a:lnTo>
                  <a:lnTo>
                    <a:pt x="53854" y="57095"/>
                  </a:lnTo>
                  <a:lnTo>
                    <a:pt x="52977" y="60032"/>
                  </a:lnTo>
                  <a:lnTo>
                    <a:pt x="56115" y="61002"/>
                  </a:lnTo>
                  <a:lnTo>
                    <a:pt x="58650" y="60457"/>
                  </a:lnTo>
                  <a:lnTo>
                    <a:pt x="60205" y="71056"/>
                  </a:lnTo>
                  <a:lnTo>
                    <a:pt x="52788" y="75400"/>
                  </a:lnTo>
                  <a:lnTo>
                    <a:pt x="50507" y="78011"/>
                  </a:lnTo>
                  <a:lnTo>
                    <a:pt x="49859" y="80621"/>
                  </a:lnTo>
                  <a:lnTo>
                    <a:pt x="50343" y="82683"/>
                  </a:lnTo>
                  <a:lnTo>
                    <a:pt x="48425" y="85579"/>
                  </a:lnTo>
                  <a:lnTo>
                    <a:pt x="45405" y="80523"/>
                  </a:lnTo>
                  <a:lnTo>
                    <a:pt x="44841" y="80827"/>
                  </a:lnTo>
                  <a:lnTo>
                    <a:pt x="37819" y="76360"/>
                  </a:lnTo>
                  <a:lnTo>
                    <a:pt x="37223" y="74033"/>
                  </a:lnTo>
                  <a:lnTo>
                    <a:pt x="32732" y="68563"/>
                  </a:lnTo>
                  <a:lnTo>
                    <a:pt x="30132" y="66534"/>
                  </a:lnTo>
                  <a:lnTo>
                    <a:pt x="27662" y="65294"/>
                  </a:lnTo>
                  <a:lnTo>
                    <a:pt x="26758" y="67710"/>
                  </a:lnTo>
                  <a:lnTo>
                    <a:pt x="22423" y="67165"/>
                  </a:lnTo>
                  <a:lnTo>
                    <a:pt x="22614" y="65791"/>
                  </a:lnTo>
                  <a:lnTo>
                    <a:pt x="25017" y="64803"/>
                  </a:lnTo>
                  <a:lnTo>
                    <a:pt x="24726" y="63168"/>
                  </a:lnTo>
                  <a:lnTo>
                    <a:pt x="24283" y="62330"/>
                  </a:lnTo>
                  <a:lnTo>
                    <a:pt x="19622" y="64221"/>
                  </a:lnTo>
                  <a:lnTo>
                    <a:pt x="18617" y="58220"/>
                  </a:lnTo>
                  <a:lnTo>
                    <a:pt x="21985" y="55793"/>
                  </a:lnTo>
                  <a:lnTo>
                    <a:pt x="19373" y="53350"/>
                  </a:lnTo>
                  <a:lnTo>
                    <a:pt x="13339" y="52274"/>
                  </a:lnTo>
                  <a:lnTo>
                    <a:pt x="10526" y="47054"/>
                  </a:lnTo>
                  <a:lnTo>
                    <a:pt x="7982" y="45294"/>
                  </a:lnTo>
                  <a:lnTo>
                    <a:pt x="7360" y="48239"/>
                  </a:lnTo>
                  <a:lnTo>
                    <a:pt x="4204" y="44672"/>
                  </a:lnTo>
                  <a:lnTo>
                    <a:pt x="2824" y="43115"/>
                  </a:lnTo>
                  <a:lnTo>
                    <a:pt x="0" y="36801"/>
                  </a:lnTo>
                  <a:lnTo>
                    <a:pt x="5652" y="33277"/>
                  </a:lnTo>
                  <a:lnTo>
                    <a:pt x="11323" y="31719"/>
                  </a:lnTo>
                  <a:lnTo>
                    <a:pt x="14261" y="34728"/>
                  </a:lnTo>
                  <a:lnTo>
                    <a:pt x="19706" y="34484"/>
                  </a:lnTo>
                  <a:lnTo>
                    <a:pt x="18200" y="28093"/>
                  </a:lnTo>
                  <a:lnTo>
                    <a:pt x="20510" y="27322"/>
                  </a:lnTo>
                  <a:lnTo>
                    <a:pt x="22151" y="22960"/>
                  </a:lnTo>
                  <a:lnTo>
                    <a:pt x="21266" y="20723"/>
                  </a:lnTo>
                  <a:lnTo>
                    <a:pt x="10737" y="12985"/>
                  </a:lnTo>
                  <a:lnTo>
                    <a:pt x="5907" y="14807"/>
                  </a:lnTo>
                  <a:lnTo>
                    <a:pt x="7498" y="2432"/>
                  </a:lnTo>
                  <a:lnTo>
                    <a:pt x="10366" y="1216"/>
                  </a:lnTo>
                  <a:lnTo>
                    <a:pt x="1324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h2292"/>
            <p:cNvSpPr/>
            <p:nvPr/>
          </p:nvSpPr>
          <p:spPr>
            <a:xfrm>
              <a:off x="1344028" y="1638128"/>
              <a:ext cx="61271" cy="35015"/>
            </a:xfrm>
            <a:custGeom>
              <a:avLst/>
              <a:pathLst>
                <a:path w="61271" h="35015">
                  <a:moveTo>
                    <a:pt x="17783" y="5869"/>
                  </a:moveTo>
                  <a:lnTo>
                    <a:pt x="19169" y="8916"/>
                  </a:lnTo>
                  <a:lnTo>
                    <a:pt x="33389" y="11191"/>
                  </a:lnTo>
                  <a:lnTo>
                    <a:pt x="41289" y="10584"/>
                  </a:lnTo>
                  <a:lnTo>
                    <a:pt x="41527" y="7482"/>
                  </a:lnTo>
                  <a:lnTo>
                    <a:pt x="45883" y="4048"/>
                  </a:lnTo>
                  <a:lnTo>
                    <a:pt x="49841" y="3061"/>
                  </a:lnTo>
                  <a:lnTo>
                    <a:pt x="56603" y="8272"/>
                  </a:lnTo>
                  <a:lnTo>
                    <a:pt x="60373" y="9596"/>
                  </a:lnTo>
                  <a:lnTo>
                    <a:pt x="61271" y="13241"/>
                  </a:lnTo>
                  <a:lnTo>
                    <a:pt x="61001" y="17198"/>
                  </a:lnTo>
                  <a:lnTo>
                    <a:pt x="51786" y="14448"/>
                  </a:lnTo>
                  <a:lnTo>
                    <a:pt x="50815" y="14917"/>
                  </a:lnTo>
                  <a:lnTo>
                    <a:pt x="52096" y="23129"/>
                  </a:lnTo>
                  <a:lnTo>
                    <a:pt x="54223" y="27881"/>
                  </a:lnTo>
                  <a:lnTo>
                    <a:pt x="54930" y="33779"/>
                  </a:lnTo>
                  <a:lnTo>
                    <a:pt x="53860" y="35015"/>
                  </a:lnTo>
                  <a:lnTo>
                    <a:pt x="50752" y="33108"/>
                  </a:lnTo>
                  <a:lnTo>
                    <a:pt x="50669" y="31282"/>
                  </a:lnTo>
                  <a:lnTo>
                    <a:pt x="48229" y="30356"/>
                  </a:lnTo>
                  <a:lnTo>
                    <a:pt x="46958" y="30510"/>
                  </a:lnTo>
                  <a:lnTo>
                    <a:pt x="45456" y="32535"/>
                  </a:lnTo>
                  <a:lnTo>
                    <a:pt x="42495" y="33213"/>
                  </a:lnTo>
                  <a:lnTo>
                    <a:pt x="37140" y="32743"/>
                  </a:lnTo>
                  <a:lnTo>
                    <a:pt x="21406" y="27355"/>
                  </a:lnTo>
                  <a:lnTo>
                    <a:pt x="21641" y="24048"/>
                  </a:lnTo>
                  <a:lnTo>
                    <a:pt x="19555" y="20298"/>
                  </a:lnTo>
                  <a:lnTo>
                    <a:pt x="16008" y="21941"/>
                  </a:lnTo>
                  <a:lnTo>
                    <a:pt x="13885" y="21019"/>
                  </a:lnTo>
                  <a:lnTo>
                    <a:pt x="8696" y="22425"/>
                  </a:lnTo>
                  <a:lnTo>
                    <a:pt x="8183" y="25226"/>
                  </a:lnTo>
                  <a:lnTo>
                    <a:pt x="6395" y="26161"/>
                  </a:lnTo>
                  <a:lnTo>
                    <a:pt x="3009" y="27900"/>
                  </a:lnTo>
                  <a:lnTo>
                    <a:pt x="0" y="21507"/>
                  </a:lnTo>
                  <a:lnTo>
                    <a:pt x="33" y="19920"/>
                  </a:lnTo>
                  <a:lnTo>
                    <a:pt x="4902" y="16118"/>
                  </a:lnTo>
                  <a:lnTo>
                    <a:pt x="5060" y="14559"/>
                  </a:lnTo>
                  <a:lnTo>
                    <a:pt x="3260" y="10581"/>
                  </a:lnTo>
                  <a:lnTo>
                    <a:pt x="3179" y="5348"/>
                  </a:lnTo>
                  <a:lnTo>
                    <a:pt x="6123" y="5746"/>
                  </a:lnTo>
                  <a:lnTo>
                    <a:pt x="8912" y="3145"/>
                  </a:lnTo>
                  <a:lnTo>
                    <a:pt x="9308" y="1340"/>
                  </a:lnTo>
                  <a:lnTo>
                    <a:pt x="1196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h2293"/>
            <p:cNvSpPr/>
            <p:nvPr/>
          </p:nvSpPr>
          <p:spPr>
            <a:xfrm>
              <a:off x="1497301" y="1611378"/>
              <a:ext cx="77593" cy="56829"/>
            </a:xfrm>
            <a:custGeom>
              <a:avLst/>
              <a:pathLst>
                <a:path w="77593" h="56829">
                  <a:moveTo>
                    <a:pt x="16325" y="3895"/>
                  </a:moveTo>
                  <a:lnTo>
                    <a:pt x="21384" y="3218"/>
                  </a:lnTo>
                  <a:lnTo>
                    <a:pt x="31081" y="6525"/>
                  </a:lnTo>
                  <a:lnTo>
                    <a:pt x="34225" y="6280"/>
                  </a:lnTo>
                  <a:lnTo>
                    <a:pt x="38680" y="7590"/>
                  </a:lnTo>
                  <a:lnTo>
                    <a:pt x="39635" y="1422"/>
                  </a:lnTo>
                  <a:lnTo>
                    <a:pt x="43549" y="651"/>
                  </a:lnTo>
                  <a:lnTo>
                    <a:pt x="55904" y="1062"/>
                  </a:lnTo>
                  <a:lnTo>
                    <a:pt x="61786" y="3486"/>
                  </a:lnTo>
                  <a:lnTo>
                    <a:pt x="64697" y="378"/>
                  </a:lnTo>
                  <a:lnTo>
                    <a:pt x="71641" y="1101"/>
                  </a:lnTo>
                  <a:lnTo>
                    <a:pt x="70352" y="4928"/>
                  </a:lnTo>
                  <a:lnTo>
                    <a:pt x="66226" y="7229"/>
                  </a:lnTo>
                  <a:lnTo>
                    <a:pt x="69263" y="12931"/>
                  </a:lnTo>
                  <a:lnTo>
                    <a:pt x="68800" y="17466"/>
                  </a:lnTo>
                  <a:lnTo>
                    <a:pt x="73593" y="18062"/>
                  </a:lnTo>
                  <a:lnTo>
                    <a:pt x="77593" y="25377"/>
                  </a:lnTo>
                  <a:lnTo>
                    <a:pt x="76536" y="27558"/>
                  </a:lnTo>
                  <a:lnTo>
                    <a:pt x="68753" y="23026"/>
                  </a:lnTo>
                  <a:lnTo>
                    <a:pt x="68677" y="31249"/>
                  </a:lnTo>
                  <a:lnTo>
                    <a:pt x="68298" y="56809"/>
                  </a:lnTo>
                  <a:lnTo>
                    <a:pt x="60599" y="56829"/>
                  </a:lnTo>
                  <a:lnTo>
                    <a:pt x="59602" y="55977"/>
                  </a:lnTo>
                  <a:lnTo>
                    <a:pt x="55464" y="50444"/>
                  </a:lnTo>
                  <a:lnTo>
                    <a:pt x="54716" y="46847"/>
                  </a:lnTo>
                  <a:lnTo>
                    <a:pt x="55372" y="41768"/>
                  </a:lnTo>
                  <a:lnTo>
                    <a:pt x="51100" y="36253"/>
                  </a:lnTo>
                  <a:lnTo>
                    <a:pt x="47437" y="33315"/>
                  </a:lnTo>
                  <a:lnTo>
                    <a:pt x="47151" y="29709"/>
                  </a:lnTo>
                  <a:lnTo>
                    <a:pt x="42808" y="27302"/>
                  </a:lnTo>
                  <a:lnTo>
                    <a:pt x="38483" y="29727"/>
                  </a:lnTo>
                  <a:lnTo>
                    <a:pt x="34127" y="28310"/>
                  </a:lnTo>
                  <a:lnTo>
                    <a:pt x="34009" y="25678"/>
                  </a:lnTo>
                  <a:lnTo>
                    <a:pt x="32387" y="24597"/>
                  </a:lnTo>
                  <a:lnTo>
                    <a:pt x="27010" y="25008"/>
                  </a:lnTo>
                  <a:lnTo>
                    <a:pt x="26595" y="26588"/>
                  </a:lnTo>
                  <a:lnTo>
                    <a:pt x="16986" y="23360"/>
                  </a:lnTo>
                  <a:lnTo>
                    <a:pt x="17774" y="21393"/>
                  </a:lnTo>
                  <a:lnTo>
                    <a:pt x="14623" y="15842"/>
                  </a:lnTo>
                  <a:lnTo>
                    <a:pt x="11976" y="14183"/>
                  </a:lnTo>
                  <a:lnTo>
                    <a:pt x="11075" y="13062"/>
                  </a:lnTo>
                  <a:lnTo>
                    <a:pt x="0" y="8547"/>
                  </a:lnTo>
                  <a:lnTo>
                    <a:pt x="120" y="7022"/>
                  </a:lnTo>
                  <a:lnTo>
                    <a:pt x="2348" y="4374"/>
                  </a:lnTo>
                  <a:lnTo>
                    <a:pt x="6143" y="7218"/>
                  </a:lnTo>
                  <a:lnTo>
                    <a:pt x="6717" y="1130"/>
                  </a:lnTo>
                  <a:lnTo>
                    <a:pt x="850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h2294"/>
            <p:cNvSpPr/>
            <p:nvPr/>
          </p:nvSpPr>
          <p:spPr>
            <a:xfrm>
              <a:off x="1319283" y="1670766"/>
              <a:ext cx="46542" cy="47854"/>
            </a:xfrm>
            <a:custGeom>
              <a:avLst/>
              <a:pathLst>
                <a:path w="46542" h="47854">
                  <a:moveTo>
                    <a:pt x="30970" y="3258"/>
                  </a:moveTo>
                  <a:lnTo>
                    <a:pt x="34328" y="2035"/>
                  </a:lnTo>
                  <a:lnTo>
                    <a:pt x="35793" y="4432"/>
                  </a:lnTo>
                  <a:lnTo>
                    <a:pt x="40195" y="16079"/>
                  </a:lnTo>
                  <a:lnTo>
                    <a:pt x="39652" y="18997"/>
                  </a:lnTo>
                  <a:lnTo>
                    <a:pt x="35601" y="20397"/>
                  </a:lnTo>
                  <a:lnTo>
                    <a:pt x="36080" y="21154"/>
                  </a:lnTo>
                  <a:lnTo>
                    <a:pt x="44069" y="20657"/>
                  </a:lnTo>
                  <a:lnTo>
                    <a:pt x="46542" y="31395"/>
                  </a:lnTo>
                  <a:lnTo>
                    <a:pt x="38074" y="31210"/>
                  </a:lnTo>
                  <a:lnTo>
                    <a:pt x="33266" y="35252"/>
                  </a:lnTo>
                  <a:lnTo>
                    <a:pt x="19235" y="43923"/>
                  </a:lnTo>
                  <a:lnTo>
                    <a:pt x="16915" y="47270"/>
                  </a:lnTo>
                  <a:lnTo>
                    <a:pt x="15494" y="47854"/>
                  </a:lnTo>
                  <a:lnTo>
                    <a:pt x="13222" y="45495"/>
                  </a:lnTo>
                  <a:lnTo>
                    <a:pt x="12897" y="47843"/>
                  </a:lnTo>
                  <a:lnTo>
                    <a:pt x="8063" y="38833"/>
                  </a:lnTo>
                  <a:lnTo>
                    <a:pt x="5662" y="36907"/>
                  </a:lnTo>
                  <a:lnTo>
                    <a:pt x="3934" y="37045"/>
                  </a:lnTo>
                  <a:lnTo>
                    <a:pt x="0" y="34224"/>
                  </a:lnTo>
                  <a:lnTo>
                    <a:pt x="2332" y="32328"/>
                  </a:lnTo>
                  <a:lnTo>
                    <a:pt x="6061" y="23704"/>
                  </a:lnTo>
                  <a:lnTo>
                    <a:pt x="6515" y="20380"/>
                  </a:lnTo>
                  <a:lnTo>
                    <a:pt x="2822" y="18217"/>
                  </a:lnTo>
                  <a:lnTo>
                    <a:pt x="3118" y="14490"/>
                  </a:lnTo>
                  <a:lnTo>
                    <a:pt x="4421" y="11148"/>
                  </a:lnTo>
                  <a:lnTo>
                    <a:pt x="5955" y="9588"/>
                  </a:lnTo>
                  <a:lnTo>
                    <a:pt x="10910" y="7407"/>
                  </a:lnTo>
                  <a:lnTo>
                    <a:pt x="12711" y="10924"/>
                  </a:lnTo>
                  <a:lnTo>
                    <a:pt x="24101" y="6697"/>
                  </a:lnTo>
                  <a:lnTo>
                    <a:pt x="2275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h2295"/>
            <p:cNvSpPr/>
            <p:nvPr/>
          </p:nvSpPr>
          <p:spPr>
            <a:xfrm>
              <a:off x="1318168" y="1988022"/>
              <a:ext cx="51501" cy="52699"/>
            </a:xfrm>
            <a:custGeom>
              <a:avLst/>
              <a:pathLst>
                <a:path w="51501" h="52699">
                  <a:moveTo>
                    <a:pt x="46385" y="36033"/>
                  </a:moveTo>
                  <a:lnTo>
                    <a:pt x="51501" y="38748"/>
                  </a:lnTo>
                  <a:lnTo>
                    <a:pt x="51366" y="41116"/>
                  </a:lnTo>
                  <a:lnTo>
                    <a:pt x="46056" y="51770"/>
                  </a:lnTo>
                  <a:lnTo>
                    <a:pt x="41342" y="52699"/>
                  </a:lnTo>
                  <a:lnTo>
                    <a:pt x="31018" y="49281"/>
                  </a:lnTo>
                  <a:lnTo>
                    <a:pt x="27662" y="46393"/>
                  </a:lnTo>
                  <a:lnTo>
                    <a:pt x="17150" y="33661"/>
                  </a:lnTo>
                  <a:lnTo>
                    <a:pt x="12194" y="31058"/>
                  </a:lnTo>
                  <a:lnTo>
                    <a:pt x="6567" y="29655"/>
                  </a:lnTo>
                  <a:lnTo>
                    <a:pt x="6955" y="28892"/>
                  </a:lnTo>
                  <a:lnTo>
                    <a:pt x="9007" y="28924"/>
                  </a:lnTo>
                  <a:lnTo>
                    <a:pt x="13736" y="30087"/>
                  </a:lnTo>
                  <a:lnTo>
                    <a:pt x="15811" y="29161"/>
                  </a:lnTo>
                  <a:lnTo>
                    <a:pt x="11854" y="25815"/>
                  </a:lnTo>
                  <a:lnTo>
                    <a:pt x="12824" y="22873"/>
                  </a:lnTo>
                  <a:lnTo>
                    <a:pt x="12378" y="19348"/>
                  </a:lnTo>
                  <a:lnTo>
                    <a:pt x="3451" y="14082"/>
                  </a:lnTo>
                  <a:lnTo>
                    <a:pt x="2898" y="8045"/>
                  </a:lnTo>
                  <a:lnTo>
                    <a:pt x="0" y="9787"/>
                  </a:lnTo>
                  <a:lnTo>
                    <a:pt x="898" y="0"/>
                  </a:lnTo>
                  <a:lnTo>
                    <a:pt x="48421" y="240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h2296"/>
            <p:cNvSpPr/>
            <p:nvPr/>
          </p:nvSpPr>
          <p:spPr>
            <a:xfrm>
              <a:off x="1315590" y="2001065"/>
              <a:ext cx="8338" cy="17251"/>
            </a:xfrm>
            <a:custGeom>
              <a:avLst/>
              <a:pathLst>
                <a:path w="8338" h="17251">
                  <a:moveTo>
                    <a:pt x="535" y="7129"/>
                  </a:moveTo>
                  <a:lnTo>
                    <a:pt x="2226" y="12485"/>
                  </a:lnTo>
                  <a:lnTo>
                    <a:pt x="3799" y="13937"/>
                  </a:lnTo>
                  <a:lnTo>
                    <a:pt x="8338" y="15378"/>
                  </a:lnTo>
                  <a:lnTo>
                    <a:pt x="7952" y="17251"/>
                  </a:lnTo>
                  <a:lnTo>
                    <a:pt x="2400" y="14906"/>
                  </a:lnTo>
                  <a:lnTo>
                    <a:pt x="291" y="12790"/>
                  </a:lnTo>
                  <a:lnTo>
                    <a:pt x="0" y="9071"/>
                  </a:lnTo>
                  <a:lnTo>
                    <a:pt x="1831" y="0"/>
                  </a:lnTo>
                  <a:lnTo>
                    <a:pt x="2452" y="202"/>
                  </a:lnTo>
                  <a:lnTo>
                    <a:pt x="2193" y="115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h2297"/>
            <p:cNvSpPr/>
            <p:nvPr/>
          </p:nvSpPr>
          <p:spPr>
            <a:xfrm>
              <a:off x="1412989" y="1784085"/>
              <a:ext cx="64055" cy="81567"/>
            </a:xfrm>
            <a:custGeom>
              <a:avLst/>
              <a:pathLst>
                <a:path w="64055" h="81567">
                  <a:moveTo>
                    <a:pt x="7045" y="656"/>
                  </a:moveTo>
                  <a:lnTo>
                    <a:pt x="15070" y="8613"/>
                  </a:lnTo>
                  <a:lnTo>
                    <a:pt x="32292" y="14951"/>
                  </a:lnTo>
                  <a:lnTo>
                    <a:pt x="34900" y="16421"/>
                  </a:lnTo>
                  <a:lnTo>
                    <a:pt x="35113" y="17577"/>
                  </a:lnTo>
                  <a:lnTo>
                    <a:pt x="34263" y="23912"/>
                  </a:lnTo>
                  <a:lnTo>
                    <a:pt x="35440" y="27505"/>
                  </a:lnTo>
                  <a:lnTo>
                    <a:pt x="37347" y="29358"/>
                  </a:lnTo>
                  <a:lnTo>
                    <a:pt x="39392" y="29544"/>
                  </a:lnTo>
                  <a:lnTo>
                    <a:pt x="41366" y="32162"/>
                  </a:lnTo>
                  <a:lnTo>
                    <a:pt x="41948" y="38138"/>
                  </a:lnTo>
                  <a:lnTo>
                    <a:pt x="40589" y="40006"/>
                  </a:lnTo>
                  <a:lnTo>
                    <a:pt x="51797" y="42337"/>
                  </a:lnTo>
                  <a:lnTo>
                    <a:pt x="49310" y="46332"/>
                  </a:lnTo>
                  <a:lnTo>
                    <a:pt x="49271" y="48748"/>
                  </a:lnTo>
                  <a:lnTo>
                    <a:pt x="50966" y="52727"/>
                  </a:lnTo>
                  <a:lnTo>
                    <a:pt x="58839" y="52131"/>
                  </a:lnTo>
                  <a:lnTo>
                    <a:pt x="55434" y="63796"/>
                  </a:lnTo>
                  <a:lnTo>
                    <a:pt x="59080" y="66201"/>
                  </a:lnTo>
                  <a:lnTo>
                    <a:pt x="59866" y="70607"/>
                  </a:lnTo>
                  <a:lnTo>
                    <a:pt x="58909" y="71096"/>
                  </a:lnTo>
                  <a:lnTo>
                    <a:pt x="58936" y="77345"/>
                  </a:lnTo>
                  <a:lnTo>
                    <a:pt x="64055" y="76736"/>
                  </a:lnTo>
                  <a:lnTo>
                    <a:pt x="63946" y="80842"/>
                  </a:lnTo>
                  <a:lnTo>
                    <a:pt x="59843" y="81567"/>
                  </a:lnTo>
                  <a:lnTo>
                    <a:pt x="55990" y="81324"/>
                  </a:lnTo>
                  <a:lnTo>
                    <a:pt x="51143" y="79471"/>
                  </a:lnTo>
                  <a:lnTo>
                    <a:pt x="48284" y="72717"/>
                  </a:lnTo>
                  <a:lnTo>
                    <a:pt x="43179" y="74749"/>
                  </a:lnTo>
                  <a:lnTo>
                    <a:pt x="27903" y="75203"/>
                  </a:lnTo>
                  <a:lnTo>
                    <a:pt x="25327" y="79820"/>
                  </a:lnTo>
                  <a:lnTo>
                    <a:pt x="22760" y="77906"/>
                  </a:lnTo>
                  <a:lnTo>
                    <a:pt x="21426" y="77438"/>
                  </a:lnTo>
                  <a:lnTo>
                    <a:pt x="22527" y="72898"/>
                  </a:lnTo>
                  <a:lnTo>
                    <a:pt x="25924" y="71973"/>
                  </a:lnTo>
                  <a:lnTo>
                    <a:pt x="25435" y="70154"/>
                  </a:lnTo>
                  <a:lnTo>
                    <a:pt x="20758" y="63861"/>
                  </a:lnTo>
                  <a:lnTo>
                    <a:pt x="20417" y="61347"/>
                  </a:lnTo>
                  <a:lnTo>
                    <a:pt x="21579" y="56711"/>
                  </a:lnTo>
                  <a:lnTo>
                    <a:pt x="18276" y="51321"/>
                  </a:lnTo>
                  <a:lnTo>
                    <a:pt x="9852" y="48191"/>
                  </a:lnTo>
                  <a:lnTo>
                    <a:pt x="8164" y="45481"/>
                  </a:lnTo>
                  <a:lnTo>
                    <a:pt x="11802" y="44245"/>
                  </a:lnTo>
                  <a:lnTo>
                    <a:pt x="6867" y="42684"/>
                  </a:lnTo>
                  <a:lnTo>
                    <a:pt x="8566" y="37415"/>
                  </a:lnTo>
                  <a:lnTo>
                    <a:pt x="7317" y="33966"/>
                  </a:lnTo>
                  <a:lnTo>
                    <a:pt x="4557" y="35145"/>
                  </a:lnTo>
                  <a:lnTo>
                    <a:pt x="3019" y="30715"/>
                  </a:lnTo>
                  <a:lnTo>
                    <a:pt x="3196" y="14144"/>
                  </a:lnTo>
                  <a:lnTo>
                    <a:pt x="980" y="8850"/>
                  </a:lnTo>
                  <a:lnTo>
                    <a:pt x="0" y="2113"/>
                  </a:lnTo>
                  <a:lnTo>
                    <a:pt x="1878" y="1629"/>
                  </a:lnTo>
                  <a:lnTo>
                    <a:pt x="353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h2298"/>
            <p:cNvSpPr/>
            <p:nvPr/>
          </p:nvSpPr>
          <p:spPr>
            <a:xfrm>
              <a:off x="1383475" y="1547315"/>
              <a:ext cx="55652" cy="58293"/>
            </a:xfrm>
            <a:custGeom>
              <a:avLst/>
              <a:pathLst>
                <a:path w="55652" h="58293">
                  <a:moveTo>
                    <a:pt x="32603" y="4037"/>
                  </a:moveTo>
                  <a:lnTo>
                    <a:pt x="39378" y="7628"/>
                  </a:lnTo>
                  <a:lnTo>
                    <a:pt x="42139" y="7742"/>
                  </a:lnTo>
                  <a:lnTo>
                    <a:pt x="43889" y="11166"/>
                  </a:lnTo>
                  <a:lnTo>
                    <a:pt x="43557" y="18136"/>
                  </a:lnTo>
                  <a:lnTo>
                    <a:pt x="46464" y="20700"/>
                  </a:lnTo>
                  <a:lnTo>
                    <a:pt x="45966" y="26016"/>
                  </a:lnTo>
                  <a:lnTo>
                    <a:pt x="51464" y="36051"/>
                  </a:lnTo>
                  <a:lnTo>
                    <a:pt x="46274" y="36935"/>
                  </a:lnTo>
                  <a:lnTo>
                    <a:pt x="43438" y="36362"/>
                  </a:lnTo>
                  <a:lnTo>
                    <a:pt x="42273" y="38621"/>
                  </a:lnTo>
                  <a:lnTo>
                    <a:pt x="52559" y="43336"/>
                  </a:lnTo>
                  <a:lnTo>
                    <a:pt x="52475" y="46871"/>
                  </a:lnTo>
                  <a:lnTo>
                    <a:pt x="54329" y="48677"/>
                  </a:lnTo>
                  <a:lnTo>
                    <a:pt x="55652" y="58293"/>
                  </a:lnTo>
                  <a:lnTo>
                    <a:pt x="42699" y="57391"/>
                  </a:lnTo>
                  <a:lnTo>
                    <a:pt x="41134" y="51104"/>
                  </a:lnTo>
                  <a:lnTo>
                    <a:pt x="21765" y="50245"/>
                  </a:lnTo>
                  <a:lnTo>
                    <a:pt x="17814" y="47916"/>
                  </a:lnTo>
                  <a:lnTo>
                    <a:pt x="5250" y="31186"/>
                  </a:lnTo>
                  <a:lnTo>
                    <a:pt x="0" y="22434"/>
                  </a:lnTo>
                  <a:lnTo>
                    <a:pt x="6131" y="21452"/>
                  </a:lnTo>
                  <a:lnTo>
                    <a:pt x="7932" y="20287"/>
                  </a:lnTo>
                  <a:lnTo>
                    <a:pt x="9358" y="16412"/>
                  </a:lnTo>
                  <a:lnTo>
                    <a:pt x="13190" y="16070"/>
                  </a:lnTo>
                  <a:lnTo>
                    <a:pt x="13101" y="11848"/>
                  </a:lnTo>
                  <a:lnTo>
                    <a:pt x="31610" y="507"/>
                  </a:lnTo>
                  <a:lnTo>
                    <a:pt x="3250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h2299"/>
            <p:cNvSpPr/>
            <p:nvPr/>
          </p:nvSpPr>
          <p:spPr>
            <a:xfrm>
              <a:off x="1374065" y="1876932"/>
              <a:ext cx="70965" cy="180808"/>
            </a:xfrm>
            <a:custGeom>
              <a:avLst/>
              <a:pathLst>
                <a:path w="70965" h="180808">
                  <a:moveTo>
                    <a:pt x="54991" y="112"/>
                  </a:moveTo>
                  <a:lnTo>
                    <a:pt x="56002" y="1420"/>
                  </a:lnTo>
                  <a:lnTo>
                    <a:pt x="59598" y="2642"/>
                  </a:lnTo>
                  <a:lnTo>
                    <a:pt x="69925" y="5288"/>
                  </a:lnTo>
                  <a:lnTo>
                    <a:pt x="68501" y="6116"/>
                  </a:lnTo>
                  <a:lnTo>
                    <a:pt x="65373" y="10251"/>
                  </a:lnTo>
                  <a:lnTo>
                    <a:pt x="66078" y="12649"/>
                  </a:lnTo>
                  <a:lnTo>
                    <a:pt x="64399" y="18686"/>
                  </a:lnTo>
                  <a:lnTo>
                    <a:pt x="61861" y="21308"/>
                  </a:lnTo>
                  <a:lnTo>
                    <a:pt x="60070" y="21391"/>
                  </a:lnTo>
                  <a:lnTo>
                    <a:pt x="57652" y="26298"/>
                  </a:lnTo>
                  <a:lnTo>
                    <a:pt x="57431" y="28885"/>
                  </a:lnTo>
                  <a:lnTo>
                    <a:pt x="62147" y="29230"/>
                  </a:lnTo>
                  <a:lnTo>
                    <a:pt x="63362" y="31304"/>
                  </a:lnTo>
                  <a:lnTo>
                    <a:pt x="61780" y="36285"/>
                  </a:lnTo>
                  <a:lnTo>
                    <a:pt x="55051" y="35945"/>
                  </a:lnTo>
                  <a:lnTo>
                    <a:pt x="54100" y="42472"/>
                  </a:lnTo>
                  <a:lnTo>
                    <a:pt x="55712" y="43843"/>
                  </a:lnTo>
                  <a:lnTo>
                    <a:pt x="56684" y="50057"/>
                  </a:lnTo>
                  <a:lnTo>
                    <a:pt x="58522" y="53593"/>
                  </a:lnTo>
                  <a:lnTo>
                    <a:pt x="61301" y="54373"/>
                  </a:lnTo>
                  <a:lnTo>
                    <a:pt x="64996" y="52811"/>
                  </a:lnTo>
                  <a:lnTo>
                    <a:pt x="67424" y="53449"/>
                  </a:lnTo>
                  <a:lnTo>
                    <a:pt x="68697" y="57549"/>
                  </a:lnTo>
                  <a:lnTo>
                    <a:pt x="67481" y="60367"/>
                  </a:lnTo>
                  <a:lnTo>
                    <a:pt x="69443" y="65409"/>
                  </a:lnTo>
                  <a:lnTo>
                    <a:pt x="70965" y="65279"/>
                  </a:lnTo>
                  <a:lnTo>
                    <a:pt x="68325" y="70172"/>
                  </a:lnTo>
                  <a:lnTo>
                    <a:pt x="68637" y="71400"/>
                  </a:lnTo>
                  <a:lnTo>
                    <a:pt x="67312" y="73869"/>
                  </a:lnTo>
                  <a:lnTo>
                    <a:pt x="62265" y="73083"/>
                  </a:lnTo>
                  <a:lnTo>
                    <a:pt x="55478" y="74610"/>
                  </a:lnTo>
                  <a:lnTo>
                    <a:pt x="55973" y="82515"/>
                  </a:lnTo>
                  <a:lnTo>
                    <a:pt x="53231" y="79070"/>
                  </a:lnTo>
                  <a:lnTo>
                    <a:pt x="50226" y="76768"/>
                  </a:lnTo>
                  <a:lnTo>
                    <a:pt x="45999" y="85058"/>
                  </a:lnTo>
                  <a:lnTo>
                    <a:pt x="43145" y="86845"/>
                  </a:lnTo>
                  <a:lnTo>
                    <a:pt x="40971" y="89734"/>
                  </a:lnTo>
                  <a:lnTo>
                    <a:pt x="42631" y="95286"/>
                  </a:lnTo>
                  <a:lnTo>
                    <a:pt x="44487" y="94916"/>
                  </a:lnTo>
                  <a:lnTo>
                    <a:pt x="45195" y="102938"/>
                  </a:lnTo>
                  <a:lnTo>
                    <a:pt x="36186" y="110234"/>
                  </a:lnTo>
                  <a:lnTo>
                    <a:pt x="35501" y="116039"/>
                  </a:lnTo>
                  <a:lnTo>
                    <a:pt x="41711" y="115905"/>
                  </a:lnTo>
                  <a:lnTo>
                    <a:pt x="45649" y="118410"/>
                  </a:lnTo>
                  <a:lnTo>
                    <a:pt x="41318" y="120040"/>
                  </a:lnTo>
                  <a:lnTo>
                    <a:pt x="41447" y="125741"/>
                  </a:lnTo>
                  <a:lnTo>
                    <a:pt x="45229" y="126462"/>
                  </a:lnTo>
                  <a:lnTo>
                    <a:pt x="45144" y="127395"/>
                  </a:lnTo>
                  <a:lnTo>
                    <a:pt x="41828" y="130189"/>
                  </a:lnTo>
                  <a:lnTo>
                    <a:pt x="43691" y="132244"/>
                  </a:lnTo>
                  <a:lnTo>
                    <a:pt x="46000" y="135275"/>
                  </a:lnTo>
                  <a:lnTo>
                    <a:pt x="44712" y="135629"/>
                  </a:lnTo>
                  <a:lnTo>
                    <a:pt x="39709" y="134629"/>
                  </a:lnTo>
                  <a:lnTo>
                    <a:pt x="38852" y="136597"/>
                  </a:lnTo>
                  <a:lnTo>
                    <a:pt x="33765" y="137641"/>
                  </a:lnTo>
                  <a:lnTo>
                    <a:pt x="33482" y="142614"/>
                  </a:lnTo>
                  <a:lnTo>
                    <a:pt x="36643" y="146080"/>
                  </a:lnTo>
                  <a:lnTo>
                    <a:pt x="36187" y="148145"/>
                  </a:lnTo>
                  <a:lnTo>
                    <a:pt x="34438" y="150479"/>
                  </a:lnTo>
                  <a:lnTo>
                    <a:pt x="32251" y="150379"/>
                  </a:lnTo>
                  <a:lnTo>
                    <a:pt x="32673" y="154299"/>
                  </a:lnTo>
                  <a:lnTo>
                    <a:pt x="25042" y="164559"/>
                  </a:lnTo>
                  <a:lnTo>
                    <a:pt x="21233" y="164364"/>
                  </a:lnTo>
                  <a:lnTo>
                    <a:pt x="17851" y="165495"/>
                  </a:lnTo>
                  <a:lnTo>
                    <a:pt x="10940" y="173139"/>
                  </a:lnTo>
                  <a:lnTo>
                    <a:pt x="15015" y="176236"/>
                  </a:lnTo>
                  <a:lnTo>
                    <a:pt x="17275" y="180197"/>
                  </a:lnTo>
                  <a:lnTo>
                    <a:pt x="16918" y="180808"/>
                  </a:lnTo>
                  <a:lnTo>
                    <a:pt x="15622" y="177694"/>
                  </a:lnTo>
                  <a:lnTo>
                    <a:pt x="13657" y="175485"/>
                  </a:lnTo>
                  <a:lnTo>
                    <a:pt x="7680" y="172311"/>
                  </a:lnTo>
                  <a:lnTo>
                    <a:pt x="5262" y="171426"/>
                  </a:lnTo>
                  <a:lnTo>
                    <a:pt x="3882" y="171816"/>
                  </a:lnTo>
                  <a:lnTo>
                    <a:pt x="240" y="168766"/>
                  </a:lnTo>
                  <a:lnTo>
                    <a:pt x="0" y="157279"/>
                  </a:lnTo>
                  <a:lnTo>
                    <a:pt x="2022" y="121243"/>
                  </a:lnTo>
                  <a:lnTo>
                    <a:pt x="1126" y="121026"/>
                  </a:lnTo>
                  <a:lnTo>
                    <a:pt x="1328" y="116442"/>
                  </a:lnTo>
                  <a:lnTo>
                    <a:pt x="2440" y="114096"/>
                  </a:lnTo>
                  <a:lnTo>
                    <a:pt x="12071" y="114587"/>
                  </a:lnTo>
                  <a:lnTo>
                    <a:pt x="12310" y="100344"/>
                  </a:lnTo>
                  <a:lnTo>
                    <a:pt x="13322" y="92717"/>
                  </a:lnTo>
                  <a:lnTo>
                    <a:pt x="11280" y="88830"/>
                  </a:lnTo>
                  <a:lnTo>
                    <a:pt x="9579" y="87773"/>
                  </a:lnTo>
                  <a:lnTo>
                    <a:pt x="575" y="88683"/>
                  </a:lnTo>
                  <a:lnTo>
                    <a:pt x="5018" y="70382"/>
                  </a:lnTo>
                  <a:lnTo>
                    <a:pt x="7614" y="64819"/>
                  </a:lnTo>
                  <a:lnTo>
                    <a:pt x="10587" y="62387"/>
                  </a:lnTo>
                  <a:lnTo>
                    <a:pt x="10954" y="61282"/>
                  </a:lnTo>
                  <a:lnTo>
                    <a:pt x="10358" y="58772"/>
                  </a:lnTo>
                  <a:lnTo>
                    <a:pt x="3000" y="47492"/>
                  </a:lnTo>
                  <a:lnTo>
                    <a:pt x="2851" y="44820"/>
                  </a:lnTo>
                  <a:lnTo>
                    <a:pt x="8554" y="37303"/>
                  </a:lnTo>
                  <a:lnTo>
                    <a:pt x="2780" y="33580"/>
                  </a:lnTo>
                  <a:lnTo>
                    <a:pt x="4195" y="25465"/>
                  </a:lnTo>
                  <a:lnTo>
                    <a:pt x="2499" y="17651"/>
                  </a:lnTo>
                  <a:lnTo>
                    <a:pt x="8081" y="16297"/>
                  </a:lnTo>
                  <a:lnTo>
                    <a:pt x="7871" y="10395"/>
                  </a:lnTo>
                  <a:lnTo>
                    <a:pt x="14057" y="10853"/>
                  </a:lnTo>
                  <a:lnTo>
                    <a:pt x="20902" y="14550"/>
                  </a:lnTo>
                  <a:lnTo>
                    <a:pt x="24873" y="18342"/>
                  </a:lnTo>
                  <a:lnTo>
                    <a:pt x="25268" y="23322"/>
                  </a:lnTo>
                  <a:lnTo>
                    <a:pt x="30219" y="25971"/>
                  </a:lnTo>
                  <a:lnTo>
                    <a:pt x="31067" y="25039"/>
                  </a:lnTo>
                  <a:lnTo>
                    <a:pt x="30151" y="24239"/>
                  </a:lnTo>
                  <a:lnTo>
                    <a:pt x="29142" y="24564"/>
                  </a:lnTo>
                  <a:lnTo>
                    <a:pt x="29525" y="17589"/>
                  </a:lnTo>
                  <a:lnTo>
                    <a:pt x="37825" y="15335"/>
                  </a:lnTo>
                  <a:lnTo>
                    <a:pt x="44402" y="14689"/>
                  </a:lnTo>
                  <a:lnTo>
                    <a:pt x="45337" y="19514"/>
                  </a:lnTo>
                  <a:lnTo>
                    <a:pt x="54481" y="17956"/>
                  </a:lnTo>
                  <a:lnTo>
                    <a:pt x="54026" y="16456"/>
                  </a:lnTo>
                  <a:lnTo>
                    <a:pt x="48912" y="14633"/>
                  </a:lnTo>
                  <a:lnTo>
                    <a:pt x="47926" y="11297"/>
                  </a:lnTo>
                  <a:lnTo>
                    <a:pt x="4680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h2300"/>
            <p:cNvSpPr/>
            <p:nvPr/>
          </p:nvSpPr>
          <p:spPr>
            <a:xfrm>
              <a:off x="1090253" y="1531381"/>
              <a:ext cx="157134" cy="209204"/>
            </a:xfrm>
            <a:custGeom>
              <a:avLst/>
              <a:pathLst>
                <a:path w="157134" h="209204">
                  <a:moveTo>
                    <a:pt x="86762" y="1760"/>
                  </a:moveTo>
                  <a:lnTo>
                    <a:pt x="87559" y="8391"/>
                  </a:lnTo>
                  <a:lnTo>
                    <a:pt x="97909" y="12147"/>
                  </a:lnTo>
                  <a:lnTo>
                    <a:pt x="96363" y="14916"/>
                  </a:lnTo>
                  <a:lnTo>
                    <a:pt x="92708" y="17424"/>
                  </a:lnTo>
                  <a:lnTo>
                    <a:pt x="93448" y="20221"/>
                  </a:lnTo>
                  <a:lnTo>
                    <a:pt x="95085" y="21930"/>
                  </a:lnTo>
                  <a:lnTo>
                    <a:pt x="99300" y="21603"/>
                  </a:lnTo>
                  <a:lnTo>
                    <a:pt x="102005" y="24844"/>
                  </a:lnTo>
                  <a:lnTo>
                    <a:pt x="100257" y="28108"/>
                  </a:lnTo>
                  <a:lnTo>
                    <a:pt x="99871" y="30748"/>
                  </a:lnTo>
                  <a:lnTo>
                    <a:pt x="102451" y="30514"/>
                  </a:lnTo>
                  <a:lnTo>
                    <a:pt x="102094" y="34894"/>
                  </a:lnTo>
                  <a:lnTo>
                    <a:pt x="98298" y="36754"/>
                  </a:lnTo>
                  <a:lnTo>
                    <a:pt x="98016" y="37955"/>
                  </a:lnTo>
                  <a:lnTo>
                    <a:pt x="106602" y="46346"/>
                  </a:lnTo>
                  <a:lnTo>
                    <a:pt x="114786" y="49993"/>
                  </a:lnTo>
                  <a:lnTo>
                    <a:pt x="114604" y="50629"/>
                  </a:lnTo>
                  <a:lnTo>
                    <a:pt x="114669" y="52102"/>
                  </a:lnTo>
                  <a:lnTo>
                    <a:pt x="109538" y="50646"/>
                  </a:lnTo>
                  <a:lnTo>
                    <a:pt x="107084" y="60851"/>
                  </a:lnTo>
                  <a:lnTo>
                    <a:pt x="106128" y="69215"/>
                  </a:lnTo>
                  <a:lnTo>
                    <a:pt x="101533" y="77825"/>
                  </a:lnTo>
                  <a:lnTo>
                    <a:pt x="101040" y="82167"/>
                  </a:lnTo>
                  <a:lnTo>
                    <a:pt x="107609" y="88887"/>
                  </a:lnTo>
                  <a:lnTo>
                    <a:pt x="107315" y="91813"/>
                  </a:lnTo>
                  <a:lnTo>
                    <a:pt x="105518" y="92853"/>
                  </a:lnTo>
                  <a:lnTo>
                    <a:pt x="104659" y="99752"/>
                  </a:lnTo>
                  <a:lnTo>
                    <a:pt x="107531" y="99960"/>
                  </a:lnTo>
                  <a:lnTo>
                    <a:pt x="110394" y="103782"/>
                  </a:lnTo>
                  <a:lnTo>
                    <a:pt x="108981" y="113658"/>
                  </a:lnTo>
                  <a:lnTo>
                    <a:pt x="111461" y="118329"/>
                  </a:lnTo>
                  <a:lnTo>
                    <a:pt x="116581" y="118265"/>
                  </a:lnTo>
                  <a:lnTo>
                    <a:pt x="121334" y="119918"/>
                  </a:lnTo>
                  <a:lnTo>
                    <a:pt x="124799" y="124670"/>
                  </a:lnTo>
                  <a:lnTo>
                    <a:pt x="128309" y="127222"/>
                  </a:lnTo>
                  <a:lnTo>
                    <a:pt x="129748" y="125693"/>
                  </a:lnTo>
                  <a:lnTo>
                    <a:pt x="127379" y="122354"/>
                  </a:lnTo>
                  <a:lnTo>
                    <a:pt x="136889" y="124846"/>
                  </a:lnTo>
                  <a:lnTo>
                    <a:pt x="147585" y="125567"/>
                  </a:lnTo>
                  <a:lnTo>
                    <a:pt x="144374" y="120367"/>
                  </a:lnTo>
                  <a:lnTo>
                    <a:pt x="143882" y="116504"/>
                  </a:lnTo>
                  <a:lnTo>
                    <a:pt x="150766" y="116988"/>
                  </a:lnTo>
                  <a:lnTo>
                    <a:pt x="155897" y="119859"/>
                  </a:lnTo>
                  <a:lnTo>
                    <a:pt x="157134" y="120556"/>
                  </a:lnTo>
                  <a:lnTo>
                    <a:pt x="156715" y="128111"/>
                  </a:lnTo>
                  <a:lnTo>
                    <a:pt x="153227" y="129665"/>
                  </a:lnTo>
                  <a:lnTo>
                    <a:pt x="153658" y="135491"/>
                  </a:lnTo>
                  <a:lnTo>
                    <a:pt x="148384" y="148927"/>
                  </a:lnTo>
                  <a:lnTo>
                    <a:pt x="150417" y="152394"/>
                  </a:lnTo>
                  <a:lnTo>
                    <a:pt x="153524" y="154473"/>
                  </a:lnTo>
                  <a:lnTo>
                    <a:pt x="153027" y="158062"/>
                  </a:lnTo>
                  <a:lnTo>
                    <a:pt x="151012" y="163086"/>
                  </a:lnTo>
                  <a:lnTo>
                    <a:pt x="151870" y="166015"/>
                  </a:lnTo>
                  <a:lnTo>
                    <a:pt x="139866" y="161467"/>
                  </a:lnTo>
                  <a:lnTo>
                    <a:pt x="136133" y="168005"/>
                  </a:lnTo>
                  <a:lnTo>
                    <a:pt x="129443" y="170692"/>
                  </a:lnTo>
                  <a:lnTo>
                    <a:pt x="121308" y="169483"/>
                  </a:lnTo>
                  <a:lnTo>
                    <a:pt x="120650" y="170325"/>
                  </a:lnTo>
                  <a:lnTo>
                    <a:pt x="121005" y="171089"/>
                  </a:lnTo>
                  <a:lnTo>
                    <a:pt x="122467" y="171316"/>
                  </a:lnTo>
                  <a:lnTo>
                    <a:pt x="125144" y="174674"/>
                  </a:lnTo>
                  <a:lnTo>
                    <a:pt x="122028" y="177689"/>
                  </a:lnTo>
                  <a:lnTo>
                    <a:pt x="119622" y="177849"/>
                  </a:lnTo>
                  <a:lnTo>
                    <a:pt x="118057" y="175976"/>
                  </a:lnTo>
                  <a:lnTo>
                    <a:pt x="111032" y="181030"/>
                  </a:lnTo>
                  <a:lnTo>
                    <a:pt x="110237" y="180016"/>
                  </a:lnTo>
                  <a:lnTo>
                    <a:pt x="116782" y="174622"/>
                  </a:lnTo>
                  <a:lnTo>
                    <a:pt x="111771" y="168005"/>
                  </a:lnTo>
                  <a:lnTo>
                    <a:pt x="109045" y="167326"/>
                  </a:lnTo>
                  <a:lnTo>
                    <a:pt x="103305" y="161405"/>
                  </a:lnTo>
                  <a:lnTo>
                    <a:pt x="99599" y="164254"/>
                  </a:lnTo>
                  <a:lnTo>
                    <a:pt x="97526" y="161754"/>
                  </a:lnTo>
                  <a:lnTo>
                    <a:pt x="88080" y="169610"/>
                  </a:lnTo>
                  <a:lnTo>
                    <a:pt x="91958" y="174136"/>
                  </a:lnTo>
                  <a:lnTo>
                    <a:pt x="91314" y="176657"/>
                  </a:lnTo>
                  <a:lnTo>
                    <a:pt x="80497" y="189690"/>
                  </a:lnTo>
                  <a:lnTo>
                    <a:pt x="76043" y="209204"/>
                  </a:lnTo>
                  <a:lnTo>
                    <a:pt x="58677" y="207396"/>
                  </a:lnTo>
                  <a:lnTo>
                    <a:pt x="57222" y="205904"/>
                  </a:lnTo>
                  <a:lnTo>
                    <a:pt x="52504" y="207765"/>
                  </a:lnTo>
                  <a:lnTo>
                    <a:pt x="49074" y="205625"/>
                  </a:lnTo>
                  <a:lnTo>
                    <a:pt x="44666" y="205706"/>
                  </a:lnTo>
                  <a:lnTo>
                    <a:pt x="41039" y="206748"/>
                  </a:lnTo>
                  <a:lnTo>
                    <a:pt x="34996" y="204399"/>
                  </a:lnTo>
                  <a:lnTo>
                    <a:pt x="33292" y="202617"/>
                  </a:lnTo>
                  <a:lnTo>
                    <a:pt x="32307" y="198464"/>
                  </a:lnTo>
                  <a:lnTo>
                    <a:pt x="37468" y="189239"/>
                  </a:lnTo>
                  <a:lnTo>
                    <a:pt x="38043" y="184261"/>
                  </a:lnTo>
                  <a:lnTo>
                    <a:pt x="37002" y="182322"/>
                  </a:lnTo>
                  <a:lnTo>
                    <a:pt x="34481" y="181346"/>
                  </a:lnTo>
                  <a:lnTo>
                    <a:pt x="32827" y="179593"/>
                  </a:lnTo>
                  <a:lnTo>
                    <a:pt x="33088" y="176031"/>
                  </a:lnTo>
                  <a:lnTo>
                    <a:pt x="32363" y="174202"/>
                  </a:lnTo>
                  <a:lnTo>
                    <a:pt x="24729" y="164262"/>
                  </a:lnTo>
                  <a:lnTo>
                    <a:pt x="21236" y="156207"/>
                  </a:lnTo>
                  <a:lnTo>
                    <a:pt x="17267" y="153030"/>
                  </a:lnTo>
                  <a:lnTo>
                    <a:pt x="14927" y="143886"/>
                  </a:lnTo>
                  <a:lnTo>
                    <a:pt x="10284" y="136253"/>
                  </a:lnTo>
                  <a:lnTo>
                    <a:pt x="10658" y="132585"/>
                  </a:lnTo>
                  <a:lnTo>
                    <a:pt x="9278" y="128685"/>
                  </a:lnTo>
                  <a:lnTo>
                    <a:pt x="7285" y="126792"/>
                  </a:lnTo>
                  <a:lnTo>
                    <a:pt x="4617" y="125766"/>
                  </a:lnTo>
                  <a:lnTo>
                    <a:pt x="1926" y="126582"/>
                  </a:lnTo>
                  <a:lnTo>
                    <a:pt x="278" y="125122"/>
                  </a:lnTo>
                  <a:lnTo>
                    <a:pt x="2600" y="113712"/>
                  </a:lnTo>
                  <a:lnTo>
                    <a:pt x="1647" y="108943"/>
                  </a:lnTo>
                  <a:lnTo>
                    <a:pt x="0" y="105623"/>
                  </a:lnTo>
                  <a:lnTo>
                    <a:pt x="15122" y="104431"/>
                  </a:lnTo>
                  <a:lnTo>
                    <a:pt x="16235" y="96932"/>
                  </a:lnTo>
                  <a:lnTo>
                    <a:pt x="15200" y="96548"/>
                  </a:lnTo>
                  <a:lnTo>
                    <a:pt x="18569" y="86233"/>
                  </a:lnTo>
                  <a:lnTo>
                    <a:pt x="23830" y="88015"/>
                  </a:lnTo>
                  <a:lnTo>
                    <a:pt x="30708" y="92043"/>
                  </a:lnTo>
                  <a:lnTo>
                    <a:pt x="39326" y="93156"/>
                  </a:lnTo>
                  <a:lnTo>
                    <a:pt x="46891" y="95390"/>
                  </a:lnTo>
                  <a:lnTo>
                    <a:pt x="55976" y="95537"/>
                  </a:lnTo>
                  <a:lnTo>
                    <a:pt x="56298" y="89549"/>
                  </a:lnTo>
                  <a:lnTo>
                    <a:pt x="67284" y="90415"/>
                  </a:lnTo>
                  <a:lnTo>
                    <a:pt x="69608" y="87058"/>
                  </a:lnTo>
                  <a:lnTo>
                    <a:pt x="66093" y="80212"/>
                  </a:lnTo>
                  <a:lnTo>
                    <a:pt x="60427" y="80549"/>
                  </a:lnTo>
                  <a:lnTo>
                    <a:pt x="58991" y="73301"/>
                  </a:lnTo>
                  <a:lnTo>
                    <a:pt x="61018" y="69764"/>
                  </a:lnTo>
                  <a:lnTo>
                    <a:pt x="65070" y="68839"/>
                  </a:lnTo>
                  <a:lnTo>
                    <a:pt x="67634" y="64349"/>
                  </a:lnTo>
                  <a:lnTo>
                    <a:pt x="69510" y="57323"/>
                  </a:lnTo>
                  <a:lnTo>
                    <a:pt x="71882" y="57492"/>
                  </a:lnTo>
                  <a:lnTo>
                    <a:pt x="71796" y="58702"/>
                  </a:lnTo>
                  <a:lnTo>
                    <a:pt x="73620" y="58832"/>
                  </a:lnTo>
                  <a:lnTo>
                    <a:pt x="74247" y="50423"/>
                  </a:lnTo>
                  <a:lnTo>
                    <a:pt x="75324" y="50592"/>
                  </a:lnTo>
                  <a:lnTo>
                    <a:pt x="75960" y="46620"/>
                  </a:lnTo>
                  <a:lnTo>
                    <a:pt x="75296" y="37224"/>
                  </a:lnTo>
                  <a:lnTo>
                    <a:pt x="77293" y="36878"/>
                  </a:lnTo>
                  <a:lnTo>
                    <a:pt x="79930" y="34785"/>
                  </a:lnTo>
                  <a:lnTo>
                    <a:pt x="80637" y="26663"/>
                  </a:lnTo>
                  <a:lnTo>
                    <a:pt x="82234" y="22184"/>
                  </a:lnTo>
                  <a:lnTo>
                    <a:pt x="81968" y="19918"/>
                  </a:lnTo>
                  <a:lnTo>
                    <a:pt x="77972" y="20219"/>
                  </a:lnTo>
                  <a:lnTo>
                    <a:pt x="75508" y="19066"/>
                  </a:lnTo>
                  <a:lnTo>
                    <a:pt x="75514" y="16633"/>
                  </a:lnTo>
                  <a:lnTo>
                    <a:pt x="77595" y="16783"/>
                  </a:lnTo>
                  <a:lnTo>
                    <a:pt x="79132" y="3251"/>
                  </a:lnTo>
                  <a:lnTo>
                    <a:pt x="8212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h2301"/>
            <p:cNvSpPr/>
            <p:nvPr/>
          </p:nvSpPr>
          <p:spPr>
            <a:xfrm>
              <a:off x="1350245" y="1498175"/>
              <a:ext cx="79138" cy="71573"/>
            </a:xfrm>
            <a:custGeom>
              <a:avLst/>
              <a:pathLst>
                <a:path w="79138" h="71573">
                  <a:moveTo>
                    <a:pt x="36054" y="4972"/>
                  </a:moveTo>
                  <a:lnTo>
                    <a:pt x="42299" y="7519"/>
                  </a:lnTo>
                  <a:lnTo>
                    <a:pt x="48496" y="8752"/>
                  </a:lnTo>
                  <a:lnTo>
                    <a:pt x="53556" y="8099"/>
                  </a:lnTo>
                  <a:lnTo>
                    <a:pt x="53138" y="15892"/>
                  </a:lnTo>
                  <a:lnTo>
                    <a:pt x="68097" y="14932"/>
                  </a:lnTo>
                  <a:lnTo>
                    <a:pt x="70595" y="16311"/>
                  </a:lnTo>
                  <a:lnTo>
                    <a:pt x="70234" y="22877"/>
                  </a:lnTo>
                  <a:lnTo>
                    <a:pt x="74357" y="21812"/>
                  </a:lnTo>
                  <a:lnTo>
                    <a:pt x="75455" y="22652"/>
                  </a:lnTo>
                  <a:lnTo>
                    <a:pt x="79138" y="31104"/>
                  </a:lnTo>
                  <a:lnTo>
                    <a:pt x="71981" y="35834"/>
                  </a:lnTo>
                  <a:lnTo>
                    <a:pt x="71708" y="39359"/>
                  </a:lnTo>
                  <a:lnTo>
                    <a:pt x="64790" y="41214"/>
                  </a:lnTo>
                  <a:lnTo>
                    <a:pt x="61659" y="40858"/>
                  </a:lnTo>
                  <a:lnTo>
                    <a:pt x="61712" y="48385"/>
                  </a:lnTo>
                  <a:lnTo>
                    <a:pt x="64840" y="49647"/>
                  </a:lnTo>
                  <a:lnTo>
                    <a:pt x="46331" y="60987"/>
                  </a:lnTo>
                  <a:lnTo>
                    <a:pt x="46420" y="65210"/>
                  </a:lnTo>
                  <a:lnTo>
                    <a:pt x="42588" y="65552"/>
                  </a:lnTo>
                  <a:lnTo>
                    <a:pt x="41162" y="69427"/>
                  </a:lnTo>
                  <a:lnTo>
                    <a:pt x="39361" y="70592"/>
                  </a:lnTo>
                  <a:lnTo>
                    <a:pt x="33229" y="71573"/>
                  </a:lnTo>
                  <a:lnTo>
                    <a:pt x="32178" y="70005"/>
                  </a:lnTo>
                  <a:lnTo>
                    <a:pt x="38762" y="67600"/>
                  </a:lnTo>
                  <a:lnTo>
                    <a:pt x="38567" y="65282"/>
                  </a:lnTo>
                  <a:lnTo>
                    <a:pt x="10837" y="63008"/>
                  </a:lnTo>
                  <a:lnTo>
                    <a:pt x="7786" y="57295"/>
                  </a:lnTo>
                  <a:lnTo>
                    <a:pt x="3817" y="58705"/>
                  </a:lnTo>
                  <a:lnTo>
                    <a:pt x="2713" y="61117"/>
                  </a:lnTo>
                  <a:lnTo>
                    <a:pt x="1021" y="61506"/>
                  </a:lnTo>
                  <a:lnTo>
                    <a:pt x="0" y="60608"/>
                  </a:lnTo>
                  <a:lnTo>
                    <a:pt x="640" y="54478"/>
                  </a:lnTo>
                  <a:lnTo>
                    <a:pt x="4653" y="43160"/>
                  </a:lnTo>
                  <a:lnTo>
                    <a:pt x="3401" y="42609"/>
                  </a:lnTo>
                  <a:lnTo>
                    <a:pt x="1482" y="35718"/>
                  </a:lnTo>
                  <a:lnTo>
                    <a:pt x="5122" y="33881"/>
                  </a:lnTo>
                  <a:lnTo>
                    <a:pt x="6250" y="35291"/>
                  </a:lnTo>
                  <a:lnTo>
                    <a:pt x="4819" y="27628"/>
                  </a:lnTo>
                  <a:lnTo>
                    <a:pt x="7236" y="24024"/>
                  </a:lnTo>
                  <a:lnTo>
                    <a:pt x="8274" y="23199"/>
                  </a:lnTo>
                  <a:lnTo>
                    <a:pt x="17595" y="21764"/>
                  </a:lnTo>
                  <a:lnTo>
                    <a:pt x="16032" y="17994"/>
                  </a:lnTo>
                  <a:lnTo>
                    <a:pt x="18825" y="8050"/>
                  </a:lnTo>
                  <a:lnTo>
                    <a:pt x="22614" y="6393"/>
                  </a:lnTo>
                  <a:lnTo>
                    <a:pt x="26208" y="1663"/>
                  </a:lnTo>
                  <a:lnTo>
                    <a:pt x="26058" y="0"/>
                  </a:lnTo>
                  <a:lnTo>
                    <a:pt x="31557" y="42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h2302"/>
            <p:cNvSpPr/>
            <p:nvPr/>
          </p:nvSpPr>
          <p:spPr>
            <a:xfrm>
              <a:off x="1238637" y="1651937"/>
              <a:ext cx="91556" cy="79605"/>
            </a:xfrm>
            <a:custGeom>
              <a:avLst/>
              <a:pathLst>
                <a:path w="91556" h="79605">
                  <a:moveTo>
                    <a:pt x="14752" y="3340"/>
                  </a:moveTo>
                  <a:lnTo>
                    <a:pt x="10923" y="16619"/>
                  </a:lnTo>
                  <a:lnTo>
                    <a:pt x="16046" y="21472"/>
                  </a:lnTo>
                  <a:lnTo>
                    <a:pt x="23185" y="16353"/>
                  </a:lnTo>
                  <a:lnTo>
                    <a:pt x="27712" y="17160"/>
                  </a:lnTo>
                  <a:lnTo>
                    <a:pt x="30930" y="18093"/>
                  </a:lnTo>
                  <a:lnTo>
                    <a:pt x="37006" y="29890"/>
                  </a:lnTo>
                  <a:lnTo>
                    <a:pt x="40933" y="29682"/>
                  </a:lnTo>
                  <a:lnTo>
                    <a:pt x="41698" y="25599"/>
                  </a:lnTo>
                  <a:lnTo>
                    <a:pt x="56188" y="23391"/>
                  </a:lnTo>
                  <a:lnTo>
                    <a:pt x="64526" y="23055"/>
                  </a:lnTo>
                  <a:lnTo>
                    <a:pt x="68009" y="22144"/>
                  </a:lnTo>
                  <a:lnTo>
                    <a:pt x="67971" y="21137"/>
                  </a:lnTo>
                  <a:lnTo>
                    <a:pt x="73975" y="19164"/>
                  </a:lnTo>
                  <a:lnTo>
                    <a:pt x="75887" y="19774"/>
                  </a:lnTo>
                  <a:lnTo>
                    <a:pt x="78604" y="24230"/>
                  </a:lnTo>
                  <a:lnTo>
                    <a:pt x="91556" y="26236"/>
                  </a:lnTo>
                  <a:lnTo>
                    <a:pt x="86601" y="28417"/>
                  </a:lnTo>
                  <a:lnTo>
                    <a:pt x="85067" y="29977"/>
                  </a:lnTo>
                  <a:lnTo>
                    <a:pt x="83764" y="33318"/>
                  </a:lnTo>
                  <a:lnTo>
                    <a:pt x="83468" y="37046"/>
                  </a:lnTo>
                  <a:lnTo>
                    <a:pt x="87161" y="39209"/>
                  </a:lnTo>
                  <a:lnTo>
                    <a:pt x="86707" y="42533"/>
                  </a:lnTo>
                  <a:lnTo>
                    <a:pt x="82978" y="51157"/>
                  </a:lnTo>
                  <a:lnTo>
                    <a:pt x="80645" y="53053"/>
                  </a:lnTo>
                  <a:lnTo>
                    <a:pt x="74801" y="56033"/>
                  </a:lnTo>
                  <a:lnTo>
                    <a:pt x="73787" y="54548"/>
                  </a:lnTo>
                  <a:lnTo>
                    <a:pt x="74518" y="55337"/>
                  </a:lnTo>
                  <a:lnTo>
                    <a:pt x="77326" y="53286"/>
                  </a:lnTo>
                  <a:lnTo>
                    <a:pt x="75611" y="51313"/>
                  </a:lnTo>
                  <a:lnTo>
                    <a:pt x="68407" y="51960"/>
                  </a:lnTo>
                  <a:lnTo>
                    <a:pt x="71049" y="58997"/>
                  </a:lnTo>
                  <a:lnTo>
                    <a:pt x="64706" y="64719"/>
                  </a:lnTo>
                  <a:lnTo>
                    <a:pt x="71067" y="67247"/>
                  </a:lnTo>
                  <a:lnTo>
                    <a:pt x="69828" y="71381"/>
                  </a:lnTo>
                  <a:lnTo>
                    <a:pt x="64949" y="69522"/>
                  </a:lnTo>
                  <a:lnTo>
                    <a:pt x="56939" y="69822"/>
                  </a:lnTo>
                  <a:lnTo>
                    <a:pt x="57550" y="74161"/>
                  </a:lnTo>
                  <a:lnTo>
                    <a:pt x="48802" y="76042"/>
                  </a:lnTo>
                  <a:lnTo>
                    <a:pt x="49272" y="79605"/>
                  </a:lnTo>
                  <a:lnTo>
                    <a:pt x="43201" y="77819"/>
                  </a:lnTo>
                  <a:lnTo>
                    <a:pt x="44125" y="74745"/>
                  </a:lnTo>
                  <a:lnTo>
                    <a:pt x="34706" y="72611"/>
                  </a:lnTo>
                  <a:lnTo>
                    <a:pt x="34276" y="74354"/>
                  </a:lnTo>
                  <a:lnTo>
                    <a:pt x="29220" y="73163"/>
                  </a:lnTo>
                  <a:lnTo>
                    <a:pt x="31043" y="66993"/>
                  </a:lnTo>
                  <a:lnTo>
                    <a:pt x="25982" y="64037"/>
                  </a:lnTo>
                  <a:lnTo>
                    <a:pt x="15437" y="62846"/>
                  </a:lnTo>
                  <a:lnTo>
                    <a:pt x="13136" y="54681"/>
                  </a:lnTo>
                  <a:lnTo>
                    <a:pt x="10677" y="60971"/>
                  </a:lnTo>
                  <a:lnTo>
                    <a:pt x="6122" y="58991"/>
                  </a:lnTo>
                  <a:lnTo>
                    <a:pt x="6160" y="50146"/>
                  </a:lnTo>
                  <a:lnTo>
                    <a:pt x="9223" y="48625"/>
                  </a:lnTo>
                  <a:lnTo>
                    <a:pt x="3486" y="45459"/>
                  </a:lnTo>
                  <a:lnTo>
                    <a:pt x="2628" y="42530"/>
                  </a:lnTo>
                  <a:lnTo>
                    <a:pt x="4643" y="37506"/>
                  </a:lnTo>
                  <a:lnTo>
                    <a:pt x="5140" y="33917"/>
                  </a:lnTo>
                  <a:lnTo>
                    <a:pt x="2033" y="31838"/>
                  </a:lnTo>
                  <a:lnTo>
                    <a:pt x="0" y="28371"/>
                  </a:lnTo>
                  <a:lnTo>
                    <a:pt x="5274" y="14935"/>
                  </a:lnTo>
                  <a:lnTo>
                    <a:pt x="4843" y="9109"/>
                  </a:lnTo>
                  <a:lnTo>
                    <a:pt x="8331" y="7555"/>
                  </a:lnTo>
                  <a:lnTo>
                    <a:pt x="875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h2303"/>
            <p:cNvSpPr/>
            <p:nvPr/>
          </p:nvSpPr>
          <p:spPr>
            <a:xfrm>
              <a:off x="1355077" y="1674098"/>
              <a:ext cx="24993" cy="12747"/>
            </a:xfrm>
            <a:custGeom>
              <a:avLst/>
              <a:pathLst>
                <a:path w="24993" h="12747">
                  <a:moveTo>
                    <a:pt x="24409" y="3900"/>
                  </a:moveTo>
                  <a:lnTo>
                    <a:pt x="24993" y="6358"/>
                  </a:lnTo>
                  <a:lnTo>
                    <a:pt x="23825" y="9271"/>
                  </a:lnTo>
                  <a:lnTo>
                    <a:pt x="23185" y="10894"/>
                  </a:lnTo>
                  <a:lnTo>
                    <a:pt x="21296" y="10493"/>
                  </a:lnTo>
                  <a:lnTo>
                    <a:pt x="21239" y="9512"/>
                  </a:lnTo>
                  <a:lnTo>
                    <a:pt x="6788" y="10862"/>
                  </a:lnTo>
                  <a:lnTo>
                    <a:pt x="7093" y="12187"/>
                  </a:lnTo>
                  <a:lnTo>
                    <a:pt x="4401" y="12747"/>
                  </a:lnTo>
                  <a:lnTo>
                    <a:pt x="0" y="1099"/>
                  </a:lnTo>
                  <a:lnTo>
                    <a:pt x="1616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h2304"/>
            <p:cNvSpPr/>
            <p:nvPr/>
          </p:nvSpPr>
          <p:spPr>
            <a:xfrm>
              <a:off x="1406316" y="2007178"/>
              <a:ext cx="85632" cy="106876"/>
            </a:xfrm>
            <a:custGeom>
              <a:avLst/>
              <a:pathLst>
                <a:path w="85632" h="106876">
                  <a:moveTo>
                    <a:pt x="21310" y="2418"/>
                  </a:moveTo>
                  <a:lnTo>
                    <a:pt x="19043" y="7361"/>
                  </a:lnTo>
                  <a:lnTo>
                    <a:pt x="28398" y="11192"/>
                  </a:lnTo>
                  <a:lnTo>
                    <a:pt x="30541" y="10472"/>
                  </a:lnTo>
                  <a:lnTo>
                    <a:pt x="30672" y="6997"/>
                  </a:lnTo>
                  <a:lnTo>
                    <a:pt x="37405" y="7290"/>
                  </a:lnTo>
                  <a:lnTo>
                    <a:pt x="37735" y="13185"/>
                  </a:lnTo>
                  <a:lnTo>
                    <a:pt x="43012" y="15120"/>
                  </a:lnTo>
                  <a:lnTo>
                    <a:pt x="47527" y="10457"/>
                  </a:lnTo>
                  <a:lnTo>
                    <a:pt x="47662" y="6570"/>
                  </a:lnTo>
                  <a:lnTo>
                    <a:pt x="48718" y="5312"/>
                  </a:lnTo>
                  <a:lnTo>
                    <a:pt x="53542" y="4825"/>
                  </a:lnTo>
                  <a:lnTo>
                    <a:pt x="52790" y="1052"/>
                  </a:lnTo>
                  <a:lnTo>
                    <a:pt x="56110" y="97"/>
                  </a:lnTo>
                  <a:lnTo>
                    <a:pt x="60894" y="7780"/>
                  </a:lnTo>
                  <a:lnTo>
                    <a:pt x="61772" y="10908"/>
                  </a:lnTo>
                  <a:lnTo>
                    <a:pt x="61355" y="15847"/>
                  </a:lnTo>
                  <a:lnTo>
                    <a:pt x="71480" y="18497"/>
                  </a:lnTo>
                  <a:lnTo>
                    <a:pt x="73243" y="17101"/>
                  </a:lnTo>
                  <a:lnTo>
                    <a:pt x="80470" y="29834"/>
                  </a:lnTo>
                  <a:lnTo>
                    <a:pt x="76919" y="29791"/>
                  </a:lnTo>
                  <a:lnTo>
                    <a:pt x="76676" y="34577"/>
                  </a:lnTo>
                  <a:lnTo>
                    <a:pt x="69507" y="34155"/>
                  </a:lnTo>
                  <a:lnTo>
                    <a:pt x="68494" y="31268"/>
                  </a:lnTo>
                  <a:lnTo>
                    <a:pt x="65825" y="33345"/>
                  </a:lnTo>
                  <a:lnTo>
                    <a:pt x="65573" y="38118"/>
                  </a:lnTo>
                  <a:lnTo>
                    <a:pt x="67621" y="50655"/>
                  </a:lnTo>
                  <a:lnTo>
                    <a:pt x="66280" y="55156"/>
                  </a:lnTo>
                  <a:lnTo>
                    <a:pt x="65283" y="68784"/>
                  </a:lnTo>
                  <a:lnTo>
                    <a:pt x="71999" y="71221"/>
                  </a:lnTo>
                  <a:lnTo>
                    <a:pt x="74754" y="72990"/>
                  </a:lnTo>
                  <a:lnTo>
                    <a:pt x="76871" y="75824"/>
                  </a:lnTo>
                  <a:lnTo>
                    <a:pt x="79774" y="75772"/>
                  </a:lnTo>
                  <a:lnTo>
                    <a:pt x="82398" y="74800"/>
                  </a:lnTo>
                  <a:lnTo>
                    <a:pt x="82503" y="76514"/>
                  </a:lnTo>
                  <a:lnTo>
                    <a:pt x="75521" y="81041"/>
                  </a:lnTo>
                  <a:lnTo>
                    <a:pt x="75896" y="83282"/>
                  </a:lnTo>
                  <a:lnTo>
                    <a:pt x="81577" y="84553"/>
                  </a:lnTo>
                  <a:lnTo>
                    <a:pt x="84622" y="88307"/>
                  </a:lnTo>
                  <a:lnTo>
                    <a:pt x="85632" y="93412"/>
                  </a:lnTo>
                  <a:lnTo>
                    <a:pt x="80816" y="101611"/>
                  </a:lnTo>
                  <a:lnTo>
                    <a:pt x="78799" y="101072"/>
                  </a:lnTo>
                  <a:lnTo>
                    <a:pt x="69449" y="106876"/>
                  </a:lnTo>
                  <a:lnTo>
                    <a:pt x="53647" y="84286"/>
                  </a:lnTo>
                  <a:lnTo>
                    <a:pt x="48227" y="79176"/>
                  </a:lnTo>
                  <a:lnTo>
                    <a:pt x="39207" y="78697"/>
                  </a:lnTo>
                  <a:lnTo>
                    <a:pt x="39250" y="77052"/>
                  </a:lnTo>
                  <a:lnTo>
                    <a:pt x="29831" y="76563"/>
                  </a:lnTo>
                  <a:lnTo>
                    <a:pt x="29892" y="75345"/>
                  </a:lnTo>
                  <a:lnTo>
                    <a:pt x="24601" y="75065"/>
                  </a:lnTo>
                  <a:lnTo>
                    <a:pt x="24747" y="72613"/>
                  </a:lnTo>
                  <a:lnTo>
                    <a:pt x="31921" y="73573"/>
                  </a:lnTo>
                  <a:lnTo>
                    <a:pt x="32168" y="68493"/>
                  </a:lnTo>
                  <a:lnTo>
                    <a:pt x="35875" y="68467"/>
                  </a:lnTo>
                  <a:lnTo>
                    <a:pt x="36302" y="60653"/>
                  </a:lnTo>
                  <a:lnTo>
                    <a:pt x="34015" y="59333"/>
                  </a:lnTo>
                  <a:lnTo>
                    <a:pt x="30437" y="59145"/>
                  </a:lnTo>
                  <a:lnTo>
                    <a:pt x="29298" y="57455"/>
                  </a:lnTo>
                  <a:lnTo>
                    <a:pt x="29406" y="55497"/>
                  </a:lnTo>
                  <a:lnTo>
                    <a:pt x="31823" y="55613"/>
                  </a:lnTo>
                  <a:lnTo>
                    <a:pt x="31936" y="53202"/>
                  </a:lnTo>
                  <a:lnTo>
                    <a:pt x="30575" y="45213"/>
                  </a:lnTo>
                  <a:lnTo>
                    <a:pt x="27499" y="42007"/>
                  </a:lnTo>
                  <a:lnTo>
                    <a:pt x="27940" y="33712"/>
                  </a:lnTo>
                  <a:lnTo>
                    <a:pt x="24275" y="33590"/>
                  </a:lnTo>
                  <a:lnTo>
                    <a:pt x="22604" y="32571"/>
                  </a:lnTo>
                  <a:lnTo>
                    <a:pt x="17686" y="25177"/>
                  </a:lnTo>
                  <a:lnTo>
                    <a:pt x="15141" y="23041"/>
                  </a:lnTo>
                  <a:lnTo>
                    <a:pt x="13713" y="22964"/>
                  </a:lnTo>
                  <a:lnTo>
                    <a:pt x="12089" y="24756"/>
                  </a:lnTo>
                  <a:lnTo>
                    <a:pt x="422" y="24053"/>
                  </a:lnTo>
                  <a:lnTo>
                    <a:pt x="0" y="20133"/>
                  </a:lnTo>
                  <a:lnTo>
                    <a:pt x="2186" y="20233"/>
                  </a:lnTo>
                  <a:lnTo>
                    <a:pt x="3935" y="17899"/>
                  </a:lnTo>
                  <a:lnTo>
                    <a:pt x="4392" y="15835"/>
                  </a:lnTo>
                  <a:lnTo>
                    <a:pt x="1230" y="12368"/>
                  </a:lnTo>
                  <a:lnTo>
                    <a:pt x="1514" y="7396"/>
                  </a:lnTo>
                  <a:lnTo>
                    <a:pt x="6600" y="6351"/>
                  </a:lnTo>
                  <a:lnTo>
                    <a:pt x="7458" y="4383"/>
                  </a:lnTo>
                  <a:lnTo>
                    <a:pt x="12461" y="5383"/>
                  </a:lnTo>
                  <a:lnTo>
                    <a:pt x="13748" y="5029"/>
                  </a:lnTo>
                  <a:lnTo>
                    <a:pt x="11440" y="1998"/>
                  </a:lnTo>
                  <a:lnTo>
                    <a:pt x="1494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h2305"/>
            <p:cNvSpPr/>
            <p:nvPr/>
          </p:nvSpPr>
          <p:spPr>
            <a:xfrm>
              <a:off x="1489415" y="1664046"/>
              <a:ext cx="49471" cy="70713"/>
            </a:xfrm>
            <a:custGeom>
              <a:avLst/>
              <a:pathLst>
                <a:path w="49471" h="70713">
                  <a:moveTo>
                    <a:pt x="22833" y="496"/>
                  </a:moveTo>
                  <a:lnTo>
                    <a:pt x="27313" y="3420"/>
                  </a:lnTo>
                  <a:lnTo>
                    <a:pt x="31416" y="4477"/>
                  </a:lnTo>
                  <a:lnTo>
                    <a:pt x="48148" y="2894"/>
                  </a:lnTo>
                  <a:lnTo>
                    <a:pt x="48020" y="10479"/>
                  </a:lnTo>
                  <a:lnTo>
                    <a:pt x="49471" y="14421"/>
                  </a:lnTo>
                  <a:lnTo>
                    <a:pt x="47128" y="13854"/>
                  </a:lnTo>
                  <a:lnTo>
                    <a:pt x="42982" y="15747"/>
                  </a:lnTo>
                  <a:lnTo>
                    <a:pt x="42783" y="18483"/>
                  </a:lnTo>
                  <a:lnTo>
                    <a:pt x="40325" y="21884"/>
                  </a:lnTo>
                  <a:lnTo>
                    <a:pt x="37917" y="22129"/>
                  </a:lnTo>
                  <a:lnTo>
                    <a:pt x="30817" y="26357"/>
                  </a:lnTo>
                  <a:lnTo>
                    <a:pt x="30158" y="29419"/>
                  </a:lnTo>
                  <a:lnTo>
                    <a:pt x="24696" y="36434"/>
                  </a:lnTo>
                  <a:lnTo>
                    <a:pt x="25010" y="39323"/>
                  </a:lnTo>
                  <a:lnTo>
                    <a:pt x="20634" y="51030"/>
                  </a:lnTo>
                  <a:lnTo>
                    <a:pt x="17245" y="51646"/>
                  </a:lnTo>
                  <a:lnTo>
                    <a:pt x="11428" y="50783"/>
                  </a:lnTo>
                  <a:lnTo>
                    <a:pt x="8913" y="43801"/>
                  </a:lnTo>
                  <a:lnTo>
                    <a:pt x="8176" y="52871"/>
                  </a:lnTo>
                  <a:lnTo>
                    <a:pt x="11798" y="61224"/>
                  </a:lnTo>
                  <a:lnTo>
                    <a:pt x="11334" y="65726"/>
                  </a:lnTo>
                  <a:lnTo>
                    <a:pt x="13908" y="67898"/>
                  </a:lnTo>
                  <a:lnTo>
                    <a:pt x="13680" y="69840"/>
                  </a:lnTo>
                  <a:lnTo>
                    <a:pt x="10601" y="70713"/>
                  </a:lnTo>
                  <a:lnTo>
                    <a:pt x="6896" y="66773"/>
                  </a:lnTo>
                  <a:lnTo>
                    <a:pt x="2252" y="68380"/>
                  </a:lnTo>
                  <a:lnTo>
                    <a:pt x="781" y="68104"/>
                  </a:lnTo>
                  <a:lnTo>
                    <a:pt x="2458" y="65121"/>
                  </a:lnTo>
                  <a:lnTo>
                    <a:pt x="1115" y="61357"/>
                  </a:lnTo>
                  <a:lnTo>
                    <a:pt x="1116" y="54516"/>
                  </a:lnTo>
                  <a:lnTo>
                    <a:pt x="2325" y="53430"/>
                  </a:lnTo>
                  <a:lnTo>
                    <a:pt x="2430" y="48336"/>
                  </a:lnTo>
                  <a:lnTo>
                    <a:pt x="0" y="39041"/>
                  </a:lnTo>
                  <a:lnTo>
                    <a:pt x="7369" y="37170"/>
                  </a:lnTo>
                  <a:lnTo>
                    <a:pt x="7298" y="36303"/>
                  </a:lnTo>
                  <a:lnTo>
                    <a:pt x="3251" y="32720"/>
                  </a:lnTo>
                  <a:lnTo>
                    <a:pt x="3372" y="30693"/>
                  </a:lnTo>
                  <a:lnTo>
                    <a:pt x="3645" y="27780"/>
                  </a:lnTo>
                  <a:lnTo>
                    <a:pt x="2828" y="23649"/>
                  </a:lnTo>
                  <a:lnTo>
                    <a:pt x="7968" y="18315"/>
                  </a:lnTo>
                  <a:lnTo>
                    <a:pt x="10550" y="13636"/>
                  </a:lnTo>
                  <a:lnTo>
                    <a:pt x="11068" y="5411"/>
                  </a:lnTo>
                  <a:lnTo>
                    <a:pt x="15472" y="5920"/>
                  </a:lnTo>
                  <a:lnTo>
                    <a:pt x="18137" y="4185"/>
                  </a:lnTo>
                  <a:lnTo>
                    <a:pt x="17165" y="1172"/>
                  </a:lnTo>
                  <a:lnTo>
                    <a:pt x="19116" y="1486"/>
                  </a:lnTo>
                  <a:lnTo>
                    <a:pt x="2044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h2306"/>
            <p:cNvSpPr/>
            <p:nvPr/>
          </p:nvSpPr>
          <p:spPr>
            <a:xfrm>
              <a:off x="1222733" y="1453710"/>
              <a:ext cx="55823" cy="75066"/>
            </a:xfrm>
            <a:custGeom>
              <a:avLst/>
              <a:pathLst>
                <a:path w="55823" h="75066">
                  <a:moveTo>
                    <a:pt x="55823" y="21985"/>
                  </a:moveTo>
                  <a:lnTo>
                    <a:pt x="55359" y="29084"/>
                  </a:lnTo>
                  <a:lnTo>
                    <a:pt x="46137" y="28680"/>
                  </a:lnTo>
                  <a:lnTo>
                    <a:pt x="43994" y="31595"/>
                  </a:lnTo>
                  <a:lnTo>
                    <a:pt x="38788" y="33835"/>
                  </a:lnTo>
                  <a:lnTo>
                    <a:pt x="41125" y="40109"/>
                  </a:lnTo>
                  <a:lnTo>
                    <a:pt x="42360" y="47491"/>
                  </a:lnTo>
                  <a:lnTo>
                    <a:pt x="48727" y="46234"/>
                  </a:lnTo>
                  <a:lnTo>
                    <a:pt x="49437" y="50901"/>
                  </a:lnTo>
                  <a:lnTo>
                    <a:pt x="51749" y="57061"/>
                  </a:lnTo>
                  <a:lnTo>
                    <a:pt x="50144" y="58932"/>
                  </a:lnTo>
                  <a:lnTo>
                    <a:pt x="45780" y="52944"/>
                  </a:lnTo>
                  <a:lnTo>
                    <a:pt x="40632" y="56015"/>
                  </a:lnTo>
                  <a:lnTo>
                    <a:pt x="39722" y="60726"/>
                  </a:lnTo>
                  <a:lnTo>
                    <a:pt x="47534" y="62006"/>
                  </a:lnTo>
                  <a:lnTo>
                    <a:pt x="46406" y="65980"/>
                  </a:lnTo>
                  <a:lnTo>
                    <a:pt x="39484" y="63965"/>
                  </a:lnTo>
                  <a:lnTo>
                    <a:pt x="38893" y="75066"/>
                  </a:lnTo>
                  <a:lnTo>
                    <a:pt x="31179" y="74490"/>
                  </a:lnTo>
                  <a:lnTo>
                    <a:pt x="29153" y="71482"/>
                  </a:lnTo>
                  <a:lnTo>
                    <a:pt x="27770" y="67130"/>
                  </a:lnTo>
                  <a:lnTo>
                    <a:pt x="32401" y="61908"/>
                  </a:lnTo>
                  <a:lnTo>
                    <a:pt x="29659" y="59320"/>
                  </a:lnTo>
                  <a:lnTo>
                    <a:pt x="26508" y="52048"/>
                  </a:lnTo>
                  <a:lnTo>
                    <a:pt x="22966" y="52232"/>
                  </a:lnTo>
                  <a:lnTo>
                    <a:pt x="22304" y="55624"/>
                  </a:lnTo>
                  <a:lnTo>
                    <a:pt x="21234" y="55890"/>
                  </a:lnTo>
                  <a:lnTo>
                    <a:pt x="18734" y="53112"/>
                  </a:lnTo>
                  <a:lnTo>
                    <a:pt x="23088" y="50683"/>
                  </a:lnTo>
                  <a:lnTo>
                    <a:pt x="22430" y="48572"/>
                  </a:lnTo>
                  <a:lnTo>
                    <a:pt x="19343" y="50106"/>
                  </a:lnTo>
                  <a:lnTo>
                    <a:pt x="16505" y="48693"/>
                  </a:lnTo>
                  <a:lnTo>
                    <a:pt x="19379" y="38099"/>
                  </a:lnTo>
                  <a:lnTo>
                    <a:pt x="8981" y="34847"/>
                  </a:lnTo>
                  <a:lnTo>
                    <a:pt x="9803" y="31755"/>
                  </a:lnTo>
                  <a:lnTo>
                    <a:pt x="0" y="32509"/>
                  </a:lnTo>
                  <a:lnTo>
                    <a:pt x="3103" y="24059"/>
                  </a:lnTo>
                  <a:lnTo>
                    <a:pt x="3695" y="10129"/>
                  </a:lnTo>
                  <a:lnTo>
                    <a:pt x="6160" y="10417"/>
                  </a:lnTo>
                  <a:lnTo>
                    <a:pt x="690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h2307"/>
            <p:cNvSpPr/>
            <p:nvPr/>
          </p:nvSpPr>
          <p:spPr>
            <a:xfrm>
              <a:off x="1374441" y="1487552"/>
              <a:ext cx="78275" cy="41727"/>
            </a:xfrm>
            <a:custGeom>
              <a:avLst/>
              <a:pathLst>
                <a:path w="78275" h="41727">
                  <a:moveTo>
                    <a:pt x="70146" y="3673"/>
                  </a:moveTo>
                  <a:lnTo>
                    <a:pt x="72187" y="14000"/>
                  </a:lnTo>
                  <a:lnTo>
                    <a:pt x="75747" y="11712"/>
                  </a:lnTo>
                  <a:lnTo>
                    <a:pt x="78275" y="29553"/>
                  </a:lnTo>
                  <a:lnTo>
                    <a:pt x="74848" y="31087"/>
                  </a:lnTo>
                  <a:lnTo>
                    <a:pt x="75459" y="36539"/>
                  </a:lnTo>
                  <a:lnTo>
                    <a:pt x="58030" y="35583"/>
                  </a:lnTo>
                  <a:lnTo>
                    <a:pt x="57653" y="39945"/>
                  </a:lnTo>
                  <a:lnTo>
                    <a:pt x="54942" y="41727"/>
                  </a:lnTo>
                  <a:lnTo>
                    <a:pt x="51259" y="33276"/>
                  </a:lnTo>
                  <a:lnTo>
                    <a:pt x="50161" y="32436"/>
                  </a:lnTo>
                  <a:lnTo>
                    <a:pt x="46037" y="33501"/>
                  </a:lnTo>
                  <a:lnTo>
                    <a:pt x="46399" y="26934"/>
                  </a:lnTo>
                  <a:lnTo>
                    <a:pt x="43901" y="25555"/>
                  </a:lnTo>
                  <a:lnTo>
                    <a:pt x="28941" y="26515"/>
                  </a:lnTo>
                  <a:lnTo>
                    <a:pt x="29360" y="18723"/>
                  </a:lnTo>
                  <a:lnTo>
                    <a:pt x="24300" y="19376"/>
                  </a:lnTo>
                  <a:lnTo>
                    <a:pt x="18103" y="18143"/>
                  </a:lnTo>
                  <a:lnTo>
                    <a:pt x="11858" y="15596"/>
                  </a:lnTo>
                  <a:lnTo>
                    <a:pt x="7361" y="11046"/>
                  </a:lnTo>
                  <a:lnTo>
                    <a:pt x="1862" y="10623"/>
                  </a:lnTo>
                  <a:lnTo>
                    <a:pt x="273" y="10499"/>
                  </a:lnTo>
                  <a:lnTo>
                    <a:pt x="0" y="8905"/>
                  </a:lnTo>
                  <a:lnTo>
                    <a:pt x="4524" y="6448"/>
                  </a:lnTo>
                  <a:lnTo>
                    <a:pt x="2931" y="354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h2308"/>
            <p:cNvSpPr/>
            <p:nvPr/>
          </p:nvSpPr>
          <p:spPr>
            <a:xfrm>
              <a:off x="1325764" y="1485128"/>
              <a:ext cx="53201" cy="48338"/>
            </a:xfrm>
            <a:custGeom>
              <a:avLst/>
              <a:pathLst>
                <a:path w="53201" h="48338">
                  <a:moveTo>
                    <a:pt x="51588" y="2423"/>
                  </a:moveTo>
                  <a:lnTo>
                    <a:pt x="51609" y="5967"/>
                  </a:lnTo>
                  <a:lnTo>
                    <a:pt x="53201" y="8871"/>
                  </a:lnTo>
                  <a:lnTo>
                    <a:pt x="48677" y="11329"/>
                  </a:lnTo>
                  <a:lnTo>
                    <a:pt x="48951" y="12923"/>
                  </a:lnTo>
                  <a:lnTo>
                    <a:pt x="50539" y="13046"/>
                  </a:lnTo>
                  <a:lnTo>
                    <a:pt x="50689" y="14710"/>
                  </a:lnTo>
                  <a:lnTo>
                    <a:pt x="47096" y="19440"/>
                  </a:lnTo>
                  <a:lnTo>
                    <a:pt x="43306" y="21097"/>
                  </a:lnTo>
                  <a:lnTo>
                    <a:pt x="40513" y="31041"/>
                  </a:lnTo>
                  <a:lnTo>
                    <a:pt x="42076" y="34811"/>
                  </a:lnTo>
                  <a:lnTo>
                    <a:pt x="32755" y="36245"/>
                  </a:lnTo>
                  <a:lnTo>
                    <a:pt x="31718" y="37071"/>
                  </a:lnTo>
                  <a:lnTo>
                    <a:pt x="29301" y="40675"/>
                  </a:lnTo>
                  <a:lnTo>
                    <a:pt x="30731" y="48338"/>
                  </a:lnTo>
                  <a:lnTo>
                    <a:pt x="29603" y="46927"/>
                  </a:lnTo>
                  <a:lnTo>
                    <a:pt x="24195" y="40170"/>
                  </a:lnTo>
                  <a:lnTo>
                    <a:pt x="19271" y="43307"/>
                  </a:lnTo>
                  <a:lnTo>
                    <a:pt x="11275" y="31114"/>
                  </a:lnTo>
                  <a:lnTo>
                    <a:pt x="4218" y="35979"/>
                  </a:lnTo>
                  <a:lnTo>
                    <a:pt x="0" y="20456"/>
                  </a:lnTo>
                  <a:lnTo>
                    <a:pt x="15281" y="15780"/>
                  </a:lnTo>
                  <a:lnTo>
                    <a:pt x="10511" y="1464"/>
                  </a:lnTo>
                  <a:lnTo>
                    <a:pt x="1059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h2309"/>
            <p:cNvSpPr/>
            <p:nvPr/>
          </p:nvSpPr>
          <p:spPr>
            <a:xfrm>
              <a:off x="1497591" y="1677544"/>
              <a:ext cx="74933" cy="92310"/>
            </a:xfrm>
            <a:custGeom>
              <a:avLst/>
              <a:pathLst>
                <a:path w="74933" h="92310">
                  <a:moveTo>
                    <a:pt x="56865" y="3121"/>
                  </a:moveTo>
                  <a:lnTo>
                    <a:pt x="57007" y="2442"/>
                  </a:lnTo>
                  <a:lnTo>
                    <a:pt x="59536" y="1351"/>
                  </a:lnTo>
                  <a:lnTo>
                    <a:pt x="65410" y="2269"/>
                  </a:lnTo>
                  <a:lnTo>
                    <a:pt x="66395" y="5233"/>
                  </a:lnTo>
                  <a:lnTo>
                    <a:pt x="66451" y="11548"/>
                  </a:lnTo>
                  <a:lnTo>
                    <a:pt x="65737" y="12216"/>
                  </a:lnTo>
                  <a:lnTo>
                    <a:pt x="67212" y="16386"/>
                  </a:lnTo>
                  <a:lnTo>
                    <a:pt x="63864" y="18355"/>
                  </a:lnTo>
                  <a:lnTo>
                    <a:pt x="64408" y="21651"/>
                  </a:lnTo>
                  <a:lnTo>
                    <a:pt x="67544" y="23005"/>
                  </a:lnTo>
                  <a:lnTo>
                    <a:pt x="74478" y="23452"/>
                  </a:lnTo>
                  <a:lnTo>
                    <a:pt x="74933" y="29383"/>
                  </a:lnTo>
                  <a:lnTo>
                    <a:pt x="74174" y="31346"/>
                  </a:lnTo>
                  <a:lnTo>
                    <a:pt x="68112" y="33521"/>
                  </a:lnTo>
                  <a:lnTo>
                    <a:pt x="60450" y="33367"/>
                  </a:lnTo>
                  <a:lnTo>
                    <a:pt x="64804" y="40907"/>
                  </a:lnTo>
                  <a:lnTo>
                    <a:pt x="61569" y="45109"/>
                  </a:lnTo>
                  <a:lnTo>
                    <a:pt x="61738" y="50219"/>
                  </a:lnTo>
                  <a:lnTo>
                    <a:pt x="59030" y="55952"/>
                  </a:lnTo>
                  <a:lnTo>
                    <a:pt x="60379" y="60682"/>
                  </a:lnTo>
                  <a:lnTo>
                    <a:pt x="63043" y="61870"/>
                  </a:lnTo>
                  <a:lnTo>
                    <a:pt x="60800" y="63375"/>
                  </a:lnTo>
                  <a:lnTo>
                    <a:pt x="55516" y="63768"/>
                  </a:lnTo>
                  <a:lnTo>
                    <a:pt x="52163" y="65992"/>
                  </a:lnTo>
                  <a:lnTo>
                    <a:pt x="56723" y="87116"/>
                  </a:lnTo>
                  <a:lnTo>
                    <a:pt x="55039" y="92310"/>
                  </a:lnTo>
                  <a:lnTo>
                    <a:pt x="49500" y="91832"/>
                  </a:lnTo>
                  <a:lnTo>
                    <a:pt x="48132" y="86033"/>
                  </a:lnTo>
                  <a:lnTo>
                    <a:pt x="44170" y="88032"/>
                  </a:lnTo>
                  <a:lnTo>
                    <a:pt x="42289" y="87880"/>
                  </a:lnTo>
                  <a:lnTo>
                    <a:pt x="37660" y="85332"/>
                  </a:lnTo>
                  <a:lnTo>
                    <a:pt x="32574" y="78085"/>
                  </a:lnTo>
                  <a:lnTo>
                    <a:pt x="32637" y="76647"/>
                  </a:lnTo>
                  <a:lnTo>
                    <a:pt x="28567" y="74755"/>
                  </a:lnTo>
                  <a:lnTo>
                    <a:pt x="22760" y="77343"/>
                  </a:lnTo>
                  <a:lnTo>
                    <a:pt x="15353" y="75543"/>
                  </a:lnTo>
                  <a:lnTo>
                    <a:pt x="8487" y="68823"/>
                  </a:lnTo>
                  <a:lnTo>
                    <a:pt x="3948" y="63132"/>
                  </a:lnTo>
                  <a:lnTo>
                    <a:pt x="2425" y="57215"/>
                  </a:lnTo>
                  <a:lnTo>
                    <a:pt x="5503" y="56342"/>
                  </a:lnTo>
                  <a:lnTo>
                    <a:pt x="5731" y="54400"/>
                  </a:lnTo>
                  <a:lnTo>
                    <a:pt x="3158" y="52227"/>
                  </a:lnTo>
                  <a:lnTo>
                    <a:pt x="3621" y="47726"/>
                  </a:lnTo>
                  <a:lnTo>
                    <a:pt x="0" y="39373"/>
                  </a:lnTo>
                  <a:lnTo>
                    <a:pt x="737" y="30303"/>
                  </a:lnTo>
                  <a:lnTo>
                    <a:pt x="3251" y="37285"/>
                  </a:lnTo>
                  <a:lnTo>
                    <a:pt x="9069" y="38147"/>
                  </a:lnTo>
                  <a:lnTo>
                    <a:pt x="12458" y="37532"/>
                  </a:lnTo>
                  <a:lnTo>
                    <a:pt x="16833" y="25825"/>
                  </a:lnTo>
                  <a:lnTo>
                    <a:pt x="16520" y="22936"/>
                  </a:lnTo>
                  <a:lnTo>
                    <a:pt x="21982" y="15921"/>
                  </a:lnTo>
                  <a:lnTo>
                    <a:pt x="22641" y="12859"/>
                  </a:lnTo>
                  <a:lnTo>
                    <a:pt x="29740" y="8631"/>
                  </a:lnTo>
                  <a:lnTo>
                    <a:pt x="32148" y="8386"/>
                  </a:lnTo>
                  <a:lnTo>
                    <a:pt x="34607" y="4985"/>
                  </a:lnTo>
                  <a:lnTo>
                    <a:pt x="34805" y="2249"/>
                  </a:lnTo>
                  <a:lnTo>
                    <a:pt x="38952" y="355"/>
                  </a:lnTo>
                  <a:lnTo>
                    <a:pt x="41295" y="923"/>
                  </a:lnTo>
                  <a:lnTo>
                    <a:pt x="4656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h2310"/>
            <p:cNvSpPr/>
            <p:nvPr/>
          </p:nvSpPr>
          <p:spPr>
            <a:xfrm>
              <a:off x="1455216" y="1606135"/>
              <a:ext cx="54833" cy="60725"/>
            </a:xfrm>
            <a:custGeom>
              <a:avLst/>
              <a:pathLst>
                <a:path w="54833" h="60725">
                  <a:moveTo>
                    <a:pt x="26261" y="6730"/>
                  </a:moveTo>
                  <a:lnTo>
                    <a:pt x="25557" y="9609"/>
                  </a:lnTo>
                  <a:lnTo>
                    <a:pt x="29477" y="10163"/>
                  </a:lnTo>
                  <a:lnTo>
                    <a:pt x="37679" y="6819"/>
                  </a:lnTo>
                  <a:lnTo>
                    <a:pt x="42957" y="6927"/>
                  </a:lnTo>
                  <a:lnTo>
                    <a:pt x="42823" y="8769"/>
                  </a:lnTo>
                  <a:lnTo>
                    <a:pt x="44434" y="9617"/>
                  </a:lnTo>
                  <a:lnTo>
                    <a:pt x="42205" y="12265"/>
                  </a:lnTo>
                  <a:lnTo>
                    <a:pt x="42085" y="13790"/>
                  </a:lnTo>
                  <a:lnTo>
                    <a:pt x="53160" y="18304"/>
                  </a:lnTo>
                  <a:lnTo>
                    <a:pt x="54062" y="19426"/>
                  </a:lnTo>
                  <a:lnTo>
                    <a:pt x="52271" y="22261"/>
                  </a:lnTo>
                  <a:lnTo>
                    <a:pt x="53876" y="25327"/>
                  </a:lnTo>
                  <a:lnTo>
                    <a:pt x="49317" y="27044"/>
                  </a:lnTo>
                  <a:lnTo>
                    <a:pt x="48012" y="25972"/>
                  </a:lnTo>
                  <a:lnTo>
                    <a:pt x="45647" y="26971"/>
                  </a:lnTo>
                  <a:lnTo>
                    <a:pt x="49083" y="34315"/>
                  </a:lnTo>
                  <a:lnTo>
                    <a:pt x="48149" y="36539"/>
                  </a:lnTo>
                  <a:lnTo>
                    <a:pt x="50981" y="39647"/>
                  </a:lnTo>
                  <a:lnTo>
                    <a:pt x="54833" y="42293"/>
                  </a:lnTo>
                  <a:lnTo>
                    <a:pt x="52045" y="51982"/>
                  </a:lnTo>
                  <a:lnTo>
                    <a:pt x="47145" y="51224"/>
                  </a:lnTo>
                  <a:lnTo>
                    <a:pt x="45688" y="57188"/>
                  </a:lnTo>
                  <a:lnTo>
                    <a:pt x="42241" y="58370"/>
                  </a:lnTo>
                  <a:lnTo>
                    <a:pt x="39628" y="60725"/>
                  </a:lnTo>
                  <a:lnTo>
                    <a:pt x="32963" y="59885"/>
                  </a:lnTo>
                  <a:lnTo>
                    <a:pt x="32582" y="57658"/>
                  </a:lnTo>
                  <a:lnTo>
                    <a:pt x="23878" y="58488"/>
                  </a:lnTo>
                  <a:lnTo>
                    <a:pt x="22332" y="55338"/>
                  </a:lnTo>
                  <a:lnTo>
                    <a:pt x="17337" y="55658"/>
                  </a:lnTo>
                  <a:lnTo>
                    <a:pt x="17938" y="52220"/>
                  </a:lnTo>
                  <a:lnTo>
                    <a:pt x="13013" y="49338"/>
                  </a:lnTo>
                  <a:lnTo>
                    <a:pt x="10874" y="49207"/>
                  </a:lnTo>
                  <a:lnTo>
                    <a:pt x="9870" y="50030"/>
                  </a:lnTo>
                  <a:lnTo>
                    <a:pt x="8637" y="45821"/>
                  </a:lnTo>
                  <a:lnTo>
                    <a:pt x="3797" y="48030"/>
                  </a:lnTo>
                  <a:lnTo>
                    <a:pt x="418" y="43797"/>
                  </a:lnTo>
                  <a:lnTo>
                    <a:pt x="0" y="40478"/>
                  </a:lnTo>
                  <a:lnTo>
                    <a:pt x="6969" y="40162"/>
                  </a:lnTo>
                  <a:lnTo>
                    <a:pt x="4919" y="35410"/>
                  </a:lnTo>
                  <a:lnTo>
                    <a:pt x="5847" y="32979"/>
                  </a:lnTo>
                  <a:lnTo>
                    <a:pt x="6424" y="22597"/>
                  </a:lnTo>
                  <a:lnTo>
                    <a:pt x="5206" y="22819"/>
                  </a:lnTo>
                  <a:lnTo>
                    <a:pt x="4798" y="23887"/>
                  </a:lnTo>
                  <a:lnTo>
                    <a:pt x="3066" y="23846"/>
                  </a:lnTo>
                  <a:lnTo>
                    <a:pt x="2856" y="20146"/>
                  </a:lnTo>
                  <a:lnTo>
                    <a:pt x="6355" y="16892"/>
                  </a:lnTo>
                  <a:lnTo>
                    <a:pt x="11647" y="16907"/>
                  </a:lnTo>
                  <a:lnTo>
                    <a:pt x="13976" y="15460"/>
                  </a:lnTo>
                  <a:lnTo>
                    <a:pt x="15038" y="7477"/>
                  </a:lnTo>
                  <a:lnTo>
                    <a:pt x="2163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h2311"/>
            <p:cNvSpPr/>
            <p:nvPr/>
          </p:nvSpPr>
          <p:spPr>
            <a:xfrm>
              <a:off x="1220792" y="1488558"/>
              <a:ext cx="66908" cy="86855"/>
            </a:xfrm>
            <a:custGeom>
              <a:avLst/>
              <a:pathLst>
                <a:path w="66908" h="86855">
                  <a:moveTo>
                    <a:pt x="21320" y="3251"/>
                  </a:moveTo>
                  <a:lnTo>
                    <a:pt x="18447" y="13845"/>
                  </a:lnTo>
                  <a:lnTo>
                    <a:pt x="21284" y="15259"/>
                  </a:lnTo>
                  <a:lnTo>
                    <a:pt x="24372" y="13724"/>
                  </a:lnTo>
                  <a:lnTo>
                    <a:pt x="25029" y="15835"/>
                  </a:lnTo>
                  <a:lnTo>
                    <a:pt x="20676" y="18264"/>
                  </a:lnTo>
                  <a:lnTo>
                    <a:pt x="23176" y="21042"/>
                  </a:lnTo>
                  <a:lnTo>
                    <a:pt x="24245" y="20776"/>
                  </a:lnTo>
                  <a:lnTo>
                    <a:pt x="24907" y="17384"/>
                  </a:lnTo>
                  <a:lnTo>
                    <a:pt x="28449" y="17200"/>
                  </a:lnTo>
                  <a:lnTo>
                    <a:pt x="31600" y="24472"/>
                  </a:lnTo>
                  <a:lnTo>
                    <a:pt x="34343" y="27060"/>
                  </a:lnTo>
                  <a:lnTo>
                    <a:pt x="29711" y="32282"/>
                  </a:lnTo>
                  <a:lnTo>
                    <a:pt x="31095" y="36634"/>
                  </a:lnTo>
                  <a:lnTo>
                    <a:pt x="33120" y="39642"/>
                  </a:lnTo>
                  <a:lnTo>
                    <a:pt x="40835" y="40218"/>
                  </a:lnTo>
                  <a:lnTo>
                    <a:pt x="41426" y="29117"/>
                  </a:lnTo>
                  <a:lnTo>
                    <a:pt x="48347" y="31133"/>
                  </a:lnTo>
                  <a:lnTo>
                    <a:pt x="49475" y="27158"/>
                  </a:lnTo>
                  <a:lnTo>
                    <a:pt x="41663" y="25878"/>
                  </a:lnTo>
                  <a:lnTo>
                    <a:pt x="42574" y="21167"/>
                  </a:lnTo>
                  <a:lnTo>
                    <a:pt x="47721" y="18096"/>
                  </a:lnTo>
                  <a:lnTo>
                    <a:pt x="52085" y="24084"/>
                  </a:lnTo>
                  <a:lnTo>
                    <a:pt x="55124" y="29011"/>
                  </a:lnTo>
                  <a:lnTo>
                    <a:pt x="52256" y="30227"/>
                  </a:lnTo>
                  <a:lnTo>
                    <a:pt x="50664" y="42602"/>
                  </a:lnTo>
                  <a:lnTo>
                    <a:pt x="55495" y="40780"/>
                  </a:lnTo>
                  <a:lnTo>
                    <a:pt x="66023" y="48518"/>
                  </a:lnTo>
                  <a:lnTo>
                    <a:pt x="66908" y="50755"/>
                  </a:lnTo>
                  <a:lnTo>
                    <a:pt x="65268" y="55117"/>
                  </a:lnTo>
                  <a:lnTo>
                    <a:pt x="62957" y="55888"/>
                  </a:lnTo>
                  <a:lnTo>
                    <a:pt x="64463" y="62279"/>
                  </a:lnTo>
                  <a:lnTo>
                    <a:pt x="59018" y="62524"/>
                  </a:lnTo>
                  <a:lnTo>
                    <a:pt x="56080" y="59514"/>
                  </a:lnTo>
                  <a:lnTo>
                    <a:pt x="50409" y="61072"/>
                  </a:lnTo>
                  <a:lnTo>
                    <a:pt x="44757" y="64596"/>
                  </a:lnTo>
                  <a:lnTo>
                    <a:pt x="47581" y="70910"/>
                  </a:lnTo>
                  <a:lnTo>
                    <a:pt x="48962" y="72467"/>
                  </a:lnTo>
                  <a:lnTo>
                    <a:pt x="39699" y="86855"/>
                  </a:lnTo>
                  <a:lnTo>
                    <a:pt x="17015" y="86505"/>
                  </a:lnTo>
                  <a:lnTo>
                    <a:pt x="17031" y="84204"/>
                  </a:lnTo>
                  <a:lnTo>
                    <a:pt x="20471" y="75170"/>
                  </a:lnTo>
                  <a:lnTo>
                    <a:pt x="28957" y="70093"/>
                  </a:lnTo>
                  <a:lnTo>
                    <a:pt x="27347" y="65710"/>
                  </a:lnTo>
                  <a:lnTo>
                    <a:pt x="26419" y="67126"/>
                  </a:lnTo>
                  <a:lnTo>
                    <a:pt x="24024" y="63900"/>
                  </a:lnTo>
                  <a:lnTo>
                    <a:pt x="23731" y="58031"/>
                  </a:lnTo>
                  <a:lnTo>
                    <a:pt x="26963" y="56026"/>
                  </a:lnTo>
                  <a:lnTo>
                    <a:pt x="18149" y="55533"/>
                  </a:lnTo>
                  <a:lnTo>
                    <a:pt x="16745" y="44825"/>
                  </a:lnTo>
                  <a:lnTo>
                    <a:pt x="13537" y="39958"/>
                  </a:lnTo>
                  <a:lnTo>
                    <a:pt x="9044" y="38722"/>
                  </a:lnTo>
                  <a:lnTo>
                    <a:pt x="11999" y="35792"/>
                  </a:lnTo>
                  <a:lnTo>
                    <a:pt x="12863" y="33811"/>
                  </a:lnTo>
                  <a:lnTo>
                    <a:pt x="12735" y="31368"/>
                  </a:lnTo>
                  <a:lnTo>
                    <a:pt x="12508" y="28705"/>
                  </a:lnTo>
                  <a:lnTo>
                    <a:pt x="8112" y="25611"/>
                  </a:lnTo>
                  <a:lnTo>
                    <a:pt x="8393" y="22217"/>
                  </a:lnTo>
                  <a:lnTo>
                    <a:pt x="7466" y="17438"/>
                  </a:lnTo>
                  <a:lnTo>
                    <a:pt x="6009" y="14741"/>
                  </a:lnTo>
                  <a:lnTo>
                    <a:pt x="3197" y="12456"/>
                  </a:lnTo>
                  <a:lnTo>
                    <a:pt x="0" y="12708"/>
                  </a:lnTo>
                  <a:lnTo>
                    <a:pt x="3986" y="876"/>
                  </a:lnTo>
                  <a:lnTo>
                    <a:pt x="10116" y="2749"/>
                  </a:lnTo>
                  <a:lnTo>
                    <a:pt x="1092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h2312"/>
            <p:cNvSpPr/>
            <p:nvPr/>
          </p:nvSpPr>
          <p:spPr>
            <a:xfrm>
              <a:off x="1223889" y="1527280"/>
              <a:ext cx="25860" cy="36448"/>
            </a:xfrm>
            <a:custGeom>
              <a:avLst/>
              <a:pathLst>
                <a:path w="25860" h="36448">
                  <a:moveTo>
                    <a:pt x="10440" y="1235"/>
                  </a:moveTo>
                  <a:lnTo>
                    <a:pt x="13648" y="6103"/>
                  </a:lnTo>
                  <a:lnTo>
                    <a:pt x="15052" y="16810"/>
                  </a:lnTo>
                  <a:lnTo>
                    <a:pt x="23866" y="17304"/>
                  </a:lnTo>
                  <a:lnTo>
                    <a:pt x="20634" y="19309"/>
                  </a:lnTo>
                  <a:lnTo>
                    <a:pt x="20927" y="25178"/>
                  </a:lnTo>
                  <a:lnTo>
                    <a:pt x="23322" y="28403"/>
                  </a:lnTo>
                  <a:lnTo>
                    <a:pt x="24250" y="26988"/>
                  </a:lnTo>
                  <a:lnTo>
                    <a:pt x="25860" y="31371"/>
                  </a:lnTo>
                  <a:lnTo>
                    <a:pt x="17374" y="36448"/>
                  </a:lnTo>
                  <a:lnTo>
                    <a:pt x="15757" y="31429"/>
                  </a:lnTo>
                  <a:lnTo>
                    <a:pt x="9933" y="31210"/>
                  </a:lnTo>
                  <a:lnTo>
                    <a:pt x="5178" y="27222"/>
                  </a:lnTo>
                  <a:lnTo>
                    <a:pt x="2676" y="22481"/>
                  </a:lnTo>
                  <a:lnTo>
                    <a:pt x="0" y="21400"/>
                  </a:lnTo>
                  <a:lnTo>
                    <a:pt x="1995" y="18377"/>
                  </a:lnTo>
                  <a:lnTo>
                    <a:pt x="2508" y="10106"/>
                  </a:lnTo>
                  <a:lnTo>
                    <a:pt x="7081" y="9852"/>
                  </a:lnTo>
                  <a:lnTo>
                    <a:pt x="594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h2313"/>
            <p:cNvSpPr/>
            <p:nvPr/>
          </p:nvSpPr>
          <p:spPr>
            <a:xfrm>
              <a:off x="1266350" y="1628279"/>
              <a:ext cx="94832" cy="53548"/>
            </a:xfrm>
            <a:custGeom>
              <a:avLst/>
              <a:pathLst>
                <a:path w="94832" h="53548">
                  <a:moveTo>
                    <a:pt x="77040" y="4266"/>
                  </a:moveTo>
                  <a:lnTo>
                    <a:pt x="82610" y="2828"/>
                  </a:lnTo>
                  <a:lnTo>
                    <a:pt x="85434" y="1285"/>
                  </a:lnTo>
                  <a:lnTo>
                    <a:pt x="86434" y="5202"/>
                  </a:lnTo>
                  <a:lnTo>
                    <a:pt x="94832" y="7250"/>
                  </a:lnTo>
                  <a:lnTo>
                    <a:pt x="89641" y="9848"/>
                  </a:lnTo>
                  <a:lnTo>
                    <a:pt x="86987" y="11189"/>
                  </a:lnTo>
                  <a:lnTo>
                    <a:pt x="86590" y="12994"/>
                  </a:lnTo>
                  <a:lnTo>
                    <a:pt x="83801" y="15595"/>
                  </a:lnTo>
                  <a:lnTo>
                    <a:pt x="80858" y="15196"/>
                  </a:lnTo>
                  <a:lnTo>
                    <a:pt x="80938" y="20430"/>
                  </a:lnTo>
                  <a:lnTo>
                    <a:pt x="82738" y="24407"/>
                  </a:lnTo>
                  <a:lnTo>
                    <a:pt x="82580" y="25967"/>
                  </a:lnTo>
                  <a:lnTo>
                    <a:pt x="77711" y="29769"/>
                  </a:lnTo>
                  <a:lnTo>
                    <a:pt x="77678" y="31356"/>
                  </a:lnTo>
                  <a:lnTo>
                    <a:pt x="80687" y="37749"/>
                  </a:lnTo>
                  <a:lnTo>
                    <a:pt x="84073" y="36009"/>
                  </a:lnTo>
                  <a:lnTo>
                    <a:pt x="87261" y="44522"/>
                  </a:lnTo>
                  <a:lnTo>
                    <a:pt x="83903" y="45744"/>
                  </a:lnTo>
                  <a:lnTo>
                    <a:pt x="75685" y="42486"/>
                  </a:lnTo>
                  <a:lnTo>
                    <a:pt x="77035" y="49184"/>
                  </a:lnTo>
                  <a:lnTo>
                    <a:pt x="65645" y="53411"/>
                  </a:lnTo>
                  <a:lnTo>
                    <a:pt x="63843" y="49894"/>
                  </a:lnTo>
                  <a:lnTo>
                    <a:pt x="50892" y="47888"/>
                  </a:lnTo>
                  <a:lnTo>
                    <a:pt x="48175" y="43432"/>
                  </a:lnTo>
                  <a:lnTo>
                    <a:pt x="46263" y="42822"/>
                  </a:lnTo>
                  <a:lnTo>
                    <a:pt x="40258" y="44795"/>
                  </a:lnTo>
                  <a:lnTo>
                    <a:pt x="40297" y="45802"/>
                  </a:lnTo>
                  <a:lnTo>
                    <a:pt x="36814" y="46713"/>
                  </a:lnTo>
                  <a:lnTo>
                    <a:pt x="28476" y="47048"/>
                  </a:lnTo>
                  <a:lnTo>
                    <a:pt x="13985" y="49257"/>
                  </a:lnTo>
                  <a:lnTo>
                    <a:pt x="13220" y="53340"/>
                  </a:lnTo>
                  <a:lnTo>
                    <a:pt x="9293" y="53548"/>
                  </a:lnTo>
                  <a:lnTo>
                    <a:pt x="3218" y="41751"/>
                  </a:lnTo>
                  <a:lnTo>
                    <a:pt x="0" y="40818"/>
                  </a:lnTo>
                  <a:lnTo>
                    <a:pt x="103" y="39401"/>
                  </a:lnTo>
                  <a:lnTo>
                    <a:pt x="4830" y="39702"/>
                  </a:lnTo>
                  <a:lnTo>
                    <a:pt x="5036" y="34225"/>
                  </a:lnTo>
                  <a:lnTo>
                    <a:pt x="456" y="33914"/>
                  </a:lnTo>
                  <a:lnTo>
                    <a:pt x="1095" y="23849"/>
                  </a:lnTo>
                  <a:lnTo>
                    <a:pt x="408" y="23592"/>
                  </a:lnTo>
                  <a:lnTo>
                    <a:pt x="1945" y="18561"/>
                  </a:lnTo>
                  <a:lnTo>
                    <a:pt x="8136" y="20339"/>
                  </a:lnTo>
                  <a:lnTo>
                    <a:pt x="11163" y="18072"/>
                  </a:lnTo>
                  <a:lnTo>
                    <a:pt x="15414" y="12453"/>
                  </a:lnTo>
                  <a:lnTo>
                    <a:pt x="19459" y="17371"/>
                  </a:lnTo>
                  <a:lnTo>
                    <a:pt x="22726" y="14693"/>
                  </a:lnTo>
                  <a:lnTo>
                    <a:pt x="19927" y="11585"/>
                  </a:lnTo>
                  <a:lnTo>
                    <a:pt x="21136" y="10368"/>
                  </a:lnTo>
                  <a:lnTo>
                    <a:pt x="24865" y="10235"/>
                  </a:lnTo>
                  <a:lnTo>
                    <a:pt x="35497" y="16270"/>
                  </a:lnTo>
                  <a:lnTo>
                    <a:pt x="37027" y="8194"/>
                  </a:lnTo>
                  <a:lnTo>
                    <a:pt x="35196" y="6029"/>
                  </a:lnTo>
                  <a:lnTo>
                    <a:pt x="32402" y="4608"/>
                  </a:lnTo>
                  <a:lnTo>
                    <a:pt x="32599" y="2746"/>
                  </a:lnTo>
                  <a:lnTo>
                    <a:pt x="37447" y="1493"/>
                  </a:lnTo>
                  <a:lnTo>
                    <a:pt x="41002" y="6380"/>
                  </a:lnTo>
                  <a:lnTo>
                    <a:pt x="45934" y="4564"/>
                  </a:lnTo>
                  <a:lnTo>
                    <a:pt x="46349" y="3573"/>
                  </a:lnTo>
                  <a:lnTo>
                    <a:pt x="51150" y="4851"/>
                  </a:lnTo>
                  <a:lnTo>
                    <a:pt x="51555" y="8437"/>
                  </a:lnTo>
                  <a:lnTo>
                    <a:pt x="68475" y="7980"/>
                  </a:lnTo>
                  <a:lnTo>
                    <a:pt x="71741" y="385"/>
                  </a:lnTo>
                  <a:lnTo>
                    <a:pt x="7294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h2314"/>
            <p:cNvSpPr/>
            <p:nvPr/>
          </p:nvSpPr>
          <p:spPr>
            <a:xfrm>
              <a:off x="1409522" y="1829567"/>
              <a:ext cx="29390" cy="40547"/>
            </a:xfrm>
            <a:custGeom>
              <a:avLst/>
              <a:pathLst>
                <a:path w="29390" h="40547">
                  <a:moveTo>
                    <a:pt x="13319" y="2710"/>
                  </a:moveTo>
                  <a:lnTo>
                    <a:pt x="21742" y="5839"/>
                  </a:lnTo>
                  <a:lnTo>
                    <a:pt x="25045" y="11230"/>
                  </a:lnTo>
                  <a:lnTo>
                    <a:pt x="23883" y="15865"/>
                  </a:lnTo>
                  <a:lnTo>
                    <a:pt x="24224" y="18380"/>
                  </a:lnTo>
                  <a:lnTo>
                    <a:pt x="28901" y="24673"/>
                  </a:lnTo>
                  <a:lnTo>
                    <a:pt x="29390" y="26491"/>
                  </a:lnTo>
                  <a:lnTo>
                    <a:pt x="25993" y="27417"/>
                  </a:lnTo>
                  <a:lnTo>
                    <a:pt x="24893" y="31956"/>
                  </a:lnTo>
                  <a:lnTo>
                    <a:pt x="26226" y="32424"/>
                  </a:lnTo>
                  <a:lnTo>
                    <a:pt x="25505" y="34466"/>
                  </a:lnTo>
                  <a:lnTo>
                    <a:pt x="26265" y="36566"/>
                  </a:lnTo>
                  <a:lnTo>
                    <a:pt x="21800" y="39714"/>
                  </a:lnTo>
                  <a:lnTo>
                    <a:pt x="17863" y="40547"/>
                  </a:lnTo>
                  <a:lnTo>
                    <a:pt x="16244" y="39857"/>
                  </a:lnTo>
                  <a:lnTo>
                    <a:pt x="11130" y="33384"/>
                  </a:lnTo>
                  <a:lnTo>
                    <a:pt x="4251" y="33873"/>
                  </a:lnTo>
                  <a:lnTo>
                    <a:pt x="2094" y="36728"/>
                  </a:lnTo>
                  <a:lnTo>
                    <a:pt x="0" y="36833"/>
                  </a:lnTo>
                  <a:lnTo>
                    <a:pt x="1102" y="32458"/>
                  </a:lnTo>
                  <a:lnTo>
                    <a:pt x="2063" y="32797"/>
                  </a:lnTo>
                  <a:lnTo>
                    <a:pt x="3837" y="26223"/>
                  </a:lnTo>
                  <a:lnTo>
                    <a:pt x="5473" y="14079"/>
                  </a:lnTo>
                  <a:lnTo>
                    <a:pt x="5411" y="10037"/>
                  </a:lnTo>
                  <a:lnTo>
                    <a:pt x="2891" y="11901"/>
                  </a:lnTo>
                  <a:lnTo>
                    <a:pt x="1073" y="11078"/>
                  </a:lnTo>
                  <a:lnTo>
                    <a:pt x="969" y="5168"/>
                  </a:lnTo>
                  <a:lnTo>
                    <a:pt x="2837" y="2973"/>
                  </a:lnTo>
                  <a:lnTo>
                    <a:pt x="1163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h2315"/>
            <p:cNvSpPr/>
            <p:nvPr/>
          </p:nvSpPr>
          <p:spPr>
            <a:xfrm>
              <a:off x="1258273" y="1561026"/>
              <a:ext cx="58974" cy="73632"/>
            </a:xfrm>
            <a:custGeom>
              <a:avLst/>
              <a:pathLst>
                <a:path w="58974" h="73632">
                  <a:moveTo>
                    <a:pt x="14637" y="3566"/>
                  </a:moveTo>
                  <a:lnTo>
                    <a:pt x="15259" y="621"/>
                  </a:lnTo>
                  <a:lnTo>
                    <a:pt x="17802" y="2381"/>
                  </a:lnTo>
                  <a:lnTo>
                    <a:pt x="20616" y="7601"/>
                  </a:lnTo>
                  <a:lnTo>
                    <a:pt x="26649" y="8677"/>
                  </a:lnTo>
                  <a:lnTo>
                    <a:pt x="29261" y="11120"/>
                  </a:lnTo>
                  <a:lnTo>
                    <a:pt x="25893" y="13547"/>
                  </a:lnTo>
                  <a:lnTo>
                    <a:pt x="26899" y="19548"/>
                  </a:lnTo>
                  <a:lnTo>
                    <a:pt x="31560" y="17657"/>
                  </a:lnTo>
                  <a:lnTo>
                    <a:pt x="32003" y="18495"/>
                  </a:lnTo>
                  <a:lnTo>
                    <a:pt x="32294" y="20130"/>
                  </a:lnTo>
                  <a:lnTo>
                    <a:pt x="29890" y="21118"/>
                  </a:lnTo>
                  <a:lnTo>
                    <a:pt x="29700" y="22492"/>
                  </a:lnTo>
                  <a:lnTo>
                    <a:pt x="34034" y="23037"/>
                  </a:lnTo>
                  <a:lnTo>
                    <a:pt x="34938" y="20621"/>
                  </a:lnTo>
                  <a:lnTo>
                    <a:pt x="37409" y="21861"/>
                  </a:lnTo>
                  <a:lnTo>
                    <a:pt x="40008" y="23890"/>
                  </a:lnTo>
                  <a:lnTo>
                    <a:pt x="44500" y="29360"/>
                  </a:lnTo>
                  <a:lnTo>
                    <a:pt x="45096" y="31687"/>
                  </a:lnTo>
                  <a:lnTo>
                    <a:pt x="52118" y="36154"/>
                  </a:lnTo>
                  <a:lnTo>
                    <a:pt x="52682" y="35850"/>
                  </a:lnTo>
                  <a:lnTo>
                    <a:pt x="55702" y="40906"/>
                  </a:lnTo>
                  <a:lnTo>
                    <a:pt x="54998" y="41876"/>
                  </a:lnTo>
                  <a:lnTo>
                    <a:pt x="56257" y="51724"/>
                  </a:lnTo>
                  <a:lnTo>
                    <a:pt x="58974" y="60968"/>
                  </a:lnTo>
                  <a:lnTo>
                    <a:pt x="54288" y="64742"/>
                  </a:lnTo>
                  <a:lnTo>
                    <a:pt x="54919" y="68649"/>
                  </a:lnTo>
                  <a:lnTo>
                    <a:pt x="54427" y="70825"/>
                  </a:lnTo>
                  <a:lnTo>
                    <a:pt x="54011" y="71817"/>
                  </a:lnTo>
                  <a:lnTo>
                    <a:pt x="49079" y="73632"/>
                  </a:lnTo>
                  <a:lnTo>
                    <a:pt x="45524" y="68746"/>
                  </a:lnTo>
                  <a:lnTo>
                    <a:pt x="40677" y="69999"/>
                  </a:lnTo>
                  <a:lnTo>
                    <a:pt x="40479" y="71861"/>
                  </a:lnTo>
                  <a:lnTo>
                    <a:pt x="37380" y="69954"/>
                  </a:lnTo>
                  <a:lnTo>
                    <a:pt x="37829" y="65415"/>
                  </a:lnTo>
                  <a:lnTo>
                    <a:pt x="40870" y="61337"/>
                  </a:lnTo>
                  <a:lnTo>
                    <a:pt x="38368" y="59415"/>
                  </a:lnTo>
                  <a:lnTo>
                    <a:pt x="34360" y="63150"/>
                  </a:lnTo>
                  <a:lnTo>
                    <a:pt x="32554" y="61889"/>
                  </a:lnTo>
                  <a:lnTo>
                    <a:pt x="25367" y="55444"/>
                  </a:lnTo>
                  <a:lnTo>
                    <a:pt x="26581" y="52745"/>
                  </a:lnTo>
                  <a:lnTo>
                    <a:pt x="28316" y="52788"/>
                  </a:lnTo>
                  <a:lnTo>
                    <a:pt x="27339" y="51730"/>
                  </a:lnTo>
                  <a:lnTo>
                    <a:pt x="23550" y="51304"/>
                  </a:lnTo>
                  <a:lnTo>
                    <a:pt x="19206" y="54132"/>
                  </a:lnTo>
                  <a:lnTo>
                    <a:pt x="14273" y="53680"/>
                  </a:lnTo>
                  <a:lnTo>
                    <a:pt x="11264" y="51641"/>
                  </a:lnTo>
                  <a:lnTo>
                    <a:pt x="11516" y="47955"/>
                  </a:lnTo>
                  <a:lnTo>
                    <a:pt x="17398" y="48323"/>
                  </a:lnTo>
                  <a:lnTo>
                    <a:pt x="16962" y="46003"/>
                  </a:lnTo>
                  <a:lnTo>
                    <a:pt x="10731" y="39226"/>
                  </a:lnTo>
                  <a:lnTo>
                    <a:pt x="7510" y="40834"/>
                  </a:lnTo>
                  <a:lnTo>
                    <a:pt x="6409" y="39870"/>
                  </a:lnTo>
                  <a:lnTo>
                    <a:pt x="6942" y="38595"/>
                  </a:lnTo>
                  <a:lnTo>
                    <a:pt x="11695" y="35636"/>
                  </a:lnTo>
                  <a:lnTo>
                    <a:pt x="10027" y="33835"/>
                  </a:lnTo>
                  <a:lnTo>
                    <a:pt x="4599" y="32017"/>
                  </a:lnTo>
                  <a:lnTo>
                    <a:pt x="2915" y="29128"/>
                  </a:lnTo>
                  <a:lnTo>
                    <a:pt x="3365" y="26516"/>
                  </a:lnTo>
                  <a:lnTo>
                    <a:pt x="6018" y="21862"/>
                  </a:lnTo>
                  <a:lnTo>
                    <a:pt x="3090" y="19357"/>
                  </a:lnTo>
                  <a:lnTo>
                    <a:pt x="0" y="17954"/>
                  </a:lnTo>
                  <a:lnTo>
                    <a:pt x="2218" y="14387"/>
                  </a:lnTo>
                  <a:lnTo>
                    <a:pt x="1148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h2316"/>
            <p:cNvSpPr/>
            <p:nvPr/>
          </p:nvSpPr>
          <p:spPr>
            <a:xfrm>
              <a:off x="3403165" y="3203275"/>
              <a:ext cx="49315" cy="35565"/>
            </a:xfrm>
            <a:custGeom>
              <a:avLst/>
              <a:pathLst>
                <a:path w="49315" h="35565">
                  <a:moveTo>
                    <a:pt x="10198" y="1232"/>
                  </a:moveTo>
                  <a:lnTo>
                    <a:pt x="11037" y="3705"/>
                  </a:lnTo>
                  <a:lnTo>
                    <a:pt x="21823" y="9022"/>
                  </a:lnTo>
                  <a:lnTo>
                    <a:pt x="23853" y="6633"/>
                  </a:lnTo>
                  <a:lnTo>
                    <a:pt x="25805" y="8491"/>
                  </a:lnTo>
                  <a:lnTo>
                    <a:pt x="29024" y="8735"/>
                  </a:lnTo>
                  <a:lnTo>
                    <a:pt x="31096" y="8004"/>
                  </a:lnTo>
                  <a:lnTo>
                    <a:pt x="33936" y="8630"/>
                  </a:lnTo>
                  <a:lnTo>
                    <a:pt x="35798" y="10008"/>
                  </a:lnTo>
                  <a:lnTo>
                    <a:pt x="36278" y="11188"/>
                  </a:lnTo>
                  <a:lnTo>
                    <a:pt x="35391" y="13510"/>
                  </a:lnTo>
                  <a:lnTo>
                    <a:pt x="37192" y="16322"/>
                  </a:lnTo>
                  <a:lnTo>
                    <a:pt x="48618" y="18347"/>
                  </a:lnTo>
                  <a:lnTo>
                    <a:pt x="49315" y="22784"/>
                  </a:lnTo>
                  <a:lnTo>
                    <a:pt x="45115" y="28638"/>
                  </a:lnTo>
                  <a:lnTo>
                    <a:pt x="39709" y="31933"/>
                  </a:lnTo>
                  <a:lnTo>
                    <a:pt x="31346" y="29404"/>
                  </a:lnTo>
                  <a:lnTo>
                    <a:pt x="28952" y="33304"/>
                  </a:lnTo>
                  <a:lnTo>
                    <a:pt x="25367" y="33492"/>
                  </a:lnTo>
                  <a:lnTo>
                    <a:pt x="24213" y="32463"/>
                  </a:lnTo>
                  <a:lnTo>
                    <a:pt x="21250" y="33226"/>
                  </a:lnTo>
                  <a:lnTo>
                    <a:pt x="22676" y="34743"/>
                  </a:lnTo>
                  <a:lnTo>
                    <a:pt x="25406" y="34514"/>
                  </a:lnTo>
                  <a:lnTo>
                    <a:pt x="23905" y="35565"/>
                  </a:lnTo>
                  <a:lnTo>
                    <a:pt x="22643" y="35465"/>
                  </a:lnTo>
                  <a:lnTo>
                    <a:pt x="18264" y="31494"/>
                  </a:lnTo>
                  <a:lnTo>
                    <a:pt x="17316" y="31653"/>
                  </a:lnTo>
                  <a:lnTo>
                    <a:pt x="15990" y="31248"/>
                  </a:lnTo>
                  <a:lnTo>
                    <a:pt x="13960" y="28102"/>
                  </a:lnTo>
                  <a:lnTo>
                    <a:pt x="11576" y="22600"/>
                  </a:lnTo>
                  <a:lnTo>
                    <a:pt x="11927" y="20936"/>
                  </a:lnTo>
                  <a:lnTo>
                    <a:pt x="11034" y="18481"/>
                  </a:lnTo>
                  <a:lnTo>
                    <a:pt x="9646" y="16839"/>
                  </a:lnTo>
                  <a:lnTo>
                    <a:pt x="4650" y="14558"/>
                  </a:lnTo>
                  <a:lnTo>
                    <a:pt x="0" y="9879"/>
                  </a:lnTo>
                  <a:lnTo>
                    <a:pt x="1441" y="10157"/>
                  </a:lnTo>
                  <a:lnTo>
                    <a:pt x="5099" y="3733"/>
                  </a:lnTo>
                  <a:lnTo>
                    <a:pt x="878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h2317"/>
            <p:cNvSpPr/>
            <p:nvPr/>
          </p:nvSpPr>
          <p:spPr>
            <a:xfrm>
              <a:off x="3619576" y="3197320"/>
              <a:ext cx="94427" cy="91549"/>
            </a:xfrm>
            <a:custGeom>
              <a:avLst/>
              <a:pathLst>
                <a:path w="94427" h="91549">
                  <a:moveTo>
                    <a:pt x="20959" y="0"/>
                  </a:moveTo>
                  <a:lnTo>
                    <a:pt x="21029" y="3219"/>
                  </a:lnTo>
                  <a:lnTo>
                    <a:pt x="22911" y="4874"/>
                  </a:lnTo>
                  <a:lnTo>
                    <a:pt x="24628" y="4634"/>
                  </a:lnTo>
                  <a:lnTo>
                    <a:pt x="30440" y="7195"/>
                  </a:lnTo>
                  <a:lnTo>
                    <a:pt x="31922" y="8796"/>
                  </a:lnTo>
                  <a:lnTo>
                    <a:pt x="39436" y="10204"/>
                  </a:lnTo>
                  <a:lnTo>
                    <a:pt x="45285" y="10349"/>
                  </a:lnTo>
                  <a:lnTo>
                    <a:pt x="55207" y="16662"/>
                  </a:lnTo>
                  <a:lnTo>
                    <a:pt x="57102" y="19458"/>
                  </a:lnTo>
                  <a:lnTo>
                    <a:pt x="59918" y="20671"/>
                  </a:lnTo>
                  <a:lnTo>
                    <a:pt x="69174" y="20108"/>
                  </a:lnTo>
                  <a:lnTo>
                    <a:pt x="72369" y="21419"/>
                  </a:lnTo>
                  <a:lnTo>
                    <a:pt x="88971" y="20259"/>
                  </a:lnTo>
                  <a:lnTo>
                    <a:pt x="90494" y="39539"/>
                  </a:lnTo>
                  <a:lnTo>
                    <a:pt x="94427" y="91010"/>
                  </a:lnTo>
                  <a:lnTo>
                    <a:pt x="88851" y="91549"/>
                  </a:lnTo>
                  <a:lnTo>
                    <a:pt x="88453" y="85635"/>
                  </a:lnTo>
                  <a:lnTo>
                    <a:pt x="84997" y="83822"/>
                  </a:lnTo>
                  <a:lnTo>
                    <a:pt x="74881" y="85278"/>
                  </a:lnTo>
                  <a:lnTo>
                    <a:pt x="70098" y="79020"/>
                  </a:lnTo>
                  <a:lnTo>
                    <a:pt x="69703" y="74667"/>
                  </a:lnTo>
                  <a:lnTo>
                    <a:pt x="65074" y="74348"/>
                  </a:lnTo>
                  <a:lnTo>
                    <a:pt x="61445" y="76148"/>
                  </a:lnTo>
                  <a:lnTo>
                    <a:pt x="58503" y="72705"/>
                  </a:lnTo>
                  <a:lnTo>
                    <a:pt x="52548" y="72631"/>
                  </a:lnTo>
                  <a:lnTo>
                    <a:pt x="49884" y="76606"/>
                  </a:lnTo>
                  <a:lnTo>
                    <a:pt x="47260" y="76614"/>
                  </a:lnTo>
                  <a:lnTo>
                    <a:pt x="46248" y="75105"/>
                  </a:lnTo>
                  <a:lnTo>
                    <a:pt x="46665" y="71624"/>
                  </a:lnTo>
                  <a:lnTo>
                    <a:pt x="45781" y="70360"/>
                  </a:lnTo>
                  <a:lnTo>
                    <a:pt x="41489" y="68351"/>
                  </a:lnTo>
                  <a:lnTo>
                    <a:pt x="39193" y="68401"/>
                  </a:lnTo>
                  <a:lnTo>
                    <a:pt x="37805" y="69769"/>
                  </a:lnTo>
                  <a:lnTo>
                    <a:pt x="35666" y="69668"/>
                  </a:lnTo>
                  <a:lnTo>
                    <a:pt x="30568" y="66866"/>
                  </a:lnTo>
                  <a:lnTo>
                    <a:pt x="32092" y="64780"/>
                  </a:lnTo>
                  <a:lnTo>
                    <a:pt x="31680" y="63807"/>
                  </a:lnTo>
                  <a:lnTo>
                    <a:pt x="25915" y="65298"/>
                  </a:lnTo>
                  <a:lnTo>
                    <a:pt x="24095" y="67451"/>
                  </a:lnTo>
                  <a:lnTo>
                    <a:pt x="22789" y="70880"/>
                  </a:lnTo>
                  <a:lnTo>
                    <a:pt x="21646" y="71325"/>
                  </a:lnTo>
                  <a:lnTo>
                    <a:pt x="21221" y="70701"/>
                  </a:lnTo>
                  <a:lnTo>
                    <a:pt x="19597" y="69325"/>
                  </a:lnTo>
                  <a:lnTo>
                    <a:pt x="18695" y="66840"/>
                  </a:lnTo>
                  <a:lnTo>
                    <a:pt x="18732" y="58475"/>
                  </a:lnTo>
                  <a:lnTo>
                    <a:pt x="17776" y="52061"/>
                  </a:lnTo>
                  <a:lnTo>
                    <a:pt x="7292" y="52868"/>
                  </a:lnTo>
                  <a:lnTo>
                    <a:pt x="7595" y="53782"/>
                  </a:lnTo>
                  <a:lnTo>
                    <a:pt x="11878" y="55427"/>
                  </a:lnTo>
                  <a:lnTo>
                    <a:pt x="11962" y="57334"/>
                  </a:lnTo>
                  <a:lnTo>
                    <a:pt x="9592" y="57315"/>
                  </a:lnTo>
                  <a:lnTo>
                    <a:pt x="4411" y="59963"/>
                  </a:lnTo>
                  <a:lnTo>
                    <a:pt x="824" y="59558"/>
                  </a:lnTo>
                  <a:lnTo>
                    <a:pt x="0" y="50159"/>
                  </a:lnTo>
                  <a:lnTo>
                    <a:pt x="3399" y="42287"/>
                  </a:lnTo>
                  <a:lnTo>
                    <a:pt x="3335" y="40885"/>
                  </a:lnTo>
                  <a:lnTo>
                    <a:pt x="2379" y="39921"/>
                  </a:lnTo>
                  <a:lnTo>
                    <a:pt x="3778" y="35560"/>
                  </a:lnTo>
                  <a:lnTo>
                    <a:pt x="8136" y="37975"/>
                  </a:lnTo>
                  <a:lnTo>
                    <a:pt x="10242" y="33174"/>
                  </a:lnTo>
                  <a:lnTo>
                    <a:pt x="9225" y="18971"/>
                  </a:lnTo>
                  <a:lnTo>
                    <a:pt x="9750" y="9483"/>
                  </a:lnTo>
                  <a:lnTo>
                    <a:pt x="12158" y="4038"/>
                  </a:lnTo>
                  <a:lnTo>
                    <a:pt x="12956" y="6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h2318"/>
            <p:cNvSpPr/>
            <p:nvPr/>
          </p:nvSpPr>
          <p:spPr>
            <a:xfrm>
              <a:off x="3450848" y="3260734"/>
              <a:ext cx="30937" cy="38093"/>
            </a:xfrm>
            <a:custGeom>
              <a:avLst/>
              <a:pathLst>
                <a:path w="30937" h="38093">
                  <a:moveTo>
                    <a:pt x="18214" y="5"/>
                  </a:moveTo>
                  <a:lnTo>
                    <a:pt x="20702" y="46"/>
                  </a:lnTo>
                  <a:lnTo>
                    <a:pt x="20342" y="2772"/>
                  </a:lnTo>
                  <a:lnTo>
                    <a:pt x="17719" y="2751"/>
                  </a:lnTo>
                  <a:lnTo>
                    <a:pt x="20127" y="9570"/>
                  </a:lnTo>
                  <a:lnTo>
                    <a:pt x="18618" y="13402"/>
                  </a:lnTo>
                  <a:lnTo>
                    <a:pt x="19787" y="18249"/>
                  </a:lnTo>
                  <a:lnTo>
                    <a:pt x="22041" y="20262"/>
                  </a:lnTo>
                  <a:lnTo>
                    <a:pt x="23669" y="20217"/>
                  </a:lnTo>
                  <a:lnTo>
                    <a:pt x="25603" y="21942"/>
                  </a:lnTo>
                  <a:lnTo>
                    <a:pt x="25911" y="28587"/>
                  </a:lnTo>
                  <a:lnTo>
                    <a:pt x="29748" y="31193"/>
                  </a:lnTo>
                  <a:lnTo>
                    <a:pt x="30937" y="35001"/>
                  </a:lnTo>
                  <a:lnTo>
                    <a:pt x="30063" y="36245"/>
                  </a:lnTo>
                  <a:lnTo>
                    <a:pt x="29850" y="37167"/>
                  </a:lnTo>
                  <a:lnTo>
                    <a:pt x="28113" y="38093"/>
                  </a:lnTo>
                  <a:lnTo>
                    <a:pt x="26647" y="34151"/>
                  </a:lnTo>
                  <a:lnTo>
                    <a:pt x="25761" y="33582"/>
                  </a:lnTo>
                  <a:lnTo>
                    <a:pt x="23043" y="32946"/>
                  </a:lnTo>
                  <a:lnTo>
                    <a:pt x="19921" y="34759"/>
                  </a:lnTo>
                  <a:lnTo>
                    <a:pt x="18917" y="34234"/>
                  </a:lnTo>
                  <a:lnTo>
                    <a:pt x="16558" y="34427"/>
                  </a:lnTo>
                  <a:lnTo>
                    <a:pt x="12814" y="32604"/>
                  </a:lnTo>
                  <a:lnTo>
                    <a:pt x="11184" y="30312"/>
                  </a:lnTo>
                  <a:lnTo>
                    <a:pt x="7938" y="28003"/>
                  </a:lnTo>
                  <a:lnTo>
                    <a:pt x="7500" y="24673"/>
                  </a:lnTo>
                  <a:lnTo>
                    <a:pt x="6042" y="23122"/>
                  </a:lnTo>
                  <a:lnTo>
                    <a:pt x="4140" y="22419"/>
                  </a:lnTo>
                  <a:lnTo>
                    <a:pt x="2541" y="20174"/>
                  </a:lnTo>
                  <a:lnTo>
                    <a:pt x="1901" y="14684"/>
                  </a:lnTo>
                  <a:lnTo>
                    <a:pt x="2656" y="11455"/>
                  </a:lnTo>
                  <a:lnTo>
                    <a:pt x="2129" y="10950"/>
                  </a:lnTo>
                  <a:lnTo>
                    <a:pt x="2295" y="8376"/>
                  </a:lnTo>
                  <a:lnTo>
                    <a:pt x="1528" y="7570"/>
                  </a:lnTo>
                  <a:lnTo>
                    <a:pt x="417" y="7882"/>
                  </a:lnTo>
                  <a:lnTo>
                    <a:pt x="0" y="6847"/>
                  </a:lnTo>
                  <a:lnTo>
                    <a:pt x="1358" y="312"/>
                  </a:lnTo>
                  <a:lnTo>
                    <a:pt x="2499" y="0"/>
                  </a:lnTo>
                  <a:lnTo>
                    <a:pt x="4563" y="1776"/>
                  </a:lnTo>
                  <a:lnTo>
                    <a:pt x="5377" y="5004"/>
                  </a:lnTo>
                  <a:lnTo>
                    <a:pt x="8919" y="7202"/>
                  </a:lnTo>
                  <a:lnTo>
                    <a:pt x="10071" y="6384"/>
                  </a:lnTo>
                  <a:lnTo>
                    <a:pt x="9053" y="3407"/>
                  </a:lnTo>
                  <a:lnTo>
                    <a:pt x="13297" y="1678"/>
                  </a:lnTo>
                  <a:lnTo>
                    <a:pt x="16530" y="3172"/>
                  </a:lnTo>
                  <a:lnTo>
                    <a:pt x="16038" y="99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h2319"/>
            <p:cNvSpPr/>
            <p:nvPr/>
          </p:nvSpPr>
          <p:spPr>
            <a:xfrm>
              <a:off x="3469467" y="3270304"/>
              <a:ext cx="46969" cy="44235"/>
            </a:xfrm>
            <a:custGeom>
              <a:avLst/>
              <a:pathLst>
                <a:path w="46969" h="44235">
                  <a:moveTo>
                    <a:pt x="4719" y="1909"/>
                  </a:moveTo>
                  <a:lnTo>
                    <a:pt x="5372" y="6429"/>
                  </a:lnTo>
                  <a:lnTo>
                    <a:pt x="9442" y="6676"/>
                  </a:lnTo>
                  <a:lnTo>
                    <a:pt x="16092" y="5541"/>
                  </a:lnTo>
                  <a:lnTo>
                    <a:pt x="19319" y="7184"/>
                  </a:lnTo>
                  <a:lnTo>
                    <a:pt x="24501" y="3265"/>
                  </a:lnTo>
                  <a:lnTo>
                    <a:pt x="28626" y="3490"/>
                  </a:lnTo>
                  <a:lnTo>
                    <a:pt x="32427" y="2320"/>
                  </a:lnTo>
                  <a:lnTo>
                    <a:pt x="34613" y="3068"/>
                  </a:lnTo>
                  <a:lnTo>
                    <a:pt x="38171" y="7787"/>
                  </a:lnTo>
                  <a:lnTo>
                    <a:pt x="40749" y="8487"/>
                  </a:lnTo>
                  <a:lnTo>
                    <a:pt x="46757" y="12829"/>
                  </a:lnTo>
                  <a:lnTo>
                    <a:pt x="46969" y="13438"/>
                  </a:lnTo>
                  <a:lnTo>
                    <a:pt x="44975" y="16098"/>
                  </a:lnTo>
                  <a:lnTo>
                    <a:pt x="43892" y="15659"/>
                  </a:lnTo>
                  <a:lnTo>
                    <a:pt x="40922" y="19711"/>
                  </a:lnTo>
                  <a:lnTo>
                    <a:pt x="41527" y="23285"/>
                  </a:lnTo>
                  <a:lnTo>
                    <a:pt x="40180" y="25428"/>
                  </a:lnTo>
                  <a:lnTo>
                    <a:pt x="37946" y="27093"/>
                  </a:lnTo>
                  <a:lnTo>
                    <a:pt x="34899" y="27973"/>
                  </a:lnTo>
                  <a:lnTo>
                    <a:pt x="33725" y="30170"/>
                  </a:lnTo>
                  <a:lnTo>
                    <a:pt x="32498" y="28657"/>
                  </a:lnTo>
                  <a:lnTo>
                    <a:pt x="32797" y="32692"/>
                  </a:lnTo>
                  <a:lnTo>
                    <a:pt x="31754" y="38140"/>
                  </a:lnTo>
                  <a:lnTo>
                    <a:pt x="24936" y="43598"/>
                  </a:lnTo>
                  <a:lnTo>
                    <a:pt x="22697" y="44235"/>
                  </a:lnTo>
                  <a:lnTo>
                    <a:pt x="20397" y="42142"/>
                  </a:lnTo>
                  <a:lnTo>
                    <a:pt x="20481" y="38825"/>
                  </a:lnTo>
                  <a:lnTo>
                    <a:pt x="17481" y="36449"/>
                  </a:lnTo>
                  <a:lnTo>
                    <a:pt x="15482" y="35842"/>
                  </a:lnTo>
                  <a:lnTo>
                    <a:pt x="12583" y="36286"/>
                  </a:lnTo>
                  <a:lnTo>
                    <a:pt x="13611" y="33036"/>
                  </a:lnTo>
                  <a:lnTo>
                    <a:pt x="11444" y="26674"/>
                  </a:lnTo>
                  <a:lnTo>
                    <a:pt x="12318" y="25430"/>
                  </a:lnTo>
                  <a:lnTo>
                    <a:pt x="11130" y="21622"/>
                  </a:lnTo>
                  <a:lnTo>
                    <a:pt x="7292" y="19016"/>
                  </a:lnTo>
                  <a:lnTo>
                    <a:pt x="6984" y="12372"/>
                  </a:lnTo>
                  <a:lnTo>
                    <a:pt x="5050" y="10646"/>
                  </a:lnTo>
                  <a:lnTo>
                    <a:pt x="3422" y="10691"/>
                  </a:lnTo>
                  <a:lnTo>
                    <a:pt x="1168" y="8679"/>
                  </a:lnTo>
                  <a:lnTo>
                    <a:pt x="0" y="3831"/>
                  </a:lnTo>
                  <a:lnTo>
                    <a:pt x="150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h2320"/>
            <p:cNvSpPr/>
            <p:nvPr/>
          </p:nvSpPr>
          <p:spPr>
            <a:xfrm>
              <a:off x="3386371" y="3172974"/>
              <a:ext cx="66110" cy="22452"/>
            </a:xfrm>
            <a:custGeom>
              <a:avLst/>
              <a:pathLst>
                <a:path w="66110" h="22452">
                  <a:moveTo>
                    <a:pt x="53511" y="0"/>
                  </a:moveTo>
                  <a:lnTo>
                    <a:pt x="57421" y="2239"/>
                  </a:lnTo>
                  <a:lnTo>
                    <a:pt x="63710" y="2070"/>
                  </a:lnTo>
                  <a:lnTo>
                    <a:pt x="66055" y="3406"/>
                  </a:lnTo>
                  <a:lnTo>
                    <a:pt x="66110" y="4507"/>
                  </a:lnTo>
                  <a:lnTo>
                    <a:pt x="57536" y="7497"/>
                  </a:lnTo>
                  <a:lnTo>
                    <a:pt x="55840" y="8854"/>
                  </a:lnTo>
                  <a:lnTo>
                    <a:pt x="54757" y="11833"/>
                  </a:lnTo>
                  <a:lnTo>
                    <a:pt x="55761" y="15877"/>
                  </a:lnTo>
                  <a:lnTo>
                    <a:pt x="53202" y="22182"/>
                  </a:lnTo>
                  <a:lnTo>
                    <a:pt x="49634" y="22452"/>
                  </a:lnTo>
                  <a:lnTo>
                    <a:pt x="47645" y="21197"/>
                  </a:lnTo>
                  <a:lnTo>
                    <a:pt x="46466" y="18008"/>
                  </a:lnTo>
                  <a:lnTo>
                    <a:pt x="43860" y="16346"/>
                  </a:lnTo>
                  <a:lnTo>
                    <a:pt x="38762" y="16613"/>
                  </a:lnTo>
                  <a:lnTo>
                    <a:pt x="34840" y="17451"/>
                  </a:lnTo>
                  <a:lnTo>
                    <a:pt x="33329" y="19144"/>
                  </a:lnTo>
                  <a:lnTo>
                    <a:pt x="29538" y="19398"/>
                  </a:lnTo>
                  <a:lnTo>
                    <a:pt x="27992" y="17273"/>
                  </a:lnTo>
                  <a:lnTo>
                    <a:pt x="28867" y="16090"/>
                  </a:lnTo>
                  <a:lnTo>
                    <a:pt x="29928" y="17347"/>
                  </a:lnTo>
                  <a:lnTo>
                    <a:pt x="31645" y="17384"/>
                  </a:lnTo>
                  <a:lnTo>
                    <a:pt x="30788" y="11008"/>
                  </a:lnTo>
                  <a:lnTo>
                    <a:pt x="29011" y="8637"/>
                  </a:lnTo>
                  <a:lnTo>
                    <a:pt x="24964" y="5841"/>
                  </a:lnTo>
                  <a:lnTo>
                    <a:pt x="21020" y="4321"/>
                  </a:lnTo>
                  <a:lnTo>
                    <a:pt x="11551" y="5679"/>
                  </a:lnTo>
                  <a:lnTo>
                    <a:pt x="11517" y="8631"/>
                  </a:lnTo>
                  <a:lnTo>
                    <a:pt x="8535" y="10690"/>
                  </a:lnTo>
                  <a:lnTo>
                    <a:pt x="6830" y="9530"/>
                  </a:lnTo>
                  <a:lnTo>
                    <a:pt x="3249" y="9685"/>
                  </a:lnTo>
                  <a:lnTo>
                    <a:pt x="2005" y="10763"/>
                  </a:lnTo>
                  <a:lnTo>
                    <a:pt x="0" y="7808"/>
                  </a:lnTo>
                  <a:lnTo>
                    <a:pt x="15861" y="356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h2321"/>
            <p:cNvSpPr/>
            <p:nvPr/>
          </p:nvSpPr>
          <p:spPr>
            <a:xfrm>
              <a:off x="3491785" y="3203996"/>
              <a:ext cx="75385" cy="82731"/>
            </a:xfrm>
            <a:custGeom>
              <a:avLst/>
              <a:pathLst>
                <a:path w="75385" h="82731">
                  <a:moveTo>
                    <a:pt x="24863" y="239"/>
                  </a:moveTo>
                  <a:lnTo>
                    <a:pt x="30361" y="8613"/>
                  </a:lnTo>
                  <a:lnTo>
                    <a:pt x="33208" y="9080"/>
                  </a:lnTo>
                  <a:lnTo>
                    <a:pt x="39515" y="4498"/>
                  </a:lnTo>
                  <a:lnTo>
                    <a:pt x="38704" y="2863"/>
                  </a:lnTo>
                  <a:lnTo>
                    <a:pt x="36101" y="1012"/>
                  </a:lnTo>
                  <a:lnTo>
                    <a:pt x="39588" y="281"/>
                  </a:lnTo>
                  <a:lnTo>
                    <a:pt x="44638" y="4807"/>
                  </a:lnTo>
                  <a:lnTo>
                    <a:pt x="48005" y="2346"/>
                  </a:lnTo>
                  <a:lnTo>
                    <a:pt x="51675" y="3455"/>
                  </a:lnTo>
                  <a:lnTo>
                    <a:pt x="51778" y="5434"/>
                  </a:lnTo>
                  <a:lnTo>
                    <a:pt x="49677" y="8603"/>
                  </a:lnTo>
                  <a:lnTo>
                    <a:pt x="48345" y="12776"/>
                  </a:lnTo>
                  <a:lnTo>
                    <a:pt x="50417" y="14622"/>
                  </a:lnTo>
                  <a:lnTo>
                    <a:pt x="51190" y="18281"/>
                  </a:lnTo>
                  <a:lnTo>
                    <a:pt x="49898" y="29747"/>
                  </a:lnTo>
                  <a:lnTo>
                    <a:pt x="53035" y="31786"/>
                  </a:lnTo>
                  <a:lnTo>
                    <a:pt x="62961" y="35260"/>
                  </a:lnTo>
                  <a:lnTo>
                    <a:pt x="64767" y="32366"/>
                  </a:lnTo>
                  <a:lnTo>
                    <a:pt x="68897" y="32258"/>
                  </a:lnTo>
                  <a:lnTo>
                    <a:pt x="68234" y="37068"/>
                  </a:lnTo>
                  <a:lnTo>
                    <a:pt x="72700" y="41125"/>
                  </a:lnTo>
                  <a:lnTo>
                    <a:pt x="73568" y="44162"/>
                  </a:lnTo>
                  <a:lnTo>
                    <a:pt x="72680" y="43579"/>
                  </a:lnTo>
                  <a:lnTo>
                    <a:pt x="75385" y="47187"/>
                  </a:lnTo>
                  <a:lnTo>
                    <a:pt x="75207" y="49694"/>
                  </a:lnTo>
                  <a:lnTo>
                    <a:pt x="72488" y="50198"/>
                  </a:lnTo>
                  <a:lnTo>
                    <a:pt x="72264" y="48303"/>
                  </a:lnTo>
                  <a:lnTo>
                    <a:pt x="69745" y="47486"/>
                  </a:lnTo>
                  <a:lnTo>
                    <a:pt x="67000" y="48983"/>
                  </a:lnTo>
                  <a:lnTo>
                    <a:pt x="62898" y="53359"/>
                  </a:lnTo>
                  <a:lnTo>
                    <a:pt x="57679" y="60744"/>
                  </a:lnTo>
                  <a:lnTo>
                    <a:pt x="49613" y="58675"/>
                  </a:lnTo>
                  <a:lnTo>
                    <a:pt x="48116" y="60003"/>
                  </a:lnTo>
                  <a:lnTo>
                    <a:pt x="48614" y="66086"/>
                  </a:lnTo>
                  <a:lnTo>
                    <a:pt x="47913" y="66441"/>
                  </a:lnTo>
                  <a:lnTo>
                    <a:pt x="47923" y="68921"/>
                  </a:lnTo>
                  <a:lnTo>
                    <a:pt x="48769" y="71147"/>
                  </a:lnTo>
                  <a:lnTo>
                    <a:pt x="41854" y="76531"/>
                  </a:lnTo>
                  <a:lnTo>
                    <a:pt x="38351" y="78153"/>
                  </a:lnTo>
                  <a:lnTo>
                    <a:pt x="32935" y="77879"/>
                  </a:lnTo>
                  <a:lnTo>
                    <a:pt x="27842" y="78617"/>
                  </a:lnTo>
                  <a:lnTo>
                    <a:pt x="26777" y="81573"/>
                  </a:lnTo>
                  <a:lnTo>
                    <a:pt x="23836" y="82731"/>
                  </a:lnTo>
                  <a:lnTo>
                    <a:pt x="22657" y="82406"/>
                  </a:lnTo>
                  <a:lnTo>
                    <a:pt x="24651" y="79747"/>
                  </a:lnTo>
                  <a:lnTo>
                    <a:pt x="24439" y="79137"/>
                  </a:lnTo>
                  <a:lnTo>
                    <a:pt x="18431" y="74795"/>
                  </a:lnTo>
                  <a:lnTo>
                    <a:pt x="15853" y="74095"/>
                  </a:lnTo>
                  <a:lnTo>
                    <a:pt x="12295" y="69376"/>
                  </a:lnTo>
                  <a:lnTo>
                    <a:pt x="10109" y="68629"/>
                  </a:lnTo>
                  <a:lnTo>
                    <a:pt x="6308" y="69798"/>
                  </a:lnTo>
                  <a:lnTo>
                    <a:pt x="5204" y="65911"/>
                  </a:lnTo>
                  <a:lnTo>
                    <a:pt x="6200" y="51289"/>
                  </a:lnTo>
                  <a:lnTo>
                    <a:pt x="5184" y="49845"/>
                  </a:lnTo>
                  <a:lnTo>
                    <a:pt x="4914" y="41280"/>
                  </a:lnTo>
                  <a:lnTo>
                    <a:pt x="2162" y="37797"/>
                  </a:lnTo>
                  <a:lnTo>
                    <a:pt x="1265" y="37795"/>
                  </a:lnTo>
                  <a:lnTo>
                    <a:pt x="0" y="35220"/>
                  </a:lnTo>
                  <a:lnTo>
                    <a:pt x="1618" y="33174"/>
                  </a:lnTo>
                  <a:lnTo>
                    <a:pt x="4953" y="33255"/>
                  </a:lnTo>
                  <a:lnTo>
                    <a:pt x="6103" y="32582"/>
                  </a:lnTo>
                  <a:lnTo>
                    <a:pt x="7020" y="29557"/>
                  </a:lnTo>
                  <a:lnTo>
                    <a:pt x="8795" y="27641"/>
                  </a:lnTo>
                  <a:lnTo>
                    <a:pt x="13252" y="25911"/>
                  </a:lnTo>
                  <a:lnTo>
                    <a:pt x="15506" y="26707"/>
                  </a:lnTo>
                  <a:lnTo>
                    <a:pt x="16141" y="21959"/>
                  </a:lnTo>
                  <a:lnTo>
                    <a:pt x="14491" y="20171"/>
                  </a:lnTo>
                  <a:lnTo>
                    <a:pt x="8004" y="19446"/>
                  </a:lnTo>
                  <a:lnTo>
                    <a:pt x="5896" y="18658"/>
                  </a:lnTo>
                  <a:lnTo>
                    <a:pt x="4894" y="17440"/>
                  </a:lnTo>
                  <a:lnTo>
                    <a:pt x="8369" y="13456"/>
                  </a:lnTo>
                  <a:lnTo>
                    <a:pt x="10891" y="15903"/>
                  </a:lnTo>
                  <a:lnTo>
                    <a:pt x="12208" y="14149"/>
                  </a:lnTo>
                  <a:lnTo>
                    <a:pt x="12430" y="14930"/>
                  </a:lnTo>
                  <a:lnTo>
                    <a:pt x="15266" y="15201"/>
                  </a:lnTo>
                  <a:lnTo>
                    <a:pt x="17824" y="14393"/>
                  </a:lnTo>
                  <a:lnTo>
                    <a:pt x="19692" y="12017"/>
                  </a:lnTo>
                  <a:lnTo>
                    <a:pt x="21036" y="3155"/>
                  </a:lnTo>
                  <a:lnTo>
                    <a:pt x="20717" y="1437"/>
                  </a:lnTo>
                  <a:lnTo>
                    <a:pt x="2293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h2322"/>
            <p:cNvSpPr/>
            <p:nvPr/>
          </p:nvSpPr>
          <p:spPr>
            <a:xfrm>
              <a:off x="3312207" y="3180782"/>
              <a:ext cx="108273" cy="59994"/>
            </a:xfrm>
            <a:custGeom>
              <a:avLst/>
              <a:pathLst>
                <a:path w="108273" h="59994">
                  <a:moveTo>
                    <a:pt x="76168" y="2954"/>
                  </a:moveTo>
                  <a:lnTo>
                    <a:pt x="75392" y="3591"/>
                  </a:lnTo>
                  <a:lnTo>
                    <a:pt x="74611" y="7953"/>
                  </a:lnTo>
                  <a:lnTo>
                    <a:pt x="80378" y="13802"/>
                  </a:lnTo>
                  <a:lnTo>
                    <a:pt x="81297" y="16074"/>
                  </a:lnTo>
                  <a:lnTo>
                    <a:pt x="81682" y="25520"/>
                  </a:lnTo>
                  <a:lnTo>
                    <a:pt x="86761" y="28751"/>
                  </a:lnTo>
                  <a:lnTo>
                    <a:pt x="89087" y="27735"/>
                  </a:lnTo>
                  <a:lnTo>
                    <a:pt x="90957" y="32371"/>
                  </a:lnTo>
                  <a:lnTo>
                    <a:pt x="95608" y="37050"/>
                  </a:lnTo>
                  <a:lnTo>
                    <a:pt x="100604" y="39332"/>
                  </a:lnTo>
                  <a:lnTo>
                    <a:pt x="101992" y="40973"/>
                  </a:lnTo>
                  <a:lnTo>
                    <a:pt x="102885" y="43428"/>
                  </a:lnTo>
                  <a:lnTo>
                    <a:pt x="102534" y="45092"/>
                  </a:lnTo>
                  <a:lnTo>
                    <a:pt x="104918" y="50595"/>
                  </a:lnTo>
                  <a:lnTo>
                    <a:pt x="106948" y="53741"/>
                  </a:lnTo>
                  <a:lnTo>
                    <a:pt x="108273" y="54145"/>
                  </a:lnTo>
                  <a:lnTo>
                    <a:pt x="106423" y="58755"/>
                  </a:lnTo>
                  <a:lnTo>
                    <a:pt x="97614" y="58971"/>
                  </a:lnTo>
                  <a:lnTo>
                    <a:pt x="94565" y="54755"/>
                  </a:lnTo>
                  <a:lnTo>
                    <a:pt x="91322" y="55988"/>
                  </a:lnTo>
                  <a:lnTo>
                    <a:pt x="77826" y="56833"/>
                  </a:lnTo>
                  <a:lnTo>
                    <a:pt x="73162" y="59591"/>
                  </a:lnTo>
                  <a:lnTo>
                    <a:pt x="69880" y="59994"/>
                  </a:lnTo>
                  <a:lnTo>
                    <a:pt x="67147" y="54502"/>
                  </a:lnTo>
                  <a:lnTo>
                    <a:pt x="66763" y="48338"/>
                  </a:lnTo>
                  <a:lnTo>
                    <a:pt x="57290" y="48899"/>
                  </a:lnTo>
                  <a:lnTo>
                    <a:pt x="56572" y="42984"/>
                  </a:lnTo>
                  <a:lnTo>
                    <a:pt x="51002" y="43334"/>
                  </a:lnTo>
                  <a:lnTo>
                    <a:pt x="49546" y="44953"/>
                  </a:lnTo>
                  <a:lnTo>
                    <a:pt x="39280" y="42118"/>
                  </a:lnTo>
                  <a:lnTo>
                    <a:pt x="31392" y="43840"/>
                  </a:lnTo>
                  <a:lnTo>
                    <a:pt x="29257" y="40720"/>
                  </a:lnTo>
                  <a:lnTo>
                    <a:pt x="27961" y="36000"/>
                  </a:lnTo>
                  <a:lnTo>
                    <a:pt x="20046" y="37593"/>
                  </a:lnTo>
                  <a:lnTo>
                    <a:pt x="17824" y="38799"/>
                  </a:lnTo>
                  <a:lnTo>
                    <a:pt x="15966" y="41090"/>
                  </a:lnTo>
                  <a:lnTo>
                    <a:pt x="14610" y="41314"/>
                  </a:lnTo>
                  <a:lnTo>
                    <a:pt x="13819" y="38697"/>
                  </a:lnTo>
                  <a:lnTo>
                    <a:pt x="17892" y="35855"/>
                  </a:lnTo>
                  <a:lnTo>
                    <a:pt x="16936" y="31623"/>
                  </a:lnTo>
                  <a:lnTo>
                    <a:pt x="14465" y="30907"/>
                  </a:lnTo>
                  <a:lnTo>
                    <a:pt x="1021" y="32559"/>
                  </a:lnTo>
                  <a:lnTo>
                    <a:pt x="135" y="31800"/>
                  </a:lnTo>
                  <a:lnTo>
                    <a:pt x="0" y="29950"/>
                  </a:lnTo>
                  <a:lnTo>
                    <a:pt x="7416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h2323"/>
            <p:cNvSpPr/>
            <p:nvPr/>
          </p:nvSpPr>
          <p:spPr>
            <a:xfrm>
              <a:off x="3439882" y="3140643"/>
              <a:ext cx="111797" cy="78554"/>
            </a:xfrm>
            <a:custGeom>
              <a:avLst/>
              <a:pathLst>
                <a:path w="111797" h="78554">
                  <a:moveTo>
                    <a:pt x="79310" y="6533"/>
                  </a:moveTo>
                  <a:lnTo>
                    <a:pt x="82926" y="11955"/>
                  </a:lnTo>
                  <a:lnTo>
                    <a:pt x="83270" y="17471"/>
                  </a:lnTo>
                  <a:lnTo>
                    <a:pt x="85217" y="21207"/>
                  </a:lnTo>
                  <a:lnTo>
                    <a:pt x="92132" y="24518"/>
                  </a:lnTo>
                  <a:lnTo>
                    <a:pt x="95616" y="23842"/>
                  </a:lnTo>
                  <a:lnTo>
                    <a:pt x="97088" y="24908"/>
                  </a:lnTo>
                  <a:lnTo>
                    <a:pt x="96762" y="28946"/>
                  </a:lnTo>
                  <a:lnTo>
                    <a:pt x="93538" y="32634"/>
                  </a:lnTo>
                  <a:lnTo>
                    <a:pt x="98602" y="34978"/>
                  </a:lnTo>
                  <a:lnTo>
                    <a:pt x="104212" y="40726"/>
                  </a:lnTo>
                  <a:lnTo>
                    <a:pt x="101389" y="43618"/>
                  </a:lnTo>
                  <a:lnTo>
                    <a:pt x="108809" y="43988"/>
                  </a:lnTo>
                  <a:lnTo>
                    <a:pt x="110744" y="45140"/>
                  </a:lnTo>
                  <a:lnTo>
                    <a:pt x="111797" y="48304"/>
                  </a:lnTo>
                  <a:lnTo>
                    <a:pt x="109403" y="48976"/>
                  </a:lnTo>
                  <a:lnTo>
                    <a:pt x="103578" y="47736"/>
                  </a:lnTo>
                  <a:lnTo>
                    <a:pt x="100492" y="50218"/>
                  </a:lnTo>
                  <a:lnTo>
                    <a:pt x="97775" y="55641"/>
                  </a:lnTo>
                  <a:lnTo>
                    <a:pt x="100007" y="63603"/>
                  </a:lnTo>
                  <a:lnTo>
                    <a:pt x="102304" y="63961"/>
                  </a:lnTo>
                  <a:lnTo>
                    <a:pt x="104323" y="65639"/>
                  </a:lnTo>
                  <a:lnTo>
                    <a:pt x="103578" y="66808"/>
                  </a:lnTo>
                  <a:lnTo>
                    <a:pt x="99908" y="65699"/>
                  </a:lnTo>
                  <a:lnTo>
                    <a:pt x="96541" y="68160"/>
                  </a:lnTo>
                  <a:lnTo>
                    <a:pt x="91491" y="63634"/>
                  </a:lnTo>
                  <a:lnTo>
                    <a:pt x="88004" y="64365"/>
                  </a:lnTo>
                  <a:lnTo>
                    <a:pt x="90607" y="66216"/>
                  </a:lnTo>
                  <a:lnTo>
                    <a:pt x="91418" y="67851"/>
                  </a:lnTo>
                  <a:lnTo>
                    <a:pt x="85111" y="72433"/>
                  </a:lnTo>
                  <a:lnTo>
                    <a:pt x="82264" y="71966"/>
                  </a:lnTo>
                  <a:lnTo>
                    <a:pt x="76765" y="63592"/>
                  </a:lnTo>
                  <a:lnTo>
                    <a:pt x="74841" y="63352"/>
                  </a:lnTo>
                  <a:lnTo>
                    <a:pt x="72619" y="64790"/>
                  </a:lnTo>
                  <a:lnTo>
                    <a:pt x="72939" y="66508"/>
                  </a:lnTo>
                  <a:lnTo>
                    <a:pt x="71595" y="75370"/>
                  </a:lnTo>
                  <a:lnTo>
                    <a:pt x="69727" y="77746"/>
                  </a:lnTo>
                  <a:lnTo>
                    <a:pt x="67168" y="78554"/>
                  </a:lnTo>
                  <a:lnTo>
                    <a:pt x="64333" y="78283"/>
                  </a:lnTo>
                  <a:lnTo>
                    <a:pt x="64111" y="77502"/>
                  </a:lnTo>
                  <a:lnTo>
                    <a:pt x="62271" y="75967"/>
                  </a:lnTo>
                  <a:lnTo>
                    <a:pt x="62526" y="69459"/>
                  </a:lnTo>
                  <a:lnTo>
                    <a:pt x="61877" y="68620"/>
                  </a:lnTo>
                  <a:lnTo>
                    <a:pt x="54634" y="64156"/>
                  </a:lnTo>
                  <a:lnTo>
                    <a:pt x="51331" y="63840"/>
                  </a:lnTo>
                  <a:lnTo>
                    <a:pt x="47854" y="61862"/>
                  </a:lnTo>
                  <a:lnTo>
                    <a:pt x="52195" y="56989"/>
                  </a:lnTo>
                  <a:lnTo>
                    <a:pt x="54053" y="48346"/>
                  </a:lnTo>
                  <a:lnTo>
                    <a:pt x="48662" y="47791"/>
                  </a:lnTo>
                  <a:lnTo>
                    <a:pt x="39769" y="54574"/>
                  </a:lnTo>
                  <a:lnTo>
                    <a:pt x="35317" y="47077"/>
                  </a:lnTo>
                  <a:lnTo>
                    <a:pt x="29363" y="43793"/>
                  </a:lnTo>
                  <a:lnTo>
                    <a:pt x="27718" y="45340"/>
                  </a:lnTo>
                  <a:lnTo>
                    <a:pt x="27357" y="46856"/>
                  </a:lnTo>
                  <a:lnTo>
                    <a:pt x="22500" y="43559"/>
                  </a:lnTo>
                  <a:lnTo>
                    <a:pt x="20330" y="43363"/>
                  </a:lnTo>
                  <a:lnTo>
                    <a:pt x="19667" y="49547"/>
                  </a:lnTo>
                  <a:lnTo>
                    <a:pt x="10774" y="49362"/>
                  </a:lnTo>
                  <a:lnTo>
                    <a:pt x="10972" y="47882"/>
                  </a:lnTo>
                  <a:lnTo>
                    <a:pt x="12599" y="36837"/>
                  </a:lnTo>
                  <a:lnTo>
                    <a:pt x="12543" y="35736"/>
                  </a:lnTo>
                  <a:lnTo>
                    <a:pt x="10199" y="34401"/>
                  </a:lnTo>
                  <a:lnTo>
                    <a:pt x="3910" y="34569"/>
                  </a:lnTo>
                  <a:lnTo>
                    <a:pt x="0" y="32330"/>
                  </a:lnTo>
                  <a:lnTo>
                    <a:pt x="5840" y="33251"/>
                  </a:lnTo>
                  <a:lnTo>
                    <a:pt x="13628" y="32880"/>
                  </a:lnTo>
                  <a:lnTo>
                    <a:pt x="21326" y="31692"/>
                  </a:lnTo>
                  <a:lnTo>
                    <a:pt x="28291" y="29425"/>
                  </a:lnTo>
                  <a:lnTo>
                    <a:pt x="35508" y="25426"/>
                  </a:lnTo>
                  <a:lnTo>
                    <a:pt x="41089" y="20372"/>
                  </a:lnTo>
                  <a:lnTo>
                    <a:pt x="45853" y="14158"/>
                  </a:lnTo>
                  <a:lnTo>
                    <a:pt x="48056" y="9952"/>
                  </a:lnTo>
                  <a:lnTo>
                    <a:pt x="51713" y="6864"/>
                  </a:lnTo>
                  <a:lnTo>
                    <a:pt x="69151" y="2819"/>
                  </a:lnTo>
                  <a:lnTo>
                    <a:pt x="7678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h2324"/>
            <p:cNvSpPr/>
            <p:nvPr/>
          </p:nvSpPr>
          <p:spPr>
            <a:xfrm>
              <a:off x="3424416" y="3184437"/>
              <a:ext cx="83509" cy="83499"/>
            </a:xfrm>
            <a:custGeom>
              <a:avLst/>
              <a:pathLst>
                <a:path w="83509" h="83499">
                  <a:moveTo>
                    <a:pt x="50783" y="3283"/>
                  </a:moveTo>
                  <a:lnTo>
                    <a:pt x="55235" y="10781"/>
                  </a:lnTo>
                  <a:lnTo>
                    <a:pt x="64128" y="3997"/>
                  </a:lnTo>
                  <a:lnTo>
                    <a:pt x="69519" y="4553"/>
                  </a:lnTo>
                  <a:lnTo>
                    <a:pt x="67661" y="13195"/>
                  </a:lnTo>
                  <a:lnTo>
                    <a:pt x="63320" y="18068"/>
                  </a:lnTo>
                  <a:lnTo>
                    <a:pt x="66797" y="20047"/>
                  </a:lnTo>
                  <a:lnTo>
                    <a:pt x="70100" y="20363"/>
                  </a:lnTo>
                  <a:lnTo>
                    <a:pt x="77342" y="24827"/>
                  </a:lnTo>
                  <a:lnTo>
                    <a:pt x="77992" y="25666"/>
                  </a:lnTo>
                  <a:lnTo>
                    <a:pt x="77737" y="32174"/>
                  </a:lnTo>
                  <a:lnTo>
                    <a:pt x="79577" y="33709"/>
                  </a:lnTo>
                  <a:lnTo>
                    <a:pt x="78259" y="35463"/>
                  </a:lnTo>
                  <a:lnTo>
                    <a:pt x="75737" y="33015"/>
                  </a:lnTo>
                  <a:lnTo>
                    <a:pt x="72262" y="36999"/>
                  </a:lnTo>
                  <a:lnTo>
                    <a:pt x="73265" y="38217"/>
                  </a:lnTo>
                  <a:lnTo>
                    <a:pt x="75373" y="39005"/>
                  </a:lnTo>
                  <a:lnTo>
                    <a:pt x="81860" y="39730"/>
                  </a:lnTo>
                  <a:lnTo>
                    <a:pt x="83509" y="41518"/>
                  </a:lnTo>
                  <a:lnTo>
                    <a:pt x="82874" y="46267"/>
                  </a:lnTo>
                  <a:lnTo>
                    <a:pt x="80621" y="45470"/>
                  </a:lnTo>
                  <a:lnTo>
                    <a:pt x="76164" y="47200"/>
                  </a:lnTo>
                  <a:lnTo>
                    <a:pt x="74389" y="49116"/>
                  </a:lnTo>
                  <a:lnTo>
                    <a:pt x="73472" y="52141"/>
                  </a:lnTo>
                  <a:lnTo>
                    <a:pt x="72321" y="52815"/>
                  </a:lnTo>
                  <a:lnTo>
                    <a:pt x="68987" y="52733"/>
                  </a:lnTo>
                  <a:lnTo>
                    <a:pt x="67368" y="54779"/>
                  </a:lnTo>
                  <a:lnTo>
                    <a:pt x="64846" y="55440"/>
                  </a:lnTo>
                  <a:lnTo>
                    <a:pt x="62635" y="59244"/>
                  </a:lnTo>
                  <a:lnTo>
                    <a:pt x="54434" y="57919"/>
                  </a:lnTo>
                  <a:lnTo>
                    <a:pt x="53383" y="58819"/>
                  </a:lnTo>
                  <a:lnTo>
                    <a:pt x="51029" y="63071"/>
                  </a:lnTo>
                  <a:lnTo>
                    <a:pt x="47962" y="72071"/>
                  </a:lnTo>
                  <a:lnTo>
                    <a:pt x="46359" y="73697"/>
                  </a:lnTo>
                  <a:lnTo>
                    <a:pt x="44024" y="71210"/>
                  </a:lnTo>
                  <a:lnTo>
                    <a:pt x="41561" y="72143"/>
                  </a:lnTo>
                  <a:lnTo>
                    <a:pt x="40968" y="74892"/>
                  </a:lnTo>
                  <a:lnTo>
                    <a:pt x="42470" y="77289"/>
                  </a:lnTo>
                  <a:lnTo>
                    <a:pt x="42961" y="79469"/>
                  </a:lnTo>
                  <a:lnTo>
                    <a:pt x="39728" y="77975"/>
                  </a:lnTo>
                  <a:lnTo>
                    <a:pt x="35485" y="79704"/>
                  </a:lnTo>
                  <a:lnTo>
                    <a:pt x="36502" y="82681"/>
                  </a:lnTo>
                  <a:lnTo>
                    <a:pt x="35351" y="83499"/>
                  </a:lnTo>
                  <a:lnTo>
                    <a:pt x="31808" y="81300"/>
                  </a:lnTo>
                  <a:lnTo>
                    <a:pt x="30994" y="78073"/>
                  </a:lnTo>
                  <a:lnTo>
                    <a:pt x="28931" y="76296"/>
                  </a:lnTo>
                  <a:lnTo>
                    <a:pt x="31411" y="72523"/>
                  </a:lnTo>
                  <a:lnTo>
                    <a:pt x="29485" y="68991"/>
                  </a:lnTo>
                  <a:lnTo>
                    <a:pt x="27492" y="67071"/>
                  </a:lnTo>
                  <a:lnTo>
                    <a:pt x="19737" y="66909"/>
                  </a:lnTo>
                  <a:lnTo>
                    <a:pt x="18170" y="70118"/>
                  </a:lnTo>
                  <a:lnTo>
                    <a:pt x="15894" y="66293"/>
                  </a:lnTo>
                  <a:lnTo>
                    <a:pt x="16741" y="63324"/>
                  </a:lnTo>
                  <a:lnTo>
                    <a:pt x="20622" y="61485"/>
                  </a:lnTo>
                  <a:lnTo>
                    <a:pt x="20692" y="60120"/>
                  </a:lnTo>
                  <a:lnTo>
                    <a:pt x="7489" y="53133"/>
                  </a:lnTo>
                  <a:lnTo>
                    <a:pt x="5523" y="52661"/>
                  </a:lnTo>
                  <a:lnTo>
                    <a:pt x="4155" y="53352"/>
                  </a:lnTo>
                  <a:lnTo>
                    <a:pt x="1425" y="53581"/>
                  </a:lnTo>
                  <a:lnTo>
                    <a:pt x="0" y="52065"/>
                  </a:lnTo>
                  <a:lnTo>
                    <a:pt x="2962" y="51301"/>
                  </a:lnTo>
                  <a:lnTo>
                    <a:pt x="4116" y="52330"/>
                  </a:lnTo>
                  <a:lnTo>
                    <a:pt x="7701" y="52142"/>
                  </a:lnTo>
                  <a:lnTo>
                    <a:pt x="10095" y="48242"/>
                  </a:lnTo>
                  <a:lnTo>
                    <a:pt x="18458" y="50771"/>
                  </a:lnTo>
                  <a:lnTo>
                    <a:pt x="23864" y="47476"/>
                  </a:lnTo>
                  <a:lnTo>
                    <a:pt x="28064" y="41622"/>
                  </a:lnTo>
                  <a:lnTo>
                    <a:pt x="28364" y="39700"/>
                  </a:lnTo>
                  <a:lnTo>
                    <a:pt x="31045" y="39476"/>
                  </a:lnTo>
                  <a:lnTo>
                    <a:pt x="32156" y="40089"/>
                  </a:lnTo>
                  <a:lnTo>
                    <a:pt x="31862" y="41295"/>
                  </a:lnTo>
                  <a:lnTo>
                    <a:pt x="32991" y="44326"/>
                  </a:lnTo>
                  <a:lnTo>
                    <a:pt x="34875" y="44629"/>
                  </a:lnTo>
                  <a:lnTo>
                    <a:pt x="40169" y="41483"/>
                  </a:lnTo>
                  <a:lnTo>
                    <a:pt x="43414" y="38107"/>
                  </a:lnTo>
                  <a:lnTo>
                    <a:pt x="42981" y="37105"/>
                  </a:lnTo>
                  <a:lnTo>
                    <a:pt x="45666" y="22838"/>
                  </a:lnTo>
                  <a:lnTo>
                    <a:pt x="50569" y="13382"/>
                  </a:lnTo>
                  <a:lnTo>
                    <a:pt x="48260" y="8786"/>
                  </a:lnTo>
                  <a:lnTo>
                    <a:pt x="42823" y="3062"/>
                  </a:lnTo>
                  <a:lnTo>
                    <a:pt x="43184" y="1547"/>
                  </a:lnTo>
                  <a:lnTo>
                    <a:pt x="4482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h2325"/>
            <p:cNvSpPr/>
            <p:nvPr/>
          </p:nvSpPr>
          <p:spPr>
            <a:xfrm>
              <a:off x="3386819" y="3177295"/>
              <a:ext cx="54694" cy="36137"/>
            </a:xfrm>
            <a:custGeom>
              <a:avLst/>
              <a:pathLst>
                <a:path w="54694" h="36137">
                  <a:moveTo>
                    <a:pt x="24516" y="1520"/>
                  </a:moveTo>
                  <a:lnTo>
                    <a:pt x="28563" y="4316"/>
                  </a:lnTo>
                  <a:lnTo>
                    <a:pt x="30340" y="6687"/>
                  </a:lnTo>
                  <a:lnTo>
                    <a:pt x="31196" y="13063"/>
                  </a:lnTo>
                  <a:lnTo>
                    <a:pt x="29480" y="13025"/>
                  </a:lnTo>
                  <a:lnTo>
                    <a:pt x="28419" y="11769"/>
                  </a:lnTo>
                  <a:lnTo>
                    <a:pt x="27544" y="12952"/>
                  </a:lnTo>
                  <a:lnTo>
                    <a:pt x="29090" y="15076"/>
                  </a:lnTo>
                  <a:lnTo>
                    <a:pt x="32881" y="14823"/>
                  </a:lnTo>
                  <a:lnTo>
                    <a:pt x="34392" y="13130"/>
                  </a:lnTo>
                  <a:lnTo>
                    <a:pt x="38314" y="12292"/>
                  </a:lnTo>
                  <a:lnTo>
                    <a:pt x="43412" y="12024"/>
                  </a:lnTo>
                  <a:lnTo>
                    <a:pt x="46018" y="13687"/>
                  </a:lnTo>
                  <a:lnTo>
                    <a:pt x="47197" y="16876"/>
                  </a:lnTo>
                  <a:lnTo>
                    <a:pt x="49186" y="18130"/>
                  </a:lnTo>
                  <a:lnTo>
                    <a:pt x="52754" y="17861"/>
                  </a:lnTo>
                  <a:lnTo>
                    <a:pt x="54694" y="19467"/>
                  </a:lnTo>
                  <a:lnTo>
                    <a:pt x="53232" y="22982"/>
                  </a:lnTo>
                  <a:lnTo>
                    <a:pt x="51082" y="25201"/>
                  </a:lnTo>
                  <a:lnTo>
                    <a:pt x="46707" y="25482"/>
                  </a:lnTo>
                  <a:lnTo>
                    <a:pt x="47051" y="24610"/>
                  </a:lnTo>
                  <a:lnTo>
                    <a:pt x="45490" y="24743"/>
                  </a:lnTo>
                  <a:lnTo>
                    <a:pt x="40200" y="32613"/>
                  </a:lnTo>
                  <a:lnTo>
                    <a:pt x="38169" y="35002"/>
                  </a:lnTo>
                  <a:lnTo>
                    <a:pt x="27383" y="29685"/>
                  </a:lnTo>
                  <a:lnTo>
                    <a:pt x="26545" y="27211"/>
                  </a:lnTo>
                  <a:lnTo>
                    <a:pt x="25134" y="25979"/>
                  </a:lnTo>
                  <a:lnTo>
                    <a:pt x="21446" y="29713"/>
                  </a:lnTo>
                  <a:lnTo>
                    <a:pt x="17787" y="36137"/>
                  </a:lnTo>
                  <a:lnTo>
                    <a:pt x="16346" y="35859"/>
                  </a:lnTo>
                  <a:lnTo>
                    <a:pt x="14475" y="31222"/>
                  </a:lnTo>
                  <a:lnTo>
                    <a:pt x="12150" y="32239"/>
                  </a:lnTo>
                  <a:lnTo>
                    <a:pt x="7070" y="29008"/>
                  </a:lnTo>
                  <a:lnTo>
                    <a:pt x="6686" y="19562"/>
                  </a:lnTo>
                  <a:lnTo>
                    <a:pt x="5766" y="17289"/>
                  </a:lnTo>
                  <a:lnTo>
                    <a:pt x="0" y="11440"/>
                  </a:lnTo>
                  <a:lnTo>
                    <a:pt x="781" y="7078"/>
                  </a:lnTo>
                  <a:lnTo>
                    <a:pt x="1557" y="6441"/>
                  </a:lnTo>
                  <a:lnTo>
                    <a:pt x="2801" y="5364"/>
                  </a:lnTo>
                  <a:lnTo>
                    <a:pt x="6382" y="5209"/>
                  </a:lnTo>
                  <a:lnTo>
                    <a:pt x="8086" y="6369"/>
                  </a:lnTo>
                  <a:lnTo>
                    <a:pt x="11069" y="4310"/>
                  </a:lnTo>
                  <a:lnTo>
                    <a:pt x="11103" y="1357"/>
                  </a:lnTo>
                  <a:lnTo>
                    <a:pt x="20572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h2326"/>
            <p:cNvSpPr/>
            <p:nvPr/>
          </p:nvSpPr>
          <p:spPr>
            <a:xfrm>
              <a:off x="3604884" y="3227256"/>
              <a:ext cx="35912" cy="66283"/>
            </a:xfrm>
            <a:custGeom>
              <a:avLst/>
              <a:pathLst>
                <a:path w="35912" h="66283">
                  <a:moveTo>
                    <a:pt x="9696" y="781"/>
                  </a:moveTo>
                  <a:lnTo>
                    <a:pt x="18469" y="5624"/>
                  </a:lnTo>
                  <a:lnTo>
                    <a:pt x="17070" y="9986"/>
                  </a:lnTo>
                  <a:lnTo>
                    <a:pt x="18026" y="10949"/>
                  </a:lnTo>
                  <a:lnTo>
                    <a:pt x="18090" y="12351"/>
                  </a:lnTo>
                  <a:lnTo>
                    <a:pt x="14691" y="20223"/>
                  </a:lnTo>
                  <a:lnTo>
                    <a:pt x="15515" y="29622"/>
                  </a:lnTo>
                  <a:lnTo>
                    <a:pt x="19102" y="30027"/>
                  </a:lnTo>
                  <a:lnTo>
                    <a:pt x="24283" y="27379"/>
                  </a:lnTo>
                  <a:lnTo>
                    <a:pt x="26653" y="27398"/>
                  </a:lnTo>
                  <a:lnTo>
                    <a:pt x="26569" y="25491"/>
                  </a:lnTo>
                  <a:lnTo>
                    <a:pt x="22286" y="23846"/>
                  </a:lnTo>
                  <a:lnTo>
                    <a:pt x="21983" y="22932"/>
                  </a:lnTo>
                  <a:lnTo>
                    <a:pt x="32467" y="22126"/>
                  </a:lnTo>
                  <a:lnTo>
                    <a:pt x="33423" y="28539"/>
                  </a:lnTo>
                  <a:lnTo>
                    <a:pt x="33387" y="36904"/>
                  </a:lnTo>
                  <a:lnTo>
                    <a:pt x="34288" y="39390"/>
                  </a:lnTo>
                  <a:lnTo>
                    <a:pt x="35912" y="40765"/>
                  </a:lnTo>
                  <a:lnTo>
                    <a:pt x="35051" y="43852"/>
                  </a:lnTo>
                  <a:lnTo>
                    <a:pt x="33590" y="44074"/>
                  </a:lnTo>
                  <a:lnTo>
                    <a:pt x="32542" y="47644"/>
                  </a:lnTo>
                  <a:lnTo>
                    <a:pt x="35277" y="56485"/>
                  </a:lnTo>
                  <a:lnTo>
                    <a:pt x="32946" y="59811"/>
                  </a:lnTo>
                  <a:lnTo>
                    <a:pt x="32275" y="64728"/>
                  </a:lnTo>
                  <a:lnTo>
                    <a:pt x="31584" y="65553"/>
                  </a:lnTo>
                  <a:lnTo>
                    <a:pt x="29375" y="65902"/>
                  </a:lnTo>
                  <a:lnTo>
                    <a:pt x="27228" y="66283"/>
                  </a:lnTo>
                  <a:lnTo>
                    <a:pt x="23187" y="64953"/>
                  </a:lnTo>
                  <a:lnTo>
                    <a:pt x="18941" y="61892"/>
                  </a:lnTo>
                  <a:lnTo>
                    <a:pt x="20179" y="60840"/>
                  </a:lnTo>
                  <a:lnTo>
                    <a:pt x="21210" y="61501"/>
                  </a:lnTo>
                  <a:lnTo>
                    <a:pt x="24749" y="57554"/>
                  </a:lnTo>
                  <a:lnTo>
                    <a:pt x="26352" y="52057"/>
                  </a:lnTo>
                  <a:lnTo>
                    <a:pt x="25601" y="46412"/>
                  </a:lnTo>
                  <a:lnTo>
                    <a:pt x="24314" y="44565"/>
                  </a:lnTo>
                  <a:lnTo>
                    <a:pt x="22058" y="36458"/>
                  </a:lnTo>
                  <a:lnTo>
                    <a:pt x="22700" y="34132"/>
                  </a:lnTo>
                  <a:lnTo>
                    <a:pt x="17715" y="33325"/>
                  </a:lnTo>
                  <a:lnTo>
                    <a:pt x="1243" y="28334"/>
                  </a:lnTo>
                  <a:lnTo>
                    <a:pt x="0" y="27645"/>
                  </a:lnTo>
                  <a:lnTo>
                    <a:pt x="1983" y="25901"/>
                  </a:lnTo>
                  <a:lnTo>
                    <a:pt x="5013" y="26188"/>
                  </a:lnTo>
                  <a:lnTo>
                    <a:pt x="5655" y="20774"/>
                  </a:lnTo>
                  <a:lnTo>
                    <a:pt x="4686" y="18113"/>
                  </a:lnTo>
                  <a:lnTo>
                    <a:pt x="512" y="6142"/>
                  </a:lnTo>
                  <a:lnTo>
                    <a:pt x="5540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h2327"/>
            <p:cNvSpPr/>
            <p:nvPr/>
          </p:nvSpPr>
          <p:spPr>
            <a:xfrm>
              <a:off x="3312343" y="3211690"/>
              <a:ext cx="106677" cy="113227"/>
            </a:xfrm>
            <a:custGeom>
              <a:avLst/>
              <a:pathLst>
                <a:path w="106677" h="113227">
                  <a:moveTo>
                    <a:pt x="14329" y="0"/>
                  </a:moveTo>
                  <a:lnTo>
                    <a:pt x="16801" y="715"/>
                  </a:lnTo>
                  <a:lnTo>
                    <a:pt x="17757" y="4947"/>
                  </a:lnTo>
                  <a:lnTo>
                    <a:pt x="13684" y="7789"/>
                  </a:lnTo>
                  <a:lnTo>
                    <a:pt x="14475" y="10406"/>
                  </a:lnTo>
                  <a:lnTo>
                    <a:pt x="15830" y="10182"/>
                  </a:lnTo>
                  <a:lnTo>
                    <a:pt x="17689" y="7891"/>
                  </a:lnTo>
                  <a:lnTo>
                    <a:pt x="19910" y="6686"/>
                  </a:lnTo>
                  <a:lnTo>
                    <a:pt x="27826" y="5092"/>
                  </a:lnTo>
                  <a:lnTo>
                    <a:pt x="29121" y="9812"/>
                  </a:lnTo>
                  <a:lnTo>
                    <a:pt x="31256" y="12932"/>
                  </a:lnTo>
                  <a:lnTo>
                    <a:pt x="39144" y="11210"/>
                  </a:lnTo>
                  <a:lnTo>
                    <a:pt x="49411" y="14045"/>
                  </a:lnTo>
                  <a:lnTo>
                    <a:pt x="50867" y="12426"/>
                  </a:lnTo>
                  <a:lnTo>
                    <a:pt x="56436" y="12076"/>
                  </a:lnTo>
                  <a:lnTo>
                    <a:pt x="57155" y="17991"/>
                  </a:lnTo>
                  <a:lnTo>
                    <a:pt x="66628" y="17430"/>
                  </a:lnTo>
                  <a:lnTo>
                    <a:pt x="67011" y="23594"/>
                  </a:lnTo>
                  <a:lnTo>
                    <a:pt x="69745" y="29086"/>
                  </a:lnTo>
                  <a:lnTo>
                    <a:pt x="73027" y="28683"/>
                  </a:lnTo>
                  <a:lnTo>
                    <a:pt x="77691" y="25925"/>
                  </a:lnTo>
                  <a:lnTo>
                    <a:pt x="91186" y="25080"/>
                  </a:lnTo>
                  <a:lnTo>
                    <a:pt x="94429" y="23847"/>
                  </a:lnTo>
                  <a:lnTo>
                    <a:pt x="97478" y="28064"/>
                  </a:lnTo>
                  <a:lnTo>
                    <a:pt x="106287" y="27847"/>
                  </a:lnTo>
                  <a:lnTo>
                    <a:pt x="106677" y="28629"/>
                  </a:lnTo>
                  <a:lnTo>
                    <a:pt x="102810" y="30597"/>
                  </a:lnTo>
                  <a:lnTo>
                    <a:pt x="100301" y="36742"/>
                  </a:lnTo>
                  <a:lnTo>
                    <a:pt x="100450" y="38661"/>
                  </a:lnTo>
                  <a:lnTo>
                    <a:pt x="102517" y="40678"/>
                  </a:lnTo>
                  <a:lnTo>
                    <a:pt x="100917" y="45554"/>
                  </a:lnTo>
                  <a:lnTo>
                    <a:pt x="97664" y="48329"/>
                  </a:lnTo>
                  <a:lnTo>
                    <a:pt x="97515" y="49795"/>
                  </a:lnTo>
                  <a:lnTo>
                    <a:pt x="98149" y="50216"/>
                  </a:lnTo>
                  <a:lnTo>
                    <a:pt x="101918" y="49171"/>
                  </a:lnTo>
                  <a:lnTo>
                    <a:pt x="100988" y="52357"/>
                  </a:lnTo>
                  <a:lnTo>
                    <a:pt x="98018" y="52136"/>
                  </a:lnTo>
                  <a:lnTo>
                    <a:pt x="96559" y="50812"/>
                  </a:lnTo>
                  <a:lnTo>
                    <a:pt x="96063" y="51384"/>
                  </a:lnTo>
                  <a:lnTo>
                    <a:pt x="97390" y="54580"/>
                  </a:lnTo>
                  <a:lnTo>
                    <a:pt x="101102" y="59055"/>
                  </a:lnTo>
                  <a:lnTo>
                    <a:pt x="101286" y="63765"/>
                  </a:lnTo>
                  <a:lnTo>
                    <a:pt x="100702" y="65374"/>
                  </a:lnTo>
                  <a:lnTo>
                    <a:pt x="101367" y="67584"/>
                  </a:lnTo>
                  <a:lnTo>
                    <a:pt x="97807" y="68281"/>
                  </a:lnTo>
                  <a:lnTo>
                    <a:pt x="94880" y="71762"/>
                  </a:lnTo>
                  <a:lnTo>
                    <a:pt x="94203" y="74604"/>
                  </a:lnTo>
                  <a:lnTo>
                    <a:pt x="93537" y="75840"/>
                  </a:lnTo>
                  <a:lnTo>
                    <a:pt x="90517" y="76482"/>
                  </a:lnTo>
                  <a:lnTo>
                    <a:pt x="90065" y="81714"/>
                  </a:lnTo>
                  <a:lnTo>
                    <a:pt x="87283" y="80881"/>
                  </a:lnTo>
                  <a:lnTo>
                    <a:pt x="85868" y="81738"/>
                  </a:lnTo>
                  <a:lnTo>
                    <a:pt x="83585" y="88933"/>
                  </a:lnTo>
                  <a:lnTo>
                    <a:pt x="83440" y="94975"/>
                  </a:lnTo>
                  <a:lnTo>
                    <a:pt x="78469" y="103201"/>
                  </a:lnTo>
                  <a:lnTo>
                    <a:pt x="72245" y="113227"/>
                  </a:lnTo>
                  <a:lnTo>
                    <a:pt x="70111" y="112356"/>
                  </a:lnTo>
                  <a:lnTo>
                    <a:pt x="61986" y="106252"/>
                  </a:lnTo>
                  <a:lnTo>
                    <a:pt x="61123" y="104610"/>
                  </a:lnTo>
                  <a:lnTo>
                    <a:pt x="63232" y="99911"/>
                  </a:lnTo>
                  <a:lnTo>
                    <a:pt x="65199" y="100194"/>
                  </a:lnTo>
                  <a:lnTo>
                    <a:pt x="66974" y="97123"/>
                  </a:lnTo>
                  <a:lnTo>
                    <a:pt x="68947" y="81866"/>
                  </a:lnTo>
                  <a:lnTo>
                    <a:pt x="63878" y="81532"/>
                  </a:lnTo>
                  <a:lnTo>
                    <a:pt x="58478" y="76833"/>
                  </a:lnTo>
                  <a:lnTo>
                    <a:pt x="53348" y="69936"/>
                  </a:lnTo>
                  <a:lnTo>
                    <a:pt x="52478" y="67044"/>
                  </a:lnTo>
                  <a:lnTo>
                    <a:pt x="50996" y="66059"/>
                  </a:lnTo>
                  <a:lnTo>
                    <a:pt x="38634" y="62122"/>
                  </a:lnTo>
                  <a:lnTo>
                    <a:pt x="34527" y="60165"/>
                  </a:lnTo>
                  <a:lnTo>
                    <a:pt x="32901" y="58054"/>
                  </a:lnTo>
                  <a:lnTo>
                    <a:pt x="27078" y="58063"/>
                  </a:lnTo>
                  <a:lnTo>
                    <a:pt x="24854" y="54427"/>
                  </a:lnTo>
                  <a:lnTo>
                    <a:pt x="25218" y="52195"/>
                  </a:lnTo>
                  <a:lnTo>
                    <a:pt x="23752" y="47440"/>
                  </a:lnTo>
                  <a:lnTo>
                    <a:pt x="21853" y="45552"/>
                  </a:lnTo>
                  <a:lnTo>
                    <a:pt x="16545" y="47255"/>
                  </a:lnTo>
                  <a:lnTo>
                    <a:pt x="14166" y="44443"/>
                  </a:lnTo>
                  <a:lnTo>
                    <a:pt x="8196" y="43744"/>
                  </a:lnTo>
                  <a:lnTo>
                    <a:pt x="6637" y="30872"/>
                  </a:lnTo>
                  <a:lnTo>
                    <a:pt x="10105" y="28064"/>
                  </a:lnTo>
                  <a:lnTo>
                    <a:pt x="9307" y="25308"/>
                  </a:lnTo>
                  <a:lnTo>
                    <a:pt x="8522" y="25253"/>
                  </a:lnTo>
                  <a:lnTo>
                    <a:pt x="4787" y="11979"/>
                  </a:lnTo>
                  <a:lnTo>
                    <a:pt x="4675" y="5647"/>
                  </a:lnTo>
                  <a:lnTo>
                    <a:pt x="3324" y="3973"/>
                  </a:lnTo>
                  <a:lnTo>
                    <a:pt x="747" y="5070"/>
                  </a:lnTo>
                  <a:lnTo>
                    <a:pt x="0" y="892"/>
                  </a:lnTo>
                  <a:lnTo>
                    <a:pt x="886" y="16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h2328"/>
            <p:cNvSpPr/>
            <p:nvPr/>
          </p:nvSpPr>
          <p:spPr>
            <a:xfrm>
              <a:off x="3465385" y="3239216"/>
              <a:ext cx="32708" cy="38273"/>
            </a:xfrm>
            <a:custGeom>
              <a:avLst/>
              <a:pathLst>
                <a:path w="32708" h="38273">
                  <a:moveTo>
                    <a:pt x="26399" y="0"/>
                  </a:moveTo>
                  <a:lnTo>
                    <a:pt x="27665" y="2575"/>
                  </a:lnTo>
                  <a:lnTo>
                    <a:pt x="28561" y="2577"/>
                  </a:lnTo>
                  <a:lnTo>
                    <a:pt x="31314" y="6060"/>
                  </a:lnTo>
                  <a:lnTo>
                    <a:pt x="31584" y="14625"/>
                  </a:lnTo>
                  <a:lnTo>
                    <a:pt x="32599" y="16069"/>
                  </a:lnTo>
                  <a:lnTo>
                    <a:pt x="31604" y="30691"/>
                  </a:lnTo>
                  <a:lnTo>
                    <a:pt x="32708" y="34578"/>
                  </a:lnTo>
                  <a:lnTo>
                    <a:pt x="28582" y="34353"/>
                  </a:lnTo>
                  <a:lnTo>
                    <a:pt x="23400" y="38273"/>
                  </a:lnTo>
                  <a:lnTo>
                    <a:pt x="20174" y="36629"/>
                  </a:lnTo>
                  <a:lnTo>
                    <a:pt x="13524" y="37765"/>
                  </a:lnTo>
                  <a:lnTo>
                    <a:pt x="9454" y="37517"/>
                  </a:lnTo>
                  <a:lnTo>
                    <a:pt x="8800" y="32998"/>
                  </a:lnTo>
                  <a:lnTo>
                    <a:pt x="5590" y="31088"/>
                  </a:lnTo>
                  <a:lnTo>
                    <a:pt x="3182" y="24268"/>
                  </a:lnTo>
                  <a:lnTo>
                    <a:pt x="5805" y="24289"/>
                  </a:lnTo>
                  <a:lnTo>
                    <a:pt x="6166" y="21563"/>
                  </a:lnTo>
                  <a:lnTo>
                    <a:pt x="3677" y="21523"/>
                  </a:lnTo>
                  <a:lnTo>
                    <a:pt x="1501" y="22510"/>
                  </a:lnTo>
                  <a:lnTo>
                    <a:pt x="0" y="20113"/>
                  </a:lnTo>
                  <a:lnTo>
                    <a:pt x="592" y="17363"/>
                  </a:lnTo>
                  <a:lnTo>
                    <a:pt x="3056" y="16431"/>
                  </a:lnTo>
                  <a:lnTo>
                    <a:pt x="5390" y="18917"/>
                  </a:lnTo>
                  <a:lnTo>
                    <a:pt x="6993" y="17292"/>
                  </a:lnTo>
                  <a:lnTo>
                    <a:pt x="10060" y="8292"/>
                  </a:lnTo>
                  <a:lnTo>
                    <a:pt x="12415" y="4040"/>
                  </a:lnTo>
                  <a:lnTo>
                    <a:pt x="13465" y="3140"/>
                  </a:lnTo>
                  <a:lnTo>
                    <a:pt x="21666" y="4465"/>
                  </a:lnTo>
                  <a:lnTo>
                    <a:pt x="23877" y="66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h2329"/>
            <p:cNvSpPr/>
            <p:nvPr/>
          </p:nvSpPr>
          <p:spPr>
            <a:xfrm>
              <a:off x="3427019" y="3177481"/>
              <a:ext cx="26962" cy="44141"/>
            </a:xfrm>
            <a:custGeom>
              <a:avLst/>
              <a:pathLst>
                <a:path w="26962" h="44141">
                  <a:moveTo>
                    <a:pt x="25462" y="0"/>
                  </a:moveTo>
                  <a:lnTo>
                    <a:pt x="23835" y="11045"/>
                  </a:lnTo>
                  <a:lnTo>
                    <a:pt x="22038" y="11697"/>
                  </a:lnTo>
                  <a:lnTo>
                    <a:pt x="21696" y="16730"/>
                  </a:lnTo>
                  <a:lnTo>
                    <a:pt x="20290" y="21592"/>
                  </a:lnTo>
                  <a:lnTo>
                    <a:pt x="23064" y="33036"/>
                  </a:lnTo>
                  <a:lnTo>
                    <a:pt x="25979" y="35349"/>
                  </a:lnTo>
                  <a:lnTo>
                    <a:pt x="26962" y="38759"/>
                  </a:lnTo>
                  <a:lnTo>
                    <a:pt x="24765" y="44141"/>
                  </a:lnTo>
                  <a:lnTo>
                    <a:pt x="13338" y="42116"/>
                  </a:lnTo>
                  <a:lnTo>
                    <a:pt x="11538" y="39304"/>
                  </a:lnTo>
                  <a:lnTo>
                    <a:pt x="12424" y="36982"/>
                  </a:lnTo>
                  <a:lnTo>
                    <a:pt x="11944" y="35802"/>
                  </a:lnTo>
                  <a:lnTo>
                    <a:pt x="10082" y="34424"/>
                  </a:lnTo>
                  <a:lnTo>
                    <a:pt x="7242" y="33799"/>
                  </a:lnTo>
                  <a:lnTo>
                    <a:pt x="5170" y="34529"/>
                  </a:lnTo>
                  <a:lnTo>
                    <a:pt x="1951" y="34285"/>
                  </a:lnTo>
                  <a:lnTo>
                    <a:pt x="0" y="32427"/>
                  </a:lnTo>
                  <a:lnTo>
                    <a:pt x="5289" y="24557"/>
                  </a:lnTo>
                  <a:lnTo>
                    <a:pt x="6850" y="24424"/>
                  </a:lnTo>
                  <a:lnTo>
                    <a:pt x="6507" y="25296"/>
                  </a:lnTo>
                  <a:lnTo>
                    <a:pt x="10881" y="25015"/>
                  </a:lnTo>
                  <a:lnTo>
                    <a:pt x="13032" y="22796"/>
                  </a:lnTo>
                  <a:lnTo>
                    <a:pt x="14494" y="19281"/>
                  </a:lnTo>
                  <a:lnTo>
                    <a:pt x="12554" y="17675"/>
                  </a:lnTo>
                  <a:lnTo>
                    <a:pt x="15113" y="11370"/>
                  </a:lnTo>
                  <a:lnTo>
                    <a:pt x="14108" y="7326"/>
                  </a:lnTo>
                  <a:lnTo>
                    <a:pt x="15192" y="4347"/>
                  </a:lnTo>
                  <a:lnTo>
                    <a:pt x="16887" y="299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h2330"/>
            <p:cNvSpPr/>
            <p:nvPr/>
          </p:nvSpPr>
          <p:spPr>
            <a:xfrm>
              <a:off x="3533420" y="3163433"/>
              <a:ext cx="77005" cy="86371"/>
            </a:xfrm>
            <a:custGeom>
              <a:avLst/>
              <a:pathLst>
                <a:path w="77005" h="86371">
                  <a:moveTo>
                    <a:pt x="3267" y="20"/>
                  </a:moveTo>
                  <a:lnTo>
                    <a:pt x="5030" y="1265"/>
                  </a:lnTo>
                  <a:lnTo>
                    <a:pt x="21539" y="0"/>
                  </a:lnTo>
                  <a:lnTo>
                    <a:pt x="22128" y="10805"/>
                  </a:lnTo>
                  <a:lnTo>
                    <a:pt x="23211" y="15595"/>
                  </a:lnTo>
                  <a:lnTo>
                    <a:pt x="22854" y="24878"/>
                  </a:lnTo>
                  <a:lnTo>
                    <a:pt x="27178" y="32257"/>
                  </a:lnTo>
                  <a:lnTo>
                    <a:pt x="25917" y="35207"/>
                  </a:lnTo>
                  <a:lnTo>
                    <a:pt x="26174" y="39570"/>
                  </a:lnTo>
                  <a:lnTo>
                    <a:pt x="30794" y="45414"/>
                  </a:lnTo>
                  <a:lnTo>
                    <a:pt x="33095" y="47133"/>
                  </a:lnTo>
                  <a:lnTo>
                    <a:pt x="36577" y="48041"/>
                  </a:lnTo>
                  <a:lnTo>
                    <a:pt x="39072" y="46224"/>
                  </a:lnTo>
                  <a:lnTo>
                    <a:pt x="41863" y="46058"/>
                  </a:lnTo>
                  <a:lnTo>
                    <a:pt x="45477" y="51781"/>
                  </a:lnTo>
                  <a:lnTo>
                    <a:pt x="51795" y="56166"/>
                  </a:lnTo>
                  <a:lnTo>
                    <a:pt x="55787" y="56649"/>
                  </a:lnTo>
                  <a:lnTo>
                    <a:pt x="60162" y="56084"/>
                  </a:lnTo>
                  <a:lnTo>
                    <a:pt x="64589" y="59578"/>
                  </a:lnTo>
                  <a:lnTo>
                    <a:pt x="72541" y="60426"/>
                  </a:lnTo>
                  <a:lnTo>
                    <a:pt x="77005" y="63823"/>
                  </a:lnTo>
                  <a:lnTo>
                    <a:pt x="71976" y="69965"/>
                  </a:lnTo>
                  <a:lnTo>
                    <a:pt x="67722" y="72591"/>
                  </a:lnTo>
                  <a:lnTo>
                    <a:pt x="60908" y="71337"/>
                  </a:lnTo>
                  <a:lnTo>
                    <a:pt x="58404" y="73313"/>
                  </a:lnTo>
                  <a:lnTo>
                    <a:pt x="57989" y="74866"/>
                  </a:lnTo>
                  <a:lnTo>
                    <a:pt x="55502" y="76032"/>
                  </a:lnTo>
                  <a:lnTo>
                    <a:pt x="54345" y="75146"/>
                  </a:lnTo>
                  <a:lnTo>
                    <a:pt x="54291" y="73925"/>
                  </a:lnTo>
                  <a:lnTo>
                    <a:pt x="56281" y="70993"/>
                  </a:lnTo>
                  <a:lnTo>
                    <a:pt x="56114" y="70174"/>
                  </a:lnTo>
                  <a:lnTo>
                    <a:pt x="49599" y="69023"/>
                  </a:lnTo>
                  <a:lnTo>
                    <a:pt x="42507" y="76572"/>
                  </a:lnTo>
                  <a:lnTo>
                    <a:pt x="36315" y="79007"/>
                  </a:lnTo>
                  <a:lnTo>
                    <a:pt x="36219" y="84015"/>
                  </a:lnTo>
                  <a:lnTo>
                    <a:pt x="34494" y="86371"/>
                  </a:lnTo>
                  <a:lnTo>
                    <a:pt x="31932" y="84726"/>
                  </a:lnTo>
                  <a:lnTo>
                    <a:pt x="31064" y="81688"/>
                  </a:lnTo>
                  <a:lnTo>
                    <a:pt x="26598" y="77631"/>
                  </a:lnTo>
                  <a:lnTo>
                    <a:pt x="27261" y="72821"/>
                  </a:lnTo>
                  <a:lnTo>
                    <a:pt x="23131" y="72929"/>
                  </a:lnTo>
                  <a:lnTo>
                    <a:pt x="21326" y="75823"/>
                  </a:lnTo>
                  <a:lnTo>
                    <a:pt x="11400" y="72350"/>
                  </a:lnTo>
                  <a:lnTo>
                    <a:pt x="8262" y="70310"/>
                  </a:lnTo>
                  <a:lnTo>
                    <a:pt x="9554" y="58844"/>
                  </a:lnTo>
                  <a:lnTo>
                    <a:pt x="8782" y="55185"/>
                  </a:lnTo>
                  <a:lnTo>
                    <a:pt x="6710" y="53340"/>
                  </a:lnTo>
                  <a:lnTo>
                    <a:pt x="8041" y="49166"/>
                  </a:lnTo>
                  <a:lnTo>
                    <a:pt x="10143" y="45997"/>
                  </a:lnTo>
                  <a:lnTo>
                    <a:pt x="10039" y="44019"/>
                  </a:lnTo>
                  <a:lnTo>
                    <a:pt x="10784" y="42849"/>
                  </a:lnTo>
                  <a:lnTo>
                    <a:pt x="8766" y="41172"/>
                  </a:lnTo>
                  <a:lnTo>
                    <a:pt x="6469" y="40813"/>
                  </a:lnTo>
                  <a:lnTo>
                    <a:pt x="4237" y="32851"/>
                  </a:lnTo>
                  <a:lnTo>
                    <a:pt x="6953" y="27429"/>
                  </a:lnTo>
                  <a:lnTo>
                    <a:pt x="10039" y="24946"/>
                  </a:lnTo>
                  <a:lnTo>
                    <a:pt x="15865" y="26186"/>
                  </a:lnTo>
                  <a:lnTo>
                    <a:pt x="18259" y="25514"/>
                  </a:lnTo>
                  <a:lnTo>
                    <a:pt x="17205" y="22351"/>
                  </a:lnTo>
                  <a:lnTo>
                    <a:pt x="15271" y="21198"/>
                  </a:lnTo>
                  <a:lnTo>
                    <a:pt x="7851" y="20829"/>
                  </a:lnTo>
                  <a:lnTo>
                    <a:pt x="10674" y="17936"/>
                  </a:lnTo>
                  <a:lnTo>
                    <a:pt x="5064" y="12189"/>
                  </a:lnTo>
                  <a:lnTo>
                    <a:pt x="0" y="9845"/>
                  </a:lnTo>
                  <a:lnTo>
                    <a:pt x="3224" y="6157"/>
                  </a:lnTo>
                  <a:lnTo>
                    <a:pt x="3550" y="2118"/>
                  </a:lnTo>
                  <a:lnTo>
                    <a:pt x="2077" y="105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h2331"/>
            <p:cNvSpPr/>
            <p:nvPr/>
          </p:nvSpPr>
          <p:spPr>
            <a:xfrm>
              <a:off x="3447309" y="3184007"/>
              <a:ext cx="27675" cy="45059"/>
            </a:xfrm>
            <a:custGeom>
              <a:avLst/>
              <a:pathLst>
                <a:path w="27675" h="45059">
                  <a:moveTo>
                    <a:pt x="15073" y="195"/>
                  </a:moveTo>
                  <a:lnTo>
                    <a:pt x="19930" y="3492"/>
                  </a:lnTo>
                  <a:lnTo>
                    <a:pt x="25367" y="9216"/>
                  </a:lnTo>
                  <a:lnTo>
                    <a:pt x="27675" y="13812"/>
                  </a:lnTo>
                  <a:lnTo>
                    <a:pt x="22773" y="23268"/>
                  </a:lnTo>
                  <a:lnTo>
                    <a:pt x="20087" y="37535"/>
                  </a:lnTo>
                  <a:lnTo>
                    <a:pt x="20520" y="38537"/>
                  </a:lnTo>
                  <a:lnTo>
                    <a:pt x="17276" y="41913"/>
                  </a:lnTo>
                  <a:lnTo>
                    <a:pt x="11981" y="45059"/>
                  </a:lnTo>
                  <a:lnTo>
                    <a:pt x="10098" y="44756"/>
                  </a:lnTo>
                  <a:lnTo>
                    <a:pt x="8968" y="41724"/>
                  </a:lnTo>
                  <a:lnTo>
                    <a:pt x="9262" y="40519"/>
                  </a:lnTo>
                  <a:lnTo>
                    <a:pt x="8152" y="39906"/>
                  </a:lnTo>
                  <a:lnTo>
                    <a:pt x="5470" y="40130"/>
                  </a:lnTo>
                  <a:lnTo>
                    <a:pt x="5171" y="42052"/>
                  </a:lnTo>
                  <a:lnTo>
                    <a:pt x="4474" y="37614"/>
                  </a:lnTo>
                  <a:lnTo>
                    <a:pt x="6672" y="32232"/>
                  </a:lnTo>
                  <a:lnTo>
                    <a:pt x="5689" y="28823"/>
                  </a:lnTo>
                  <a:lnTo>
                    <a:pt x="2774" y="26509"/>
                  </a:lnTo>
                  <a:lnTo>
                    <a:pt x="0" y="15065"/>
                  </a:lnTo>
                  <a:lnTo>
                    <a:pt x="1406" y="10204"/>
                  </a:lnTo>
                  <a:lnTo>
                    <a:pt x="1748" y="5171"/>
                  </a:lnTo>
                  <a:lnTo>
                    <a:pt x="3545" y="4518"/>
                  </a:lnTo>
                  <a:lnTo>
                    <a:pt x="3346" y="5998"/>
                  </a:lnTo>
                  <a:lnTo>
                    <a:pt x="12239" y="6183"/>
                  </a:lnTo>
                  <a:lnTo>
                    <a:pt x="12902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h2332"/>
            <p:cNvSpPr/>
            <p:nvPr/>
          </p:nvSpPr>
          <p:spPr>
            <a:xfrm>
              <a:off x="3634260" y="3261127"/>
              <a:ext cx="81529" cy="54087"/>
            </a:xfrm>
            <a:custGeom>
              <a:avLst/>
              <a:pathLst>
                <a:path w="81529" h="54087">
                  <a:moveTo>
                    <a:pt x="17408" y="973"/>
                  </a:moveTo>
                  <a:lnTo>
                    <a:pt x="15883" y="3059"/>
                  </a:lnTo>
                  <a:lnTo>
                    <a:pt x="20982" y="5861"/>
                  </a:lnTo>
                  <a:lnTo>
                    <a:pt x="23121" y="5962"/>
                  </a:lnTo>
                  <a:lnTo>
                    <a:pt x="24509" y="4594"/>
                  </a:lnTo>
                  <a:lnTo>
                    <a:pt x="26805" y="4544"/>
                  </a:lnTo>
                  <a:lnTo>
                    <a:pt x="31097" y="6553"/>
                  </a:lnTo>
                  <a:lnTo>
                    <a:pt x="31981" y="7817"/>
                  </a:lnTo>
                  <a:lnTo>
                    <a:pt x="31563" y="11298"/>
                  </a:lnTo>
                  <a:lnTo>
                    <a:pt x="32576" y="12807"/>
                  </a:lnTo>
                  <a:lnTo>
                    <a:pt x="35199" y="12799"/>
                  </a:lnTo>
                  <a:lnTo>
                    <a:pt x="37864" y="8824"/>
                  </a:lnTo>
                  <a:lnTo>
                    <a:pt x="43818" y="8898"/>
                  </a:lnTo>
                  <a:lnTo>
                    <a:pt x="46761" y="12341"/>
                  </a:lnTo>
                  <a:lnTo>
                    <a:pt x="50390" y="10541"/>
                  </a:lnTo>
                  <a:lnTo>
                    <a:pt x="55019" y="10860"/>
                  </a:lnTo>
                  <a:lnTo>
                    <a:pt x="55414" y="15213"/>
                  </a:lnTo>
                  <a:lnTo>
                    <a:pt x="60197" y="21471"/>
                  </a:lnTo>
                  <a:lnTo>
                    <a:pt x="70313" y="20015"/>
                  </a:lnTo>
                  <a:lnTo>
                    <a:pt x="73769" y="21828"/>
                  </a:lnTo>
                  <a:lnTo>
                    <a:pt x="74167" y="27742"/>
                  </a:lnTo>
                  <a:lnTo>
                    <a:pt x="79743" y="27203"/>
                  </a:lnTo>
                  <a:lnTo>
                    <a:pt x="81529" y="49781"/>
                  </a:lnTo>
                  <a:lnTo>
                    <a:pt x="24487" y="54087"/>
                  </a:lnTo>
                  <a:lnTo>
                    <a:pt x="25777" y="50610"/>
                  </a:lnTo>
                  <a:lnTo>
                    <a:pt x="25820" y="47212"/>
                  </a:lnTo>
                  <a:lnTo>
                    <a:pt x="27357" y="46406"/>
                  </a:lnTo>
                  <a:lnTo>
                    <a:pt x="30245" y="47275"/>
                  </a:lnTo>
                  <a:lnTo>
                    <a:pt x="30969" y="45659"/>
                  </a:lnTo>
                  <a:lnTo>
                    <a:pt x="25798" y="37742"/>
                  </a:lnTo>
                  <a:lnTo>
                    <a:pt x="23246" y="36582"/>
                  </a:lnTo>
                  <a:lnTo>
                    <a:pt x="21161" y="37866"/>
                  </a:lnTo>
                  <a:lnTo>
                    <a:pt x="14267" y="36198"/>
                  </a:lnTo>
                  <a:lnTo>
                    <a:pt x="10730" y="34456"/>
                  </a:lnTo>
                  <a:lnTo>
                    <a:pt x="8030" y="35555"/>
                  </a:lnTo>
                  <a:lnTo>
                    <a:pt x="1812" y="33848"/>
                  </a:lnTo>
                  <a:lnTo>
                    <a:pt x="0" y="32031"/>
                  </a:lnTo>
                  <a:lnTo>
                    <a:pt x="2209" y="31682"/>
                  </a:lnTo>
                  <a:lnTo>
                    <a:pt x="2899" y="30857"/>
                  </a:lnTo>
                  <a:lnTo>
                    <a:pt x="3571" y="25940"/>
                  </a:lnTo>
                  <a:lnTo>
                    <a:pt x="5901" y="22614"/>
                  </a:lnTo>
                  <a:lnTo>
                    <a:pt x="3167" y="13773"/>
                  </a:lnTo>
                  <a:lnTo>
                    <a:pt x="4215" y="10203"/>
                  </a:lnTo>
                  <a:lnTo>
                    <a:pt x="5676" y="9981"/>
                  </a:lnTo>
                  <a:lnTo>
                    <a:pt x="6537" y="6894"/>
                  </a:lnTo>
                  <a:lnTo>
                    <a:pt x="6962" y="7518"/>
                  </a:lnTo>
                  <a:lnTo>
                    <a:pt x="8105" y="7073"/>
                  </a:lnTo>
                  <a:lnTo>
                    <a:pt x="9411" y="3644"/>
                  </a:lnTo>
                  <a:lnTo>
                    <a:pt x="11230" y="1491"/>
                  </a:lnTo>
                  <a:lnTo>
                    <a:pt x="1699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h2333"/>
            <p:cNvSpPr/>
            <p:nvPr/>
          </p:nvSpPr>
          <p:spPr>
            <a:xfrm>
              <a:off x="2768859" y="2629288"/>
              <a:ext cx="64600" cy="62523"/>
            </a:xfrm>
            <a:custGeom>
              <a:avLst/>
              <a:pathLst>
                <a:path w="64600" h="62523">
                  <a:moveTo>
                    <a:pt x="34891" y="476"/>
                  </a:moveTo>
                  <a:lnTo>
                    <a:pt x="34139" y="6758"/>
                  </a:lnTo>
                  <a:lnTo>
                    <a:pt x="37270" y="21171"/>
                  </a:lnTo>
                  <a:lnTo>
                    <a:pt x="40133" y="21895"/>
                  </a:lnTo>
                  <a:lnTo>
                    <a:pt x="41511" y="19842"/>
                  </a:lnTo>
                  <a:lnTo>
                    <a:pt x="41451" y="18518"/>
                  </a:lnTo>
                  <a:lnTo>
                    <a:pt x="43380" y="17361"/>
                  </a:lnTo>
                  <a:lnTo>
                    <a:pt x="51040" y="19330"/>
                  </a:lnTo>
                  <a:lnTo>
                    <a:pt x="52640" y="24458"/>
                  </a:lnTo>
                  <a:lnTo>
                    <a:pt x="52653" y="28903"/>
                  </a:lnTo>
                  <a:lnTo>
                    <a:pt x="58893" y="32658"/>
                  </a:lnTo>
                  <a:lnTo>
                    <a:pt x="59531" y="45020"/>
                  </a:lnTo>
                  <a:lnTo>
                    <a:pt x="64600" y="61740"/>
                  </a:lnTo>
                  <a:lnTo>
                    <a:pt x="60220" y="62376"/>
                  </a:lnTo>
                  <a:lnTo>
                    <a:pt x="54533" y="61932"/>
                  </a:lnTo>
                  <a:lnTo>
                    <a:pt x="48722" y="62523"/>
                  </a:lnTo>
                  <a:lnTo>
                    <a:pt x="46205" y="61335"/>
                  </a:lnTo>
                  <a:lnTo>
                    <a:pt x="39516" y="58385"/>
                  </a:lnTo>
                  <a:lnTo>
                    <a:pt x="35947" y="58653"/>
                  </a:lnTo>
                  <a:lnTo>
                    <a:pt x="35311" y="59871"/>
                  </a:lnTo>
                  <a:lnTo>
                    <a:pt x="33685" y="59813"/>
                  </a:lnTo>
                  <a:lnTo>
                    <a:pt x="28551" y="53646"/>
                  </a:lnTo>
                  <a:lnTo>
                    <a:pt x="23860" y="51461"/>
                  </a:lnTo>
                  <a:lnTo>
                    <a:pt x="22442" y="51887"/>
                  </a:lnTo>
                  <a:lnTo>
                    <a:pt x="19261" y="49960"/>
                  </a:lnTo>
                  <a:lnTo>
                    <a:pt x="17852" y="46893"/>
                  </a:lnTo>
                  <a:lnTo>
                    <a:pt x="18376" y="44190"/>
                  </a:lnTo>
                  <a:lnTo>
                    <a:pt x="12862" y="44314"/>
                  </a:lnTo>
                  <a:lnTo>
                    <a:pt x="10931" y="46502"/>
                  </a:lnTo>
                  <a:lnTo>
                    <a:pt x="8968" y="47355"/>
                  </a:lnTo>
                  <a:lnTo>
                    <a:pt x="6619" y="44729"/>
                  </a:lnTo>
                  <a:lnTo>
                    <a:pt x="1924" y="38952"/>
                  </a:lnTo>
                  <a:lnTo>
                    <a:pt x="2605" y="32794"/>
                  </a:lnTo>
                  <a:lnTo>
                    <a:pt x="0" y="32570"/>
                  </a:lnTo>
                  <a:lnTo>
                    <a:pt x="1072" y="20487"/>
                  </a:lnTo>
                  <a:lnTo>
                    <a:pt x="3854" y="20726"/>
                  </a:lnTo>
                  <a:lnTo>
                    <a:pt x="4537" y="7661"/>
                  </a:lnTo>
                  <a:lnTo>
                    <a:pt x="5616" y="7777"/>
                  </a:lnTo>
                  <a:lnTo>
                    <a:pt x="5886" y="5038"/>
                  </a:lnTo>
                  <a:lnTo>
                    <a:pt x="7597" y="6649"/>
                  </a:lnTo>
                  <a:lnTo>
                    <a:pt x="9005" y="10538"/>
                  </a:lnTo>
                  <a:lnTo>
                    <a:pt x="9608" y="16772"/>
                  </a:lnTo>
                  <a:lnTo>
                    <a:pt x="10773" y="17936"/>
                  </a:lnTo>
                  <a:lnTo>
                    <a:pt x="11805" y="17797"/>
                  </a:lnTo>
                  <a:lnTo>
                    <a:pt x="14897" y="16825"/>
                  </a:lnTo>
                  <a:lnTo>
                    <a:pt x="15798" y="7721"/>
                  </a:lnTo>
                  <a:lnTo>
                    <a:pt x="21425" y="8268"/>
                  </a:lnTo>
                  <a:lnTo>
                    <a:pt x="26946" y="6102"/>
                  </a:lnTo>
                  <a:lnTo>
                    <a:pt x="27521" y="967"/>
                  </a:lnTo>
                  <a:lnTo>
                    <a:pt x="3015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h2334"/>
            <p:cNvSpPr/>
            <p:nvPr/>
          </p:nvSpPr>
          <p:spPr>
            <a:xfrm>
              <a:off x="2640503" y="2478156"/>
              <a:ext cx="52569" cy="76644"/>
            </a:xfrm>
            <a:custGeom>
              <a:avLst/>
              <a:pathLst>
                <a:path w="52569" h="76644">
                  <a:moveTo>
                    <a:pt x="21019" y="413"/>
                  </a:moveTo>
                  <a:lnTo>
                    <a:pt x="33282" y="17303"/>
                  </a:lnTo>
                  <a:lnTo>
                    <a:pt x="52569" y="38070"/>
                  </a:lnTo>
                  <a:lnTo>
                    <a:pt x="52024" y="38058"/>
                  </a:lnTo>
                  <a:lnTo>
                    <a:pt x="52391" y="43063"/>
                  </a:lnTo>
                  <a:lnTo>
                    <a:pt x="42257" y="52278"/>
                  </a:lnTo>
                  <a:lnTo>
                    <a:pt x="40793" y="54379"/>
                  </a:lnTo>
                  <a:lnTo>
                    <a:pt x="41464" y="57276"/>
                  </a:lnTo>
                  <a:lnTo>
                    <a:pt x="38275" y="60411"/>
                  </a:lnTo>
                  <a:lnTo>
                    <a:pt x="34429" y="60647"/>
                  </a:lnTo>
                  <a:lnTo>
                    <a:pt x="32200" y="67584"/>
                  </a:lnTo>
                  <a:lnTo>
                    <a:pt x="28155" y="72453"/>
                  </a:lnTo>
                  <a:lnTo>
                    <a:pt x="28224" y="75000"/>
                  </a:lnTo>
                  <a:lnTo>
                    <a:pt x="30418" y="75293"/>
                  </a:lnTo>
                  <a:lnTo>
                    <a:pt x="30911" y="76644"/>
                  </a:lnTo>
                  <a:lnTo>
                    <a:pt x="27343" y="76530"/>
                  </a:lnTo>
                  <a:lnTo>
                    <a:pt x="22935" y="72702"/>
                  </a:lnTo>
                  <a:lnTo>
                    <a:pt x="19894" y="71834"/>
                  </a:lnTo>
                  <a:lnTo>
                    <a:pt x="16038" y="72858"/>
                  </a:lnTo>
                  <a:lnTo>
                    <a:pt x="14738" y="65365"/>
                  </a:lnTo>
                  <a:lnTo>
                    <a:pt x="12202" y="58811"/>
                  </a:lnTo>
                  <a:lnTo>
                    <a:pt x="10968" y="48092"/>
                  </a:lnTo>
                  <a:lnTo>
                    <a:pt x="14130" y="48500"/>
                  </a:lnTo>
                  <a:lnTo>
                    <a:pt x="14904" y="46154"/>
                  </a:lnTo>
                  <a:lnTo>
                    <a:pt x="14368" y="44316"/>
                  </a:lnTo>
                  <a:lnTo>
                    <a:pt x="10884" y="42884"/>
                  </a:lnTo>
                  <a:lnTo>
                    <a:pt x="5938" y="28667"/>
                  </a:lnTo>
                  <a:lnTo>
                    <a:pt x="10969" y="25716"/>
                  </a:lnTo>
                  <a:lnTo>
                    <a:pt x="8240" y="21308"/>
                  </a:lnTo>
                  <a:lnTo>
                    <a:pt x="2876" y="21481"/>
                  </a:lnTo>
                  <a:lnTo>
                    <a:pt x="2576" y="20865"/>
                  </a:lnTo>
                  <a:lnTo>
                    <a:pt x="1778" y="16548"/>
                  </a:lnTo>
                  <a:lnTo>
                    <a:pt x="0" y="13650"/>
                  </a:lnTo>
                  <a:lnTo>
                    <a:pt x="2185" y="12202"/>
                  </a:lnTo>
                  <a:lnTo>
                    <a:pt x="6882" y="11372"/>
                  </a:lnTo>
                  <a:lnTo>
                    <a:pt x="9640" y="9934"/>
                  </a:lnTo>
                  <a:lnTo>
                    <a:pt x="8440" y="9402"/>
                  </a:lnTo>
                  <a:lnTo>
                    <a:pt x="12211" y="4340"/>
                  </a:lnTo>
                  <a:lnTo>
                    <a:pt x="1831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h2335"/>
            <p:cNvSpPr/>
            <p:nvPr/>
          </p:nvSpPr>
          <p:spPr>
            <a:xfrm>
              <a:off x="2718601" y="2356206"/>
              <a:ext cx="72970" cy="63214"/>
            </a:xfrm>
            <a:custGeom>
              <a:avLst/>
              <a:pathLst>
                <a:path w="72970" h="63214">
                  <a:moveTo>
                    <a:pt x="34731" y="3440"/>
                  </a:moveTo>
                  <a:lnTo>
                    <a:pt x="38469" y="5107"/>
                  </a:lnTo>
                  <a:lnTo>
                    <a:pt x="44007" y="10587"/>
                  </a:lnTo>
                  <a:lnTo>
                    <a:pt x="49632" y="28394"/>
                  </a:lnTo>
                  <a:lnTo>
                    <a:pt x="45900" y="34440"/>
                  </a:lnTo>
                  <a:lnTo>
                    <a:pt x="50990" y="40021"/>
                  </a:lnTo>
                  <a:lnTo>
                    <a:pt x="54526" y="38600"/>
                  </a:lnTo>
                  <a:lnTo>
                    <a:pt x="56421" y="36057"/>
                  </a:lnTo>
                  <a:lnTo>
                    <a:pt x="58080" y="35277"/>
                  </a:lnTo>
                  <a:lnTo>
                    <a:pt x="63167" y="40781"/>
                  </a:lnTo>
                  <a:lnTo>
                    <a:pt x="66764" y="42783"/>
                  </a:lnTo>
                  <a:lnTo>
                    <a:pt x="68074" y="41624"/>
                  </a:lnTo>
                  <a:lnTo>
                    <a:pt x="72970" y="50608"/>
                  </a:lnTo>
                  <a:lnTo>
                    <a:pt x="67695" y="54909"/>
                  </a:lnTo>
                  <a:lnTo>
                    <a:pt x="62874" y="54071"/>
                  </a:lnTo>
                  <a:lnTo>
                    <a:pt x="62954" y="56310"/>
                  </a:lnTo>
                  <a:lnTo>
                    <a:pt x="56803" y="61649"/>
                  </a:lnTo>
                  <a:lnTo>
                    <a:pt x="56863" y="63214"/>
                  </a:lnTo>
                  <a:lnTo>
                    <a:pt x="51915" y="62498"/>
                  </a:lnTo>
                  <a:lnTo>
                    <a:pt x="35249" y="59989"/>
                  </a:lnTo>
                  <a:lnTo>
                    <a:pt x="35574" y="57782"/>
                  </a:lnTo>
                  <a:lnTo>
                    <a:pt x="23453" y="56122"/>
                  </a:lnTo>
                  <a:lnTo>
                    <a:pt x="23172" y="58188"/>
                  </a:lnTo>
                  <a:lnTo>
                    <a:pt x="14572" y="56899"/>
                  </a:lnTo>
                  <a:lnTo>
                    <a:pt x="7550" y="57445"/>
                  </a:lnTo>
                  <a:lnTo>
                    <a:pt x="6207" y="52516"/>
                  </a:lnTo>
                  <a:lnTo>
                    <a:pt x="7121" y="44008"/>
                  </a:lnTo>
                  <a:lnTo>
                    <a:pt x="1803" y="42534"/>
                  </a:lnTo>
                  <a:lnTo>
                    <a:pt x="1508" y="39675"/>
                  </a:lnTo>
                  <a:lnTo>
                    <a:pt x="1639" y="35361"/>
                  </a:lnTo>
                  <a:lnTo>
                    <a:pt x="5153" y="29574"/>
                  </a:lnTo>
                  <a:lnTo>
                    <a:pt x="5221" y="22396"/>
                  </a:lnTo>
                  <a:lnTo>
                    <a:pt x="4006" y="23822"/>
                  </a:lnTo>
                  <a:lnTo>
                    <a:pt x="0" y="21062"/>
                  </a:lnTo>
                  <a:lnTo>
                    <a:pt x="8974" y="12591"/>
                  </a:lnTo>
                  <a:lnTo>
                    <a:pt x="12574" y="8208"/>
                  </a:lnTo>
                  <a:lnTo>
                    <a:pt x="19940" y="4965"/>
                  </a:lnTo>
                  <a:lnTo>
                    <a:pt x="20393" y="6688"/>
                  </a:lnTo>
                  <a:lnTo>
                    <a:pt x="25592" y="7334"/>
                  </a:lnTo>
                  <a:lnTo>
                    <a:pt x="25576" y="4606"/>
                  </a:lnTo>
                  <a:lnTo>
                    <a:pt x="3249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h2336"/>
            <p:cNvSpPr/>
            <p:nvPr/>
          </p:nvSpPr>
          <p:spPr>
            <a:xfrm>
              <a:off x="2627725" y="2138319"/>
              <a:ext cx="39718" cy="42556"/>
            </a:xfrm>
            <a:custGeom>
              <a:avLst/>
              <a:pathLst>
                <a:path w="39718" h="42556">
                  <a:moveTo>
                    <a:pt x="21015" y="0"/>
                  </a:moveTo>
                  <a:lnTo>
                    <a:pt x="21161" y="1283"/>
                  </a:lnTo>
                  <a:lnTo>
                    <a:pt x="30596" y="2103"/>
                  </a:lnTo>
                  <a:lnTo>
                    <a:pt x="30116" y="3987"/>
                  </a:lnTo>
                  <a:lnTo>
                    <a:pt x="30599" y="5085"/>
                  </a:lnTo>
                  <a:lnTo>
                    <a:pt x="35365" y="6514"/>
                  </a:lnTo>
                  <a:lnTo>
                    <a:pt x="39718" y="12735"/>
                  </a:lnTo>
                  <a:lnTo>
                    <a:pt x="38515" y="17439"/>
                  </a:lnTo>
                  <a:lnTo>
                    <a:pt x="37262" y="18429"/>
                  </a:lnTo>
                  <a:lnTo>
                    <a:pt x="39360" y="21272"/>
                  </a:lnTo>
                  <a:lnTo>
                    <a:pt x="37718" y="21937"/>
                  </a:lnTo>
                  <a:lnTo>
                    <a:pt x="36923" y="25982"/>
                  </a:lnTo>
                  <a:lnTo>
                    <a:pt x="37401" y="40873"/>
                  </a:lnTo>
                  <a:lnTo>
                    <a:pt x="29542" y="40804"/>
                  </a:lnTo>
                  <a:lnTo>
                    <a:pt x="27784" y="41675"/>
                  </a:lnTo>
                  <a:lnTo>
                    <a:pt x="20444" y="42556"/>
                  </a:lnTo>
                  <a:lnTo>
                    <a:pt x="11603" y="35704"/>
                  </a:lnTo>
                  <a:lnTo>
                    <a:pt x="7945" y="32766"/>
                  </a:lnTo>
                  <a:lnTo>
                    <a:pt x="4337" y="35864"/>
                  </a:lnTo>
                  <a:lnTo>
                    <a:pt x="3620" y="36055"/>
                  </a:lnTo>
                  <a:lnTo>
                    <a:pt x="2588" y="34476"/>
                  </a:lnTo>
                  <a:lnTo>
                    <a:pt x="0" y="30020"/>
                  </a:lnTo>
                  <a:lnTo>
                    <a:pt x="1596" y="18595"/>
                  </a:lnTo>
                  <a:lnTo>
                    <a:pt x="2277" y="17970"/>
                  </a:lnTo>
                  <a:lnTo>
                    <a:pt x="3138" y="3883"/>
                  </a:lnTo>
                  <a:lnTo>
                    <a:pt x="10115" y="3979"/>
                  </a:lnTo>
                  <a:lnTo>
                    <a:pt x="10372" y="249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h2337"/>
            <p:cNvSpPr/>
            <p:nvPr/>
          </p:nvSpPr>
          <p:spPr>
            <a:xfrm>
              <a:off x="2707366" y="2178370"/>
              <a:ext cx="28037" cy="31593"/>
            </a:xfrm>
            <a:custGeom>
              <a:avLst/>
              <a:pathLst>
                <a:path w="28037" h="31593">
                  <a:moveTo>
                    <a:pt x="19093" y="144"/>
                  </a:moveTo>
                  <a:lnTo>
                    <a:pt x="25550" y="1912"/>
                  </a:lnTo>
                  <a:lnTo>
                    <a:pt x="28037" y="4863"/>
                  </a:lnTo>
                  <a:lnTo>
                    <a:pt x="26315" y="6381"/>
                  </a:lnTo>
                  <a:lnTo>
                    <a:pt x="24892" y="18497"/>
                  </a:lnTo>
                  <a:lnTo>
                    <a:pt x="23797" y="19333"/>
                  </a:lnTo>
                  <a:lnTo>
                    <a:pt x="23998" y="28775"/>
                  </a:lnTo>
                  <a:lnTo>
                    <a:pt x="21224" y="28838"/>
                  </a:lnTo>
                  <a:lnTo>
                    <a:pt x="21330" y="31593"/>
                  </a:lnTo>
                  <a:lnTo>
                    <a:pt x="3351" y="29539"/>
                  </a:lnTo>
                  <a:lnTo>
                    <a:pt x="3799" y="27947"/>
                  </a:lnTo>
                  <a:lnTo>
                    <a:pt x="2707" y="25523"/>
                  </a:lnTo>
                  <a:lnTo>
                    <a:pt x="1248" y="25530"/>
                  </a:lnTo>
                  <a:lnTo>
                    <a:pt x="33" y="24384"/>
                  </a:lnTo>
                  <a:lnTo>
                    <a:pt x="0" y="22052"/>
                  </a:lnTo>
                  <a:lnTo>
                    <a:pt x="2645" y="20086"/>
                  </a:lnTo>
                  <a:lnTo>
                    <a:pt x="4441" y="20043"/>
                  </a:lnTo>
                  <a:lnTo>
                    <a:pt x="4369" y="16762"/>
                  </a:lnTo>
                  <a:lnTo>
                    <a:pt x="2251" y="12032"/>
                  </a:lnTo>
                  <a:lnTo>
                    <a:pt x="4987" y="8122"/>
                  </a:lnTo>
                  <a:lnTo>
                    <a:pt x="6002" y="7769"/>
                  </a:lnTo>
                  <a:lnTo>
                    <a:pt x="7398" y="1063"/>
                  </a:lnTo>
                  <a:lnTo>
                    <a:pt x="8582" y="87"/>
                  </a:lnTo>
                  <a:lnTo>
                    <a:pt x="9442" y="1640"/>
                  </a:lnTo>
                  <a:lnTo>
                    <a:pt x="10357" y="3001"/>
                  </a:lnTo>
                  <a:lnTo>
                    <a:pt x="12215" y="3240"/>
                  </a:lnTo>
                  <a:lnTo>
                    <a:pt x="14858" y="2251"/>
                  </a:lnTo>
                  <a:lnTo>
                    <a:pt x="1593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h2338"/>
            <p:cNvSpPr/>
            <p:nvPr/>
          </p:nvSpPr>
          <p:spPr>
            <a:xfrm>
              <a:off x="2655509" y="2159276"/>
              <a:ext cx="30156" cy="47524"/>
            </a:xfrm>
            <a:custGeom>
              <a:avLst/>
              <a:pathLst>
                <a:path w="30156" h="47524">
                  <a:moveTo>
                    <a:pt x="29234" y="5396"/>
                  </a:moveTo>
                  <a:lnTo>
                    <a:pt x="30156" y="14894"/>
                  </a:lnTo>
                  <a:lnTo>
                    <a:pt x="20984" y="40546"/>
                  </a:lnTo>
                  <a:lnTo>
                    <a:pt x="19429" y="41972"/>
                  </a:lnTo>
                  <a:lnTo>
                    <a:pt x="16443" y="42395"/>
                  </a:lnTo>
                  <a:lnTo>
                    <a:pt x="12829" y="44074"/>
                  </a:lnTo>
                  <a:lnTo>
                    <a:pt x="8823" y="47413"/>
                  </a:lnTo>
                  <a:lnTo>
                    <a:pt x="7235" y="47524"/>
                  </a:lnTo>
                  <a:lnTo>
                    <a:pt x="4113" y="44643"/>
                  </a:lnTo>
                  <a:lnTo>
                    <a:pt x="0" y="20718"/>
                  </a:lnTo>
                  <a:lnTo>
                    <a:pt x="1758" y="19847"/>
                  </a:lnTo>
                  <a:lnTo>
                    <a:pt x="9616" y="19915"/>
                  </a:lnTo>
                  <a:lnTo>
                    <a:pt x="9138" y="5025"/>
                  </a:lnTo>
                  <a:lnTo>
                    <a:pt x="9933" y="980"/>
                  </a:lnTo>
                  <a:lnTo>
                    <a:pt x="11576" y="315"/>
                  </a:lnTo>
                  <a:lnTo>
                    <a:pt x="13379" y="2337"/>
                  </a:lnTo>
                  <a:lnTo>
                    <a:pt x="15703" y="2145"/>
                  </a:lnTo>
                  <a:lnTo>
                    <a:pt x="1855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h2339"/>
            <p:cNvSpPr/>
            <p:nvPr/>
          </p:nvSpPr>
          <p:spPr>
            <a:xfrm>
              <a:off x="2803607" y="2202207"/>
              <a:ext cx="27588" cy="72844"/>
            </a:xfrm>
            <a:custGeom>
              <a:avLst/>
              <a:pathLst>
                <a:path w="27588" h="72844">
                  <a:moveTo>
                    <a:pt x="5247" y="4509"/>
                  </a:moveTo>
                  <a:lnTo>
                    <a:pt x="5657" y="12738"/>
                  </a:lnTo>
                  <a:lnTo>
                    <a:pt x="4456" y="12781"/>
                  </a:lnTo>
                  <a:lnTo>
                    <a:pt x="4607" y="16688"/>
                  </a:lnTo>
                  <a:lnTo>
                    <a:pt x="11233" y="18674"/>
                  </a:lnTo>
                  <a:lnTo>
                    <a:pt x="18024" y="21788"/>
                  </a:lnTo>
                  <a:lnTo>
                    <a:pt x="26483" y="31960"/>
                  </a:lnTo>
                  <a:lnTo>
                    <a:pt x="27588" y="72410"/>
                  </a:lnTo>
                  <a:lnTo>
                    <a:pt x="11850" y="72844"/>
                  </a:lnTo>
                  <a:lnTo>
                    <a:pt x="3448" y="72650"/>
                  </a:lnTo>
                  <a:lnTo>
                    <a:pt x="3051" y="58469"/>
                  </a:lnTo>
                  <a:lnTo>
                    <a:pt x="693" y="58541"/>
                  </a:lnTo>
                  <a:lnTo>
                    <a:pt x="401" y="55898"/>
                  </a:lnTo>
                  <a:lnTo>
                    <a:pt x="0" y="45069"/>
                  </a:lnTo>
                  <a:lnTo>
                    <a:pt x="1350" y="39923"/>
                  </a:lnTo>
                  <a:lnTo>
                    <a:pt x="3170" y="39883"/>
                  </a:lnTo>
                  <a:lnTo>
                    <a:pt x="4719" y="33531"/>
                  </a:lnTo>
                  <a:lnTo>
                    <a:pt x="4560" y="26248"/>
                  </a:lnTo>
                  <a:lnTo>
                    <a:pt x="3255" y="23180"/>
                  </a:lnTo>
                  <a:lnTo>
                    <a:pt x="3063" y="17057"/>
                  </a:lnTo>
                  <a:lnTo>
                    <a:pt x="4845" y="9186"/>
                  </a:lnTo>
                  <a:lnTo>
                    <a:pt x="4570" y="1040"/>
                  </a:lnTo>
                  <a:lnTo>
                    <a:pt x="5104" y="469"/>
                  </a:lnTo>
                  <a:lnTo>
                    <a:pt x="581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h2340"/>
            <p:cNvSpPr/>
            <p:nvPr/>
          </p:nvSpPr>
          <p:spPr>
            <a:xfrm>
              <a:off x="2698237" y="2276311"/>
              <a:ext cx="95238" cy="78131"/>
            </a:xfrm>
            <a:custGeom>
              <a:avLst/>
              <a:pathLst>
                <a:path w="95238" h="78131">
                  <a:moveTo>
                    <a:pt x="73394" y="3715"/>
                  </a:moveTo>
                  <a:lnTo>
                    <a:pt x="73367" y="7581"/>
                  </a:lnTo>
                  <a:lnTo>
                    <a:pt x="83804" y="7284"/>
                  </a:lnTo>
                  <a:lnTo>
                    <a:pt x="94868" y="6941"/>
                  </a:lnTo>
                  <a:lnTo>
                    <a:pt x="94945" y="9628"/>
                  </a:lnTo>
                  <a:lnTo>
                    <a:pt x="95238" y="20273"/>
                  </a:lnTo>
                  <a:lnTo>
                    <a:pt x="92999" y="25744"/>
                  </a:lnTo>
                  <a:lnTo>
                    <a:pt x="89429" y="25165"/>
                  </a:lnTo>
                  <a:lnTo>
                    <a:pt x="89625" y="32260"/>
                  </a:lnTo>
                  <a:lnTo>
                    <a:pt x="81738" y="31776"/>
                  </a:lnTo>
                  <a:lnTo>
                    <a:pt x="81423" y="36923"/>
                  </a:lnTo>
                  <a:lnTo>
                    <a:pt x="77880" y="36701"/>
                  </a:lnTo>
                  <a:lnTo>
                    <a:pt x="76629" y="37809"/>
                  </a:lnTo>
                  <a:lnTo>
                    <a:pt x="74112" y="41434"/>
                  </a:lnTo>
                  <a:lnTo>
                    <a:pt x="73032" y="45511"/>
                  </a:lnTo>
                  <a:lnTo>
                    <a:pt x="65269" y="45552"/>
                  </a:lnTo>
                  <a:lnTo>
                    <a:pt x="64467" y="52602"/>
                  </a:lnTo>
                  <a:lnTo>
                    <a:pt x="61707" y="55795"/>
                  </a:lnTo>
                  <a:lnTo>
                    <a:pt x="57502" y="56798"/>
                  </a:lnTo>
                  <a:lnTo>
                    <a:pt x="54721" y="69829"/>
                  </a:lnTo>
                  <a:lnTo>
                    <a:pt x="52524" y="74740"/>
                  </a:lnTo>
                  <a:lnTo>
                    <a:pt x="52206" y="75646"/>
                  </a:lnTo>
                  <a:lnTo>
                    <a:pt x="37288" y="78131"/>
                  </a:lnTo>
                  <a:lnTo>
                    <a:pt x="36601" y="73350"/>
                  </a:lnTo>
                  <a:lnTo>
                    <a:pt x="32309" y="70760"/>
                  </a:lnTo>
                  <a:lnTo>
                    <a:pt x="32866" y="62879"/>
                  </a:lnTo>
                  <a:lnTo>
                    <a:pt x="23195" y="61464"/>
                  </a:lnTo>
                  <a:lnTo>
                    <a:pt x="17745" y="65488"/>
                  </a:lnTo>
                  <a:lnTo>
                    <a:pt x="12527" y="63938"/>
                  </a:lnTo>
                  <a:lnTo>
                    <a:pt x="13412" y="60033"/>
                  </a:lnTo>
                  <a:lnTo>
                    <a:pt x="14930" y="60869"/>
                  </a:lnTo>
                  <a:lnTo>
                    <a:pt x="15062" y="57046"/>
                  </a:lnTo>
                  <a:lnTo>
                    <a:pt x="135" y="54747"/>
                  </a:lnTo>
                  <a:lnTo>
                    <a:pt x="0" y="51141"/>
                  </a:lnTo>
                  <a:lnTo>
                    <a:pt x="51511" y="7939"/>
                  </a:lnTo>
                  <a:lnTo>
                    <a:pt x="51559" y="2449"/>
                  </a:lnTo>
                  <a:lnTo>
                    <a:pt x="50162" y="2479"/>
                  </a:lnTo>
                  <a:lnTo>
                    <a:pt x="50266" y="1507"/>
                  </a:lnTo>
                  <a:lnTo>
                    <a:pt x="56794" y="2261"/>
                  </a:lnTo>
                  <a:lnTo>
                    <a:pt x="57247" y="6354"/>
                  </a:lnTo>
                  <a:lnTo>
                    <a:pt x="62782" y="5976"/>
                  </a:lnTo>
                  <a:lnTo>
                    <a:pt x="66361" y="5072"/>
                  </a:lnTo>
                  <a:lnTo>
                    <a:pt x="66547" y="3381"/>
                  </a:lnTo>
                  <a:lnTo>
                    <a:pt x="7041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h2341"/>
            <p:cNvSpPr/>
            <p:nvPr/>
          </p:nvSpPr>
          <p:spPr>
            <a:xfrm>
              <a:off x="2607797" y="2547911"/>
              <a:ext cx="22552" cy="49300"/>
            </a:xfrm>
            <a:custGeom>
              <a:avLst/>
              <a:pathLst>
                <a:path w="22552" h="49300">
                  <a:moveTo>
                    <a:pt x="18298" y="5147"/>
                  </a:moveTo>
                  <a:lnTo>
                    <a:pt x="18582" y="12892"/>
                  </a:lnTo>
                  <a:lnTo>
                    <a:pt x="16935" y="12622"/>
                  </a:lnTo>
                  <a:lnTo>
                    <a:pt x="16624" y="13821"/>
                  </a:lnTo>
                  <a:lnTo>
                    <a:pt x="19801" y="24553"/>
                  </a:lnTo>
                  <a:lnTo>
                    <a:pt x="19230" y="25465"/>
                  </a:lnTo>
                  <a:lnTo>
                    <a:pt x="14461" y="23913"/>
                  </a:lnTo>
                  <a:lnTo>
                    <a:pt x="14645" y="27114"/>
                  </a:lnTo>
                  <a:lnTo>
                    <a:pt x="18780" y="27031"/>
                  </a:lnTo>
                  <a:lnTo>
                    <a:pt x="20073" y="44102"/>
                  </a:lnTo>
                  <a:lnTo>
                    <a:pt x="22391" y="46630"/>
                  </a:lnTo>
                  <a:lnTo>
                    <a:pt x="22552" y="49300"/>
                  </a:lnTo>
                  <a:lnTo>
                    <a:pt x="19294" y="48403"/>
                  </a:lnTo>
                  <a:lnTo>
                    <a:pt x="14111" y="44669"/>
                  </a:lnTo>
                  <a:lnTo>
                    <a:pt x="7378" y="44922"/>
                  </a:lnTo>
                  <a:lnTo>
                    <a:pt x="7070" y="37468"/>
                  </a:lnTo>
                  <a:lnTo>
                    <a:pt x="2988" y="37740"/>
                  </a:lnTo>
                  <a:lnTo>
                    <a:pt x="1137" y="31073"/>
                  </a:lnTo>
                  <a:lnTo>
                    <a:pt x="4770" y="30093"/>
                  </a:lnTo>
                  <a:lnTo>
                    <a:pt x="4277" y="28041"/>
                  </a:lnTo>
                  <a:lnTo>
                    <a:pt x="744" y="23599"/>
                  </a:lnTo>
                  <a:lnTo>
                    <a:pt x="0" y="20168"/>
                  </a:lnTo>
                  <a:lnTo>
                    <a:pt x="310" y="13227"/>
                  </a:lnTo>
                  <a:lnTo>
                    <a:pt x="1500" y="13108"/>
                  </a:lnTo>
                  <a:lnTo>
                    <a:pt x="2563" y="7742"/>
                  </a:lnTo>
                  <a:lnTo>
                    <a:pt x="4049" y="3912"/>
                  </a:lnTo>
                  <a:lnTo>
                    <a:pt x="8622" y="4268"/>
                  </a:lnTo>
                  <a:lnTo>
                    <a:pt x="12224" y="4217"/>
                  </a:lnTo>
                  <a:lnTo>
                    <a:pt x="11969" y="17"/>
                  </a:lnTo>
                  <a:lnTo>
                    <a:pt x="1323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h2342"/>
            <p:cNvSpPr/>
            <p:nvPr/>
          </p:nvSpPr>
          <p:spPr>
            <a:xfrm>
              <a:off x="2553215" y="2571510"/>
              <a:ext cx="77202" cy="86781"/>
            </a:xfrm>
            <a:custGeom>
              <a:avLst/>
              <a:pathLst>
                <a:path w="77202" h="86781">
                  <a:moveTo>
                    <a:pt x="55326" y="0"/>
                  </a:moveTo>
                  <a:lnTo>
                    <a:pt x="58859" y="4442"/>
                  </a:lnTo>
                  <a:lnTo>
                    <a:pt x="59352" y="6494"/>
                  </a:lnTo>
                  <a:lnTo>
                    <a:pt x="55719" y="7474"/>
                  </a:lnTo>
                  <a:lnTo>
                    <a:pt x="57570" y="14141"/>
                  </a:lnTo>
                  <a:lnTo>
                    <a:pt x="61652" y="13868"/>
                  </a:lnTo>
                  <a:lnTo>
                    <a:pt x="61960" y="21323"/>
                  </a:lnTo>
                  <a:lnTo>
                    <a:pt x="68693" y="21070"/>
                  </a:lnTo>
                  <a:lnTo>
                    <a:pt x="73876" y="24803"/>
                  </a:lnTo>
                  <a:lnTo>
                    <a:pt x="73059" y="28172"/>
                  </a:lnTo>
                  <a:lnTo>
                    <a:pt x="76480" y="34412"/>
                  </a:lnTo>
                  <a:lnTo>
                    <a:pt x="77202" y="39855"/>
                  </a:lnTo>
                  <a:lnTo>
                    <a:pt x="70350" y="46560"/>
                  </a:lnTo>
                  <a:lnTo>
                    <a:pt x="72755" y="50167"/>
                  </a:lnTo>
                  <a:lnTo>
                    <a:pt x="72050" y="60991"/>
                  </a:lnTo>
                  <a:lnTo>
                    <a:pt x="66775" y="69117"/>
                  </a:lnTo>
                  <a:lnTo>
                    <a:pt x="69855" y="71552"/>
                  </a:lnTo>
                  <a:lnTo>
                    <a:pt x="75534" y="85635"/>
                  </a:lnTo>
                  <a:lnTo>
                    <a:pt x="73224" y="86436"/>
                  </a:lnTo>
                  <a:lnTo>
                    <a:pt x="70671" y="86781"/>
                  </a:lnTo>
                  <a:lnTo>
                    <a:pt x="67453" y="83109"/>
                  </a:lnTo>
                  <a:lnTo>
                    <a:pt x="52553" y="78129"/>
                  </a:lnTo>
                  <a:lnTo>
                    <a:pt x="47549" y="81028"/>
                  </a:lnTo>
                  <a:lnTo>
                    <a:pt x="36616" y="81046"/>
                  </a:lnTo>
                  <a:lnTo>
                    <a:pt x="32462" y="78795"/>
                  </a:lnTo>
                  <a:lnTo>
                    <a:pt x="32979" y="71960"/>
                  </a:lnTo>
                  <a:lnTo>
                    <a:pt x="28134" y="69504"/>
                  </a:lnTo>
                  <a:lnTo>
                    <a:pt x="19076" y="69399"/>
                  </a:lnTo>
                  <a:lnTo>
                    <a:pt x="11181" y="72881"/>
                  </a:lnTo>
                  <a:lnTo>
                    <a:pt x="2425" y="69681"/>
                  </a:lnTo>
                  <a:lnTo>
                    <a:pt x="1451" y="68184"/>
                  </a:lnTo>
                  <a:lnTo>
                    <a:pt x="10149" y="59999"/>
                  </a:lnTo>
                  <a:lnTo>
                    <a:pt x="8179" y="47780"/>
                  </a:lnTo>
                  <a:lnTo>
                    <a:pt x="157" y="48042"/>
                  </a:lnTo>
                  <a:lnTo>
                    <a:pt x="0" y="40317"/>
                  </a:lnTo>
                  <a:lnTo>
                    <a:pt x="1558" y="35401"/>
                  </a:lnTo>
                  <a:lnTo>
                    <a:pt x="2793" y="35663"/>
                  </a:lnTo>
                  <a:lnTo>
                    <a:pt x="11897" y="28697"/>
                  </a:lnTo>
                  <a:lnTo>
                    <a:pt x="4814" y="24387"/>
                  </a:lnTo>
                  <a:lnTo>
                    <a:pt x="11202" y="22741"/>
                  </a:lnTo>
                  <a:lnTo>
                    <a:pt x="12590" y="20763"/>
                  </a:lnTo>
                  <a:lnTo>
                    <a:pt x="14466" y="15053"/>
                  </a:lnTo>
                  <a:lnTo>
                    <a:pt x="12772" y="12505"/>
                  </a:lnTo>
                  <a:lnTo>
                    <a:pt x="10828" y="12931"/>
                  </a:lnTo>
                  <a:lnTo>
                    <a:pt x="10544" y="9792"/>
                  </a:lnTo>
                  <a:lnTo>
                    <a:pt x="17219" y="9172"/>
                  </a:lnTo>
                  <a:lnTo>
                    <a:pt x="17095" y="5082"/>
                  </a:lnTo>
                  <a:lnTo>
                    <a:pt x="19319" y="5252"/>
                  </a:lnTo>
                  <a:lnTo>
                    <a:pt x="22862" y="10679"/>
                  </a:lnTo>
                  <a:lnTo>
                    <a:pt x="25605" y="18226"/>
                  </a:lnTo>
                  <a:lnTo>
                    <a:pt x="30404" y="14837"/>
                  </a:lnTo>
                  <a:lnTo>
                    <a:pt x="29286" y="8285"/>
                  </a:lnTo>
                  <a:lnTo>
                    <a:pt x="37147" y="7054"/>
                  </a:lnTo>
                  <a:lnTo>
                    <a:pt x="37083" y="13075"/>
                  </a:lnTo>
                  <a:lnTo>
                    <a:pt x="43426" y="14162"/>
                  </a:lnTo>
                  <a:lnTo>
                    <a:pt x="45772" y="13195"/>
                  </a:lnTo>
                  <a:lnTo>
                    <a:pt x="47476" y="15371"/>
                  </a:lnTo>
                  <a:lnTo>
                    <a:pt x="48087" y="8659"/>
                  </a:lnTo>
                  <a:lnTo>
                    <a:pt x="50047" y="93"/>
                  </a:lnTo>
                  <a:lnTo>
                    <a:pt x="54545" y="56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h2343"/>
            <p:cNvSpPr/>
            <p:nvPr/>
          </p:nvSpPr>
          <p:spPr>
            <a:xfrm>
              <a:off x="2813677" y="2690623"/>
              <a:ext cx="18101" cy="16050"/>
            </a:xfrm>
            <a:custGeom>
              <a:avLst/>
              <a:pathLst>
                <a:path w="18101" h="16050">
                  <a:moveTo>
                    <a:pt x="3904" y="1188"/>
                  </a:moveTo>
                  <a:lnTo>
                    <a:pt x="9714" y="597"/>
                  </a:lnTo>
                  <a:lnTo>
                    <a:pt x="15402" y="1041"/>
                  </a:lnTo>
                  <a:lnTo>
                    <a:pt x="16311" y="3063"/>
                  </a:lnTo>
                  <a:lnTo>
                    <a:pt x="15460" y="10919"/>
                  </a:lnTo>
                  <a:lnTo>
                    <a:pt x="18101" y="12986"/>
                  </a:lnTo>
                  <a:lnTo>
                    <a:pt x="18008" y="15308"/>
                  </a:lnTo>
                  <a:lnTo>
                    <a:pt x="17152" y="16050"/>
                  </a:lnTo>
                  <a:lnTo>
                    <a:pt x="10990" y="14208"/>
                  </a:lnTo>
                  <a:lnTo>
                    <a:pt x="6335" y="7964"/>
                  </a:lnTo>
                  <a:lnTo>
                    <a:pt x="2736" y="5062"/>
                  </a:lnTo>
                  <a:lnTo>
                    <a:pt x="0" y="4006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h2344"/>
            <p:cNvSpPr/>
            <p:nvPr/>
          </p:nvSpPr>
          <p:spPr>
            <a:xfrm>
              <a:off x="2744903" y="2408687"/>
              <a:ext cx="96981" cy="158925"/>
            </a:xfrm>
            <a:custGeom>
              <a:avLst/>
              <a:pathLst>
                <a:path w="96981" h="158925">
                  <a:moveTo>
                    <a:pt x="94513" y="21260"/>
                  </a:moveTo>
                  <a:lnTo>
                    <a:pt x="92323" y="65710"/>
                  </a:lnTo>
                  <a:lnTo>
                    <a:pt x="93031" y="89558"/>
                  </a:lnTo>
                  <a:lnTo>
                    <a:pt x="92768" y="107132"/>
                  </a:lnTo>
                  <a:lnTo>
                    <a:pt x="90712" y="144462"/>
                  </a:lnTo>
                  <a:lnTo>
                    <a:pt x="91066" y="158257"/>
                  </a:lnTo>
                  <a:lnTo>
                    <a:pt x="86522" y="155799"/>
                  </a:lnTo>
                  <a:lnTo>
                    <a:pt x="85745" y="153301"/>
                  </a:lnTo>
                  <a:lnTo>
                    <a:pt x="86082" y="150665"/>
                  </a:lnTo>
                  <a:lnTo>
                    <a:pt x="84995" y="149801"/>
                  </a:lnTo>
                  <a:lnTo>
                    <a:pt x="80360" y="151276"/>
                  </a:lnTo>
                  <a:lnTo>
                    <a:pt x="79644" y="155259"/>
                  </a:lnTo>
                  <a:lnTo>
                    <a:pt x="76303" y="155059"/>
                  </a:lnTo>
                  <a:lnTo>
                    <a:pt x="75426" y="153393"/>
                  </a:lnTo>
                  <a:lnTo>
                    <a:pt x="73534" y="153169"/>
                  </a:lnTo>
                  <a:lnTo>
                    <a:pt x="71430" y="154124"/>
                  </a:lnTo>
                  <a:lnTo>
                    <a:pt x="69606" y="156756"/>
                  </a:lnTo>
                  <a:lnTo>
                    <a:pt x="67725" y="156659"/>
                  </a:lnTo>
                  <a:lnTo>
                    <a:pt x="64583" y="155076"/>
                  </a:lnTo>
                  <a:lnTo>
                    <a:pt x="62097" y="149942"/>
                  </a:lnTo>
                  <a:lnTo>
                    <a:pt x="59999" y="149966"/>
                  </a:lnTo>
                  <a:lnTo>
                    <a:pt x="58822" y="151224"/>
                  </a:lnTo>
                  <a:lnTo>
                    <a:pt x="57023" y="151206"/>
                  </a:lnTo>
                  <a:lnTo>
                    <a:pt x="53219" y="149773"/>
                  </a:lnTo>
                  <a:lnTo>
                    <a:pt x="50906" y="147124"/>
                  </a:lnTo>
                  <a:lnTo>
                    <a:pt x="48216" y="146652"/>
                  </a:lnTo>
                  <a:lnTo>
                    <a:pt x="47494" y="147103"/>
                  </a:lnTo>
                  <a:lnTo>
                    <a:pt x="47162" y="149386"/>
                  </a:lnTo>
                  <a:lnTo>
                    <a:pt x="40736" y="148465"/>
                  </a:lnTo>
                  <a:lnTo>
                    <a:pt x="37361" y="149923"/>
                  </a:lnTo>
                  <a:lnTo>
                    <a:pt x="38050" y="153126"/>
                  </a:lnTo>
                  <a:lnTo>
                    <a:pt x="37321" y="157045"/>
                  </a:lnTo>
                  <a:lnTo>
                    <a:pt x="34008" y="158407"/>
                  </a:lnTo>
                  <a:lnTo>
                    <a:pt x="33881" y="157253"/>
                  </a:lnTo>
                  <a:lnTo>
                    <a:pt x="32584" y="156616"/>
                  </a:lnTo>
                  <a:lnTo>
                    <a:pt x="26932" y="158925"/>
                  </a:lnTo>
                  <a:lnTo>
                    <a:pt x="18803" y="151985"/>
                  </a:lnTo>
                  <a:lnTo>
                    <a:pt x="19815" y="145844"/>
                  </a:lnTo>
                  <a:lnTo>
                    <a:pt x="18298" y="142205"/>
                  </a:lnTo>
                  <a:lnTo>
                    <a:pt x="13669" y="141666"/>
                  </a:lnTo>
                  <a:lnTo>
                    <a:pt x="13528" y="142572"/>
                  </a:lnTo>
                  <a:lnTo>
                    <a:pt x="8571" y="141978"/>
                  </a:lnTo>
                  <a:lnTo>
                    <a:pt x="9935" y="137318"/>
                  </a:lnTo>
                  <a:lnTo>
                    <a:pt x="12251" y="133587"/>
                  </a:lnTo>
                  <a:lnTo>
                    <a:pt x="11379" y="129713"/>
                  </a:lnTo>
                  <a:lnTo>
                    <a:pt x="5476" y="122192"/>
                  </a:lnTo>
                  <a:lnTo>
                    <a:pt x="0" y="116717"/>
                  </a:lnTo>
                  <a:lnTo>
                    <a:pt x="1755" y="101397"/>
                  </a:lnTo>
                  <a:lnTo>
                    <a:pt x="5691" y="101775"/>
                  </a:lnTo>
                  <a:lnTo>
                    <a:pt x="6234" y="94915"/>
                  </a:lnTo>
                  <a:lnTo>
                    <a:pt x="3114" y="89279"/>
                  </a:lnTo>
                  <a:lnTo>
                    <a:pt x="29040" y="74399"/>
                  </a:lnTo>
                  <a:lnTo>
                    <a:pt x="34506" y="68991"/>
                  </a:lnTo>
                  <a:lnTo>
                    <a:pt x="32622" y="69118"/>
                  </a:lnTo>
                  <a:lnTo>
                    <a:pt x="31966" y="68007"/>
                  </a:lnTo>
                  <a:lnTo>
                    <a:pt x="33252" y="64774"/>
                  </a:lnTo>
                  <a:lnTo>
                    <a:pt x="35080" y="63497"/>
                  </a:lnTo>
                  <a:lnTo>
                    <a:pt x="36949" y="63385"/>
                  </a:lnTo>
                  <a:lnTo>
                    <a:pt x="37707" y="59617"/>
                  </a:lnTo>
                  <a:lnTo>
                    <a:pt x="36165" y="57057"/>
                  </a:lnTo>
                  <a:lnTo>
                    <a:pt x="43433" y="56811"/>
                  </a:lnTo>
                  <a:lnTo>
                    <a:pt x="44074" y="49170"/>
                  </a:lnTo>
                  <a:lnTo>
                    <a:pt x="54161" y="48939"/>
                  </a:lnTo>
                  <a:lnTo>
                    <a:pt x="59899" y="47757"/>
                  </a:lnTo>
                  <a:lnTo>
                    <a:pt x="50876" y="41770"/>
                  </a:lnTo>
                  <a:lnTo>
                    <a:pt x="57176" y="29432"/>
                  </a:lnTo>
                  <a:lnTo>
                    <a:pt x="56945" y="21671"/>
                  </a:lnTo>
                  <a:lnTo>
                    <a:pt x="77592" y="6445"/>
                  </a:lnTo>
                  <a:lnTo>
                    <a:pt x="79177" y="8689"/>
                  </a:lnTo>
                  <a:lnTo>
                    <a:pt x="82993" y="8882"/>
                  </a:lnTo>
                  <a:lnTo>
                    <a:pt x="85951" y="7428"/>
                  </a:lnTo>
                  <a:lnTo>
                    <a:pt x="89033" y="3869"/>
                  </a:lnTo>
                  <a:lnTo>
                    <a:pt x="89511" y="278"/>
                  </a:lnTo>
                  <a:lnTo>
                    <a:pt x="9698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h2345"/>
            <p:cNvSpPr/>
            <p:nvPr/>
          </p:nvSpPr>
          <p:spPr>
            <a:xfrm>
              <a:off x="2676494" y="2163547"/>
              <a:ext cx="40314" cy="53766"/>
            </a:xfrm>
            <a:custGeom>
              <a:avLst/>
              <a:pathLst>
                <a:path w="40314" h="53766">
                  <a:moveTo>
                    <a:pt x="11258" y="0"/>
                  </a:moveTo>
                  <a:lnTo>
                    <a:pt x="15207" y="2771"/>
                  </a:lnTo>
                  <a:lnTo>
                    <a:pt x="22859" y="788"/>
                  </a:lnTo>
                  <a:lnTo>
                    <a:pt x="25185" y="1163"/>
                  </a:lnTo>
                  <a:lnTo>
                    <a:pt x="29564" y="6656"/>
                  </a:lnTo>
                  <a:lnTo>
                    <a:pt x="36566" y="12526"/>
                  </a:lnTo>
                  <a:lnTo>
                    <a:pt x="40089" y="14559"/>
                  </a:lnTo>
                  <a:lnTo>
                    <a:pt x="40314" y="16462"/>
                  </a:lnTo>
                  <a:lnTo>
                    <a:pt x="39454" y="14910"/>
                  </a:lnTo>
                  <a:lnTo>
                    <a:pt x="38270" y="15885"/>
                  </a:lnTo>
                  <a:lnTo>
                    <a:pt x="36875" y="22591"/>
                  </a:lnTo>
                  <a:lnTo>
                    <a:pt x="35859" y="22945"/>
                  </a:lnTo>
                  <a:lnTo>
                    <a:pt x="33123" y="26854"/>
                  </a:lnTo>
                  <a:lnTo>
                    <a:pt x="35241" y="31584"/>
                  </a:lnTo>
                  <a:lnTo>
                    <a:pt x="35313" y="34865"/>
                  </a:lnTo>
                  <a:lnTo>
                    <a:pt x="33517" y="34909"/>
                  </a:lnTo>
                  <a:lnTo>
                    <a:pt x="30872" y="36875"/>
                  </a:lnTo>
                  <a:lnTo>
                    <a:pt x="30906" y="39206"/>
                  </a:lnTo>
                  <a:lnTo>
                    <a:pt x="32120" y="40353"/>
                  </a:lnTo>
                  <a:lnTo>
                    <a:pt x="33580" y="40345"/>
                  </a:lnTo>
                  <a:lnTo>
                    <a:pt x="34671" y="42769"/>
                  </a:lnTo>
                  <a:lnTo>
                    <a:pt x="34223" y="44362"/>
                  </a:lnTo>
                  <a:lnTo>
                    <a:pt x="23914" y="43166"/>
                  </a:lnTo>
                  <a:lnTo>
                    <a:pt x="21295" y="46256"/>
                  </a:lnTo>
                  <a:lnTo>
                    <a:pt x="14958" y="53766"/>
                  </a:lnTo>
                  <a:lnTo>
                    <a:pt x="0" y="36275"/>
                  </a:lnTo>
                  <a:lnTo>
                    <a:pt x="9171" y="10623"/>
                  </a:lnTo>
                  <a:lnTo>
                    <a:pt x="8249" y="112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h2346"/>
            <p:cNvSpPr/>
            <p:nvPr/>
          </p:nvSpPr>
          <p:spPr>
            <a:xfrm>
              <a:off x="2658226" y="2327452"/>
              <a:ext cx="94458" cy="52330"/>
            </a:xfrm>
            <a:custGeom>
              <a:avLst/>
              <a:pathLst>
                <a:path w="94458" h="52330">
                  <a:moveTo>
                    <a:pt x="40146" y="3605"/>
                  </a:moveTo>
                  <a:lnTo>
                    <a:pt x="55073" y="5905"/>
                  </a:lnTo>
                  <a:lnTo>
                    <a:pt x="54941" y="9728"/>
                  </a:lnTo>
                  <a:lnTo>
                    <a:pt x="53422" y="8892"/>
                  </a:lnTo>
                  <a:lnTo>
                    <a:pt x="52538" y="12797"/>
                  </a:lnTo>
                  <a:lnTo>
                    <a:pt x="57755" y="14347"/>
                  </a:lnTo>
                  <a:lnTo>
                    <a:pt x="63206" y="10323"/>
                  </a:lnTo>
                  <a:lnTo>
                    <a:pt x="72877" y="11738"/>
                  </a:lnTo>
                  <a:lnTo>
                    <a:pt x="72319" y="19619"/>
                  </a:lnTo>
                  <a:lnTo>
                    <a:pt x="76611" y="22209"/>
                  </a:lnTo>
                  <a:lnTo>
                    <a:pt x="77299" y="26990"/>
                  </a:lnTo>
                  <a:lnTo>
                    <a:pt x="92216" y="24505"/>
                  </a:lnTo>
                  <a:lnTo>
                    <a:pt x="92535" y="23599"/>
                  </a:lnTo>
                  <a:lnTo>
                    <a:pt x="94458" y="26016"/>
                  </a:lnTo>
                  <a:lnTo>
                    <a:pt x="92426" y="27948"/>
                  </a:lnTo>
                  <a:lnTo>
                    <a:pt x="92865" y="28753"/>
                  </a:lnTo>
                  <a:lnTo>
                    <a:pt x="85951" y="33359"/>
                  </a:lnTo>
                  <a:lnTo>
                    <a:pt x="85966" y="36087"/>
                  </a:lnTo>
                  <a:lnTo>
                    <a:pt x="80767" y="35441"/>
                  </a:lnTo>
                  <a:lnTo>
                    <a:pt x="80314" y="33718"/>
                  </a:lnTo>
                  <a:lnTo>
                    <a:pt x="72948" y="36961"/>
                  </a:lnTo>
                  <a:lnTo>
                    <a:pt x="69349" y="41344"/>
                  </a:lnTo>
                  <a:lnTo>
                    <a:pt x="60374" y="49816"/>
                  </a:lnTo>
                  <a:lnTo>
                    <a:pt x="59877" y="52330"/>
                  </a:lnTo>
                  <a:lnTo>
                    <a:pt x="48422" y="50107"/>
                  </a:lnTo>
                  <a:lnTo>
                    <a:pt x="43667" y="50582"/>
                  </a:lnTo>
                  <a:lnTo>
                    <a:pt x="44070" y="46960"/>
                  </a:lnTo>
                  <a:lnTo>
                    <a:pt x="33728" y="45576"/>
                  </a:lnTo>
                  <a:lnTo>
                    <a:pt x="33751" y="46995"/>
                  </a:lnTo>
                  <a:lnTo>
                    <a:pt x="30124" y="46083"/>
                  </a:lnTo>
                  <a:lnTo>
                    <a:pt x="29859" y="36090"/>
                  </a:lnTo>
                  <a:lnTo>
                    <a:pt x="24436" y="32767"/>
                  </a:lnTo>
                  <a:lnTo>
                    <a:pt x="24651" y="37103"/>
                  </a:lnTo>
                  <a:lnTo>
                    <a:pt x="22073" y="37780"/>
                  </a:lnTo>
                  <a:lnTo>
                    <a:pt x="20997" y="36227"/>
                  </a:lnTo>
                  <a:lnTo>
                    <a:pt x="15908" y="35619"/>
                  </a:lnTo>
                  <a:lnTo>
                    <a:pt x="10979" y="38192"/>
                  </a:lnTo>
                  <a:lnTo>
                    <a:pt x="5637" y="37650"/>
                  </a:lnTo>
                  <a:lnTo>
                    <a:pt x="5398" y="36750"/>
                  </a:lnTo>
                  <a:lnTo>
                    <a:pt x="0" y="35285"/>
                  </a:lnTo>
                  <a:lnTo>
                    <a:pt x="5363" y="28392"/>
                  </a:lnTo>
                  <a:lnTo>
                    <a:pt x="2488" y="15927"/>
                  </a:lnTo>
                  <a:lnTo>
                    <a:pt x="5038" y="13238"/>
                  </a:lnTo>
                  <a:lnTo>
                    <a:pt x="4074" y="11304"/>
                  </a:lnTo>
                  <a:lnTo>
                    <a:pt x="12299" y="8971"/>
                  </a:lnTo>
                  <a:lnTo>
                    <a:pt x="14510" y="6824"/>
                  </a:lnTo>
                  <a:lnTo>
                    <a:pt x="15933" y="1835"/>
                  </a:lnTo>
                  <a:lnTo>
                    <a:pt x="17036" y="1112"/>
                  </a:lnTo>
                  <a:lnTo>
                    <a:pt x="19491" y="1329"/>
                  </a:lnTo>
                  <a:lnTo>
                    <a:pt x="21313" y="7639"/>
                  </a:lnTo>
                  <a:lnTo>
                    <a:pt x="23354" y="8218"/>
                  </a:lnTo>
                  <a:lnTo>
                    <a:pt x="31775" y="7303"/>
                  </a:lnTo>
                  <a:lnTo>
                    <a:pt x="4001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h2347"/>
            <p:cNvSpPr/>
            <p:nvPr/>
          </p:nvSpPr>
          <p:spPr>
            <a:xfrm>
              <a:off x="2728591" y="2182924"/>
              <a:ext cx="53450" cy="100969"/>
            </a:xfrm>
            <a:custGeom>
              <a:avLst/>
              <a:pathLst>
                <a:path w="53450" h="100969">
                  <a:moveTo>
                    <a:pt x="16833" y="1180"/>
                  </a:moveTo>
                  <a:lnTo>
                    <a:pt x="20667" y="4857"/>
                  </a:lnTo>
                  <a:lnTo>
                    <a:pt x="37823" y="17235"/>
                  </a:lnTo>
                  <a:lnTo>
                    <a:pt x="40732" y="18521"/>
                  </a:lnTo>
                  <a:lnTo>
                    <a:pt x="50828" y="20732"/>
                  </a:lnTo>
                  <a:lnTo>
                    <a:pt x="50605" y="23631"/>
                  </a:lnTo>
                  <a:lnTo>
                    <a:pt x="52599" y="24218"/>
                  </a:lnTo>
                  <a:lnTo>
                    <a:pt x="50761" y="31152"/>
                  </a:lnTo>
                  <a:lnTo>
                    <a:pt x="53450" y="100672"/>
                  </a:lnTo>
                  <a:lnTo>
                    <a:pt x="43013" y="100969"/>
                  </a:lnTo>
                  <a:lnTo>
                    <a:pt x="43040" y="97103"/>
                  </a:lnTo>
                  <a:lnTo>
                    <a:pt x="40055" y="93387"/>
                  </a:lnTo>
                  <a:lnTo>
                    <a:pt x="36193" y="96769"/>
                  </a:lnTo>
                  <a:lnTo>
                    <a:pt x="36007" y="98460"/>
                  </a:lnTo>
                  <a:lnTo>
                    <a:pt x="32428" y="99364"/>
                  </a:lnTo>
                  <a:lnTo>
                    <a:pt x="26893" y="99742"/>
                  </a:lnTo>
                  <a:lnTo>
                    <a:pt x="26439" y="95649"/>
                  </a:lnTo>
                  <a:lnTo>
                    <a:pt x="19912" y="94895"/>
                  </a:lnTo>
                  <a:lnTo>
                    <a:pt x="19808" y="95867"/>
                  </a:lnTo>
                  <a:lnTo>
                    <a:pt x="2156" y="96301"/>
                  </a:lnTo>
                  <a:lnTo>
                    <a:pt x="1527" y="67917"/>
                  </a:lnTo>
                  <a:lnTo>
                    <a:pt x="105" y="27039"/>
                  </a:lnTo>
                  <a:lnTo>
                    <a:pt x="0" y="24284"/>
                  </a:lnTo>
                  <a:lnTo>
                    <a:pt x="2773" y="24221"/>
                  </a:lnTo>
                  <a:lnTo>
                    <a:pt x="2572" y="14779"/>
                  </a:lnTo>
                  <a:lnTo>
                    <a:pt x="3667" y="13942"/>
                  </a:lnTo>
                  <a:lnTo>
                    <a:pt x="5091" y="1827"/>
                  </a:lnTo>
                  <a:lnTo>
                    <a:pt x="6812" y="309"/>
                  </a:lnTo>
                  <a:lnTo>
                    <a:pt x="946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h2348"/>
            <p:cNvSpPr/>
            <p:nvPr/>
          </p:nvSpPr>
          <p:spPr>
            <a:xfrm>
              <a:off x="2779196" y="2201832"/>
              <a:ext cx="38587" cy="89588"/>
            </a:xfrm>
            <a:custGeom>
              <a:avLst/>
              <a:pathLst>
                <a:path w="38587" h="89588">
                  <a:moveTo>
                    <a:pt x="4207" y="719"/>
                  </a:moveTo>
                  <a:lnTo>
                    <a:pt x="7059" y="1106"/>
                  </a:lnTo>
                  <a:lnTo>
                    <a:pt x="10974" y="3019"/>
                  </a:lnTo>
                  <a:lnTo>
                    <a:pt x="13271" y="3032"/>
                  </a:lnTo>
                  <a:lnTo>
                    <a:pt x="15315" y="0"/>
                  </a:lnTo>
                  <a:lnTo>
                    <a:pt x="21035" y="389"/>
                  </a:lnTo>
                  <a:lnTo>
                    <a:pt x="22646" y="1802"/>
                  </a:lnTo>
                  <a:lnTo>
                    <a:pt x="29515" y="844"/>
                  </a:lnTo>
                  <a:lnTo>
                    <a:pt x="28980" y="1415"/>
                  </a:lnTo>
                  <a:lnTo>
                    <a:pt x="29256" y="9561"/>
                  </a:lnTo>
                  <a:lnTo>
                    <a:pt x="27474" y="17432"/>
                  </a:lnTo>
                  <a:lnTo>
                    <a:pt x="27666" y="23555"/>
                  </a:lnTo>
                  <a:lnTo>
                    <a:pt x="28970" y="26623"/>
                  </a:lnTo>
                  <a:lnTo>
                    <a:pt x="29129" y="33906"/>
                  </a:lnTo>
                  <a:lnTo>
                    <a:pt x="27581" y="40258"/>
                  </a:lnTo>
                  <a:lnTo>
                    <a:pt x="25760" y="40298"/>
                  </a:lnTo>
                  <a:lnTo>
                    <a:pt x="24410" y="45444"/>
                  </a:lnTo>
                  <a:lnTo>
                    <a:pt x="24812" y="56273"/>
                  </a:lnTo>
                  <a:lnTo>
                    <a:pt x="25104" y="58916"/>
                  </a:lnTo>
                  <a:lnTo>
                    <a:pt x="27462" y="58844"/>
                  </a:lnTo>
                  <a:lnTo>
                    <a:pt x="27859" y="73025"/>
                  </a:lnTo>
                  <a:lnTo>
                    <a:pt x="36260" y="73219"/>
                  </a:lnTo>
                  <a:lnTo>
                    <a:pt x="38544" y="74342"/>
                  </a:lnTo>
                  <a:lnTo>
                    <a:pt x="38587" y="76308"/>
                  </a:lnTo>
                  <a:lnTo>
                    <a:pt x="37480" y="78702"/>
                  </a:lnTo>
                  <a:lnTo>
                    <a:pt x="27943" y="89047"/>
                  </a:lnTo>
                  <a:lnTo>
                    <a:pt x="28134" y="89559"/>
                  </a:lnTo>
                  <a:lnTo>
                    <a:pt x="27152" y="89588"/>
                  </a:lnTo>
                  <a:lnTo>
                    <a:pt x="26978" y="83737"/>
                  </a:lnTo>
                  <a:lnTo>
                    <a:pt x="23365" y="81468"/>
                  </a:lnTo>
                  <a:lnTo>
                    <a:pt x="17449" y="81647"/>
                  </a:lnTo>
                  <a:lnTo>
                    <a:pt x="17522" y="84018"/>
                  </a:lnTo>
                  <a:lnTo>
                    <a:pt x="13986" y="84107"/>
                  </a:lnTo>
                  <a:lnTo>
                    <a:pt x="13909" y="81421"/>
                  </a:lnTo>
                  <a:lnTo>
                    <a:pt x="2845" y="81764"/>
                  </a:lnTo>
                  <a:lnTo>
                    <a:pt x="156" y="12244"/>
                  </a:lnTo>
                  <a:lnTo>
                    <a:pt x="1994" y="5310"/>
                  </a:lnTo>
                  <a:lnTo>
                    <a:pt x="0" y="4723"/>
                  </a:lnTo>
                  <a:lnTo>
                    <a:pt x="223" y="182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h2349"/>
            <p:cNvSpPr/>
            <p:nvPr/>
          </p:nvSpPr>
          <p:spPr>
            <a:xfrm>
              <a:off x="2619990" y="2594339"/>
              <a:ext cx="56916" cy="66614"/>
            </a:xfrm>
            <a:custGeom>
              <a:avLst/>
              <a:pathLst>
                <a:path w="56916" h="66614">
                  <a:moveTo>
                    <a:pt x="16494" y="990"/>
                  </a:moveTo>
                  <a:lnTo>
                    <a:pt x="17888" y="5030"/>
                  </a:lnTo>
                  <a:lnTo>
                    <a:pt x="24231" y="4958"/>
                  </a:lnTo>
                  <a:lnTo>
                    <a:pt x="24390" y="10726"/>
                  </a:lnTo>
                  <a:lnTo>
                    <a:pt x="27901" y="15582"/>
                  </a:lnTo>
                  <a:lnTo>
                    <a:pt x="43067" y="20073"/>
                  </a:lnTo>
                  <a:lnTo>
                    <a:pt x="48204" y="19096"/>
                  </a:lnTo>
                  <a:lnTo>
                    <a:pt x="50978" y="23777"/>
                  </a:lnTo>
                  <a:lnTo>
                    <a:pt x="52534" y="29923"/>
                  </a:lnTo>
                  <a:lnTo>
                    <a:pt x="50882" y="31561"/>
                  </a:lnTo>
                  <a:lnTo>
                    <a:pt x="50894" y="33002"/>
                  </a:lnTo>
                  <a:lnTo>
                    <a:pt x="53930" y="33407"/>
                  </a:lnTo>
                  <a:lnTo>
                    <a:pt x="56916" y="41642"/>
                  </a:lnTo>
                  <a:lnTo>
                    <a:pt x="53442" y="40926"/>
                  </a:lnTo>
                  <a:lnTo>
                    <a:pt x="53239" y="42938"/>
                  </a:lnTo>
                  <a:lnTo>
                    <a:pt x="51574" y="42850"/>
                  </a:lnTo>
                  <a:lnTo>
                    <a:pt x="48324" y="49846"/>
                  </a:lnTo>
                  <a:lnTo>
                    <a:pt x="46544" y="50602"/>
                  </a:lnTo>
                  <a:lnTo>
                    <a:pt x="45129" y="53436"/>
                  </a:lnTo>
                  <a:lnTo>
                    <a:pt x="43423" y="61725"/>
                  </a:lnTo>
                  <a:lnTo>
                    <a:pt x="31823" y="66614"/>
                  </a:lnTo>
                  <a:lnTo>
                    <a:pt x="28772" y="60609"/>
                  </a:lnTo>
                  <a:lnTo>
                    <a:pt x="23489" y="61468"/>
                  </a:lnTo>
                  <a:lnTo>
                    <a:pt x="21711" y="56133"/>
                  </a:lnTo>
                  <a:lnTo>
                    <a:pt x="17733" y="57255"/>
                  </a:lnTo>
                  <a:lnTo>
                    <a:pt x="15039" y="57096"/>
                  </a:lnTo>
                  <a:lnTo>
                    <a:pt x="10342" y="46906"/>
                  </a:lnTo>
                  <a:lnTo>
                    <a:pt x="8193" y="46099"/>
                  </a:lnTo>
                  <a:lnTo>
                    <a:pt x="2430" y="46770"/>
                  </a:lnTo>
                  <a:lnTo>
                    <a:pt x="3080" y="48724"/>
                  </a:lnTo>
                  <a:lnTo>
                    <a:pt x="0" y="46288"/>
                  </a:lnTo>
                  <a:lnTo>
                    <a:pt x="5275" y="38162"/>
                  </a:lnTo>
                  <a:lnTo>
                    <a:pt x="5980" y="27338"/>
                  </a:lnTo>
                  <a:lnTo>
                    <a:pt x="3575" y="23732"/>
                  </a:lnTo>
                  <a:lnTo>
                    <a:pt x="10427" y="17027"/>
                  </a:lnTo>
                  <a:lnTo>
                    <a:pt x="9705" y="11583"/>
                  </a:lnTo>
                  <a:lnTo>
                    <a:pt x="6284" y="5343"/>
                  </a:lnTo>
                  <a:lnTo>
                    <a:pt x="7101" y="1975"/>
                  </a:lnTo>
                  <a:lnTo>
                    <a:pt x="10359" y="2872"/>
                  </a:lnTo>
                  <a:lnTo>
                    <a:pt x="11684" y="3581"/>
                  </a:lnTo>
                  <a:lnTo>
                    <a:pt x="11841" y="194"/>
                  </a:lnTo>
                  <a:lnTo>
                    <a:pt x="1406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h2350"/>
            <p:cNvSpPr/>
            <p:nvPr/>
          </p:nvSpPr>
          <p:spPr>
            <a:xfrm>
              <a:off x="2667172" y="2449566"/>
              <a:ext cx="65565" cy="56262"/>
            </a:xfrm>
            <a:custGeom>
              <a:avLst/>
              <a:pathLst>
                <a:path w="65565" h="56262">
                  <a:moveTo>
                    <a:pt x="54766" y="4231"/>
                  </a:moveTo>
                  <a:lnTo>
                    <a:pt x="58977" y="12069"/>
                  </a:lnTo>
                  <a:lnTo>
                    <a:pt x="65565" y="10013"/>
                  </a:lnTo>
                  <a:lnTo>
                    <a:pt x="58434" y="16138"/>
                  </a:lnTo>
                  <a:lnTo>
                    <a:pt x="61838" y="19447"/>
                  </a:lnTo>
                  <a:lnTo>
                    <a:pt x="63965" y="27510"/>
                  </a:lnTo>
                  <a:lnTo>
                    <a:pt x="64258" y="28589"/>
                  </a:lnTo>
                  <a:lnTo>
                    <a:pt x="63549" y="29148"/>
                  </a:lnTo>
                  <a:lnTo>
                    <a:pt x="57028" y="30291"/>
                  </a:lnTo>
                  <a:lnTo>
                    <a:pt x="53215" y="40121"/>
                  </a:lnTo>
                  <a:lnTo>
                    <a:pt x="53164" y="44131"/>
                  </a:lnTo>
                  <a:lnTo>
                    <a:pt x="54275" y="47904"/>
                  </a:lnTo>
                  <a:lnTo>
                    <a:pt x="51823" y="45022"/>
                  </a:lnTo>
                  <a:lnTo>
                    <a:pt x="50291" y="46464"/>
                  </a:lnTo>
                  <a:lnTo>
                    <a:pt x="51619" y="51118"/>
                  </a:lnTo>
                  <a:lnTo>
                    <a:pt x="54472" y="52573"/>
                  </a:lnTo>
                  <a:lnTo>
                    <a:pt x="55027" y="53684"/>
                  </a:lnTo>
                  <a:lnTo>
                    <a:pt x="53192" y="56262"/>
                  </a:lnTo>
                  <a:lnTo>
                    <a:pt x="50312" y="55830"/>
                  </a:lnTo>
                  <a:lnTo>
                    <a:pt x="49980" y="54184"/>
                  </a:lnTo>
                  <a:lnTo>
                    <a:pt x="44622" y="52821"/>
                  </a:lnTo>
                  <a:lnTo>
                    <a:pt x="43172" y="54146"/>
                  </a:lnTo>
                  <a:lnTo>
                    <a:pt x="42436" y="53567"/>
                  </a:lnTo>
                  <a:lnTo>
                    <a:pt x="37904" y="48504"/>
                  </a:lnTo>
                  <a:lnTo>
                    <a:pt x="37901" y="47851"/>
                  </a:lnTo>
                  <a:lnTo>
                    <a:pt x="38846" y="47937"/>
                  </a:lnTo>
                  <a:lnTo>
                    <a:pt x="27803" y="33902"/>
                  </a:lnTo>
                  <a:lnTo>
                    <a:pt x="8728" y="23521"/>
                  </a:lnTo>
                  <a:lnTo>
                    <a:pt x="7342" y="16705"/>
                  </a:lnTo>
                  <a:lnTo>
                    <a:pt x="4303" y="15423"/>
                  </a:lnTo>
                  <a:lnTo>
                    <a:pt x="1996" y="15594"/>
                  </a:lnTo>
                  <a:lnTo>
                    <a:pt x="0" y="14826"/>
                  </a:lnTo>
                  <a:lnTo>
                    <a:pt x="775" y="14923"/>
                  </a:lnTo>
                  <a:lnTo>
                    <a:pt x="2950" y="2701"/>
                  </a:lnTo>
                  <a:lnTo>
                    <a:pt x="23548" y="10547"/>
                  </a:lnTo>
                  <a:lnTo>
                    <a:pt x="24295" y="4598"/>
                  </a:lnTo>
                  <a:lnTo>
                    <a:pt x="21918" y="1903"/>
                  </a:lnTo>
                  <a:lnTo>
                    <a:pt x="28194" y="2467"/>
                  </a:lnTo>
                  <a:lnTo>
                    <a:pt x="2727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h2351"/>
            <p:cNvSpPr/>
            <p:nvPr/>
          </p:nvSpPr>
          <p:spPr>
            <a:xfrm>
              <a:off x="2654538" y="2360220"/>
              <a:ext cx="71612" cy="99893"/>
            </a:xfrm>
            <a:custGeom>
              <a:avLst/>
              <a:pathLst>
                <a:path w="71612" h="99893">
                  <a:moveTo>
                    <a:pt x="33547" y="3323"/>
                  </a:moveTo>
                  <a:lnTo>
                    <a:pt x="33812" y="13316"/>
                  </a:lnTo>
                  <a:lnTo>
                    <a:pt x="37439" y="14228"/>
                  </a:lnTo>
                  <a:lnTo>
                    <a:pt x="40041" y="14248"/>
                  </a:lnTo>
                  <a:lnTo>
                    <a:pt x="38926" y="21070"/>
                  </a:lnTo>
                  <a:lnTo>
                    <a:pt x="43672" y="27548"/>
                  </a:lnTo>
                  <a:lnTo>
                    <a:pt x="42393" y="28146"/>
                  </a:lnTo>
                  <a:lnTo>
                    <a:pt x="46926" y="34104"/>
                  </a:lnTo>
                  <a:lnTo>
                    <a:pt x="49278" y="40167"/>
                  </a:lnTo>
                  <a:lnTo>
                    <a:pt x="50976" y="49656"/>
                  </a:lnTo>
                  <a:lnTo>
                    <a:pt x="62035" y="46253"/>
                  </a:lnTo>
                  <a:lnTo>
                    <a:pt x="62480" y="50395"/>
                  </a:lnTo>
                  <a:lnTo>
                    <a:pt x="70068" y="53498"/>
                  </a:lnTo>
                  <a:lnTo>
                    <a:pt x="71612" y="53430"/>
                  </a:lnTo>
                  <a:lnTo>
                    <a:pt x="67977" y="60779"/>
                  </a:lnTo>
                  <a:lnTo>
                    <a:pt x="63117" y="60169"/>
                  </a:lnTo>
                  <a:lnTo>
                    <a:pt x="62912" y="60820"/>
                  </a:lnTo>
                  <a:lnTo>
                    <a:pt x="62429" y="68756"/>
                  </a:lnTo>
                  <a:lnTo>
                    <a:pt x="67400" y="93577"/>
                  </a:lnTo>
                  <a:lnTo>
                    <a:pt x="39910" y="89346"/>
                  </a:lnTo>
                  <a:lnTo>
                    <a:pt x="40827" y="91813"/>
                  </a:lnTo>
                  <a:lnTo>
                    <a:pt x="34552" y="91249"/>
                  </a:lnTo>
                  <a:lnTo>
                    <a:pt x="36929" y="93945"/>
                  </a:lnTo>
                  <a:lnTo>
                    <a:pt x="36182" y="99893"/>
                  </a:lnTo>
                  <a:lnTo>
                    <a:pt x="15584" y="92047"/>
                  </a:lnTo>
                  <a:lnTo>
                    <a:pt x="13882" y="91406"/>
                  </a:lnTo>
                  <a:lnTo>
                    <a:pt x="14658" y="87242"/>
                  </a:lnTo>
                  <a:lnTo>
                    <a:pt x="24639" y="87308"/>
                  </a:lnTo>
                  <a:lnTo>
                    <a:pt x="19389" y="81960"/>
                  </a:lnTo>
                  <a:lnTo>
                    <a:pt x="19363" y="80120"/>
                  </a:lnTo>
                  <a:lnTo>
                    <a:pt x="8827" y="70415"/>
                  </a:lnTo>
                  <a:lnTo>
                    <a:pt x="5662" y="65317"/>
                  </a:lnTo>
                  <a:lnTo>
                    <a:pt x="2496" y="62581"/>
                  </a:lnTo>
                  <a:lnTo>
                    <a:pt x="0" y="62177"/>
                  </a:lnTo>
                  <a:lnTo>
                    <a:pt x="4618" y="54411"/>
                  </a:lnTo>
                  <a:lnTo>
                    <a:pt x="5659" y="54343"/>
                  </a:lnTo>
                  <a:lnTo>
                    <a:pt x="5953" y="43615"/>
                  </a:lnTo>
                  <a:lnTo>
                    <a:pt x="11257" y="37052"/>
                  </a:lnTo>
                  <a:lnTo>
                    <a:pt x="5250" y="36982"/>
                  </a:lnTo>
                  <a:lnTo>
                    <a:pt x="5473" y="33737"/>
                  </a:lnTo>
                  <a:lnTo>
                    <a:pt x="6085" y="33217"/>
                  </a:lnTo>
                  <a:lnTo>
                    <a:pt x="6718" y="19077"/>
                  </a:lnTo>
                  <a:lnTo>
                    <a:pt x="4895" y="19863"/>
                  </a:lnTo>
                  <a:lnTo>
                    <a:pt x="2974" y="14655"/>
                  </a:lnTo>
                  <a:lnTo>
                    <a:pt x="5849" y="13419"/>
                  </a:lnTo>
                  <a:lnTo>
                    <a:pt x="6660" y="14011"/>
                  </a:lnTo>
                  <a:lnTo>
                    <a:pt x="3687" y="2518"/>
                  </a:lnTo>
                  <a:lnTo>
                    <a:pt x="9086" y="3982"/>
                  </a:lnTo>
                  <a:lnTo>
                    <a:pt x="9325" y="4883"/>
                  </a:lnTo>
                  <a:lnTo>
                    <a:pt x="14667" y="5424"/>
                  </a:lnTo>
                  <a:lnTo>
                    <a:pt x="19596" y="2852"/>
                  </a:lnTo>
                  <a:lnTo>
                    <a:pt x="24685" y="3459"/>
                  </a:lnTo>
                  <a:lnTo>
                    <a:pt x="25761" y="5012"/>
                  </a:lnTo>
                  <a:lnTo>
                    <a:pt x="28339" y="4335"/>
                  </a:lnTo>
                  <a:lnTo>
                    <a:pt x="2812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h2352"/>
            <p:cNvSpPr/>
            <p:nvPr/>
          </p:nvSpPr>
          <p:spPr>
            <a:xfrm>
              <a:off x="2750653" y="2283301"/>
              <a:ext cx="108549" cy="150013"/>
            </a:xfrm>
            <a:custGeom>
              <a:avLst/>
              <a:pathLst>
                <a:path w="108549" h="150013">
                  <a:moveTo>
                    <a:pt x="55521" y="2268"/>
                  </a:moveTo>
                  <a:lnTo>
                    <a:pt x="55695" y="8119"/>
                  </a:lnTo>
                  <a:lnTo>
                    <a:pt x="56677" y="8091"/>
                  </a:lnTo>
                  <a:lnTo>
                    <a:pt x="61601" y="8013"/>
                  </a:lnTo>
                  <a:lnTo>
                    <a:pt x="64136" y="5915"/>
                  </a:lnTo>
                  <a:lnTo>
                    <a:pt x="66400" y="7221"/>
                  </a:lnTo>
                  <a:lnTo>
                    <a:pt x="83630" y="23005"/>
                  </a:lnTo>
                  <a:lnTo>
                    <a:pt x="83587" y="21659"/>
                  </a:lnTo>
                  <a:lnTo>
                    <a:pt x="89543" y="27689"/>
                  </a:lnTo>
                  <a:lnTo>
                    <a:pt x="108549" y="51171"/>
                  </a:lnTo>
                  <a:lnTo>
                    <a:pt x="100567" y="79779"/>
                  </a:lnTo>
                  <a:lnTo>
                    <a:pt x="94590" y="106305"/>
                  </a:lnTo>
                  <a:lnTo>
                    <a:pt x="91231" y="125386"/>
                  </a:lnTo>
                  <a:lnTo>
                    <a:pt x="83761" y="125665"/>
                  </a:lnTo>
                  <a:lnTo>
                    <a:pt x="83282" y="129256"/>
                  </a:lnTo>
                  <a:lnTo>
                    <a:pt x="80201" y="132815"/>
                  </a:lnTo>
                  <a:lnTo>
                    <a:pt x="77242" y="134269"/>
                  </a:lnTo>
                  <a:lnTo>
                    <a:pt x="73427" y="134076"/>
                  </a:lnTo>
                  <a:lnTo>
                    <a:pt x="71842" y="131832"/>
                  </a:lnTo>
                  <a:lnTo>
                    <a:pt x="51195" y="147058"/>
                  </a:lnTo>
                  <a:lnTo>
                    <a:pt x="47182" y="150013"/>
                  </a:lnTo>
                  <a:lnTo>
                    <a:pt x="45299" y="146916"/>
                  </a:lnTo>
                  <a:lnTo>
                    <a:pt x="51979" y="141479"/>
                  </a:lnTo>
                  <a:lnTo>
                    <a:pt x="50935" y="136329"/>
                  </a:lnTo>
                  <a:lnTo>
                    <a:pt x="39942" y="136855"/>
                  </a:lnTo>
                  <a:lnTo>
                    <a:pt x="39824" y="134784"/>
                  </a:lnTo>
                  <a:lnTo>
                    <a:pt x="31057" y="134423"/>
                  </a:lnTo>
                  <a:lnTo>
                    <a:pt x="30902" y="129215"/>
                  </a:lnTo>
                  <a:lnTo>
                    <a:pt x="30822" y="126976"/>
                  </a:lnTo>
                  <a:lnTo>
                    <a:pt x="35643" y="127814"/>
                  </a:lnTo>
                  <a:lnTo>
                    <a:pt x="40918" y="123513"/>
                  </a:lnTo>
                  <a:lnTo>
                    <a:pt x="36022" y="114529"/>
                  </a:lnTo>
                  <a:lnTo>
                    <a:pt x="34712" y="115688"/>
                  </a:lnTo>
                  <a:lnTo>
                    <a:pt x="31115" y="113687"/>
                  </a:lnTo>
                  <a:lnTo>
                    <a:pt x="26028" y="108182"/>
                  </a:lnTo>
                  <a:lnTo>
                    <a:pt x="24369" y="108963"/>
                  </a:lnTo>
                  <a:lnTo>
                    <a:pt x="22474" y="111505"/>
                  </a:lnTo>
                  <a:lnTo>
                    <a:pt x="18938" y="112926"/>
                  </a:lnTo>
                  <a:lnTo>
                    <a:pt x="13848" y="107345"/>
                  </a:lnTo>
                  <a:lnTo>
                    <a:pt x="17580" y="101299"/>
                  </a:lnTo>
                  <a:lnTo>
                    <a:pt x="11955" y="83492"/>
                  </a:lnTo>
                  <a:lnTo>
                    <a:pt x="6417" y="78012"/>
                  </a:lnTo>
                  <a:lnTo>
                    <a:pt x="2679" y="76345"/>
                  </a:lnTo>
                  <a:lnTo>
                    <a:pt x="438" y="72905"/>
                  </a:lnTo>
                  <a:lnTo>
                    <a:pt x="0" y="72100"/>
                  </a:lnTo>
                  <a:lnTo>
                    <a:pt x="2031" y="70168"/>
                  </a:lnTo>
                  <a:lnTo>
                    <a:pt x="108" y="67751"/>
                  </a:lnTo>
                  <a:lnTo>
                    <a:pt x="2305" y="62840"/>
                  </a:lnTo>
                  <a:lnTo>
                    <a:pt x="5086" y="49809"/>
                  </a:lnTo>
                  <a:lnTo>
                    <a:pt x="9291" y="48805"/>
                  </a:lnTo>
                  <a:lnTo>
                    <a:pt x="12051" y="45613"/>
                  </a:lnTo>
                  <a:lnTo>
                    <a:pt x="12852" y="38563"/>
                  </a:lnTo>
                  <a:lnTo>
                    <a:pt x="20616" y="38522"/>
                  </a:lnTo>
                  <a:lnTo>
                    <a:pt x="21695" y="34445"/>
                  </a:lnTo>
                  <a:lnTo>
                    <a:pt x="24213" y="30820"/>
                  </a:lnTo>
                  <a:lnTo>
                    <a:pt x="25464" y="29712"/>
                  </a:lnTo>
                  <a:lnTo>
                    <a:pt x="29007" y="29934"/>
                  </a:lnTo>
                  <a:lnTo>
                    <a:pt x="29322" y="24787"/>
                  </a:lnTo>
                  <a:lnTo>
                    <a:pt x="37209" y="25271"/>
                  </a:lnTo>
                  <a:lnTo>
                    <a:pt x="37013" y="18176"/>
                  </a:lnTo>
                  <a:lnTo>
                    <a:pt x="40583" y="18755"/>
                  </a:lnTo>
                  <a:lnTo>
                    <a:pt x="42822" y="13284"/>
                  </a:lnTo>
                  <a:lnTo>
                    <a:pt x="42529" y="2639"/>
                  </a:lnTo>
                  <a:lnTo>
                    <a:pt x="46065" y="2549"/>
                  </a:lnTo>
                  <a:lnTo>
                    <a:pt x="45992" y="178"/>
                  </a:lnTo>
                  <a:lnTo>
                    <a:pt x="5190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h2353"/>
            <p:cNvSpPr/>
            <p:nvPr/>
          </p:nvSpPr>
          <p:spPr>
            <a:xfrm>
              <a:off x="2807139" y="2202207"/>
              <a:ext cx="92695" cy="132264"/>
            </a:xfrm>
            <a:custGeom>
              <a:avLst/>
              <a:pathLst>
                <a:path w="92695" h="132264">
                  <a:moveTo>
                    <a:pt x="20555" y="3482"/>
                  </a:moveTo>
                  <a:lnTo>
                    <a:pt x="29238" y="3813"/>
                  </a:lnTo>
                  <a:lnTo>
                    <a:pt x="33772" y="5258"/>
                  </a:lnTo>
                  <a:lnTo>
                    <a:pt x="38224" y="12521"/>
                  </a:lnTo>
                  <a:lnTo>
                    <a:pt x="44943" y="15349"/>
                  </a:lnTo>
                  <a:lnTo>
                    <a:pt x="46581" y="17084"/>
                  </a:lnTo>
                  <a:lnTo>
                    <a:pt x="48090" y="21533"/>
                  </a:lnTo>
                  <a:lnTo>
                    <a:pt x="52486" y="22379"/>
                  </a:lnTo>
                  <a:lnTo>
                    <a:pt x="54368" y="21645"/>
                  </a:lnTo>
                  <a:lnTo>
                    <a:pt x="55992" y="22315"/>
                  </a:lnTo>
                  <a:lnTo>
                    <a:pt x="57401" y="26187"/>
                  </a:lnTo>
                  <a:lnTo>
                    <a:pt x="62014" y="27479"/>
                  </a:lnTo>
                  <a:lnTo>
                    <a:pt x="66016" y="26789"/>
                  </a:lnTo>
                  <a:lnTo>
                    <a:pt x="67106" y="23139"/>
                  </a:lnTo>
                  <a:lnTo>
                    <a:pt x="65311" y="18178"/>
                  </a:lnTo>
                  <a:lnTo>
                    <a:pt x="68171" y="15861"/>
                  </a:lnTo>
                  <a:lnTo>
                    <a:pt x="72513" y="14890"/>
                  </a:lnTo>
                  <a:lnTo>
                    <a:pt x="76828" y="11974"/>
                  </a:lnTo>
                  <a:lnTo>
                    <a:pt x="88501" y="10326"/>
                  </a:lnTo>
                  <a:lnTo>
                    <a:pt x="90753" y="10252"/>
                  </a:lnTo>
                  <a:lnTo>
                    <a:pt x="92225" y="11103"/>
                  </a:lnTo>
                  <a:lnTo>
                    <a:pt x="92695" y="19258"/>
                  </a:lnTo>
                  <a:lnTo>
                    <a:pt x="91827" y="31643"/>
                  </a:lnTo>
                  <a:lnTo>
                    <a:pt x="90576" y="41572"/>
                  </a:lnTo>
                  <a:lnTo>
                    <a:pt x="87962" y="51227"/>
                  </a:lnTo>
                  <a:lnTo>
                    <a:pt x="60298" y="109876"/>
                  </a:lnTo>
                  <a:lnTo>
                    <a:pt x="52062" y="132264"/>
                  </a:lnTo>
                  <a:lnTo>
                    <a:pt x="33056" y="108782"/>
                  </a:lnTo>
                  <a:lnTo>
                    <a:pt x="27100" y="102752"/>
                  </a:lnTo>
                  <a:lnTo>
                    <a:pt x="27143" y="104099"/>
                  </a:lnTo>
                  <a:lnTo>
                    <a:pt x="9914" y="88315"/>
                  </a:lnTo>
                  <a:lnTo>
                    <a:pt x="7649" y="87009"/>
                  </a:lnTo>
                  <a:lnTo>
                    <a:pt x="5115" y="89107"/>
                  </a:lnTo>
                  <a:lnTo>
                    <a:pt x="191" y="89184"/>
                  </a:lnTo>
                  <a:lnTo>
                    <a:pt x="0" y="88672"/>
                  </a:lnTo>
                  <a:lnTo>
                    <a:pt x="9537" y="78327"/>
                  </a:lnTo>
                  <a:lnTo>
                    <a:pt x="10644" y="75933"/>
                  </a:lnTo>
                  <a:lnTo>
                    <a:pt x="10601" y="73967"/>
                  </a:lnTo>
                  <a:lnTo>
                    <a:pt x="8317" y="72844"/>
                  </a:lnTo>
                  <a:lnTo>
                    <a:pt x="24055" y="72410"/>
                  </a:lnTo>
                  <a:lnTo>
                    <a:pt x="22950" y="31960"/>
                  </a:lnTo>
                  <a:lnTo>
                    <a:pt x="14491" y="21788"/>
                  </a:lnTo>
                  <a:lnTo>
                    <a:pt x="7700" y="18674"/>
                  </a:lnTo>
                  <a:lnTo>
                    <a:pt x="1074" y="16688"/>
                  </a:lnTo>
                  <a:lnTo>
                    <a:pt x="923" y="12781"/>
                  </a:lnTo>
                  <a:lnTo>
                    <a:pt x="2124" y="12738"/>
                  </a:lnTo>
                  <a:lnTo>
                    <a:pt x="1714" y="4509"/>
                  </a:lnTo>
                  <a:lnTo>
                    <a:pt x="228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h2354"/>
            <p:cNvSpPr/>
            <p:nvPr/>
          </p:nvSpPr>
          <p:spPr>
            <a:xfrm>
              <a:off x="2691955" y="2373029"/>
              <a:ext cx="34196" cy="40689"/>
            </a:xfrm>
            <a:custGeom>
              <a:avLst/>
              <a:pathLst>
                <a:path w="34196" h="40689">
                  <a:moveTo>
                    <a:pt x="10341" y="1383"/>
                  </a:moveTo>
                  <a:lnTo>
                    <a:pt x="9938" y="5005"/>
                  </a:lnTo>
                  <a:lnTo>
                    <a:pt x="14694" y="4530"/>
                  </a:lnTo>
                  <a:lnTo>
                    <a:pt x="26148" y="6753"/>
                  </a:lnTo>
                  <a:lnTo>
                    <a:pt x="26646" y="4239"/>
                  </a:lnTo>
                  <a:lnTo>
                    <a:pt x="30652" y="6998"/>
                  </a:lnTo>
                  <a:lnTo>
                    <a:pt x="31867" y="5572"/>
                  </a:lnTo>
                  <a:lnTo>
                    <a:pt x="31799" y="12750"/>
                  </a:lnTo>
                  <a:lnTo>
                    <a:pt x="28285" y="18538"/>
                  </a:lnTo>
                  <a:lnTo>
                    <a:pt x="28154" y="22851"/>
                  </a:lnTo>
                  <a:lnTo>
                    <a:pt x="28449" y="25710"/>
                  </a:lnTo>
                  <a:lnTo>
                    <a:pt x="33767" y="27185"/>
                  </a:lnTo>
                  <a:lnTo>
                    <a:pt x="32853" y="35692"/>
                  </a:lnTo>
                  <a:lnTo>
                    <a:pt x="34196" y="40621"/>
                  </a:lnTo>
                  <a:lnTo>
                    <a:pt x="32651" y="40689"/>
                  </a:lnTo>
                  <a:lnTo>
                    <a:pt x="25064" y="37585"/>
                  </a:lnTo>
                  <a:lnTo>
                    <a:pt x="24618" y="33443"/>
                  </a:lnTo>
                  <a:lnTo>
                    <a:pt x="13559" y="36847"/>
                  </a:lnTo>
                  <a:lnTo>
                    <a:pt x="11862" y="27357"/>
                  </a:lnTo>
                  <a:lnTo>
                    <a:pt x="9509" y="21295"/>
                  </a:lnTo>
                  <a:lnTo>
                    <a:pt x="4976" y="15336"/>
                  </a:lnTo>
                  <a:lnTo>
                    <a:pt x="6255" y="14738"/>
                  </a:lnTo>
                  <a:lnTo>
                    <a:pt x="1509" y="8261"/>
                  </a:lnTo>
                  <a:lnTo>
                    <a:pt x="2624" y="1439"/>
                  </a:lnTo>
                  <a:lnTo>
                    <a:pt x="22" y="1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h2355"/>
            <p:cNvSpPr/>
            <p:nvPr/>
          </p:nvSpPr>
          <p:spPr>
            <a:xfrm>
              <a:off x="2651814" y="2656064"/>
              <a:ext cx="24163" cy="28251"/>
            </a:xfrm>
            <a:custGeom>
              <a:avLst/>
              <a:pathLst>
                <a:path w="24163" h="28251">
                  <a:moveTo>
                    <a:pt x="19286" y="10582"/>
                  </a:moveTo>
                  <a:lnTo>
                    <a:pt x="21745" y="15743"/>
                  </a:lnTo>
                  <a:lnTo>
                    <a:pt x="24163" y="23620"/>
                  </a:lnTo>
                  <a:lnTo>
                    <a:pt x="23680" y="28251"/>
                  </a:lnTo>
                  <a:lnTo>
                    <a:pt x="9342" y="27762"/>
                  </a:lnTo>
                  <a:lnTo>
                    <a:pt x="8786" y="27741"/>
                  </a:lnTo>
                  <a:lnTo>
                    <a:pt x="5440" y="20348"/>
                  </a:lnTo>
                  <a:lnTo>
                    <a:pt x="4203" y="14678"/>
                  </a:lnTo>
                  <a:lnTo>
                    <a:pt x="0" y="4889"/>
                  </a:lnTo>
                  <a:lnTo>
                    <a:pt x="1159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h2356"/>
            <p:cNvSpPr/>
            <p:nvPr/>
          </p:nvSpPr>
          <p:spPr>
            <a:xfrm>
              <a:off x="2673230" y="2624917"/>
              <a:ext cx="78166" cy="64966"/>
            </a:xfrm>
            <a:custGeom>
              <a:avLst/>
              <a:pathLst>
                <a:path w="78166" h="64966">
                  <a:moveTo>
                    <a:pt x="4048" y="832"/>
                  </a:moveTo>
                  <a:lnTo>
                    <a:pt x="6457" y="3358"/>
                  </a:lnTo>
                  <a:lnTo>
                    <a:pt x="11100" y="2735"/>
                  </a:lnTo>
                  <a:lnTo>
                    <a:pt x="13083" y="3243"/>
                  </a:lnTo>
                  <a:lnTo>
                    <a:pt x="18593" y="4816"/>
                  </a:lnTo>
                  <a:lnTo>
                    <a:pt x="21482" y="6900"/>
                  </a:lnTo>
                  <a:lnTo>
                    <a:pt x="26671" y="6794"/>
                  </a:lnTo>
                  <a:lnTo>
                    <a:pt x="26489" y="8331"/>
                  </a:lnTo>
                  <a:lnTo>
                    <a:pt x="28564" y="9791"/>
                  </a:lnTo>
                  <a:lnTo>
                    <a:pt x="31038" y="9323"/>
                  </a:lnTo>
                  <a:lnTo>
                    <a:pt x="30708" y="7916"/>
                  </a:lnTo>
                  <a:lnTo>
                    <a:pt x="31715" y="7363"/>
                  </a:lnTo>
                  <a:lnTo>
                    <a:pt x="33728" y="9100"/>
                  </a:lnTo>
                  <a:lnTo>
                    <a:pt x="34051" y="18491"/>
                  </a:lnTo>
                  <a:lnTo>
                    <a:pt x="32823" y="18283"/>
                  </a:lnTo>
                  <a:lnTo>
                    <a:pt x="31020" y="32027"/>
                  </a:lnTo>
                  <a:lnTo>
                    <a:pt x="36613" y="35634"/>
                  </a:lnTo>
                  <a:lnTo>
                    <a:pt x="38324" y="35295"/>
                  </a:lnTo>
                  <a:lnTo>
                    <a:pt x="42545" y="31772"/>
                  </a:lnTo>
                  <a:lnTo>
                    <a:pt x="44612" y="32875"/>
                  </a:lnTo>
                  <a:lnTo>
                    <a:pt x="53801" y="33077"/>
                  </a:lnTo>
                  <a:lnTo>
                    <a:pt x="54267" y="29566"/>
                  </a:lnTo>
                  <a:lnTo>
                    <a:pt x="60590" y="32944"/>
                  </a:lnTo>
                  <a:lnTo>
                    <a:pt x="71555" y="35095"/>
                  </a:lnTo>
                  <a:lnTo>
                    <a:pt x="72675" y="36994"/>
                  </a:lnTo>
                  <a:lnTo>
                    <a:pt x="72046" y="42892"/>
                  </a:lnTo>
                  <a:lnTo>
                    <a:pt x="71090" y="43717"/>
                  </a:lnTo>
                  <a:lnTo>
                    <a:pt x="72245" y="50311"/>
                  </a:lnTo>
                  <a:lnTo>
                    <a:pt x="74698" y="51932"/>
                  </a:lnTo>
                  <a:lnTo>
                    <a:pt x="76005" y="51594"/>
                  </a:lnTo>
                  <a:lnTo>
                    <a:pt x="78166" y="54989"/>
                  </a:lnTo>
                  <a:lnTo>
                    <a:pt x="74193" y="57645"/>
                  </a:lnTo>
                  <a:lnTo>
                    <a:pt x="67556" y="59531"/>
                  </a:lnTo>
                  <a:lnTo>
                    <a:pt x="56292" y="58366"/>
                  </a:lnTo>
                  <a:lnTo>
                    <a:pt x="52657" y="58856"/>
                  </a:lnTo>
                  <a:lnTo>
                    <a:pt x="45906" y="63694"/>
                  </a:lnTo>
                  <a:lnTo>
                    <a:pt x="38946" y="64966"/>
                  </a:lnTo>
                  <a:lnTo>
                    <a:pt x="28669" y="64258"/>
                  </a:lnTo>
                  <a:lnTo>
                    <a:pt x="27274" y="63466"/>
                  </a:lnTo>
                  <a:lnTo>
                    <a:pt x="25404" y="63349"/>
                  </a:lnTo>
                  <a:lnTo>
                    <a:pt x="23540" y="52529"/>
                  </a:lnTo>
                  <a:lnTo>
                    <a:pt x="21064" y="52467"/>
                  </a:lnTo>
                  <a:lnTo>
                    <a:pt x="19761" y="46440"/>
                  </a:lnTo>
                  <a:lnTo>
                    <a:pt x="12645" y="34082"/>
                  </a:lnTo>
                  <a:lnTo>
                    <a:pt x="14237" y="33293"/>
                  </a:lnTo>
                  <a:lnTo>
                    <a:pt x="13917" y="32526"/>
                  </a:lnTo>
                  <a:lnTo>
                    <a:pt x="11179" y="29171"/>
                  </a:lnTo>
                  <a:lnTo>
                    <a:pt x="9323" y="29192"/>
                  </a:lnTo>
                  <a:lnTo>
                    <a:pt x="7849" y="30216"/>
                  </a:lnTo>
                  <a:lnTo>
                    <a:pt x="5490" y="18665"/>
                  </a:lnTo>
                  <a:lnTo>
                    <a:pt x="6195" y="18621"/>
                  </a:lnTo>
                  <a:lnTo>
                    <a:pt x="4783" y="14787"/>
                  </a:lnTo>
                  <a:lnTo>
                    <a:pt x="1046" y="13434"/>
                  </a:lnTo>
                  <a:lnTo>
                    <a:pt x="0" y="12360"/>
                  </a:lnTo>
                  <a:lnTo>
                    <a:pt x="202" y="10348"/>
                  </a:lnTo>
                  <a:lnTo>
                    <a:pt x="3676" y="11064"/>
                  </a:lnTo>
                  <a:lnTo>
                    <a:pt x="691" y="2829"/>
                  </a:lnTo>
                  <a:lnTo>
                    <a:pt x="282" y="880"/>
                  </a:lnTo>
                  <a:lnTo>
                    <a:pt x="195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h2357"/>
            <p:cNvSpPr/>
            <p:nvPr/>
          </p:nvSpPr>
          <p:spPr>
            <a:xfrm>
              <a:off x="2644222" y="2587069"/>
              <a:ext cx="44402" cy="41205"/>
            </a:xfrm>
            <a:custGeom>
              <a:avLst/>
              <a:pathLst>
                <a:path w="44402" h="41205">
                  <a:moveTo>
                    <a:pt x="25865" y="2502"/>
                  </a:moveTo>
                  <a:lnTo>
                    <a:pt x="25363" y="2954"/>
                  </a:lnTo>
                  <a:lnTo>
                    <a:pt x="26470" y="6909"/>
                  </a:lnTo>
                  <a:lnTo>
                    <a:pt x="30562" y="13328"/>
                  </a:lnTo>
                  <a:lnTo>
                    <a:pt x="35116" y="17896"/>
                  </a:lnTo>
                  <a:lnTo>
                    <a:pt x="39387" y="19268"/>
                  </a:lnTo>
                  <a:lnTo>
                    <a:pt x="42084" y="19205"/>
                  </a:lnTo>
                  <a:lnTo>
                    <a:pt x="44253" y="21073"/>
                  </a:lnTo>
                  <a:lnTo>
                    <a:pt x="44402" y="26806"/>
                  </a:lnTo>
                  <a:lnTo>
                    <a:pt x="42937" y="29900"/>
                  </a:lnTo>
                  <a:lnTo>
                    <a:pt x="41411" y="39807"/>
                  </a:lnTo>
                  <a:lnTo>
                    <a:pt x="42091" y="41091"/>
                  </a:lnTo>
                  <a:lnTo>
                    <a:pt x="40108" y="40583"/>
                  </a:lnTo>
                  <a:lnTo>
                    <a:pt x="35465" y="41205"/>
                  </a:lnTo>
                  <a:lnTo>
                    <a:pt x="33056" y="38680"/>
                  </a:lnTo>
                  <a:lnTo>
                    <a:pt x="30967" y="37847"/>
                  </a:lnTo>
                  <a:lnTo>
                    <a:pt x="29290" y="38728"/>
                  </a:lnTo>
                  <a:lnTo>
                    <a:pt x="29698" y="40677"/>
                  </a:lnTo>
                  <a:lnTo>
                    <a:pt x="26662" y="40272"/>
                  </a:lnTo>
                  <a:lnTo>
                    <a:pt x="26650" y="38831"/>
                  </a:lnTo>
                  <a:lnTo>
                    <a:pt x="28302" y="37193"/>
                  </a:lnTo>
                  <a:lnTo>
                    <a:pt x="26746" y="31047"/>
                  </a:lnTo>
                  <a:lnTo>
                    <a:pt x="23972" y="26365"/>
                  </a:lnTo>
                  <a:lnTo>
                    <a:pt x="18835" y="27342"/>
                  </a:lnTo>
                  <a:lnTo>
                    <a:pt x="3669" y="22851"/>
                  </a:lnTo>
                  <a:lnTo>
                    <a:pt x="158" y="17995"/>
                  </a:lnTo>
                  <a:lnTo>
                    <a:pt x="0" y="12227"/>
                  </a:lnTo>
                  <a:lnTo>
                    <a:pt x="1266" y="1245"/>
                  </a:lnTo>
                  <a:lnTo>
                    <a:pt x="5866" y="655"/>
                  </a:lnTo>
                  <a:lnTo>
                    <a:pt x="10691" y="2711"/>
                  </a:lnTo>
                  <a:lnTo>
                    <a:pt x="10862" y="1169"/>
                  </a:lnTo>
                  <a:lnTo>
                    <a:pt x="2068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h2358"/>
            <p:cNvSpPr/>
            <p:nvPr/>
          </p:nvSpPr>
          <p:spPr>
            <a:xfrm>
              <a:off x="2699719" y="2579481"/>
              <a:ext cx="75759" cy="105030"/>
            </a:xfrm>
            <a:custGeom>
              <a:avLst/>
              <a:pathLst>
                <a:path w="75759" h="105030">
                  <a:moveTo>
                    <a:pt x="64040" y="3830"/>
                  </a:moveTo>
                  <a:lnTo>
                    <a:pt x="61799" y="12386"/>
                  </a:lnTo>
                  <a:lnTo>
                    <a:pt x="64568" y="13263"/>
                  </a:lnTo>
                  <a:lnTo>
                    <a:pt x="65570" y="9348"/>
                  </a:lnTo>
                  <a:lnTo>
                    <a:pt x="67992" y="9703"/>
                  </a:lnTo>
                  <a:lnTo>
                    <a:pt x="68839" y="10787"/>
                  </a:lnTo>
                  <a:lnTo>
                    <a:pt x="68981" y="13754"/>
                  </a:lnTo>
                  <a:lnTo>
                    <a:pt x="64535" y="16953"/>
                  </a:lnTo>
                  <a:lnTo>
                    <a:pt x="67267" y="18975"/>
                  </a:lnTo>
                  <a:lnTo>
                    <a:pt x="69526" y="21935"/>
                  </a:lnTo>
                  <a:lnTo>
                    <a:pt x="68164" y="35802"/>
                  </a:lnTo>
                  <a:lnTo>
                    <a:pt x="70014" y="39769"/>
                  </a:lnTo>
                  <a:lnTo>
                    <a:pt x="68790" y="45600"/>
                  </a:lnTo>
                  <a:lnTo>
                    <a:pt x="71135" y="51187"/>
                  </a:lnTo>
                  <a:lnTo>
                    <a:pt x="75026" y="54845"/>
                  </a:lnTo>
                  <a:lnTo>
                    <a:pt x="74756" y="57584"/>
                  </a:lnTo>
                  <a:lnTo>
                    <a:pt x="73677" y="57468"/>
                  </a:lnTo>
                  <a:lnTo>
                    <a:pt x="72993" y="70533"/>
                  </a:lnTo>
                  <a:lnTo>
                    <a:pt x="70212" y="70294"/>
                  </a:lnTo>
                  <a:lnTo>
                    <a:pt x="69139" y="82377"/>
                  </a:lnTo>
                  <a:lnTo>
                    <a:pt x="71745" y="82601"/>
                  </a:lnTo>
                  <a:lnTo>
                    <a:pt x="71064" y="88759"/>
                  </a:lnTo>
                  <a:lnTo>
                    <a:pt x="75759" y="94536"/>
                  </a:lnTo>
                  <a:lnTo>
                    <a:pt x="73127" y="96125"/>
                  </a:lnTo>
                  <a:lnTo>
                    <a:pt x="71554" y="100059"/>
                  </a:lnTo>
                  <a:lnTo>
                    <a:pt x="73378" y="101610"/>
                  </a:lnTo>
                  <a:lnTo>
                    <a:pt x="72864" y="104675"/>
                  </a:lnTo>
                  <a:lnTo>
                    <a:pt x="65929" y="105030"/>
                  </a:lnTo>
                  <a:lnTo>
                    <a:pt x="58933" y="100545"/>
                  </a:lnTo>
                  <a:lnTo>
                    <a:pt x="51676" y="100425"/>
                  </a:lnTo>
                  <a:lnTo>
                    <a:pt x="49515" y="97030"/>
                  </a:lnTo>
                  <a:lnTo>
                    <a:pt x="48208" y="97368"/>
                  </a:lnTo>
                  <a:lnTo>
                    <a:pt x="45755" y="95747"/>
                  </a:lnTo>
                  <a:lnTo>
                    <a:pt x="44600" y="89153"/>
                  </a:lnTo>
                  <a:lnTo>
                    <a:pt x="45557" y="88328"/>
                  </a:lnTo>
                  <a:lnTo>
                    <a:pt x="46185" y="82430"/>
                  </a:lnTo>
                  <a:lnTo>
                    <a:pt x="45065" y="80531"/>
                  </a:lnTo>
                  <a:lnTo>
                    <a:pt x="34101" y="78380"/>
                  </a:lnTo>
                  <a:lnTo>
                    <a:pt x="27777" y="75002"/>
                  </a:lnTo>
                  <a:lnTo>
                    <a:pt x="27311" y="78514"/>
                  </a:lnTo>
                  <a:lnTo>
                    <a:pt x="18122" y="78311"/>
                  </a:lnTo>
                  <a:lnTo>
                    <a:pt x="16056" y="77208"/>
                  </a:lnTo>
                  <a:lnTo>
                    <a:pt x="11835" y="80731"/>
                  </a:lnTo>
                  <a:lnTo>
                    <a:pt x="10124" y="81070"/>
                  </a:lnTo>
                  <a:lnTo>
                    <a:pt x="4530" y="77463"/>
                  </a:lnTo>
                  <a:lnTo>
                    <a:pt x="6333" y="63719"/>
                  </a:lnTo>
                  <a:lnTo>
                    <a:pt x="7562" y="63927"/>
                  </a:lnTo>
                  <a:lnTo>
                    <a:pt x="7239" y="54536"/>
                  </a:lnTo>
                  <a:lnTo>
                    <a:pt x="5225" y="52799"/>
                  </a:lnTo>
                  <a:lnTo>
                    <a:pt x="4218" y="53352"/>
                  </a:lnTo>
                  <a:lnTo>
                    <a:pt x="4548" y="54760"/>
                  </a:lnTo>
                  <a:lnTo>
                    <a:pt x="2075" y="55228"/>
                  </a:lnTo>
                  <a:lnTo>
                    <a:pt x="0" y="53768"/>
                  </a:lnTo>
                  <a:lnTo>
                    <a:pt x="181" y="52231"/>
                  </a:lnTo>
                  <a:lnTo>
                    <a:pt x="3873" y="51042"/>
                  </a:lnTo>
                  <a:lnTo>
                    <a:pt x="4404" y="46921"/>
                  </a:lnTo>
                  <a:lnTo>
                    <a:pt x="1933" y="45775"/>
                  </a:lnTo>
                  <a:lnTo>
                    <a:pt x="1594" y="48432"/>
                  </a:lnTo>
                  <a:lnTo>
                    <a:pt x="865" y="48336"/>
                  </a:lnTo>
                  <a:lnTo>
                    <a:pt x="1990" y="41392"/>
                  </a:lnTo>
                  <a:lnTo>
                    <a:pt x="7142" y="37055"/>
                  </a:lnTo>
                  <a:lnTo>
                    <a:pt x="13953" y="38038"/>
                  </a:lnTo>
                  <a:lnTo>
                    <a:pt x="16703" y="21320"/>
                  </a:lnTo>
                  <a:lnTo>
                    <a:pt x="14700" y="21414"/>
                  </a:lnTo>
                  <a:lnTo>
                    <a:pt x="16449" y="13904"/>
                  </a:lnTo>
                  <a:lnTo>
                    <a:pt x="17600" y="18523"/>
                  </a:lnTo>
                  <a:lnTo>
                    <a:pt x="21070" y="18754"/>
                  </a:lnTo>
                  <a:lnTo>
                    <a:pt x="20860" y="17591"/>
                  </a:lnTo>
                  <a:lnTo>
                    <a:pt x="25527" y="17685"/>
                  </a:lnTo>
                  <a:lnTo>
                    <a:pt x="25067" y="21042"/>
                  </a:lnTo>
                  <a:lnTo>
                    <a:pt x="28441" y="22669"/>
                  </a:lnTo>
                  <a:lnTo>
                    <a:pt x="33269" y="23227"/>
                  </a:lnTo>
                  <a:lnTo>
                    <a:pt x="33686" y="19672"/>
                  </a:lnTo>
                  <a:lnTo>
                    <a:pt x="41938" y="19329"/>
                  </a:lnTo>
                  <a:lnTo>
                    <a:pt x="42613" y="13187"/>
                  </a:lnTo>
                  <a:lnTo>
                    <a:pt x="48679" y="12645"/>
                  </a:lnTo>
                  <a:lnTo>
                    <a:pt x="53598" y="14000"/>
                  </a:lnTo>
                  <a:lnTo>
                    <a:pt x="58474" y="2900"/>
                  </a:lnTo>
                  <a:lnTo>
                    <a:pt x="58170" y="570"/>
                  </a:lnTo>
                  <a:lnTo>
                    <a:pt x="5972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h2359"/>
            <p:cNvSpPr/>
            <p:nvPr/>
          </p:nvSpPr>
          <p:spPr>
            <a:xfrm>
              <a:off x="2566908" y="1994656"/>
              <a:ext cx="52563" cy="53101"/>
            </a:xfrm>
            <a:custGeom>
              <a:avLst/>
              <a:pathLst>
                <a:path w="52563" h="53101">
                  <a:moveTo>
                    <a:pt x="23614" y="1531"/>
                  </a:moveTo>
                  <a:lnTo>
                    <a:pt x="25638" y="3093"/>
                  </a:lnTo>
                  <a:lnTo>
                    <a:pt x="34811" y="5039"/>
                  </a:lnTo>
                  <a:lnTo>
                    <a:pt x="43352" y="8167"/>
                  </a:lnTo>
                  <a:lnTo>
                    <a:pt x="45081" y="9458"/>
                  </a:lnTo>
                  <a:lnTo>
                    <a:pt x="47719" y="16144"/>
                  </a:lnTo>
                  <a:lnTo>
                    <a:pt x="46732" y="23382"/>
                  </a:lnTo>
                  <a:lnTo>
                    <a:pt x="50804" y="23380"/>
                  </a:lnTo>
                  <a:lnTo>
                    <a:pt x="52239" y="24476"/>
                  </a:lnTo>
                  <a:lnTo>
                    <a:pt x="52563" y="25730"/>
                  </a:lnTo>
                  <a:lnTo>
                    <a:pt x="50698" y="30088"/>
                  </a:lnTo>
                  <a:lnTo>
                    <a:pt x="51683" y="34738"/>
                  </a:lnTo>
                  <a:lnTo>
                    <a:pt x="51250" y="38327"/>
                  </a:lnTo>
                  <a:lnTo>
                    <a:pt x="49871" y="44261"/>
                  </a:lnTo>
                  <a:lnTo>
                    <a:pt x="47890" y="46152"/>
                  </a:lnTo>
                  <a:lnTo>
                    <a:pt x="51111" y="48838"/>
                  </a:lnTo>
                  <a:lnTo>
                    <a:pt x="51979" y="50527"/>
                  </a:lnTo>
                  <a:lnTo>
                    <a:pt x="50968" y="53101"/>
                  </a:lnTo>
                  <a:lnTo>
                    <a:pt x="37357" y="52416"/>
                  </a:lnTo>
                  <a:lnTo>
                    <a:pt x="34289" y="51207"/>
                  </a:lnTo>
                  <a:lnTo>
                    <a:pt x="23323" y="50524"/>
                  </a:lnTo>
                  <a:lnTo>
                    <a:pt x="21327" y="51271"/>
                  </a:lnTo>
                  <a:lnTo>
                    <a:pt x="19667" y="31865"/>
                  </a:lnTo>
                  <a:lnTo>
                    <a:pt x="960" y="24980"/>
                  </a:lnTo>
                  <a:lnTo>
                    <a:pt x="0" y="17422"/>
                  </a:lnTo>
                  <a:lnTo>
                    <a:pt x="2293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h2360"/>
            <p:cNvSpPr/>
            <p:nvPr/>
          </p:nvSpPr>
          <p:spPr>
            <a:xfrm>
              <a:off x="2626599" y="2463166"/>
              <a:ext cx="90886" cy="54267"/>
            </a:xfrm>
            <a:custGeom>
              <a:avLst/>
              <a:pathLst>
                <a:path w="90886" h="54267">
                  <a:moveTo>
                    <a:pt x="40573" y="1226"/>
                  </a:moveTo>
                  <a:lnTo>
                    <a:pt x="42569" y="1994"/>
                  </a:lnTo>
                  <a:lnTo>
                    <a:pt x="44876" y="1823"/>
                  </a:lnTo>
                  <a:lnTo>
                    <a:pt x="47915" y="3106"/>
                  </a:lnTo>
                  <a:lnTo>
                    <a:pt x="49301" y="9921"/>
                  </a:lnTo>
                  <a:lnTo>
                    <a:pt x="68376" y="20302"/>
                  </a:lnTo>
                  <a:lnTo>
                    <a:pt x="79419" y="34337"/>
                  </a:lnTo>
                  <a:lnTo>
                    <a:pt x="78474" y="34251"/>
                  </a:lnTo>
                  <a:lnTo>
                    <a:pt x="78477" y="34904"/>
                  </a:lnTo>
                  <a:lnTo>
                    <a:pt x="83009" y="39967"/>
                  </a:lnTo>
                  <a:lnTo>
                    <a:pt x="83745" y="40546"/>
                  </a:lnTo>
                  <a:lnTo>
                    <a:pt x="85195" y="39221"/>
                  </a:lnTo>
                  <a:lnTo>
                    <a:pt x="90553" y="40584"/>
                  </a:lnTo>
                  <a:lnTo>
                    <a:pt x="90886" y="42230"/>
                  </a:lnTo>
                  <a:lnTo>
                    <a:pt x="90694" y="43850"/>
                  </a:lnTo>
                  <a:lnTo>
                    <a:pt x="86149" y="45226"/>
                  </a:lnTo>
                  <a:lnTo>
                    <a:pt x="72563" y="54019"/>
                  </a:lnTo>
                  <a:lnTo>
                    <a:pt x="70008" y="54267"/>
                  </a:lnTo>
                  <a:lnTo>
                    <a:pt x="66473" y="53060"/>
                  </a:lnTo>
                  <a:lnTo>
                    <a:pt x="47187" y="32292"/>
                  </a:lnTo>
                  <a:lnTo>
                    <a:pt x="34924" y="15402"/>
                  </a:lnTo>
                  <a:lnTo>
                    <a:pt x="32223" y="14989"/>
                  </a:lnTo>
                  <a:lnTo>
                    <a:pt x="26116" y="19330"/>
                  </a:lnTo>
                  <a:lnTo>
                    <a:pt x="22345" y="24392"/>
                  </a:lnTo>
                  <a:lnTo>
                    <a:pt x="23544" y="24924"/>
                  </a:lnTo>
                  <a:lnTo>
                    <a:pt x="20786" y="26362"/>
                  </a:lnTo>
                  <a:lnTo>
                    <a:pt x="16090" y="27192"/>
                  </a:lnTo>
                  <a:lnTo>
                    <a:pt x="13904" y="28640"/>
                  </a:lnTo>
                  <a:lnTo>
                    <a:pt x="15682" y="31538"/>
                  </a:lnTo>
                  <a:lnTo>
                    <a:pt x="16480" y="35854"/>
                  </a:lnTo>
                  <a:lnTo>
                    <a:pt x="13654" y="37330"/>
                  </a:lnTo>
                  <a:lnTo>
                    <a:pt x="4777" y="37343"/>
                  </a:lnTo>
                  <a:lnTo>
                    <a:pt x="2560" y="30426"/>
                  </a:lnTo>
                  <a:lnTo>
                    <a:pt x="3837" y="30855"/>
                  </a:lnTo>
                  <a:lnTo>
                    <a:pt x="0" y="18552"/>
                  </a:lnTo>
                  <a:lnTo>
                    <a:pt x="4992" y="20581"/>
                  </a:lnTo>
                  <a:lnTo>
                    <a:pt x="17237" y="12231"/>
                  </a:lnTo>
                  <a:lnTo>
                    <a:pt x="26573" y="10146"/>
                  </a:lnTo>
                  <a:lnTo>
                    <a:pt x="32264" y="9999"/>
                  </a:lnTo>
                  <a:lnTo>
                    <a:pt x="33243" y="11079"/>
                  </a:lnTo>
                  <a:lnTo>
                    <a:pt x="36571" y="11087"/>
                  </a:lnTo>
                  <a:lnTo>
                    <a:pt x="36784" y="6495"/>
                  </a:lnTo>
                  <a:lnTo>
                    <a:pt x="34602" y="6214"/>
                  </a:lnTo>
                  <a:lnTo>
                    <a:pt x="34783" y="2557"/>
                  </a:lnTo>
                  <a:lnTo>
                    <a:pt x="3664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h2361"/>
            <p:cNvSpPr/>
            <p:nvPr/>
          </p:nvSpPr>
          <p:spPr>
            <a:xfrm>
              <a:off x="2663413" y="2637189"/>
              <a:ext cx="37091" cy="51254"/>
            </a:xfrm>
            <a:custGeom>
              <a:avLst/>
              <a:pathLst>
                <a:path w="37091" h="51254">
                  <a:moveTo>
                    <a:pt x="9816" y="87"/>
                  </a:moveTo>
                  <a:lnTo>
                    <a:pt x="10863" y="1162"/>
                  </a:lnTo>
                  <a:lnTo>
                    <a:pt x="14600" y="2515"/>
                  </a:lnTo>
                  <a:lnTo>
                    <a:pt x="16012" y="6349"/>
                  </a:lnTo>
                  <a:lnTo>
                    <a:pt x="15307" y="6393"/>
                  </a:lnTo>
                  <a:lnTo>
                    <a:pt x="17665" y="17944"/>
                  </a:lnTo>
                  <a:lnTo>
                    <a:pt x="19139" y="16920"/>
                  </a:lnTo>
                  <a:lnTo>
                    <a:pt x="20995" y="16899"/>
                  </a:lnTo>
                  <a:lnTo>
                    <a:pt x="23734" y="20254"/>
                  </a:lnTo>
                  <a:lnTo>
                    <a:pt x="24054" y="21020"/>
                  </a:lnTo>
                  <a:lnTo>
                    <a:pt x="22462" y="21809"/>
                  </a:lnTo>
                  <a:lnTo>
                    <a:pt x="29577" y="34168"/>
                  </a:lnTo>
                  <a:lnTo>
                    <a:pt x="30880" y="40195"/>
                  </a:lnTo>
                  <a:lnTo>
                    <a:pt x="33357" y="40257"/>
                  </a:lnTo>
                  <a:lnTo>
                    <a:pt x="35221" y="51077"/>
                  </a:lnTo>
                  <a:lnTo>
                    <a:pt x="37091" y="51194"/>
                  </a:lnTo>
                  <a:lnTo>
                    <a:pt x="36020" y="51254"/>
                  </a:lnTo>
                  <a:lnTo>
                    <a:pt x="35200" y="51229"/>
                  </a:lnTo>
                  <a:lnTo>
                    <a:pt x="34358" y="48492"/>
                  </a:lnTo>
                  <a:lnTo>
                    <a:pt x="18661" y="45874"/>
                  </a:lnTo>
                  <a:lnTo>
                    <a:pt x="12081" y="47127"/>
                  </a:lnTo>
                  <a:lnTo>
                    <a:pt x="12564" y="42496"/>
                  </a:lnTo>
                  <a:lnTo>
                    <a:pt x="10146" y="34618"/>
                  </a:lnTo>
                  <a:lnTo>
                    <a:pt x="7687" y="29457"/>
                  </a:lnTo>
                  <a:lnTo>
                    <a:pt x="0" y="18875"/>
                  </a:lnTo>
                  <a:lnTo>
                    <a:pt x="1706" y="10586"/>
                  </a:lnTo>
                  <a:lnTo>
                    <a:pt x="3120" y="7751"/>
                  </a:lnTo>
                  <a:lnTo>
                    <a:pt x="4900" y="6995"/>
                  </a:lnTo>
                  <a:lnTo>
                    <a:pt x="815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h2362"/>
            <p:cNvSpPr/>
            <p:nvPr/>
          </p:nvSpPr>
          <p:spPr>
            <a:xfrm>
              <a:off x="2548464" y="2536090"/>
              <a:ext cx="61896" cy="59807"/>
            </a:xfrm>
            <a:custGeom>
              <a:avLst/>
              <a:pathLst>
                <a:path w="61896" h="59807">
                  <a:moveTo>
                    <a:pt x="31529" y="5537"/>
                  </a:moveTo>
                  <a:lnTo>
                    <a:pt x="35695" y="7146"/>
                  </a:lnTo>
                  <a:lnTo>
                    <a:pt x="39284" y="3219"/>
                  </a:lnTo>
                  <a:lnTo>
                    <a:pt x="41974" y="8436"/>
                  </a:lnTo>
                  <a:lnTo>
                    <a:pt x="45175" y="8746"/>
                  </a:lnTo>
                  <a:lnTo>
                    <a:pt x="45325" y="5052"/>
                  </a:lnTo>
                  <a:lnTo>
                    <a:pt x="51863" y="1489"/>
                  </a:lnTo>
                  <a:lnTo>
                    <a:pt x="55929" y="5209"/>
                  </a:lnTo>
                  <a:lnTo>
                    <a:pt x="58225" y="8992"/>
                  </a:lnTo>
                  <a:lnTo>
                    <a:pt x="60620" y="19639"/>
                  </a:lnTo>
                  <a:lnTo>
                    <a:pt x="61896" y="19563"/>
                  </a:lnTo>
                  <a:lnTo>
                    <a:pt x="60833" y="24929"/>
                  </a:lnTo>
                  <a:lnTo>
                    <a:pt x="59643" y="25048"/>
                  </a:lnTo>
                  <a:lnTo>
                    <a:pt x="59332" y="31989"/>
                  </a:lnTo>
                  <a:lnTo>
                    <a:pt x="60077" y="35419"/>
                  </a:lnTo>
                  <a:lnTo>
                    <a:pt x="59297" y="35982"/>
                  </a:lnTo>
                  <a:lnTo>
                    <a:pt x="54798" y="35513"/>
                  </a:lnTo>
                  <a:lnTo>
                    <a:pt x="52838" y="44079"/>
                  </a:lnTo>
                  <a:lnTo>
                    <a:pt x="52227" y="50791"/>
                  </a:lnTo>
                  <a:lnTo>
                    <a:pt x="50523" y="48615"/>
                  </a:lnTo>
                  <a:lnTo>
                    <a:pt x="48177" y="49582"/>
                  </a:lnTo>
                  <a:lnTo>
                    <a:pt x="41835" y="48495"/>
                  </a:lnTo>
                  <a:lnTo>
                    <a:pt x="41898" y="42473"/>
                  </a:lnTo>
                  <a:lnTo>
                    <a:pt x="34038" y="43705"/>
                  </a:lnTo>
                  <a:lnTo>
                    <a:pt x="35155" y="50256"/>
                  </a:lnTo>
                  <a:lnTo>
                    <a:pt x="30356" y="53646"/>
                  </a:lnTo>
                  <a:lnTo>
                    <a:pt x="27613" y="46099"/>
                  </a:lnTo>
                  <a:lnTo>
                    <a:pt x="24070" y="40672"/>
                  </a:lnTo>
                  <a:lnTo>
                    <a:pt x="21847" y="40502"/>
                  </a:lnTo>
                  <a:lnTo>
                    <a:pt x="21970" y="44592"/>
                  </a:lnTo>
                  <a:lnTo>
                    <a:pt x="15295" y="45212"/>
                  </a:lnTo>
                  <a:lnTo>
                    <a:pt x="15579" y="48351"/>
                  </a:lnTo>
                  <a:lnTo>
                    <a:pt x="17523" y="47925"/>
                  </a:lnTo>
                  <a:lnTo>
                    <a:pt x="19217" y="50473"/>
                  </a:lnTo>
                  <a:lnTo>
                    <a:pt x="17341" y="56183"/>
                  </a:lnTo>
                  <a:lnTo>
                    <a:pt x="15953" y="58161"/>
                  </a:lnTo>
                  <a:lnTo>
                    <a:pt x="9565" y="59807"/>
                  </a:lnTo>
                  <a:lnTo>
                    <a:pt x="9599" y="56624"/>
                  </a:lnTo>
                  <a:lnTo>
                    <a:pt x="3916" y="56067"/>
                  </a:lnTo>
                  <a:lnTo>
                    <a:pt x="3462" y="46309"/>
                  </a:lnTo>
                  <a:lnTo>
                    <a:pt x="4498" y="46403"/>
                  </a:lnTo>
                  <a:lnTo>
                    <a:pt x="5160" y="42228"/>
                  </a:lnTo>
                  <a:lnTo>
                    <a:pt x="8149" y="32437"/>
                  </a:lnTo>
                  <a:lnTo>
                    <a:pt x="0" y="28153"/>
                  </a:lnTo>
                  <a:lnTo>
                    <a:pt x="7723" y="20687"/>
                  </a:lnTo>
                  <a:lnTo>
                    <a:pt x="19544" y="20967"/>
                  </a:lnTo>
                  <a:lnTo>
                    <a:pt x="26972" y="22587"/>
                  </a:lnTo>
                  <a:lnTo>
                    <a:pt x="23554" y="7184"/>
                  </a:lnTo>
                  <a:lnTo>
                    <a:pt x="26333" y="7813"/>
                  </a:lnTo>
                  <a:lnTo>
                    <a:pt x="28206" y="2791"/>
                  </a:lnTo>
                  <a:lnTo>
                    <a:pt x="3271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h2363"/>
            <p:cNvSpPr/>
            <p:nvPr/>
          </p:nvSpPr>
          <p:spPr>
            <a:xfrm>
              <a:off x="2605787" y="2422397"/>
              <a:ext cx="73390" cy="61350"/>
            </a:xfrm>
            <a:custGeom>
              <a:avLst/>
              <a:pathLst>
                <a:path w="73390" h="61350">
                  <a:moveTo>
                    <a:pt x="51247" y="404"/>
                  </a:moveTo>
                  <a:lnTo>
                    <a:pt x="54413" y="3140"/>
                  </a:lnTo>
                  <a:lnTo>
                    <a:pt x="57578" y="8238"/>
                  </a:lnTo>
                  <a:lnTo>
                    <a:pt x="68114" y="17943"/>
                  </a:lnTo>
                  <a:lnTo>
                    <a:pt x="68140" y="19783"/>
                  </a:lnTo>
                  <a:lnTo>
                    <a:pt x="73390" y="25131"/>
                  </a:lnTo>
                  <a:lnTo>
                    <a:pt x="63409" y="25065"/>
                  </a:lnTo>
                  <a:lnTo>
                    <a:pt x="62633" y="29229"/>
                  </a:lnTo>
                  <a:lnTo>
                    <a:pt x="64335" y="29869"/>
                  </a:lnTo>
                  <a:lnTo>
                    <a:pt x="62159" y="42092"/>
                  </a:lnTo>
                  <a:lnTo>
                    <a:pt x="61384" y="41995"/>
                  </a:lnTo>
                  <a:lnTo>
                    <a:pt x="57460" y="40768"/>
                  </a:lnTo>
                  <a:lnTo>
                    <a:pt x="55595" y="43326"/>
                  </a:lnTo>
                  <a:lnTo>
                    <a:pt x="55413" y="46983"/>
                  </a:lnTo>
                  <a:lnTo>
                    <a:pt x="57595" y="47264"/>
                  </a:lnTo>
                  <a:lnTo>
                    <a:pt x="57382" y="51856"/>
                  </a:lnTo>
                  <a:lnTo>
                    <a:pt x="54055" y="51848"/>
                  </a:lnTo>
                  <a:lnTo>
                    <a:pt x="53075" y="50768"/>
                  </a:lnTo>
                  <a:lnTo>
                    <a:pt x="47385" y="50915"/>
                  </a:lnTo>
                  <a:lnTo>
                    <a:pt x="38049" y="52999"/>
                  </a:lnTo>
                  <a:lnTo>
                    <a:pt x="25804" y="61350"/>
                  </a:lnTo>
                  <a:lnTo>
                    <a:pt x="20811" y="59321"/>
                  </a:lnTo>
                  <a:lnTo>
                    <a:pt x="16762" y="55452"/>
                  </a:lnTo>
                  <a:lnTo>
                    <a:pt x="14034" y="49857"/>
                  </a:lnTo>
                  <a:lnTo>
                    <a:pt x="10532" y="49167"/>
                  </a:lnTo>
                  <a:lnTo>
                    <a:pt x="0" y="39043"/>
                  </a:lnTo>
                  <a:lnTo>
                    <a:pt x="898" y="25916"/>
                  </a:lnTo>
                  <a:lnTo>
                    <a:pt x="7079" y="11034"/>
                  </a:lnTo>
                  <a:lnTo>
                    <a:pt x="7458" y="2482"/>
                  </a:lnTo>
                  <a:lnTo>
                    <a:pt x="26494" y="4186"/>
                  </a:lnTo>
                  <a:lnTo>
                    <a:pt x="29230" y="877"/>
                  </a:lnTo>
                  <a:lnTo>
                    <a:pt x="38008" y="1387"/>
                  </a:lnTo>
                  <a:lnTo>
                    <a:pt x="4875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h2364"/>
            <p:cNvSpPr/>
            <p:nvPr/>
          </p:nvSpPr>
          <p:spPr>
            <a:xfrm>
              <a:off x="2655085" y="2532939"/>
              <a:ext cx="103829" cy="69770"/>
            </a:xfrm>
            <a:custGeom>
              <a:avLst/>
              <a:pathLst>
                <a:path w="103829" h="69770">
                  <a:moveTo>
                    <a:pt x="40243" y="0"/>
                  </a:moveTo>
                  <a:lnTo>
                    <a:pt x="45566" y="477"/>
                  </a:lnTo>
                  <a:lnTo>
                    <a:pt x="46849" y="3982"/>
                  </a:lnTo>
                  <a:lnTo>
                    <a:pt x="51928" y="6860"/>
                  </a:lnTo>
                  <a:lnTo>
                    <a:pt x="50260" y="21610"/>
                  </a:lnTo>
                  <a:lnTo>
                    <a:pt x="61655" y="20949"/>
                  </a:lnTo>
                  <a:lnTo>
                    <a:pt x="64164" y="22084"/>
                  </a:lnTo>
                  <a:lnTo>
                    <a:pt x="64942" y="35276"/>
                  </a:lnTo>
                  <a:lnTo>
                    <a:pt x="62512" y="35421"/>
                  </a:lnTo>
                  <a:lnTo>
                    <a:pt x="62800" y="40443"/>
                  </a:lnTo>
                  <a:lnTo>
                    <a:pt x="65227" y="40271"/>
                  </a:lnTo>
                  <a:lnTo>
                    <a:pt x="65567" y="48590"/>
                  </a:lnTo>
                  <a:lnTo>
                    <a:pt x="67969" y="48927"/>
                  </a:lnTo>
                  <a:lnTo>
                    <a:pt x="71908" y="45301"/>
                  </a:lnTo>
                  <a:lnTo>
                    <a:pt x="73494" y="35760"/>
                  </a:lnTo>
                  <a:lnTo>
                    <a:pt x="79206" y="33203"/>
                  </a:lnTo>
                  <a:lnTo>
                    <a:pt x="79908" y="34707"/>
                  </a:lnTo>
                  <a:lnTo>
                    <a:pt x="83299" y="32808"/>
                  </a:lnTo>
                  <a:lnTo>
                    <a:pt x="84767" y="29525"/>
                  </a:lnTo>
                  <a:lnTo>
                    <a:pt x="91714" y="28449"/>
                  </a:lnTo>
                  <a:lnTo>
                    <a:pt x="90494" y="32955"/>
                  </a:lnTo>
                  <a:lnTo>
                    <a:pt x="96150" y="34539"/>
                  </a:lnTo>
                  <a:lnTo>
                    <a:pt x="96870" y="40993"/>
                  </a:lnTo>
                  <a:lnTo>
                    <a:pt x="103829" y="44787"/>
                  </a:lnTo>
                  <a:lnTo>
                    <a:pt x="102804" y="47112"/>
                  </a:lnTo>
                  <a:lnTo>
                    <a:pt x="103109" y="49442"/>
                  </a:lnTo>
                  <a:lnTo>
                    <a:pt x="98232" y="60542"/>
                  </a:lnTo>
                  <a:lnTo>
                    <a:pt x="93314" y="59187"/>
                  </a:lnTo>
                  <a:lnTo>
                    <a:pt x="87248" y="59729"/>
                  </a:lnTo>
                  <a:lnTo>
                    <a:pt x="86573" y="65871"/>
                  </a:lnTo>
                  <a:lnTo>
                    <a:pt x="78321" y="66214"/>
                  </a:lnTo>
                  <a:lnTo>
                    <a:pt x="77904" y="69770"/>
                  </a:lnTo>
                  <a:lnTo>
                    <a:pt x="73076" y="69211"/>
                  </a:lnTo>
                  <a:lnTo>
                    <a:pt x="69702" y="67584"/>
                  </a:lnTo>
                  <a:lnTo>
                    <a:pt x="70162" y="64228"/>
                  </a:lnTo>
                  <a:lnTo>
                    <a:pt x="65494" y="64133"/>
                  </a:lnTo>
                  <a:lnTo>
                    <a:pt x="65704" y="65296"/>
                  </a:lnTo>
                  <a:lnTo>
                    <a:pt x="62235" y="65065"/>
                  </a:lnTo>
                  <a:lnTo>
                    <a:pt x="61084" y="60447"/>
                  </a:lnTo>
                  <a:lnTo>
                    <a:pt x="60969" y="58728"/>
                  </a:lnTo>
                  <a:lnTo>
                    <a:pt x="42631" y="56008"/>
                  </a:lnTo>
                  <a:lnTo>
                    <a:pt x="35255" y="53149"/>
                  </a:lnTo>
                  <a:lnTo>
                    <a:pt x="32989" y="53492"/>
                  </a:lnTo>
                  <a:lnTo>
                    <a:pt x="32087" y="55158"/>
                  </a:lnTo>
                  <a:lnTo>
                    <a:pt x="27571" y="58099"/>
                  </a:lnTo>
                  <a:lnTo>
                    <a:pt x="22054" y="56729"/>
                  </a:lnTo>
                  <a:lnTo>
                    <a:pt x="14500" y="57084"/>
                  </a:lnTo>
                  <a:lnTo>
                    <a:pt x="15002" y="56633"/>
                  </a:lnTo>
                  <a:lnTo>
                    <a:pt x="9820" y="54130"/>
                  </a:lnTo>
                  <a:lnTo>
                    <a:pt x="0" y="55299"/>
                  </a:lnTo>
                  <a:lnTo>
                    <a:pt x="6914" y="52138"/>
                  </a:lnTo>
                  <a:lnTo>
                    <a:pt x="9630" y="42712"/>
                  </a:lnTo>
                  <a:lnTo>
                    <a:pt x="12976" y="39437"/>
                  </a:lnTo>
                  <a:lnTo>
                    <a:pt x="14518" y="38925"/>
                  </a:lnTo>
                  <a:lnTo>
                    <a:pt x="9269" y="32965"/>
                  </a:lnTo>
                  <a:lnTo>
                    <a:pt x="8064" y="25132"/>
                  </a:lnTo>
                  <a:lnTo>
                    <a:pt x="8413" y="21587"/>
                  </a:lnTo>
                  <a:lnTo>
                    <a:pt x="12761" y="21747"/>
                  </a:lnTo>
                  <a:lnTo>
                    <a:pt x="16330" y="21861"/>
                  </a:lnTo>
                  <a:lnTo>
                    <a:pt x="15837" y="20510"/>
                  </a:lnTo>
                  <a:lnTo>
                    <a:pt x="13643" y="20217"/>
                  </a:lnTo>
                  <a:lnTo>
                    <a:pt x="13574" y="17670"/>
                  </a:lnTo>
                  <a:lnTo>
                    <a:pt x="17619" y="12801"/>
                  </a:lnTo>
                  <a:lnTo>
                    <a:pt x="19848" y="5864"/>
                  </a:lnTo>
                  <a:lnTo>
                    <a:pt x="23694" y="5628"/>
                  </a:lnTo>
                  <a:lnTo>
                    <a:pt x="26883" y="2494"/>
                  </a:lnTo>
                  <a:lnTo>
                    <a:pt x="28942" y="47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h2365"/>
            <p:cNvSpPr/>
            <p:nvPr/>
          </p:nvSpPr>
          <p:spPr>
            <a:xfrm>
              <a:off x="2603939" y="2492446"/>
              <a:ext cx="65663" cy="106922"/>
            </a:xfrm>
            <a:custGeom>
              <a:avLst/>
              <a:pathLst>
                <a:path w="65663" h="106922">
                  <a:moveTo>
                    <a:pt x="25219" y="1146"/>
                  </a:moveTo>
                  <a:lnTo>
                    <a:pt x="27437" y="8063"/>
                  </a:lnTo>
                  <a:lnTo>
                    <a:pt x="36314" y="8050"/>
                  </a:lnTo>
                  <a:lnTo>
                    <a:pt x="39140" y="6574"/>
                  </a:lnTo>
                  <a:lnTo>
                    <a:pt x="39441" y="7191"/>
                  </a:lnTo>
                  <a:lnTo>
                    <a:pt x="44805" y="7018"/>
                  </a:lnTo>
                  <a:lnTo>
                    <a:pt x="47534" y="11426"/>
                  </a:lnTo>
                  <a:lnTo>
                    <a:pt x="42502" y="14377"/>
                  </a:lnTo>
                  <a:lnTo>
                    <a:pt x="47449" y="28593"/>
                  </a:lnTo>
                  <a:lnTo>
                    <a:pt x="50933" y="30026"/>
                  </a:lnTo>
                  <a:lnTo>
                    <a:pt x="51468" y="31864"/>
                  </a:lnTo>
                  <a:lnTo>
                    <a:pt x="50695" y="34210"/>
                  </a:lnTo>
                  <a:lnTo>
                    <a:pt x="47532" y="33802"/>
                  </a:lnTo>
                  <a:lnTo>
                    <a:pt x="48767" y="44521"/>
                  </a:lnTo>
                  <a:lnTo>
                    <a:pt x="51303" y="51075"/>
                  </a:lnTo>
                  <a:lnTo>
                    <a:pt x="52602" y="58568"/>
                  </a:lnTo>
                  <a:lnTo>
                    <a:pt x="56458" y="57543"/>
                  </a:lnTo>
                  <a:lnTo>
                    <a:pt x="59500" y="58412"/>
                  </a:lnTo>
                  <a:lnTo>
                    <a:pt x="63907" y="62240"/>
                  </a:lnTo>
                  <a:lnTo>
                    <a:pt x="59558" y="62079"/>
                  </a:lnTo>
                  <a:lnTo>
                    <a:pt x="59209" y="65625"/>
                  </a:lnTo>
                  <a:lnTo>
                    <a:pt x="60415" y="73458"/>
                  </a:lnTo>
                  <a:lnTo>
                    <a:pt x="65663" y="79418"/>
                  </a:lnTo>
                  <a:lnTo>
                    <a:pt x="64121" y="79930"/>
                  </a:lnTo>
                  <a:lnTo>
                    <a:pt x="60775" y="83205"/>
                  </a:lnTo>
                  <a:lnTo>
                    <a:pt x="58060" y="92631"/>
                  </a:lnTo>
                  <a:lnTo>
                    <a:pt x="51145" y="95792"/>
                  </a:lnTo>
                  <a:lnTo>
                    <a:pt x="50974" y="97334"/>
                  </a:lnTo>
                  <a:lnTo>
                    <a:pt x="46149" y="95278"/>
                  </a:lnTo>
                  <a:lnTo>
                    <a:pt x="41549" y="95868"/>
                  </a:lnTo>
                  <a:lnTo>
                    <a:pt x="40282" y="106851"/>
                  </a:lnTo>
                  <a:lnTo>
                    <a:pt x="33939" y="106922"/>
                  </a:lnTo>
                  <a:lnTo>
                    <a:pt x="32545" y="102883"/>
                  </a:lnTo>
                  <a:lnTo>
                    <a:pt x="30116" y="101892"/>
                  </a:lnTo>
                  <a:lnTo>
                    <a:pt x="27892" y="102086"/>
                  </a:lnTo>
                  <a:lnTo>
                    <a:pt x="27735" y="105474"/>
                  </a:lnTo>
                  <a:lnTo>
                    <a:pt x="26410" y="104765"/>
                  </a:lnTo>
                  <a:lnTo>
                    <a:pt x="26249" y="102095"/>
                  </a:lnTo>
                  <a:lnTo>
                    <a:pt x="23931" y="99567"/>
                  </a:lnTo>
                  <a:lnTo>
                    <a:pt x="22638" y="82496"/>
                  </a:lnTo>
                  <a:lnTo>
                    <a:pt x="18503" y="82579"/>
                  </a:lnTo>
                  <a:lnTo>
                    <a:pt x="18319" y="79377"/>
                  </a:lnTo>
                  <a:lnTo>
                    <a:pt x="23088" y="80930"/>
                  </a:lnTo>
                  <a:lnTo>
                    <a:pt x="23659" y="80018"/>
                  </a:lnTo>
                  <a:lnTo>
                    <a:pt x="20482" y="69286"/>
                  </a:lnTo>
                  <a:lnTo>
                    <a:pt x="20793" y="68087"/>
                  </a:lnTo>
                  <a:lnTo>
                    <a:pt x="22440" y="68357"/>
                  </a:lnTo>
                  <a:lnTo>
                    <a:pt x="22156" y="60612"/>
                  </a:lnTo>
                  <a:lnTo>
                    <a:pt x="17092" y="55464"/>
                  </a:lnTo>
                  <a:lnTo>
                    <a:pt x="15827" y="55482"/>
                  </a:lnTo>
                  <a:lnTo>
                    <a:pt x="16082" y="59682"/>
                  </a:lnTo>
                  <a:lnTo>
                    <a:pt x="12480" y="59733"/>
                  </a:lnTo>
                  <a:lnTo>
                    <a:pt x="4760" y="37050"/>
                  </a:lnTo>
                  <a:lnTo>
                    <a:pt x="0" y="27048"/>
                  </a:lnTo>
                  <a:lnTo>
                    <a:pt x="2722" y="26660"/>
                  </a:lnTo>
                  <a:lnTo>
                    <a:pt x="4160" y="23744"/>
                  </a:lnTo>
                  <a:lnTo>
                    <a:pt x="1547" y="17252"/>
                  </a:lnTo>
                  <a:lnTo>
                    <a:pt x="2246" y="14478"/>
                  </a:lnTo>
                  <a:lnTo>
                    <a:pt x="7145" y="15844"/>
                  </a:lnTo>
                  <a:lnTo>
                    <a:pt x="12269" y="13689"/>
                  </a:lnTo>
                  <a:lnTo>
                    <a:pt x="2202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h2366"/>
            <p:cNvSpPr/>
            <p:nvPr/>
          </p:nvSpPr>
          <p:spPr>
            <a:xfrm>
              <a:off x="2595762" y="2380099"/>
              <a:ext cx="38873" cy="35949"/>
            </a:xfrm>
            <a:custGeom>
              <a:avLst/>
              <a:pathLst>
                <a:path w="38873" h="35949">
                  <a:moveTo>
                    <a:pt x="38873" y="0"/>
                  </a:moveTo>
                  <a:lnTo>
                    <a:pt x="33201" y="20440"/>
                  </a:lnTo>
                  <a:lnTo>
                    <a:pt x="33130" y="26569"/>
                  </a:lnTo>
                  <a:lnTo>
                    <a:pt x="31561" y="27286"/>
                  </a:lnTo>
                  <a:lnTo>
                    <a:pt x="30704" y="26879"/>
                  </a:lnTo>
                  <a:lnTo>
                    <a:pt x="28010" y="23916"/>
                  </a:lnTo>
                  <a:lnTo>
                    <a:pt x="19612" y="26685"/>
                  </a:lnTo>
                  <a:lnTo>
                    <a:pt x="15056" y="29332"/>
                  </a:lnTo>
                  <a:lnTo>
                    <a:pt x="14055" y="35949"/>
                  </a:lnTo>
                  <a:lnTo>
                    <a:pt x="11674" y="30397"/>
                  </a:lnTo>
                  <a:lnTo>
                    <a:pt x="1724" y="33566"/>
                  </a:lnTo>
                  <a:lnTo>
                    <a:pt x="0" y="24386"/>
                  </a:lnTo>
                  <a:lnTo>
                    <a:pt x="3343" y="21467"/>
                  </a:lnTo>
                  <a:lnTo>
                    <a:pt x="14649" y="15174"/>
                  </a:lnTo>
                  <a:lnTo>
                    <a:pt x="18711" y="15167"/>
                  </a:lnTo>
                  <a:lnTo>
                    <a:pt x="21262" y="16698"/>
                  </a:lnTo>
                  <a:lnTo>
                    <a:pt x="22240" y="16279"/>
                  </a:lnTo>
                  <a:lnTo>
                    <a:pt x="27776" y="12491"/>
                  </a:lnTo>
                  <a:lnTo>
                    <a:pt x="27570" y="7504"/>
                  </a:lnTo>
                  <a:lnTo>
                    <a:pt x="29660" y="3766"/>
                  </a:lnTo>
                  <a:lnTo>
                    <a:pt x="33835" y="68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h2367"/>
            <p:cNvSpPr/>
            <p:nvPr/>
          </p:nvSpPr>
          <p:spPr>
            <a:xfrm>
              <a:off x="2681297" y="2474874"/>
              <a:ext cx="101419" cy="117870"/>
            </a:xfrm>
            <a:custGeom>
              <a:avLst/>
              <a:pathLst>
                <a:path w="101419" h="117870">
                  <a:moveTo>
                    <a:pt x="51440" y="0"/>
                  </a:moveTo>
                  <a:lnTo>
                    <a:pt x="51728" y="3301"/>
                  </a:lnTo>
                  <a:lnTo>
                    <a:pt x="53695" y="6399"/>
                  </a:lnTo>
                  <a:lnTo>
                    <a:pt x="57846" y="6853"/>
                  </a:lnTo>
                  <a:lnTo>
                    <a:pt x="60236" y="2330"/>
                  </a:lnTo>
                  <a:lnTo>
                    <a:pt x="61616" y="5044"/>
                  </a:lnTo>
                  <a:lnTo>
                    <a:pt x="62126" y="6756"/>
                  </a:lnTo>
                  <a:lnTo>
                    <a:pt x="64552" y="8228"/>
                  </a:lnTo>
                  <a:lnTo>
                    <a:pt x="65946" y="10402"/>
                  </a:lnTo>
                  <a:lnTo>
                    <a:pt x="65784" y="11393"/>
                  </a:lnTo>
                  <a:lnTo>
                    <a:pt x="59465" y="15326"/>
                  </a:lnTo>
                  <a:lnTo>
                    <a:pt x="59602" y="22663"/>
                  </a:lnTo>
                  <a:lnTo>
                    <a:pt x="61300" y="26294"/>
                  </a:lnTo>
                  <a:lnTo>
                    <a:pt x="66719" y="23092"/>
                  </a:lnTo>
                  <a:lnTo>
                    <a:pt x="69839" y="28729"/>
                  </a:lnTo>
                  <a:lnTo>
                    <a:pt x="69297" y="35589"/>
                  </a:lnTo>
                  <a:lnTo>
                    <a:pt x="65361" y="35211"/>
                  </a:lnTo>
                  <a:lnTo>
                    <a:pt x="63605" y="50531"/>
                  </a:lnTo>
                  <a:lnTo>
                    <a:pt x="69082" y="56005"/>
                  </a:lnTo>
                  <a:lnTo>
                    <a:pt x="74985" y="63527"/>
                  </a:lnTo>
                  <a:lnTo>
                    <a:pt x="75857" y="67400"/>
                  </a:lnTo>
                  <a:lnTo>
                    <a:pt x="73541" y="71132"/>
                  </a:lnTo>
                  <a:lnTo>
                    <a:pt x="72177" y="75792"/>
                  </a:lnTo>
                  <a:lnTo>
                    <a:pt x="77133" y="76385"/>
                  </a:lnTo>
                  <a:lnTo>
                    <a:pt x="77275" y="75479"/>
                  </a:lnTo>
                  <a:lnTo>
                    <a:pt x="81904" y="76019"/>
                  </a:lnTo>
                  <a:lnTo>
                    <a:pt x="83421" y="79657"/>
                  </a:lnTo>
                  <a:lnTo>
                    <a:pt x="82408" y="85799"/>
                  </a:lnTo>
                  <a:lnTo>
                    <a:pt x="90538" y="92739"/>
                  </a:lnTo>
                  <a:lnTo>
                    <a:pt x="96189" y="90429"/>
                  </a:lnTo>
                  <a:lnTo>
                    <a:pt x="97487" y="91067"/>
                  </a:lnTo>
                  <a:lnTo>
                    <a:pt x="97613" y="92221"/>
                  </a:lnTo>
                  <a:lnTo>
                    <a:pt x="100926" y="90859"/>
                  </a:lnTo>
                  <a:lnTo>
                    <a:pt x="101419" y="96057"/>
                  </a:lnTo>
                  <a:lnTo>
                    <a:pt x="98796" y="99660"/>
                  </a:lnTo>
                  <a:lnTo>
                    <a:pt x="95286" y="98623"/>
                  </a:lnTo>
                  <a:lnTo>
                    <a:pt x="90392" y="110376"/>
                  </a:lnTo>
                  <a:lnTo>
                    <a:pt x="87359" y="107843"/>
                  </a:lnTo>
                  <a:lnTo>
                    <a:pt x="86087" y="110640"/>
                  </a:lnTo>
                  <a:lnTo>
                    <a:pt x="89440" y="113206"/>
                  </a:lnTo>
                  <a:lnTo>
                    <a:pt x="88887" y="114757"/>
                  </a:lnTo>
                  <a:lnTo>
                    <a:pt x="87262" y="115393"/>
                  </a:lnTo>
                  <a:lnTo>
                    <a:pt x="86414" y="114310"/>
                  </a:lnTo>
                  <a:lnTo>
                    <a:pt x="83992" y="113955"/>
                  </a:lnTo>
                  <a:lnTo>
                    <a:pt x="82990" y="117870"/>
                  </a:lnTo>
                  <a:lnTo>
                    <a:pt x="80222" y="116993"/>
                  </a:lnTo>
                  <a:lnTo>
                    <a:pt x="82462" y="108437"/>
                  </a:lnTo>
                  <a:lnTo>
                    <a:pt x="78143" y="104606"/>
                  </a:lnTo>
                  <a:lnTo>
                    <a:pt x="76592" y="105177"/>
                  </a:lnTo>
                  <a:lnTo>
                    <a:pt x="77617" y="102851"/>
                  </a:lnTo>
                  <a:lnTo>
                    <a:pt x="70658" y="99057"/>
                  </a:lnTo>
                  <a:lnTo>
                    <a:pt x="69937" y="92604"/>
                  </a:lnTo>
                  <a:lnTo>
                    <a:pt x="64282" y="91020"/>
                  </a:lnTo>
                  <a:lnTo>
                    <a:pt x="65502" y="86513"/>
                  </a:lnTo>
                  <a:lnTo>
                    <a:pt x="58555" y="87590"/>
                  </a:lnTo>
                  <a:lnTo>
                    <a:pt x="57087" y="90872"/>
                  </a:lnTo>
                  <a:lnTo>
                    <a:pt x="53695" y="92772"/>
                  </a:lnTo>
                  <a:lnTo>
                    <a:pt x="52994" y="91267"/>
                  </a:lnTo>
                  <a:lnTo>
                    <a:pt x="47281" y="93824"/>
                  </a:lnTo>
                  <a:lnTo>
                    <a:pt x="45696" y="103366"/>
                  </a:lnTo>
                  <a:lnTo>
                    <a:pt x="41756" y="106992"/>
                  </a:lnTo>
                  <a:lnTo>
                    <a:pt x="39354" y="106654"/>
                  </a:lnTo>
                  <a:lnTo>
                    <a:pt x="39014" y="98335"/>
                  </a:lnTo>
                  <a:lnTo>
                    <a:pt x="36588" y="98507"/>
                  </a:lnTo>
                  <a:lnTo>
                    <a:pt x="36300" y="93486"/>
                  </a:lnTo>
                  <a:lnTo>
                    <a:pt x="38730" y="93341"/>
                  </a:lnTo>
                  <a:lnTo>
                    <a:pt x="37951" y="80149"/>
                  </a:lnTo>
                  <a:lnTo>
                    <a:pt x="35443" y="79013"/>
                  </a:lnTo>
                  <a:lnTo>
                    <a:pt x="24047" y="79675"/>
                  </a:lnTo>
                  <a:lnTo>
                    <a:pt x="25716" y="64924"/>
                  </a:lnTo>
                  <a:lnTo>
                    <a:pt x="20636" y="62046"/>
                  </a:lnTo>
                  <a:lnTo>
                    <a:pt x="19354" y="58542"/>
                  </a:lnTo>
                  <a:lnTo>
                    <a:pt x="14031" y="58064"/>
                  </a:lnTo>
                  <a:lnTo>
                    <a:pt x="2729" y="58535"/>
                  </a:lnTo>
                  <a:lnTo>
                    <a:pt x="671" y="60558"/>
                  </a:lnTo>
                  <a:lnTo>
                    <a:pt x="0" y="57661"/>
                  </a:lnTo>
                  <a:lnTo>
                    <a:pt x="1464" y="55560"/>
                  </a:lnTo>
                  <a:lnTo>
                    <a:pt x="11597" y="46345"/>
                  </a:lnTo>
                  <a:lnTo>
                    <a:pt x="11231" y="41340"/>
                  </a:lnTo>
                  <a:lnTo>
                    <a:pt x="11775" y="41352"/>
                  </a:lnTo>
                  <a:lnTo>
                    <a:pt x="15310" y="42559"/>
                  </a:lnTo>
                  <a:lnTo>
                    <a:pt x="17865" y="42312"/>
                  </a:lnTo>
                  <a:lnTo>
                    <a:pt x="31451" y="33518"/>
                  </a:lnTo>
                  <a:lnTo>
                    <a:pt x="35996" y="32143"/>
                  </a:lnTo>
                  <a:lnTo>
                    <a:pt x="36187" y="30522"/>
                  </a:lnTo>
                  <a:lnTo>
                    <a:pt x="39067" y="30954"/>
                  </a:lnTo>
                  <a:lnTo>
                    <a:pt x="40902" y="28376"/>
                  </a:lnTo>
                  <a:lnTo>
                    <a:pt x="40347" y="27265"/>
                  </a:lnTo>
                  <a:lnTo>
                    <a:pt x="37494" y="25810"/>
                  </a:lnTo>
                  <a:lnTo>
                    <a:pt x="36166" y="21156"/>
                  </a:lnTo>
                  <a:lnTo>
                    <a:pt x="37698" y="19714"/>
                  </a:lnTo>
                  <a:lnTo>
                    <a:pt x="40150" y="22596"/>
                  </a:lnTo>
                  <a:lnTo>
                    <a:pt x="39040" y="18823"/>
                  </a:lnTo>
                  <a:lnTo>
                    <a:pt x="39090" y="14814"/>
                  </a:lnTo>
                  <a:lnTo>
                    <a:pt x="42903" y="4983"/>
                  </a:lnTo>
                  <a:lnTo>
                    <a:pt x="49424" y="3841"/>
                  </a:lnTo>
                  <a:lnTo>
                    <a:pt x="50133" y="3281"/>
                  </a:lnTo>
                  <a:lnTo>
                    <a:pt x="49840" y="2203"/>
                  </a:lnTo>
                  <a:lnTo>
                    <a:pt x="50193" y="47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h2368"/>
            <p:cNvSpPr/>
            <p:nvPr/>
          </p:nvSpPr>
          <p:spPr>
            <a:xfrm>
              <a:off x="2669585" y="2586088"/>
              <a:ext cx="46837" cy="45730"/>
            </a:xfrm>
            <a:custGeom>
              <a:avLst/>
              <a:pathLst>
                <a:path w="46837" h="45730">
                  <a:moveTo>
                    <a:pt x="20755" y="0"/>
                  </a:moveTo>
                  <a:lnTo>
                    <a:pt x="28131" y="2859"/>
                  </a:lnTo>
                  <a:lnTo>
                    <a:pt x="46469" y="5579"/>
                  </a:lnTo>
                  <a:lnTo>
                    <a:pt x="46583" y="7298"/>
                  </a:lnTo>
                  <a:lnTo>
                    <a:pt x="44834" y="14808"/>
                  </a:lnTo>
                  <a:lnTo>
                    <a:pt x="46837" y="14713"/>
                  </a:lnTo>
                  <a:lnTo>
                    <a:pt x="44087" y="31431"/>
                  </a:lnTo>
                  <a:lnTo>
                    <a:pt x="37276" y="30448"/>
                  </a:lnTo>
                  <a:lnTo>
                    <a:pt x="32124" y="34785"/>
                  </a:lnTo>
                  <a:lnTo>
                    <a:pt x="30999" y="41729"/>
                  </a:lnTo>
                  <a:lnTo>
                    <a:pt x="31728" y="41826"/>
                  </a:lnTo>
                  <a:lnTo>
                    <a:pt x="32068" y="39168"/>
                  </a:lnTo>
                  <a:lnTo>
                    <a:pt x="34538" y="40315"/>
                  </a:lnTo>
                  <a:lnTo>
                    <a:pt x="34007" y="44435"/>
                  </a:lnTo>
                  <a:lnTo>
                    <a:pt x="30315" y="45624"/>
                  </a:lnTo>
                  <a:lnTo>
                    <a:pt x="25127" y="45730"/>
                  </a:lnTo>
                  <a:lnTo>
                    <a:pt x="22237" y="43645"/>
                  </a:lnTo>
                  <a:lnTo>
                    <a:pt x="16728" y="42073"/>
                  </a:lnTo>
                  <a:lnTo>
                    <a:pt x="16048" y="40788"/>
                  </a:lnTo>
                  <a:lnTo>
                    <a:pt x="17574" y="30882"/>
                  </a:lnTo>
                  <a:lnTo>
                    <a:pt x="19039" y="27787"/>
                  </a:lnTo>
                  <a:lnTo>
                    <a:pt x="18890" y="22055"/>
                  </a:lnTo>
                  <a:lnTo>
                    <a:pt x="16721" y="20187"/>
                  </a:lnTo>
                  <a:lnTo>
                    <a:pt x="14023" y="20249"/>
                  </a:lnTo>
                  <a:lnTo>
                    <a:pt x="9753" y="18877"/>
                  </a:lnTo>
                  <a:lnTo>
                    <a:pt x="5199" y="14309"/>
                  </a:lnTo>
                  <a:lnTo>
                    <a:pt x="1107" y="7890"/>
                  </a:lnTo>
                  <a:lnTo>
                    <a:pt x="0" y="3935"/>
                  </a:lnTo>
                  <a:lnTo>
                    <a:pt x="7554" y="3580"/>
                  </a:lnTo>
                  <a:lnTo>
                    <a:pt x="13070" y="4949"/>
                  </a:lnTo>
                  <a:lnTo>
                    <a:pt x="17587" y="2009"/>
                  </a:lnTo>
                  <a:lnTo>
                    <a:pt x="18489" y="34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h2369"/>
            <p:cNvSpPr/>
            <p:nvPr/>
          </p:nvSpPr>
          <p:spPr>
            <a:xfrm>
              <a:off x="2609817" y="2370810"/>
              <a:ext cx="55977" cy="55773"/>
            </a:xfrm>
            <a:custGeom>
              <a:avLst/>
              <a:pathLst>
                <a:path w="55977" h="55773">
                  <a:moveTo>
                    <a:pt x="47695" y="4065"/>
                  </a:moveTo>
                  <a:lnTo>
                    <a:pt x="49616" y="9272"/>
                  </a:lnTo>
                  <a:lnTo>
                    <a:pt x="51439" y="8486"/>
                  </a:lnTo>
                  <a:lnTo>
                    <a:pt x="50805" y="22627"/>
                  </a:lnTo>
                  <a:lnTo>
                    <a:pt x="50194" y="23146"/>
                  </a:lnTo>
                  <a:lnTo>
                    <a:pt x="49971" y="26391"/>
                  </a:lnTo>
                  <a:lnTo>
                    <a:pt x="55977" y="26461"/>
                  </a:lnTo>
                  <a:lnTo>
                    <a:pt x="50674" y="33024"/>
                  </a:lnTo>
                  <a:lnTo>
                    <a:pt x="50379" y="43752"/>
                  </a:lnTo>
                  <a:lnTo>
                    <a:pt x="49339" y="43820"/>
                  </a:lnTo>
                  <a:lnTo>
                    <a:pt x="44720" y="51586"/>
                  </a:lnTo>
                  <a:lnTo>
                    <a:pt x="33978" y="52974"/>
                  </a:lnTo>
                  <a:lnTo>
                    <a:pt x="25199" y="52463"/>
                  </a:lnTo>
                  <a:lnTo>
                    <a:pt x="22464" y="55773"/>
                  </a:lnTo>
                  <a:lnTo>
                    <a:pt x="3428" y="54069"/>
                  </a:lnTo>
                  <a:lnTo>
                    <a:pt x="0" y="45237"/>
                  </a:lnTo>
                  <a:lnTo>
                    <a:pt x="1001" y="38620"/>
                  </a:lnTo>
                  <a:lnTo>
                    <a:pt x="5557" y="35974"/>
                  </a:lnTo>
                  <a:lnTo>
                    <a:pt x="13954" y="33205"/>
                  </a:lnTo>
                  <a:lnTo>
                    <a:pt x="16648" y="36168"/>
                  </a:lnTo>
                  <a:lnTo>
                    <a:pt x="17505" y="36574"/>
                  </a:lnTo>
                  <a:lnTo>
                    <a:pt x="19074" y="35858"/>
                  </a:lnTo>
                  <a:lnTo>
                    <a:pt x="19146" y="29728"/>
                  </a:lnTo>
                  <a:lnTo>
                    <a:pt x="24817" y="9288"/>
                  </a:lnTo>
                  <a:lnTo>
                    <a:pt x="29577" y="4397"/>
                  </a:lnTo>
                  <a:lnTo>
                    <a:pt x="34283" y="2611"/>
                  </a:lnTo>
                  <a:lnTo>
                    <a:pt x="3780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h2370"/>
            <p:cNvSpPr/>
            <p:nvPr/>
          </p:nvSpPr>
          <p:spPr>
            <a:xfrm>
              <a:off x="2586471" y="2045181"/>
              <a:ext cx="71850" cy="97117"/>
            </a:xfrm>
            <a:custGeom>
              <a:avLst/>
              <a:pathLst>
                <a:path w="71850" h="97117">
                  <a:moveTo>
                    <a:pt x="14727" y="682"/>
                  </a:moveTo>
                  <a:lnTo>
                    <a:pt x="17795" y="1892"/>
                  </a:lnTo>
                  <a:lnTo>
                    <a:pt x="31405" y="2576"/>
                  </a:lnTo>
                  <a:lnTo>
                    <a:pt x="32812" y="4116"/>
                  </a:lnTo>
                  <a:lnTo>
                    <a:pt x="35161" y="2912"/>
                  </a:lnTo>
                  <a:lnTo>
                    <a:pt x="36520" y="3386"/>
                  </a:lnTo>
                  <a:lnTo>
                    <a:pt x="37892" y="5264"/>
                  </a:lnTo>
                  <a:lnTo>
                    <a:pt x="39040" y="10505"/>
                  </a:lnTo>
                  <a:lnTo>
                    <a:pt x="39870" y="14927"/>
                  </a:lnTo>
                  <a:lnTo>
                    <a:pt x="39787" y="25945"/>
                  </a:lnTo>
                  <a:lnTo>
                    <a:pt x="37021" y="29692"/>
                  </a:lnTo>
                  <a:lnTo>
                    <a:pt x="38019" y="35424"/>
                  </a:lnTo>
                  <a:lnTo>
                    <a:pt x="39833" y="36672"/>
                  </a:lnTo>
                  <a:lnTo>
                    <a:pt x="41514" y="35741"/>
                  </a:lnTo>
                  <a:lnTo>
                    <a:pt x="44922" y="40317"/>
                  </a:lnTo>
                  <a:lnTo>
                    <a:pt x="44196" y="43195"/>
                  </a:lnTo>
                  <a:lnTo>
                    <a:pt x="45272" y="45883"/>
                  </a:lnTo>
                  <a:lnTo>
                    <a:pt x="52481" y="48856"/>
                  </a:lnTo>
                  <a:lnTo>
                    <a:pt x="52131" y="53872"/>
                  </a:lnTo>
                  <a:lnTo>
                    <a:pt x="53438" y="55465"/>
                  </a:lnTo>
                  <a:lnTo>
                    <a:pt x="56095" y="55478"/>
                  </a:lnTo>
                  <a:lnTo>
                    <a:pt x="57769" y="56351"/>
                  </a:lnTo>
                  <a:lnTo>
                    <a:pt x="59276" y="58351"/>
                  </a:lnTo>
                  <a:lnTo>
                    <a:pt x="62420" y="65552"/>
                  </a:lnTo>
                  <a:lnTo>
                    <a:pt x="62864" y="71062"/>
                  </a:lnTo>
                  <a:lnTo>
                    <a:pt x="66571" y="73722"/>
                  </a:lnTo>
                  <a:lnTo>
                    <a:pt x="66529" y="77772"/>
                  </a:lnTo>
                  <a:lnTo>
                    <a:pt x="67763" y="82709"/>
                  </a:lnTo>
                  <a:lnTo>
                    <a:pt x="70424" y="87237"/>
                  </a:lnTo>
                  <a:lnTo>
                    <a:pt x="71850" y="95241"/>
                  </a:lnTo>
                  <a:lnTo>
                    <a:pt x="62415" y="94421"/>
                  </a:lnTo>
                  <a:lnTo>
                    <a:pt x="62269" y="93137"/>
                  </a:lnTo>
                  <a:lnTo>
                    <a:pt x="51626" y="95629"/>
                  </a:lnTo>
                  <a:lnTo>
                    <a:pt x="51369" y="97117"/>
                  </a:lnTo>
                  <a:lnTo>
                    <a:pt x="44392" y="97021"/>
                  </a:lnTo>
                  <a:lnTo>
                    <a:pt x="44701" y="90916"/>
                  </a:lnTo>
                  <a:lnTo>
                    <a:pt x="27860" y="82286"/>
                  </a:lnTo>
                  <a:lnTo>
                    <a:pt x="13605" y="81768"/>
                  </a:lnTo>
                  <a:lnTo>
                    <a:pt x="13103" y="80129"/>
                  </a:lnTo>
                  <a:lnTo>
                    <a:pt x="13784" y="78516"/>
                  </a:lnTo>
                  <a:lnTo>
                    <a:pt x="18266" y="74328"/>
                  </a:lnTo>
                  <a:lnTo>
                    <a:pt x="18799" y="65768"/>
                  </a:lnTo>
                  <a:lnTo>
                    <a:pt x="22453" y="60580"/>
                  </a:lnTo>
                  <a:lnTo>
                    <a:pt x="21113" y="56350"/>
                  </a:lnTo>
                  <a:lnTo>
                    <a:pt x="12799" y="51520"/>
                  </a:lnTo>
                  <a:lnTo>
                    <a:pt x="10805" y="52228"/>
                  </a:lnTo>
                  <a:lnTo>
                    <a:pt x="6726" y="51298"/>
                  </a:lnTo>
                  <a:lnTo>
                    <a:pt x="2176" y="51806"/>
                  </a:lnTo>
                  <a:lnTo>
                    <a:pt x="486" y="53172"/>
                  </a:lnTo>
                  <a:lnTo>
                    <a:pt x="0" y="48116"/>
                  </a:lnTo>
                  <a:lnTo>
                    <a:pt x="4246" y="49074"/>
                  </a:lnTo>
                  <a:lnTo>
                    <a:pt x="13829" y="29853"/>
                  </a:lnTo>
                  <a:lnTo>
                    <a:pt x="12740" y="26939"/>
                  </a:lnTo>
                  <a:lnTo>
                    <a:pt x="10359" y="25105"/>
                  </a:lnTo>
                  <a:lnTo>
                    <a:pt x="1765" y="746"/>
                  </a:lnTo>
                  <a:lnTo>
                    <a:pt x="376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h2371"/>
            <p:cNvSpPr/>
            <p:nvPr/>
          </p:nvSpPr>
          <p:spPr>
            <a:xfrm>
              <a:off x="2829080" y="2691028"/>
              <a:ext cx="8885" cy="12581"/>
            </a:xfrm>
            <a:custGeom>
              <a:avLst/>
              <a:pathLst>
                <a:path w="8885" h="12581">
                  <a:moveTo>
                    <a:pt x="8885" y="8179"/>
                  </a:moveTo>
                  <a:lnTo>
                    <a:pt x="4054" y="10706"/>
                  </a:lnTo>
                  <a:lnTo>
                    <a:pt x="2698" y="12581"/>
                  </a:lnTo>
                  <a:lnTo>
                    <a:pt x="58" y="10514"/>
                  </a:lnTo>
                  <a:lnTo>
                    <a:pt x="908" y="2658"/>
                  </a:lnTo>
                  <a:lnTo>
                    <a:pt x="0" y="636"/>
                  </a:lnTo>
                  <a:lnTo>
                    <a:pt x="437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h2372"/>
            <p:cNvSpPr/>
            <p:nvPr/>
          </p:nvSpPr>
          <p:spPr>
            <a:xfrm>
              <a:off x="2570278" y="2505329"/>
              <a:ext cx="46140" cy="50400"/>
            </a:xfrm>
            <a:custGeom>
              <a:avLst/>
              <a:pathLst>
                <a:path w="46140" h="50400">
                  <a:moveTo>
                    <a:pt x="35906" y="1595"/>
                  </a:moveTo>
                  <a:lnTo>
                    <a:pt x="35208" y="4368"/>
                  </a:lnTo>
                  <a:lnTo>
                    <a:pt x="37821" y="10860"/>
                  </a:lnTo>
                  <a:lnTo>
                    <a:pt x="36382" y="13776"/>
                  </a:lnTo>
                  <a:lnTo>
                    <a:pt x="33660" y="14164"/>
                  </a:lnTo>
                  <a:lnTo>
                    <a:pt x="38421" y="24167"/>
                  </a:lnTo>
                  <a:lnTo>
                    <a:pt x="46140" y="46850"/>
                  </a:lnTo>
                  <a:lnTo>
                    <a:pt x="41567" y="46494"/>
                  </a:lnTo>
                  <a:lnTo>
                    <a:pt x="40081" y="50323"/>
                  </a:lnTo>
                  <a:lnTo>
                    <a:pt x="38805" y="50400"/>
                  </a:lnTo>
                  <a:lnTo>
                    <a:pt x="36411" y="39752"/>
                  </a:lnTo>
                  <a:lnTo>
                    <a:pt x="34114" y="35969"/>
                  </a:lnTo>
                  <a:lnTo>
                    <a:pt x="30048" y="32250"/>
                  </a:lnTo>
                  <a:lnTo>
                    <a:pt x="23511" y="35813"/>
                  </a:lnTo>
                  <a:lnTo>
                    <a:pt x="23360" y="39506"/>
                  </a:lnTo>
                  <a:lnTo>
                    <a:pt x="20159" y="39197"/>
                  </a:lnTo>
                  <a:lnTo>
                    <a:pt x="17469" y="33980"/>
                  </a:lnTo>
                  <a:lnTo>
                    <a:pt x="13880" y="37907"/>
                  </a:lnTo>
                  <a:lnTo>
                    <a:pt x="9715" y="36297"/>
                  </a:lnTo>
                  <a:lnTo>
                    <a:pt x="10899" y="30760"/>
                  </a:lnTo>
                  <a:lnTo>
                    <a:pt x="6391" y="33552"/>
                  </a:lnTo>
                  <a:lnTo>
                    <a:pt x="4518" y="38574"/>
                  </a:lnTo>
                  <a:lnTo>
                    <a:pt x="1740" y="37944"/>
                  </a:lnTo>
                  <a:lnTo>
                    <a:pt x="0" y="30148"/>
                  </a:lnTo>
                  <a:lnTo>
                    <a:pt x="5272" y="15902"/>
                  </a:lnTo>
                  <a:lnTo>
                    <a:pt x="9134" y="8184"/>
                  </a:lnTo>
                  <a:lnTo>
                    <a:pt x="11709" y="1481"/>
                  </a:lnTo>
                  <a:lnTo>
                    <a:pt x="18335" y="92"/>
                  </a:lnTo>
                  <a:lnTo>
                    <a:pt x="2273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h2373"/>
            <p:cNvSpPr/>
            <p:nvPr/>
          </p:nvSpPr>
          <p:spPr>
            <a:xfrm>
              <a:off x="2740763" y="2412516"/>
              <a:ext cx="64039" cy="88651"/>
            </a:xfrm>
            <a:custGeom>
              <a:avLst/>
              <a:pathLst>
                <a:path w="64039" h="88651">
                  <a:moveTo>
                    <a:pt x="40947" y="5207"/>
                  </a:moveTo>
                  <a:lnTo>
                    <a:pt x="49714" y="5568"/>
                  </a:lnTo>
                  <a:lnTo>
                    <a:pt x="49832" y="7639"/>
                  </a:lnTo>
                  <a:lnTo>
                    <a:pt x="60825" y="7114"/>
                  </a:lnTo>
                  <a:lnTo>
                    <a:pt x="61870" y="12263"/>
                  </a:lnTo>
                  <a:lnTo>
                    <a:pt x="55189" y="17700"/>
                  </a:lnTo>
                  <a:lnTo>
                    <a:pt x="57072" y="20797"/>
                  </a:lnTo>
                  <a:lnTo>
                    <a:pt x="61085" y="17842"/>
                  </a:lnTo>
                  <a:lnTo>
                    <a:pt x="61316" y="25603"/>
                  </a:lnTo>
                  <a:lnTo>
                    <a:pt x="55016" y="37941"/>
                  </a:lnTo>
                  <a:lnTo>
                    <a:pt x="64039" y="43928"/>
                  </a:lnTo>
                  <a:lnTo>
                    <a:pt x="58301" y="45110"/>
                  </a:lnTo>
                  <a:lnTo>
                    <a:pt x="48214" y="45341"/>
                  </a:lnTo>
                  <a:lnTo>
                    <a:pt x="47573" y="52982"/>
                  </a:lnTo>
                  <a:lnTo>
                    <a:pt x="40305" y="53228"/>
                  </a:lnTo>
                  <a:lnTo>
                    <a:pt x="41847" y="55788"/>
                  </a:lnTo>
                  <a:lnTo>
                    <a:pt x="41089" y="59556"/>
                  </a:lnTo>
                  <a:lnTo>
                    <a:pt x="39220" y="59668"/>
                  </a:lnTo>
                  <a:lnTo>
                    <a:pt x="37393" y="60945"/>
                  </a:lnTo>
                  <a:lnTo>
                    <a:pt x="36106" y="64178"/>
                  </a:lnTo>
                  <a:lnTo>
                    <a:pt x="36762" y="65289"/>
                  </a:lnTo>
                  <a:lnTo>
                    <a:pt x="38646" y="65163"/>
                  </a:lnTo>
                  <a:lnTo>
                    <a:pt x="33180" y="70570"/>
                  </a:lnTo>
                  <a:lnTo>
                    <a:pt x="7254" y="85450"/>
                  </a:lnTo>
                  <a:lnTo>
                    <a:pt x="1834" y="88651"/>
                  </a:lnTo>
                  <a:lnTo>
                    <a:pt x="137" y="85021"/>
                  </a:lnTo>
                  <a:lnTo>
                    <a:pt x="0" y="77683"/>
                  </a:lnTo>
                  <a:lnTo>
                    <a:pt x="6319" y="73750"/>
                  </a:lnTo>
                  <a:lnTo>
                    <a:pt x="6480" y="72759"/>
                  </a:lnTo>
                  <a:lnTo>
                    <a:pt x="5087" y="70585"/>
                  </a:lnTo>
                  <a:lnTo>
                    <a:pt x="2660" y="69114"/>
                  </a:lnTo>
                  <a:lnTo>
                    <a:pt x="2150" y="67401"/>
                  </a:lnTo>
                  <a:lnTo>
                    <a:pt x="3896" y="52629"/>
                  </a:lnTo>
                  <a:lnTo>
                    <a:pt x="5169" y="49801"/>
                  </a:lnTo>
                  <a:lnTo>
                    <a:pt x="11213" y="43252"/>
                  </a:lnTo>
                  <a:lnTo>
                    <a:pt x="18648" y="39267"/>
                  </a:lnTo>
                  <a:lnTo>
                    <a:pt x="22012" y="39924"/>
                  </a:lnTo>
                  <a:lnTo>
                    <a:pt x="25555" y="30708"/>
                  </a:lnTo>
                  <a:lnTo>
                    <a:pt x="29241" y="17281"/>
                  </a:lnTo>
                  <a:lnTo>
                    <a:pt x="28560" y="15887"/>
                  </a:lnTo>
                  <a:lnTo>
                    <a:pt x="29753" y="6188"/>
                  </a:lnTo>
                  <a:lnTo>
                    <a:pt x="34701" y="6903"/>
                  </a:lnTo>
                  <a:lnTo>
                    <a:pt x="34641" y="5338"/>
                  </a:lnTo>
                  <a:lnTo>
                    <a:pt x="4079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h2374"/>
            <p:cNvSpPr/>
            <p:nvPr/>
          </p:nvSpPr>
          <p:spPr>
            <a:xfrm>
              <a:off x="2764255" y="2555340"/>
              <a:ext cx="73699" cy="106606"/>
            </a:xfrm>
            <a:custGeom>
              <a:avLst/>
              <a:pathLst>
                <a:path w="73699" h="106606">
                  <a:moveTo>
                    <a:pt x="31554" y="471"/>
                  </a:moveTo>
                  <a:lnTo>
                    <a:pt x="33867" y="3120"/>
                  </a:lnTo>
                  <a:lnTo>
                    <a:pt x="37671" y="4553"/>
                  </a:lnTo>
                  <a:lnTo>
                    <a:pt x="39470" y="4571"/>
                  </a:lnTo>
                  <a:lnTo>
                    <a:pt x="40646" y="3313"/>
                  </a:lnTo>
                  <a:lnTo>
                    <a:pt x="42744" y="3290"/>
                  </a:lnTo>
                  <a:lnTo>
                    <a:pt x="45231" y="8424"/>
                  </a:lnTo>
                  <a:lnTo>
                    <a:pt x="48372" y="10007"/>
                  </a:lnTo>
                  <a:lnTo>
                    <a:pt x="50254" y="10103"/>
                  </a:lnTo>
                  <a:lnTo>
                    <a:pt x="52078" y="7471"/>
                  </a:lnTo>
                  <a:lnTo>
                    <a:pt x="54182" y="6516"/>
                  </a:lnTo>
                  <a:lnTo>
                    <a:pt x="56074" y="6740"/>
                  </a:lnTo>
                  <a:lnTo>
                    <a:pt x="56950" y="8407"/>
                  </a:lnTo>
                  <a:lnTo>
                    <a:pt x="60292" y="8606"/>
                  </a:lnTo>
                  <a:lnTo>
                    <a:pt x="61007" y="4623"/>
                  </a:lnTo>
                  <a:lnTo>
                    <a:pt x="65642" y="3148"/>
                  </a:lnTo>
                  <a:lnTo>
                    <a:pt x="66730" y="4012"/>
                  </a:lnTo>
                  <a:lnTo>
                    <a:pt x="66393" y="6648"/>
                  </a:lnTo>
                  <a:lnTo>
                    <a:pt x="67169" y="9147"/>
                  </a:lnTo>
                  <a:lnTo>
                    <a:pt x="71714" y="11604"/>
                  </a:lnTo>
                  <a:lnTo>
                    <a:pt x="73699" y="44523"/>
                  </a:lnTo>
                  <a:lnTo>
                    <a:pt x="73529" y="61291"/>
                  </a:lnTo>
                  <a:lnTo>
                    <a:pt x="71161" y="74730"/>
                  </a:lnTo>
                  <a:lnTo>
                    <a:pt x="64843" y="91992"/>
                  </a:lnTo>
                  <a:lnTo>
                    <a:pt x="63497" y="106606"/>
                  </a:lnTo>
                  <a:lnTo>
                    <a:pt x="57257" y="102850"/>
                  </a:lnTo>
                  <a:lnTo>
                    <a:pt x="57244" y="98405"/>
                  </a:lnTo>
                  <a:lnTo>
                    <a:pt x="55643" y="93278"/>
                  </a:lnTo>
                  <a:lnTo>
                    <a:pt x="47984" y="91308"/>
                  </a:lnTo>
                  <a:lnTo>
                    <a:pt x="46055" y="92466"/>
                  </a:lnTo>
                  <a:lnTo>
                    <a:pt x="46115" y="93789"/>
                  </a:lnTo>
                  <a:lnTo>
                    <a:pt x="44737" y="95843"/>
                  </a:lnTo>
                  <a:lnTo>
                    <a:pt x="41873" y="95119"/>
                  </a:lnTo>
                  <a:lnTo>
                    <a:pt x="38743" y="80706"/>
                  </a:lnTo>
                  <a:lnTo>
                    <a:pt x="39495" y="74424"/>
                  </a:lnTo>
                  <a:lnTo>
                    <a:pt x="34761" y="73947"/>
                  </a:lnTo>
                  <a:lnTo>
                    <a:pt x="32125" y="74914"/>
                  </a:lnTo>
                  <a:lnTo>
                    <a:pt x="31550" y="80050"/>
                  </a:lnTo>
                  <a:lnTo>
                    <a:pt x="26028" y="82216"/>
                  </a:lnTo>
                  <a:lnTo>
                    <a:pt x="20402" y="81668"/>
                  </a:lnTo>
                  <a:lnTo>
                    <a:pt x="19501" y="90773"/>
                  </a:lnTo>
                  <a:lnTo>
                    <a:pt x="16409" y="91745"/>
                  </a:lnTo>
                  <a:lnTo>
                    <a:pt x="15377" y="91884"/>
                  </a:lnTo>
                  <a:lnTo>
                    <a:pt x="14211" y="90720"/>
                  </a:lnTo>
                  <a:lnTo>
                    <a:pt x="13609" y="84486"/>
                  </a:lnTo>
                  <a:lnTo>
                    <a:pt x="12201" y="80597"/>
                  </a:lnTo>
                  <a:lnTo>
                    <a:pt x="10490" y="78986"/>
                  </a:lnTo>
                  <a:lnTo>
                    <a:pt x="6599" y="75327"/>
                  </a:lnTo>
                  <a:lnTo>
                    <a:pt x="4254" y="69741"/>
                  </a:lnTo>
                  <a:lnTo>
                    <a:pt x="5479" y="63910"/>
                  </a:lnTo>
                  <a:lnTo>
                    <a:pt x="3628" y="59943"/>
                  </a:lnTo>
                  <a:lnTo>
                    <a:pt x="4990" y="46075"/>
                  </a:lnTo>
                  <a:lnTo>
                    <a:pt x="2731" y="43116"/>
                  </a:lnTo>
                  <a:lnTo>
                    <a:pt x="0" y="41093"/>
                  </a:lnTo>
                  <a:lnTo>
                    <a:pt x="4445" y="37895"/>
                  </a:lnTo>
                  <a:lnTo>
                    <a:pt x="4304" y="34927"/>
                  </a:lnTo>
                  <a:lnTo>
                    <a:pt x="5929" y="34290"/>
                  </a:lnTo>
                  <a:lnTo>
                    <a:pt x="6482" y="32740"/>
                  </a:lnTo>
                  <a:lnTo>
                    <a:pt x="3128" y="30174"/>
                  </a:lnTo>
                  <a:lnTo>
                    <a:pt x="4401" y="27376"/>
                  </a:lnTo>
                  <a:lnTo>
                    <a:pt x="7434" y="29910"/>
                  </a:lnTo>
                  <a:lnTo>
                    <a:pt x="12328" y="18156"/>
                  </a:lnTo>
                  <a:lnTo>
                    <a:pt x="15837" y="19194"/>
                  </a:lnTo>
                  <a:lnTo>
                    <a:pt x="18461" y="15591"/>
                  </a:lnTo>
                  <a:lnTo>
                    <a:pt x="17968" y="10393"/>
                  </a:lnTo>
                  <a:lnTo>
                    <a:pt x="18698" y="6474"/>
                  </a:lnTo>
                  <a:lnTo>
                    <a:pt x="18009" y="3270"/>
                  </a:lnTo>
                  <a:lnTo>
                    <a:pt x="21383" y="1812"/>
                  </a:lnTo>
                  <a:lnTo>
                    <a:pt x="27809" y="2733"/>
                  </a:lnTo>
                  <a:lnTo>
                    <a:pt x="28142" y="451"/>
                  </a:lnTo>
                  <a:lnTo>
                    <a:pt x="2886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h2375"/>
            <p:cNvSpPr/>
            <p:nvPr/>
          </p:nvSpPr>
          <p:spPr>
            <a:xfrm>
              <a:off x="2716968" y="2412328"/>
              <a:ext cx="53547" cy="69399"/>
            </a:xfrm>
            <a:custGeom>
              <a:avLst/>
              <a:pathLst>
                <a:path w="53547" h="69399">
                  <a:moveTo>
                    <a:pt x="37207" y="1660"/>
                  </a:moveTo>
                  <a:lnTo>
                    <a:pt x="36882" y="3866"/>
                  </a:lnTo>
                  <a:lnTo>
                    <a:pt x="53547" y="6376"/>
                  </a:lnTo>
                  <a:lnTo>
                    <a:pt x="52355" y="16075"/>
                  </a:lnTo>
                  <a:lnTo>
                    <a:pt x="53035" y="17468"/>
                  </a:lnTo>
                  <a:lnTo>
                    <a:pt x="49350" y="30896"/>
                  </a:lnTo>
                  <a:lnTo>
                    <a:pt x="45807" y="40112"/>
                  </a:lnTo>
                  <a:lnTo>
                    <a:pt x="42442" y="39455"/>
                  </a:lnTo>
                  <a:lnTo>
                    <a:pt x="35008" y="43440"/>
                  </a:lnTo>
                  <a:lnTo>
                    <a:pt x="28963" y="49989"/>
                  </a:lnTo>
                  <a:lnTo>
                    <a:pt x="27691" y="52817"/>
                  </a:lnTo>
                  <a:lnTo>
                    <a:pt x="25945" y="67589"/>
                  </a:lnTo>
                  <a:lnTo>
                    <a:pt x="24565" y="64875"/>
                  </a:lnTo>
                  <a:lnTo>
                    <a:pt x="22175" y="69399"/>
                  </a:lnTo>
                  <a:lnTo>
                    <a:pt x="18024" y="68945"/>
                  </a:lnTo>
                  <a:lnTo>
                    <a:pt x="16057" y="65846"/>
                  </a:lnTo>
                  <a:lnTo>
                    <a:pt x="15769" y="62545"/>
                  </a:lnTo>
                  <a:lnTo>
                    <a:pt x="14522" y="63020"/>
                  </a:lnTo>
                  <a:lnTo>
                    <a:pt x="14169" y="64748"/>
                  </a:lnTo>
                  <a:lnTo>
                    <a:pt x="12042" y="56684"/>
                  </a:lnTo>
                  <a:lnTo>
                    <a:pt x="8638" y="53376"/>
                  </a:lnTo>
                  <a:lnTo>
                    <a:pt x="15769" y="47251"/>
                  </a:lnTo>
                  <a:lnTo>
                    <a:pt x="9181" y="49307"/>
                  </a:lnTo>
                  <a:lnTo>
                    <a:pt x="4970" y="41469"/>
                  </a:lnTo>
                  <a:lnTo>
                    <a:pt x="0" y="16648"/>
                  </a:lnTo>
                  <a:lnTo>
                    <a:pt x="482" y="8712"/>
                  </a:lnTo>
                  <a:lnTo>
                    <a:pt x="687" y="8061"/>
                  </a:lnTo>
                  <a:lnTo>
                    <a:pt x="5547" y="8670"/>
                  </a:lnTo>
                  <a:lnTo>
                    <a:pt x="9183" y="1322"/>
                  </a:lnTo>
                  <a:lnTo>
                    <a:pt x="16205" y="776"/>
                  </a:lnTo>
                  <a:lnTo>
                    <a:pt x="24805" y="2065"/>
                  </a:lnTo>
                  <a:lnTo>
                    <a:pt x="2508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h2376"/>
            <p:cNvSpPr/>
            <p:nvPr/>
          </p:nvSpPr>
          <p:spPr>
            <a:xfrm>
              <a:off x="2771489" y="3087369"/>
              <a:ext cx="7588" cy="7956"/>
            </a:xfrm>
            <a:custGeom>
              <a:avLst/>
              <a:pathLst>
                <a:path w="7588" h="7956">
                  <a:moveTo>
                    <a:pt x="7243" y="3838"/>
                  </a:moveTo>
                  <a:lnTo>
                    <a:pt x="7588" y="5815"/>
                  </a:lnTo>
                  <a:lnTo>
                    <a:pt x="4114" y="7956"/>
                  </a:lnTo>
                  <a:lnTo>
                    <a:pt x="0" y="3234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h2377"/>
            <p:cNvSpPr/>
            <p:nvPr/>
          </p:nvSpPr>
          <p:spPr>
            <a:xfrm>
              <a:off x="2764427" y="3047921"/>
              <a:ext cx="10844" cy="5262"/>
            </a:xfrm>
            <a:custGeom>
              <a:avLst/>
              <a:pathLst>
                <a:path w="10844" h="5262">
                  <a:moveTo>
                    <a:pt x="9546" y="873"/>
                  </a:moveTo>
                  <a:lnTo>
                    <a:pt x="10844" y="4693"/>
                  </a:lnTo>
                  <a:lnTo>
                    <a:pt x="9229" y="5262"/>
                  </a:lnTo>
                  <a:lnTo>
                    <a:pt x="5529" y="4795"/>
                  </a:lnTo>
                  <a:lnTo>
                    <a:pt x="0" y="2761"/>
                  </a:lnTo>
                  <a:lnTo>
                    <a:pt x="1428" y="859"/>
                  </a:lnTo>
                  <a:lnTo>
                    <a:pt x="5823" y="1562"/>
                  </a:lnTo>
                  <a:lnTo>
                    <a:pt x="605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h2378"/>
            <p:cNvSpPr/>
            <p:nvPr/>
          </p:nvSpPr>
          <p:spPr>
            <a:xfrm>
              <a:off x="2818314" y="3052371"/>
              <a:ext cx="9745" cy="9231"/>
            </a:xfrm>
            <a:custGeom>
              <a:avLst/>
              <a:pathLst>
                <a:path w="9745" h="9231">
                  <a:moveTo>
                    <a:pt x="9745" y="3775"/>
                  </a:moveTo>
                  <a:lnTo>
                    <a:pt x="6865" y="3891"/>
                  </a:lnTo>
                  <a:lnTo>
                    <a:pt x="5722" y="6579"/>
                  </a:lnTo>
                  <a:lnTo>
                    <a:pt x="5820" y="8545"/>
                  </a:lnTo>
                  <a:lnTo>
                    <a:pt x="4957" y="9231"/>
                  </a:lnTo>
                  <a:lnTo>
                    <a:pt x="1228" y="8807"/>
                  </a:lnTo>
                  <a:lnTo>
                    <a:pt x="0" y="8213"/>
                  </a:lnTo>
                  <a:lnTo>
                    <a:pt x="669" y="7677"/>
                  </a:lnTo>
                  <a:lnTo>
                    <a:pt x="2686" y="4274"/>
                  </a:lnTo>
                  <a:lnTo>
                    <a:pt x="530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h2379"/>
            <p:cNvSpPr/>
            <p:nvPr/>
          </p:nvSpPr>
          <p:spPr>
            <a:xfrm>
              <a:off x="2785901" y="3079591"/>
              <a:ext cx="12385" cy="14448"/>
            </a:xfrm>
            <a:custGeom>
              <a:avLst/>
              <a:pathLst>
                <a:path w="12385" h="14448">
                  <a:moveTo>
                    <a:pt x="9168" y="5"/>
                  </a:moveTo>
                  <a:lnTo>
                    <a:pt x="12385" y="5827"/>
                  </a:lnTo>
                  <a:lnTo>
                    <a:pt x="10535" y="10641"/>
                  </a:lnTo>
                  <a:lnTo>
                    <a:pt x="9905" y="12090"/>
                  </a:lnTo>
                  <a:lnTo>
                    <a:pt x="9039" y="12249"/>
                  </a:lnTo>
                  <a:lnTo>
                    <a:pt x="5203" y="14448"/>
                  </a:lnTo>
                  <a:lnTo>
                    <a:pt x="4709" y="14157"/>
                  </a:lnTo>
                  <a:lnTo>
                    <a:pt x="2574" y="12207"/>
                  </a:lnTo>
                  <a:lnTo>
                    <a:pt x="0" y="10868"/>
                  </a:lnTo>
                  <a:lnTo>
                    <a:pt x="4489" y="7214"/>
                  </a:lnTo>
                  <a:lnTo>
                    <a:pt x="8726" y="5116"/>
                  </a:lnTo>
                  <a:lnTo>
                    <a:pt x="6937" y="1861"/>
                  </a:lnTo>
                  <a:lnTo>
                    <a:pt x="7720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h2380"/>
            <p:cNvSpPr/>
            <p:nvPr/>
          </p:nvSpPr>
          <p:spPr>
            <a:xfrm>
              <a:off x="2793959" y="3099237"/>
              <a:ext cx="7430" cy="2135"/>
            </a:xfrm>
            <a:custGeom>
              <a:avLst/>
              <a:pathLst>
                <a:path w="7430" h="2135">
                  <a:moveTo>
                    <a:pt x="2317" y="559"/>
                  </a:moveTo>
                  <a:lnTo>
                    <a:pt x="7430" y="768"/>
                  </a:lnTo>
                  <a:lnTo>
                    <a:pt x="7056" y="2135"/>
                  </a:lnTo>
                  <a:lnTo>
                    <a:pt x="4574" y="2084"/>
                  </a:lnTo>
                  <a:lnTo>
                    <a:pt x="182" y="18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h2381"/>
            <p:cNvSpPr/>
            <p:nvPr/>
          </p:nvSpPr>
          <p:spPr>
            <a:xfrm>
              <a:off x="2835841" y="3061360"/>
              <a:ext cx="23214" cy="22357"/>
            </a:xfrm>
            <a:custGeom>
              <a:avLst/>
              <a:pathLst>
                <a:path w="23214" h="22357">
                  <a:moveTo>
                    <a:pt x="11346" y="3409"/>
                  </a:moveTo>
                  <a:lnTo>
                    <a:pt x="16636" y="5209"/>
                  </a:lnTo>
                  <a:lnTo>
                    <a:pt x="23214" y="13492"/>
                  </a:lnTo>
                  <a:lnTo>
                    <a:pt x="22576" y="16748"/>
                  </a:lnTo>
                  <a:lnTo>
                    <a:pt x="19274" y="18436"/>
                  </a:lnTo>
                  <a:lnTo>
                    <a:pt x="21104" y="20462"/>
                  </a:lnTo>
                  <a:lnTo>
                    <a:pt x="20348" y="22357"/>
                  </a:lnTo>
                  <a:lnTo>
                    <a:pt x="16892" y="21344"/>
                  </a:lnTo>
                  <a:lnTo>
                    <a:pt x="16754" y="18448"/>
                  </a:lnTo>
                  <a:lnTo>
                    <a:pt x="11789" y="19114"/>
                  </a:lnTo>
                  <a:lnTo>
                    <a:pt x="9983" y="18484"/>
                  </a:lnTo>
                  <a:lnTo>
                    <a:pt x="4435" y="13878"/>
                  </a:lnTo>
                  <a:lnTo>
                    <a:pt x="3039" y="16066"/>
                  </a:lnTo>
                  <a:lnTo>
                    <a:pt x="1210" y="7317"/>
                  </a:lnTo>
                  <a:lnTo>
                    <a:pt x="0" y="6793"/>
                  </a:lnTo>
                  <a:lnTo>
                    <a:pt x="3270" y="5780"/>
                  </a:lnTo>
                  <a:lnTo>
                    <a:pt x="115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h2382"/>
            <p:cNvSpPr/>
            <p:nvPr/>
          </p:nvSpPr>
          <p:spPr>
            <a:xfrm>
              <a:off x="2788768" y="3097957"/>
              <a:ext cx="3820" cy="2668"/>
            </a:xfrm>
            <a:custGeom>
              <a:avLst/>
              <a:pathLst>
                <a:path w="3820" h="2668">
                  <a:moveTo>
                    <a:pt x="0" y="2668"/>
                  </a:moveTo>
                  <a:lnTo>
                    <a:pt x="269" y="1031"/>
                  </a:lnTo>
                  <a:lnTo>
                    <a:pt x="382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h2383"/>
            <p:cNvSpPr/>
            <p:nvPr/>
          </p:nvSpPr>
          <p:spPr>
            <a:xfrm>
              <a:off x="2790357" y="3103771"/>
              <a:ext cx="4459" cy="3871"/>
            </a:xfrm>
            <a:custGeom>
              <a:avLst/>
              <a:pathLst>
                <a:path w="4459" h="3871">
                  <a:moveTo>
                    <a:pt x="3857" y="0"/>
                  </a:moveTo>
                  <a:lnTo>
                    <a:pt x="4459" y="1560"/>
                  </a:lnTo>
                  <a:lnTo>
                    <a:pt x="3192" y="3871"/>
                  </a:lnTo>
                  <a:lnTo>
                    <a:pt x="0" y="349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h2384"/>
            <p:cNvSpPr/>
            <p:nvPr/>
          </p:nvSpPr>
          <p:spPr>
            <a:xfrm>
              <a:off x="2784765" y="3097755"/>
              <a:ext cx="9450" cy="9512"/>
            </a:xfrm>
            <a:custGeom>
              <a:avLst/>
              <a:pathLst>
                <a:path w="9450" h="9512">
                  <a:moveTo>
                    <a:pt x="9194" y="1482"/>
                  </a:moveTo>
                  <a:lnTo>
                    <a:pt x="9376" y="3293"/>
                  </a:lnTo>
                  <a:lnTo>
                    <a:pt x="9450" y="6016"/>
                  </a:lnTo>
                  <a:lnTo>
                    <a:pt x="5592" y="9512"/>
                  </a:lnTo>
                  <a:lnTo>
                    <a:pt x="2348" y="7844"/>
                  </a:lnTo>
                  <a:lnTo>
                    <a:pt x="0" y="5980"/>
                  </a:lnTo>
                  <a:lnTo>
                    <a:pt x="4003" y="2871"/>
                  </a:lnTo>
                  <a:lnTo>
                    <a:pt x="7823" y="202"/>
                  </a:lnTo>
                  <a:lnTo>
                    <a:pt x="801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h2385"/>
            <p:cNvSpPr/>
            <p:nvPr/>
          </p:nvSpPr>
          <p:spPr>
            <a:xfrm>
              <a:off x="2789038" y="3095176"/>
              <a:ext cx="3740" cy="3812"/>
            </a:xfrm>
            <a:custGeom>
              <a:avLst/>
              <a:pathLst>
                <a:path w="3740" h="3812">
                  <a:moveTo>
                    <a:pt x="3740" y="2578"/>
                  </a:moveTo>
                  <a:lnTo>
                    <a:pt x="3550" y="2781"/>
                  </a:lnTo>
                  <a:lnTo>
                    <a:pt x="0" y="3812"/>
                  </a:lnTo>
                  <a:lnTo>
                    <a:pt x="154" y="3437"/>
                  </a:lnTo>
                  <a:lnTo>
                    <a:pt x="2021" y="1257"/>
                  </a:lnTo>
                  <a:lnTo>
                    <a:pt x="2223" y="116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h2386"/>
            <p:cNvSpPr/>
            <p:nvPr/>
          </p:nvSpPr>
          <p:spPr>
            <a:xfrm>
              <a:off x="2838880" y="3075238"/>
              <a:ext cx="21810" cy="13759"/>
            </a:xfrm>
            <a:custGeom>
              <a:avLst/>
              <a:pathLst>
                <a:path w="21810" h="13759">
                  <a:moveTo>
                    <a:pt x="6944" y="4605"/>
                  </a:moveTo>
                  <a:lnTo>
                    <a:pt x="8750" y="5236"/>
                  </a:lnTo>
                  <a:lnTo>
                    <a:pt x="13715" y="4569"/>
                  </a:lnTo>
                  <a:lnTo>
                    <a:pt x="13853" y="7466"/>
                  </a:lnTo>
                  <a:lnTo>
                    <a:pt x="17308" y="8479"/>
                  </a:lnTo>
                  <a:lnTo>
                    <a:pt x="18065" y="6584"/>
                  </a:lnTo>
                  <a:lnTo>
                    <a:pt x="16235" y="4557"/>
                  </a:lnTo>
                  <a:lnTo>
                    <a:pt x="19537" y="2869"/>
                  </a:lnTo>
                  <a:lnTo>
                    <a:pt x="21810" y="3899"/>
                  </a:lnTo>
                  <a:lnTo>
                    <a:pt x="21445" y="9401"/>
                  </a:lnTo>
                  <a:lnTo>
                    <a:pt x="18569" y="11244"/>
                  </a:lnTo>
                  <a:lnTo>
                    <a:pt x="16310" y="13629"/>
                  </a:lnTo>
                  <a:lnTo>
                    <a:pt x="12978" y="13759"/>
                  </a:lnTo>
                  <a:lnTo>
                    <a:pt x="5962" y="11618"/>
                  </a:lnTo>
                  <a:lnTo>
                    <a:pt x="8219" y="6364"/>
                  </a:lnTo>
                  <a:lnTo>
                    <a:pt x="5395" y="3782"/>
                  </a:lnTo>
                  <a:lnTo>
                    <a:pt x="2477" y="3752"/>
                  </a:lnTo>
                  <a:lnTo>
                    <a:pt x="0" y="2188"/>
                  </a:lnTo>
                  <a:lnTo>
                    <a:pt x="139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h2387"/>
            <p:cNvSpPr/>
            <p:nvPr/>
          </p:nvSpPr>
          <p:spPr>
            <a:xfrm>
              <a:off x="2791105" y="3091841"/>
              <a:ext cx="5856" cy="7954"/>
            </a:xfrm>
            <a:custGeom>
              <a:avLst/>
              <a:pathLst>
                <a:path w="5856" h="7954">
                  <a:moveTo>
                    <a:pt x="5856" y="3652"/>
                  </a:moveTo>
                  <a:lnTo>
                    <a:pt x="5365" y="6732"/>
                  </a:lnTo>
                  <a:lnTo>
                    <a:pt x="5171" y="7954"/>
                  </a:lnTo>
                  <a:lnTo>
                    <a:pt x="2854" y="7395"/>
                  </a:lnTo>
                  <a:lnTo>
                    <a:pt x="1673" y="5913"/>
                  </a:lnTo>
                  <a:lnTo>
                    <a:pt x="675" y="3334"/>
                  </a:lnTo>
                  <a:lnTo>
                    <a:pt x="0" y="2199"/>
                  </a:lnTo>
                  <a:lnTo>
                    <a:pt x="383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h2388"/>
            <p:cNvSpPr/>
            <p:nvPr/>
          </p:nvSpPr>
          <p:spPr>
            <a:xfrm>
              <a:off x="2823622" y="3048194"/>
              <a:ext cx="14264" cy="8886"/>
            </a:xfrm>
            <a:custGeom>
              <a:avLst/>
              <a:pathLst>
                <a:path w="14264" h="8886">
                  <a:moveTo>
                    <a:pt x="4530" y="2278"/>
                  </a:moveTo>
                  <a:lnTo>
                    <a:pt x="7228" y="1666"/>
                  </a:lnTo>
                  <a:lnTo>
                    <a:pt x="12678" y="3874"/>
                  </a:lnTo>
                  <a:lnTo>
                    <a:pt x="14228" y="5601"/>
                  </a:lnTo>
                  <a:lnTo>
                    <a:pt x="14264" y="7669"/>
                  </a:lnTo>
                  <a:lnTo>
                    <a:pt x="8469" y="7891"/>
                  </a:lnTo>
                  <a:lnTo>
                    <a:pt x="7685" y="8886"/>
                  </a:lnTo>
                  <a:lnTo>
                    <a:pt x="4437" y="7952"/>
                  </a:lnTo>
                  <a:lnTo>
                    <a:pt x="0" y="4177"/>
                  </a:lnTo>
                  <a:lnTo>
                    <a:pt x="333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h2389"/>
            <p:cNvSpPr/>
            <p:nvPr/>
          </p:nvSpPr>
          <p:spPr>
            <a:xfrm>
              <a:off x="2798588" y="3099481"/>
              <a:ext cx="11948" cy="14721"/>
            </a:xfrm>
            <a:custGeom>
              <a:avLst/>
              <a:pathLst>
                <a:path w="11948" h="14721">
                  <a:moveTo>
                    <a:pt x="10521" y="0"/>
                  </a:moveTo>
                  <a:lnTo>
                    <a:pt x="11948" y="6905"/>
                  </a:lnTo>
                  <a:lnTo>
                    <a:pt x="10793" y="9583"/>
                  </a:lnTo>
                  <a:lnTo>
                    <a:pt x="4118" y="14721"/>
                  </a:lnTo>
                  <a:lnTo>
                    <a:pt x="302" y="13354"/>
                  </a:lnTo>
                  <a:lnTo>
                    <a:pt x="0" y="11936"/>
                  </a:lnTo>
                  <a:lnTo>
                    <a:pt x="1089" y="10854"/>
                  </a:lnTo>
                  <a:lnTo>
                    <a:pt x="5120" y="6468"/>
                  </a:lnTo>
                  <a:lnTo>
                    <a:pt x="6518" y="3871"/>
                  </a:lnTo>
                  <a:lnTo>
                    <a:pt x="8228" y="667"/>
                  </a:lnTo>
                  <a:lnTo>
                    <a:pt x="8439" y="26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h2390"/>
            <p:cNvSpPr/>
            <p:nvPr/>
          </p:nvSpPr>
          <p:spPr>
            <a:xfrm>
              <a:off x="2794141" y="3101048"/>
              <a:ext cx="4391" cy="4283"/>
            </a:xfrm>
            <a:custGeom>
              <a:avLst/>
              <a:pathLst>
                <a:path w="4391" h="4283">
                  <a:moveTo>
                    <a:pt x="4391" y="272"/>
                  </a:moveTo>
                  <a:lnTo>
                    <a:pt x="3746" y="2886"/>
                  </a:lnTo>
                  <a:lnTo>
                    <a:pt x="2034" y="4275"/>
                  </a:lnTo>
                  <a:lnTo>
                    <a:pt x="675" y="4283"/>
                  </a:lnTo>
                  <a:lnTo>
                    <a:pt x="73" y="2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h2391"/>
            <p:cNvSpPr/>
            <p:nvPr/>
          </p:nvSpPr>
          <p:spPr>
            <a:xfrm>
              <a:off x="2769500" y="3052614"/>
              <a:ext cx="17200" cy="26334"/>
            </a:xfrm>
            <a:custGeom>
              <a:avLst/>
              <a:pathLst>
                <a:path w="17200" h="26334">
                  <a:moveTo>
                    <a:pt x="5771" y="0"/>
                  </a:moveTo>
                  <a:lnTo>
                    <a:pt x="6262" y="847"/>
                  </a:lnTo>
                  <a:lnTo>
                    <a:pt x="12004" y="1589"/>
                  </a:lnTo>
                  <a:lnTo>
                    <a:pt x="12040" y="4704"/>
                  </a:lnTo>
                  <a:lnTo>
                    <a:pt x="15037" y="5302"/>
                  </a:lnTo>
                  <a:lnTo>
                    <a:pt x="14305" y="8764"/>
                  </a:lnTo>
                  <a:lnTo>
                    <a:pt x="15007" y="9261"/>
                  </a:lnTo>
                  <a:lnTo>
                    <a:pt x="16647" y="8589"/>
                  </a:lnTo>
                  <a:lnTo>
                    <a:pt x="16657" y="12425"/>
                  </a:lnTo>
                  <a:lnTo>
                    <a:pt x="17200" y="13938"/>
                  </a:lnTo>
                  <a:lnTo>
                    <a:pt x="16165" y="15703"/>
                  </a:lnTo>
                  <a:lnTo>
                    <a:pt x="15291" y="20896"/>
                  </a:lnTo>
                  <a:lnTo>
                    <a:pt x="15887" y="22921"/>
                  </a:lnTo>
                  <a:lnTo>
                    <a:pt x="14190" y="25044"/>
                  </a:lnTo>
                  <a:lnTo>
                    <a:pt x="10134" y="26334"/>
                  </a:lnTo>
                  <a:lnTo>
                    <a:pt x="7001" y="22308"/>
                  </a:lnTo>
                  <a:lnTo>
                    <a:pt x="7118" y="20521"/>
                  </a:lnTo>
                  <a:lnTo>
                    <a:pt x="9049" y="19394"/>
                  </a:lnTo>
                  <a:lnTo>
                    <a:pt x="9093" y="17336"/>
                  </a:lnTo>
                  <a:lnTo>
                    <a:pt x="5198" y="13086"/>
                  </a:lnTo>
                  <a:lnTo>
                    <a:pt x="3120" y="11924"/>
                  </a:lnTo>
                  <a:lnTo>
                    <a:pt x="3361" y="10134"/>
                  </a:lnTo>
                  <a:lnTo>
                    <a:pt x="1287" y="9987"/>
                  </a:lnTo>
                  <a:lnTo>
                    <a:pt x="0" y="6773"/>
                  </a:lnTo>
                  <a:lnTo>
                    <a:pt x="4156" y="56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h2392"/>
            <p:cNvSpPr/>
            <p:nvPr/>
          </p:nvSpPr>
          <p:spPr>
            <a:xfrm>
              <a:off x="2796470" y="3094258"/>
              <a:ext cx="22379" cy="12128"/>
            </a:xfrm>
            <a:custGeom>
              <a:avLst/>
              <a:pathLst>
                <a:path w="22379" h="12128">
                  <a:moveTo>
                    <a:pt x="22107" y="2931"/>
                  </a:moveTo>
                  <a:lnTo>
                    <a:pt x="22379" y="3027"/>
                  </a:lnTo>
                  <a:lnTo>
                    <a:pt x="21227" y="5778"/>
                  </a:lnTo>
                  <a:lnTo>
                    <a:pt x="14067" y="12128"/>
                  </a:lnTo>
                  <a:lnTo>
                    <a:pt x="12639" y="5223"/>
                  </a:lnTo>
                  <a:lnTo>
                    <a:pt x="10557" y="5486"/>
                  </a:lnTo>
                  <a:lnTo>
                    <a:pt x="4456" y="3502"/>
                  </a:lnTo>
                  <a:lnTo>
                    <a:pt x="0" y="4315"/>
                  </a:lnTo>
                  <a:lnTo>
                    <a:pt x="491" y="1235"/>
                  </a:lnTo>
                  <a:lnTo>
                    <a:pt x="2697" y="0"/>
                  </a:lnTo>
                  <a:lnTo>
                    <a:pt x="3317" y="2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h2393"/>
            <p:cNvSpPr/>
            <p:nvPr/>
          </p:nvSpPr>
          <p:spPr>
            <a:xfrm>
              <a:off x="2784792" y="3064772"/>
              <a:ext cx="15077" cy="16761"/>
            </a:xfrm>
            <a:custGeom>
              <a:avLst/>
              <a:pathLst>
                <a:path w="15077" h="16761">
                  <a:moveTo>
                    <a:pt x="14960" y="2462"/>
                  </a:moveTo>
                  <a:lnTo>
                    <a:pt x="15077" y="6153"/>
                  </a:lnTo>
                  <a:lnTo>
                    <a:pt x="11455" y="9203"/>
                  </a:lnTo>
                  <a:lnTo>
                    <a:pt x="10995" y="11165"/>
                  </a:lnTo>
                  <a:lnTo>
                    <a:pt x="12300" y="13986"/>
                  </a:lnTo>
                  <a:lnTo>
                    <a:pt x="8830" y="14818"/>
                  </a:lnTo>
                  <a:lnTo>
                    <a:pt x="8046" y="16680"/>
                  </a:lnTo>
                  <a:lnTo>
                    <a:pt x="6081" y="16761"/>
                  </a:lnTo>
                  <a:lnTo>
                    <a:pt x="6457" y="13614"/>
                  </a:lnTo>
                  <a:lnTo>
                    <a:pt x="5734" y="12406"/>
                  </a:lnTo>
                  <a:lnTo>
                    <a:pt x="2195" y="9284"/>
                  </a:lnTo>
                  <a:lnTo>
                    <a:pt x="595" y="10763"/>
                  </a:lnTo>
                  <a:lnTo>
                    <a:pt x="0" y="8738"/>
                  </a:lnTo>
                  <a:lnTo>
                    <a:pt x="873" y="3545"/>
                  </a:lnTo>
                  <a:lnTo>
                    <a:pt x="1908" y="1780"/>
                  </a:lnTo>
                  <a:lnTo>
                    <a:pt x="1365" y="266"/>
                  </a:lnTo>
                  <a:lnTo>
                    <a:pt x="3614" y="1037"/>
                  </a:lnTo>
                  <a:lnTo>
                    <a:pt x="6685" y="4330"/>
                  </a:lnTo>
                  <a:lnTo>
                    <a:pt x="995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h2394"/>
            <p:cNvSpPr/>
            <p:nvPr/>
          </p:nvSpPr>
          <p:spPr>
            <a:xfrm>
              <a:off x="2794940" y="3091682"/>
              <a:ext cx="4226" cy="3811"/>
            </a:xfrm>
            <a:custGeom>
              <a:avLst/>
              <a:pathLst>
                <a:path w="4226" h="3811">
                  <a:moveTo>
                    <a:pt x="866" y="0"/>
                  </a:moveTo>
                  <a:lnTo>
                    <a:pt x="4226" y="2575"/>
                  </a:lnTo>
                  <a:lnTo>
                    <a:pt x="2020" y="3811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h2395"/>
            <p:cNvSpPr/>
            <p:nvPr/>
          </p:nvSpPr>
          <p:spPr>
            <a:xfrm>
              <a:off x="2761558" y="3073135"/>
              <a:ext cx="23218" cy="20049"/>
            </a:xfrm>
            <a:custGeom>
              <a:avLst/>
              <a:pathLst>
                <a:path w="23218" h="20049">
                  <a:moveTo>
                    <a:pt x="14943" y="1786"/>
                  </a:moveTo>
                  <a:lnTo>
                    <a:pt x="18076" y="5813"/>
                  </a:lnTo>
                  <a:lnTo>
                    <a:pt x="22132" y="4523"/>
                  </a:lnTo>
                  <a:lnTo>
                    <a:pt x="23218" y="10498"/>
                  </a:lnTo>
                  <a:lnTo>
                    <a:pt x="20999" y="13828"/>
                  </a:lnTo>
                  <a:lnTo>
                    <a:pt x="16590" y="15722"/>
                  </a:lnTo>
                  <a:lnTo>
                    <a:pt x="18114" y="15671"/>
                  </a:lnTo>
                  <a:lnTo>
                    <a:pt x="19172" y="17268"/>
                  </a:lnTo>
                  <a:lnTo>
                    <a:pt x="19243" y="18168"/>
                  </a:lnTo>
                  <a:lnTo>
                    <a:pt x="17519" y="20049"/>
                  </a:lnTo>
                  <a:lnTo>
                    <a:pt x="17174" y="18071"/>
                  </a:lnTo>
                  <a:lnTo>
                    <a:pt x="10145" y="14233"/>
                  </a:lnTo>
                  <a:lnTo>
                    <a:pt x="5825" y="12809"/>
                  </a:lnTo>
                  <a:lnTo>
                    <a:pt x="4170" y="10500"/>
                  </a:lnTo>
                  <a:lnTo>
                    <a:pt x="38" y="4807"/>
                  </a:lnTo>
                  <a:lnTo>
                    <a:pt x="0" y="4468"/>
                  </a:lnTo>
                  <a:lnTo>
                    <a:pt x="2572" y="5722"/>
                  </a:lnTo>
                  <a:lnTo>
                    <a:pt x="6398" y="5283"/>
                  </a:lnTo>
                  <a:lnTo>
                    <a:pt x="11042" y="1276"/>
                  </a:lnTo>
                  <a:lnTo>
                    <a:pt x="13773" y="1288"/>
                  </a:lnTo>
                  <a:lnTo>
                    <a:pt x="1506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h2396"/>
            <p:cNvSpPr/>
            <p:nvPr/>
          </p:nvSpPr>
          <p:spPr>
            <a:xfrm>
              <a:off x="2781277" y="3093965"/>
              <a:ext cx="4320" cy="5567"/>
            </a:xfrm>
            <a:custGeom>
              <a:avLst/>
              <a:pathLst>
                <a:path w="4320" h="5567">
                  <a:moveTo>
                    <a:pt x="3742" y="0"/>
                  </a:moveTo>
                  <a:lnTo>
                    <a:pt x="3379" y="1492"/>
                  </a:lnTo>
                  <a:lnTo>
                    <a:pt x="4320" y="5567"/>
                  </a:lnTo>
                  <a:lnTo>
                    <a:pt x="0" y="251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h2397"/>
            <p:cNvSpPr/>
            <p:nvPr/>
          </p:nvSpPr>
          <p:spPr>
            <a:xfrm>
              <a:off x="2778149" y="3086964"/>
              <a:ext cx="4465" cy="6143"/>
            </a:xfrm>
            <a:custGeom>
              <a:avLst/>
              <a:pathLst>
                <a:path w="4465" h="6143">
                  <a:moveTo>
                    <a:pt x="4458" y="2156"/>
                  </a:moveTo>
                  <a:lnTo>
                    <a:pt x="4465" y="3212"/>
                  </a:lnTo>
                  <a:lnTo>
                    <a:pt x="1018" y="6143"/>
                  </a:lnTo>
                  <a:lnTo>
                    <a:pt x="2652" y="4339"/>
                  </a:lnTo>
                  <a:lnTo>
                    <a:pt x="2581" y="3439"/>
                  </a:lnTo>
                  <a:lnTo>
                    <a:pt x="1524" y="1843"/>
                  </a:lnTo>
                  <a:lnTo>
                    <a:pt x="0" y="1893"/>
                  </a:lnTo>
                  <a:lnTo>
                    <a:pt x="440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h2398"/>
            <p:cNvSpPr/>
            <p:nvPr/>
          </p:nvSpPr>
          <p:spPr>
            <a:xfrm>
              <a:off x="2789192" y="3093749"/>
              <a:ext cx="2587" cy="4864"/>
            </a:xfrm>
            <a:custGeom>
              <a:avLst/>
              <a:pathLst>
                <a:path w="2587" h="4864">
                  <a:moveTo>
                    <a:pt x="1417" y="0"/>
                  </a:moveTo>
                  <a:lnTo>
                    <a:pt x="1912" y="290"/>
                  </a:lnTo>
                  <a:lnTo>
                    <a:pt x="2587" y="1426"/>
                  </a:lnTo>
                  <a:lnTo>
                    <a:pt x="2068" y="2591"/>
                  </a:lnTo>
                  <a:lnTo>
                    <a:pt x="1752" y="2697"/>
                  </a:lnTo>
                  <a:lnTo>
                    <a:pt x="1596" y="2795"/>
                  </a:lnTo>
                  <a:lnTo>
                    <a:pt x="0" y="486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h2399"/>
            <p:cNvSpPr/>
            <p:nvPr/>
          </p:nvSpPr>
          <p:spPr>
            <a:xfrm>
              <a:off x="2793550" y="3101321"/>
              <a:ext cx="11556" cy="8800"/>
            </a:xfrm>
            <a:custGeom>
              <a:avLst/>
              <a:pathLst>
                <a:path w="11556" h="8800">
                  <a:moveTo>
                    <a:pt x="4983" y="0"/>
                  </a:moveTo>
                  <a:lnTo>
                    <a:pt x="7465" y="51"/>
                  </a:lnTo>
                  <a:lnTo>
                    <a:pt x="7413" y="284"/>
                  </a:lnTo>
                  <a:lnTo>
                    <a:pt x="5521" y="1490"/>
                  </a:lnTo>
                  <a:lnTo>
                    <a:pt x="5158" y="3241"/>
                  </a:lnTo>
                  <a:lnTo>
                    <a:pt x="5925" y="3978"/>
                  </a:lnTo>
                  <a:lnTo>
                    <a:pt x="11556" y="2031"/>
                  </a:lnTo>
                  <a:lnTo>
                    <a:pt x="10159" y="4629"/>
                  </a:lnTo>
                  <a:lnTo>
                    <a:pt x="3628" y="6885"/>
                  </a:lnTo>
                  <a:lnTo>
                    <a:pt x="1581" y="8800"/>
                  </a:lnTo>
                  <a:lnTo>
                    <a:pt x="0" y="6321"/>
                  </a:lnTo>
                  <a:lnTo>
                    <a:pt x="1267" y="4010"/>
                  </a:lnTo>
                  <a:lnTo>
                    <a:pt x="2625" y="4002"/>
                  </a:lnTo>
                  <a:lnTo>
                    <a:pt x="4338" y="261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h2400"/>
            <p:cNvSpPr/>
            <p:nvPr/>
          </p:nvSpPr>
          <p:spPr>
            <a:xfrm>
              <a:off x="2806211" y="3074762"/>
              <a:ext cx="12559" cy="6189"/>
            </a:xfrm>
            <a:custGeom>
              <a:avLst/>
              <a:pathLst>
                <a:path w="12559" h="6189">
                  <a:moveTo>
                    <a:pt x="5550" y="0"/>
                  </a:moveTo>
                  <a:lnTo>
                    <a:pt x="11633" y="3378"/>
                  </a:lnTo>
                  <a:lnTo>
                    <a:pt x="12559" y="4049"/>
                  </a:lnTo>
                  <a:lnTo>
                    <a:pt x="11937" y="6189"/>
                  </a:lnTo>
                  <a:lnTo>
                    <a:pt x="8444" y="5766"/>
                  </a:lnTo>
                  <a:lnTo>
                    <a:pt x="853" y="5490"/>
                  </a:lnTo>
                  <a:lnTo>
                    <a:pt x="0" y="4229"/>
                  </a:lnTo>
                  <a:lnTo>
                    <a:pt x="851" y="1153"/>
                  </a:lnTo>
                  <a:lnTo>
                    <a:pt x="421" y="7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h2401"/>
            <p:cNvSpPr/>
            <p:nvPr/>
          </p:nvSpPr>
          <p:spPr>
            <a:xfrm>
              <a:off x="2775604" y="3090177"/>
              <a:ext cx="9994" cy="16230"/>
            </a:xfrm>
            <a:custGeom>
              <a:avLst/>
              <a:pathLst>
                <a:path w="9994" h="16230">
                  <a:moveTo>
                    <a:pt x="9416" y="3788"/>
                  </a:moveTo>
                  <a:lnTo>
                    <a:pt x="5673" y="6304"/>
                  </a:lnTo>
                  <a:lnTo>
                    <a:pt x="9994" y="9356"/>
                  </a:lnTo>
                  <a:lnTo>
                    <a:pt x="8424" y="13361"/>
                  </a:lnTo>
                  <a:lnTo>
                    <a:pt x="7048" y="16230"/>
                  </a:lnTo>
                  <a:lnTo>
                    <a:pt x="4988" y="14011"/>
                  </a:lnTo>
                  <a:lnTo>
                    <a:pt x="1231" y="8854"/>
                  </a:lnTo>
                  <a:lnTo>
                    <a:pt x="0" y="5148"/>
                  </a:lnTo>
                  <a:lnTo>
                    <a:pt x="3563" y="2930"/>
                  </a:lnTo>
                  <a:lnTo>
                    <a:pt x="701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h2402"/>
            <p:cNvSpPr/>
            <p:nvPr/>
          </p:nvSpPr>
          <p:spPr>
            <a:xfrm>
              <a:off x="2754581" y="3064270"/>
              <a:ext cx="6131" cy="8849"/>
            </a:xfrm>
            <a:custGeom>
              <a:avLst/>
              <a:pathLst>
                <a:path w="6131" h="8849">
                  <a:moveTo>
                    <a:pt x="6131" y="8275"/>
                  </a:moveTo>
                  <a:lnTo>
                    <a:pt x="4244" y="8849"/>
                  </a:lnTo>
                  <a:lnTo>
                    <a:pt x="2277" y="4438"/>
                  </a:lnTo>
                  <a:lnTo>
                    <a:pt x="0" y="4499"/>
                  </a:lnTo>
                  <a:lnTo>
                    <a:pt x="445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h2403"/>
            <p:cNvSpPr/>
            <p:nvPr/>
          </p:nvSpPr>
          <p:spPr>
            <a:xfrm>
              <a:off x="2759264" y="3047921"/>
              <a:ext cx="14391" cy="17537"/>
            </a:xfrm>
            <a:custGeom>
              <a:avLst/>
              <a:pathLst>
                <a:path w="14391" h="17537">
                  <a:moveTo>
                    <a:pt x="10985" y="1562"/>
                  </a:moveTo>
                  <a:lnTo>
                    <a:pt x="6591" y="859"/>
                  </a:lnTo>
                  <a:lnTo>
                    <a:pt x="5162" y="2761"/>
                  </a:lnTo>
                  <a:lnTo>
                    <a:pt x="10691" y="4795"/>
                  </a:lnTo>
                  <a:lnTo>
                    <a:pt x="14391" y="5262"/>
                  </a:lnTo>
                  <a:lnTo>
                    <a:pt x="10235" y="11467"/>
                  </a:lnTo>
                  <a:lnTo>
                    <a:pt x="11522" y="14681"/>
                  </a:lnTo>
                  <a:lnTo>
                    <a:pt x="13597" y="14827"/>
                  </a:lnTo>
                  <a:lnTo>
                    <a:pt x="13355" y="16617"/>
                  </a:lnTo>
                  <a:lnTo>
                    <a:pt x="4017" y="17537"/>
                  </a:lnTo>
                  <a:lnTo>
                    <a:pt x="2204" y="15820"/>
                  </a:lnTo>
                  <a:lnTo>
                    <a:pt x="0" y="15620"/>
                  </a:lnTo>
                  <a:lnTo>
                    <a:pt x="6679" y="10280"/>
                  </a:lnTo>
                  <a:lnTo>
                    <a:pt x="7854" y="10323"/>
                  </a:lnTo>
                  <a:lnTo>
                    <a:pt x="8106" y="6563"/>
                  </a:lnTo>
                  <a:lnTo>
                    <a:pt x="3464" y="5638"/>
                  </a:lnTo>
                  <a:lnTo>
                    <a:pt x="1053" y="1474"/>
                  </a:lnTo>
                  <a:lnTo>
                    <a:pt x="1198" y="138"/>
                  </a:lnTo>
                  <a:lnTo>
                    <a:pt x="1122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h2404"/>
            <p:cNvSpPr/>
            <p:nvPr/>
          </p:nvSpPr>
          <p:spPr>
            <a:xfrm>
              <a:off x="2798709" y="3100148"/>
              <a:ext cx="8107" cy="5151"/>
            </a:xfrm>
            <a:custGeom>
              <a:avLst/>
              <a:pathLst>
                <a:path w="8107" h="5151">
                  <a:moveTo>
                    <a:pt x="8107" y="0"/>
                  </a:moveTo>
                  <a:lnTo>
                    <a:pt x="6397" y="3203"/>
                  </a:lnTo>
                  <a:lnTo>
                    <a:pt x="766" y="5151"/>
                  </a:lnTo>
                  <a:lnTo>
                    <a:pt x="0" y="4413"/>
                  </a:lnTo>
                  <a:lnTo>
                    <a:pt x="362" y="2662"/>
                  </a:lnTo>
                  <a:lnTo>
                    <a:pt x="2254" y="145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h2405"/>
            <p:cNvSpPr/>
            <p:nvPr/>
          </p:nvSpPr>
          <p:spPr>
            <a:xfrm>
              <a:off x="2796276" y="3097760"/>
              <a:ext cx="10751" cy="3845"/>
            </a:xfrm>
            <a:custGeom>
              <a:avLst/>
              <a:pathLst>
                <a:path w="10751" h="3845">
                  <a:moveTo>
                    <a:pt x="10751" y="1984"/>
                  </a:moveTo>
                  <a:lnTo>
                    <a:pt x="10540" y="2388"/>
                  </a:lnTo>
                  <a:lnTo>
                    <a:pt x="4687" y="3845"/>
                  </a:lnTo>
                  <a:lnTo>
                    <a:pt x="4738" y="3612"/>
                  </a:lnTo>
                  <a:lnTo>
                    <a:pt x="5112" y="2245"/>
                  </a:lnTo>
                  <a:lnTo>
                    <a:pt x="0" y="2035"/>
                  </a:lnTo>
                  <a:lnTo>
                    <a:pt x="193" y="813"/>
                  </a:lnTo>
                  <a:lnTo>
                    <a:pt x="465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h2406"/>
            <p:cNvSpPr/>
            <p:nvPr/>
          </p:nvSpPr>
          <p:spPr>
            <a:xfrm>
              <a:off x="2799407" y="3078918"/>
              <a:ext cx="4259" cy="4675"/>
            </a:xfrm>
            <a:custGeom>
              <a:avLst/>
              <a:pathLst>
                <a:path w="4259" h="4675">
                  <a:moveTo>
                    <a:pt x="800" y="4134"/>
                  </a:moveTo>
                  <a:lnTo>
                    <a:pt x="0" y="1336"/>
                  </a:lnTo>
                  <a:lnTo>
                    <a:pt x="4053" y="0"/>
                  </a:lnTo>
                  <a:lnTo>
                    <a:pt x="4259" y="182"/>
                  </a:lnTo>
                  <a:lnTo>
                    <a:pt x="3890" y="467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h2407"/>
            <p:cNvSpPr/>
            <p:nvPr/>
          </p:nvSpPr>
          <p:spPr>
            <a:xfrm>
              <a:off x="2793622" y="3078758"/>
              <a:ext cx="3470" cy="838"/>
            </a:xfrm>
            <a:custGeom>
              <a:avLst/>
              <a:pathLst>
                <a:path w="3470" h="838">
                  <a:moveTo>
                    <a:pt x="1447" y="838"/>
                  </a:moveTo>
                  <a:lnTo>
                    <a:pt x="0" y="832"/>
                  </a:lnTo>
                  <a:lnTo>
                    <a:pt x="347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h2408"/>
            <p:cNvSpPr/>
            <p:nvPr/>
          </p:nvSpPr>
          <p:spPr>
            <a:xfrm>
              <a:off x="2733552" y="3045641"/>
              <a:ext cx="33819" cy="22780"/>
            </a:xfrm>
            <a:custGeom>
              <a:avLst/>
              <a:pathLst>
                <a:path w="33819" h="22780">
                  <a:moveTo>
                    <a:pt x="18000" y="0"/>
                  </a:moveTo>
                  <a:lnTo>
                    <a:pt x="19423" y="2461"/>
                  </a:lnTo>
                  <a:lnTo>
                    <a:pt x="21216" y="339"/>
                  </a:lnTo>
                  <a:lnTo>
                    <a:pt x="23348" y="4490"/>
                  </a:lnTo>
                  <a:lnTo>
                    <a:pt x="26766" y="3754"/>
                  </a:lnTo>
                  <a:lnTo>
                    <a:pt x="29177" y="7918"/>
                  </a:lnTo>
                  <a:lnTo>
                    <a:pt x="33819" y="8842"/>
                  </a:lnTo>
                  <a:lnTo>
                    <a:pt x="33567" y="12603"/>
                  </a:lnTo>
                  <a:lnTo>
                    <a:pt x="32391" y="12560"/>
                  </a:lnTo>
                  <a:lnTo>
                    <a:pt x="25586" y="12016"/>
                  </a:lnTo>
                  <a:lnTo>
                    <a:pt x="23787" y="11131"/>
                  </a:lnTo>
                  <a:lnTo>
                    <a:pt x="16671" y="15751"/>
                  </a:lnTo>
                  <a:lnTo>
                    <a:pt x="12248" y="16154"/>
                  </a:lnTo>
                  <a:lnTo>
                    <a:pt x="9149" y="19555"/>
                  </a:lnTo>
                  <a:lnTo>
                    <a:pt x="9483" y="22480"/>
                  </a:lnTo>
                  <a:lnTo>
                    <a:pt x="7110" y="22780"/>
                  </a:lnTo>
                  <a:lnTo>
                    <a:pt x="3383" y="16039"/>
                  </a:lnTo>
                  <a:lnTo>
                    <a:pt x="1090" y="14346"/>
                  </a:lnTo>
                  <a:lnTo>
                    <a:pt x="0" y="12233"/>
                  </a:lnTo>
                  <a:lnTo>
                    <a:pt x="3206" y="5507"/>
                  </a:lnTo>
                  <a:lnTo>
                    <a:pt x="5146" y="4429"/>
                  </a:lnTo>
                  <a:lnTo>
                    <a:pt x="7586" y="4192"/>
                  </a:lnTo>
                  <a:lnTo>
                    <a:pt x="9012" y="5441"/>
                  </a:lnTo>
                  <a:lnTo>
                    <a:pt x="11651" y="4945"/>
                  </a:lnTo>
                  <a:lnTo>
                    <a:pt x="14456" y="2477"/>
                  </a:lnTo>
                  <a:lnTo>
                    <a:pt x="15742" y="4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h2409"/>
            <p:cNvSpPr/>
            <p:nvPr/>
          </p:nvSpPr>
          <p:spPr>
            <a:xfrm>
              <a:off x="2824646" y="3088837"/>
              <a:ext cx="14873" cy="8469"/>
            </a:xfrm>
            <a:custGeom>
              <a:avLst/>
              <a:pathLst>
                <a:path w="14873" h="8469">
                  <a:moveTo>
                    <a:pt x="14168" y="2678"/>
                  </a:moveTo>
                  <a:lnTo>
                    <a:pt x="14873" y="4842"/>
                  </a:lnTo>
                  <a:lnTo>
                    <a:pt x="13341" y="6515"/>
                  </a:lnTo>
                  <a:lnTo>
                    <a:pt x="9209" y="8469"/>
                  </a:lnTo>
                  <a:lnTo>
                    <a:pt x="7294" y="6793"/>
                  </a:lnTo>
                  <a:lnTo>
                    <a:pt x="1317" y="7249"/>
                  </a:lnTo>
                  <a:lnTo>
                    <a:pt x="0" y="6706"/>
                  </a:lnTo>
                  <a:lnTo>
                    <a:pt x="2112" y="6040"/>
                  </a:lnTo>
                  <a:lnTo>
                    <a:pt x="1078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h2410"/>
            <p:cNvSpPr/>
            <p:nvPr/>
          </p:nvSpPr>
          <p:spPr>
            <a:xfrm>
              <a:off x="2782607" y="3089121"/>
              <a:ext cx="5868" cy="4843"/>
            </a:xfrm>
            <a:custGeom>
              <a:avLst/>
              <a:pathLst>
                <a:path w="5868" h="4843">
                  <a:moveTo>
                    <a:pt x="3293" y="1338"/>
                  </a:moveTo>
                  <a:lnTo>
                    <a:pt x="5868" y="2677"/>
                  </a:lnTo>
                  <a:lnTo>
                    <a:pt x="2412" y="4843"/>
                  </a:lnTo>
                  <a:lnTo>
                    <a:pt x="7" y="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h2411"/>
            <p:cNvSpPr/>
            <p:nvPr/>
          </p:nvSpPr>
          <p:spPr>
            <a:xfrm>
              <a:off x="2795787" y="3069765"/>
              <a:ext cx="7879" cy="10489"/>
            </a:xfrm>
            <a:custGeom>
              <a:avLst/>
              <a:pathLst>
                <a:path w="7879" h="10489">
                  <a:moveTo>
                    <a:pt x="7879" y="1373"/>
                  </a:moveTo>
                  <a:lnTo>
                    <a:pt x="6436" y="6413"/>
                  </a:lnTo>
                  <a:lnTo>
                    <a:pt x="7673" y="9153"/>
                  </a:lnTo>
                  <a:lnTo>
                    <a:pt x="3619" y="10489"/>
                  </a:lnTo>
                  <a:lnTo>
                    <a:pt x="1305" y="8993"/>
                  </a:lnTo>
                  <a:lnTo>
                    <a:pt x="0" y="6173"/>
                  </a:lnTo>
                  <a:lnTo>
                    <a:pt x="459" y="4211"/>
                  </a:lnTo>
                  <a:lnTo>
                    <a:pt x="4081" y="1161"/>
                  </a:lnTo>
                  <a:lnTo>
                    <a:pt x="4642" y="276"/>
                  </a:lnTo>
                  <a:lnTo>
                    <a:pt x="6066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h2412"/>
            <p:cNvSpPr/>
            <p:nvPr/>
          </p:nvSpPr>
          <p:spPr>
            <a:xfrm>
              <a:off x="2817675" y="3068154"/>
              <a:ext cx="29424" cy="33982"/>
            </a:xfrm>
            <a:custGeom>
              <a:avLst/>
              <a:pathLst>
                <a:path w="29424" h="33982">
                  <a:moveTo>
                    <a:pt x="18166" y="0"/>
                  </a:moveTo>
                  <a:lnTo>
                    <a:pt x="19376" y="523"/>
                  </a:lnTo>
                  <a:lnTo>
                    <a:pt x="21205" y="9272"/>
                  </a:lnTo>
                  <a:lnTo>
                    <a:pt x="23682" y="10836"/>
                  </a:lnTo>
                  <a:lnTo>
                    <a:pt x="26600" y="10867"/>
                  </a:lnTo>
                  <a:lnTo>
                    <a:pt x="29424" y="13449"/>
                  </a:lnTo>
                  <a:lnTo>
                    <a:pt x="27168" y="18703"/>
                  </a:lnTo>
                  <a:lnTo>
                    <a:pt x="25045" y="21058"/>
                  </a:lnTo>
                  <a:lnTo>
                    <a:pt x="21140" y="23361"/>
                  </a:lnTo>
                  <a:lnTo>
                    <a:pt x="17752" y="20683"/>
                  </a:lnTo>
                  <a:lnTo>
                    <a:pt x="9084" y="26723"/>
                  </a:lnTo>
                  <a:lnTo>
                    <a:pt x="6971" y="27389"/>
                  </a:lnTo>
                  <a:lnTo>
                    <a:pt x="5391" y="28850"/>
                  </a:lnTo>
                  <a:lnTo>
                    <a:pt x="6916" y="29386"/>
                  </a:lnTo>
                  <a:lnTo>
                    <a:pt x="7888" y="33982"/>
                  </a:lnTo>
                  <a:lnTo>
                    <a:pt x="6246" y="33600"/>
                  </a:lnTo>
                  <a:lnTo>
                    <a:pt x="1175" y="29131"/>
                  </a:lnTo>
                  <a:lnTo>
                    <a:pt x="903" y="29035"/>
                  </a:lnTo>
                  <a:lnTo>
                    <a:pt x="0" y="21931"/>
                  </a:lnTo>
                  <a:lnTo>
                    <a:pt x="3068" y="21018"/>
                  </a:lnTo>
                  <a:lnTo>
                    <a:pt x="3833" y="17532"/>
                  </a:lnTo>
                  <a:lnTo>
                    <a:pt x="3016" y="15797"/>
                  </a:lnTo>
                  <a:lnTo>
                    <a:pt x="2892" y="16345"/>
                  </a:lnTo>
                  <a:lnTo>
                    <a:pt x="391" y="16030"/>
                  </a:lnTo>
                  <a:lnTo>
                    <a:pt x="473" y="12797"/>
                  </a:lnTo>
                  <a:lnTo>
                    <a:pt x="1095" y="10657"/>
                  </a:lnTo>
                  <a:lnTo>
                    <a:pt x="5231" y="7012"/>
                  </a:lnTo>
                  <a:lnTo>
                    <a:pt x="8082" y="4772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h2413"/>
            <p:cNvSpPr/>
            <p:nvPr/>
          </p:nvSpPr>
          <p:spPr>
            <a:xfrm>
              <a:off x="2795070" y="3078758"/>
              <a:ext cx="5138" cy="6660"/>
            </a:xfrm>
            <a:custGeom>
              <a:avLst/>
              <a:pathLst>
                <a:path w="5138" h="6660">
                  <a:moveTo>
                    <a:pt x="4337" y="1495"/>
                  </a:moveTo>
                  <a:lnTo>
                    <a:pt x="5138" y="4294"/>
                  </a:lnTo>
                  <a:lnTo>
                    <a:pt x="4180" y="6167"/>
                  </a:lnTo>
                  <a:lnTo>
                    <a:pt x="3217" y="6660"/>
                  </a:lnTo>
                  <a:lnTo>
                    <a:pt x="0" y="838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h2414"/>
            <p:cNvSpPr/>
            <p:nvPr/>
          </p:nvSpPr>
          <p:spPr>
            <a:xfrm>
              <a:off x="2799618" y="3065857"/>
              <a:ext cx="15076" cy="13243"/>
            </a:xfrm>
            <a:custGeom>
              <a:avLst/>
              <a:pathLst>
                <a:path w="15076" h="13243">
                  <a:moveTo>
                    <a:pt x="2664" y="338"/>
                  </a:moveTo>
                  <a:lnTo>
                    <a:pt x="4015" y="2113"/>
                  </a:lnTo>
                  <a:lnTo>
                    <a:pt x="4347" y="5757"/>
                  </a:lnTo>
                  <a:lnTo>
                    <a:pt x="5261" y="6389"/>
                  </a:lnTo>
                  <a:lnTo>
                    <a:pt x="11092" y="5610"/>
                  </a:lnTo>
                  <a:lnTo>
                    <a:pt x="12811" y="4008"/>
                  </a:lnTo>
                  <a:lnTo>
                    <a:pt x="15076" y="4266"/>
                  </a:lnTo>
                  <a:lnTo>
                    <a:pt x="12143" y="8905"/>
                  </a:lnTo>
                  <a:lnTo>
                    <a:pt x="7013" y="8981"/>
                  </a:lnTo>
                  <a:lnTo>
                    <a:pt x="4048" y="13243"/>
                  </a:lnTo>
                  <a:lnTo>
                    <a:pt x="3842" y="13061"/>
                  </a:lnTo>
                  <a:lnTo>
                    <a:pt x="2606" y="10321"/>
                  </a:lnTo>
                  <a:lnTo>
                    <a:pt x="4048" y="5281"/>
                  </a:lnTo>
                  <a:lnTo>
                    <a:pt x="2235" y="3908"/>
                  </a:lnTo>
                  <a:lnTo>
                    <a:pt x="812" y="4184"/>
                  </a:lnTo>
                  <a:lnTo>
                    <a:pt x="250" y="5069"/>
                  </a:lnTo>
                  <a:lnTo>
                    <a:pt x="134" y="1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h2415"/>
            <p:cNvSpPr/>
            <p:nvPr/>
          </p:nvSpPr>
          <p:spPr>
            <a:xfrm>
              <a:off x="2799250" y="3083053"/>
              <a:ext cx="14242" cy="5867"/>
            </a:xfrm>
            <a:custGeom>
              <a:avLst/>
              <a:pathLst>
                <a:path w="14242" h="5867">
                  <a:moveTo>
                    <a:pt x="4047" y="541"/>
                  </a:moveTo>
                  <a:lnTo>
                    <a:pt x="8833" y="3127"/>
                  </a:lnTo>
                  <a:lnTo>
                    <a:pt x="11690" y="2264"/>
                  </a:lnTo>
                  <a:lnTo>
                    <a:pt x="12586" y="2873"/>
                  </a:lnTo>
                  <a:lnTo>
                    <a:pt x="13352" y="3678"/>
                  </a:lnTo>
                  <a:lnTo>
                    <a:pt x="14242" y="4892"/>
                  </a:lnTo>
                  <a:lnTo>
                    <a:pt x="13786" y="5867"/>
                  </a:lnTo>
                  <a:lnTo>
                    <a:pt x="10066" y="5783"/>
                  </a:lnTo>
                  <a:lnTo>
                    <a:pt x="0" y="1873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h2416"/>
            <p:cNvSpPr/>
            <p:nvPr/>
          </p:nvSpPr>
          <p:spPr>
            <a:xfrm>
              <a:off x="2790705" y="3049293"/>
              <a:ext cx="18433" cy="14592"/>
            </a:xfrm>
            <a:custGeom>
              <a:avLst/>
              <a:pathLst>
                <a:path w="18433" h="14592">
                  <a:moveTo>
                    <a:pt x="8687" y="0"/>
                  </a:moveTo>
                  <a:lnTo>
                    <a:pt x="11214" y="1693"/>
                  </a:lnTo>
                  <a:lnTo>
                    <a:pt x="10335" y="3980"/>
                  </a:lnTo>
                  <a:lnTo>
                    <a:pt x="10748" y="5106"/>
                  </a:lnTo>
                  <a:lnTo>
                    <a:pt x="16528" y="8302"/>
                  </a:lnTo>
                  <a:lnTo>
                    <a:pt x="18433" y="10314"/>
                  </a:lnTo>
                  <a:lnTo>
                    <a:pt x="8577" y="14592"/>
                  </a:lnTo>
                  <a:lnTo>
                    <a:pt x="7977" y="12626"/>
                  </a:lnTo>
                  <a:lnTo>
                    <a:pt x="5891" y="12526"/>
                  </a:lnTo>
                  <a:lnTo>
                    <a:pt x="910" y="8366"/>
                  </a:lnTo>
                  <a:lnTo>
                    <a:pt x="0" y="2758"/>
                  </a:lnTo>
                  <a:lnTo>
                    <a:pt x="670" y="167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h2417"/>
            <p:cNvSpPr/>
            <p:nvPr/>
          </p:nvSpPr>
          <p:spPr>
            <a:xfrm>
              <a:off x="2783806" y="3057659"/>
              <a:ext cx="15946" cy="9575"/>
            </a:xfrm>
            <a:custGeom>
              <a:avLst/>
              <a:pathLst>
                <a:path w="15946" h="9575">
                  <a:moveTo>
                    <a:pt x="12790" y="4159"/>
                  </a:moveTo>
                  <a:lnTo>
                    <a:pt x="14876" y="4259"/>
                  </a:lnTo>
                  <a:lnTo>
                    <a:pt x="15476" y="6225"/>
                  </a:lnTo>
                  <a:lnTo>
                    <a:pt x="15812" y="8197"/>
                  </a:lnTo>
                  <a:lnTo>
                    <a:pt x="15946" y="9575"/>
                  </a:lnTo>
                  <a:lnTo>
                    <a:pt x="10939" y="7113"/>
                  </a:lnTo>
                  <a:lnTo>
                    <a:pt x="6681" y="3320"/>
                  </a:lnTo>
                  <a:lnTo>
                    <a:pt x="2404" y="2007"/>
                  </a:lnTo>
                  <a:lnTo>
                    <a:pt x="1730" y="3293"/>
                  </a:lnTo>
                  <a:lnTo>
                    <a:pt x="2341" y="3544"/>
                  </a:lnTo>
                  <a:lnTo>
                    <a:pt x="701" y="4216"/>
                  </a:lnTo>
                  <a:lnTo>
                    <a:pt x="0" y="3719"/>
                  </a:lnTo>
                  <a:lnTo>
                    <a:pt x="731" y="257"/>
                  </a:lnTo>
                  <a:lnTo>
                    <a:pt x="780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h2418"/>
            <p:cNvSpPr/>
            <p:nvPr/>
          </p:nvSpPr>
          <p:spPr>
            <a:xfrm>
              <a:off x="2807064" y="3080252"/>
              <a:ext cx="8330" cy="5663"/>
            </a:xfrm>
            <a:custGeom>
              <a:avLst/>
              <a:pathLst>
                <a:path w="8330" h="5663">
                  <a:moveTo>
                    <a:pt x="7591" y="276"/>
                  </a:moveTo>
                  <a:lnTo>
                    <a:pt x="8330" y="2239"/>
                  </a:lnTo>
                  <a:lnTo>
                    <a:pt x="7760" y="2708"/>
                  </a:lnTo>
                  <a:lnTo>
                    <a:pt x="5798" y="1411"/>
                  </a:lnTo>
                  <a:lnTo>
                    <a:pt x="5258" y="1772"/>
                  </a:lnTo>
                  <a:lnTo>
                    <a:pt x="4536" y="3370"/>
                  </a:lnTo>
                  <a:lnTo>
                    <a:pt x="4751" y="5663"/>
                  </a:lnTo>
                  <a:lnTo>
                    <a:pt x="3877" y="50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h2419"/>
            <p:cNvSpPr/>
            <p:nvPr/>
          </p:nvSpPr>
          <p:spPr>
            <a:xfrm>
              <a:off x="2796437" y="3084926"/>
              <a:ext cx="20603" cy="10109"/>
            </a:xfrm>
            <a:custGeom>
              <a:avLst/>
              <a:pathLst>
                <a:path w="20603" h="10109">
                  <a:moveTo>
                    <a:pt x="12880" y="3910"/>
                  </a:moveTo>
                  <a:lnTo>
                    <a:pt x="16600" y="3994"/>
                  </a:lnTo>
                  <a:lnTo>
                    <a:pt x="17056" y="3018"/>
                  </a:lnTo>
                  <a:lnTo>
                    <a:pt x="16166" y="1805"/>
                  </a:lnTo>
                  <a:lnTo>
                    <a:pt x="20603" y="4603"/>
                  </a:lnTo>
                  <a:lnTo>
                    <a:pt x="17093" y="6207"/>
                  </a:lnTo>
                  <a:lnTo>
                    <a:pt x="14658" y="10109"/>
                  </a:lnTo>
                  <a:lnTo>
                    <a:pt x="6028" y="7832"/>
                  </a:lnTo>
                  <a:lnTo>
                    <a:pt x="6107" y="7220"/>
                  </a:lnTo>
                  <a:lnTo>
                    <a:pt x="0" y="5306"/>
                  </a:lnTo>
                  <a:lnTo>
                    <a:pt x="1850" y="492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h2420"/>
            <p:cNvSpPr/>
            <p:nvPr/>
          </p:nvSpPr>
          <p:spPr>
            <a:xfrm>
              <a:off x="2857450" y="3074483"/>
              <a:ext cx="11636" cy="14367"/>
            </a:xfrm>
            <a:custGeom>
              <a:avLst/>
              <a:pathLst>
                <a:path w="11636" h="14367">
                  <a:moveTo>
                    <a:pt x="4445" y="895"/>
                  </a:moveTo>
                  <a:lnTo>
                    <a:pt x="5320" y="3434"/>
                  </a:lnTo>
                  <a:lnTo>
                    <a:pt x="6664" y="3874"/>
                  </a:lnTo>
                  <a:lnTo>
                    <a:pt x="10782" y="5024"/>
                  </a:lnTo>
                  <a:lnTo>
                    <a:pt x="11636" y="8808"/>
                  </a:lnTo>
                  <a:lnTo>
                    <a:pt x="9154" y="11506"/>
                  </a:lnTo>
                  <a:lnTo>
                    <a:pt x="7648" y="10993"/>
                  </a:lnTo>
                  <a:lnTo>
                    <a:pt x="6293" y="13467"/>
                  </a:lnTo>
                  <a:lnTo>
                    <a:pt x="3650" y="14367"/>
                  </a:lnTo>
                  <a:lnTo>
                    <a:pt x="0" y="11999"/>
                  </a:lnTo>
                  <a:lnTo>
                    <a:pt x="2875" y="10156"/>
                  </a:lnTo>
                  <a:lnTo>
                    <a:pt x="3240" y="4654"/>
                  </a:lnTo>
                  <a:lnTo>
                    <a:pt x="967" y="3625"/>
                  </a:lnTo>
                  <a:lnTo>
                    <a:pt x="1605" y="369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h2421"/>
            <p:cNvSpPr/>
            <p:nvPr/>
          </p:nvSpPr>
          <p:spPr>
            <a:xfrm>
              <a:off x="2742701" y="3056773"/>
              <a:ext cx="23242" cy="13667"/>
            </a:xfrm>
            <a:custGeom>
              <a:avLst/>
              <a:pathLst>
                <a:path w="23242" h="13667">
                  <a:moveTo>
                    <a:pt x="16436" y="884"/>
                  </a:moveTo>
                  <a:lnTo>
                    <a:pt x="23242" y="1428"/>
                  </a:lnTo>
                  <a:lnTo>
                    <a:pt x="16563" y="6768"/>
                  </a:lnTo>
                  <a:lnTo>
                    <a:pt x="16331" y="7497"/>
                  </a:lnTo>
                  <a:lnTo>
                    <a:pt x="11880" y="11996"/>
                  </a:lnTo>
                  <a:lnTo>
                    <a:pt x="8280" y="11302"/>
                  </a:lnTo>
                  <a:lnTo>
                    <a:pt x="5722" y="13667"/>
                  </a:lnTo>
                  <a:lnTo>
                    <a:pt x="953" y="12756"/>
                  </a:lnTo>
                  <a:lnTo>
                    <a:pt x="334" y="11349"/>
                  </a:lnTo>
                  <a:lnTo>
                    <a:pt x="0" y="8423"/>
                  </a:lnTo>
                  <a:lnTo>
                    <a:pt x="3099" y="5022"/>
                  </a:lnTo>
                  <a:lnTo>
                    <a:pt x="7522" y="4619"/>
                  </a:lnTo>
                  <a:lnTo>
                    <a:pt x="1463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h2422"/>
            <p:cNvSpPr/>
            <p:nvPr/>
          </p:nvSpPr>
          <p:spPr>
            <a:xfrm>
              <a:off x="2758825" y="3063542"/>
              <a:ext cx="19768" cy="15315"/>
            </a:xfrm>
            <a:custGeom>
              <a:avLst/>
              <a:pathLst>
                <a:path w="19768" h="15315">
                  <a:moveTo>
                    <a:pt x="13795" y="996"/>
                  </a:moveTo>
                  <a:lnTo>
                    <a:pt x="15873" y="2158"/>
                  </a:lnTo>
                  <a:lnTo>
                    <a:pt x="19768" y="6409"/>
                  </a:lnTo>
                  <a:lnTo>
                    <a:pt x="19724" y="8466"/>
                  </a:lnTo>
                  <a:lnTo>
                    <a:pt x="17793" y="9593"/>
                  </a:lnTo>
                  <a:lnTo>
                    <a:pt x="16505" y="10882"/>
                  </a:lnTo>
                  <a:lnTo>
                    <a:pt x="13775" y="10869"/>
                  </a:lnTo>
                  <a:lnTo>
                    <a:pt x="9131" y="14877"/>
                  </a:lnTo>
                  <a:lnTo>
                    <a:pt x="5305" y="15315"/>
                  </a:lnTo>
                  <a:lnTo>
                    <a:pt x="2732" y="14061"/>
                  </a:lnTo>
                  <a:lnTo>
                    <a:pt x="0" y="9577"/>
                  </a:lnTo>
                  <a:lnTo>
                    <a:pt x="1887" y="9003"/>
                  </a:lnTo>
                  <a:lnTo>
                    <a:pt x="207" y="728"/>
                  </a:lnTo>
                  <a:lnTo>
                    <a:pt x="439" y="0"/>
                  </a:lnTo>
                  <a:lnTo>
                    <a:pt x="2643" y="199"/>
                  </a:lnTo>
                  <a:lnTo>
                    <a:pt x="4456" y="191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h2423"/>
            <p:cNvSpPr/>
            <p:nvPr/>
          </p:nvSpPr>
          <p:spPr>
            <a:xfrm>
              <a:off x="2799282" y="3052634"/>
              <a:ext cx="24763" cy="19612"/>
            </a:xfrm>
            <a:custGeom>
              <a:avLst/>
              <a:pathLst>
                <a:path w="24763" h="19612">
                  <a:moveTo>
                    <a:pt x="19342" y="3272"/>
                  </a:moveTo>
                  <a:lnTo>
                    <a:pt x="21718" y="4012"/>
                  </a:lnTo>
                  <a:lnTo>
                    <a:pt x="19701" y="7414"/>
                  </a:lnTo>
                  <a:lnTo>
                    <a:pt x="17704" y="8567"/>
                  </a:lnTo>
                  <a:lnTo>
                    <a:pt x="18166" y="9485"/>
                  </a:lnTo>
                  <a:lnTo>
                    <a:pt x="24763" y="11757"/>
                  </a:lnTo>
                  <a:lnTo>
                    <a:pt x="24165" y="14670"/>
                  </a:lnTo>
                  <a:lnTo>
                    <a:pt x="21869" y="17407"/>
                  </a:lnTo>
                  <a:lnTo>
                    <a:pt x="15412" y="17489"/>
                  </a:lnTo>
                  <a:lnTo>
                    <a:pt x="13147" y="17231"/>
                  </a:lnTo>
                  <a:lnTo>
                    <a:pt x="11428" y="18833"/>
                  </a:lnTo>
                  <a:lnTo>
                    <a:pt x="5597" y="19612"/>
                  </a:lnTo>
                  <a:lnTo>
                    <a:pt x="4683" y="18980"/>
                  </a:lnTo>
                  <a:lnTo>
                    <a:pt x="4350" y="15336"/>
                  </a:lnTo>
                  <a:lnTo>
                    <a:pt x="2999" y="13561"/>
                  </a:lnTo>
                  <a:lnTo>
                    <a:pt x="335" y="13222"/>
                  </a:lnTo>
                  <a:lnTo>
                    <a:pt x="0" y="11251"/>
                  </a:lnTo>
                  <a:lnTo>
                    <a:pt x="9855" y="6973"/>
                  </a:lnTo>
                  <a:lnTo>
                    <a:pt x="12079" y="6327"/>
                  </a:lnTo>
                  <a:lnTo>
                    <a:pt x="13640" y="8014"/>
                  </a:lnTo>
                  <a:lnTo>
                    <a:pt x="15153" y="889"/>
                  </a:lnTo>
                  <a:lnTo>
                    <a:pt x="16015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h2424"/>
            <p:cNvSpPr/>
            <p:nvPr/>
          </p:nvSpPr>
          <p:spPr>
            <a:xfrm>
              <a:off x="2784028" y="3091799"/>
              <a:ext cx="6581" cy="11936"/>
            </a:xfrm>
            <a:custGeom>
              <a:avLst/>
              <a:pathLst>
                <a:path w="6581" h="11936">
                  <a:moveTo>
                    <a:pt x="6581" y="1950"/>
                  </a:moveTo>
                  <a:lnTo>
                    <a:pt x="5163" y="6815"/>
                  </a:lnTo>
                  <a:lnTo>
                    <a:pt x="5009" y="7190"/>
                  </a:lnTo>
                  <a:lnTo>
                    <a:pt x="4739" y="8827"/>
                  </a:lnTo>
                  <a:lnTo>
                    <a:pt x="736" y="11936"/>
                  </a:lnTo>
                  <a:lnTo>
                    <a:pt x="0" y="11739"/>
                  </a:lnTo>
                  <a:lnTo>
                    <a:pt x="1569" y="7734"/>
                  </a:lnTo>
                  <a:lnTo>
                    <a:pt x="627" y="3659"/>
                  </a:lnTo>
                  <a:lnTo>
                    <a:pt x="991" y="2166"/>
                  </a:lnTo>
                  <a:lnTo>
                    <a:pt x="444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h2425"/>
            <p:cNvSpPr/>
            <p:nvPr/>
          </p:nvSpPr>
          <p:spPr>
            <a:xfrm>
              <a:off x="2773973" y="3033047"/>
              <a:ext cx="52983" cy="27601"/>
            </a:xfrm>
            <a:custGeom>
              <a:avLst/>
              <a:pathLst>
                <a:path w="52983" h="27601">
                  <a:moveTo>
                    <a:pt x="42133" y="2791"/>
                  </a:moveTo>
                  <a:lnTo>
                    <a:pt x="42590" y="9488"/>
                  </a:lnTo>
                  <a:lnTo>
                    <a:pt x="49759" y="11899"/>
                  </a:lnTo>
                  <a:lnTo>
                    <a:pt x="52983" y="15146"/>
                  </a:lnTo>
                  <a:lnTo>
                    <a:pt x="49648" y="19324"/>
                  </a:lnTo>
                  <a:lnTo>
                    <a:pt x="47027" y="23598"/>
                  </a:lnTo>
                  <a:lnTo>
                    <a:pt x="44651" y="22858"/>
                  </a:lnTo>
                  <a:lnTo>
                    <a:pt x="41323" y="19586"/>
                  </a:lnTo>
                  <a:lnTo>
                    <a:pt x="40462" y="20476"/>
                  </a:lnTo>
                  <a:lnTo>
                    <a:pt x="38948" y="27601"/>
                  </a:lnTo>
                  <a:lnTo>
                    <a:pt x="37387" y="25914"/>
                  </a:lnTo>
                  <a:lnTo>
                    <a:pt x="35164" y="26559"/>
                  </a:lnTo>
                  <a:lnTo>
                    <a:pt x="33259" y="24548"/>
                  </a:lnTo>
                  <a:lnTo>
                    <a:pt x="27479" y="21351"/>
                  </a:lnTo>
                  <a:lnTo>
                    <a:pt x="27066" y="20225"/>
                  </a:lnTo>
                  <a:lnTo>
                    <a:pt x="27945" y="17938"/>
                  </a:lnTo>
                  <a:lnTo>
                    <a:pt x="25419" y="16245"/>
                  </a:lnTo>
                  <a:lnTo>
                    <a:pt x="17402" y="17922"/>
                  </a:lnTo>
                  <a:lnTo>
                    <a:pt x="16731" y="19003"/>
                  </a:lnTo>
                  <a:lnTo>
                    <a:pt x="17641" y="24612"/>
                  </a:lnTo>
                  <a:lnTo>
                    <a:pt x="10563" y="24869"/>
                  </a:lnTo>
                  <a:lnTo>
                    <a:pt x="7566" y="24270"/>
                  </a:lnTo>
                  <a:lnTo>
                    <a:pt x="7531" y="21156"/>
                  </a:lnTo>
                  <a:lnTo>
                    <a:pt x="1788" y="20413"/>
                  </a:lnTo>
                  <a:lnTo>
                    <a:pt x="1297" y="19566"/>
                  </a:lnTo>
                  <a:lnTo>
                    <a:pt x="0" y="15747"/>
                  </a:lnTo>
                  <a:lnTo>
                    <a:pt x="1762" y="13229"/>
                  </a:lnTo>
                  <a:lnTo>
                    <a:pt x="6940" y="5604"/>
                  </a:lnTo>
                  <a:lnTo>
                    <a:pt x="7242" y="3535"/>
                  </a:lnTo>
                  <a:lnTo>
                    <a:pt x="6113" y="3516"/>
                  </a:lnTo>
                  <a:lnTo>
                    <a:pt x="5839" y="774"/>
                  </a:lnTo>
                  <a:lnTo>
                    <a:pt x="8376" y="0"/>
                  </a:lnTo>
                  <a:lnTo>
                    <a:pt x="15332" y="987"/>
                  </a:lnTo>
                  <a:lnTo>
                    <a:pt x="15781" y="4348"/>
                  </a:lnTo>
                  <a:lnTo>
                    <a:pt x="17250" y="6579"/>
                  </a:lnTo>
                  <a:lnTo>
                    <a:pt x="26788" y="7294"/>
                  </a:lnTo>
                  <a:lnTo>
                    <a:pt x="35912" y="4292"/>
                  </a:lnTo>
                  <a:lnTo>
                    <a:pt x="38689" y="3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h2426"/>
            <p:cNvSpPr/>
            <p:nvPr/>
          </p:nvSpPr>
          <p:spPr>
            <a:xfrm>
              <a:off x="2816957" y="3073910"/>
              <a:ext cx="5948" cy="4901"/>
            </a:xfrm>
            <a:custGeom>
              <a:avLst/>
              <a:pathLst>
                <a:path w="5948" h="4901">
                  <a:moveTo>
                    <a:pt x="5948" y="1255"/>
                  </a:moveTo>
                  <a:lnTo>
                    <a:pt x="1812" y="4901"/>
                  </a:lnTo>
                  <a:lnTo>
                    <a:pt x="886" y="4229"/>
                  </a:lnTo>
                  <a:lnTo>
                    <a:pt x="0" y="2496"/>
                  </a:lnTo>
                  <a:lnTo>
                    <a:pt x="316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h2427"/>
            <p:cNvSpPr/>
            <p:nvPr/>
          </p:nvSpPr>
          <p:spPr>
            <a:xfrm>
              <a:off x="2816986" y="3055864"/>
              <a:ext cx="23912" cy="17062"/>
            </a:xfrm>
            <a:custGeom>
              <a:avLst/>
              <a:pathLst>
                <a:path w="23912" h="17062">
                  <a:moveTo>
                    <a:pt x="11073" y="282"/>
                  </a:moveTo>
                  <a:lnTo>
                    <a:pt x="14321" y="1217"/>
                  </a:lnTo>
                  <a:lnTo>
                    <a:pt x="15104" y="222"/>
                  </a:lnTo>
                  <a:lnTo>
                    <a:pt x="20900" y="0"/>
                  </a:lnTo>
                  <a:lnTo>
                    <a:pt x="20490" y="5186"/>
                  </a:lnTo>
                  <a:lnTo>
                    <a:pt x="23707" y="7737"/>
                  </a:lnTo>
                  <a:lnTo>
                    <a:pt x="23912" y="8884"/>
                  </a:lnTo>
                  <a:lnTo>
                    <a:pt x="22124" y="11276"/>
                  </a:lnTo>
                  <a:lnTo>
                    <a:pt x="18854" y="12290"/>
                  </a:lnTo>
                  <a:lnTo>
                    <a:pt x="8771" y="17062"/>
                  </a:lnTo>
                  <a:lnTo>
                    <a:pt x="4164" y="14177"/>
                  </a:lnTo>
                  <a:lnTo>
                    <a:pt x="6460" y="11440"/>
                  </a:lnTo>
                  <a:lnTo>
                    <a:pt x="7059" y="8527"/>
                  </a:lnTo>
                  <a:lnTo>
                    <a:pt x="462" y="6255"/>
                  </a:lnTo>
                  <a:lnTo>
                    <a:pt x="0" y="5337"/>
                  </a:lnTo>
                  <a:lnTo>
                    <a:pt x="1996" y="4184"/>
                  </a:lnTo>
                  <a:lnTo>
                    <a:pt x="1327" y="4721"/>
                  </a:lnTo>
                  <a:lnTo>
                    <a:pt x="2556" y="5315"/>
                  </a:lnTo>
                  <a:lnTo>
                    <a:pt x="6285" y="5739"/>
                  </a:lnTo>
                  <a:lnTo>
                    <a:pt x="7148" y="5053"/>
                  </a:lnTo>
                  <a:lnTo>
                    <a:pt x="7050" y="3087"/>
                  </a:lnTo>
                  <a:lnTo>
                    <a:pt x="8193" y="39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h2428"/>
            <p:cNvSpPr/>
            <p:nvPr/>
          </p:nvSpPr>
          <p:spPr>
            <a:xfrm>
              <a:off x="2803298" y="3074839"/>
              <a:ext cx="7642" cy="11342"/>
            </a:xfrm>
            <a:custGeom>
              <a:avLst/>
              <a:pathLst>
                <a:path w="7642" h="11342">
                  <a:moveTo>
                    <a:pt x="3763" y="1077"/>
                  </a:moveTo>
                  <a:lnTo>
                    <a:pt x="2912" y="4153"/>
                  </a:lnTo>
                  <a:lnTo>
                    <a:pt x="3765" y="5413"/>
                  </a:lnTo>
                  <a:lnTo>
                    <a:pt x="7642" y="10479"/>
                  </a:lnTo>
                  <a:lnTo>
                    <a:pt x="4786" y="11342"/>
                  </a:lnTo>
                  <a:lnTo>
                    <a:pt x="0" y="8755"/>
                  </a:lnTo>
                  <a:lnTo>
                    <a:pt x="368" y="4261"/>
                  </a:lnTo>
                  <a:lnTo>
                    <a:pt x="333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h2429"/>
            <p:cNvSpPr/>
            <p:nvPr/>
          </p:nvSpPr>
          <p:spPr>
            <a:xfrm>
              <a:off x="2799788" y="3089530"/>
              <a:ext cx="18790" cy="7659"/>
            </a:xfrm>
            <a:custGeom>
              <a:avLst/>
              <a:pathLst>
                <a:path w="18790" h="7659">
                  <a:moveTo>
                    <a:pt x="17886" y="555"/>
                  </a:moveTo>
                  <a:lnTo>
                    <a:pt x="18790" y="7659"/>
                  </a:lnTo>
                  <a:lnTo>
                    <a:pt x="0" y="4756"/>
                  </a:lnTo>
                  <a:lnTo>
                    <a:pt x="2756" y="2617"/>
                  </a:lnTo>
                  <a:lnTo>
                    <a:pt x="2677" y="3228"/>
                  </a:lnTo>
                  <a:lnTo>
                    <a:pt x="11307" y="5506"/>
                  </a:lnTo>
                  <a:lnTo>
                    <a:pt x="13742" y="1604"/>
                  </a:lnTo>
                  <a:lnTo>
                    <a:pt x="1725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h2430"/>
            <p:cNvSpPr/>
            <p:nvPr/>
          </p:nvSpPr>
          <p:spPr>
            <a:xfrm>
              <a:off x="2811600" y="3080529"/>
              <a:ext cx="9908" cy="9556"/>
            </a:xfrm>
            <a:custGeom>
              <a:avLst/>
              <a:pathLst>
                <a:path w="9908" h="9556">
                  <a:moveTo>
                    <a:pt x="6548" y="422"/>
                  </a:moveTo>
                  <a:lnTo>
                    <a:pt x="6465" y="3655"/>
                  </a:lnTo>
                  <a:lnTo>
                    <a:pt x="8967" y="3970"/>
                  </a:lnTo>
                  <a:lnTo>
                    <a:pt x="9091" y="3422"/>
                  </a:lnTo>
                  <a:lnTo>
                    <a:pt x="9908" y="5157"/>
                  </a:lnTo>
                  <a:lnTo>
                    <a:pt x="9142" y="8643"/>
                  </a:lnTo>
                  <a:lnTo>
                    <a:pt x="6074" y="9556"/>
                  </a:lnTo>
                  <a:lnTo>
                    <a:pt x="5440" y="9000"/>
                  </a:lnTo>
                  <a:lnTo>
                    <a:pt x="1003" y="6202"/>
                  </a:lnTo>
                  <a:lnTo>
                    <a:pt x="230" y="5394"/>
                  </a:lnTo>
                  <a:lnTo>
                    <a:pt x="0" y="3093"/>
                  </a:lnTo>
                  <a:lnTo>
                    <a:pt x="722" y="1495"/>
                  </a:lnTo>
                  <a:lnTo>
                    <a:pt x="1262" y="1134"/>
                  </a:lnTo>
                  <a:lnTo>
                    <a:pt x="3224" y="2431"/>
                  </a:lnTo>
                  <a:lnTo>
                    <a:pt x="3794" y="1963"/>
                  </a:lnTo>
                  <a:lnTo>
                    <a:pt x="305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h2431"/>
            <p:cNvSpPr/>
            <p:nvPr/>
          </p:nvSpPr>
          <p:spPr>
            <a:xfrm>
              <a:off x="2795131" y="3105950"/>
              <a:ext cx="8577" cy="4385"/>
            </a:xfrm>
            <a:custGeom>
              <a:avLst/>
              <a:pathLst>
                <a:path w="8577" h="4385">
                  <a:moveTo>
                    <a:pt x="4546" y="4385"/>
                  </a:moveTo>
                  <a:lnTo>
                    <a:pt x="0" y="4171"/>
                  </a:lnTo>
                  <a:lnTo>
                    <a:pt x="2046" y="2256"/>
                  </a:lnTo>
                  <a:lnTo>
                    <a:pt x="857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h2432"/>
            <p:cNvSpPr/>
            <p:nvPr/>
          </p:nvSpPr>
          <p:spPr>
            <a:xfrm>
              <a:off x="2785536" y="3059667"/>
              <a:ext cx="9208" cy="9435"/>
            </a:xfrm>
            <a:custGeom>
              <a:avLst/>
              <a:pathLst>
                <a:path w="9208" h="9435">
                  <a:moveTo>
                    <a:pt x="4950" y="1312"/>
                  </a:moveTo>
                  <a:lnTo>
                    <a:pt x="9208" y="5105"/>
                  </a:lnTo>
                  <a:lnTo>
                    <a:pt x="5940" y="9435"/>
                  </a:lnTo>
                  <a:lnTo>
                    <a:pt x="2869" y="6142"/>
                  </a:lnTo>
                  <a:lnTo>
                    <a:pt x="620" y="5372"/>
                  </a:lnTo>
                  <a:lnTo>
                    <a:pt x="611" y="1536"/>
                  </a:lnTo>
                  <a:lnTo>
                    <a:pt x="0" y="1285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h2433"/>
            <p:cNvSpPr/>
            <p:nvPr/>
          </p:nvSpPr>
          <p:spPr>
            <a:xfrm>
              <a:off x="2782557" y="3074057"/>
              <a:ext cx="8692" cy="16402"/>
            </a:xfrm>
            <a:custGeom>
              <a:avLst/>
              <a:pathLst>
                <a:path w="8692" h="16402">
                  <a:moveTo>
                    <a:pt x="4430" y="0"/>
                  </a:moveTo>
                  <a:lnTo>
                    <a:pt x="7969" y="3121"/>
                  </a:lnTo>
                  <a:lnTo>
                    <a:pt x="8692" y="4329"/>
                  </a:lnTo>
                  <a:lnTo>
                    <a:pt x="8316" y="7476"/>
                  </a:lnTo>
                  <a:lnTo>
                    <a:pt x="8619" y="8922"/>
                  </a:lnTo>
                  <a:lnTo>
                    <a:pt x="7178" y="11020"/>
                  </a:lnTo>
                  <a:lnTo>
                    <a:pt x="5463" y="12007"/>
                  </a:lnTo>
                  <a:lnTo>
                    <a:pt x="3825" y="11776"/>
                  </a:lnTo>
                  <a:lnTo>
                    <a:pt x="3834" y="12318"/>
                  </a:lnTo>
                  <a:lnTo>
                    <a:pt x="7833" y="12749"/>
                  </a:lnTo>
                  <a:lnTo>
                    <a:pt x="3344" y="16402"/>
                  </a:lnTo>
                  <a:lnTo>
                    <a:pt x="50" y="15064"/>
                  </a:lnTo>
                  <a:lnTo>
                    <a:pt x="0" y="12907"/>
                  </a:lnTo>
                  <a:lnTo>
                    <a:pt x="2219" y="9577"/>
                  </a:lnTo>
                  <a:lnTo>
                    <a:pt x="1133" y="3602"/>
                  </a:lnTo>
                  <a:lnTo>
                    <a:pt x="2830" y="147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h2434"/>
            <p:cNvSpPr/>
            <p:nvPr/>
          </p:nvSpPr>
          <p:spPr>
            <a:xfrm>
              <a:off x="2823066" y="3093680"/>
              <a:ext cx="18334" cy="11725"/>
            </a:xfrm>
            <a:custGeom>
              <a:avLst/>
              <a:pathLst>
                <a:path w="18334" h="11725">
                  <a:moveTo>
                    <a:pt x="18334" y="4018"/>
                  </a:moveTo>
                  <a:lnTo>
                    <a:pt x="12872" y="7513"/>
                  </a:lnTo>
                  <a:lnTo>
                    <a:pt x="10533" y="10755"/>
                  </a:lnTo>
                  <a:lnTo>
                    <a:pt x="9098" y="11725"/>
                  </a:lnTo>
                  <a:lnTo>
                    <a:pt x="2497" y="8456"/>
                  </a:lnTo>
                  <a:lnTo>
                    <a:pt x="1525" y="3861"/>
                  </a:lnTo>
                  <a:lnTo>
                    <a:pt x="0" y="3324"/>
                  </a:lnTo>
                  <a:lnTo>
                    <a:pt x="1580" y="1863"/>
                  </a:lnTo>
                  <a:lnTo>
                    <a:pt x="2897" y="2406"/>
                  </a:lnTo>
                  <a:lnTo>
                    <a:pt x="8875" y="1950"/>
                  </a:lnTo>
                  <a:lnTo>
                    <a:pt x="10789" y="3627"/>
                  </a:lnTo>
                  <a:lnTo>
                    <a:pt x="14921" y="1672"/>
                  </a:lnTo>
                  <a:lnTo>
                    <a:pt x="1645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h2435"/>
            <p:cNvSpPr/>
            <p:nvPr/>
          </p:nvSpPr>
          <p:spPr>
            <a:xfrm>
              <a:off x="2795806" y="3090233"/>
              <a:ext cx="6738" cy="4053"/>
            </a:xfrm>
            <a:custGeom>
              <a:avLst/>
              <a:pathLst>
                <a:path w="6738" h="4053">
                  <a:moveTo>
                    <a:pt x="6738" y="1914"/>
                  </a:moveTo>
                  <a:lnTo>
                    <a:pt x="3981" y="4053"/>
                  </a:lnTo>
                  <a:lnTo>
                    <a:pt x="3360" y="4025"/>
                  </a:lnTo>
                  <a:lnTo>
                    <a:pt x="0" y="1449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h2436"/>
            <p:cNvSpPr/>
            <p:nvPr/>
          </p:nvSpPr>
          <p:spPr>
            <a:xfrm>
              <a:off x="2811761" y="3070041"/>
              <a:ext cx="13996" cy="8099"/>
            </a:xfrm>
            <a:custGeom>
              <a:avLst/>
              <a:pathLst>
                <a:path w="13996" h="8099">
                  <a:moveTo>
                    <a:pt x="9389" y="0"/>
                  </a:moveTo>
                  <a:lnTo>
                    <a:pt x="13996" y="2885"/>
                  </a:lnTo>
                  <a:lnTo>
                    <a:pt x="11145" y="5124"/>
                  </a:lnTo>
                  <a:lnTo>
                    <a:pt x="8365" y="3869"/>
                  </a:lnTo>
                  <a:lnTo>
                    <a:pt x="5196" y="6365"/>
                  </a:lnTo>
                  <a:lnTo>
                    <a:pt x="6082" y="8099"/>
                  </a:lnTo>
                  <a:lnTo>
                    <a:pt x="0" y="4721"/>
                  </a:lnTo>
                  <a:lnTo>
                    <a:pt x="2932" y="8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h2437"/>
            <p:cNvSpPr/>
            <p:nvPr/>
          </p:nvSpPr>
          <p:spPr>
            <a:xfrm>
              <a:off x="2786382" y="3081453"/>
              <a:ext cx="8245" cy="5353"/>
            </a:xfrm>
            <a:custGeom>
              <a:avLst/>
              <a:pathLst>
                <a:path w="8245" h="5353">
                  <a:moveTo>
                    <a:pt x="6455" y="0"/>
                  </a:moveTo>
                  <a:lnTo>
                    <a:pt x="8245" y="3255"/>
                  </a:lnTo>
                  <a:lnTo>
                    <a:pt x="4007" y="5353"/>
                  </a:lnTo>
                  <a:lnTo>
                    <a:pt x="9" y="4922"/>
                  </a:lnTo>
                  <a:lnTo>
                    <a:pt x="0" y="4380"/>
                  </a:lnTo>
                  <a:lnTo>
                    <a:pt x="1638" y="4612"/>
                  </a:lnTo>
                  <a:lnTo>
                    <a:pt x="3353" y="3624"/>
                  </a:lnTo>
                  <a:lnTo>
                    <a:pt x="4794" y="1526"/>
                  </a:lnTo>
                  <a:lnTo>
                    <a:pt x="4490" y="8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h2438"/>
            <p:cNvSpPr/>
            <p:nvPr/>
          </p:nvSpPr>
          <p:spPr>
            <a:xfrm>
              <a:off x="2957757" y="3083472"/>
              <a:ext cx="20111" cy="10965"/>
            </a:xfrm>
            <a:custGeom>
              <a:avLst/>
              <a:pathLst>
                <a:path w="20111" h="10965">
                  <a:moveTo>
                    <a:pt x="11461" y="0"/>
                  </a:moveTo>
                  <a:lnTo>
                    <a:pt x="18042" y="1294"/>
                  </a:lnTo>
                  <a:lnTo>
                    <a:pt x="20111" y="3137"/>
                  </a:lnTo>
                  <a:lnTo>
                    <a:pt x="17070" y="3816"/>
                  </a:lnTo>
                  <a:lnTo>
                    <a:pt x="11290" y="6952"/>
                  </a:lnTo>
                  <a:lnTo>
                    <a:pt x="4561" y="10965"/>
                  </a:lnTo>
                  <a:lnTo>
                    <a:pt x="0" y="9651"/>
                  </a:lnTo>
                  <a:lnTo>
                    <a:pt x="7651" y="160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h2439"/>
            <p:cNvSpPr/>
            <p:nvPr/>
          </p:nvSpPr>
          <p:spPr>
            <a:xfrm>
              <a:off x="3100398" y="3201295"/>
              <a:ext cx="32171" cy="57758"/>
            </a:xfrm>
            <a:custGeom>
              <a:avLst/>
              <a:pathLst>
                <a:path w="32171" h="57758">
                  <a:moveTo>
                    <a:pt x="27306" y="0"/>
                  </a:moveTo>
                  <a:lnTo>
                    <a:pt x="27139" y="5750"/>
                  </a:lnTo>
                  <a:lnTo>
                    <a:pt x="29621" y="8250"/>
                  </a:lnTo>
                  <a:lnTo>
                    <a:pt x="31678" y="9099"/>
                  </a:lnTo>
                  <a:lnTo>
                    <a:pt x="32171" y="10540"/>
                  </a:lnTo>
                  <a:lnTo>
                    <a:pt x="26217" y="17511"/>
                  </a:lnTo>
                  <a:lnTo>
                    <a:pt x="23207" y="17912"/>
                  </a:lnTo>
                  <a:lnTo>
                    <a:pt x="21627" y="21341"/>
                  </a:lnTo>
                  <a:lnTo>
                    <a:pt x="21750" y="29779"/>
                  </a:lnTo>
                  <a:lnTo>
                    <a:pt x="20868" y="31084"/>
                  </a:lnTo>
                  <a:lnTo>
                    <a:pt x="22822" y="34782"/>
                  </a:lnTo>
                  <a:lnTo>
                    <a:pt x="24944" y="35480"/>
                  </a:lnTo>
                  <a:lnTo>
                    <a:pt x="21119" y="47919"/>
                  </a:lnTo>
                  <a:lnTo>
                    <a:pt x="18067" y="47540"/>
                  </a:lnTo>
                  <a:lnTo>
                    <a:pt x="17054" y="48104"/>
                  </a:lnTo>
                  <a:lnTo>
                    <a:pt x="12895" y="57758"/>
                  </a:lnTo>
                  <a:lnTo>
                    <a:pt x="4481" y="57196"/>
                  </a:lnTo>
                  <a:lnTo>
                    <a:pt x="3788" y="54268"/>
                  </a:lnTo>
                  <a:lnTo>
                    <a:pt x="0" y="37169"/>
                  </a:lnTo>
                  <a:lnTo>
                    <a:pt x="5376" y="35357"/>
                  </a:lnTo>
                  <a:lnTo>
                    <a:pt x="6019" y="34065"/>
                  </a:lnTo>
                  <a:lnTo>
                    <a:pt x="5686" y="30754"/>
                  </a:lnTo>
                  <a:lnTo>
                    <a:pt x="6989" y="27703"/>
                  </a:lnTo>
                  <a:lnTo>
                    <a:pt x="11536" y="25746"/>
                  </a:lnTo>
                  <a:lnTo>
                    <a:pt x="12829" y="20359"/>
                  </a:lnTo>
                  <a:lnTo>
                    <a:pt x="12532" y="19023"/>
                  </a:lnTo>
                  <a:lnTo>
                    <a:pt x="20337" y="12466"/>
                  </a:lnTo>
                  <a:lnTo>
                    <a:pt x="21397" y="10058"/>
                  </a:lnTo>
                  <a:lnTo>
                    <a:pt x="21546" y="6828"/>
                  </a:lnTo>
                  <a:lnTo>
                    <a:pt x="19120" y="6411"/>
                  </a:lnTo>
                  <a:lnTo>
                    <a:pt x="18825" y="5459"/>
                  </a:lnTo>
                  <a:lnTo>
                    <a:pt x="19812" y="770"/>
                  </a:lnTo>
                  <a:lnTo>
                    <a:pt x="21576" y="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h2440"/>
            <p:cNvSpPr/>
            <p:nvPr/>
          </p:nvSpPr>
          <p:spPr>
            <a:xfrm>
              <a:off x="2935554" y="3148616"/>
              <a:ext cx="8727" cy="4462"/>
            </a:xfrm>
            <a:custGeom>
              <a:avLst/>
              <a:pathLst>
                <a:path w="8727" h="4462">
                  <a:moveTo>
                    <a:pt x="4440" y="377"/>
                  </a:moveTo>
                  <a:lnTo>
                    <a:pt x="5877" y="3047"/>
                  </a:lnTo>
                  <a:lnTo>
                    <a:pt x="8019" y="1583"/>
                  </a:lnTo>
                  <a:lnTo>
                    <a:pt x="8727" y="2714"/>
                  </a:lnTo>
                  <a:lnTo>
                    <a:pt x="5119" y="4462"/>
                  </a:lnTo>
                  <a:lnTo>
                    <a:pt x="0" y="2885"/>
                  </a:lnTo>
                  <a:lnTo>
                    <a:pt x="66" y="1553"/>
                  </a:lnTo>
                  <a:lnTo>
                    <a:pt x="183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h2441"/>
            <p:cNvSpPr/>
            <p:nvPr/>
          </p:nvSpPr>
          <p:spPr>
            <a:xfrm>
              <a:off x="2949226" y="3021017"/>
              <a:ext cx="11323" cy="15178"/>
            </a:xfrm>
            <a:custGeom>
              <a:avLst/>
              <a:pathLst>
                <a:path w="11323" h="15178">
                  <a:moveTo>
                    <a:pt x="11073" y="939"/>
                  </a:moveTo>
                  <a:lnTo>
                    <a:pt x="10336" y="773"/>
                  </a:lnTo>
                  <a:lnTo>
                    <a:pt x="6450" y="7646"/>
                  </a:lnTo>
                  <a:lnTo>
                    <a:pt x="6612" y="10170"/>
                  </a:lnTo>
                  <a:lnTo>
                    <a:pt x="7242" y="9327"/>
                  </a:lnTo>
                  <a:lnTo>
                    <a:pt x="9549" y="14521"/>
                  </a:lnTo>
                  <a:lnTo>
                    <a:pt x="6884" y="15178"/>
                  </a:lnTo>
                  <a:lnTo>
                    <a:pt x="3122" y="9148"/>
                  </a:lnTo>
                  <a:lnTo>
                    <a:pt x="955" y="7618"/>
                  </a:lnTo>
                  <a:lnTo>
                    <a:pt x="0" y="6437"/>
                  </a:lnTo>
                  <a:lnTo>
                    <a:pt x="226" y="4536"/>
                  </a:lnTo>
                  <a:lnTo>
                    <a:pt x="2193" y="4803"/>
                  </a:lnTo>
                  <a:lnTo>
                    <a:pt x="4196" y="3206"/>
                  </a:lnTo>
                  <a:lnTo>
                    <a:pt x="8691" y="1417"/>
                  </a:lnTo>
                  <a:lnTo>
                    <a:pt x="1132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h2442"/>
            <p:cNvSpPr/>
            <p:nvPr/>
          </p:nvSpPr>
          <p:spPr>
            <a:xfrm>
              <a:off x="2950981" y="3085058"/>
              <a:ext cx="20496" cy="14852"/>
            </a:xfrm>
            <a:custGeom>
              <a:avLst/>
              <a:pathLst>
                <a:path w="20496" h="14852">
                  <a:moveTo>
                    <a:pt x="14427" y="18"/>
                  </a:moveTo>
                  <a:lnTo>
                    <a:pt x="6776" y="8065"/>
                  </a:lnTo>
                  <a:lnTo>
                    <a:pt x="11337" y="9380"/>
                  </a:lnTo>
                  <a:lnTo>
                    <a:pt x="18066" y="5367"/>
                  </a:lnTo>
                  <a:lnTo>
                    <a:pt x="17510" y="6681"/>
                  </a:lnTo>
                  <a:lnTo>
                    <a:pt x="20496" y="8843"/>
                  </a:lnTo>
                  <a:lnTo>
                    <a:pt x="19129" y="11100"/>
                  </a:lnTo>
                  <a:lnTo>
                    <a:pt x="15627" y="11407"/>
                  </a:lnTo>
                  <a:lnTo>
                    <a:pt x="13679" y="12381"/>
                  </a:lnTo>
                  <a:lnTo>
                    <a:pt x="14084" y="14852"/>
                  </a:lnTo>
                  <a:lnTo>
                    <a:pt x="11862" y="14427"/>
                  </a:lnTo>
                  <a:lnTo>
                    <a:pt x="7341" y="11930"/>
                  </a:lnTo>
                  <a:lnTo>
                    <a:pt x="6111" y="12798"/>
                  </a:lnTo>
                  <a:lnTo>
                    <a:pt x="1724" y="14012"/>
                  </a:lnTo>
                  <a:lnTo>
                    <a:pt x="732" y="12685"/>
                  </a:lnTo>
                  <a:lnTo>
                    <a:pt x="0" y="9128"/>
                  </a:lnTo>
                  <a:lnTo>
                    <a:pt x="6970" y="174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h2443"/>
            <p:cNvSpPr/>
            <p:nvPr/>
          </p:nvSpPr>
          <p:spPr>
            <a:xfrm>
              <a:off x="2865576" y="2845059"/>
              <a:ext cx="47821" cy="53657"/>
            </a:xfrm>
            <a:custGeom>
              <a:avLst/>
              <a:pathLst>
                <a:path w="47821" h="53657">
                  <a:moveTo>
                    <a:pt x="17693" y="309"/>
                  </a:moveTo>
                  <a:lnTo>
                    <a:pt x="20059" y="2947"/>
                  </a:lnTo>
                  <a:lnTo>
                    <a:pt x="22917" y="3219"/>
                  </a:lnTo>
                  <a:lnTo>
                    <a:pt x="23763" y="1894"/>
                  </a:lnTo>
                  <a:lnTo>
                    <a:pt x="26180" y="2644"/>
                  </a:lnTo>
                  <a:lnTo>
                    <a:pt x="28445" y="5069"/>
                  </a:lnTo>
                  <a:lnTo>
                    <a:pt x="39583" y="28796"/>
                  </a:lnTo>
                  <a:lnTo>
                    <a:pt x="46403" y="39535"/>
                  </a:lnTo>
                  <a:lnTo>
                    <a:pt x="47821" y="43993"/>
                  </a:lnTo>
                  <a:lnTo>
                    <a:pt x="45730" y="46194"/>
                  </a:lnTo>
                  <a:lnTo>
                    <a:pt x="43205" y="46499"/>
                  </a:lnTo>
                  <a:lnTo>
                    <a:pt x="41410" y="43812"/>
                  </a:lnTo>
                  <a:lnTo>
                    <a:pt x="37130" y="43658"/>
                  </a:lnTo>
                  <a:lnTo>
                    <a:pt x="35618" y="44914"/>
                  </a:lnTo>
                  <a:lnTo>
                    <a:pt x="34973" y="47393"/>
                  </a:lnTo>
                  <a:lnTo>
                    <a:pt x="32353" y="51492"/>
                  </a:lnTo>
                  <a:lnTo>
                    <a:pt x="29935" y="52638"/>
                  </a:lnTo>
                  <a:lnTo>
                    <a:pt x="26843" y="52312"/>
                  </a:lnTo>
                  <a:lnTo>
                    <a:pt x="24970" y="53657"/>
                  </a:lnTo>
                  <a:lnTo>
                    <a:pt x="24590" y="52187"/>
                  </a:lnTo>
                  <a:lnTo>
                    <a:pt x="20397" y="51532"/>
                  </a:lnTo>
                  <a:lnTo>
                    <a:pt x="18311" y="49679"/>
                  </a:lnTo>
                  <a:lnTo>
                    <a:pt x="13291" y="42004"/>
                  </a:lnTo>
                  <a:lnTo>
                    <a:pt x="13551" y="40388"/>
                  </a:lnTo>
                  <a:lnTo>
                    <a:pt x="15528" y="39151"/>
                  </a:lnTo>
                  <a:lnTo>
                    <a:pt x="17755" y="40609"/>
                  </a:lnTo>
                  <a:lnTo>
                    <a:pt x="18066" y="37945"/>
                  </a:lnTo>
                  <a:lnTo>
                    <a:pt x="16519" y="36258"/>
                  </a:lnTo>
                  <a:lnTo>
                    <a:pt x="14094" y="35697"/>
                  </a:lnTo>
                  <a:lnTo>
                    <a:pt x="13634" y="39137"/>
                  </a:lnTo>
                  <a:lnTo>
                    <a:pt x="11936" y="37859"/>
                  </a:lnTo>
                  <a:lnTo>
                    <a:pt x="12558" y="27158"/>
                  </a:lnTo>
                  <a:lnTo>
                    <a:pt x="8909" y="24454"/>
                  </a:lnTo>
                  <a:lnTo>
                    <a:pt x="3644" y="25193"/>
                  </a:lnTo>
                  <a:lnTo>
                    <a:pt x="973" y="22440"/>
                  </a:lnTo>
                  <a:lnTo>
                    <a:pt x="0" y="19374"/>
                  </a:lnTo>
                  <a:lnTo>
                    <a:pt x="6574" y="11664"/>
                  </a:lnTo>
                  <a:lnTo>
                    <a:pt x="7233" y="9360"/>
                  </a:lnTo>
                  <a:lnTo>
                    <a:pt x="11079" y="8711"/>
                  </a:lnTo>
                  <a:lnTo>
                    <a:pt x="10171" y="5026"/>
                  </a:lnTo>
                  <a:lnTo>
                    <a:pt x="9149" y="4238"/>
                  </a:lnTo>
                  <a:lnTo>
                    <a:pt x="7911" y="4964"/>
                  </a:lnTo>
                  <a:lnTo>
                    <a:pt x="4864" y="4799"/>
                  </a:lnTo>
                  <a:lnTo>
                    <a:pt x="5071" y="3771"/>
                  </a:lnTo>
                  <a:lnTo>
                    <a:pt x="6995" y="2397"/>
                  </a:lnTo>
                  <a:lnTo>
                    <a:pt x="1562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h2444"/>
            <p:cNvSpPr/>
            <p:nvPr/>
          </p:nvSpPr>
          <p:spPr>
            <a:xfrm>
              <a:off x="3087478" y="3216531"/>
              <a:ext cx="10192" cy="15541"/>
            </a:xfrm>
            <a:custGeom>
              <a:avLst/>
              <a:pathLst>
                <a:path w="10192" h="15541">
                  <a:moveTo>
                    <a:pt x="3905" y="0"/>
                  </a:moveTo>
                  <a:lnTo>
                    <a:pt x="9675" y="5748"/>
                  </a:lnTo>
                  <a:lnTo>
                    <a:pt x="10192" y="8601"/>
                  </a:lnTo>
                  <a:lnTo>
                    <a:pt x="7650" y="9479"/>
                  </a:lnTo>
                  <a:lnTo>
                    <a:pt x="9367" y="14171"/>
                  </a:lnTo>
                  <a:lnTo>
                    <a:pt x="9210" y="15541"/>
                  </a:lnTo>
                  <a:lnTo>
                    <a:pt x="2753" y="15172"/>
                  </a:lnTo>
                  <a:lnTo>
                    <a:pt x="1184" y="10587"/>
                  </a:lnTo>
                  <a:lnTo>
                    <a:pt x="1465" y="8747"/>
                  </a:lnTo>
                  <a:lnTo>
                    <a:pt x="4058" y="8188"/>
                  </a:lnTo>
                  <a:lnTo>
                    <a:pt x="5402" y="6892"/>
                  </a:lnTo>
                  <a:lnTo>
                    <a:pt x="3380" y="3575"/>
                  </a:lnTo>
                  <a:lnTo>
                    <a:pt x="0" y="674"/>
                  </a:lnTo>
                  <a:lnTo>
                    <a:pt x="949" y="132"/>
                  </a:lnTo>
                  <a:lnTo>
                    <a:pt x="2323" y="151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h2445"/>
            <p:cNvSpPr/>
            <p:nvPr/>
          </p:nvSpPr>
          <p:spPr>
            <a:xfrm>
              <a:off x="2801134" y="2819747"/>
              <a:ext cx="23129" cy="26039"/>
            </a:xfrm>
            <a:custGeom>
              <a:avLst/>
              <a:pathLst>
                <a:path w="23129" h="26039">
                  <a:moveTo>
                    <a:pt x="6107" y="0"/>
                  </a:moveTo>
                  <a:lnTo>
                    <a:pt x="8214" y="1210"/>
                  </a:lnTo>
                  <a:lnTo>
                    <a:pt x="8987" y="2984"/>
                  </a:lnTo>
                  <a:lnTo>
                    <a:pt x="11116" y="2410"/>
                  </a:lnTo>
                  <a:lnTo>
                    <a:pt x="12856" y="3968"/>
                  </a:lnTo>
                  <a:lnTo>
                    <a:pt x="14362" y="12951"/>
                  </a:lnTo>
                  <a:lnTo>
                    <a:pt x="17686" y="13097"/>
                  </a:lnTo>
                  <a:lnTo>
                    <a:pt x="22047" y="14739"/>
                  </a:lnTo>
                  <a:lnTo>
                    <a:pt x="23129" y="16879"/>
                  </a:lnTo>
                  <a:lnTo>
                    <a:pt x="22912" y="18087"/>
                  </a:lnTo>
                  <a:lnTo>
                    <a:pt x="21899" y="18605"/>
                  </a:lnTo>
                  <a:lnTo>
                    <a:pt x="19185" y="17748"/>
                  </a:lnTo>
                  <a:lnTo>
                    <a:pt x="19277" y="20966"/>
                  </a:lnTo>
                  <a:lnTo>
                    <a:pt x="18970" y="21702"/>
                  </a:lnTo>
                  <a:lnTo>
                    <a:pt x="18810" y="23031"/>
                  </a:lnTo>
                  <a:lnTo>
                    <a:pt x="13160" y="26039"/>
                  </a:lnTo>
                  <a:lnTo>
                    <a:pt x="9285" y="25029"/>
                  </a:lnTo>
                  <a:lnTo>
                    <a:pt x="10212" y="23180"/>
                  </a:lnTo>
                  <a:lnTo>
                    <a:pt x="10024" y="21853"/>
                  </a:lnTo>
                  <a:lnTo>
                    <a:pt x="4580" y="14466"/>
                  </a:lnTo>
                  <a:lnTo>
                    <a:pt x="0" y="13761"/>
                  </a:lnTo>
                  <a:lnTo>
                    <a:pt x="3012" y="9944"/>
                  </a:lnTo>
                  <a:lnTo>
                    <a:pt x="5975" y="9753"/>
                  </a:lnTo>
                  <a:lnTo>
                    <a:pt x="6343" y="7687"/>
                  </a:lnTo>
                  <a:lnTo>
                    <a:pt x="5254" y="147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h2446"/>
            <p:cNvSpPr/>
            <p:nvPr/>
          </p:nvSpPr>
          <p:spPr>
            <a:xfrm>
              <a:off x="3011062" y="3055196"/>
              <a:ext cx="21281" cy="13920"/>
            </a:xfrm>
            <a:custGeom>
              <a:avLst/>
              <a:pathLst>
                <a:path w="21281" h="13920">
                  <a:moveTo>
                    <a:pt x="20604" y="2098"/>
                  </a:moveTo>
                  <a:lnTo>
                    <a:pt x="21281" y="4452"/>
                  </a:lnTo>
                  <a:lnTo>
                    <a:pt x="20004" y="5815"/>
                  </a:lnTo>
                  <a:lnTo>
                    <a:pt x="19906" y="10868"/>
                  </a:lnTo>
                  <a:lnTo>
                    <a:pt x="18671" y="12999"/>
                  </a:lnTo>
                  <a:lnTo>
                    <a:pt x="16071" y="13496"/>
                  </a:lnTo>
                  <a:lnTo>
                    <a:pt x="13089" y="12927"/>
                  </a:lnTo>
                  <a:lnTo>
                    <a:pt x="2275" y="13920"/>
                  </a:lnTo>
                  <a:lnTo>
                    <a:pt x="0" y="8502"/>
                  </a:lnTo>
                  <a:lnTo>
                    <a:pt x="2420" y="5868"/>
                  </a:lnTo>
                  <a:lnTo>
                    <a:pt x="11917" y="4015"/>
                  </a:lnTo>
                  <a:lnTo>
                    <a:pt x="1844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h2447"/>
            <p:cNvSpPr/>
            <p:nvPr/>
          </p:nvSpPr>
          <p:spPr>
            <a:xfrm>
              <a:off x="2924768" y="3063211"/>
              <a:ext cx="25933" cy="23549"/>
            </a:xfrm>
            <a:custGeom>
              <a:avLst/>
              <a:pathLst>
                <a:path w="25933" h="23549">
                  <a:moveTo>
                    <a:pt x="3263" y="2235"/>
                  </a:moveTo>
                  <a:lnTo>
                    <a:pt x="5081" y="5516"/>
                  </a:lnTo>
                  <a:lnTo>
                    <a:pt x="10079" y="5277"/>
                  </a:lnTo>
                  <a:lnTo>
                    <a:pt x="14760" y="8794"/>
                  </a:lnTo>
                  <a:lnTo>
                    <a:pt x="18104" y="9112"/>
                  </a:lnTo>
                  <a:lnTo>
                    <a:pt x="18482" y="9870"/>
                  </a:lnTo>
                  <a:lnTo>
                    <a:pt x="17677" y="14225"/>
                  </a:lnTo>
                  <a:lnTo>
                    <a:pt x="17869" y="16407"/>
                  </a:lnTo>
                  <a:lnTo>
                    <a:pt x="19232" y="18625"/>
                  </a:lnTo>
                  <a:lnTo>
                    <a:pt x="25933" y="22206"/>
                  </a:lnTo>
                  <a:lnTo>
                    <a:pt x="24202" y="23549"/>
                  </a:lnTo>
                  <a:lnTo>
                    <a:pt x="23467" y="22821"/>
                  </a:lnTo>
                  <a:lnTo>
                    <a:pt x="20392" y="21940"/>
                  </a:lnTo>
                  <a:lnTo>
                    <a:pt x="16567" y="18399"/>
                  </a:lnTo>
                  <a:lnTo>
                    <a:pt x="13216" y="18939"/>
                  </a:lnTo>
                  <a:lnTo>
                    <a:pt x="9459" y="20881"/>
                  </a:lnTo>
                  <a:lnTo>
                    <a:pt x="6181" y="20382"/>
                  </a:lnTo>
                  <a:lnTo>
                    <a:pt x="5199" y="18602"/>
                  </a:lnTo>
                  <a:lnTo>
                    <a:pt x="3753" y="18973"/>
                  </a:lnTo>
                  <a:lnTo>
                    <a:pt x="6255" y="11620"/>
                  </a:lnTo>
                  <a:lnTo>
                    <a:pt x="3206" y="8424"/>
                  </a:lnTo>
                  <a:lnTo>
                    <a:pt x="1016" y="8029"/>
                  </a:lnTo>
                  <a:lnTo>
                    <a:pt x="0" y="5554"/>
                  </a:lnTo>
                  <a:lnTo>
                    <a:pt x="1072" y="93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h2448"/>
            <p:cNvSpPr/>
            <p:nvPr/>
          </p:nvSpPr>
          <p:spPr>
            <a:xfrm>
              <a:off x="2971732" y="2970544"/>
              <a:ext cx="31233" cy="42368"/>
            </a:xfrm>
            <a:custGeom>
              <a:avLst/>
              <a:pathLst>
                <a:path w="31233" h="42368">
                  <a:moveTo>
                    <a:pt x="24922" y="19443"/>
                  </a:moveTo>
                  <a:lnTo>
                    <a:pt x="26310" y="23639"/>
                  </a:lnTo>
                  <a:lnTo>
                    <a:pt x="31233" y="29593"/>
                  </a:lnTo>
                  <a:lnTo>
                    <a:pt x="30252" y="37326"/>
                  </a:lnTo>
                  <a:lnTo>
                    <a:pt x="27808" y="42368"/>
                  </a:lnTo>
                  <a:lnTo>
                    <a:pt x="19461" y="38005"/>
                  </a:lnTo>
                  <a:lnTo>
                    <a:pt x="16067" y="34418"/>
                  </a:lnTo>
                  <a:lnTo>
                    <a:pt x="15964" y="33068"/>
                  </a:lnTo>
                  <a:lnTo>
                    <a:pt x="17349" y="27868"/>
                  </a:lnTo>
                  <a:lnTo>
                    <a:pt x="16184" y="21499"/>
                  </a:lnTo>
                  <a:lnTo>
                    <a:pt x="14066" y="20601"/>
                  </a:lnTo>
                  <a:lnTo>
                    <a:pt x="9278" y="24470"/>
                  </a:lnTo>
                  <a:lnTo>
                    <a:pt x="6360" y="23898"/>
                  </a:lnTo>
                  <a:lnTo>
                    <a:pt x="5798" y="23167"/>
                  </a:lnTo>
                  <a:lnTo>
                    <a:pt x="3252" y="25142"/>
                  </a:lnTo>
                  <a:lnTo>
                    <a:pt x="0" y="23015"/>
                  </a:lnTo>
                  <a:lnTo>
                    <a:pt x="1615" y="20901"/>
                  </a:lnTo>
                  <a:lnTo>
                    <a:pt x="1899" y="19229"/>
                  </a:lnTo>
                  <a:lnTo>
                    <a:pt x="1315" y="18379"/>
                  </a:lnTo>
                  <a:lnTo>
                    <a:pt x="4638" y="17537"/>
                  </a:lnTo>
                  <a:lnTo>
                    <a:pt x="11322" y="9661"/>
                  </a:lnTo>
                  <a:lnTo>
                    <a:pt x="6677" y="1129"/>
                  </a:lnTo>
                  <a:lnTo>
                    <a:pt x="789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h2449"/>
            <p:cNvSpPr/>
            <p:nvPr/>
          </p:nvSpPr>
          <p:spPr>
            <a:xfrm>
              <a:off x="2913178" y="3034390"/>
              <a:ext cx="13583" cy="9095"/>
            </a:xfrm>
            <a:custGeom>
              <a:avLst/>
              <a:pathLst>
                <a:path w="13583" h="9095">
                  <a:moveTo>
                    <a:pt x="7880" y="1036"/>
                  </a:moveTo>
                  <a:lnTo>
                    <a:pt x="13583" y="5040"/>
                  </a:lnTo>
                  <a:lnTo>
                    <a:pt x="11719" y="9095"/>
                  </a:lnTo>
                  <a:lnTo>
                    <a:pt x="11248" y="6971"/>
                  </a:lnTo>
                  <a:lnTo>
                    <a:pt x="9851" y="7400"/>
                  </a:lnTo>
                  <a:lnTo>
                    <a:pt x="2808" y="6653"/>
                  </a:lnTo>
                  <a:lnTo>
                    <a:pt x="2928" y="3995"/>
                  </a:lnTo>
                  <a:lnTo>
                    <a:pt x="1511" y="3311"/>
                  </a:lnTo>
                  <a:lnTo>
                    <a:pt x="0" y="1059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h2450"/>
            <p:cNvSpPr/>
            <p:nvPr/>
          </p:nvSpPr>
          <p:spPr>
            <a:xfrm>
              <a:off x="2988001" y="3136602"/>
              <a:ext cx="28366" cy="16975"/>
            </a:xfrm>
            <a:custGeom>
              <a:avLst/>
              <a:pathLst>
                <a:path w="28366" h="16975">
                  <a:moveTo>
                    <a:pt x="16816" y="467"/>
                  </a:moveTo>
                  <a:lnTo>
                    <a:pt x="20044" y="2578"/>
                  </a:lnTo>
                  <a:lnTo>
                    <a:pt x="25253" y="5994"/>
                  </a:lnTo>
                  <a:lnTo>
                    <a:pt x="27195" y="8540"/>
                  </a:lnTo>
                  <a:lnTo>
                    <a:pt x="28366" y="11928"/>
                  </a:lnTo>
                  <a:lnTo>
                    <a:pt x="27271" y="13795"/>
                  </a:lnTo>
                  <a:lnTo>
                    <a:pt x="24209" y="14220"/>
                  </a:lnTo>
                  <a:lnTo>
                    <a:pt x="23416" y="15680"/>
                  </a:lnTo>
                  <a:lnTo>
                    <a:pt x="20996" y="16975"/>
                  </a:lnTo>
                  <a:lnTo>
                    <a:pt x="4402" y="15821"/>
                  </a:lnTo>
                  <a:lnTo>
                    <a:pt x="1077" y="14710"/>
                  </a:lnTo>
                  <a:lnTo>
                    <a:pt x="0" y="4803"/>
                  </a:lnTo>
                  <a:lnTo>
                    <a:pt x="5858" y="5209"/>
                  </a:lnTo>
                  <a:lnTo>
                    <a:pt x="6142" y="2944"/>
                  </a:lnTo>
                  <a:lnTo>
                    <a:pt x="5440" y="1908"/>
                  </a:lnTo>
                  <a:lnTo>
                    <a:pt x="878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h2451"/>
            <p:cNvSpPr/>
            <p:nvPr/>
          </p:nvSpPr>
          <p:spPr>
            <a:xfrm>
              <a:off x="2921770" y="3168312"/>
              <a:ext cx="12517" cy="9236"/>
            </a:xfrm>
            <a:custGeom>
              <a:avLst/>
              <a:pathLst>
                <a:path w="12517" h="9236">
                  <a:moveTo>
                    <a:pt x="11521" y="2013"/>
                  </a:moveTo>
                  <a:lnTo>
                    <a:pt x="12517" y="3829"/>
                  </a:lnTo>
                  <a:lnTo>
                    <a:pt x="10737" y="9236"/>
                  </a:lnTo>
                  <a:lnTo>
                    <a:pt x="6612" y="6757"/>
                  </a:lnTo>
                  <a:lnTo>
                    <a:pt x="1476" y="5314"/>
                  </a:lnTo>
                  <a:lnTo>
                    <a:pt x="0" y="3616"/>
                  </a:lnTo>
                  <a:lnTo>
                    <a:pt x="2254" y="4199"/>
                  </a:lnTo>
                  <a:lnTo>
                    <a:pt x="7691" y="1390"/>
                  </a:lnTo>
                  <a:lnTo>
                    <a:pt x="8755" y="367"/>
                  </a:lnTo>
                  <a:lnTo>
                    <a:pt x="836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h2452"/>
            <p:cNvSpPr/>
            <p:nvPr/>
          </p:nvSpPr>
          <p:spPr>
            <a:xfrm>
              <a:off x="3245365" y="3245887"/>
              <a:ext cx="8844" cy="6139"/>
            </a:xfrm>
            <a:custGeom>
              <a:avLst/>
              <a:pathLst>
                <a:path w="8844" h="6139">
                  <a:moveTo>
                    <a:pt x="7065" y="558"/>
                  </a:moveTo>
                  <a:lnTo>
                    <a:pt x="7225" y="579"/>
                  </a:lnTo>
                  <a:lnTo>
                    <a:pt x="7383" y="601"/>
                  </a:lnTo>
                  <a:lnTo>
                    <a:pt x="8016" y="3067"/>
                  </a:lnTo>
                  <a:lnTo>
                    <a:pt x="8844" y="4130"/>
                  </a:lnTo>
                  <a:lnTo>
                    <a:pt x="7072" y="6139"/>
                  </a:lnTo>
                  <a:lnTo>
                    <a:pt x="658" y="2214"/>
                  </a:lnTo>
                  <a:lnTo>
                    <a:pt x="0" y="1377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h2453"/>
            <p:cNvSpPr/>
            <p:nvPr/>
          </p:nvSpPr>
          <p:spPr>
            <a:xfrm>
              <a:off x="3276122" y="3227792"/>
              <a:ext cx="10247" cy="8380"/>
            </a:xfrm>
            <a:custGeom>
              <a:avLst/>
              <a:pathLst>
                <a:path w="10247" h="8380">
                  <a:moveTo>
                    <a:pt x="7432" y="1682"/>
                  </a:moveTo>
                  <a:lnTo>
                    <a:pt x="10247" y="4334"/>
                  </a:lnTo>
                  <a:lnTo>
                    <a:pt x="2276" y="8380"/>
                  </a:lnTo>
                  <a:lnTo>
                    <a:pt x="560" y="5972"/>
                  </a:lnTo>
                  <a:lnTo>
                    <a:pt x="1434" y="4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h2454"/>
            <p:cNvSpPr/>
            <p:nvPr/>
          </p:nvSpPr>
          <p:spPr>
            <a:xfrm>
              <a:off x="3240193" y="3310817"/>
              <a:ext cx="104547" cy="39298"/>
            </a:xfrm>
            <a:custGeom>
              <a:avLst/>
              <a:pathLst>
                <a:path w="104547" h="39298">
                  <a:moveTo>
                    <a:pt x="24335" y="1084"/>
                  </a:moveTo>
                  <a:lnTo>
                    <a:pt x="39422" y="1886"/>
                  </a:lnTo>
                  <a:lnTo>
                    <a:pt x="39331" y="5246"/>
                  </a:lnTo>
                  <a:lnTo>
                    <a:pt x="48943" y="1464"/>
                  </a:lnTo>
                  <a:lnTo>
                    <a:pt x="49765" y="3375"/>
                  </a:lnTo>
                  <a:lnTo>
                    <a:pt x="47031" y="4903"/>
                  </a:lnTo>
                  <a:lnTo>
                    <a:pt x="48839" y="7801"/>
                  </a:lnTo>
                  <a:lnTo>
                    <a:pt x="50210" y="8513"/>
                  </a:lnTo>
                  <a:lnTo>
                    <a:pt x="62017" y="7367"/>
                  </a:lnTo>
                  <a:lnTo>
                    <a:pt x="67589" y="18186"/>
                  </a:lnTo>
                  <a:lnTo>
                    <a:pt x="68555" y="17206"/>
                  </a:lnTo>
                  <a:lnTo>
                    <a:pt x="72221" y="14938"/>
                  </a:lnTo>
                  <a:lnTo>
                    <a:pt x="78536" y="13751"/>
                  </a:lnTo>
                  <a:lnTo>
                    <a:pt x="89107" y="13848"/>
                  </a:lnTo>
                  <a:lnTo>
                    <a:pt x="90512" y="15848"/>
                  </a:lnTo>
                  <a:lnTo>
                    <a:pt x="97637" y="15478"/>
                  </a:lnTo>
                  <a:lnTo>
                    <a:pt x="104547" y="18270"/>
                  </a:lnTo>
                  <a:lnTo>
                    <a:pt x="103864" y="20830"/>
                  </a:lnTo>
                  <a:lnTo>
                    <a:pt x="104373" y="31537"/>
                  </a:lnTo>
                  <a:lnTo>
                    <a:pt x="95514" y="32097"/>
                  </a:lnTo>
                  <a:lnTo>
                    <a:pt x="95660" y="34135"/>
                  </a:lnTo>
                  <a:lnTo>
                    <a:pt x="84480" y="34698"/>
                  </a:lnTo>
                  <a:lnTo>
                    <a:pt x="85087" y="35400"/>
                  </a:lnTo>
                  <a:lnTo>
                    <a:pt x="85061" y="39298"/>
                  </a:lnTo>
                  <a:lnTo>
                    <a:pt x="1892" y="39055"/>
                  </a:lnTo>
                  <a:lnTo>
                    <a:pt x="198" y="35882"/>
                  </a:lnTo>
                  <a:lnTo>
                    <a:pt x="0" y="26555"/>
                  </a:lnTo>
                  <a:lnTo>
                    <a:pt x="3237" y="24748"/>
                  </a:lnTo>
                  <a:lnTo>
                    <a:pt x="6695" y="24286"/>
                  </a:lnTo>
                  <a:lnTo>
                    <a:pt x="6839" y="18839"/>
                  </a:lnTo>
                  <a:lnTo>
                    <a:pt x="12202" y="19154"/>
                  </a:lnTo>
                  <a:lnTo>
                    <a:pt x="14174" y="20590"/>
                  </a:lnTo>
                  <a:lnTo>
                    <a:pt x="14096" y="12906"/>
                  </a:lnTo>
                  <a:lnTo>
                    <a:pt x="17762" y="13779"/>
                  </a:lnTo>
                  <a:lnTo>
                    <a:pt x="20106" y="3408"/>
                  </a:lnTo>
                  <a:lnTo>
                    <a:pt x="2189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h2455"/>
            <p:cNvSpPr/>
            <p:nvPr/>
          </p:nvSpPr>
          <p:spPr>
            <a:xfrm>
              <a:off x="2940508" y="2953816"/>
              <a:ext cx="30046" cy="21167"/>
            </a:xfrm>
            <a:custGeom>
              <a:avLst/>
              <a:pathLst>
                <a:path w="30046" h="21167">
                  <a:moveTo>
                    <a:pt x="13761" y="360"/>
                  </a:moveTo>
                  <a:lnTo>
                    <a:pt x="17845" y="1355"/>
                  </a:lnTo>
                  <a:lnTo>
                    <a:pt x="25483" y="5880"/>
                  </a:lnTo>
                  <a:lnTo>
                    <a:pt x="28830" y="5969"/>
                  </a:lnTo>
                  <a:lnTo>
                    <a:pt x="30046" y="8435"/>
                  </a:lnTo>
                  <a:lnTo>
                    <a:pt x="29238" y="10494"/>
                  </a:lnTo>
                  <a:lnTo>
                    <a:pt x="21143" y="14824"/>
                  </a:lnTo>
                  <a:lnTo>
                    <a:pt x="17152" y="20337"/>
                  </a:lnTo>
                  <a:lnTo>
                    <a:pt x="17160" y="19567"/>
                  </a:lnTo>
                  <a:lnTo>
                    <a:pt x="15502" y="18294"/>
                  </a:lnTo>
                  <a:lnTo>
                    <a:pt x="12635" y="19140"/>
                  </a:lnTo>
                  <a:lnTo>
                    <a:pt x="11100" y="21167"/>
                  </a:lnTo>
                  <a:lnTo>
                    <a:pt x="9816" y="20678"/>
                  </a:lnTo>
                  <a:lnTo>
                    <a:pt x="9352" y="19381"/>
                  </a:lnTo>
                  <a:lnTo>
                    <a:pt x="8119" y="18886"/>
                  </a:lnTo>
                  <a:lnTo>
                    <a:pt x="4486" y="19386"/>
                  </a:lnTo>
                  <a:lnTo>
                    <a:pt x="730" y="14167"/>
                  </a:lnTo>
                  <a:lnTo>
                    <a:pt x="0" y="10432"/>
                  </a:lnTo>
                  <a:lnTo>
                    <a:pt x="2138" y="5764"/>
                  </a:lnTo>
                  <a:lnTo>
                    <a:pt x="900" y="2554"/>
                  </a:lnTo>
                  <a:lnTo>
                    <a:pt x="1012" y="690"/>
                  </a:lnTo>
                  <a:lnTo>
                    <a:pt x="2273" y="0"/>
                  </a:lnTo>
                  <a:lnTo>
                    <a:pt x="4957" y="126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h2456"/>
            <p:cNvSpPr/>
            <p:nvPr/>
          </p:nvSpPr>
          <p:spPr>
            <a:xfrm>
              <a:off x="3108460" y="3281112"/>
              <a:ext cx="33952" cy="29573"/>
            </a:xfrm>
            <a:custGeom>
              <a:avLst/>
              <a:pathLst>
                <a:path w="33952" h="29573">
                  <a:moveTo>
                    <a:pt x="19107" y="8441"/>
                  </a:moveTo>
                  <a:lnTo>
                    <a:pt x="25749" y="12650"/>
                  </a:lnTo>
                  <a:lnTo>
                    <a:pt x="29419" y="13386"/>
                  </a:lnTo>
                  <a:lnTo>
                    <a:pt x="32302" y="12568"/>
                  </a:lnTo>
                  <a:lnTo>
                    <a:pt x="33952" y="15085"/>
                  </a:lnTo>
                  <a:lnTo>
                    <a:pt x="27142" y="19462"/>
                  </a:lnTo>
                  <a:lnTo>
                    <a:pt x="28935" y="23369"/>
                  </a:lnTo>
                  <a:lnTo>
                    <a:pt x="31912" y="22729"/>
                  </a:lnTo>
                  <a:lnTo>
                    <a:pt x="26678" y="25908"/>
                  </a:lnTo>
                  <a:lnTo>
                    <a:pt x="24986" y="27795"/>
                  </a:lnTo>
                  <a:lnTo>
                    <a:pt x="18542" y="26245"/>
                  </a:lnTo>
                  <a:lnTo>
                    <a:pt x="17167" y="27484"/>
                  </a:lnTo>
                  <a:lnTo>
                    <a:pt x="9934" y="29573"/>
                  </a:lnTo>
                  <a:lnTo>
                    <a:pt x="7927" y="27924"/>
                  </a:lnTo>
                  <a:lnTo>
                    <a:pt x="7394" y="24893"/>
                  </a:lnTo>
                  <a:lnTo>
                    <a:pt x="5700" y="22647"/>
                  </a:lnTo>
                  <a:lnTo>
                    <a:pt x="0" y="19922"/>
                  </a:lnTo>
                  <a:lnTo>
                    <a:pt x="937" y="17142"/>
                  </a:lnTo>
                  <a:lnTo>
                    <a:pt x="1532" y="10637"/>
                  </a:lnTo>
                  <a:lnTo>
                    <a:pt x="3193" y="7417"/>
                  </a:lnTo>
                  <a:lnTo>
                    <a:pt x="5195" y="4658"/>
                  </a:lnTo>
                  <a:lnTo>
                    <a:pt x="1114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h2457"/>
            <p:cNvSpPr/>
            <p:nvPr/>
          </p:nvSpPr>
          <p:spPr>
            <a:xfrm>
              <a:off x="2856220" y="2963204"/>
              <a:ext cx="12193" cy="8878"/>
            </a:xfrm>
            <a:custGeom>
              <a:avLst/>
              <a:pathLst>
                <a:path w="12193" h="8878">
                  <a:moveTo>
                    <a:pt x="8115" y="4395"/>
                  </a:moveTo>
                  <a:lnTo>
                    <a:pt x="9526" y="4351"/>
                  </a:lnTo>
                  <a:lnTo>
                    <a:pt x="11025" y="2820"/>
                  </a:lnTo>
                  <a:lnTo>
                    <a:pt x="12193" y="6140"/>
                  </a:lnTo>
                  <a:lnTo>
                    <a:pt x="9914" y="8878"/>
                  </a:lnTo>
                  <a:lnTo>
                    <a:pt x="8215" y="7863"/>
                  </a:lnTo>
                  <a:lnTo>
                    <a:pt x="4210" y="8094"/>
                  </a:lnTo>
                  <a:lnTo>
                    <a:pt x="2186" y="6877"/>
                  </a:lnTo>
                  <a:lnTo>
                    <a:pt x="574" y="4474"/>
                  </a:lnTo>
                  <a:lnTo>
                    <a:pt x="0" y="3078"/>
                  </a:lnTo>
                  <a:lnTo>
                    <a:pt x="3561" y="542"/>
                  </a:lnTo>
                  <a:lnTo>
                    <a:pt x="3399" y="0"/>
                  </a:lnTo>
                  <a:lnTo>
                    <a:pt x="5605" y="22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h2458"/>
            <p:cNvSpPr/>
            <p:nvPr/>
          </p:nvSpPr>
          <p:spPr>
            <a:xfrm>
              <a:off x="3147093" y="3152183"/>
              <a:ext cx="47313" cy="65998"/>
            </a:xfrm>
            <a:custGeom>
              <a:avLst/>
              <a:pathLst>
                <a:path w="47313" h="65998">
                  <a:moveTo>
                    <a:pt x="21602" y="1274"/>
                  </a:moveTo>
                  <a:lnTo>
                    <a:pt x="29903" y="1071"/>
                  </a:lnTo>
                  <a:lnTo>
                    <a:pt x="34678" y="3686"/>
                  </a:lnTo>
                  <a:lnTo>
                    <a:pt x="47313" y="13735"/>
                  </a:lnTo>
                  <a:lnTo>
                    <a:pt x="37289" y="21883"/>
                  </a:lnTo>
                  <a:lnTo>
                    <a:pt x="37508" y="23086"/>
                  </a:lnTo>
                  <a:lnTo>
                    <a:pt x="40810" y="22693"/>
                  </a:lnTo>
                  <a:lnTo>
                    <a:pt x="42944" y="23375"/>
                  </a:lnTo>
                  <a:lnTo>
                    <a:pt x="44735" y="26018"/>
                  </a:lnTo>
                  <a:lnTo>
                    <a:pt x="44165" y="27561"/>
                  </a:lnTo>
                  <a:lnTo>
                    <a:pt x="41407" y="28595"/>
                  </a:lnTo>
                  <a:lnTo>
                    <a:pt x="39021" y="27814"/>
                  </a:lnTo>
                  <a:lnTo>
                    <a:pt x="35239" y="28501"/>
                  </a:lnTo>
                  <a:lnTo>
                    <a:pt x="35607" y="30134"/>
                  </a:lnTo>
                  <a:lnTo>
                    <a:pt x="37154" y="31179"/>
                  </a:lnTo>
                  <a:lnTo>
                    <a:pt x="38205" y="34369"/>
                  </a:lnTo>
                  <a:lnTo>
                    <a:pt x="35561" y="42106"/>
                  </a:lnTo>
                  <a:lnTo>
                    <a:pt x="36651" y="51235"/>
                  </a:lnTo>
                  <a:lnTo>
                    <a:pt x="35161" y="53243"/>
                  </a:lnTo>
                  <a:lnTo>
                    <a:pt x="27734" y="59549"/>
                  </a:lnTo>
                  <a:lnTo>
                    <a:pt x="29729" y="60363"/>
                  </a:lnTo>
                  <a:lnTo>
                    <a:pt x="28808" y="62184"/>
                  </a:lnTo>
                  <a:lnTo>
                    <a:pt x="26842" y="63412"/>
                  </a:lnTo>
                  <a:lnTo>
                    <a:pt x="22799" y="61885"/>
                  </a:lnTo>
                  <a:lnTo>
                    <a:pt x="19304" y="61768"/>
                  </a:lnTo>
                  <a:lnTo>
                    <a:pt x="20340" y="65363"/>
                  </a:lnTo>
                  <a:lnTo>
                    <a:pt x="19722" y="65998"/>
                  </a:lnTo>
                  <a:lnTo>
                    <a:pt x="15826" y="65297"/>
                  </a:lnTo>
                  <a:lnTo>
                    <a:pt x="16416" y="63800"/>
                  </a:lnTo>
                  <a:lnTo>
                    <a:pt x="14344" y="62803"/>
                  </a:lnTo>
                  <a:lnTo>
                    <a:pt x="11873" y="62660"/>
                  </a:lnTo>
                  <a:lnTo>
                    <a:pt x="10688" y="64052"/>
                  </a:lnTo>
                  <a:lnTo>
                    <a:pt x="8006" y="64705"/>
                  </a:lnTo>
                  <a:lnTo>
                    <a:pt x="339" y="65838"/>
                  </a:lnTo>
                  <a:lnTo>
                    <a:pt x="0" y="63084"/>
                  </a:lnTo>
                  <a:lnTo>
                    <a:pt x="1301" y="62584"/>
                  </a:lnTo>
                  <a:lnTo>
                    <a:pt x="1881" y="60882"/>
                  </a:lnTo>
                  <a:lnTo>
                    <a:pt x="6115" y="60873"/>
                  </a:lnTo>
                  <a:lnTo>
                    <a:pt x="10933" y="57796"/>
                  </a:lnTo>
                  <a:lnTo>
                    <a:pt x="12568" y="54658"/>
                  </a:lnTo>
                  <a:lnTo>
                    <a:pt x="13161" y="43594"/>
                  </a:lnTo>
                  <a:lnTo>
                    <a:pt x="19509" y="40429"/>
                  </a:lnTo>
                  <a:lnTo>
                    <a:pt x="20325" y="39365"/>
                  </a:lnTo>
                  <a:lnTo>
                    <a:pt x="21066" y="29694"/>
                  </a:lnTo>
                  <a:lnTo>
                    <a:pt x="24974" y="27133"/>
                  </a:lnTo>
                  <a:lnTo>
                    <a:pt x="24685" y="25634"/>
                  </a:lnTo>
                  <a:lnTo>
                    <a:pt x="19272" y="23016"/>
                  </a:lnTo>
                  <a:lnTo>
                    <a:pt x="15936" y="19424"/>
                  </a:lnTo>
                  <a:lnTo>
                    <a:pt x="13091" y="18885"/>
                  </a:lnTo>
                  <a:lnTo>
                    <a:pt x="13304" y="17458"/>
                  </a:lnTo>
                  <a:lnTo>
                    <a:pt x="15111" y="15697"/>
                  </a:lnTo>
                  <a:lnTo>
                    <a:pt x="17679" y="14465"/>
                  </a:lnTo>
                  <a:lnTo>
                    <a:pt x="16345" y="5890"/>
                  </a:lnTo>
                  <a:lnTo>
                    <a:pt x="15104" y="3178"/>
                  </a:lnTo>
                  <a:lnTo>
                    <a:pt x="1684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h2459"/>
            <p:cNvSpPr/>
            <p:nvPr/>
          </p:nvSpPr>
          <p:spPr>
            <a:xfrm>
              <a:off x="2935554" y="3151501"/>
              <a:ext cx="5681" cy="4442"/>
            </a:xfrm>
            <a:custGeom>
              <a:avLst/>
              <a:pathLst>
                <a:path w="5681" h="4442">
                  <a:moveTo>
                    <a:pt x="5119" y="1577"/>
                  </a:moveTo>
                  <a:lnTo>
                    <a:pt x="5681" y="3960"/>
                  </a:lnTo>
                  <a:lnTo>
                    <a:pt x="73" y="4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h2460"/>
            <p:cNvSpPr/>
            <p:nvPr/>
          </p:nvSpPr>
          <p:spPr>
            <a:xfrm>
              <a:off x="2926570" y="3141875"/>
              <a:ext cx="8902" cy="5243"/>
            </a:xfrm>
            <a:custGeom>
              <a:avLst/>
              <a:pathLst>
                <a:path w="8902" h="5243">
                  <a:moveTo>
                    <a:pt x="3823" y="1314"/>
                  </a:moveTo>
                  <a:lnTo>
                    <a:pt x="6100" y="1457"/>
                  </a:lnTo>
                  <a:lnTo>
                    <a:pt x="8902" y="4206"/>
                  </a:lnTo>
                  <a:lnTo>
                    <a:pt x="3603" y="5243"/>
                  </a:lnTo>
                  <a:lnTo>
                    <a:pt x="0" y="1240"/>
                  </a:lnTo>
                  <a:lnTo>
                    <a:pt x="282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h2461"/>
            <p:cNvSpPr/>
            <p:nvPr/>
          </p:nvSpPr>
          <p:spPr>
            <a:xfrm>
              <a:off x="2945333" y="3042097"/>
              <a:ext cx="4334" cy="5591"/>
            </a:xfrm>
            <a:custGeom>
              <a:avLst/>
              <a:pathLst>
                <a:path w="4334" h="5591">
                  <a:moveTo>
                    <a:pt x="4334" y="3062"/>
                  </a:moveTo>
                  <a:lnTo>
                    <a:pt x="1884" y="5461"/>
                  </a:lnTo>
                  <a:lnTo>
                    <a:pt x="989" y="5591"/>
                  </a:lnTo>
                  <a:lnTo>
                    <a:pt x="0" y="544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h2462"/>
            <p:cNvSpPr/>
            <p:nvPr/>
          </p:nvSpPr>
          <p:spPr>
            <a:xfrm>
              <a:off x="2881324" y="2916904"/>
              <a:ext cx="10906" cy="13282"/>
            </a:xfrm>
            <a:custGeom>
              <a:avLst/>
              <a:pathLst>
                <a:path w="10906" h="13282">
                  <a:moveTo>
                    <a:pt x="7505" y="790"/>
                  </a:moveTo>
                  <a:lnTo>
                    <a:pt x="8976" y="2917"/>
                  </a:lnTo>
                  <a:lnTo>
                    <a:pt x="10906" y="11083"/>
                  </a:lnTo>
                  <a:lnTo>
                    <a:pt x="10463" y="13282"/>
                  </a:lnTo>
                  <a:lnTo>
                    <a:pt x="4975" y="12992"/>
                  </a:lnTo>
                  <a:lnTo>
                    <a:pt x="0" y="11008"/>
                  </a:lnTo>
                  <a:lnTo>
                    <a:pt x="607" y="7008"/>
                  </a:lnTo>
                  <a:lnTo>
                    <a:pt x="4640" y="3961"/>
                  </a:lnTo>
                  <a:lnTo>
                    <a:pt x="574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h2463"/>
            <p:cNvSpPr/>
            <p:nvPr/>
          </p:nvSpPr>
          <p:spPr>
            <a:xfrm>
              <a:off x="3211448" y="3249340"/>
              <a:ext cx="12779" cy="15768"/>
            </a:xfrm>
            <a:custGeom>
              <a:avLst/>
              <a:pathLst>
                <a:path w="12779" h="15768">
                  <a:moveTo>
                    <a:pt x="12779" y="3970"/>
                  </a:moveTo>
                  <a:lnTo>
                    <a:pt x="12279" y="10163"/>
                  </a:lnTo>
                  <a:lnTo>
                    <a:pt x="10770" y="11733"/>
                  </a:lnTo>
                  <a:lnTo>
                    <a:pt x="7224" y="12966"/>
                  </a:lnTo>
                  <a:lnTo>
                    <a:pt x="7467" y="15768"/>
                  </a:lnTo>
                  <a:lnTo>
                    <a:pt x="7112" y="14392"/>
                  </a:lnTo>
                  <a:lnTo>
                    <a:pt x="2666" y="11623"/>
                  </a:lnTo>
                  <a:lnTo>
                    <a:pt x="0" y="8291"/>
                  </a:lnTo>
                  <a:lnTo>
                    <a:pt x="2260" y="4889"/>
                  </a:lnTo>
                  <a:lnTo>
                    <a:pt x="7057" y="566"/>
                  </a:lnTo>
                  <a:lnTo>
                    <a:pt x="1131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h2464"/>
            <p:cNvSpPr/>
            <p:nvPr/>
          </p:nvSpPr>
          <p:spPr>
            <a:xfrm>
              <a:off x="2945022" y="2972110"/>
              <a:ext cx="29963" cy="50324"/>
            </a:xfrm>
            <a:custGeom>
              <a:avLst/>
              <a:pathLst>
                <a:path w="29963" h="50324">
                  <a:moveTo>
                    <a:pt x="12647" y="1273"/>
                  </a:moveTo>
                  <a:lnTo>
                    <a:pt x="12639" y="2043"/>
                  </a:lnTo>
                  <a:lnTo>
                    <a:pt x="9966" y="4211"/>
                  </a:lnTo>
                  <a:lnTo>
                    <a:pt x="9151" y="6797"/>
                  </a:lnTo>
                  <a:lnTo>
                    <a:pt x="13161" y="9598"/>
                  </a:lnTo>
                  <a:lnTo>
                    <a:pt x="15507" y="15844"/>
                  </a:lnTo>
                  <a:lnTo>
                    <a:pt x="21309" y="19212"/>
                  </a:lnTo>
                  <a:lnTo>
                    <a:pt x="27670" y="17788"/>
                  </a:lnTo>
                  <a:lnTo>
                    <a:pt x="28025" y="16813"/>
                  </a:lnTo>
                  <a:lnTo>
                    <a:pt x="28609" y="17663"/>
                  </a:lnTo>
                  <a:lnTo>
                    <a:pt x="28325" y="19335"/>
                  </a:lnTo>
                  <a:lnTo>
                    <a:pt x="26710" y="21449"/>
                  </a:lnTo>
                  <a:lnTo>
                    <a:pt x="29963" y="23576"/>
                  </a:lnTo>
                  <a:lnTo>
                    <a:pt x="27044" y="27377"/>
                  </a:lnTo>
                  <a:lnTo>
                    <a:pt x="24720" y="27041"/>
                  </a:lnTo>
                  <a:lnTo>
                    <a:pt x="24733" y="28398"/>
                  </a:lnTo>
                  <a:lnTo>
                    <a:pt x="27710" y="31779"/>
                  </a:lnTo>
                  <a:lnTo>
                    <a:pt x="24366" y="33384"/>
                  </a:lnTo>
                  <a:lnTo>
                    <a:pt x="19984" y="41445"/>
                  </a:lnTo>
                  <a:lnTo>
                    <a:pt x="20054" y="43475"/>
                  </a:lnTo>
                  <a:lnTo>
                    <a:pt x="18434" y="43557"/>
                  </a:lnTo>
                  <a:lnTo>
                    <a:pt x="20003" y="47383"/>
                  </a:lnTo>
                  <a:lnTo>
                    <a:pt x="19761" y="48767"/>
                  </a:lnTo>
                  <a:lnTo>
                    <a:pt x="17144" y="48937"/>
                  </a:lnTo>
                  <a:lnTo>
                    <a:pt x="15775" y="49978"/>
                  </a:lnTo>
                  <a:lnTo>
                    <a:pt x="15278" y="49846"/>
                  </a:lnTo>
                  <a:lnTo>
                    <a:pt x="15528" y="48906"/>
                  </a:lnTo>
                  <a:lnTo>
                    <a:pt x="12896" y="50324"/>
                  </a:lnTo>
                  <a:lnTo>
                    <a:pt x="12144" y="48509"/>
                  </a:lnTo>
                  <a:lnTo>
                    <a:pt x="12743" y="45924"/>
                  </a:lnTo>
                  <a:lnTo>
                    <a:pt x="10478" y="39857"/>
                  </a:lnTo>
                  <a:lnTo>
                    <a:pt x="8039" y="36204"/>
                  </a:lnTo>
                  <a:lnTo>
                    <a:pt x="5638" y="33849"/>
                  </a:lnTo>
                  <a:lnTo>
                    <a:pt x="4774" y="33857"/>
                  </a:lnTo>
                  <a:lnTo>
                    <a:pt x="4124" y="25813"/>
                  </a:lnTo>
                  <a:lnTo>
                    <a:pt x="3295" y="24018"/>
                  </a:lnTo>
                  <a:lnTo>
                    <a:pt x="457" y="22717"/>
                  </a:lnTo>
                  <a:lnTo>
                    <a:pt x="1320" y="21380"/>
                  </a:lnTo>
                  <a:lnTo>
                    <a:pt x="0" y="8985"/>
                  </a:lnTo>
                  <a:lnTo>
                    <a:pt x="1408" y="3850"/>
                  </a:lnTo>
                  <a:lnTo>
                    <a:pt x="5303" y="2384"/>
                  </a:lnTo>
                  <a:lnTo>
                    <a:pt x="6587" y="2873"/>
                  </a:lnTo>
                  <a:lnTo>
                    <a:pt x="8122" y="846"/>
                  </a:lnTo>
                  <a:lnTo>
                    <a:pt x="1098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h2465"/>
            <p:cNvSpPr/>
            <p:nvPr/>
          </p:nvSpPr>
          <p:spPr>
            <a:xfrm>
              <a:off x="2921059" y="3024394"/>
              <a:ext cx="11329" cy="15037"/>
            </a:xfrm>
            <a:custGeom>
              <a:avLst/>
              <a:pathLst>
                <a:path w="11329" h="15037">
                  <a:moveTo>
                    <a:pt x="10212" y="2575"/>
                  </a:moveTo>
                  <a:lnTo>
                    <a:pt x="11329" y="4371"/>
                  </a:lnTo>
                  <a:lnTo>
                    <a:pt x="7872" y="7419"/>
                  </a:lnTo>
                  <a:lnTo>
                    <a:pt x="5702" y="15037"/>
                  </a:lnTo>
                  <a:lnTo>
                    <a:pt x="0" y="11032"/>
                  </a:lnTo>
                  <a:lnTo>
                    <a:pt x="755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h2466"/>
            <p:cNvSpPr/>
            <p:nvPr/>
          </p:nvSpPr>
          <p:spPr>
            <a:xfrm>
              <a:off x="2868305" y="2972244"/>
              <a:ext cx="13683" cy="12164"/>
            </a:xfrm>
            <a:custGeom>
              <a:avLst/>
              <a:pathLst>
                <a:path w="13683" h="12164">
                  <a:moveTo>
                    <a:pt x="11133" y="0"/>
                  </a:moveTo>
                  <a:lnTo>
                    <a:pt x="12596" y="2762"/>
                  </a:lnTo>
                  <a:lnTo>
                    <a:pt x="13683" y="3048"/>
                  </a:lnTo>
                  <a:lnTo>
                    <a:pt x="13299" y="4726"/>
                  </a:lnTo>
                  <a:lnTo>
                    <a:pt x="8759" y="7060"/>
                  </a:lnTo>
                  <a:lnTo>
                    <a:pt x="5695" y="11192"/>
                  </a:lnTo>
                  <a:lnTo>
                    <a:pt x="2659" y="12164"/>
                  </a:lnTo>
                  <a:lnTo>
                    <a:pt x="1389" y="9899"/>
                  </a:lnTo>
                  <a:lnTo>
                    <a:pt x="2819" y="10135"/>
                  </a:lnTo>
                  <a:lnTo>
                    <a:pt x="3479" y="9096"/>
                  </a:lnTo>
                  <a:lnTo>
                    <a:pt x="429" y="6986"/>
                  </a:lnTo>
                  <a:lnTo>
                    <a:pt x="0" y="1949"/>
                  </a:lnTo>
                  <a:lnTo>
                    <a:pt x="2434" y="96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h2467"/>
            <p:cNvSpPr/>
            <p:nvPr/>
          </p:nvSpPr>
          <p:spPr>
            <a:xfrm>
              <a:off x="2745370" y="2750027"/>
              <a:ext cx="30608" cy="32568"/>
            </a:xfrm>
            <a:custGeom>
              <a:avLst/>
              <a:pathLst>
                <a:path w="30608" h="32568">
                  <a:moveTo>
                    <a:pt x="17754" y="1751"/>
                  </a:moveTo>
                  <a:lnTo>
                    <a:pt x="18283" y="6387"/>
                  </a:lnTo>
                  <a:lnTo>
                    <a:pt x="20192" y="9183"/>
                  </a:lnTo>
                  <a:lnTo>
                    <a:pt x="30608" y="8187"/>
                  </a:lnTo>
                  <a:lnTo>
                    <a:pt x="29002" y="23541"/>
                  </a:lnTo>
                  <a:lnTo>
                    <a:pt x="30373" y="23750"/>
                  </a:lnTo>
                  <a:lnTo>
                    <a:pt x="30135" y="25976"/>
                  </a:lnTo>
                  <a:lnTo>
                    <a:pt x="28632" y="28307"/>
                  </a:lnTo>
                  <a:lnTo>
                    <a:pt x="16780" y="30656"/>
                  </a:lnTo>
                  <a:lnTo>
                    <a:pt x="16854" y="29655"/>
                  </a:lnTo>
                  <a:lnTo>
                    <a:pt x="13405" y="27978"/>
                  </a:lnTo>
                  <a:lnTo>
                    <a:pt x="9635" y="29036"/>
                  </a:lnTo>
                  <a:lnTo>
                    <a:pt x="8646" y="30548"/>
                  </a:lnTo>
                  <a:lnTo>
                    <a:pt x="5413" y="32568"/>
                  </a:lnTo>
                  <a:lnTo>
                    <a:pt x="2916" y="32300"/>
                  </a:lnTo>
                  <a:lnTo>
                    <a:pt x="1075" y="26481"/>
                  </a:lnTo>
                  <a:lnTo>
                    <a:pt x="121" y="26950"/>
                  </a:lnTo>
                  <a:lnTo>
                    <a:pt x="0" y="24874"/>
                  </a:lnTo>
                  <a:lnTo>
                    <a:pt x="4609" y="23134"/>
                  </a:lnTo>
                  <a:lnTo>
                    <a:pt x="9890" y="19172"/>
                  </a:lnTo>
                  <a:lnTo>
                    <a:pt x="12324" y="15859"/>
                  </a:lnTo>
                  <a:lnTo>
                    <a:pt x="11240" y="12742"/>
                  </a:lnTo>
                  <a:lnTo>
                    <a:pt x="7689" y="10221"/>
                  </a:lnTo>
                  <a:lnTo>
                    <a:pt x="8213" y="7112"/>
                  </a:lnTo>
                  <a:lnTo>
                    <a:pt x="9250" y="4567"/>
                  </a:lnTo>
                  <a:lnTo>
                    <a:pt x="1501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h2468"/>
            <p:cNvSpPr/>
            <p:nvPr/>
          </p:nvSpPr>
          <p:spPr>
            <a:xfrm>
              <a:off x="2940569" y="3095086"/>
              <a:ext cx="46912" cy="17580"/>
            </a:xfrm>
            <a:custGeom>
              <a:avLst/>
              <a:pathLst>
                <a:path w="46912" h="17580">
                  <a:moveTo>
                    <a:pt x="3221" y="0"/>
                  </a:moveTo>
                  <a:lnTo>
                    <a:pt x="3665" y="1546"/>
                  </a:lnTo>
                  <a:lnTo>
                    <a:pt x="11144" y="2656"/>
                  </a:lnTo>
                  <a:lnTo>
                    <a:pt x="12136" y="3984"/>
                  </a:lnTo>
                  <a:lnTo>
                    <a:pt x="13763" y="4063"/>
                  </a:lnTo>
                  <a:lnTo>
                    <a:pt x="16418" y="7240"/>
                  </a:lnTo>
                  <a:lnTo>
                    <a:pt x="21372" y="9644"/>
                  </a:lnTo>
                  <a:lnTo>
                    <a:pt x="21389" y="7220"/>
                  </a:lnTo>
                  <a:lnTo>
                    <a:pt x="29312" y="9279"/>
                  </a:lnTo>
                  <a:lnTo>
                    <a:pt x="32028" y="12382"/>
                  </a:lnTo>
                  <a:lnTo>
                    <a:pt x="36603" y="14597"/>
                  </a:lnTo>
                  <a:lnTo>
                    <a:pt x="46598" y="15971"/>
                  </a:lnTo>
                  <a:lnTo>
                    <a:pt x="46912" y="16831"/>
                  </a:lnTo>
                  <a:lnTo>
                    <a:pt x="46003" y="17580"/>
                  </a:lnTo>
                  <a:lnTo>
                    <a:pt x="42093" y="17427"/>
                  </a:lnTo>
                  <a:lnTo>
                    <a:pt x="37278" y="16442"/>
                  </a:lnTo>
                  <a:lnTo>
                    <a:pt x="27827" y="11269"/>
                  </a:lnTo>
                  <a:lnTo>
                    <a:pt x="23987" y="10144"/>
                  </a:lnTo>
                  <a:lnTo>
                    <a:pt x="21767" y="11561"/>
                  </a:lnTo>
                  <a:lnTo>
                    <a:pt x="23513" y="14973"/>
                  </a:lnTo>
                  <a:lnTo>
                    <a:pt x="26806" y="17459"/>
                  </a:lnTo>
                  <a:lnTo>
                    <a:pt x="21243" y="16040"/>
                  </a:lnTo>
                  <a:lnTo>
                    <a:pt x="19858" y="15481"/>
                  </a:lnTo>
                  <a:lnTo>
                    <a:pt x="17425" y="16723"/>
                  </a:lnTo>
                  <a:lnTo>
                    <a:pt x="11905" y="17259"/>
                  </a:lnTo>
                  <a:lnTo>
                    <a:pt x="9662" y="15807"/>
                  </a:lnTo>
                  <a:lnTo>
                    <a:pt x="7543" y="17179"/>
                  </a:lnTo>
                  <a:lnTo>
                    <a:pt x="2534" y="11025"/>
                  </a:lnTo>
                  <a:lnTo>
                    <a:pt x="2977" y="10562"/>
                  </a:lnTo>
                  <a:lnTo>
                    <a:pt x="1946" y="5771"/>
                  </a:lnTo>
                  <a:lnTo>
                    <a:pt x="0" y="2784"/>
                  </a:lnTo>
                  <a:lnTo>
                    <a:pt x="531" y="156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h2469"/>
            <p:cNvSpPr/>
            <p:nvPr/>
          </p:nvSpPr>
          <p:spPr>
            <a:xfrm>
              <a:off x="2918216" y="2923326"/>
              <a:ext cx="21855" cy="20406"/>
            </a:xfrm>
            <a:custGeom>
              <a:avLst/>
              <a:pathLst>
                <a:path w="21855" h="20406">
                  <a:moveTo>
                    <a:pt x="15535" y="4730"/>
                  </a:moveTo>
                  <a:lnTo>
                    <a:pt x="13430" y="6173"/>
                  </a:lnTo>
                  <a:lnTo>
                    <a:pt x="17032" y="8078"/>
                  </a:lnTo>
                  <a:lnTo>
                    <a:pt x="21855" y="7275"/>
                  </a:lnTo>
                  <a:lnTo>
                    <a:pt x="19975" y="8961"/>
                  </a:lnTo>
                  <a:lnTo>
                    <a:pt x="19857" y="10278"/>
                  </a:lnTo>
                  <a:lnTo>
                    <a:pt x="20882" y="11399"/>
                  </a:lnTo>
                  <a:lnTo>
                    <a:pt x="19337" y="15181"/>
                  </a:lnTo>
                  <a:lnTo>
                    <a:pt x="10952" y="19628"/>
                  </a:lnTo>
                  <a:lnTo>
                    <a:pt x="6452" y="20406"/>
                  </a:lnTo>
                  <a:lnTo>
                    <a:pt x="753" y="15538"/>
                  </a:lnTo>
                  <a:lnTo>
                    <a:pt x="0" y="11543"/>
                  </a:lnTo>
                  <a:lnTo>
                    <a:pt x="3846" y="8581"/>
                  </a:lnTo>
                  <a:lnTo>
                    <a:pt x="5438" y="4652"/>
                  </a:lnTo>
                  <a:lnTo>
                    <a:pt x="4684" y="3305"/>
                  </a:lnTo>
                  <a:lnTo>
                    <a:pt x="6768" y="2628"/>
                  </a:lnTo>
                  <a:lnTo>
                    <a:pt x="8073" y="735"/>
                  </a:lnTo>
                  <a:lnTo>
                    <a:pt x="1040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h2470"/>
            <p:cNvSpPr/>
            <p:nvPr/>
          </p:nvSpPr>
          <p:spPr>
            <a:xfrm>
              <a:off x="2940674" y="3151331"/>
              <a:ext cx="6122" cy="4130"/>
            </a:xfrm>
            <a:custGeom>
              <a:avLst/>
              <a:pathLst>
                <a:path w="6122" h="4130">
                  <a:moveTo>
                    <a:pt x="6122" y="3479"/>
                  </a:moveTo>
                  <a:lnTo>
                    <a:pt x="561" y="4130"/>
                  </a:lnTo>
                  <a:lnTo>
                    <a:pt x="0" y="1747"/>
                  </a:lnTo>
                  <a:lnTo>
                    <a:pt x="360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h2471"/>
            <p:cNvSpPr/>
            <p:nvPr/>
          </p:nvSpPr>
          <p:spPr>
            <a:xfrm>
              <a:off x="3069073" y="3145414"/>
              <a:ext cx="20614" cy="36531"/>
            </a:xfrm>
            <a:custGeom>
              <a:avLst/>
              <a:pathLst>
                <a:path w="20614" h="36531">
                  <a:moveTo>
                    <a:pt x="13176" y="0"/>
                  </a:moveTo>
                  <a:lnTo>
                    <a:pt x="20614" y="4449"/>
                  </a:lnTo>
                  <a:lnTo>
                    <a:pt x="19645" y="22345"/>
                  </a:lnTo>
                  <a:lnTo>
                    <a:pt x="18782" y="26161"/>
                  </a:lnTo>
                  <a:lnTo>
                    <a:pt x="19333" y="28319"/>
                  </a:lnTo>
                  <a:lnTo>
                    <a:pt x="9750" y="36531"/>
                  </a:lnTo>
                  <a:lnTo>
                    <a:pt x="1792" y="28645"/>
                  </a:lnTo>
                  <a:lnTo>
                    <a:pt x="1916" y="26643"/>
                  </a:lnTo>
                  <a:lnTo>
                    <a:pt x="2621" y="23893"/>
                  </a:lnTo>
                  <a:lnTo>
                    <a:pt x="846" y="20934"/>
                  </a:lnTo>
                  <a:lnTo>
                    <a:pt x="0" y="16561"/>
                  </a:lnTo>
                  <a:lnTo>
                    <a:pt x="1041" y="7867"/>
                  </a:lnTo>
                  <a:lnTo>
                    <a:pt x="2036" y="5869"/>
                  </a:lnTo>
                  <a:lnTo>
                    <a:pt x="8242" y="38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h2472"/>
            <p:cNvSpPr/>
            <p:nvPr/>
          </p:nvSpPr>
          <p:spPr>
            <a:xfrm>
              <a:off x="2928514" y="3145896"/>
              <a:ext cx="8618" cy="4949"/>
            </a:xfrm>
            <a:custGeom>
              <a:avLst/>
              <a:pathLst>
                <a:path w="8618" h="4949">
                  <a:moveTo>
                    <a:pt x="6958" y="185"/>
                  </a:moveTo>
                  <a:lnTo>
                    <a:pt x="8417" y="0"/>
                  </a:lnTo>
                  <a:lnTo>
                    <a:pt x="8618" y="1342"/>
                  </a:lnTo>
                  <a:lnTo>
                    <a:pt x="4419" y="4949"/>
                  </a:lnTo>
                  <a:lnTo>
                    <a:pt x="0" y="3363"/>
                  </a:lnTo>
                  <a:lnTo>
                    <a:pt x="1660" y="122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h2473"/>
            <p:cNvSpPr/>
            <p:nvPr/>
          </p:nvSpPr>
          <p:spPr>
            <a:xfrm>
              <a:off x="3151413" y="3201428"/>
              <a:ext cx="56817" cy="34671"/>
            </a:xfrm>
            <a:custGeom>
              <a:avLst/>
              <a:pathLst>
                <a:path w="56817" h="34671">
                  <a:moveTo>
                    <a:pt x="52631" y="1931"/>
                  </a:moveTo>
                  <a:lnTo>
                    <a:pt x="51415" y="4281"/>
                  </a:lnTo>
                  <a:lnTo>
                    <a:pt x="52012" y="6962"/>
                  </a:lnTo>
                  <a:lnTo>
                    <a:pt x="53814" y="12343"/>
                  </a:lnTo>
                  <a:lnTo>
                    <a:pt x="54551" y="13131"/>
                  </a:lnTo>
                  <a:lnTo>
                    <a:pt x="56256" y="12923"/>
                  </a:lnTo>
                  <a:lnTo>
                    <a:pt x="56817" y="21747"/>
                  </a:lnTo>
                  <a:lnTo>
                    <a:pt x="53228" y="26136"/>
                  </a:lnTo>
                  <a:lnTo>
                    <a:pt x="49475" y="26385"/>
                  </a:lnTo>
                  <a:lnTo>
                    <a:pt x="44307" y="24476"/>
                  </a:lnTo>
                  <a:lnTo>
                    <a:pt x="37051" y="26133"/>
                  </a:lnTo>
                  <a:lnTo>
                    <a:pt x="32173" y="33531"/>
                  </a:lnTo>
                  <a:lnTo>
                    <a:pt x="28332" y="34671"/>
                  </a:lnTo>
                  <a:lnTo>
                    <a:pt x="23069" y="29502"/>
                  </a:lnTo>
                  <a:lnTo>
                    <a:pt x="19602" y="28264"/>
                  </a:lnTo>
                  <a:lnTo>
                    <a:pt x="16634" y="29233"/>
                  </a:lnTo>
                  <a:lnTo>
                    <a:pt x="13264" y="28203"/>
                  </a:lnTo>
                  <a:lnTo>
                    <a:pt x="7067" y="22717"/>
                  </a:lnTo>
                  <a:lnTo>
                    <a:pt x="3099" y="21877"/>
                  </a:lnTo>
                  <a:lnTo>
                    <a:pt x="1301" y="21316"/>
                  </a:lnTo>
                  <a:lnTo>
                    <a:pt x="0" y="19294"/>
                  </a:lnTo>
                  <a:lnTo>
                    <a:pt x="729" y="17464"/>
                  </a:lnTo>
                  <a:lnTo>
                    <a:pt x="2966" y="17198"/>
                  </a:lnTo>
                  <a:lnTo>
                    <a:pt x="3686" y="15459"/>
                  </a:lnTo>
                  <a:lnTo>
                    <a:pt x="6368" y="14807"/>
                  </a:lnTo>
                  <a:lnTo>
                    <a:pt x="7553" y="13415"/>
                  </a:lnTo>
                  <a:lnTo>
                    <a:pt x="10024" y="13558"/>
                  </a:lnTo>
                  <a:lnTo>
                    <a:pt x="12096" y="14555"/>
                  </a:lnTo>
                  <a:lnTo>
                    <a:pt x="11506" y="16052"/>
                  </a:lnTo>
                  <a:lnTo>
                    <a:pt x="15402" y="16753"/>
                  </a:lnTo>
                  <a:lnTo>
                    <a:pt x="16020" y="16117"/>
                  </a:lnTo>
                  <a:lnTo>
                    <a:pt x="14984" y="12522"/>
                  </a:lnTo>
                  <a:lnTo>
                    <a:pt x="18479" y="12640"/>
                  </a:lnTo>
                  <a:lnTo>
                    <a:pt x="22522" y="14167"/>
                  </a:lnTo>
                  <a:lnTo>
                    <a:pt x="24488" y="12938"/>
                  </a:lnTo>
                  <a:lnTo>
                    <a:pt x="25409" y="11118"/>
                  </a:lnTo>
                  <a:lnTo>
                    <a:pt x="23414" y="10304"/>
                  </a:lnTo>
                  <a:lnTo>
                    <a:pt x="30841" y="3998"/>
                  </a:lnTo>
                  <a:lnTo>
                    <a:pt x="32594" y="5008"/>
                  </a:lnTo>
                  <a:lnTo>
                    <a:pt x="41179" y="2771"/>
                  </a:lnTo>
                  <a:lnTo>
                    <a:pt x="43327" y="6935"/>
                  </a:lnTo>
                  <a:lnTo>
                    <a:pt x="46125" y="7567"/>
                  </a:lnTo>
                  <a:lnTo>
                    <a:pt x="48565" y="5706"/>
                  </a:lnTo>
                  <a:lnTo>
                    <a:pt x="47201" y="2777"/>
                  </a:lnTo>
                  <a:lnTo>
                    <a:pt x="48735" y="1017"/>
                  </a:lnTo>
                  <a:lnTo>
                    <a:pt x="5122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h2474"/>
            <p:cNvSpPr/>
            <p:nvPr/>
          </p:nvSpPr>
          <p:spPr>
            <a:xfrm>
              <a:off x="2744419" y="2903817"/>
              <a:ext cx="31637" cy="50251"/>
            </a:xfrm>
            <a:custGeom>
              <a:avLst/>
              <a:pathLst>
                <a:path w="31637" h="50251">
                  <a:moveTo>
                    <a:pt x="27753" y="3712"/>
                  </a:moveTo>
                  <a:lnTo>
                    <a:pt x="31637" y="3826"/>
                  </a:lnTo>
                  <a:lnTo>
                    <a:pt x="29355" y="6121"/>
                  </a:lnTo>
                  <a:lnTo>
                    <a:pt x="29778" y="8985"/>
                  </a:lnTo>
                  <a:lnTo>
                    <a:pt x="24978" y="14319"/>
                  </a:lnTo>
                  <a:lnTo>
                    <a:pt x="23176" y="20463"/>
                  </a:lnTo>
                  <a:lnTo>
                    <a:pt x="23559" y="22458"/>
                  </a:lnTo>
                  <a:lnTo>
                    <a:pt x="24377" y="22796"/>
                  </a:lnTo>
                  <a:lnTo>
                    <a:pt x="21254" y="23642"/>
                  </a:lnTo>
                  <a:lnTo>
                    <a:pt x="20583" y="25258"/>
                  </a:lnTo>
                  <a:lnTo>
                    <a:pt x="20537" y="26637"/>
                  </a:lnTo>
                  <a:lnTo>
                    <a:pt x="23938" y="30607"/>
                  </a:lnTo>
                  <a:lnTo>
                    <a:pt x="23037" y="33289"/>
                  </a:lnTo>
                  <a:lnTo>
                    <a:pt x="19425" y="37648"/>
                  </a:lnTo>
                  <a:lnTo>
                    <a:pt x="19170" y="41534"/>
                  </a:lnTo>
                  <a:lnTo>
                    <a:pt x="20500" y="41752"/>
                  </a:lnTo>
                  <a:lnTo>
                    <a:pt x="24745" y="40014"/>
                  </a:lnTo>
                  <a:lnTo>
                    <a:pt x="26371" y="40982"/>
                  </a:lnTo>
                  <a:lnTo>
                    <a:pt x="22481" y="44046"/>
                  </a:lnTo>
                  <a:lnTo>
                    <a:pt x="17656" y="50251"/>
                  </a:lnTo>
                  <a:lnTo>
                    <a:pt x="16286" y="50098"/>
                  </a:lnTo>
                  <a:lnTo>
                    <a:pt x="8225" y="48727"/>
                  </a:lnTo>
                  <a:lnTo>
                    <a:pt x="6132" y="42393"/>
                  </a:lnTo>
                  <a:lnTo>
                    <a:pt x="5984" y="37569"/>
                  </a:lnTo>
                  <a:lnTo>
                    <a:pt x="5458" y="35678"/>
                  </a:lnTo>
                  <a:lnTo>
                    <a:pt x="0" y="29417"/>
                  </a:lnTo>
                  <a:lnTo>
                    <a:pt x="4598" y="27512"/>
                  </a:lnTo>
                  <a:lnTo>
                    <a:pt x="7388" y="24961"/>
                  </a:lnTo>
                  <a:lnTo>
                    <a:pt x="8791" y="22264"/>
                  </a:lnTo>
                  <a:lnTo>
                    <a:pt x="8913" y="17895"/>
                  </a:lnTo>
                  <a:lnTo>
                    <a:pt x="10968" y="15980"/>
                  </a:lnTo>
                  <a:lnTo>
                    <a:pt x="14160" y="16851"/>
                  </a:lnTo>
                  <a:lnTo>
                    <a:pt x="12173" y="9643"/>
                  </a:lnTo>
                  <a:lnTo>
                    <a:pt x="2003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h2475"/>
            <p:cNvSpPr/>
            <p:nvPr/>
          </p:nvSpPr>
          <p:spPr>
            <a:xfrm>
              <a:off x="3198377" y="3190370"/>
              <a:ext cx="30836" cy="46204"/>
            </a:xfrm>
            <a:custGeom>
              <a:avLst/>
              <a:pathLst>
                <a:path w="30836" h="46204">
                  <a:moveTo>
                    <a:pt x="25012" y="1610"/>
                  </a:moveTo>
                  <a:lnTo>
                    <a:pt x="25961" y="4687"/>
                  </a:lnTo>
                  <a:lnTo>
                    <a:pt x="24645" y="7069"/>
                  </a:lnTo>
                  <a:lnTo>
                    <a:pt x="24659" y="10389"/>
                  </a:lnTo>
                  <a:lnTo>
                    <a:pt x="24798" y="12634"/>
                  </a:lnTo>
                  <a:lnTo>
                    <a:pt x="27251" y="17097"/>
                  </a:lnTo>
                  <a:lnTo>
                    <a:pt x="27014" y="18068"/>
                  </a:lnTo>
                  <a:lnTo>
                    <a:pt x="23990" y="18540"/>
                  </a:lnTo>
                  <a:lnTo>
                    <a:pt x="22743" y="19541"/>
                  </a:lnTo>
                  <a:lnTo>
                    <a:pt x="22706" y="25195"/>
                  </a:lnTo>
                  <a:lnTo>
                    <a:pt x="24709" y="32059"/>
                  </a:lnTo>
                  <a:lnTo>
                    <a:pt x="29966" y="32437"/>
                  </a:lnTo>
                  <a:lnTo>
                    <a:pt x="30670" y="33230"/>
                  </a:lnTo>
                  <a:lnTo>
                    <a:pt x="30836" y="36076"/>
                  </a:lnTo>
                  <a:lnTo>
                    <a:pt x="28414" y="35861"/>
                  </a:lnTo>
                  <a:lnTo>
                    <a:pt x="26207" y="36662"/>
                  </a:lnTo>
                  <a:lnTo>
                    <a:pt x="23626" y="40862"/>
                  </a:lnTo>
                  <a:lnTo>
                    <a:pt x="24644" y="41817"/>
                  </a:lnTo>
                  <a:lnTo>
                    <a:pt x="30098" y="41397"/>
                  </a:lnTo>
                  <a:lnTo>
                    <a:pt x="30623" y="41958"/>
                  </a:lnTo>
                  <a:lnTo>
                    <a:pt x="29325" y="46125"/>
                  </a:lnTo>
                  <a:lnTo>
                    <a:pt x="23331" y="46204"/>
                  </a:lnTo>
                  <a:lnTo>
                    <a:pt x="21427" y="44601"/>
                  </a:lnTo>
                  <a:lnTo>
                    <a:pt x="18044" y="38363"/>
                  </a:lnTo>
                  <a:lnTo>
                    <a:pt x="14866" y="35818"/>
                  </a:lnTo>
                  <a:lnTo>
                    <a:pt x="12992" y="35062"/>
                  </a:lnTo>
                  <a:lnTo>
                    <a:pt x="6694" y="39937"/>
                  </a:lnTo>
                  <a:lnTo>
                    <a:pt x="6265" y="37194"/>
                  </a:lnTo>
                  <a:lnTo>
                    <a:pt x="9854" y="32806"/>
                  </a:lnTo>
                  <a:lnTo>
                    <a:pt x="9293" y="23981"/>
                  </a:lnTo>
                  <a:lnTo>
                    <a:pt x="7588" y="24190"/>
                  </a:lnTo>
                  <a:lnTo>
                    <a:pt x="6851" y="23401"/>
                  </a:lnTo>
                  <a:lnTo>
                    <a:pt x="5049" y="18020"/>
                  </a:lnTo>
                  <a:lnTo>
                    <a:pt x="4452" y="15340"/>
                  </a:lnTo>
                  <a:lnTo>
                    <a:pt x="5668" y="12989"/>
                  </a:lnTo>
                  <a:lnTo>
                    <a:pt x="4261" y="11058"/>
                  </a:lnTo>
                  <a:lnTo>
                    <a:pt x="1772" y="12075"/>
                  </a:lnTo>
                  <a:lnTo>
                    <a:pt x="0" y="11294"/>
                  </a:lnTo>
                  <a:lnTo>
                    <a:pt x="646" y="9820"/>
                  </a:lnTo>
                  <a:lnTo>
                    <a:pt x="7114" y="6036"/>
                  </a:lnTo>
                  <a:lnTo>
                    <a:pt x="14273" y="6980"/>
                  </a:lnTo>
                  <a:lnTo>
                    <a:pt x="16534" y="5950"/>
                  </a:lnTo>
                  <a:lnTo>
                    <a:pt x="19968" y="2004"/>
                  </a:lnTo>
                  <a:lnTo>
                    <a:pt x="2352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h2476"/>
            <p:cNvSpPr/>
            <p:nvPr/>
          </p:nvSpPr>
          <p:spPr>
            <a:xfrm>
              <a:off x="2837038" y="2816490"/>
              <a:ext cx="5611" cy="6127"/>
            </a:xfrm>
            <a:custGeom>
              <a:avLst/>
              <a:pathLst>
                <a:path w="5611" h="6127">
                  <a:moveTo>
                    <a:pt x="1623" y="6127"/>
                  </a:moveTo>
                  <a:lnTo>
                    <a:pt x="29" y="5512"/>
                  </a:lnTo>
                  <a:lnTo>
                    <a:pt x="0" y="2523"/>
                  </a:lnTo>
                  <a:lnTo>
                    <a:pt x="2983" y="0"/>
                  </a:lnTo>
                  <a:lnTo>
                    <a:pt x="5611" y="543"/>
                  </a:lnTo>
                  <a:lnTo>
                    <a:pt x="3843" y="452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h2477"/>
            <p:cNvSpPr/>
            <p:nvPr/>
          </p:nvSpPr>
          <p:spPr>
            <a:xfrm>
              <a:off x="2839065" y="2806877"/>
              <a:ext cx="6156" cy="4315"/>
            </a:xfrm>
            <a:custGeom>
              <a:avLst/>
              <a:pathLst>
                <a:path w="6156" h="4315">
                  <a:moveTo>
                    <a:pt x="4951" y="4315"/>
                  </a:moveTo>
                  <a:lnTo>
                    <a:pt x="0" y="2863"/>
                  </a:lnTo>
                  <a:lnTo>
                    <a:pt x="998" y="1434"/>
                  </a:lnTo>
                  <a:lnTo>
                    <a:pt x="3578" y="0"/>
                  </a:lnTo>
                  <a:lnTo>
                    <a:pt x="5672" y="207"/>
                  </a:lnTo>
                  <a:lnTo>
                    <a:pt x="6156" y="3192"/>
                  </a:lnTo>
                  <a:lnTo>
                    <a:pt x="5847" y="358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h2478"/>
            <p:cNvSpPr/>
            <p:nvPr/>
          </p:nvSpPr>
          <p:spPr>
            <a:xfrm>
              <a:off x="2844198" y="2781800"/>
              <a:ext cx="29958" cy="31609"/>
            </a:xfrm>
            <a:custGeom>
              <a:avLst/>
              <a:pathLst>
                <a:path w="29958" h="31609">
                  <a:moveTo>
                    <a:pt x="28328" y="26810"/>
                  </a:moveTo>
                  <a:lnTo>
                    <a:pt x="25670" y="29515"/>
                  </a:lnTo>
                  <a:lnTo>
                    <a:pt x="24688" y="31609"/>
                  </a:lnTo>
                  <a:lnTo>
                    <a:pt x="20148" y="27902"/>
                  </a:lnTo>
                  <a:lnTo>
                    <a:pt x="22034" y="28970"/>
                  </a:lnTo>
                  <a:lnTo>
                    <a:pt x="24321" y="27808"/>
                  </a:lnTo>
                  <a:lnTo>
                    <a:pt x="23937" y="23907"/>
                  </a:lnTo>
                  <a:lnTo>
                    <a:pt x="21286" y="18700"/>
                  </a:lnTo>
                  <a:lnTo>
                    <a:pt x="18543" y="16667"/>
                  </a:lnTo>
                  <a:lnTo>
                    <a:pt x="13057" y="19559"/>
                  </a:lnTo>
                  <a:lnTo>
                    <a:pt x="2245" y="23699"/>
                  </a:lnTo>
                  <a:lnTo>
                    <a:pt x="0" y="23836"/>
                  </a:lnTo>
                  <a:lnTo>
                    <a:pt x="372" y="17071"/>
                  </a:lnTo>
                  <a:lnTo>
                    <a:pt x="1471" y="16137"/>
                  </a:lnTo>
                  <a:lnTo>
                    <a:pt x="796" y="13320"/>
                  </a:lnTo>
                  <a:lnTo>
                    <a:pt x="1125" y="12118"/>
                  </a:lnTo>
                  <a:lnTo>
                    <a:pt x="3703" y="10668"/>
                  </a:lnTo>
                  <a:lnTo>
                    <a:pt x="5201" y="8394"/>
                  </a:lnTo>
                  <a:lnTo>
                    <a:pt x="3582" y="6867"/>
                  </a:lnTo>
                  <a:lnTo>
                    <a:pt x="4146" y="3224"/>
                  </a:lnTo>
                  <a:lnTo>
                    <a:pt x="7442" y="1503"/>
                  </a:lnTo>
                  <a:lnTo>
                    <a:pt x="13271" y="0"/>
                  </a:lnTo>
                  <a:lnTo>
                    <a:pt x="27507" y="5693"/>
                  </a:lnTo>
                  <a:lnTo>
                    <a:pt x="29958" y="2097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h2479"/>
            <p:cNvSpPr/>
            <p:nvPr/>
          </p:nvSpPr>
          <p:spPr>
            <a:xfrm>
              <a:off x="3000005" y="3096574"/>
              <a:ext cx="34145" cy="33015"/>
            </a:xfrm>
            <a:custGeom>
              <a:avLst/>
              <a:pathLst>
                <a:path w="34145" h="33015">
                  <a:moveTo>
                    <a:pt x="16847" y="0"/>
                  </a:moveTo>
                  <a:lnTo>
                    <a:pt x="16457" y="1913"/>
                  </a:lnTo>
                  <a:lnTo>
                    <a:pt x="19179" y="2272"/>
                  </a:lnTo>
                  <a:lnTo>
                    <a:pt x="20882" y="3745"/>
                  </a:lnTo>
                  <a:lnTo>
                    <a:pt x="25474" y="12183"/>
                  </a:lnTo>
                  <a:lnTo>
                    <a:pt x="25824" y="14772"/>
                  </a:lnTo>
                  <a:lnTo>
                    <a:pt x="24272" y="17911"/>
                  </a:lnTo>
                  <a:lnTo>
                    <a:pt x="21767" y="19059"/>
                  </a:lnTo>
                  <a:lnTo>
                    <a:pt x="24486" y="20880"/>
                  </a:lnTo>
                  <a:lnTo>
                    <a:pt x="30539" y="21746"/>
                  </a:lnTo>
                  <a:lnTo>
                    <a:pt x="33350" y="23905"/>
                  </a:lnTo>
                  <a:lnTo>
                    <a:pt x="32875" y="26732"/>
                  </a:lnTo>
                  <a:lnTo>
                    <a:pt x="34145" y="26659"/>
                  </a:lnTo>
                  <a:lnTo>
                    <a:pt x="32761" y="28385"/>
                  </a:lnTo>
                  <a:lnTo>
                    <a:pt x="24172" y="32635"/>
                  </a:lnTo>
                  <a:lnTo>
                    <a:pt x="19119" y="32163"/>
                  </a:lnTo>
                  <a:lnTo>
                    <a:pt x="17365" y="31115"/>
                  </a:lnTo>
                  <a:lnTo>
                    <a:pt x="15342" y="32475"/>
                  </a:lnTo>
                  <a:lnTo>
                    <a:pt x="11885" y="33015"/>
                  </a:lnTo>
                  <a:lnTo>
                    <a:pt x="6098" y="30425"/>
                  </a:lnTo>
                  <a:lnTo>
                    <a:pt x="3784" y="29332"/>
                  </a:lnTo>
                  <a:lnTo>
                    <a:pt x="3626" y="28082"/>
                  </a:lnTo>
                  <a:lnTo>
                    <a:pt x="10025" y="25188"/>
                  </a:lnTo>
                  <a:lnTo>
                    <a:pt x="12226" y="26134"/>
                  </a:lnTo>
                  <a:lnTo>
                    <a:pt x="12901" y="20716"/>
                  </a:lnTo>
                  <a:lnTo>
                    <a:pt x="12224" y="18330"/>
                  </a:lnTo>
                  <a:lnTo>
                    <a:pt x="6986" y="19096"/>
                  </a:lnTo>
                  <a:lnTo>
                    <a:pt x="0" y="15712"/>
                  </a:lnTo>
                  <a:lnTo>
                    <a:pt x="1734" y="15933"/>
                  </a:lnTo>
                  <a:lnTo>
                    <a:pt x="2601" y="15322"/>
                  </a:lnTo>
                  <a:lnTo>
                    <a:pt x="3285" y="14725"/>
                  </a:lnTo>
                  <a:lnTo>
                    <a:pt x="2288" y="13936"/>
                  </a:lnTo>
                  <a:lnTo>
                    <a:pt x="1508" y="9436"/>
                  </a:lnTo>
                  <a:lnTo>
                    <a:pt x="4668" y="7788"/>
                  </a:lnTo>
                  <a:lnTo>
                    <a:pt x="10876" y="6748"/>
                  </a:lnTo>
                  <a:lnTo>
                    <a:pt x="10953" y="5636"/>
                  </a:lnTo>
                  <a:lnTo>
                    <a:pt x="10077" y="4936"/>
                  </a:lnTo>
                  <a:lnTo>
                    <a:pt x="11342" y="121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h2480"/>
            <p:cNvSpPr/>
            <p:nvPr/>
          </p:nvSpPr>
          <p:spPr>
            <a:xfrm>
              <a:off x="2919675" y="3153258"/>
              <a:ext cx="13521" cy="19254"/>
            </a:xfrm>
            <a:custGeom>
              <a:avLst/>
              <a:pathLst>
                <a:path w="13521" h="19254">
                  <a:moveTo>
                    <a:pt x="5518" y="1175"/>
                  </a:moveTo>
                  <a:lnTo>
                    <a:pt x="5441" y="2819"/>
                  </a:lnTo>
                  <a:lnTo>
                    <a:pt x="9656" y="2008"/>
                  </a:lnTo>
                  <a:lnTo>
                    <a:pt x="12297" y="1447"/>
                  </a:lnTo>
                  <a:lnTo>
                    <a:pt x="13521" y="1542"/>
                  </a:lnTo>
                  <a:lnTo>
                    <a:pt x="13495" y="6266"/>
                  </a:lnTo>
                  <a:lnTo>
                    <a:pt x="12934" y="10374"/>
                  </a:lnTo>
                  <a:lnTo>
                    <a:pt x="7074" y="14172"/>
                  </a:lnTo>
                  <a:lnTo>
                    <a:pt x="8029" y="15712"/>
                  </a:lnTo>
                  <a:lnTo>
                    <a:pt x="10455" y="15054"/>
                  </a:lnTo>
                  <a:lnTo>
                    <a:pt x="10850" y="15422"/>
                  </a:lnTo>
                  <a:lnTo>
                    <a:pt x="9786" y="16444"/>
                  </a:lnTo>
                  <a:lnTo>
                    <a:pt x="4350" y="19254"/>
                  </a:lnTo>
                  <a:lnTo>
                    <a:pt x="2095" y="18671"/>
                  </a:lnTo>
                  <a:lnTo>
                    <a:pt x="966" y="18087"/>
                  </a:lnTo>
                  <a:lnTo>
                    <a:pt x="0" y="17397"/>
                  </a:lnTo>
                  <a:lnTo>
                    <a:pt x="259" y="15128"/>
                  </a:lnTo>
                  <a:lnTo>
                    <a:pt x="3090" y="7928"/>
                  </a:lnTo>
                  <a:lnTo>
                    <a:pt x="2625" y="3863"/>
                  </a:lnTo>
                  <a:lnTo>
                    <a:pt x="1726" y="2986"/>
                  </a:lnTo>
                  <a:lnTo>
                    <a:pt x="398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h2481"/>
            <p:cNvSpPr/>
            <p:nvPr/>
          </p:nvSpPr>
          <p:spPr>
            <a:xfrm>
              <a:off x="2952705" y="3097856"/>
              <a:ext cx="9253" cy="6874"/>
            </a:xfrm>
            <a:custGeom>
              <a:avLst/>
              <a:pathLst>
                <a:path w="9253" h="6874">
                  <a:moveTo>
                    <a:pt x="4387" y="0"/>
                  </a:moveTo>
                  <a:lnTo>
                    <a:pt x="9253" y="4451"/>
                  </a:lnTo>
                  <a:lnTo>
                    <a:pt x="9235" y="6874"/>
                  </a:lnTo>
                  <a:lnTo>
                    <a:pt x="4282" y="4471"/>
                  </a:lnTo>
                  <a:lnTo>
                    <a:pt x="1627" y="1294"/>
                  </a:lnTo>
                  <a:lnTo>
                    <a:pt x="0" y="121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h2482"/>
            <p:cNvSpPr/>
            <p:nvPr/>
          </p:nvSpPr>
          <p:spPr>
            <a:xfrm>
              <a:off x="3215701" y="3236495"/>
              <a:ext cx="18600" cy="13412"/>
            </a:xfrm>
            <a:custGeom>
              <a:avLst/>
              <a:pathLst>
                <a:path w="18600" h="13412">
                  <a:moveTo>
                    <a:pt x="12000" y="0"/>
                  </a:moveTo>
                  <a:lnTo>
                    <a:pt x="17522" y="2935"/>
                  </a:lnTo>
                  <a:lnTo>
                    <a:pt x="18600" y="6524"/>
                  </a:lnTo>
                  <a:lnTo>
                    <a:pt x="15088" y="9163"/>
                  </a:lnTo>
                  <a:lnTo>
                    <a:pt x="11382" y="10247"/>
                  </a:lnTo>
                  <a:lnTo>
                    <a:pt x="7059" y="12845"/>
                  </a:lnTo>
                  <a:lnTo>
                    <a:pt x="2804" y="13412"/>
                  </a:lnTo>
                  <a:lnTo>
                    <a:pt x="739" y="12604"/>
                  </a:lnTo>
                  <a:lnTo>
                    <a:pt x="0" y="11075"/>
                  </a:lnTo>
                  <a:lnTo>
                    <a:pt x="1977" y="7915"/>
                  </a:lnTo>
                  <a:lnTo>
                    <a:pt x="7640" y="7742"/>
                  </a:lnTo>
                  <a:lnTo>
                    <a:pt x="4590" y="2458"/>
                  </a:lnTo>
                  <a:lnTo>
                    <a:pt x="6006" y="7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h2483"/>
            <p:cNvSpPr/>
            <p:nvPr/>
          </p:nvSpPr>
          <p:spPr>
            <a:xfrm>
              <a:off x="2971585" y="3025668"/>
              <a:ext cx="57918" cy="43656"/>
            </a:xfrm>
            <a:custGeom>
              <a:avLst/>
              <a:pathLst>
                <a:path w="57918" h="43656">
                  <a:moveTo>
                    <a:pt x="47298" y="2685"/>
                  </a:moveTo>
                  <a:lnTo>
                    <a:pt x="51897" y="20717"/>
                  </a:lnTo>
                  <a:lnTo>
                    <a:pt x="53914" y="24520"/>
                  </a:lnTo>
                  <a:lnTo>
                    <a:pt x="57918" y="29527"/>
                  </a:lnTo>
                  <a:lnTo>
                    <a:pt x="51395" y="33543"/>
                  </a:lnTo>
                  <a:lnTo>
                    <a:pt x="41898" y="35396"/>
                  </a:lnTo>
                  <a:lnTo>
                    <a:pt x="39477" y="38030"/>
                  </a:lnTo>
                  <a:lnTo>
                    <a:pt x="37760" y="40672"/>
                  </a:lnTo>
                  <a:lnTo>
                    <a:pt x="32229" y="43656"/>
                  </a:lnTo>
                  <a:lnTo>
                    <a:pt x="28927" y="41400"/>
                  </a:lnTo>
                  <a:lnTo>
                    <a:pt x="23518" y="40834"/>
                  </a:lnTo>
                  <a:lnTo>
                    <a:pt x="18789" y="38809"/>
                  </a:lnTo>
                  <a:lnTo>
                    <a:pt x="10816" y="33751"/>
                  </a:lnTo>
                  <a:lnTo>
                    <a:pt x="8177" y="28916"/>
                  </a:lnTo>
                  <a:lnTo>
                    <a:pt x="5271" y="28403"/>
                  </a:lnTo>
                  <a:lnTo>
                    <a:pt x="0" y="25434"/>
                  </a:lnTo>
                  <a:lnTo>
                    <a:pt x="422" y="24313"/>
                  </a:lnTo>
                  <a:lnTo>
                    <a:pt x="3162" y="22712"/>
                  </a:lnTo>
                  <a:lnTo>
                    <a:pt x="4358" y="21354"/>
                  </a:lnTo>
                  <a:lnTo>
                    <a:pt x="10791" y="22519"/>
                  </a:lnTo>
                  <a:lnTo>
                    <a:pt x="12286" y="24735"/>
                  </a:lnTo>
                  <a:lnTo>
                    <a:pt x="14695" y="26517"/>
                  </a:lnTo>
                  <a:lnTo>
                    <a:pt x="16038" y="25747"/>
                  </a:lnTo>
                  <a:lnTo>
                    <a:pt x="13517" y="23076"/>
                  </a:lnTo>
                  <a:lnTo>
                    <a:pt x="13928" y="20384"/>
                  </a:lnTo>
                  <a:lnTo>
                    <a:pt x="16473" y="19034"/>
                  </a:lnTo>
                  <a:lnTo>
                    <a:pt x="18488" y="19736"/>
                  </a:lnTo>
                  <a:lnTo>
                    <a:pt x="21031" y="17401"/>
                  </a:lnTo>
                  <a:lnTo>
                    <a:pt x="21382" y="14969"/>
                  </a:lnTo>
                  <a:lnTo>
                    <a:pt x="28776" y="14684"/>
                  </a:lnTo>
                  <a:lnTo>
                    <a:pt x="32631" y="8910"/>
                  </a:lnTo>
                  <a:lnTo>
                    <a:pt x="35278" y="3070"/>
                  </a:lnTo>
                  <a:lnTo>
                    <a:pt x="4181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h2484"/>
            <p:cNvSpPr/>
            <p:nvPr/>
          </p:nvSpPr>
          <p:spPr>
            <a:xfrm>
              <a:off x="3226488" y="3262527"/>
              <a:ext cx="53128" cy="68881"/>
            </a:xfrm>
            <a:custGeom>
              <a:avLst/>
              <a:pathLst>
                <a:path w="53128" h="68881">
                  <a:moveTo>
                    <a:pt x="32551" y="4870"/>
                  </a:moveTo>
                  <a:lnTo>
                    <a:pt x="28764" y="11619"/>
                  </a:lnTo>
                  <a:lnTo>
                    <a:pt x="31380" y="17165"/>
                  </a:lnTo>
                  <a:lnTo>
                    <a:pt x="33435" y="25456"/>
                  </a:lnTo>
                  <a:lnTo>
                    <a:pt x="44794" y="24077"/>
                  </a:lnTo>
                  <a:lnTo>
                    <a:pt x="50416" y="27602"/>
                  </a:lnTo>
                  <a:lnTo>
                    <a:pt x="51697" y="31900"/>
                  </a:lnTo>
                  <a:lnTo>
                    <a:pt x="48422" y="35242"/>
                  </a:lnTo>
                  <a:lnTo>
                    <a:pt x="46754" y="38166"/>
                  </a:lnTo>
                  <a:lnTo>
                    <a:pt x="46947" y="40652"/>
                  </a:lnTo>
                  <a:lnTo>
                    <a:pt x="48861" y="45423"/>
                  </a:lnTo>
                  <a:lnTo>
                    <a:pt x="49554" y="46457"/>
                  </a:lnTo>
                  <a:lnTo>
                    <a:pt x="51494" y="47053"/>
                  </a:lnTo>
                  <a:lnTo>
                    <a:pt x="53128" y="50177"/>
                  </a:lnTo>
                  <a:lnTo>
                    <a:pt x="38041" y="49375"/>
                  </a:lnTo>
                  <a:lnTo>
                    <a:pt x="35603" y="48290"/>
                  </a:lnTo>
                  <a:lnTo>
                    <a:pt x="33811" y="51699"/>
                  </a:lnTo>
                  <a:lnTo>
                    <a:pt x="31467" y="62070"/>
                  </a:lnTo>
                  <a:lnTo>
                    <a:pt x="27802" y="61197"/>
                  </a:lnTo>
                  <a:lnTo>
                    <a:pt x="27880" y="68881"/>
                  </a:lnTo>
                  <a:lnTo>
                    <a:pt x="25907" y="67444"/>
                  </a:lnTo>
                  <a:lnTo>
                    <a:pt x="23772" y="63069"/>
                  </a:lnTo>
                  <a:lnTo>
                    <a:pt x="25498" y="63094"/>
                  </a:lnTo>
                  <a:lnTo>
                    <a:pt x="26539" y="64068"/>
                  </a:lnTo>
                  <a:lnTo>
                    <a:pt x="25858" y="61098"/>
                  </a:lnTo>
                  <a:lnTo>
                    <a:pt x="21123" y="60699"/>
                  </a:lnTo>
                  <a:lnTo>
                    <a:pt x="16927" y="63122"/>
                  </a:lnTo>
                  <a:lnTo>
                    <a:pt x="15444" y="62015"/>
                  </a:lnTo>
                  <a:lnTo>
                    <a:pt x="15882" y="55249"/>
                  </a:lnTo>
                  <a:lnTo>
                    <a:pt x="13761" y="52207"/>
                  </a:lnTo>
                  <a:lnTo>
                    <a:pt x="8829" y="52599"/>
                  </a:lnTo>
                  <a:lnTo>
                    <a:pt x="5593" y="55531"/>
                  </a:lnTo>
                  <a:lnTo>
                    <a:pt x="0" y="51244"/>
                  </a:lnTo>
                  <a:lnTo>
                    <a:pt x="78" y="48045"/>
                  </a:lnTo>
                  <a:lnTo>
                    <a:pt x="1929" y="46154"/>
                  </a:lnTo>
                  <a:lnTo>
                    <a:pt x="3137" y="46104"/>
                  </a:lnTo>
                  <a:lnTo>
                    <a:pt x="4897" y="48143"/>
                  </a:lnTo>
                  <a:lnTo>
                    <a:pt x="7202" y="49006"/>
                  </a:lnTo>
                  <a:lnTo>
                    <a:pt x="12457" y="48077"/>
                  </a:lnTo>
                  <a:lnTo>
                    <a:pt x="15729" y="45407"/>
                  </a:lnTo>
                  <a:lnTo>
                    <a:pt x="17433" y="40634"/>
                  </a:lnTo>
                  <a:lnTo>
                    <a:pt x="16008" y="39018"/>
                  </a:lnTo>
                  <a:lnTo>
                    <a:pt x="11951" y="36804"/>
                  </a:lnTo>
                  <a:lnTo>
                    <a:pt x="10740" y="34923"/>
                  </a:lnTo>
                  <a:lnTo>
                    <a:pt x="11270" y="33255"/>
                  </a:lnTo>
                  <a:lnTo>
                    <a:pt x="14857" y="31646"/>
                  </a:lnTo>
                  <a:lnTo>
                    <a:pt x="11664" y="28106"/>
                  </a:lnTo>
                  <a:lnTo>
                    <a:pt x="17754" y="18603"/>
                  </a:lnTo>
                  <a:lnTo>
                    <a:pt x="17081" y="17306"/>
                  </a:lnTo>
                  <a:lnTo>
                    <a:pt x="16676" y="16151"/>
                  </a:lnTo>
                  <a:lnTo>
                    <a:pt x="17500" y="15631"/>
                  </a:lnTo>
                  <a:lnTo>
                    <a:pt x="19519" y="17452"/>
                  </a:lnTo>
                  <a:lnTo>
                    <a:pt x="18860" y="19383"/>
                  </a:lnTo>
                  <a:lnTo>
                    <a:pt x="20375" y="19077"/>
                  </a:lnTo>
                  <a:lnTo>
                    <a:pt x="20171" y="10955"/>
                  </a:lnTo>
                  <a:lnTo>
                    <a:pt x="26142" y="3103"/>
                  </a:lnTo>
                  <a:lnTo>
                    <a:pt x="2502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h2485"/>
            <p:cNvSpPr/>
            <p:nvPr/>
          </p:nvSpPr>
          <p:spPr>
            <a:xfrm>
              <a:off x="2944525" y="3126271"/>
              <a:ext cx="14053" cy="22923"/>
            </a:xfrm>
            <a:custGeom>
              <a:avLst/>
              <a:pathLst>
                <a:path w="14053" h="22923">
                  <a:moveTo>
                    <a:pt x="5134" y="0"/>
                  </a:moveTo>
                  <a:lnTo>
                    <a:pt x="4778" y="1828"/>
                  </a:lnTo>
                  <a:lnTo>
                    <a:pt x="7497" y="6790"/>
                  </a:lnTo>
                  <a:lnTo>
                    <a:pt x="6465" y="9977"/>
                  </a:lnTo>
                  <a:lnTo>
                    <a:pt x="6770" y="12571"/>
                  </a:lnTo>
                  <a:lnTo>
                    <a:pt x="8441" y="17850"/>
                  </a:lnTo>
                  <a:lnTo>
                    <a:pt x="10106" y="18318"/>
                  </a:lnTo>
                  <a:lnTo>
                    <a:pt x="10136" y="20057"/>
                  </a:lnTo>
                  <a:lnTo>
                    <a:pt x="13014" y="21080"/>
                  </a:lnTo>
                  <a:lnTo>
                    <a:pt x="14053" y="22923"/>
                  </a:lnTo>
                  <a:lnTo>
                    <a:pt x="8289" y="20076"/>
                  </a:lnTo>
                  <a:lnTo>
                    <a:pt x="5087" y="15247"/>
                  </a:lnTo>
                  <a:lnTo>
                    <a:pt x="1522" y="6298"/>
                  </a:lnTo>
                  <a:lnTo>
                    <a:pt x="0" y="219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h2486"/>
            <p:cNvSpPr/>
            <p:nvPr/>
          </p:nvSpPr>
          <p:spPr>
            <a:xfrm>
              <a:off x="2851686" y="2960697"/>
              <a:ext cx="12749" cy="12279"/>
            </a:xfrm>
            <a:custGeom>
              <a:avLst/>
              <a:pathLst>
                <a:path w="12749" h="12279">
                  <a:moveTo>
                    <a:pt x="7934" y="2507"/>
                  </a:moveTo>
                  <a:lnTo>
                    <a:pt x="8095" y="3049"/>
                  </a:lnTo>
                  <a:lnTo>
                    <a:pt x="4534" y="5585"/>
                  </a:lnTo>
                  <a:lnTo>
                    <a:pt x="5108" y="6981"/>
                  </a:lnTo>
                  <a:lnTo>
                    <a:pt x="6720" y="9384"/>
                  </a:lnTo>
                  <a:lnTo>
                    <a:pt x="8744" y="10601"/>
                  </a:lnTo>
                  <a:lnTo>
                    <a:pt x="12749" y="10370"/>
                  </a:lnTo>
                  <a:lnTo>
                    <a:pt x="9920" y="12279"/>
                  </a:lnTo>
                  <a:lnTo>
                    <a:pt x="5557" y="11676"/>
                  </a:lnTo>
                  <a:lnTo>
                    <a:pt x="1654" y="9855"/>
                  </a:lnTo>
                  <a:lnTo>
                    <a:pt x="0" y="2680"/>
                  </a:lnTo>
                  <a:lnTo>
                    <a:pt x="4798" y="2669"/>
                  </a:lnTo>
                  <a:lnTo>
                    <a:pt x="695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h2487"/>
            <p:cNvSpPr/>
            <p:nvPr/>
          </p:nvSpPr>
          <p:spPr>
            <a:xfrm>
              <a:off x="2867350" y="2946429"/>
              <a:ext cx="28498" cy="28577"/>
            </a:xfrm>
            <a:custGeom>
              <a:avLst/>
              <a:pathLst>
                <a:path w="28498" h="28577">
                  <a:moveTo>
                    <a:pt x="10719" y="0"/>
                  </a:moveTo>
                  <a:lnTo>
                    <a:pt x="11235" y="3613"/>
                  </a:lnTo>
                  <a:lnTo>
                    <a:pt x="15546" y="4775"/>
                  </a:lnTo>
                  <a:lnTo>
                    <a:pt x="19983" y="4891"/>
                  </a:lnTo>
                  <a:lnTo>
                    <a:pt x="23932" y="7222"/>
                  </a:lnTo>
                  <a:lnTo>
                    <a:pt x="26563" y="12628"/>
                  </a:lnTo>
                  <a:lnTo>
                    <a:pt x="28498" y="14860"/>
                  </a:lnTo>
                  <a:lnTo>
                    <a:pt x="19990" y="16198"/>
                  </a:lnTo>
                  <a:lnTo>
                    <a:pt x="18638" y="17335"/>
                  </a:lnTo>
                  <a:lnTo>
                    <a:pt x="18029" y="19210"/>
                  </a:lnTo>
                  <a:lnTo>
                    <a:pt x="18436" y="23798"/>
                  </a:lnTo>
                  <a:lnTo>
                    <a:pt x="15479" y="26311"/>
                  </a:lnTo>
                  <a:lnTo>
                    <a:pt x="13551" y="28577"/>
                  </a:lnTo>
                  <a:lnTo>
                    <a:pt x="12088" y="25814"/>
                  </a:lnTo>
                  <a:lnTo>
                    <a:pt x="13191" y="24599"/>
                  </a:lnTo>
                  <a:lnTo>
                    <a:pt x="12549" y="20994"/>
                  </a:lnTo>
                  <a:lnTo>
                    <a:pt x="11459" y="20722"/>
                  </a:lnTo>
                  <a:lnTo>
                    <a:pt x="9860" y="22331"/>
                  </a:lnTo>
                  <a:lnTo>
                    <a:pt x="7787" y="22755"/>
                  </a:lnTo>
                  <a:lnTo>
                    <a:pt x="7339" y="21330"/>
                  </a:lnTo>
                  <a:lnTo>
                    <a:pt x="11403" y="17092"/>
                  </a:lnTo>
                  <a:lnTo>
                    <a:pt x="14847" y="15803"/>
                  </a:lnTo>
                  <a:lnTo>
                    <a:pt x="15654" y="14010"/>
                  </a:lnTo>
                  <a:lnTo>
                    <a:pt x="8187" y="12363"/>
                  </a:lnTo>
                  <a:lnTo>
                    <a:pt x="3368" y="13379"/>
                  </a:lnTo>
                  <a:lnTo>
                    <a:pt x="2614" y="14011"/>
                  </a:lnTo>
                  <a:lnTo>
                    <a:pt x="976" y="13740"/>
                  </a:lnTo>
                  <a:lnTo>
                    <a:pt x="0" y="12470"/>
                  </a:lnTo>
                  <a:lnTo>
                    <a:pt x="723" y="8242"/>
                  </a:lnTo>
                  <a:lnTo>
                    <a:pt x="3993" y="242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h2488"/>
            <p:cNvSpPr/>
            <p:nvPr/>
          </p:nvSpPr>
          <p:spPr>
            <a:xfrm>
              <a:off x="2958372" y="3047192"/>
              <a:ext cx="45441" cy="29531"/>
            </a:xfrm>
            <a:custGeom>
              <a:avLst/>
              <a:pathLst>
                <a:path w="45441" h="29531">
                  <a:moveTo>
                    <a:pt x="16374" y="1188"/>
                  </a:moveTo>
                  <a:lnTo>
                    <a:pt x="13634" y="2790"/>
                  </a:lnTo>
                  <a:lnTo>
                    <a:pt x="13212" y="3910"/>
                  </a:lnTo>
                  <a:lnTo>
                    <a:pt x="18484" y="6879"/>
                  </a:lnTo>
                  <a:lnTo>
                    <a:pt x="21389" y="7393"/>
                  </a:lnTo>
                  <a:lnTo>
                    <a:pt x="24028" y="12227"/>
                  </a:lnTo>
                  <a:lnTo>
                    <a:pt x="32001" y="17285"/>
                  </a:lnTo>
                  <a:lnTo>
                    <a:pt x="36730" y="19311"/>
                  </a:lnTo>
                  <a:lnTo>
                    <a:pt x="42139" y="19877"/>
                  </a:lnTo>
                  <a:lnTo>
                    <a:pt x="45441" y="22132"/>
                  </a:lnTo>
                  <a:lnTo>
                    <a:pt x="43008" y="29531"/>
                  </a:lnTo>
                  <a:lnTo>
                    <a:pt x="33162" y="29466"/>
                  </a:lnTo>
                  <a:lnTo>
                    <a:pt x="30960" y="28798"/>
                  </a:lnTo>
                  <a:lnTo>
                    <a:pt x="28056" y="25540"/>
                  </a:lnTo>
                  <a:lnTo>
                    <a:pt x="25483" y="26993"/>
                  </a:lnTo>
                  <a:lnTo>
                    <a:pt x="24906" y="28140"/>
                  </a:lnTo>
                  <a:lnTo>
                    <a:pt x="21115" y="26347"/>
                  </a:lnTo>
                  <a:lnTo>
                    <a:pt x="18445" y="23426"/>
                  </a:lnTo>
                  <a:lnTo>
                    <a:pt x="15471" y="23869"/>
                  </a:lnTo>
                  <a:lnTo>
                    <a:pt x="15859" y="26568"/>
                  </a:lnTo>
                  <a:lnTo>
                    <a:pt x="11127" y="23697"/>
                  </a:lnTo>
                  <a:lnTo>
                    <a:pt x="13214" y="20978"/>
                  </a:lnTo>
                  <a:lnTo>
                    <a:pt x="10502" y="19332"/>
                  </a:lnTo>
                  <a:lnTo>
                    <a:pt x="2159" y="17390"/>
                  </a:lnTo>
                  <a:lnTo>
                    <a:pt x="0" y="15185"/>
                  </a:lnTo>
                  <a:lnTo>
                    <a:pt x="322" y="12246"/>
                  </a:lnTo>
                  <a:lnTo>
                    <a:pt x="5448" y="8766"/>
                  </a:lnTo>
                  <a:lnTo>
                    <a:pt x="9623" y="8343"/>
                  </a:lnTo>
                  <a:lnTo>
                    <a:pt x="7263" y="2929"/>
                  </a:lnTo>
                  <a:lnTo>
                    <a:pt x="8567" y="1728"/>
                  </a:lnTo>
                  <a:lnTo>
                    <a:pt x="11158" y="2163"/>
                  </a:lnTo>
                  <a:lnTo>
                    <a:pt x="12484" y="1033"/>
                  </a:lnTo>
                  <a:lnTo>
                    <a:pt x="1209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h2489"/>
            <p:cNvSpPr/>
            <p:nvPr/>
          </p:nvSpPr>
          <p:spPr>
            <a:xfrm>
              <a:off x="2867246" y="2962864"/>
              <a:ext cx="6602" cy="6481"/>
            </a:xfrm>
            <a:custGeom>
              <a:avLst/>
              <a:pathLst>
                <a:path w="6602" h="6481">
                  <a:moveTo>
                    <a:pt x="6602" y="742"/>
                  </a:moveTo>
                  <a:lnTo>
                    <a:pt x="5442" y="4714"/>
                  </a:lnTo>
                  <a:lnTo>
                    <a:pt x="4063" y="5990"/>
                  </a:lnTo>
                  <a:lnTo>
                    <a:pt x="1168" y="6481"/>
                  </a:lnTo>
                  <a:lnTo>
                    <a:pt x="0" y="3161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h2490"/>
            <p:cNvSpPr/>
            <p:nvPr/>
          </p:nvSpPr>
          <p:spPr>
            <a:xfrm>
              <a:off x="2964032" y="3155497"/>
              <a:ext cx="27367" cy="50071"/>
            </a:xfrm>
            <a:custGeom>
              <a:avLst/>
              <a:pathLst>
                <a:path w="27367" h="50071">
                  <a:moveTo>
                    <a:pt x="5947" y="249"/>
                  </a:moveTo>
                  <a:lnTo>
                    <a:pt x="9201" y="1432"/>
                  </a:lnTo>
                  <a:lnTo>
                    <a:pt x="14325" y="7216"/>
                  </a:lnTo>
                  <a:lnTo>
                    <a:pt x="16550" y="6897"/>
                  </a:lnTo>
                  <a:lnTo>
                    <a:pt x="19061" y="7825"/>
                  </a:lnTo>
                  <a:lnTo>
                    <a:pt x="22677" y="11726"/>
                  </a:lnTo>
                  <a:lnTo>
                    <a:pt x="25592" y="13331"/>
                  </a:lnTo>
                  <a:lnTo>
                    <a:pt x="25049" y="14070"/>
                  </a:lnTo>
                  <a:lnTo>
                    <a:pt x="26412" y="18096"/>
                  </a:lnTo>
                  <a:lnTo>
                    <a:pt x="25113" y="23377"/>
                  </a:lnTo>
                  <a:lnTo>
                    <a:pt x="24096" y="25339"/>
                  </a:lnTo>
                  <a:lnTo>
                    <a:pt x="21999" y="22800"/>
                  </a:lnTo>
                  <a:lnTo>
                    <a:pt x="20989" y="24711"/>
                  </a:lnTo>
                  <a:lnTo>
                    <a:pt x="22403" y="28791"/>
                  </a:lnTo>
                  <a:lnTo>
                    <a:pt x="26519" y="32305"/>
                  </a:lnTo>
                  <a:lnTo>
                    <a:pt x="26427" y="34268"/>
                  </a:lnTo>
                  <a:lnTo>
                    <a:pt x="24084" y="38221"/>
                  </a:lnTo>
                  <a:lnTo>
                    <a:pt x="23432" y="41585"/>
                  </a:lnTo>
                  <a:lnTo>
                    <a:pt x="23941" y="42495"/>
                  </a:lnTo>
                  <a:lnTo>
                    <a:pt x="27111" y="43783"/>
                  </a:lnTo>
                  <a:lnTo>
                    <a:pt x="27367" y="47611"/>
                  </a:lnTo>
                  <a:lnTo>
                    <a:pt x="25427" y="50071"/>
                  </a:lnTo>
                  <a:lnTo>
                    <a:pt x="24854" y="47716"/>
                  </a:lnTo>
                  <a:lnTo>
                    <a:pt x="20775" y="49025"/>
                  </a:lnTo>
                  <a:lnTo>
                    <a:pt x="19670" y="47785"/>
                  </a:lnTo>
                  <a:lnTo>
                    <a:pt x="21223" y="46166"/>
                  </a:lnTo>
                  <a:lnTo>
                    <a:pt x="21630" y="44515"/>
                  </a:lnTo>
                  <a:lnTo>
                    <a:pt x="17256" y="44466"/>
                  </a:lnTo>
                  <a:lnTo>
                    <a:pt x="14458" y="41837"/>
                  </a:lnTo>
                  <a:lnTo>
                    <a:pt x="12624" y="33608"/>
                  </a:lnTo>
                  <a:lnTo>
                    <a:pt x="8647" y="33164"/>
                  </a:lnTo>
                  <a:lnTo>
                    <a:pt x="6507" y="33862"/>
                  </a:lnTo>
                  <a:lnTo>
                    <a:pt x="5953" y="32306"/>
                  </a:lnTo>
                  <a:lnTo>
                    <a:pt x="3283" y="31190"/>
                  </a:lnTo>
                  <a:lnTo>
                    <a:pt x="3356" y="29706"/>
                  </a:lnTo>
                  <a:lnTo>
                    <a:pt x="6476" y="25162"/>
                  </a:lnTo>
                  <a:lnTo>
                    <a:pt x="7139" y="21402"/>
                  </a:lnTo>
                  <a:lnTo>
                    <a:pt x="1140" y="16730"/>
                  </a:lnTo>
                  <a:lnTo>
                    <a:pt x="921" y="14739"/>
                  </a:lnTo>
                  <a:lnTo>
                    <a:pt x="2139" y="13242"/>
                  </a:lnTo>
                  <a:lnTo>
                    <a:pt x="0" y="1029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h2491"/>
            <p:cNvSpPr/>
            <p:nvPr/>
          </p:nvSpPr>
          <p:spPr>
            <a:xfrm>
              <a:off x="3215184" y="3176382"/>
              <a:ext cx="26706" cy="41661"/>
            </a:xfrm>
            <a:custGeom>
              <a:avLst/>
              <a:pathLst>
                <a:path w="26706" h="41661">
                  <a:moveTo>
                    <a:pt x="12402" y="0"/>
                  </a:moveTo>
                  <a:lnTo>
                    <a:pt x="14718" y="7583"/>
                  </a:lnTo>
                  <a:lnTo>
                    <a:pt x="19609" y="14445"/>
                  </a:lnTo>
                  <a:lnTo>
                    <a:pt x="26706" y="19882"/>
                  </a:lnTo>
                  <a:lnTo>
                    <a:pt x="20630" y="26693"/>
                  </a:lnTo>
                  <a:lnTo>
                    <a:pt x="20327" y="30750"/>
                  </a:lnTo>
                  <a:lnTo>
                    <a:pt x="22042" y="34496"/>
                  </a:lnTo>
                  <a:lnTo>
                    <a:pt x="17733" y="35770"/>
                  </a:lnTo>
                  <a:lnTo>
                    <a:pt x="17025" y="37811"/>
                  </a:lnTo>
                  <a:lnTo>
                    <a:pt x="17156" y="41519"/>
                  </a:lnTo>
                  <a:lnTo>
                    <a:pt x="15161" y="41661"/>
                  </a:lnTo>
                  <a:lnTo>
                    <a:pt x="15059" y="34859"/>
                  </a:lnTo>
                  <a:lnTo>
                    <a:pt x="16071" y="33541"/>
                  </a:lnTo>
                  <a:lnTo>
                    <a:pt x="11684" y="27716"/>
                  </a:lnTo>
                  <a:lnTo>
                    <a:pt x="8980" y="26075"/>
                  </a:lnTo>
                  <a:lnTo>
                    <a:pt x="7851" y="24377"/>
                  </a:lnTo>
                  <a:lnTo>
                    <a:pt x="7838" y="21056"/>
                  </a:lnTo>
                  <a:lnTo>
                    <a:pt x="9153" y="18675"/>
                  </a:lnTo>
                  <a:lnTo>
                    <a:pt x="8205" y="15598"/>
                  </a:lnTo>
                  <a:lnTo>
                    <a:pt x="6719" y="13987"/>
                  </a:lnTo>
                  <a:lnTo>
                    <a:pt x="3160" y="15991"/>
                  </a:lnTo>
                  <a:lnTo>
                    <a:pt x="281" y="13763"/>
                  </a:lnTo>
                  <a:lnTo>
                    <a:pt x="0" y="12726"/>
                  </a:lnTo>
                  <a:lnTo>
                    <a:pt x="1148" y="8953"/>
                  </a:lnTo>
                  <a:lnTo>
                    <a:pt x="3373" y="773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h2492"/>
            <p:cNvSpPr/>
            <p:nvPr/>
          </p:nvSpPr>
          <p:spPr>
            <a:xfrm>
              <a:off x="3182255" y="3165918"/>
              <a:ext cx="36302" cy="43077"/>
            </a:xfrm>
            <a:custGeom>
              <a:avLst/>
              <a:pathLst>
                <a:path w="36302" h="43077">
                  <a:moveTo>
                    <a:pt x="12273" y="2311"/>
                  </a:moveTo>
                  <a:lnTo>
                    <a:pt x="17168" y="4513"/>
                  </a:lnTo>
                  <a:lnTo>
                    <a:pt x="24773" y="5856"/>
                  </a:lnTo>
                  <a:lnTo>
                    <a:pt x="31355" y="5758"/>
                  </a:lnTo>
                  <a:lnTo>
                    <a:pt x="30003" y="15272"/>
                  </a:lnTo>
                  <a:lnTo>
                    <a:pt x="30952" y="18515"/>
                  </a:lnTo>
                  <a:lnTo>
                    <a:pt x="31339" y="19138"/>
                  </a:lnTo>
                  <a:lnTo>
                    <a:pt x="36302" y="18196"/>
                  </a:lnTo>
                  <a:lnTo>
                    <a:pt x="34077" y="19417"/>
                  </a:lnTo>
                  <a:lnTo>
                    <a:pt x="32929" y="23189"/>
                  </a:lnTo>
                  <a:lnTo>
                    <a:pt x="33211" y="24227"/>
                  </a:lnTo>
                  <a:lnTo>
                    <a:pt x="36089" y="26455"/>
                  </a:lnTo>
                  <a:lnTo>
                    <a:pt x="32655" y="30401"/>
                  </a:lnTo>
                  <a:lnTo>
                    <a:pt x="30395" y="31431"/>
                  </a:lnTo>
                  <a:lnTo>
                    <a:pt x="23235" y="30488"/>
                  </a:lnTo>
                  <a:lnTo>
                    <a:pt x="16768" y="34271"/>
                  </a:lnTo>
                  <a:lnTo>
                    <a:pt x="16121" y="35745"/>
                  </a:lnTo>
                  <a:lnTo>
                    <a:pt x="17893" y="36526"/>
                  </a:lnTo>
                  <a:lnTo>
                    <a:pt x="16360" y="38287"/>
                  </a:lnTo>
                  <a:lnTo>
                    <a:pt x="17724" y="41215"/>
                  </a:lnTo>
                  <a:lnTo>
                    <a:pt x="15284" y="43077"/>
                  </a:lnTo>
                  <a:lnTo>
                    <a:pt x="12485" y="42445"/>
                  </a:lnTo>
                  <a:lnTo>
                    <a:pt x="10337" y="38280"/>
                  </a:lnTo>
                  <a:lnTo>
                    <a:pt x="1752" y="40518"/>
                  </a:lnTo>
                  <a:lnTo>
                    <a:pt x="0" y="39507"/>
                  </a:lnTo>
                  <a:lnTo>
                    <a:pt x="1490" y="37499"/>
                  </a:lnTo>
                  <a:lnTo>
                    <a:pt x="400" y="28371"/>
                  </a:lnTo>
                  <a:lnTo>
                    <a:pt x="3043" y="20633"/>
                  </a:lnTo>
                  <a:lnTo>
                    <a:pt x="1992" y="17443"/>
                  </a:lnTo>
                  <a:lnTo>
                    <a:pt x="445" y="16398"/>
                  </a:lnTo>
                  <a:lnTo>
                    <a:pt x="77" y="14766"/>
                  </a:lnTo>
                  <a:lnTo>
                    <a:pt x="3859" y="14078"/>
                  </a:lnTo>
                  <a:lnTo>
                    <a:pt x="6245" y="14859"/>
                  </a:lnTo>
                  <a:lnTo>
                    <a:pt x="9003" y="13825"/>
                  </a:lnTo>
                  <a:lnTo>
                    <a:pt x="9573" y="12283"/>
                  </a:lnTo>
                  <a:lnTo>
                    <a:pt x="7782" y="9639"/>
                  </a:lnTo>
                  <a:lnTo>
                    <a:pt x="5649" y="8958"/>
                  </a:lnTo>
                  <a:lnTo>
                    <a:pt x="2347" y="9350"/>
                  </a:lnTo>
                  <a:lnTo>
                    <a:pt x="2128" y="814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h2493"/>
            <p:cNvSpPr/>
            <p:nvPr/>
          </p:nvSpPr>
          <p:spPr>
            <a:xfrm>
              <a:off x="2861203" y="2927913"/>
              <a:ext cx="31563" cy="21423"/>
            </a:xfrm>
            <a:custGeom>
              <a:avLst/>
              <a:pathLst>
                <a:path w="31563" h="21423">
                  <a:moveTo>
                    <a:pt x="25096" y="1983"/>
                  </a:moveTo>
                  <a:lnTo>
                    <a:pt x="30584" y="2273"/>
                  </a:lnTo>
                  <a:lnTo>
                    <a:pt x="31563" y="3269"/>
                  </a:lnTo>
                  <a:lnTo>
                    <a:pt x="31250" y="4618"/>
                  </a:lnTo>
                  <a:lnTo>
                    <a:pt x="24895" y="9041"/>
                  </a:lnTo>
                  <a:lnTo>
                    <a:pt x="22784" y="13419"/>
                  </a:lnTo>
                  <a:lnTo>
                    <a:pt x="22662" y="19980"/>
                  </a:lnTo>
                  <a:lnTo>
                    <a:pt x="19156" y="18000"/>
                  </a:lnTo>
                  <a:lnTo>
                    <a:pt x="16866" y="18515"/>
                  </a:lnTo>
                  <a:lnTo>
                    <a:pt x="10140" y="20939"/>
                  </a:lnTo>
                  <a:lnTo>
                    <a:pt x="7603" y="20534"/>
                  </a:lnTo>
                  <a:lnTo>
                    <a:pt x="5648" y="21423"/>
                  </a:lnTo>
                  <a:lnTo>
                    <a:pt x="3793" y="20555"/>
                  </a:lnTo>
                  <a:lnTo>
                    <a:pt x="0" y="16294"/>
                  </a:lnTo>
                  <a:lnTo>
                    <a:pt x="950" y="13558"/>
                  </a:lnTo>
                  <a:lnTo>
                    <a:pt x="2230" y="10414"/>
                  </a:lnTo>
                  <a:lnTo>
                    <a:pt x="8145" y="4967"/>
                  </a:lnTo>
                  <a:lnTo>
                    <a:pt x="9333" y="2518"/>
                  </a:lnTo>
                  <a:lnTo>
                    <a:pt x="13570" y="2700"/>
                  </a:lnTo>
                  <a:lnTo>
                    <a:pt x="2012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h2494"/>
            <p:cNvSpPr/>
            <p:nvPr/>
          </p:nvSpPr>
          <p:spPr>
            <a:xfrm>
              <a:off x="3248629" y="3214217"/>
              <a:ext cx="52408" cy="17908"/>
            </a:xfrm>
            <a:custGeom>
              <a:avLst/>
              <a:pathLst>
                <a:path w="52408" h="17908">
                  <a:moveTo>
                    <a:pt x="2733" y="0"/>
                  </a:moveTo>
                  <a:lnTo>
                    <a:pt x="5107" y="2182"/>
                  </a:lnTo>
                  <a:lnTo>
                    <a:pt x="12593" y="6054"/>
                  </a:lnTo>
                  <a:lnTo>
                    <a:pt x="20807" y="6991"/>
                  </a:lnTo>
                  <a:lnTo>
                    <a:pt x="35699" y="4458"/>
                  </a:lnTo>
                  <a:lnTo>
                    <a:pt x="49950" y="529"/>
                  </a:lnTo>
                  <a:lnTo>
                    <a:pt x="49956" y="2136"/>
                  </a:lnTo>
                  <a:lnTo>
                    <a:pt x="52408" y="7269"/>
                  </a:lnTo>
                  <a:lnTo>
                    <a:pt x="50658" y="13804"/>
                  </a:lnTo>
                  <a:lnTo>
                    <a:pt x="48623" y="16166"/>
                  </a:lnTo>
                  <a:lnTo>
                    <a:pt x="41718" y="12918"/>
                  </a:lnTo>
                  <a:lnTo>
                    <a:pt x="40500" y="15592"/>
                  </a:lnTo>
                  <a:lnTo>
                    <a:pt x="38606" y="17335"/>
                  </a:lnTo>
                  <a:lnTo>
                    <a:pt x="37740" y="17908"/>
                  </a:lnTo>
                  <a:lnTo>
                    <a:pt x="34925" y="15256"/>
                  </a:lnTo>
                  <a:lnTo>
                    <a:pt x="27492" y="13574"/>
                  </a:lnTo>
                  <a:lnTo>
                    <a:pt x="26153" y="14325"/>
                  </a:lnTo>
                  <a:lnTo>
                    <a:pt x="24952" y="12443"/>
                  </a:lnTo>
                  <a:lnTo>
                    <a:pt x="21621" y="12059"/>
                  </a:lnTo>
                  <a:lnTo>
                    <a:pt x="18530" y="12803"/>
                  </a:lnTo>
                  <a:lnTo>
                    <a:pt x="15873" y="12278"/>
                  </a:lnTo>
                  <a:lnTo>
                    <a:pt x="15671" y="10092"/>
                  </a:lnTo>
                  <a:lnTo>
                    <a:pt x="13836" y="9455"/>
                  </a:lnTo>
                  <a:lnTo>
                    <a:pt x="7144" y="11538"/>
                  </a:lnTo>
                  <a:lnTo>
                    <a:pt x="904" y="6928"/>
                  </a:lnTo>
                  <a:lnTo>
                    <a:pt x="0" y="5121"/>
                  </a:lnTo>
                  <a:lnTo>
                    <a:pt x="1354" y="2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h2495"/>
            <p:cNvSpPr/>
            <p:nvPr/>
          </p:nvSpPr>
          <p:spPr>
            <a:xfrm>
              <a:off x="2932923" y="3054188"/>
              <a:ext cx="39144" cy="21622"/>
            </a:xfrm>
            <a:custGeom>
              <a:avLst/>
              <a:pathLst>
                <a:path w="39144" h="21622">
                  <a:moveTo>
                    <a:pt x="1617" y="0"/>
                  </a:moveTo>
                  <a:lnTo>
                    <a:pt x="4739" y="1996"/>
                  </a:lnTo>
                  <a:lnTo>
                    <a:pt x="9232" y="2886"/>
                  </a:lnTo>
                  <a:lnTo>
                    <a:pt x="11397" y="984"/>
                  </a:lnTo>
                  <a:lnTo>
                    <a:pt x="13657" y="2396"/>
                  </a:lnTo>
                  <a:lnTo>
                    <a:pt x="17586" y="2801"/>
                  </a:lnTo>
                  <a:lnTo>
                    <a:pt x="19704" y="1699"/>
                  </a:lnTo>
                  <a:lnTo>
                    <a:pt x="25772" y="5250"/>
                  </a:lnTo>
                  <a:lnTo>
                    <a:pt x="25449" y="8189"/>
                  </a:lnTo>
                  <a:lnTo>
                    <a:pt x="27608" y="10394"/>
                  </a:lnTo>
                  <a:lnTo>
                    <a:pt x="35951" y="12336"/>
                  </a:lnTo>
                  <a:lnTo>
                    <a:pt x="38664" y="13982"/>
                  </a:lnTo>
                  <a:lnTo>
                    <a:pt x="36577" y="16701"/>
                  </a:lnTo>
                  <a:lnTo>
                    <a:pt x="36352" y="18179"/>
                  </a:lnTo>
                  <a:lnTo>
                    <a:pt x="39144" y="20595"/>
                  </a:lnTo>
                  <a:lnTo>
                    <a:pt x="38716" y="21622"/>
                  </a:lnTo>
                  <a:lnTo>
                    <a:pt x="38246" y="21396"/>
                  </a:lnTo>
                  <a:lnTo>
                    <a:pt x="33334" y="19959"/>
                  </a:lnTo>
                  <a:lnTo>
                    <a:pt x="26846" y="19637"/>
                  </a:lnTo>
                  <a:lnTo>
                    <a:pt x="25290" y="19293"/>
                  </a:lnTo>
                  <a:lnTo>
                    <a:pt x="19839" y="13735"/>
                  </a:lnTo>
                  <a:lnTo>
                    <a:pt x="13703" y="10375"/>
                  </a:lnTo>
                  <a:lnTo>
                    <a:pt x="6153" y="4440"/>
                  </a:lnTo>
                  <a:lnTo>
                    <a:pt x="2713" y="2129"/>
                  </a:lnTo>
                  <a:lnTo>
                    <a:pt x="0" y="1425"/>
                  </a:lnTo>
                  <a:lnTo>
                    <a:pt x="136" y="26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h2496"/>
            <p:cNvSpPr/>
            <p:nvPr/>
          </p:nvSpPr>
          <p:spPr>
            <a:xfrm>
              <a:off x="2848990" y="2954926"/>
              <a:ext cx="9830" cy="8452"/>
            </a:xfrm>
            <a:custGeom>
              <a:avLst/>
              <a:pathLst>
                <a:path w="9830" h="8452">
                  <a:moveTo>
                    <a:pt x="9645" y="5771"/>
                  </a:moveTo>
                  <a:lnTo>
                    <a:pt x="7493" y="8440"/>
                  </a:lnTo>
                  <a:lnTo>
                    <a:pt x="2695" y="8452"/>
                  </a:lnTo>
                  <a:lnTo>
                    <a:pt x="0" y="3919"/>
                  </a:lnTo>
                  <a:lnTo>
                    <a:pt x="6010" y="2946"/>
                  </a:lnTo>
                  <a:lnTo>
                    <a:pt x="983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h2497"/>
            <p:cNvSpPr/>
            <p:nvPr/>
          </p:nvSpPr>
          <p:spPr>
            <a:xfrm>
              <a:off x="2947189" y="3028635"/>
              <a:ext cx="8922" cy="11257"/>
            </a:xfrm>
            <a:custGeom>
              <a:avLst/>
              <a:pathLst>
                <a:path w="8922" h="11257">
                  <a:moveTo>
                    <a:pt x="2993" y="0"/>
                  </a:moveTo>
                  <a:lnTo>
                    <a:pt x="5160" y="1529"/>
                  </a:lnTo>
                  <a:lnTo>
                    <a:pt x="8922" y="7560"/>
                  </a:lnTo>
                  <a:lnTo>
                    <a:pt x="8675" y="11257"/>
                  </a:lnTo>
                  <a:lnTo>
                    <a:pt x="2246" y="10363"/>
                  </a:lnTo>
                  <a:lnTo>
                    <a:pt x="0" y="68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h2498"/>
            <p:cNvSpPr/>
            <p:nvPr/>
          </p:nvSpPr>
          <p:spPr>
            <a:xfrm>
              <a:off x="2820547" y="2809027"/>
              <a:ext cx="13857" cy="23555"/>
            </a:xfrm>
            <a:custGeom>
              <a:avLst/>
              <a:pathLst>
                <a:path w="13857" h="23555">
                  <a:moveTo>
                    <a:pt x="2929" y="1558"/>
                  </a:moveTo>
                  <a:lnTo>
                    <a:pt x="6842" y="6504"/>
                  </a:lnTo>
                  <a:lnTo>
                    <a:pt x="7967" y="5407"/>
                  </a:lnTo>
                  <a:lnTo>
                    <a:pt x="7762" y="2439"/>
                  </a:lnTo>
                  <a:lnTo>
                    <a:pt x="12574" y="6271"/>
                  </a:lnTo>
                  <a:lnTo>
                    <a:pt x="11169" y="10150"/>
                  </a:lnTo>
                  <a:lnTo>
                    <a:pt x="12048" y="14070"/>
                  </a:lnTo>
                  <a:lnTo>
                    <a:pt x="13857" y="15257"/>
                  </a:lnTo>
                  <a:lnTo>
                    <a:pt x="13805" y="16728"/>
                  </a:lnTo>
                  <a:lnTo>
                    <a:pt x="10599" y="23555"/>
                  </a:lnTo>
                  <a:lnTo>
                    <a:pt x="9709" y="23077"/>
                  </a:lnTo>
                  <a:lnTo>
                    <a:pt x="6126" y="15339"/>
                  </a:lnTo>
                  <a:lnTo>
                    <a:pt x="6204" y="7192"/>
                  </a:lnTo>
                  <a:lnTo>
                    <a:pt x="2292" y="5657"/>
                  </a:lnTo>
                  <a:lnTo>
                    <a:pt x="0" y="3422"/>
                  </a:lnTo>
                  <a:lnTo>
                    <a:pt x="254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h2499"/>
            <p:cNvSpPr/>
            <p:nvPr/>
          </p:nvSpPr>
          <p:spPr>
            <a:xfrm>
              <a:off x="2834824" y="2833150"/>
              <a:ext cx="16988" cy="14020"/>
            </a:xfrm>
            <a:custGeom>
              <a:avLst/>
              <a:pathLst>
                <a:path w="16988" h="14020">
                  <a:moveTo>
                    <a:pt x="11765" y="3839"/>
                  </a:moveTo>
                  <a:lnTo>
                    <a:pt x="15748" y="5015"/>
                  </a:lnTo>
                  <a:lnTo>
                    <a:pt x="16013" y="4389"/>
                  </a:lnTo>
                  <a:lnTo>
                    <a:pt x="16988" y="5991"/>
                  </a:lnTo>
                  <a:lnTo>
                    <a:pt x="16729" y="9577"/>
                  </a:lnTo>
                  <a:lnTo>
                    <a:pt x="14546" y="14020"/>
                  </a:lnTo>
                  <a:lnTo>
                    <a:pt x="12021" y="13935"/>
                  </a:lnTo>
                  <a:lnTo>
                    <a:pt x="11072" y="12987"/>
                  </a:lnTo>
                  <a:lnTo>
                    <a:pt x="8514" y="12537"/>
                  </a:lnTo>
                  <a:lnTo>
                    <a:pt x="8025" y="9829"/>
                  </a:lnTo>
                  <a:lnTo>
                    <a:pt x="4552" y="7196"/>
                  </a:lnTo>
                  <a:lnTo>
                    <a:pt x="1401" y="7928"/>
                  </a:lnTo>
                  <a:lnTo>
                    <a:pt x="0" y="7383"/>
                  </a:lnTo>
                  <a:lnTo>
                    <a:pt x="1664" y="2273"/>
                  </a:lnTo>
                  <a:lnTo>
                    <a:pt x="2770" y="2570"/>
                  </a:lnTo>
                  <a:lnTo>
                    <a:pt x="604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h2500"/>
            <p:cNvSpPr/>
            <p:nvPr/>
          </p:nvSpPr>
          <p:spPr>
            <a:xfrm>
              <a:off x="2890546" y="2888718"/>
              <a:ext cx="28013" cy="22127"/>
            </a:xfrm>
            <a:custGeom>
              <a:avLst/>
              <a:pathLst>
                <a:path w="28013" h="22127">
                  <a:moveTo>
                    <a:pt x="16440" y="153"/>
                  </a:moveTo>
                  <a:lnTo>
                    <a:pt x="18235" y="2840"/>
                  </a:lnTo>
                  <a:lnTo>
                    <a:pt x="20760" y="2535"/>
                  </a:lnTo>
                  <a:lnTo>
                    <a:pt x="22851" y="334"/>
                  </a:lnTo>
                  <a:lnTo>
                    <a:pt x="24529" y="2873"/>
                  </a:lnTo>
                  <a:lnTo>
                    <a:pt x="25944" y="8162"/>
                  </a:lnTo>
                  <a:lnTo>
                    <a:pt x="26203" y="12711"/>
                  </a:lnTo>
                  <a:lnTo>
                    <a:pt x="28013" y="16581"/>
                  </a:lnTo>
                  <a:lnTo>
                    <a:pt x="25542" y="16345"/>
                  </a:lnTo>
                  <a:lnTo>
                    <a:pt x="15991" y="22127"/>
                  </a:lnTo>
                  <a:lnTo>
                    <a:pt x="10347" y="19406"/>
                  </a:lnTo>
                  <a:lnTo>
                    <a:pt x="7101" y="20091"/>
                  </a:lnTo>
                  <a:lnTo>
                    <a:pt x="3551" y="19468"/>
                  </a:lnTo>
                  <a:lnTo>
                    <a:pt x="5089" y="15824"/>
                  </a:lnTo>
                  <a:lnTo>
                    <a:pt x="3191" y="13638"/>
                  </a:lnTo>
                  <a:lnTo>
                    <a:pt x="2765" y="14908"/>
                  </a:lnTo>
                  <a:lnTo>
                    <a:pt x="33" y="12288"/>
                  </a:lnTo>
                  <a:lnTo>
                    <a:pt x="0" y="9998"/>
                  </a:lnTo>
                  <a:lnTo>
                    <a:pt x="1873" y="8653"/>
                  </a:lnTo>
                  <a:lnTo>
                    <a:pt x="4965" y="8979"/>
                  </a:lnTo>
                  <a:lnTo>
                    <a:pt x="7383" y="7833"/>
                  </a:lnTo>
                  <a:lnTo>
                    <a:pt x="10003" y="3734"/>
                  </a:lnTo>
                  <a:lnTo>
                    <a:pt x="10648" y="1255"/>
                  </a:lnTo>
                  <a:lnTo>
                    <a:pt x="1216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h2501"/>
            <p:cNvSpPr/>
            <p:nvPr/>
          </p:nvSpPr>
          <p:spPr>
            <a:xfrm>
              <a:off x="2924327" y="3148631"/>
              <a:ext cx="8606" cy="6635"/>
            </a:xfrm>
            <a:custGeom>
              <a:avLst/>
              <a:pathLst>
                <a:path w="8606" h="6635">
                  <a:moveTo>
                    <a:pt x="1756" y="0"/>
                  </a:moveTo>
                  <a:lnTo>
                    <a:pt x="4186" y="627"/>
                  </a:lnTo>
                  <a:lnTo>
                    <a:pt x="8606" y="2213"/>
                  </a:lnTo>
                  <a:lnTo>
                    <a:pt x="7645" y="6073"/>
                  </a:lnTo>
                  <a:lnTo>
                    <a:pt x="5004" y="6635"/>
                  </a:lnTo>
                  <a:lnTo>
                    <a:pt x="5110" y="4706"/>
                  </a:lnTo>
                  <a:lnTo>
                    <a:pt x="368" y="2843"/>
                  </a:lnTo>
                  <a:lnTo>
                    <a:pt x="0" y="130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h2502"/>
            <p:cNvSpPr/>
            <p:nvPr/>
          </p:nvSpPr>
          <p:spPr>
            <a:xfrm>
              <a:off x="2914542" y="3101850"/>
              <a:ext cx="26731" cy="18864"/>
            </a:xfrm>
            <a:custGeom>
              <a:avLst/>
              <a:pathLst>
                <a:path w="26731" h="18864">
                  <a:moveTo>
                    <a:pt x="10199" y="1136"/>
                  </a:moveTo>
                  <a:lnTo>
                    <a:pt x="15205" y="825"/>
                  </a:lnTo>
                  <a:lnTo>
                    <a:pt x="19580" y="176"/>
                  </a:lnTo>
                  <a:lnTo>
                    <a:pt x="23845" y="1322"/>
                  </a:lnTo>
                  <a:lnTo>
                    <a:pt x="26731" y="4584"/>
                  </a:lnTo>
                  <a:lnTo>
                    <a:pt x="25125" y="7187"/>
                  </a:lnTo>
                  <a:lnTo>
                    <a:pt x="18599" y="4298"/>
                  </a:lnTo>
                  <a:lnTo>
                    <a:pt x="15628" y="5518"/>
                  </a:lnTo>
                  <a:lnTo>
                    <a:pt x="8338" y="9502"/>
                  </a:lnTo>
                  <a:lnTo>
                    <a:pt x="8994" y="12454"/>
                  </a:lnTo>
                  <a:lnTo>
                    <a:pt x="11862" y="13819"/>
                  </a:lnTo>
                  <a:lnTo>
                    <a:pt x="9379" y="15474"/>
                  </a:lnTo>
                  <a:lnTo>
                    <a:pt x="6986" y="16598"/>
                  </a:lnTo>
                  <a:lnTo>
                    <a:pt x="3658" y="16804"/>
                  </a:lnTo>
                  <a:lnTo>
                    <a:pt x="519" y="18864"/>
                  </a:lnTo>
                  <a:lnTo>
                    <a:pt x="0" y="14578"/>
                  </a:lnTo>
                  <a:lnTo>
                    <a:pt x="905" y="10110"/>
                  </a:lnTo>
                  <a:lnTo>
                    <a:pt x="4258" y="7896"/>
                  </a:lnTo>
                  <a:lnTo>
                    <a:pt x="8155" y="3928"/>
                  </a:lnTo>
                  <a:lnTo>
                    <a:pt x="7853" y="1392"/>
                  </a:lnTo>
                  <a:lnTo>
                    <a:pt x="888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h2503"/>
            <p:cNvSpPr/>
            <p:nvPr/>
          </p:nvSpPr>
          <p:spPr>
            <a:xfrm>
              <a:off x="3054009" y="3096863"/>
              <a:ext cx="6873" cy="15210"/>
            </a:xfrm>
            <a:custGeom>
              <a:avLst/>
              <a:pathLst>
                <a:path w="6873" h="15210">
                  <a:moveTo>
                    <a:pt x="6873" y="2515"/>
                  </a:moveTo>
                  <a:lnTo>
                    <a:pt x="5448" y="5702"/>
                  </a:lnTo>
                  <a:lnTo>
                    <a:pt x="6421" y="9002"/>
                  </a:lnTo>
                  <a:lnTo>
                    <a:pt x="4335" y="15210"/>
                  </a:lnTo>
                  <a:lnTo>
                    <a:pt x="1141" y="15070"/>
                  </a:lnTo>
                  <a:lnTo>
                    <a:pt x="779" y="11781"/>
                  </a:lnTo>
                  <a:lnTo>
                    <a:pt x="1237" y="10209"/>
                  </a:lnTo>
                  <a:lnTo>
                    <a:pt x="4070" y="10437"/>
                  </a:lnTo>
                  <a:lnTo>
                    <a:pt x="4905" y="9489"/>
                  </a:lnTo>
                  <a:lnTo>
                    <a:pt x="4551" y="8410"/>
                  </a:lnTo>
                  <a:lnTo>
                    <a:pt x="1982" y="7129"/>
                  </a:lnTo>
                  <a:lnTo>
                    <a:pt x="0" y="8318"/>
                  </a:lnTo>
                  <a:lnTo>
                    <a:pt x="1962" y="924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h2504"/>
            <p:cNvSpPr/>
            <p:nvPr/>
          </p:nvSpPr>
          <p:spPr>
            <a:xfrm>
              <a:off x="2784748" y="2878251"/>
              <a:ext cx="21695" cy="22987"/>
            </a:xfrm>
            <a:custGeom>
              <a:avLst/>
              <a:pathLst>
                <a:path w="21695" h="22987">
                  <a:moveTo>
                    <a:pt x="7559" y="2666"/>
                  </a:moveTo>
                  <a:lnTo>
                    <a:pt x="8093" y="1928"/>
                  </a:lnTo>
                  <a:lnTo>
                    <a:pt x="11453" y="1388"/>
                  </a:lnTo>
                  <a:lnTo>
                    <a:pt x="15603" y="1550"/>
                  </a:lnTo>
                  <a:lnTo>
                    <a:pt x="17424" y="3029"/>
                  </a:lnTo>
                  <a:lnTo>
                    <a:pt x="18573" y="5312"/>
                  </a:lnTo>
                  <a:lnTo>
                    <a:pt x="17130" y="9755"/>
                  </a:lnTo>
                  <a:lnTo>
                    <a:pt x="21695" y="17207"/>
                  </a:lnTo>
                  <a:lnTo>
                    <a:pt x="19458" y="22756"/>
                  </a:lnTo>
                  <a:lnTo>
                    <a:pt x="16589" y="22987"/>
                  </a:lnTo>
                  <a:lnTo>
                    <a:pt x="9754" y="21800"/>
                  </a:lnTo>
                  <a:lnTo>
                    <a:pt x="7804" y="21576"/>
                  </a:lnTo>
                  <a:lnTo>
                    <a:pt x="5408" y="19811"/>
                  </a:lnTo>
                  <a:lnTo>
                    <a:pt x="3873" y="18285"/>
                  </a:lnTo>
                  <a:lnTo>
                    <a:pt x="3652" y="16163"/>
                  </a:lnTo>
                  <a:lnTo>
                    <a:pt x="2475" y="15039"/>
                  </a:lnTo>
                  <a:lnTo>
                    <a:pt x="1798" y="15432"/>
                  </a:lnTo>
                  <a:lnTo>
                    <a:pt x="3534" y="14317"/>
                  </a:lnTo>
                  <a:lnTo>
                    <a:pt x="4374" y="11634"/>
                  </a:lnTo>
                  <a:lnTo>
                    <a:pt x="974" y="11246"/>
                  </a:lnTo>
                  <a:lnTo>
                    <a:pt x="0" y="8358"/>
                  </a:lnTo>
                  <a:lnTo>
                    <a:pt x="149" y="4263"/>
                  </a:lnTo>
                  <a:lnTo>
                    <a:pt x="1059" y="1304"/>
                  </a:lnTo>
                  <a:lnTo>
                    <a:pt x="424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h2505"/>
            <p:cNvSpPr/>
            <p:nvPr/>
          </p:nvSpPr>
          <p:spPr>
            <a:xfrm>
              <a:off x="2947218" y="3045160"/>
              <a:ext cx="11372" cy="3796"/>
            </a:xfrm>
            <a:custGeom>
              <a:avLst/>
              <a:pathLst>
                <a:path w="11372" h="3796">
                  <a:moveTo>
                    <a:pt x="8313" y="229"/>
                  </a:moveTo>
                  <a:lnTo>
                    <a:pt x="11372" y="1746"/>
                  </a:lnTo>
                  <a:lnTo>
                    <a:pt x="4280" y="3796"/>
                  </a:lnTo>
                  <a:lnTo>
                    <a:pt x="0" y="2398"/>
                  </a:lnTo>
                  <a:lnTo>
                    <a:pt x="244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h2506"/>
            <p:cNvSpPr/>
            <p:nvPr/>
          </p:nvSpPr>
          <p:spPr>
            <a:xfrm>
              <a:off x="2942445" y="3073081"/>
              <a:ext cx="2488" cy="4355"/>
            </a:xfrm>
            <a:custGeom>
              <a:avLst/>
              <a:pathLst>
                <a:path w="2488" h="4355">
                  <a:moveTo>
                    <a:pt x="0" y="4355"/>
                  </a:moveTo>
                  <a:lnTo>
                    <a:pt x="804" y="0"/>
                  </a:lnTo>
                  <a:lnTo>
                    <a:pt x="2488" y="346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h2507"/>
            <p:cNvSpPr/>
            <p:nvPr/>
          </p:nvSpPr>
          <p:spPr>
            <a:xfrm>
              <a:off x="2912246" y="3060194"/>
              <a:ext cx="18778" cy="23661"/>
            </a:xfrm>
            <a:custGeom>
              <a:avLst/>
              <a:pathLst>
                <a:path w="18778" h="23661">
                  <a:moveTo>
                    <a:pt x="16192" y="3717"/>
                  </a:moveTo>
                  <a:lnTo>
                    <a:pt x="15785" y="5251"/>
                  </a:lnTo>
                  <a:lnTo>
                    <a:pt x="14897" y="3016"/>
                  </a:lnTo>
                  <a:lnTo>
                    <a:pt x="13595" y="3948"/>
                  </a:lnTo>
                  <a:lnTo>
                    <a:pt x="12522" y="8570"/>
                  </a:lnTo>
                  <a:lnTo>
                    <a:pt x="13539" y="11046"/>
                  </a:lnTo>
                  <a:lnTo>
                    <a:pt x="15729" y="11440"/>
                  </a:lnTo>
                  <a:lnTo>
                    <a:pt x="18778" y="14637"/>
                  </a:lnTo>
                  <a:lnTo>
                    <a:pt x="16275" y="21990"/>
                  </a:lnTo>
                  <a:lnTo>
                    <a:pt x="12882" y="21095"/>
                  </a:lnTo>
                  <a:lnTo>
                    <a:pt x="10030" y="23661"/>
                  </a:lnTo>
                  <a:lnTo>
                    <a:pt x="7905" y="21891"/>
                  </a:lnTo>
                  <a:lnTo>
                    <a:pt x="8764" y="21241"/>
                  </a:lnTo>
                  <a:lnTo>
                    <a:pt x="8422" y="17252"/>
                  </a:lnTo>
                  <a:lnTo>
                    <a:pt x="3622" y="14741"/>
                  </a:lnTo>
                  <a:lnTo>
                    <a:pt x="1279" y="14318"/>
                  </a:lnTo>
                  <a:lnTo>
                    <a:pt x="6119" y="13952"/>
                  </a:lnTo>
                  <a:lnTo>
                    <a:pt x="3244" y="8207"/>
                  </a:lnTo>
                  <a:lnTo>
                    <a:pt x="0" y="5146"/>
                  </a:lnTo>
                  <a:lnTo>
                    <a:pt x="1788" y="2668"/>
                  </a:lnTo>
                  <a:lnTo>
                    <a:pt x="9484" y="1642"/>
                  </a:lnTo>
                  <a:lnTo>
                    <a:pt x="15361" y="0"/>
                  </a:lnTo>
                  <a:lnTo>
                    <a:pt x="15180" y="142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h2508"/>
            <p:cNvSpPr/>
            <p:nvPr/>
          </p:nvSpPr>
          <p:spPr>
            <a:xfrm>
              <a:off x="2943791" y="3074147"/>
              <a:ext cx="53317" cy="23596"/>
            </a:xfrm>
            <a:custGeom>
              <a:avLst/>
              <a:pathLst>
                <a:path w="53317" h="23596">
                  <a:moveTo>
                    <a:pt x="22466" y="0"/>
                  </a:moveTo>
                  <a:lnTo>
                    <a:pt x="27378" y="1437"/>
                  </a:lnTo>
                  <a:lnTo>
                    <a:pt x="28444" y="4582"/>
                  </a:lnTo>
                  <a:lnTo>
                    <a:pt x="33148" y="7447"/>
                  </a:lnTo>
                  <a:lnTo>
                    <a:pt x="35024" y="7143"/>
                  </a:lnTo>
                  <a:lnTo>
                    <a:pt x="37809" y="13025"/>
                  </a:lnTo>
                  <a:lnTo>
                    <a:pt x="41038" y="12399"/>
                  </a:lnTo>
                  <a:lnTo>
                    <a:pt x="40249" y="7185"/>
                  </a:lnTo>
                  <a:lnTo>
                    <a:pt x="43634" y="8125"/>
                  </a:lnTo>
                  <a:lnTo>
                    <a:pt x="49459" y="5690"/>
                  </a:lnTo>
                  <a:lnTo>
                    <a:pt x="51485" y="3510"/>
                  </a:lnTo>
                  <a:lnTo>
                    <a:pt x="52654" y="3946"/>
                  </a:lnTo>
                  <a:lnTo>
                    <a:pt x="53317" y="5477"/>
                  </a:lnTo>
                  <a:lnTo>
                    <a:pt x="51347" y="9297"/>
                  </a:lnTo>
                  <a:lnTo>
                    <a:pt x="48841" y="11348"/>
                  </a:lnTo>
                  <a:lnTo>
                    <a:pt x="27686" y="19754"/>
                  </a:lnTo>
                  <a:lnTo>
                    <a:pt x="24700" y="17592"/>
                  </a:lnTo>
                  <a:lnTo>
                    <a:pt x="25257" y="16277"/>
                  </a:lnTo>
                  <a:lnTo>
                    <a:pt x="31036" y="13141"/>
                  </a:lnTo>
                  <a:lnTo>
                    <a:pt x="34077" y="12462"/>
                  </a:lnTo>
                  <a:lnTo>
                    <a:pt x="32009" y="10619"/>
                  </a:lnTo>
                  <a:lnTo>
                    <a:pt x="25427" y="9325"/>
                  </a:lnTo>
                  <a:lnTo>
                    <a:pt x="21617" y="10929"/>
                  </a:lnTo>
                  <a:lnTo>
                    <a:pt x="19087" y="10910"/>
                  </a:lnTo>
                  <a:lnTo>
                    <a:pt x="14160" y="12657"/>
                  </a:lnTo>
                  <a:lnTo>
                    <a:pt x="7190" y="20039"/>
                  </a:lnTo>
                  <a:lnTo>
                    <a:pt x="7922" y="23596"/>
                  </a:lnTo>
                  <a:lnTo>
                    <a:pt x="443" y="22486"/>
                  </a:lnTo>
                  <a:lnTo>
                    <a:pt x="0" y="20939"/>
                  </a:lnTo>
                  <a:lnTo>
                    <a:pt x="3445" y="18386"/>
                  </a:lnTo>
                  <a:lnTo>
                    <a:pt x="2986" y="15869"/>
                  </a:lnTo>
                  <a:lnTo>
                    <a:pt x="5179" y="12612"/>
                  </a:lnTo>
                  <a:lnTo>
                    <a:pt x="6910" y="11270"/>
                  </a:lnTo>
                  <a:lnTo>
                    <a:pt x="9980" y="10112"/>
                  </a:lnTo>
                  <a:lnTo>
                    <a:pt x="16129" y="4879"/>
                  </a:lnTo>
                  <a:lnTo>
                    <a:pt x="16188" y="380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h2509"/>
            <p:cNvSpPr/>
            <p:nvPr/>
          </p:nvSpPr>
          <p:spPr>
            <a:xfrm>
              <a:off x="2912554" y="2986009"/>
              <a:ext cx="37252" cy="36924"/>
            </a:xfrm>
            <a:custGeom>
              <a:avLst/>
              <a:pathLst>
                <a:path w="37252" h="36924">
                  <a:moveTo>
                    <a:pt x="26011" y="280"/>
                  </a:moveTo>
                  <a:lnTo>
                    <a:pt x="26197" y="2168"/>
                  </a:lnTo>
                  <a:lnTo>
                    <a:pt x="24985" y="2574"/>
                  </a:lnTo>
                  <a:lnTo>
                    <a:pt x="24272" y="947"/>
                  </a:lnTo>
                  <a:lnTo>
                    <a:pt x="23538" y="2283"/>
                  </a:lnTo>
                  <a:lnTo>
                    <a:pt x="24834" y="7821"/>
                  </a:lnTo>
                  <a:lnTo>
                    <a:pt x="31367" y="11818"/>
                  </a:lnTo>
                  <a:lnTo>
                    <a:pt x="32329" y="11457"/>
                  </a:lnTo>
                  <a:lnTo>
                    <a:pt x="32924" y="8818"/>
                  </a:lnTo>
                  <a:lnTo>
                    <a:pt x="35762" y="10119"/>
                  </a:lnTo>
                  <a:lnTo>
                    <a:pt x="36592" y="11914"/>
                  </a:lnTo>
                  <a:lnTo>
                    <a:pt x="37242" y="19959"/>
                  </a:lnTo>
                  <a:lnTo>
                    <a:pt x="37252" y="20249"/>
                  </a:lnTo>
                  <a:lnTo>
                    <a:pt x="30727" y="23841"/>
                  </a:lnTo>
                  <a:lnTo>
                    <a:pt x="17782" y="27210"/>
                  </a:lnTo>
                  <a:lnTo>
                    <a:pt x="15050" y="31313"/>
                  </a:lnTo>
                  <a:lnTo>
                    <a:pt x="9792" y="36131"/>
                  </a:lnTo>
                  <a:lnTo>
                    <a:pt x="6946" y="36924"/>
                  </a:lnTo>
                  <a:lnTo>
                    <a:pt x="1292" y="36477"/>
                  </a:lnTo>
                  <a:lnTo>
                    <a:pt x="0" y="35152"/>
                  </a:lnTo>
                  <a:lnTo>
                    <a:pt x="2613" y="30844"/>
                  </a:lnTo>
                  <a:lnTo>
                    <a:pt x="1188" y="27188"/>
                  </a:lnTo>
                  <a:lnTo>
                    <a:pt x="618" y="22647"/>
                  </a:lnTo>
                  <a:lnTo>
                    <a:pt x="4079" y="17497"/>
                  </a:lnTo>
                  <a:lnTo>
                    <a:pt x="5936" y="15729"/>
                  </a:lnTo>
                  <a:lnTo>
                    <a:pt x="10140" y="8992"/>
                  </a:lnTo>
                  <a:lnTo>
                    <a:pt x="14400" y="4584"/>
                  </a:lnTo>
                  <a:lnTo>
                    <a:pt x="2082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h2510"/>
            <p:cNvSpPr/>
            <p:nvPr/>
          </p:nvSpPr>
          <p:spPr>
            <a:xfrm>
              <a:off x="2932664" y="3124884"/>
              <a:ext cx="13384" cy="14722"/>
            </a:xfrm>
            <a:custGeom>
              <a:avLst/>
              <a:pathLst>
                <a:path w="13384" h="14722">
                  <a:moveTo>
                    <a:pt x="10075" y="0"/>
                  </a:moveTo>
                  <a:lnTo>
                    <a:pt x="11861" y="3577"/>
                  </a:lnTo>
                  <a:lnTo>
                    <a:pt x="13384" y="7685"/>
                  </a:lnTo>
                  <a:lnTo>
                    <a:pt x="10466" y="6053"/>
                  </a:lnTo>
                  <a:lnTo>
                    <a:pt x="8595" y="6063"/>
                  </a:lnTo>
                  <a:lnTo>
                    <a:pt x="5808" y="14722"/>
                  </a:lnTo>
                  <a:lnTo>
                    <a:pt x="3120" y="14072"/>
                  </a:lnTo>
                  <a:lnTo>
                    <a:pt x="2940" y="10844"/>
                  </a:lnTo>
                  <a:lnTo>
                    <a:pt x="5222" y="9677"/>
                  </a:lnTo>
                  <a:lnTo>
                    <a:pt x="5162" y="9088"/>
                  </a:lnTo>
                  <a:lnTo>
                    <a:pt x="4327" y="7354"/>
                  </a:lnTo>
                  <a:lnTo>
                    <a:pt x="901" y="5893"/>
                  </a:lnTo>
                  <a:lnTo>
                    <a:pt x="0" y="3052"/>
                  </a:lnTo>
                  <a:lnTo>
                    <a:pt x="2893" y="456"/>
                  </a:lnTo>
                  <a:lnTo>
                    <a:pt x="4400" y="1196"/>
                  </a:lnTo>
                  <a:lnTo>
                    <a:pt x="5388" y="2278"/>
                  </a:lnTo>
                  <a:lnTo>
                    <a:pt x="6922" y="225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h2511"/>
            <p:cNvSpPr/>
            <p:nvPr/>
          </p:nvSpPr>
          <p:spPr>
            <a:xfrm>
              <a:off x="2933170" y="3149856"/>
              <a:ext cx="22315" cy="12958"/>
            </a:xfrm>
            <a:custGeom>
              <a:avLst/>
              <a:pathLst>
                <a:path w="22315" h="12958">
                  <a:moveTo>
                    <a:pt x="21002" y="3637"/>
                  </a:moveTo>
                  <a:lnTo>
                    <a:pt x="22315" y="5964"/>
                  </a:lnTo>
                  <a:lnTo>
                    <a:pt x="17517" y="12534"/>
                  </a:lnTo>
                  <a:lnTo>
                    <a:pt x="14919" y="12715"/>
                  </a:lnTo>
                  <a:lnTo>
                    <a:pt x="7948" y="12958"/>
                  </a:lnTo>
                  <a:lnTo>
                    <a:pt x="7222" y="12268"/>
                  </a:lnTo>
                  <a:lnTo>
                    <a:pt x="1215" y="12393"/>
                  </a:lnTo>
                  <a:lnTo>
                    <a:pt x="0" y="9667"/>
                  </a:lnTo>
                  <a:lnTo>
                    <a:pt x="26" y="4943"/>
                  </a:lnTo>
                  <a:lnTo>
                    <a:pt x="2457" y="6087"/>
                  </a:lnTo>
                  <a:lnTo>
                    <a:pt x="8065" y="5605"/>
                  </a:lnTo>
                  <a:lnTo>
                    <a:pt x="13626" y="4953"/>
                  </a:lnTo>
                  <a:lnTo>
                    <a:pt x="14838" y="5726"/>
                  </a:lnTo>
                  <a:lnTo>
                    <a:pt x="18306" y="2678"/>
                  </a:lnTo>
                  <a:lnTo>
                    <a:pt x="17799" y="675"/>
                  </a:lnTo>
                  <a:lnTo>
                    <a:pt x="1937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h2512"/>
            <p:cNvSpPr/>
            <p:nvPr/>
          </p:nvSpPr>
          <p:spPr>
            <a:xfrm>
              <a:off x="2966385" y="3027978"/>
              <a:ext cx="14232" cy="15607"/>
            </a:xfrm>
            <a:custGeom>
              <a:avLst/>
              <a:pathLst>
                <a:path w="14232" h="15607">
                  <a:moveTo>
                    <a:pt x="9878" y="685"/>
                  </a:moveTo>
                  <a:lnTo>
                    <a:pt x="12321" y="77"/>
                  </a:lnTo>
                  <a:lnTo>
                    <a:pt x="14232" y="3162"/>
                  </a:lnTo>
                  <a:lnTo>
                    <a:pt x="11680" y="7434"/>
                  </a:lnTo>
                  <a:lnTo>
                    <a:pt x="9139" y="14299"/>
                  </a:lnTo>
                  <a:lnTo>
                    <a:pt x="7370" y="15607"/>
                  </a:lnTo>
                  <a:lnTo>
                    <a:pt x="4492" y="13270"/>
                  </a:lnTo>
                  <a:lnTo>
                    <a:pt x="4240" y="10105"/>
                  </a:lnTo>
                  <a:lnTo>
                    <a:pt x="0" y="6576"/>
                  </a:lnTo>
                  <a:lnTo>
                    <a:pt x="2040" y="3094"/>
                  </a:lnTo>
                  <a:lnTo>
                    <a:pt x="4334" y="2890"/>
                  </a:lnTo>
                  <a:lnTo>
                    <a:pt x="596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h2513"/>
            <p:cNvSpPr/>
            <p:nvPr/>
          </p:nvSpPr>
          <p:spPr>
            <a:xfrm>
              <a:off x="2960970" y="3111127"/>
              <a:ext cx="11792" cy="10506"/>
            </a:xfrm>
            <a:custGeom>
              <a:avLst/>
              <a:pathLst>
                <a:path w="11792" h="10506">
                  <a:moveTo>
                    <a:pt x="6404" y="1418"/>
                  </a:moveTo>
                  <a:lnTo>
                    <a:pt x="11792" y="7977"/>
                  </a:lnTo>
                  <a:lnTo>
                    <a:pt x="10563" y="10447"/>
                  </a:lnTo>
                  <a:lnTo>
                    <a:pt x="5174" y="10391"/>
                  </a:lnTo>
                  <a:lnTo>
                    <a:pt x="3386" y="10506"/>
                  </a:lnTo>
                  <a:lnTo>
                    <a:pt x="2450" y="9727"/>
                  </a:lnTo>
                  <a:lnTo>
                    <a:pt x="237" y="2913"/>
                  </a:lnTo>
                  <a:lnTo>
                    <a:pt x="0" y="605"/>
                  </a:lnTo>
                  <a:lnTo>
                    <a:pt x="84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h2514"/>
            <p:cNvSpPr/>
            <p:nvPr/>
          </p:nvSpPr>
          <p:spPr>
            <a:xfrm>
              <a:off x="2942873" y="3070661"/>
              <a:ext cx="23384" cy="7289"/>
            </a:xfrm>
            <a:custGeom>
              <a:avLst/>
              <a:pathLst>
                <a:path w="23384" h="7289">
                  <a:moveTo>
                    <a:pt x="5370" y="0"/>
                  </a:moveTo>
                  <a:lnTo>
                    <a:pt x="12606" y="1578"/>
                  </a:lnTo>
                  <a:lnTo>
                    <a:pt x="15542" y="3385"/>
                  </a:lnTo>
                  <a:lnTo>
                    <a:pt x="16896" y="3164"/>
                  </a:lnTo>
                  <a:lnTo>
                    <a:pt x="23384" y="3486"/>
                  </a:lnTo>
                  <a:lnTo>
                    <a:pt x="17106" y="7289"/>
                  </a:lnTo>
                  <a:lnTo>
                    <a:pt x="14242" y="6618"/>
                  </a:lnTo>
                  <a:lnTo>
                    <a:pt x="12421" y="4077"/>
                  </a:lnTo>
                  <a:lnTo>
                    <a:pt x="7525" y="6082"/>
                  </a:lnTo>
                  <a:lnTo>
                    <a:pt x="2555" y="6411"/>
                  </a:lnTo>
                  <a:lnTo>
                    <a:pt x="2061" y="5883"/>
                  </a:lnTo>
                  <a:lnTo>
                    <a:pt x="377" y="2420"/>
                  </a:lnTo>
                  <a:lnTo>
                    <a:pt x="0" y="166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h2515"/>
            <p:cNvSpPr/>
            <p:nvPr/>
          </p:nvSpPr>
          <p:spPr>
            <a:xfrm>
              <a:off x="2994376" y="3072775"/>
              <a:ext cx="36797" cy="28736"/>
            </a:xfrm>
            <a:custGeom>
              <a:avLst/>
              <a:pathLst>
                <a:path w="36797" h="28736">
                  <a:moveTo>
                    <a:pt x="30657" y="392"/>
                  </a:moveTo>
                  <a:lnTo>
                    <a:pt x="36797" y="8780"/>
                  </a:lnTo>
                  <a:lnTo>
                    <a:pt x="35289" y="15997"/>
                  </a:lnTo>
                  <a:lnTo>
                    <a:pt x="36394" y="21611"/>
                  </a:lnTo>
                  <a:lnTo>
                    <a:pt x="33051" y="23047"/>
                  </a:lnTo>
                  <a:lnTo>
                    <a:pt x="22477" y="23799"/>
                  </a:lnTo>
                  <a:lnTo>
                    <a:pt x="16971" y="25012"/>
                  </a:lnTo>
                  <a:lnTo>
                    <a:pt x="15706" y="28736"/>
                  </a:lnTo>
                  <a:lnTo>
                    <a:pt x="9789" y="27663"/>
                  </a:lnTo>
                  <a:lnTo>
                    <a:pt x="3829" y="25049"/>
                  </a:lnTo>
                  <a:lnTo>
                    <a:pt x="0" y="22344"/>
                  </a:lnTo>
                  <a:lnTo>
                    <a:pt x="16009" y="10590"/>
                  </a:lnTo>
                  <a:lnTo>
                    <a:pt x="20932" y="6481"/>
                  </a:lnTo>
                  <a:lnTo>
                    <a:pt x="24054" y="2645"/>
                  </a:lnTo>
                  <a:lnTo>
                    <a:pt x="29024" y="649"/>
                  </a:lnTo>
                  <a:lnTo>
                    <a:pt x="2985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h2516"/>
            <p:cNvSpPr/>
            <p:nvPr/>
          </p:nvSpPr>
          <p:spPr>
            <a:xfrm>
              <a:off x="2866135" y="2958792"/>
              <a:ext cx="16869" cy="15400"/>
            </a:xfrm>
            <a:custGeom>
              <a:avLst/>
              <a:pathLst>
                <a:path w="16869" h="15400">
                  <a:moveTo>
                    <a:pt x="16869" y="1647"/>
                  </a:moveTo>
                  <a:lnTo>
                    <a:pt x="16062" y="3440"/>
                  </a:lnTo>
                  <a:lnTo>
                    <a:pt x="12618" y="4729"/>
                  </a:lnTo>
                  <a:lnTo>
                    <a:pt x="8554" y="8967"/>
                  </a:lnTo>
                  <a:lnTo>
                    <a:pt x="9003" y="10392"/>
                  </a:lnTo>
                  <a:lnTo>
                    <a:pt x="11076" y="9967"/>
                  </a:lnTo>
                  <a:lnTo>
                    <a:pt x="12675" y="8359"/>
                  </a:lnTo>
                  <a:lnTo>
                    <a:pt x="13765" y="8631"/>
                  </a:lnTo>
                  <a:lnTo>
                    <a:pt x="14406" y="12235"/>
                  </a:lnTo>
                  <a:lnTo>
                    <a:pt x="13304" y="13451"/>
                  </a:lnTo>
                  <a:lnTo>
                    <a:pt x="4605" y="14412"/>
                  </a:lnTo>
                  <a:lnTo>
                    <a:pt x="2170" y="15400"/>
                  </a:lnTo>
                  <a:lnTo>
                    <a:pt x="93" y="13585"/>
                  </a:lnTo>
                  <a:lnTo>
                    <a:pt x="0" y="13289"/>
                  </a:lnTo>
                  <a:lnTo>
                    <a:pt x="2278" y="10552"/>
                  </a:lnTo>
                  <a:lnTo>
                    <a:pt x="5174" y="10062"/>
                  </a:lnTo>
                  <a:lnTo>
                    <a:pt x="6553" y="8786"/>
                  </a:lnTo>
                  <a:lnTo>
                    <a:pt x="7713" y="4813"/>
                  </a:lnTo>
                  <a:lnTo>
                    <a:pt x="5517" y="4071"/>
                  </a:lnTo>
                  <a:lnTo>
                    <a:pt x="4584" y="1016"/>
                  </a:lnTo>
                  <a:lnTo>
                    <a:pt x="940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h2517"/>
            <p:cNvSpPr/>
            <p:nvPr/>
          </p:nvSpPr>
          <p:spPr>
            <a:xfrm>
              <a:off x="2942445" y="3074738"/>
              <a:ext cx="17534" cy="10679"/>
            </a:xfrm>
            <a:custGeom>
              <a:avLst/>
              <a:pathLst>
                <a:path w="17534" h="10679">
                  <a:moveTo>
                    <a:pt x="14670" y="2540"/>
                  </a:moveTo>
                  <a:lnTo>
                    <a:pt x="17534" y="3211"/>
                  </a:lnTo>
                  <a:lnTo>
                    <a:pt x="17474" y="4287"/>
                  </a:lnTo>
                  <a:lnTo>
                    <a:pt x="11326" y="9521"/>
                  </a:lnTo>
                  <a:lnTo>
                    <a:pt x="8256" y="10679"/>
                  </a:lnTo>
                  <a:lnTo>
                    <a:pt x="1555" y="7097"/>
                  </a:lnTo>
                  <a:lnTo>
                    <a:pt x="192" y="4879"/>
                  </a:lnTo>
                  <a:lnTo>
                    <a:pt x="0" y="2697"/>
                  </a:lnTo>
                  <a:lnTo>
                    <a:pt x="2488" y="1805"/>
                  </a:lnTo>
                  <a:lnTo>
                    <a:pt x="2983" y="2334"/>
                  </a:lnTo>
                  <a:lnTo>
                    <a:pt x="7952" y="2005"/>
                  </a:lnTo>
                  <a:lnTo>
                    <a:pt x="1284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h2518"/>
            <p:cNvSpPr/>
            <p:nvPr/>
          </p:nvSpPr>
          <p:spPr>
            <a:xfrm>
              <a:off x="2966145" y="3121519"/>
              <a:ext cx="19048" cy="21170"/>
            </a:xfrm>
            <a:custGeom>
              <a:avLst/>
              <a:pathLst>
                <a:path w="19048" h="21170">
                  <a:moveTo>
                    <a:pt x="5389" y="56"/>
                  </a:moveTo>
                  <a:lnTo>
                    <a:pt x="9704" y="6105"/>
                  </a:lnTo>
                  <a:lnTo>
                    <a:pt x="15956" y="17687"/>
                  </a:lnTo>
                  <a:lnTo>
                    <a:pt x="19048" y="20635"/>
                  </a:lnTo>
                  <a:lnTo>
                    <a:pt x="14560" y="21170"/>
                  </a:lnTo>
                  <a:lnTo>
                    <a:pt x="10281" y="17622"/>
                  </a:lnTo>
                  <a:lnTo>
                    <a:pt x="4757" y="16723"/>
                  </a:lnTo>
                  <a:lnTo>
                    <a:pt x="3853" y="8839"/>
                  </a:lnTo>
                  <a:lnTo>
                    <a:pt x="772" y="65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h2519"/>
            <p:cNvSpPr/>
            <p:nvPr/>
          </p:nvSpPr>
          <p:spPr>
            <a:xfrm>
              <a:off x="2891950" y="3041007"/>
              <a:ext cx="41532" cy="34735"/>
            </a:xfrm>
            <a:custGeom>
              <a:avLst/>
              <a:pathLst>
                <a:path w="41532" h="34735">
                  <a:moveTo>
                    <a:pt x="24036" y="36"/>
                  </a:moveTo>
                  <a:lnTo>
                    <a:pt x="31078" y="783"/>
                  </a:lnTo>
                  <a:lnTo>
                    <a:pt x="32476" y="354"/>
                  </a:lnTo>
                  <a:lnTo>
                    <a:pt x="32946" y="2477"/>
                  </a:lnTo>
                  <a:lnTo>
                    <a:pt x="35757" y="4510"/>
                  </a:lnTo>
                  <a:lnTo>
                    <a:pt x="41532" y="11119"/>
                  </a:lnTo>
                  <a:lnTo>
                    <a:pt x="41109" y="13441"/>
                  </a:lnTo>
                  <a:lnTo>
                    <a:pt x="40972" y="14605"/>
                  </a:lnTo>
                  <a:lnTo>
                    <a:pt x="35656" y="19186"/>
                  </a:lnTo>
                  <a:lnTo>
                    <a:pt x="29780" y="20829"/>
                  </a:lnTo>
                  <a:lnTo>
                    <a:pt x="22084" y="21854"/>
                  </a:lnTo>
                  <a:lnTo>
                    <a:pt x="20295" y="24333"/>
                  </a:lnTo>
                  <a:lnTo>
                    <a:pt x="23540" y="27394"/>
                  </a:lnTo>
                  <a:lnTo>
                    <a:pt x="26414" y="33138"/>
                  </a:lnTo>
                  <a:lnTo>
                    <a:pt x="21575" y="33505"/>
                  </a:lnTo>
                  <a:lnTo>
                    <a:pt x="19678" y="32930"/>
                  </a:lnTo>
                  <a:lnTo>
                    <a:pt x="12689" y="32477"/>
                  </a:lnTo>
                  <a:lnTo>
                    <a:pt x="11396" y="34363"/>
                  </a:lnTo>
                  <a:lnTo>
                    <a:pt x="9946" y="34735"/>
                  </a:lnTo>
                  <a:lnTo>
                    <a:pt x="8419" y="31233"/>
                  </a:lnTo>
                  <a:lnTo>
                    <a:pt x="5613" y="30767"/>
                  </a:lnTo>
                  <a:lnTo>
                    <a:pt x="5454" y="29639"/>
                  </a:lnTo>
                  <a:lnTo>
                    <a:pt x="6041" y="27914"/>
                  </a:lnTo>
                  <a:lnTo>
                    <a:pt x="10090" y="27330"/>
                  </a:lnTo>
                  <a:lnTo>
                    <a:pt x="11302" y="24846"/>
                  </a:lnTo>
                  <a:lnTo>
                    <a:pt x="10989" y="20441"/>
                  </a:lnTo>
                  <a:lnTo>
                    <a:pt x="10025" y="19385"/>
                  </a:lnTo>
                  <a:lnTo>
                    <a:pt x="3758" y="18549"/>
                  </a:lnTo>
                  <a:lnTo>
                    <a:pt x="1001" y="13272"/>
                  </a:lnTo>
                  <a:lnTo>
                    <a:pt x="0" y="6749"/>
                  </a:lnTo>
                  <a:lnTo>
                    <a:pt x="1491" y="2443"/>
                  </a:lnTo>
                  <a:lnTo>
                    <a:pt x="6358" y="983"/>
                  </a:lnTo>
                  <a:lnTo>
                    <a:pt x="10425" y="3661"/>
                  </a:lnTo>
                  <a:lnTo>
                    <a:pt x="15011" y="814"/>
                  </a:lnTo>
                  <a:lnTo>
                    <a:pt x="15748" y="2032"/>
                  </a:lnTo>
                  <a:lnTo>
                    <a:pt x="15267" y="3896"/>
                  </a:lnTo>
                  <a:lnTo>
                    <a:pt x="18273" y="2876"/>
                  </a:lnTo>
                  <a:lnTo>
                    <a:pt x="2032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h2520"/>
            <p:cNvSpPr/>
            <p:nvPr/>
          </p:nvSpPr>
          <p:spPr>
            <a:xfrm>
              <a:off x="2926749" y="3159524"/>
              <a:ext cx="16228" cy="11493"/>
            </a:xfrm>
            <a:custGeom>
              <a:avLst/>
              <a:pathLst>
                <a:path w="16228" h="11493">
                  <a:moveTo>
                    <a:pt x="7636" y="2726"/>
                  </a:moveTo>
                  <a:lnTo>
                    <a:pt x="13643" y="2601"/>
                  </a:lnTo>
                  <a:lnTo>
                    <a:pt x="14369" y="3291"/>
                  </a:lnTo>
                  <a:lnTo>
                    <a:pt x="16228" y="5569"/>
                  </a:lnTo>
                  <a:lnTo>
                    <a:pt x="16144" y="8255"/>
                  </a:lnTo>
                  <a:lnTo>
                    <a:pt x="13542" y="11446"/>
                  </a:lnTo>
                  <a:lnTo>
                    <a:pt x="12764" y="11493"/>
                  </a:lnTo>
                  <a:lnTo>
                    <a:pt x="6541" y="10802"/>
                  </a:lnTo>
                  <a:lnTo>
                    <a:pt x="3380" y="8788"/>
                  </a:lnTo>
                  <a:lnTo>
                    <a:pt x="955" y="9446"/>
                  </a:lnTo>
                  <a:lnTo>
                    <a:pt x="0" y="7906"/>
                  </a:lnTo>
                  <a:lnTo>
                    <a:pt x="5859" y="4108"/>
                  </a:lnTo>
                  <a:lnTo>
                    <a:pt x="642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h2521"/>
            <p:cNvSpPr/>
            <p:nvPr/>
          </p:nvSpPr>
          <p:spPr>
            <a:xfrm>
              <a:off x="2916893" y="3128784"/>
              <a:ext cx="18891" cy="12138"/>
            </a:xfrm>
            <a:custGeom>
              <a:avLst/>
              <a:pathLst>
                <a:path w="18891" h="12138">
                  <a:moveTo>
                    <a:pt x="5651" y="0"/>
                  </a:moveTo>
                  <a:lnTo>
                    <a:pt x="10379" y="1232"/>
                  </a:lnTo>
                  <a:lnTo>
                    <a:pt x="17583" y="4434"/>
                  </a:lnTo>
                  <a:lnTo>
                    <a:pt x="18711" y="6944"/>
                  </a:lnTo>
                  <a:lnTo>
                    <a:pt x="18891" y="10172"/>
                  </a:lnTo>
                  <a:lnTo>
                    <a:pt x="18330" y="12138"/>
                  </a:lnTo>
                  <a:lnTo>
                    <a:pt x="15569" y="7718"/>
                  </a:lnTo>
                  <a:lnTo>
                    <a:pt x="10003" y="5608"/>
                  </a:lnTo>
                  <a:lnTo>
                    <a:pt x="4717" y="7384"/>
                  </a:lnTo>
                  <a:lnTo>
                    <a:pt x="1075" y="6467"/>
                  </a:lnTo>
                  <a:lnTo>
                    <a:pt x="0" y="323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h2522"/>
            <p:cNvSpPr/>
            <p:nvPr/>
          </p:nvSpPr>
          <p:spPr>
            <a:xfrm>
              <a:off x="2905894" y="3149478"/>
              <a:ext cx="7027" cy="6462"/>
            </a:xfrm>
            <a:custGeom>
              <a:avLst/>
              <a:pathLst>
                <a:path w="7027" h="6462">
                  <a:moveTo>
                    <a:pt x="4449" y="247"/>
                  </a:moveTo>
                  <a:lnTo>
                    <a:pt x="7027" y="3352"/>
                  </a:lnTo>
                  <a:lnTo>
                    <a:pt x="6096" y="4745"/>
                  </a:lnTo>
                  <a:lnTo>
                    <a:pt x="2963" y="6097"/>
                  </a:lnTo>
                  <a:lnTo>
                    <a:pt x="2298" y="6462"/>
                  </a:lnTo>
                  <a:lnTo>
                    <a:pt x="0" y="4732"/>
                  </a:lnTo>
                  <a:lnTo>
                    <a:pt x="2651" y="189"/>
                  </a:lnTo>
                  <a:lnTo>
                    <a:pt x="271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h2523"/>
            <p:cNvSpPr/>
            <p:nvPr/>
          </p:nvSpPr>
          <p:spPr>
            <a:xfrm>
              <a:off x="2975524" y="3000138"/>
              <a:ext cx="43541" cy="52047"/>
            </a:xfrm>
            <a:custGeom>
              <a:avLst/>
              <a:pathLst>
                <a:path w="43541" h="52047">
                  <a:moveTo>
                    <a:pt x="37742" y="12015"/>
                  </a:moveTo>
                  <a:lnTo>
                    <a:pt x="42698" y="22468"/>
                  </a:lnTo>
                  <a:lnTo>
                    <a:pt x="43541" y="25181"/>
                  </a:lnTo>
                  <a:lnTo>
                    <a:pt x="43358" y="28215"/>
                  </a:lnTo>
                  <a:lnTo>
                    <a:pt x="37875" y="25530"/>
                  </a:lnTo>
                  <a:lnTo>
                    <a:pt x="31339" y="28600"/>
                  </a:lnTo>
                  <a:lnTo>
                    <a:pt x="28691" y="34440"/>
                  </a:lnTo>
                  <a:lnTo>
                    <a:pt x="24836" y="40214"/>
                  </a:lnTo>
                  <a:lnTo>
                    <a:pt x="17442" y="40499"/>
                  </a:lnTo>
                  <a:lnTo>
                    <a:pt x="17091" y="42931"/>
                  </a:lnTo>
                  <a:lnTo>
                    <a:pt x="14549" y="45266"/>
                  </a:lnTo>
                  <a:lnTo>
                    <a:pt x="12534" y="44565"/>
                  </a:lnTo>
                  <a:lnTo>
                    <a:pt x="9989" y="45915"/>
                  </a:lnTo>
                  <a:lnTo>
                    <a:pt x="9577" y="48606"/>
                  </a:lnTo>
                  <a:lnTo>
                    <a:pt x="12098" y="51278"/>
                  </a:lnTo>
                  <a:lnTo>
                    <a:pt x="10756" y="52047"/>
                  </a:lnTo>
                  <a:lnTo>
                    <a:pt x="8346" y="50265"/>
                  </a:lnTo>
                  <a:lnTo>
                    <a:pt x="6851" y="48050"/>
                  </a:lnTo>
                  <a:lnTo>
                    <a:pt x="419" y="46884"/>
                  </a:lnTo>
                  <a:lnTo>
                    <a:pt x="0" y="42140"/>
                  </a:lnTo>
                  <a:lnTo>
                    <a:pt x="2541" y="35275"/>
                  </a:lnTo>
                  <a:lnTo>
                    <a:pt x="5093" y="31002"/>
                  </a:lnTo>
                  <a:lnTo>
                    <a:pt x="3182" y="27917"/>
                  </a:lnTo>
                  <a:lnTo>
                    <a:pt x="4804" y="27952"/>
                  </a:lnTo>
                  <a:lnTo>
                    <a:pt x="10385" y="25542"/>
                  </a:lnTo>
                  <a:lnTo>
                    <a:pt x="10655" y="24890"/>
                  </a:lnTo>
                  <a:lnTo>
                    <a:pt x="9790" y="23959"/>
                  </a:lnTo>
                  <a:lnTo>
                    <a:pt x="12834" y="23002"/>
                  </a:lnTo>
                  <a:lnTo>
                    <a:pt x="17111" y="19230"/>
                  </a:lnTo>
                  <a:lnTo>
                    <a:pt x="21163" y="17675"/>
                  </a:lnTo>
                  <a:lnTo>
                    <a:pt x="24015" y="12775"/>
                  </a:lnTo>
                  <a:lnTo>
                    <a:pt x="26460" y="7732"/>
                  </a:lnTo>
                  <a:lnTo>
                    <a:pt x="2744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h2524"/>
            <p:cNvSpPr/>
            <p:nvPr/>
          </p:nvSpPr>
          <p:spPr>
            <a:xfrm>
              <a:off x="2955864" y="3030344"/>
              <a:ext cx="20080" cy="18036"/>
            </a:xfrm>
            <a:custGeom>
              <a:avLst/>
              <a:pathLst>
                <a:path w="20080" h="18036">
                  <a:moveTo>
                    <a:pt x="6290" y="2117"/>
                  </a:moveTo>
                  <a:lnTo>
                    <a:pt x="10521" y="4210"/>
                  </a:lnTo>
                  <a:lnTo>
                    <a:pt x="14761" y="7739"/>
                  </a:lnTo>
                  <a:lnTo>
                    <a:pt x="15014" y="10904"/>
                  </a:lnTo>
                  <a:lnTo>
                    <a:pt x="17892" y="13242"/>
                  </a:lnTo>
                  <a:lnTo>
                    <a:pt x="19660" y="11934"/>
                  </a:lnTo>
                  <a:lnTo>
                    <a:pt x="20080" y="16678"/>
                  </a:lnTo>
                  <a:lnTo>
                    <a:pt x="18883" y="18036"/>
                  </a:lnTo>
                  <a:lnTo>
                    <a:pt x="14606" y="16847"/>
                  </a:lnTo>
                  <a:lnTo>
                    <a:pt x="9393" y="13895"/>
                  </a:lnTo>
                  <a:lnTo>
                    <a:pt x="9159" y="13007"/>
                  </a:lnTo>
                  <a:lnTo>
                    <a:pt x="0" y="9548"/>
                  </a:lnTo>
                  <a:lnTo>
                    <a:pt x="247" y="5851"/>
                  </a:lnTo>
                  <a:lnTo>
                    <a:pt x="2912" y="5194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h2525"/>
            <p:cNvSpPr/>
            <p:nvPr/>
          </p:nvSpPr>
          <p:spPr>
            <a:xfrm>
              <a:off x="2922880" y="3106149"/>
              <a:ext cx="16786" cy="9521"/>
            </a:xfrm>
            <a:custGeom>
              <a:avLst/>
              <a:pathLst>
                <a:path w="16786" h="9521">
                  <a:moveTo>
                    <a:pt x="10260" y="0"/>
                  </a:moveTo>
                  <a:lnTo>
                    <a:pt x="16786" y="2889"/>
                  </a:lnTo>
                  <a:lnTo>
                    <a:pt x="15510" y="5281"/>
                  </a:lnTo>
                  <a:lnTo>
                    <a:pt x="10992" y="7896"/>
                  </a:lnTo>
                  <a:lnTo>
                    <a:pt x="10926" y="8979"/>
                  </a:lnTo>
                  <a:lnTo>
                    <a:pt x="3523" y="9521"/>
                  </a:lnTo>
                  <a:lnTo>
                    <a:pt x="656" y="8155"/>
                  </a:lnTo>
                  <a:lnTo>
                    <a:pt x="0" y="5203"/>
                  </a:lnTo>
                  <a:lnTo>
                    <a:pt x="7290" y="121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h2526"/>
            <p:cNvSpPr/>
            <p:nvPr/>
          </p:nvSpPr>
          <p:spPr>
            <a:xfrm>
              <a:off x="2992465" y="3114637"/>
              <a:ext cx="20441" cy="13692"/>
            </a:xfrm>
            <a:custGeom>
              <a:avLst/>
              <a:pathLst>
                <a:path w="20441" h="13692">
                  <a:moveTo>
                    <a:pt x="11425" y="180"/>
                  </a:moveTo>
                  <a:lnTo>
                    <a:pt x="12930" y="1715"/>
                  </a:lnTo>
                  <a:lnTo>
                    <a:pt x="14526" y="1033"/>
                  </a:lnTo>
                  <a:lnTo>
                    <a:pt x="19764" y="268"/>
                  </a:lnTo>
                  <a:lnTo>
                    <a:pt x="20441" y="2653"/>
                  </a:lnTo>
                  <a:lnTo>
                    <a:pt x="19766" y="8072"/>
                  </a:lnTo>
                  <a:lnTo>
                    <a:pt x="17565" y="7126"/>
                  </a:lnTo>
                  <a:lnTo>
                    <a:pt x="11166" y="10020"/>
                  </a:lnTo>
                  <a:lnTo>
                    <a:pt x="11325" y="11270"/>
                  </a:lnTo>
                  <a:lnTo>
                    <a:pt x="13638" y="12363"/>
                  </a:lnTo>
                  <a:lnTo>
                    <a:pt x="4510" y="13692"/>
                  </a:lnTo>
                  <a:lnTo>
                    <a:pt x="3943" y="10060"/>
                  </a:lnTo>
                  <a:lnTo>
                    <a:pt x="4694" y="8790"/>
                  </a:lnTo>
                  <a:lnTo>
                    <a:pt x="4348" y="5037"/>
                  </a:lnTo>
                  <a:lnTo>
                    <a:pt x="3342" y="4333"/>
                  </a:lnTo>
                  <a:lnTo>
                    <a:pt x="1385" y="4801"/>
                  </a:lnTo>
                  <a:lnTo>
                    <a:pt x="0" y="2446"/>
                  </a:lnTo>
                  <a:lnTo>
                    <a:pt x="328" y="1026"/>
                  </a:lnTo>
                  <a:lnTo>
                    <a:pt x="939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h2527"/>
            <p:cNvSpPr/>
            <p:nvPr/>
          </p:nvSpPr>
          <p:spPr>
            <a:xfrm>
              <a:off x="2906118" y="3151860"/>
              <a:ext cx="17540" cy="21018"/>
            </a:xfrm>
            <a:custGeom>
              <a:avLst/>
              <a:pathLst>
                <a:path w="17540" h="21018">
                  <a:moveTo>
                    <a:pt x="17540" y="1398"/>
                  </a:moveTo>
                  <a:lnTo>
                    <a:pt x="15283" y="4384"/>
                  </a:lnTo>
                  <a:lnTo>
                    <a:pt x="16182" y="5262"/>
                  </a:lnTo>
                  <a:lnTo>
                    <a:pt x="16648" y="9326"/>
                  </a:lnTo>
                  <a:lnTo>
                    <a:pt x="13816" y="16526"/>
                  </a:lnTo>
                  <a:lnTo>
                    <a:pt x="13557" y="18795"/>
                  </a:lnTo>
                  <a:lnTo>
                    <a:pt x="14523" y="19486"/>
                  </a:lnTo>
                  <a:lnTo>
                    <a:pt x="9786" y="21018"/>
                  </a:lnTo>
                  <a:lnTo>
                    <a:pt x="8647" y="18540"/>
                  </a:lnTo>
                  <a:lnTo>
                    <a:pt x="5909" y="15733"/>
                  </a:lnTo>
                  <a:lnTo>
                    <a:pt x="2511" y="15994"/>
                  </a:lnTo>
                  <a:lnTo>
                    <a:pt x="759" y="14393"/>
                  </a:lnTo>
                  <a:lnTo>
                    <a:pt x="0" y="10426"/>
                  </a:lnTo>
                  <a:lnTo>
                    <a:pt x="2075" y="4080"/>
                  </a:lnTo>
                  <a:lnTo>
                    <a:pt x="2740" y="3715"/>
                  </a:lnTo>
                  <a:lnTo>
                    <a:pt x="9149" y="2511"/>
                  </a:lnTo>
                  <a:lnTo>
                    <a:pt x="1524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h2528"/>
            <p:cNvSpPr/>
            <p:nvPr/>
          </p:nvSpPr>
          <p:spPr>
            <a:xfrm>
              <a:off x="3283312" y="3227136"/>
              <a:ext cx="22050" cy="27203"/>
            </a:xfrm>
            <a:custGeom>
              <a:avLst/>
              <a:pathLst>
                <a:path w="22050" h="27203">
                  <a:moveTo>
                    <a:pt x="13940" y="3247"/>
                  </a:moveTo>
                  <a:lnTo>
                    <a:pt x="10846" y="4440"/>
                  </a:lnTo>
                  <a:lnTo>
                    <a:pt x="12238" y="6023"/>
                  </a:lnTo>
                  <a:lnTo>
                    <a:pt x="15982" y="5485"/>
                  </a:lnTo>
                  <a:lnTo>
                    <a:pt x="19102" y="6832"/>
                  </a:lnTo>
                  <a:lnTo>
                    <a:pt x="19066" y="11706"/>
                  </a:lnTo>
                  <a:lnTo>
                    <a:pt x="22050" y="13351"/>
                  </a:lnTo>
                  <a:lnTo>
                    <a:pt x="19637" y="19701"/>
                  </a:lnTo>
                  <a:lnTo>
                    <a:pt x="15993" y="25823"/>
                  </a:lnTo>
                  <a:lnTo>
                    <a:pt x="13987" y="27203"/>
                  </a:lnTo>
                  <a:lnTo>
                    <a:pt x="3075" y="24428"/>
                  </a:lnTo>
                  <a:lnTo>
                    <a:pt x="3262" y="22610"/>
                  </a:lnTo>
                  <a:lnTo>
                    <a:pt x="0" y="15021"/>
                  </a:lnTo>
                  <a:lnTo>
                    <a:pt x="3930" y="11719"/>
                  </a:lnTo>
                  <a:lnTo>
                    <a:pt x="6326" y="6188"/>
                  </a:lnTo>
                  <a:lnTo>
                    <a:pt x="6355" y="5262"/>
                  </a:lnTo>
                  <a:lnTo>
                    <a:pt x="3922" y="4417"/>
                  </a:lnTo>
                  <a:lnTo>
                    <a:pt x="5816" y="2673"/>
                  </a:lnTo>
                  <a:lnTo>
                    <a:pt x="703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h2529"/>
            <p:cNvSpPr/>
            <p:nvPr/>
          </p:nvSpPr>
          <p:spPr>
            <a:xfrm>
              <a:off x="2945171" y="3169331"/>
              <a:ext cx="13719" cy="12730"/>
            </a:xfrm>
            <a:custGeom>
              <a:avLst/>
              <a:pathLst>
                <a:path w="13719" h="12730">
                  <a:moveTo>
                    <a:pt x="11268" y="406"/>
                  </a:moveTo>
                  <a:lnTo>
                    <a:pt x="12992" y="4795"/>
                  </a:lnTo>
                  <a:lnTo>
                    <a:pt x="13719" y="9847"/>
                  </a:lnTo>
                  <a:lnTo>
                    <a:pt x="12949" y="11415"/>
                  </a:lnTo>
                  <a:lnTo>
                    <a:pt x="8547" y="12730"/>
                  </a:lnTo>
                  <a:lnTo>
                    <a:pt x="2328" y="10998"/>
                  </a:lnTo>
                  <a:lnTo>
                    <a:pt x="0" y="8812"/>
                  </a:lnTo>
                  <a:lnTo>
                    <a:pt x="6340" y="4950"/>
                  </a:lnTo>
                  <a:lnTo>
                    <a:pt x="8282" y="2780"/>
                  </a:lnTo>
                  <a:lnTo>
                    <a:pt x="10498" y="2279"/>
                  </a:lnTo>
                  <a:lnTo>
                    <a:pt x="7821" y="736"/>
                  </a:lnTo>
                  <a:lnTo>
                    <a:pt x="1008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h2530"/>
            <p:cNvSpPr/>
            <p:nvPr/>
          </p:nvSpPr>
          <p:spPr>
            <a:xfrm>
              <a:off x="3089323" y="3162702"/>
              <a:ext cx="23727" cy="24860"/>
            </a:xfrm>
            <a:custGeom>
              <a:avLst/>
              <a:pathLst>
                <a:path w="23727" h="24860">
                  <a:moveTo>
                    <a:pt x="7137" y="0"/>
                  </a:moveTo>
                  <a:lnTo>
                    <a:pt x="7861" y="310"/>
                  </a:lnTo>
                  <a:lnTo>
                    <a:pt x="10630" y="2307"/>
                  </a:lnTo>
                  <a:lnTo>
                    <a:pt x="13006" y="9808"/>
                  </a:lnTo>
                  <a:lnTo>
                    <a:pt x="16652" y="13166"/>
                  </a:lnTo>
                  <a:lnTo>
                    <a:pt x="15789" y="14359"/>
                  </a:lnTo>
                  <a:lnTo>
                    <a:pt x="16744" y="15545"/>
                  </a:lnTo>
                  <a:lnTo>
                    <a:pt x="20969" y="15708"/>
                  </a:lnTo>
                  <a:lnTo>
                    <a:pt x="22043" y="17063"/>
                  </a:lnTo>
                  <a:lnTo>
                    <a:pt x="23727" y="19920"/>
                  </a:lnTo>
                  <a:lnTo>
                    <a:pt x="23079" y="21502"/>
                  </a:lnTo>
                  <a:lnTo>
                    <a:pt x="21773" y="22632"/>
                  </a:lnTo>
                  <a:lnTo>
                    <a:pt x="18564" y="22086"/>
                  </a:lnTo>
                  <a:lnTo>
                    <a:pt x="14657" y="24860"/>
                  </a:lnTo>
                  <a:lnTo>
                    <a:pt x="11982" y="24811"/>
                  </a:lnTo>
                  <a:lnTo>
                    <a:pt x="8452" y="22861"/>
                  </a:lnTo>
                  <a:lnTo>
                    <a:pt x="7537" y="20306"/>
                  </a:lnTo>
                  <a:lnTo>
                    <a:pt x="8240" y="15800"/>
                  </a:lnTo>
                  <a:lnTo>
                    <a:pt x="0" y="7538"/>
                  </a:lnTo>
                  <a:lnTo>
                    <a:pt x="1160" y="4043"/>
                  </a:lnTo>
                  <a:lnTo>
                    <a:pt x="2720" y="197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h2531"/>
            <p:cNvSpPr/>
            <p:nvPr/>
          </p:nvSpPr>
          <p:spPr>
            <a:xfrm>
              <a:off x="2847581" y="2935274"/>
              <a:ext cx="24070" cy="32326"/>
            </a:xfrm>
            <a:custGeom>
              <a:avLst/>
              <a:pathLst>
                <a:path w="24070" h="32326">
                  <a:moveTo>
                    <a:pt x="6819" y="584"/>
                  </a:moveTo>
                  <a:lnTo>
                    <a:pt x="8161" y="3266"/>
                  </a:lnTo>
                  <a:lnTo>
                    <a:pt x="14572" y="6197"/>
                  </a:lnTo>
                  <a:lnTo>
                    <a:pt x="13621" y="8933"/>
                  </a:lnTo>
                  <a:lnTo>
                    <a:pt x="17415" y="13194"/>
                  </a:lnTo>
                  <a:lnTo>
                    <a:pt x="19270" y="14063"/>
                  </a:lnTo>
                  <a:lnTo>
                    <a:pt x="21225" y="13174"/>
                  </a:lnTo>
                  <a:lnTo>
                    <a:pt x="23762" y="13579"/>
                  </a:lnTo>
                  <a:lnTo>
                    <a:pt x="20491" y="19398"/>
                  </a:lnTo>
                  <a:lnTo>
                    <a:pt x="19768" y="23625"/>
                  </a:lnTo>
                  <a:lnTo>
                    <a:pt x="20744" y="24896"/>
                  </a:lnTo>
                  <a:lnTo>
                    <a:pt x="22383" y="25166"/>
                  </a:lnTo>
                  <a:lnTo>
                    <a:pt x="23137" y="24534"/>
                  </a:lnTo>
                  <a:lnTo>
                    <a:pt x="24070" y="27590"/>
                  </a:lnTo>
                  <a:lnTo>
                    <a:pt x="19664" y="30751"/>
                  </a:lnTo>
                  <a:lnTo>
                    <a:pt x="18165" y="32282"/>
                  </a:lnTo>
                  <a:lnTo>
                    <a:pt x="16753" y="32326"/>
                  </a:lnTo>
                  <a:lnTo>
                    <a:pt x="14244" y="28158"/>
                  </a:lnTo>
                  <a:lnTo>
                    <a:pt x="12038" y="27930"/>
                  </a:lnTo>
                  <a:lnTo>
                    <a:pt x="11054" y="25423"/>
                  </a:lnTo>
                  <a:lnTo>
                    <a:pt x="11239" y="19652"/>
                  </a:lnTo>
                  <a:lnTo>
                    <a:pt x="10322" y="17486"/>
                  </a:lnTo>
                  <a:lnTo>
                    <a:pt x="6711" y="16892"/>
                  </a:lnTo>
                  <a:lnTo>
                    <a:pt x="2852" y="13225"/>
                  </a:lnTo>
                  <a:lnTo>
                    <a:pt x="2409" y="10477"/>
                  </a:lnTo>
                  <a:lnTo>
                    <a:pt x="0" y="10257"/>
                  </a:lnTo>
                  <a:lnTo>
                    <a:pt x="1931" y="4871"/>
                  </a:lnTo>
                  <a:lnTo>
                    <a:pt x="3633" y="833"/>
                  </a:lnTo>
                  <a:lnTo>
                    <a:pt x="458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h2532"/>
            <p:cNvSpPr/>
            <p:nvPr/>
          </p:nvSpPr>
          <p:spPr>
            <a:xfrm>
              <a:off x="3054292" y="3192990"/>
              <a:ext cx="52025" cy="40462"/>
            </a:xfrm>
            <a:custGeom>
              <a:avLst/>
              <a:pathLst>
                <a:path w="52025" h="40462">
                  <a:moveTo>
                    <a:pt x="33862" y="394"/>
                  </a:moveTo>
                  <a:lnTo>
                    <a:pt x="36193" y="3009"/>
                  </a:lnTo>
                  <a:lnTo>
                    <a:pt x="34972" y="6977"/>
                  </a:lnTo>
                  <a:lnTo>
                    <a:pt x="37026" y="7377"/>
                  </a:lnTo>
                  <a:lnTo>
                    <a:pt x="40523" y="7597"/>
                  </a:lnTo>
                  <a:lnTo>
                    <a:pt x="48845" y="5545"/>
                  </a:lnTo>
                  <a:lnTo>
                    <a:pt x="50027" y="3355"/>
                  </a:lnTo>
                  <a:lnTo>
                    <a:pt x="50251" y="10988"/>
                  </a:lnTo>
                  <a:lnTo>
                    <a:pt x="52025" y="14466"/>
                  </a:lnTo>
                  <a:lnTo>
                    <a:pt x="49512" y="12757"/>
                  </a:lnTo>
                  <a:lnTo>
                    <a:pt x="42753" y="12439"/>
                  </a:lnTo>
                  <a:lnTo>
                    <a:pt x="41469" y="14287"/>
                  </a:lnTo>
                  <a:lnTo>
                    <a:pt x="42238" y="16967"/>
                  </a:lnTo>
                  <a:lnTo>
                    <a:pt x="41801" y="18511"/>
                  </a:lnTo>
                  <a:lnTo>
                    <a:pt x="37882" y="20296"/>
                  </a:lnTo>
                  <a:lnTo>
                    <a:pt x="35174" y="20120"/>
                  </a:lnTo>
                  <a:lnTo>
                    <a:pt x="33842" y="20810"/>
                  </a:lnTo>
                  <a:lnTo>
                    <a:pt x="33347" y="21642"/>
                  </a:lnTo>
                  <a:lnTo>
                    <a:pt x="34135" y="23674"/>
                  </a:lnTo>
                  <a:lnTo>
                    <a:pt x="33185" y="24215"/>
                  </a:lnTo>
                  <a:lnTo>
                    <a:pt x="29660" y="23739"/>
                  </a:lnTo>
                  <a:lnTo>
                    <a:pt x="28484" y="24962"/>
                  </a:lnTo>
                  <a:lnTo>
                    <a:pt x="24384" y="23940"/>
                  </a:lnTo>
                  <a:lnTo>
                    <a:pt x="24020" y="25618"/>
                  </a:lnTo>
                  <a:lnTo>
                    <a:pt x="25880" y="30952"/>
                  </a:lnTo>
                  <a:lnTo>
                    <a:pt x="25624" y="32093"/>
                  </a:lnTo>
                  <a:lnTo>
                    <a:pt x="22584" y="32822"/>
                  </a:lnTo>
                  <a:lnTo>
                    <a:pt x="21895" y="29545"/>
                  </a:lnTo>
                  <a:lnTo>
                    <a:pt x="20397" y="28652"/>
                  </a:lnTo>
                  <a:lnTo>
                    <a:pt x="18891" y="28825"/>
                  </a:lnTo>
                  <a:lnTo>
                    <a:pt x="17849" y="30277"/>
                  </a:lnTo>
                  <a:lnTo>
                    <a:pt x="17721" y="34076"/>
                  </a:lnTo>
                  <a:lnTo>
                    <a:pt x="13047" y="36242"/>
                  </a:lnTo>
                  <a:lnTo>
                    <a:pt x="9492" y="35862"/>
                  </a:lnTo>
                  <a:lnTo>
                    <a:pt x="8343" y="37334"/>
                  </a:lnTo>
                  <a:lnTo>
                    <a:pt x="8114" y="39260"/>
                  </a:lnTo>
                  <a:lnTo>
                    <a:pt x="3947" y="40462"/>
                  </a:lnTo>
                  <a:lnTo>
                    <a:pt x="1139" y="39519"/>
                  </a:lnTo>
                  <a:lnTo>
                    <a:pt x="0" y="38153"/>
                  </a:lnTo>
                  <a:lnTo>
                    <a:pt x="54" y="36119"/>
                  </a:lnTo>
                  <a:lnTo>
                    <a:pt x="2167" y="35631"/>
                  </a:lnTo>
                  <a:lnTo>
                    <a:pt x="1933" y="33455"/>
                  </a:lnTo>
                  <a:lnTo>
                    <a:pt x="1667" y="32939"/>
                  </a:lnTo>
                  <a:lnTo>
                    <a:pt x="4152" y="32430"/>
                  </a:lnTo>
                  <a:lnTo>
                    <a:pt x="6086" y="33503"/>
                  </a:lnTo>
                  <a:lnTo>
                    <a:pt x="12139" y="31914"/>
                  </a:lnTo>
                  <a:lnTo>
                    <a:pt x="14628" y="29287"/>
                  </a:lnTo>
                  <a:lnTo>
                    <a:pt x="16093" y="23890"/>
                  </a:lnTo>
                  <a:lnTo>
                    <a:pt x="11381" y="14606"/>
                  </a:lnTo>
                  <a:lnTo>
                    <a:pt x="17785" y="8092"/>
                  </a:lnTo>
                  <a:lnTo>
                    <a:pt x="20328" y="7838"/>
                  </a:lnTo>
                  <a:lnTo>
                    <a:pt x="20348" y="6190"/>
                  </a:lnTo>
                  <a:lnTo>
                    <a:pt x="23993" y="916"/>
                  </a:lnTo>
                  <a:lnTo>
                    <a:pt x="30263" y="628"/>
                  </a:lnTo>
                  <a:lnTo>
                    <a:pt x="3052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h2533"/>
            <p:cNvSpPr/>
            <p:nvPr/>
          </p:nvSpPr>
          <p:spPr>
            <a:xfrm>
              <a:off x="2840882" y="2816721"/>
              <a:ext cx="25165" cy="14383"/>
            </a:xfrm>
            <a:custGeom>
              <a:avLst/>
              <a:pathLst>
                <a:path w="25165" h="14383">
                  <a:moveTo>
                    <a:pt x="22937" y="4275"/>
                  </a:moveTo>
                  <a:lnTo>
                    <a:pt x="25012" y="986"/>
                  </a:lnTo>
                  <a:lnTo>
                    <a:pt x="25165" y="8361"/>
                  </a:lnTo>
                  <a:lnTo>
                    <a:pt x="21544" y="10090"/>
                  </a:lnTo>
                  <a:lnTo>
                    <a:pt x="17965" y="9772"/>
                  </a:lnTo>
                  <a:lnTo>
                    <a:pt x="16210" y="10650"/>
                  </a:lnTo>
                  <a:lnTo>
                    <a:pt x="14729" y="7292"/>
                  </a:lnTo>
                  <a:lnTo>
                    <a:pt x="13055" y="9171"/>
                  </a:lnTo>
                  <a:lnTo>
                    <a:pt x="14602" y="10157"/>
                  </a:lnTo>
                  <a:lnTo>
                    <a:pt x="14106" y="12296"/>
                  </a:lnTo>
                  <a:lnTo>
                    <a:pt x="9412" y="14383"/>
                  </a:lnTo>
                  <a:lnTo>
                    <a:pt x="5583" y="10883"/>
                  </a:lnTo>
                  <a:lnTo>
                    <a:pt x="1915" y="4394"/>
                  </a:lnTo>
                  <a:lnTo>
                    <a:pt x="0" y="4290"/>
                  </a:lnTo>
                  <a:lnTo>
                    <a:pt x="1767" y="312"/>
                  </a:lnTo>
                  <a:lnTo>
                    <a:pt x="2657" y="2252"/>
                  </a:lnTo>
                  <a:lnTo>
                    <a:pt x="7319" y="3598"/>
                  </a:lnTo>
                  <a:lnTo>
                    <a:pt x="11215" y="2462"/>
                  </a:lnTo>
                  <a:lnTo>
                    <a:pt x="11265" y="651"/>
                  </a:lnTo>
                  <a:lnTo>
                    <a:pt x="1278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h2534"/>
            <p:cNvSpPr/>
            <p:nvPr/>
          </p:nvSpPr>
          <p:spPr>
            <a:xfrm>
              <a:off x="2954632" y="3128091"/>
              <a:ext cx="17111" cy="23121"/>
            </a:xfrm>
            <a:custGeom>
              <a:avLst/>
              <a:pathLst>
                <a:path w="17111" h="23121">
                  <a:moveTo>
                    <a:pt x="12284" y="0"/>
                  </a:moveTo>
                  <a:lnTo>
                    <a:pt x="15365" y="2266"/>
                  </a:lnTo>
                  <a:lnTo>
                    <a:pt x="16270" y="10150"/>
                  </a:lnTo>
                  <a:lnTo>
                    <a:pt x="12832" y="12368"/>
                  </a:lnTo>
                  <a:lnTo>
                    <a:pt x="16811" y="15368"/>
                  </a:lnTo>
                  <a:lnTo>
                    <a:pt x="17111" y="18598"/>
                  </a:lnTo>
                  <a:lnTo>
                    <a:pt x="15670" y="17771"/>
                  </a:lnTo>
                  <a:lnTo>
                    <a:pt x="13619" y="20042"/>
                  </a:lnTo>
                  <a:lnTo>
                    <a:pt x="15110" y="22850"/>
                  </a:lnTo>
                  <a:lnTo>
                    <a:pt x="12218" y="22871"/>
                  </a:lnTo>
                  <a:lnTo>
                    <a:pt x="8669" y="21126"/>
                  </a:lnTo>
                  <a:lnTo>
                    <a:pt x="6778" y="23121"/>
                  </a:lnTo>
                  <a:lnTo>
                    <a:pt x="4257" y="22056"/>
                  </a:lnTo>
                  <a:lnTo>
                    <a:pt x="3946" y="21103"/>
                  </a:lnTo>
                  <a:lnTo>
                    <a:pt x="2907" y="19260"/>
                  </a:lnTo>
                  <a:lnTo>
                    <a:pt x="29" y="18237"/>
                  </a:lnTo>
                  <a:lnTo>
                    <a:pt x="0" y="16498"/>
                  </a:lnTo>
                  <a:lnTo>
                    <a:pt x="1345" y="14298"/>
                  </a:lnTo>
                  <a:lnTo>
                    <a:pt x="8730" y="11350"/>
                  </a:lnTo>
                  <a:lnTo>
                    <a:pt x="9165" y="9947"/>
                  </a:lnTo>
                  <a:lnTo>
                    <a:pt x="6456" y="6765"/>
                  </a:lnTo>
                  <a:lnTo>
                    <a:pt x="9847" y="50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h2535"/>
            <p:cNvSpPr/>
            <p:nvPr/>
          </p:nvSpPr>
          <p:spPr>
            <a:xfrm>
              <a:off x="2962154" y="3029110"/>
              <a:ext cx="6271" cy="5443"/>
            </a:xfrm>
            <a:custGeom>
              <a:avLst/>
              <a:pathLst>
                <a:path w="6271" h="5443">
                  <a:moveTo>
                    <a:pt x="3598" y="0"/>
                  </a:moveTo>
                  <a:lnTo>
                    <a:pt x="6271" y="1962"/>
                  </a:lnTo>
                  <a:lnTo>
                    <a:pt x="4231" y="5443"/>
                  </a:lnTo>
                  <a:lnTo>
                    <a:pt x="0" y="3351"/>
                  </a:lnTo>
                  <a:lnTo>
                    <a:pt x="983" y="85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h2536"/>
            <p:cNvSpPr/>
            <p:nvPr/>
          </p:nvSpPr>
          <p:spPr>
            <a:xfrm>
              <a:off x="2933059" y="3041659"/>
              <a:ext cx="13263" cy="15415"/>
            </a:xfrm>
            <a:custGeom>
              <a:avLst/>
              <a:pathLst>
                <a:path w="13263" h="15415">
                  <a:moveTo>
                    <a:pt x="8295" y="0"/>
                  </a:moveTo>
                  <a:lnTo>
                    <a:pt x="12273" y="982"/>
                  </a:lnTo>
                  <a:lnTo>
                    <a:pt x="13263" y="6029"/>
                  </a:lnTo>
                  <a:lnTo>
                    <a:pt x="11260" y="13512"/>
                  </a:lnTo>
                  <a:lnTo>
                    <a:pt x="9095" y="15415"/>
                  </a:lnTo>
                  <a:lnTo>
                    <a:pt x="4603" y="14525"/>
                  </a:lnTo>
                  <a:lnTo>
                    <a:pt x="1480" y="12528"/>
                  </a:lnTo>
                  <a:lnTo>
                    <a:pt x="0" y="12789"/>
                  </a:lnTo>
                  <a:lnTo>
                    <a:pt x="423" y="10467"/>
                  </a:lnTo>
                  <a:lnTo>
                    <a:pt x="1548" y="9920"/>
                  </a:lnTo>
                  <a:lnTo>
                    <a:pt x="1431" y="556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h2537"/>
            <p:cNvSpPr/>
            <p:nvPr/>
          </p:nvSpPr>
          <p:spPr>
            <a:xfrm>
              <a:off x="3171016" y="3225432"/>
              <a:ext cx="52324" cy="28797"/>
            </a:xfrm>
            <a:custGeom>
              <a:avLst/>
              <a:pathLst>
                <a:path w="52324" h="28797">
                  <a:moveTo>
                    <a:pt x="33625" y="2132"/>
                  </a:moveTo>
                  <a:lnTo>
                    <a:pt x="34054" y="4875"/>
                  </a:lnTo>
                  <a:lnTo>
                    <a:pt x="40352" y="0"/>
                  </a:lnTo>
                  <a:lnTo>
                    <a:pt x="42226" y="755"/>
                  </a:lnTo>
                  <a:lnTo>
                    <a:pt x="45405" y="3300"/>
                  </a:lnTo>
                  <a:lnTo>
                    <a:pt x="48787" y="9539"/>
                  </a:lnTo>
                  <a:lnTo>
                    <a:pt x="50691" y="11142"/>
                  </a:lnTo>
                  <a:lnTo>
                    <a:pt x="49275" y="13522"/>
                  </a:lnTo>
                  <a:lnTo>
                    <a:pt x="52324" y="18805"/>
                  </a:lnTo>
                  <a:lnTo>
                    <a:pt x="46662" y="18978"/>
                  </a:lnTo>
                  <a:lnTo>
                    <a:pt x="44684" y="22138"/>
                  </a:lnTo>
                  <a:lnTo>
                    <a:pt x="45424" y="23667"/>
                  </a:lnTo>
                  <a:lnTo>
                    <a:pt x="47489" y="24475"/>
                  </a:lnTo>
                  <a:lnTo>
                    <a:pt x="42691" y="28797"/>
                  </a:lnTo>
                  <a:lnTo>
                    <a:pt x="32930" y="28161"/>
                  </a:lnTo>
                  <a:lnTo>
                    <a:pt x="32491" y="26281"/>
                  </a:lnTo>
                  <a:lnTo>
                    <a:pt x="26267" y="22640"/>
                  </a:lnTo>
                  <a:lnTo>
                    <a:pt x="21412" y="23080"/>
                  </a:lnTo>
                  <a:lnTo>
                    <a:pt x="19307" y="25143"/>
                  </a:lnTo>
                  <a:lnTo>
                    <a:pt x="15511" y="27208"/>
                  </a:lnTo>
                  <a:lnTo>
                    <a:pt x="12522" y="25426"/>
                  </a:lnTo>
                  <a:lnTo>
                    <a:pt x="12385" y="22390"/>
                  </a:lnTo>
                  <a:lnTo>
                    <a:pt x="8898" y="22017"/>
                  </a:lnTo>
                  <a:lnTo>
                    <a:pt x="0" y="4260"/>
                  </a:lnTo>
                  <a:lnTo>
                    <a:pt x="3466" y="5498"/>
                  </a:lnTo>
                  <a:lnTo>
                    <a:pt x="8729" y="10667"/>
                  </a:lnTo>
                  <a:lnTo>
                    <a:pt x="12570" y="9528"/>
                  </a:lnTo>
                  <a:lnTo>
                    <a:pt x="17448" y="2129"/>
                  </a:lnTo>
                  <a:lnTo>
                    <a:pt x="24704" y="472"/>
                  </a:lnTo>
                  <a:lnTo>
                    <a:pt x="29872" y="238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h2538"/>
            <p:cNvSpPr/>
            <p:nvPr/>
          </p:nvSpPr>
          <p:spPr>
            <a:xfrm>
              <a:off x="3242995" y="3239849"/>
              <a:ext cx="5182" cy="7415"/>
            </a:xfrm>
            <a:custGeom>
              <a:avLst/>
              <a:pathLst>
                <a:path w="5182" h="7415">
                  <a:moveTo>
                    <a:pt x="5073" y="6037"/>
                  </a:moveTo>
                  <a:lnTo>
                    <a:pt x="2370" y="7415"/>
                  </a:lnTo>
                  <a:lnTo>
                    <a:pt x="271" y="4821"/>
                  </a:lnTo>
                  <a:lnTo>
                    <a:pt x="0" y="2213"/>
                  </a:lnTo>
                  <a:lnTo>
                    <a:pt x="59" y="1908"/>
                  </a:lnTo>
                  <a:lnTo>
                    <a:pt x="73" y="1704"/>
                  </a:lnTo>
                  <a:lnTo>
                    <a:pt x="518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h2539"/>
            <p:cNvSpPr/>
            <p:nvPr/>
          </p:nvSpPr>
          <p:spPr>
            <a:xfrm>
              <a:off x="2913672" y="3117324"/>
              <a:ext cx="24214" cy="18404"/>
            </a:xfrm>
            <a:custGeom>
              <a:avLst/>
              <a:pathLst>
                <a:path w="24214" h="18404">
                  <a:moveTo>
                    <a:pt x="14376" y="5450"/>
                  </a:moveTo>
                  <a:lnTo>
                    <a:pt x="21885" y="8016"/>
                  </a:lnTo>
                  <a:lnTo>
                    <a:pt x="18992" y="10612"/>
                  </a:lnTo>
                  <a:lnTo>
                    <a:pt x="19893" y="13453"/>
                  </a:lnTo>
                  <a:lnTo>
                    <a:pt x="23319" y="14914"/>
                  </a:lnTo>
                  <a:lnTo>
                    <a:pt x="24154" y="16648"/>
                  </a:lnTo>
                  <a:lnTo>
                    <a:pt x="24214" y="17237"/>
                  </a:lnTo>
                  <a:lnTo>
                    <a:pt x="21932" y="18404"/>
                  </a:lnTo>
                  <a:lnTo>
                    <a:pt x="20804" y="15893"/>
                  </a:lnTo>
                  <a:lnTo>
                    <a:pt x="13601" y="12692"/>
                  </a:lnTo>
                  <a:lnTo>
                    <a:pt x="8872" y="11459"/>
                  </a:lnTo>
                  <a:lnTo>
                    <a:pt x="3221" y="14694"/>
                  </a:lnTo>
                  <a:lnTo>
                    <a:pt x="0" y="7845"/>
                  </a:lnTo>
                  <a:lnTo>
                    <a:pt x="1114" y="3668"/>
                  </a:lnTo>
                  <a:lnTo>
                    <a:pt x="1321" y="3459"/>
                  </a:lnTo>
                  <a:lnTo>
                    <a:pt x="4528" y="1330"/>
                  </a:lnTo>
                  <a:lnTo>
                    <a:pt x="7856" y="1124"/>
                  </a:lnTo>
                  <a:lnTo>
                    <a:pt x="1024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h2540"/>
            <p:cNvSpPr/>
            <p:nvPr/>
          </p:nvSpPr>
          <p:spPr>
            <a:xfrm>
              <a:off x="3243961" y="3223795"/>
              <a:ext cx="33502" cy="35405"/>
            </a:xfrm>
            <a:custGeom>
              <a:avLst/>
              <a:pathLst>
                <a:path w="33502" h="35405">
                  <a:moveTo>
                    <a:pt x="18756" y="0"/>
                  </a:moveTo>
                  <a:lnTo>
                    <a:pt x="20338" y="515"/>
                  </a:lnTo>
                  <a:lnTo>
                    <a:pt x="20540" y="2700"/>
                  </a:lnTo>
                  <a:lnTo>
                    <a:pt x="23197" y="3225"/>
                  </a:lnTo>
                  <a:lnTo>
                    <a:pt x="26288" y="2481"/>
                  </a:lnTo>
                  <a:lnTo>
                    <a:pt x="29619" y="2865"/>
                  </a:lnTo>
                  <a:lnTo>
                    <a:pt x="30821" y="4747"/>
                  </a:lnTo>
                  <a:lnTo>
                    <a:pt x="32160" y="3996"/>
                  </a:lnTo>
                  <a:lnTo>
                    <a:pt x="33502" y="8219"/>
                  </a:lnTo>
                  <a:lnTo>
                    <a:pt x="32720" y="9968"/>
                  </a:lnTo>
                  <a:lnTo>
                    <a:pt x="28118" y="13368"/>
                  </a:lnTo>
                  <a:lnTo>
                    <a:pt x="24904" y="14630"/>
                  </a:lnTo>
                  <a:lnTo>
                    <a:pt x="23417" y="13967"/>
                  </a:lnTo>
                  <a:lnTo>
                    <a:pt x="22647" y="11938"/>
                  </a:lnTo>
                  <a:lnTo>
                    <a:pt x="23515" y="10371"/>
                  </a:lnTo>
                  <a:lnTo>
                    <a:pt x="20820" y="8450"/>
                  </a:lnTo>
                  <a:lnTo>
                    <a:pt x="16410" y="8413"/>
                  </a:lnTo>
                  <a:lnTo>
                    <a:pt x="13918" y="5463"/>
                  </a:lnTo>
                  <a:lnTo>
                    <a:pt x="12711" y="7260"/>
                  </a:lnTo>
                  <a:lnTo>
                    <a:pt x="13959" y="10840"/>
                  </a:lnTo>
                  <a:lnTo>
                    <a:pt x="13696" y="11063"/>
                  </a:lnTo>
                  <a:lnTo>
                    <a:pt x="14218" y="13339"/>
                  </a:lnTo>
                  <a:lnTo>
                    <a:pt x="17167" y="14253"/>
                  </a:lnTo>
                  <a:lnTo>
                    <a:pt x="12612" y="16933"/>
                  </a:lnTo>
                  <a:lnTo>
                    <a:pt x="11192" y="20252"/>
                  </a:lnTo>
                  <a:lnTo>
                    <a:pt x="13558" y="22330"/>
                  </a:lnTo>
                  <a:lnTo>
                    <a:pt x="15487" y="22919"/>
                  </a:lnTo>
                  <a:lnTo>
                    <a:pt x="15462" y="25509"/>
                  </a:lnTo>
                  <a:lnTo>
                    <a:pt x="13223" y="31303"/>
                  </a:lnTo>
                  <a:lnTo>
                    <a:pt x="8608" y="32671"/>
                  </a:lnTo>
                  <a:lnTo>
                    <a:pt x="5755" y="35405"/>
                  </a:lnTo>
                  <a:lnTo>
                    <a:pt x="2749" y="35134"/>
                  </a:lnTo>
                  <a:lnTo>
                    <a:pt x="214" y="33449"/>
                  </a:lnTo>
                  <a:lnTo>
                    <a:pt x="0" y="29351"/>
                  </a:lnTo>
                  <a:lnTo>
                    <a:pt x="2062" y="24306"/>
                  </a:lnTo>
                  <a:lnTo>
                    <a:pt x="8475" y="28231"/>
                  </a:lnTo>
                  <a:lnTo>
                    <a:pt x="10247" y="26221"/>
                  </a:lnTo>
                  <a:lnTo>
                    <a:pt x="9324" y="24980"/>
                  </a:lnTo>
                  <a:lnTo>
                    <a:pt x="8779" y="22691"/>
                  </a:lnTo>
                  <a:lnTo>
                    <a:pt x="8629" y="22671"/>
                  </a:lnTo>
                  <a:lnTo>
                    <a:pt x="8455" y="22647"/>
                  </a:lnTo>
                  <a:lnTo>
                    <a:pt x="4106" y="22091"/>
                  </a:lnTo>
                  <a:lnTo>
                    <a:pt x="4216" y="16053"/>
                  </a:lnTo>
                  <a:lnTo>
                    <a:pt x="8097" y="13066"/>
                  </a:lnTo>
                  <a:lnTo>
                    <a:pt x="11373" y="6987"/>
                  </a:lnTo>
                  <a:lnTo>
                    <a:pt x="11647" y="6033"/>
                  </a:lnTo>
                  <a:lnTo>
                    <a:pt x="10819" y="5335"/>
                  </a:lnTo>
                  <a:lnTo>
                    <a:pt x="11812" y="196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h2541"/>
            <p:cNvSpPr/>
            <p:nvPr/>
          </p:nvSpPr>
          <p:spPr>
            <a:xfrm>
              <a:off x="3227702" y="3227151"/>
              <a:ext cx="27906" cy="14402"/>
            </a:xfrm>
            <a:custGeom>
              <a:avLst/>
              <a:pathLst>
                <a:path w="27906" h="14402">
                  <a:moveTo>
                    <a:pt x="16782" y="2848"/>
                  </a:moveTo>
                  <a:lnTo>
                    <a:pt x="21857" y="2675"/>
                  </a:lnTo>
                  <a:lnTo>
                    <a:pt x="25053" y="884"/>
                  </a:lnTo>
                  <a:lnTo>
                    <a:pt x="27078" y="1979"/>
                  </a:lnTo>
                  <a:lnTo>
                    <a:pt x="27906" y="2677"/>
                  </a:lnTo>
                  <a:lnTo>
                    <a:pt x="27633" y="3631"/>
                  </a:lnTo>
                  <a:lnTo>
                    <a:pt x="24356" y="9710"/>
                  </a:lnTo>
                  <a:lnTo>
                    <a:pt x="20475" y="12697"/>
                  </a:lnTo>
                  <a:lnTo>
                    <a:pt x="15366" y="14402"/>
                  </a:lnTo>
                  <a:lnTo>
                    <a:pt x="13654" y="13115"/>
                  </a:lnTo>
                  <a:lnTo>
                    <a:pt x="5522" y="12279"/>
                  </a:lnTo>
                  <a:lnTo>
                    <a:pt x="0" y="9343"/>
                  </a:lnTo>
                  <a:lnTo>
                    <a:pt x="1298" y="5176"/>
                  </a:lnTo>
                  <a:lnTo>
                    <a:pt x="1270" y="4580"/>
                  </a:lnTo>
                  <a:lnTo>
                    <a:pt x="2946" y="4285"/>
                  </a:lnTo>
                  <a:lnTo>
                    <a:pt x="8232" y="4740"/>
                  </a:lnTo>
                  <a:lnTo>
                    <a:pt x="8855" y="3005"/>
                  </a:lnTo>
                  <a:lnTo>
                    <a:pt x="862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h2542"/>
            <p:cNvSpPr/>
            <p:nvPr/>
          </p:nvSpPr>
          <p:spPr>
            <a:xfrm>
              <a:off x="3016462" y="3094333"/>
              <a:ext cx="23480" cy="29393"/>
            </a:xfrm>
            <a:custGeom>
              <a:avLst/>
              <a:pathLst>
                <a:path w="23480" h="29393">
                  <a:moveTo>
                    <a:pt x="18073" y="1531"/>
                  </a:moveTo>
                  <a:lnTo>
                    <a:pt x="18863" y="5086"/>
                  </a:lnTo>
                  <a:lnTo>
                    <a:pt x="23220" y="8305"/>
                  </a:lnTo>
                  <a:lnTo>
                    <a:pt x="23480" y="17376"/>
                  </a:lnTo>
                  <a:lnTo>
                    <a:pt x="21202" y="17911"/>
                  </a:lnTo>
                  <a:lnTo>
                    <a:pt x="18767" y="22203"/>
                  </a:lnTo>
                  <a:lnTo>
                    <a:pt x="18859" y="29393"/>
                  </a:lnTo>
                  <a:lnTo>
                    <a:pt x="17688" y="28901"/>
                  </a:lnTo>
                  <a:lnTo>
                    <a:pt x="16418" y="28974"/>
                  </a:lnTo>
                  <a:lnTo>
                    <a:pt x="16893" y="26146"/>
                  </a:lnTo>
                  <a:lnTo>
                    <a:pt x="14082" y="23987"/>
                  </a:lnTo>
                  <a:lnTo>
                    <a:pt x="8029" y="23122"/>
                  </a:lnTo>
                  <a:lnTo>
                    <a:pt x="5310" y="21301"/>
                  </a:lnTo>
                  <a:lnTo>
                    <a:pt x="7815" y="20153"/>
                  </a:lnTo>
                  <a:lnTo>
                    <a:pt x="9367" y="17013"/>
                  </a:lnTo>
                  <a:lnTo>
                    <a:pt x="9017" y="14425"/>
                  </a:lnTo>
                  <a:lnTo>
                    <a:pt x="4425" y="5986"/>
                  </a:lnTo>
                  <a:lnTo>
                    <a:pt x="2722" y="4513"/>
                  </a:lnTo>
                  <a:lnTo>
                    <a:pt x="0" y="4155"/>
                  </a:lnTo>
                  <a:lnTo>
                    <a:pt x="390" y="2241"/>
                  </a:lnTo>
                  <a:lnTo>
                    <a:pt x="10964" y="1489"/>
                  </a:lnTo>
                  <a:lnTo>
                    <a:pt x="14308" y="53"/>
                  </a:lnTo>
                  <a:lnTo>
                    <a:pt x="1588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h2543"/>
            <p:cNvSpPr/>
            <p:nvPr/>
          </p:nvSpPr>
          <p:spPr>
            <a:xfrm>
              <a:off x="2951287" y="3044239"/>
              <a:ext cx="19569" cy="15198"/>
            </a:xfrm>
            <a:custGeom>
              <a:avLst/>
              <a:pathLst>
                <a:path w="19569" h="15198">
                  <a:moveTo>
                    <a:pt x="19183" y="2952"/>
                  </a:moveTo>
                  <a:lnTo>
                    <a:pt x="19569" y="3986"/>
                  </a:lnTo>
                  <a:lnTo>
                    <a:pt x="18243" y="5115"/>
                  </a:lnTo>
                  <a:lnTo>
                    <a:pt x="15652" y="4681"/>
                  </a:lnTo>
                  <a:lnTo>
                    <a:pt x="14348" y="5882"/>
                  </a:lnTo>
                  <a:lnTo>
                    <a:pt x="16708" y="11296"/>
                  </a:lnTo>
                  <a:lnTo>
                    <a:pt x="12533" y="11718"/>
                  </a:lnTo>
                  <a:lnTo>
                    <a:pt x="7407" y="15198"/>
                  </a:lnTo>
                  <a:lnTo>
                    <a:pt x="1339" y="11647"/>
                  </a:lnTo>
                  <a:lnTo>
                    <a:pt x="0" y="9163"/>
                  </a:lnTo>
                  <a:lnTo>
                    <a:pt x="211" y="4716"/>
                  </a:lnTo>
                  <a:lnTo>
                    <a:pt x="7303" y="2666"/>
                  </a:lnTo>
                  <a:lnTo>
                    <a:pt x="1396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h2544"/>
            <p:cNvSpPr/>
            <p:nvPr/>
          </p:nvSpPr>
          <p:spPr>
            <a:xfrm>
              <a:off x="3131388" y="3153608"/>
              <a:ext cx="13856" cy="14234"/>
            </a:xfrm>
            <a:custGeom>
              <a:avLst/>
              <a:pathLst>
                <a:path w="13856" h="14234">
                  <a:moveTo>
                    <a:pt x="13856" y="16"/>
                  </a:moveTo>
                  <a:lnTo>
                    <a:pt x="9246" y="3810"/>
                  </a:lnTo>
                  <a:lnTo>
                    <a:pt x="10615" y="14234"/>
                  </a:lnTo>
                  <a:lnTo>
                    <a:pt x="7474" y="13399"/>
                  </a:lnTo>
                  <a:lnTo>
                    <a:pt x="1000" y="14071"/>
                  </a:lnTo>
                  <a:lnTo>
                    <a:pt x="119" y="12402"/>
                  </a:lnTo>
                  <a:lnTo>
                    <a:pt x="0" y="8258"/>
                  </a:lnTo>
                  <a:lnTo>
                    <a:pt x="4775" y="6479"/>
                  </a:lnTo>
                  <a:lnTo>
                    <a:pt x="4875" y="3305"/>
                  </a:lnTo>
                  <a:lnTo>
                    <a:pt x="280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h2545"/>
            <p:cNvSpPr/>
            <p:nvPr/>
          </p:nvSpPr>
          <p:spPr>
            <a:xfrm>
              <a:off x="2910015" y="3006259"/>
              <a:ext cx="40716" cy="34785"/>
            </a:xfrm>
            <a:custGeom>
              <a:avLst/>
              <a:pathLst>
                <a:path w="40716" h="34785">
                  <a:moveTo>
                    <a:pt x="40716" y="3595"/>
                  </a:moveTo>
                  <a:lnTo>
                    <a:pt x="35597" y="14322"/>
                  </a:lnTo>
                  <a:lnTo>
                    <a:pt x="31669" y="15116"/>
                  </a:lnTo>
                  <a:lnTo>
                    <a:pt x="30346" y="15000"/>
                  </a:lnTo>
                  <a:lnTo>
                    <a:pt x="26124" y="17124"/>
                  </a:lnTo>
                  <a:lnTo>
                    <a:pt x="25146" y="18484"/>
                  </a:lnTo>
                  <a:lnTo>
                    <a:pt x="25378" y="19764"/>
                  </a:lnTo>
                  <a:lnTo>
                    <a:pt x="21255" y="20711"/>
                  </a:lnTo>
                  <a:lnTo>
                    <a:pt x="18598" y="18135"/>
                  </a:lnTo>
                  <a:lnTo>
                    <a:pt x="11043" y="29167"/>
                  </a:lnTo>
                  <a:lnTo>
                    <a:pt x="3492" y="28131"/>
                  </a:lnTo>
                  <a:lnTo>
                    <a:pt x="3162" y="29191"/>
                  </a:lnTo>
                  <a:lnTo>
                    <a:pt x="4673" y="31442"/>
                  </a:lnTo>
                  <a:lnTo>
                    <a:pt x="6090" y="32126"/>
                  </a:lnTo>
                  <a:lnTo>
                    <a:pt x="5970" y="34785"/>
                  </a:lnTo>
                  <a:lnTo>
                    <a:pt x="2261" y="34748"/>
                  </a:lnTo>
                  <a:lnTo>
                    <a:pt x="427" y="28496"/>
                  </a:lnTo>
                  <a:lnTo>
                    <a:pt x="0" y="21597"/>
                  </a:lnTo>
                  <a:lnTo>
                    <a:pt x="205" y="19686"/>
                  </a:lnTo>
                  <a:lnTo>
                    <a:pt x="2538" y="14902"/>
                  </a:lnTo>
                  <a:lnTo>
                    <a:pt x="3831" y="16228"/>
                  </a:lnTo>
                  <a:lnTo>
                    <a:pt x="9485" y="16675"/>
                  </a:lnTo>
                  <a:lnTo>
                    <a:pt x="12331" y="15881"/>
                  </a:lnTo>
                  <a:lnTo>
                    <a:pt x="17589" y="11064"/>
                  </a:lnTo>
                  <a:lnTo>
                    <a:pt x="20321" y="6960"/>
                  </a:lnTo>
                  <a:lnTo>
                    <a:pt x="33266" y="3592"/>
                  </a:lnTo>
                  <a:lnTo>
                    <a:pt x="3979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h2546"/>
            <p:cNvSpPr/>
            <p:nvPr/>
          </p:nvSpPr>
          <p:spPr>
            <a:xfrm>
              <a:off x="3249716" y="3229259"/>
              <a:ext cx="67902" cy="99745"/>
            </a:xfrm>
            <a:custGeom>
              <a:avLst/>
              <a:pathLst>
                <a:path w="67902" h="99745">
                  <a:moveTo>
                    <a:pt x="10654" y="2950"/>
                  </a:moveTo>
                  <a:lnTo>
                    <a:pt x="15065" y="2986"/>
                  </a:lnTo>
                  <a:lnTo>
                    <a:pt x="17760" y="4908"/>
                  </a:lnTo>
                  <a:lnTo>
                    <a:pt x="16892" y="6475"/>
                  </a:lnTo>
                  <a:lnTo>
                    <a:pt x="17662" y="8503"/>
                  </a:lnTo>
                  <a:lnTo>
                    <a:pt x="19149" y="9166"/>
                  </a:lnTo>
                  <a:lnTo>
                    <a:pt x="22363" y="7904"/>
                  </a:lnTo>
                  <a:lnTo>
                    <a:pt x="26814" y="13544"/>
                  </a:lnTo>
                  <a:lnTo>
                    <a:pt x="24188" y="17975"/>
                  </a:lnTo>
                  <a:lnTo>
                    <a:pt x="26073" y="23244"/>
                  </a:lnTo>
                  <a:lnTo>
                    <a:pt x="35081" y="23573"/>
                  </a:lnTo>
                  <a:lnTo>
                    <a:pt x="36671" y="22305"/>
                  </a:lnTo>
                  <a:lnTo>
                    <a:pt x="47583" y="25081"/>
                  </a:lnTo>
                  <a:lnTo>
                    <a:pt x="47069" y="28444"/>
                  </a:lnTo>
                  <a:lnTo>
                    <a:pt x="44911" y="29431"/>
                  </a:lnTo>
                  <a:lnTo>
                    <a:pt x="44294" y="28415"/>
                  </a:lnTo>
                  <a:lnTo>
                    <a:pt x="45655" y="27977"/>
                  </a:lnTo>
                  <a:lnTo>
                    <a:pt x="44524" y="27441"/>
                  </a:lnTo>
                  <a:lnTo>
                    <a:pt x="41889" y="31717"/>
                  </a:lnTo>
                  <a:lnTo>
                    <a:pt x="50902" y="31102"/>
                  </a:lnTo>
                  <a:lnTo>
                    <a:pt x="54599" y="28537"/>
                  </a:lnTo>
                  <a:lnTo>
                    <a:pt x="56055" y="28927"/>
                  </a:lnTo>
                  <a:lnTo>
                    <a:pt x="56396" y="30648"/>
                  </a:lnTo>
                  <a:lnTo>
                    <a:pt x="53734" y="41366"/>
                  </a:lnTo>
                  <a:lnTo>
                    <a:pt x="54573" y="44155"/>
                  </a:lnTo>
                  <a:lnTo>
                    <a:pt x="59626" y="47709"/>
                  </a:lnTo>
                  <a:lnTo>
                    <a:pt x="59256" y="52782"/>
                  </a:lnTo>
                  <a:lnTo>
                    <a:pt x="63361" y="58409"/>
                  </a:lnTo>
                  <a:lnTo>
                    <a:pt x="64270" y="61195"/>
                  </a:lnTo>
                  <a:lnTo>
                    <a:pt x="67902" y="63113"/>
                  </a:lnTo>
                  <a:lnTo>
                    <a:pt x="65380" y="65346"/>
                  </a:lnTo>
                  <a:lnTo>
                    <a:pt x="60798" y="66083"/>
                  </a:lnTo>
                  <a:lnTo>
                    <a:pt x="58582" y="64219"/>
                  </a:lnTo>
                  <a:lnTo>
                    <a:pt x="55846" y="64903"/>
                  </a:lnTo>
                  <a:lnTo>
                    <a:pt x="55205" y="68348"/>
                  </a:lnTo>
                  <a:lnTo>
                    <a:pt x="53662" y="70892"/>
                  </a:lnTo>
                  <a:lnTo>
                    <a:pt x="55279" y="74578"/>
                  </a:lnTo>
                  <a:lnTo>
                    <a:pt x="56624" y="74504"/>
                  </a:lnTo>
                  <a:lnTo>
                    <a:pt x="56656" y="75895"/>
                  </a:lnTo>
                  <a:lnTo>
                    <a:pt x="55332" y="76945"/>
                  </a:lnTo>
                  <a:lnTo>
                    <a:pt x="55076" y="79670"/>
                  </a:lnTo>
                  <a:lnTo>
                    <a:pt x="55972" y="82534"/>
                  </a:lnTo>
                  <a:lnTo>
                    <a:pt x="59665" y="87395"/>
                  </a:lnTo>
                  <a:lnTo>
                    <a:pt x="59931" y="91222"/>
                  </a:lnTo>
                  <a:lnTo>
                    <a:pt x="57788" y="94564"/>
                  </a:lnTo>
                  <a:lnTo>
                    <a:pt x="59032" y="98764"/>
                  </a:lnTo>
                  <a:lnTo>
                    <a:pt x="58066" y="99745"/>
                  </a:lnTo>
                  <a:lnTo>
                    <a:pt x="52494" y="88926"/>
                  </a:lnTo>
                  <a:lnTo>
                    <a:pt x="40687" y="90071"/>
                  </a:lnTo>
                  <a:lnTo>
                    <a:pt x="39316" y="89360"/>
                  </a:lnTo>
                  <a:lnTo>
                    <a:pt x="37508" y="86461"/>
                  </a:lnTo>
                  <a:lnTo>
                    <a:pt x="40242" y="84934"/>
                  </a:lnTo>
                  <a:lnTo>
                    <a:pt x="39420" y="83023"/>
                  </a:lnTo>
                  <a:lnTo>
                    <a:pt x="29808" y="86804"/>
                  </a:lnTo>
                  <a:lnTo>
                    <a:pt x="29899" y="83445"/>
                  </a:lnTo>
                  <a:lnTo>
                    <a:pt x="28265" y="80321"/>
                  </a:lnTo>
                  <a:lnTo>
                    <a:pt x="26325" y="79725"/>
                  </a:lnTo>
                  <a:lnTo>
                    <a:pt x="25632" y="78691"/>
                  </a:lnTo>
                  <a:lnTo>
                    <a:pt x="23719" y="73920"/>
                  </a:lnTo>
                  <a:lnTo>
                    <a:pt x="23525" y="71434"/>
                  </a:lnTo>
                  <a:lnTo>
                    <a:pt x="25193" y="68511"/>
                  </a:lnTo>
                  <a:lnTo>
                    <a:pt x="28469" y="65168"/>
                  </a:lnTo>
                  <a:lnTo>
                    <a:pt x="27187" y="60870"/>
                  </a:lnTo>
                  <a:lnTo>
                    <a:pt x="21566" y="57345"/>
                  </a:lnTo>
                  <a:lnTo>
                    <a:pt x="10207" y="58724"/>
                  </a:lnTo>
                  <a:lnTo>
                    <a:pt x="8151" y="50433"/>
                  </a:lnTo>
                  <a:lnTo>
                    <a:pt x="5535" y="44887"/>
                  </a:lnTo>
                  <a:lnTo>
                    <a:pt x="9323" y="38138"/>
                  </a:lnTo>
                  <a:lnTo>
                    <a:pt x="1800" y="33268"/>
                  </a:lnTo>
                  <a:lnTo>
                    <a:pt x="0" y="29942"/>
                  </a:lnTo>
                  <a:lnTo>
                    <a:pt x="2853" y="27207"/>
                  </a:lnTo>
                  <a:lnTo>
                    <a:pt x="7468" y="25840"/>
                  </a:lnTo>
                  <a:lnTo>
                    <a:pt x="9707" y="20046"/>
                  </a:lnTo>
                  <a:lnTo>
                    <a:pt x="9732" y="17455"/>
                  </a:lnTo>
                  <a:lnTo>
                    <a:pt x="7803" y="16867"/>
                  </a:lnTo>
                  <a:lnTo>
                    <a:pt x="5437" y="14788"/>
                  </a:lnTo>
                  <a:lnTo>
                    <a:pt x="6857" y="11469"/>
                  </a:lnTo>
                  <a:lnTo>
                    <a:pt x="11412" y="8789"/>
                  </a:lnTo>
                  <a:lnTo>
                    <a:pt x="8463" y="7876"/>
                  </a:lnTo>
                  <a:lnTo>
                    <a:pt x="7941" y="5600"/>
                  </a:lnTo>
                  <a:lnTo>
                    <a:pt x="8204" y="5376"/>
                  </a:lnTo>
                  <a:lnTo>
                    <a:pt x="6955" y="1797"/>
                  </a:lnTo>
                  <a:lnTo>
                    <a:pt x="816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h2547"/>
            <p:cNvSpPr/>
            <p:nvPr/>
          </p:nvSpPr>
          <p:spPr>
            <a:xfrm>
              <a:off x="3058345" y="3105865"/>
              <a:ext cx="77919" cy="70004"/>
            </a:xfrm>
            <a:custGeom>
              <a:avLst/>
              <a:pathLst>
                <a:path w="77919" h="70004">
                  <a:moveTo>
                    <a:pt x="3461" y="2500"/>
                  </a:moveTo>
                  <a:lnTo>
                    <a:pt x="7688" y="4991"/>
                  </a:lnTo>
                  <a:lnTo>
                    <a:pt x="12491" y="5634"/>
                  </a:lnTo>
                  <a:lnTo>
                    <a:pt x="16746" y="4425"/>
                  </a:lnTo>
                  <a:lnTo>
                    <a:pt x="18116" y="5457"/>
                  </a:lnTo>
                  <a:lnTo>
                    <a:pt x="20133" y="17576"/>
                  </a:lnTo>
                  <a:lnTo>
                    <a:pt x="22842" y="25048"/>
                  </a:lnTo>
                  <a:lnTo>
                    <a:pt x="26786" y="29618"/>
                  </a:lnTo>
                  <a:lnTo>
                    <a:pt x="31727" y="33369"/>
                  </a:lnTo>
                  <a:lnTo>
                    <a:pt x="40269" y="37061"/>
                  </a:lnTo>
                  <a:lnTo>
                    <a:pt x="48248" y="39257"/>
                  </a:lnTo>
                  <a:lnTo>
                    <a:pt x="51160" y="41740"/>
                  </a:lnTo>
                  <a:lnTo>
                    <a:pt x="57863" y="44760"/>
                  </a:lnTo>
                  <a:lnTo>
                    <a:pt x="66140" y="46853"/>
                  </a:lnTo>
                  <a:lnTo>
                    <a:pt x="75843" y="47743"/>
                  </a:lnTo>
                  <a:lnTo>
                    <a:pt x="77919" y="51048"/>
                  </a:lnTo>
                  <a:lnTo>
                    <a:pt x="77818" y="54222"/>
                  </a:lnTo>
                  <a:lnTo>
                    <a:pt x="73043" y="56001"/>
                  </a:lnTo>
                  <a:lnTo>
                    <a:pt x="67349" y="51119"/>
                  </a:lnTo>
                  <a:lnTo>
                    <a:pt x="65263" y="50705"/>
                  </a:lnTo>
                  <a:lnTo>
                    <a:pt x="60753" y="50906"/>
                  </a:lnTo>
                  <a:lnTo>
                    <a:pt x="59641" y="52136"/>
                  </a:lnTo>
                  <a:lnTo>
                    <a:pt x="54734" y="54043"/>
                  </a:lnTo>
                  <a:lnTo>
                    <a:pt x="52337" y="53921"/>
                  </a:lnTo>
                  <a:lnTo>
                    <a:pt x="51008" y="55330"/>
                  </a:lnTo>
                  <a:lnTo>
                    <a:pt x="51294" y="59075"/>
                  </a:lnTo>
                  <a:lnTo>
                    <a:pt x="48647" y="65400"/>
                  </a:lnTo>
                  <a:lnTo>
                    <a:pt x="47631" y="70004"/>
                  </a:lnTo>
                  <a:lnTo>
                    <a:pt x="43984" y="66646"/>
                  </a:lnTo>
                  <a:lnTo>
                    <a:pt x="41609" y="59144"/>
                  </a:lnTo>
                  <a:lnTo>
                    <a:pt x="38840" y="57147"/>
                  </a:lnTo>
                  <a:lnTo>
                    <a:pt x="38116" y="56837"/>
                  </a:lnTo>
                  <a:lnTo>
                    <a:pt x="33698" y="58812"/>
                  </a:lnTo>
                  <a:lnTo>
                    <a:pt x="32139" y="60881"/>
                  </a:lnTo>
                  <a:lnTo>
                    <a:pt x="30373" y="61895"/>
                  </a:lnTo>
                  <a:lnTo>
                    <a:pt x="31342" y="43999"/>
                  </a:lnTo>
                  <a:lnTo>
                    <a:pt x="23904" y="39549"/>
                  </a:lnTo>
                  <a:lnTo>
                    <a:pt x="18970" y="39933"/>
                  </a:lnTo>
                  <a:lnTo>
                    <a:pt x="19028" y="38873"/>
                  </a:lnTo>
                  <a:lnTo>
                    <a:pt x="16505" y="38820"/>
                  </a:lnTo>
                  <a:lnTo>
                    <a:pt x="16067" y="35618"/>
                  </a:lnTo>
                  <a:lnTo>
                    <a:pt x="17695" y="34286"/>
                  </a:lnTo>
                  <a:lnTo>
                    <a:pt x="18002" y="31608"/>
                  </a:lnTo>
                  <a:lnTo>
                    <a:pt x="17270" y="27912"/>
                  </a:lnTo>
                  <a:lnTo>
                    <a:pt x="12735" y="28035"/>
                  </a:lnTo>
                  <a:lnTo>
                    <a:pt x="11364" y="26196"/>
                  </a:lnTo>
                  <a:lnTo>
                    <a:pt x="12508" y="20820"/>
                  </a:lnTo>
                  <a:lnTo>
                    <a:pt x="9521" y="14892"/>
                  </a:lnTo>
                  <a:lnTo>
                    <a:pt x="4057" y="13429"/>
                  </a:lnTo>
                  <a:lnTo>
                    <a:pt x="2190" y="9582"/>
                  </a:lnTo>
                  <a:lnTo>
                    <a:pt x="2801" y="8668"/>
                  </a:lnTo>
                  <a:lnTo>
                    <a:pt x="2377" y="7351"/>
                  </a:lnTo>
                  <a:lnTo>
                    <a:pt x="910" y="5869"/>
                  </a:lnTo>
                  <a:lnTo>
                    <a:pt x="0" y="6208"/>
                  </a:lnTo>
                  <a:lnTo>
                    <a:pt x="208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h2548"/>
            <p:cNvSpPr/>
            <p:nvPr/>
          </p:nvSpPr>
          <p:spPr>
            <a:xfrm>
              <a:off x="3103981" y="3179766"/>
              <a:ext cx="23729" cy="21531"/>
            </a:xfrm>
            <a:custGeom>
              <a:avLst/>
              <a:pathLst>
                <a:path w="23729" h="21531">
                  <a:moveTo>
                    <a:pt x="11753" y="3539"/>
                  </a:moveTo>
                  <a:lnTo>
                    <a:pt x="17538" y="10816"/>
                  </a:lnTo>
                  <a:lnTo>
                    <a:pt x="19306" y="14677"/>
                  </a:lnTo>
                  <a:lnTo>
                    <a:pt x="18748" y="17986"/>
                  </a:lnTo>
                  <a:lnTo>
                    <a:pt x="23729" y="21459"/>
                  </a:lnTo>
                  <a:lnTo>
                    <a:pt x="17992" y="21531"/>
                  </a:lnTo>
                  <a:lnTo>
                    <a:pt x="15319" y="18914"/>
                  </a:lnTo>
                  <a:lnTo>
                    <a:pt x="4984" y="13822"/>
                  </a:lnTo>
                  <a:lnTo>
                    <a:pt x="4652" y="12728"/>
                  </a:lnTo>
                  <a:lnTo>
                    <a:pt x="2794" y="11358"/>
                  </a:lnTo>
                  <a:lnTo>
                    <a:pt x="1281" y="11404"/>
                  </a:lnTo>
                  <a:lnTo>
                    <a:pt x="0" y="7796"/>
                  </a:lnTo>
                  <a:lnTo>
                    <a:pt x="3906" y="5023"/>
                  </a:lnTo>
                  <a:lnTo>
                    <a:pt x="7115" y="5568"/>
                  </a:lnTo>
                  <a:lnTo>
                    <a:pt x="8421" y="4439"/>
                  </a:lnTo>
                  <a:lnTo>
                    <a:pt x="9069" y="2857"/>
                  </a:lnTo>
                  <a:lnTo>
                    <a:pt x="738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h2549"/>
            <p:cNvSpPr/>
            <p:nvPr/>
          </p:nvSpPr>
          <p:spPr>
            <a:xfrm>
              <a:off x="3138378" y="3152183"/>
              <a:ext cx="26394" cy="33367"/>
            </a:xfrm>
            <a:custGeom>
              <a:avLst/>
              <a:pathLst>
                <a:path w="26394" h="33367">
                  <a:moveTo>
                    <a:pt x="25562" y="0"/>
                  </a:moveTo>
                  <a:lnTo>
                    <a:pt x="23820" y="3178"/>
                  </a:lnTo>
                  <a:lnTo>
                    <a:pt x="25061" y="5890"/>
                  </a:lnTo>
                  <a:lnTo>
                    <a:pt x="26394" y="14465"/>
                  </a:lnTo>
                  <a:lnTo>
                    <a:pt x="23826" y="15697"/>
                  </a:lnTo>
                  <a:lnTo>
                    <a:pt x="22020" y="17458"/>
                  </a:lnTo>
                  <a:lnTo>
                    <a:pt x="21807" y="18885"/>
                  </a:lnTo>
                  <a:lnTo>
                    <a:pt x="23250" y="21289"/>
                  </a:lnTo>
                  <a:lnTo>
                    <a:pt x="21458" y="25165"/>
                  </a:lnTo>
                  <a:lnTo>
                    <a:pt x="14229" y="30128"/>
                  </a:lnTo>
                  <a:lnTo>
                    <a:pt x="7129" y="30455"/>
                  </a:lnTo>
                  <a:lnTo>
                    <a:pt x="3542" y="33367"/>
                  </a:lnTo>
                  <a:lnTo>
                    <a:pt x="0" y="32586"/>
                  </a:lnTo>
                  <a:lnTo>
                    <a:pt x="510" y="24397"/>
                  </a:lnTo>
                  <a:lnTo>
                    <a:pt x="1572" y="22482"/>
                  </a:lnTo>
                  <a:lnTo>
                    <a:pt x="3724" y="22274"/>
                  </a:lnTo>
                  <a:lnTo>
                    <a:pt x="4572" y="19250"/>
                  </a:lnTo>
                  <a:lnTo>
                    <a:pt x="3626" y="15659"/>
                  </a:lnTo>
                  <a:lnTo>
                    <a:pt x="2256" y="5235"/>
                  </a:lnTo>
                  <a:lnTo>
                    <a:pt x="6867" y="144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h2550"/>
            <p:cNvSpPr/>
            <p:nvPr/>
          </p:nvSpPr>
          <p:spPr>
            <a:xfrm>
              <a:off x="3023400" y="3066065"/>
              <a:ext cx="20819" cy="24905"/>
            </a:xfrm>
            <a:custGeom>
              <a:avLst/>
              <a:pathLst>
                <a:path w="20819" h="24905">
                  <a:moveTo>
                    <a:pt x="9664" y="5330"/>
                  </a:moveTo>
                  <a:lnTo>
                    <a:pt x="9234" y="7496"/>
                  </a:lnTo>
                  <a:lnTo>
                    <a:pt x="10660" y="10838"/>
                  </a:lnTo>
                  <a:lnTo>
                    <a:pt x="15408" y="15858"/>
                  </a:lnTo>
                  <a:lnTo>
                    <a:pt x="20819" y="19036"/>
                  </a:lnTo>
                  <a:lnTo>
                    <a:pt x="20447" y="24905"/>
                  </a:lnTo>
                  <a:lnTo>
                    <a:pt x="18556" y="24366"/>
                  </a:lnTo>
                  <a:lnTo>
                    <a:pt x="14417" y="19369"/>
                  </a:lnTo>
                  <a:lnTo>
                    <a:pt x="12719" y="20081"/>
                  </a:lnTo>
                  <a:lnTo>
                    <a:pt x="12271" y="22253"/>
                  </a:lnTo>
                  <a:lnTo>
                    <a:pt x="10025" y="23763"/>
                  </a:lnTo>
                  <a:lnTo>
                    <a:pt x="6265" y="22707"/>
                  </a:lnTo>
                  <a:lnTo>
                    <a:pt x="7773" y="15490"/>
                  </a:lnTo>
                  <a:lnTo>
                    <a:pt x="1633" y="7102"/>
                  </a:lnTo>
                  <a:lnTo>
                    <a:pt x="827" y="6709"/>
                  </a:lnTo>
                  <a:lnTo>
                    <a:pt x="0" y="7358"/>
                  </a:lnTo>
                  <a:lnTo>
                    <a:pt x="751" y="2058"/>
                  </a:lnTo>
                  <a:lnTo>
                    <a:pt x="3734" y="2627"/>
                  </a:lnTo>
                  <a:lnTo>
                    <a:pt x="6333" y="2130"/>
                  </a:lnTo>
                  <a:lnTo>
                    <a:pt x="756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h2551"/>
            <p:cNvSpPr/>
            <p:nvPr/>
          </p:nvSpPr>
          <p:spPr>
            <a:xfrm>
              <a:off x="2979488" y="3072733"/>
              <a:ext cx="21892" cy="9539"/>
            </a:xfrm>
            <a:custGeom>
              <a:avLst/>
              <a:pathLst>
                <a:path w="21892" h="9539">
                  <a:moveTo>
                    <a:pt x="9844" y="3257"/>
                  </a:moveTo>
                  <a:lnTo>
                    <a:pt x="12047" y="3926"/>
                  </a:lnTo>
                  <a:lnTo>
                    <a:pt x="21892" y="3990"/>
                  </a:lnTo>
                  <a:lnTo>
                    <a:pt x="17619" y="6891"/>
                  </a:lnTo>
                  <a:lnTo>
                    <a:pt x="16956" y="5361"/>
                  </a:lnTo>
                  <a:lnTo>
                    <a:pt x="15787" y="4924"/>
                  </a:lnTo>
                  <a:lnTo>
                    <a:pt x="13762" y="7104"/>
                  </a:lnTo>
                  <a:lnTo>
                    <a:pt x="7937" y="9539"/>
                  </a:lnTo>
                  <a:lnTo>
                    <a:pt x="4551" y="8600"/>
                  </a:lnTo>
                  <a:lnTo>
                    <a:pt x="2839" y="8176"/>
                  </a:lnTo>
                  <a:lnTo>
                    <a:pt x="1486" y="6689"/>
                  </a:lnTo>
                  <a:lnTo>
                    <a:pt x="0" y="806"/>
                  </a:lnTo>
                  <a:lnTo>
                    <a:pt x="3790" y="2600"/>
                  </a:lnTo>
                  <a:lnTo>
                    <a:pt x="4367" y="1453"/>
                  </a:lnTo>
                  <a:lnTo>
                    <a:pt x="694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h2552"/>
            <p:cNvSpPr/>
            <p:nvPr/>
          </p:nvSpPr>
          <p:spPr>
            <a:xfrm>
              <a:off x="2960151" y="3151213"/>
              <a:ext cx="42436" cy="18973"/>
            </a:xfrm>
            <a:custGeom>
              <a:avLst/>
              <a:pathLst>
                <a:path w="42436" h="18973">
                  <a:moveTo>
                    <a:pt x="14540" y="4191"/>
                  </a:moveTo>
                  <a:lnTo>
                    <a:pt x="22853" y="5337"/>
                  </a:lnTo>
                  <a:lnTo>
                    <a:pt x="23719" y="4687"/>
                  </a:lnTo>
                  <a:lnTo>
                    <a:pt x="31320" y="3731"/>
                  </a:lnTo>
                  <a:lnTo>
                    <a:pt x="42436" y="4701"/>
                  </a:lnTo>
                  <a:lnTo>
                    <a:pt x="41207" y="4975"/>
                  </a:lnTo>
                  <a:lnTo>
                    <a:pt x="41953" y="9348"/>
                  </a:lnTo>
                  <a:lnTo>
                    <a:pt x="40329" y="11139"/>
                  </a:lnTo>
                  <a:lnTo>
                    <a:pt x="36534" y="18973"/>
                  </a:lnTo>
                  <a:lnTo>
                    <a:pt x="29490" y="14273"/>
                  </a:lnTo>
                  <a:lnTo>
                    <a:pt x="29474" y="17615"/>
                  </a:lnTo>
                  <a:lnTo>
                    <a:pt x="26559" y="16010"/>
                  </a:lnTo>
                  <a:lnTo>
                    <a:pt x="22942" y="12110"/>
                  </a:lnTo>
                  <a:lnTo>
                    <a:pt x="20432" y="11181"/>
                  </a:lnTo>
                  <a:lnTo>
                    <a:pt x="18207" y="11500"/>
                  </a:lnTo>
                  <a:lnTo>
                    <a:pt x="13082" y="5716"/>
                  </a:lnTo>
                  <a:lnTo>
                    <a:pt x="9829" y="4533"/>
                  </a:lnTo>
                  <a:lnTo>
                    <a:pt x="5483" y="4284"/>
                  </a:lnTo>
                  <a:lnTo>
                    <a:pt x="3881" y="5313"/>
                  </a:lnTo>
                  <a:lnTo>
                    <a:pt x="0" y="3345"/>
                  </a:lnTo>
                  <a:lnTo>
                    <a:pt x="126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h2553"/>
            <p:cNvSpPr/>
            <p:nvPr/>
          </p:nvSpPr>
          <p:spPr>
            <a:xfrm>
              <a:off x="2952549" y="3146348"/>
              <a:ext cx="6340" cy="7145"/>
            </a:xfrm>
            <a:custGeom>
              <a:avLst/>
              <a:pathLst>
                <a:path w="6340" h="7145">
                  <a:moveTo>
                    <a:pt x="6029" y="2846"/>
                  </a:moveTo>
                  <a:lnTo>
                    <a:pt x="6340" y="3799"/>
                  </a:lnTo>
                  <a:lnTo>
                    <a:pt x="4797" y="5601"/>
                  </a:lnTo>
                  <a:lnTo>
                    <a:pt x="1623" y="7145"/>
                  </a:lnTo>
                  <a:lnTo>
                    <a:pt x="0" y="3508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h2554"/>
            <p:cNvSpPr/>
            <p:nvPr/>
          </p:nvSpPr>
          <p:spPr>
            <a:xfrm>
              <a:off x="2954173" y="2959560"/>
              <a:ext cx="28881" cy="31762"/>
            </a:xfrm>
            <a:custGeom>
              <a:avLst/>
              <a:pathLst>
                <a:path w="28881" h="31762">
                  <a:moveTo>
                    <a:pt x="25450" y="10984"/>
                  </a:moveTo>
                  <a:lnTo>
                    <a:pt x="24235" y="12113"/>
                  </a:lnTo>
                  <a:lnTo>
                    <a:pt x="28881" y="20646"/>
                  </a:lnTo>
                  <a:lnTo>
                    <a:pt x="22196" y="28521"/>
                  </a:lnTo>
                  <a:lnTo>
                    <a:pt x="18873" y="29363"/>
                  </a:lnTo>
                  <a:lnTo>
                    <a:pt x="18519" y="30338"/>
                  </a:lnTo>
                  <a:lnTo>
                    <a:pt x="12157" y="31762"/>
                  </a:lnTo>
                  <a:lnTo>
                    <a:pt x="6355" y="28394"/>
                  </a:lnTo>
                  <a:lnTo>
                    <a:pt x="4009" y="22148"/>
                  </a:lnTo>
                  <a:lnTo>
                    <a:pt x="0" y="19347"/>
                  </a:lnTo>
                  <a:lnTo>
                    <a:pt x="814" y="16761"/>
                  </a:lnTo>
                  <a:lnTo>
                    <a:pt x="3487" y="14593"/>
                  </a:lnTo>
                  <a:lnTo>
                    <a:pt x="7478" y="9080"/>
                  </a:lnTo>
                  <a:lnTo>
                    <a:pt x="15573" y="4750"/>
                  </a:lnTo>
                  <a:lnTo>
                    <a:pt x="16381" y="2691"/>
                  </a:lnTo>
                  <a:lnTo>
                    <a:pt x="15165" y="225"/>
                  </a:lnTo>
                  <a:lnTo>
                    <a:pt x="1526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h2555"/>
            <p:cNvSpPr/>
            <p:nvPr/>
          </p:nvSpPr>
          <p:spPr>
            <a:xfrm>
              <a:off x="2919710" y="3136161"/>
              <a:ext cx="10464" cy="19916"/>
            </a:xfrm>
            <a:custGeom>
              <a:avLst/>
              <a:pathLst>
                <a:path w="10464" h="19916">
                  <a:moveTo>
                    <a:pt x="1948" y="0"/>
                  </a:moveTo>
                  <a:lnTo>
                    <a:pt x="3982" y="4452"/>
                  </a:lnTo>
                  <a:lnTo>
                    <a:pt x="6860" y="6954"/>
                  </a:lnTo>
                  <a:lnTo>
                    <a:pt x="10464" y="10957"/>
                  </a:lnTo>
                  <a:lnTo>
                    <a:pt x="8803" y="13098"/>
                  </a:lnTo>
                  <a:lnTo>
                    <a:pt x="6373" y="12470"/>
                  </a:lnTo>
                  <a:lnTo>
                    <a:pt x="4617" y="13774"/>
                  </a:lnTo>
                  <a:lnTo>
                    <a:pt x="4985" y="15314"/>
                  </a:lnTo>
                  <a:lnTo>
                    <a:pt x="9727" y="17176"/>
                  </a:lnTo>
                  <a:lnTo>
                    <a:pt x="9621" y="19105"/>
                  </a:lnTo>
                  <a:lnTo>
                    <a:pt x="5406" y="19916"/>
                  </a:lnTo>
                  <a:lnTo>
                    <a:pt x="5483" y="18272"/>
                  </a:lnTo>
                  <a:lnTo>
                    <a:pt x="3948" y="17096"/>
                  </a:lnTo>
                  <a:lnTo>
                    <a:pt x="1653" y="15698"/>
                  </a:lnTo>
                  <a:lnTo>
                    <a:pt x="0" y="12013"/>
                  </a:lnTo>
                  <a:lnTo>
                    <a:pt x="1375" y="3003"/>
                  </a:lnTo>
                  <a:lnTo>
                    <a:pt x="207" y="103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h2556"/>
            <p:cNvSpPr/>
            <p:nvPr/>
          </p:nvSpPr>
          <p:spPr>
            <a:xfrm>
              <a:off x="2945613" y="3005960"/>
              <a:ext cx="12305" cy="18263"/>
            </a:xfrm>
            <a:custGeom>
              <a:avLst/>
              <a:pathLst>
                <a:path w="12305" h="18263">
                  <a:moveTo>
                    <a:pt x="7447" y="2354"/>
                  </a:moveTo>
                  <a:lnTo>
                    <a:pt x="9887" y="6007"/>
                  </a:lnTo>
                  <a:lnTo>
                    <a:pt x="12152" y="12074"/>
                  </a:lnTo>
                  <a:lnTo>
                    <a:pt x="11553" y="14659"/>
                  </a:lnTo>
                  <a:lnTo>
                    <a:pt x="12305" y="16474"/>
                  </a:lnTo>
                  <a:lnTo>
                    <a:pt x="7809" y="18263"/>
                  </a:lnTo>
                  <a:lnTo>
                    <a:pt x="0" y="14620"/>
                  </a:lnTo>
                  <a:lnTo>
                    <a:pt x="5118" y="3894"/>
                  </a:lnTo>
                  <a:lnTo>
                    <a:pt x="4193" y="298"/>
                  </a:lnTo>
                  <a:lnTo>
                    <a:pt x="4183" y="8"/>
                  </a:lnTo>
                  <a:lnTo>
                    <a:pt x="504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h2557"/>
            <p:cNvSpPr/>
            <p:nvPr/>
          </p:nvSpPr>
          <p:spPr>
            <a:xfrm>
              <a:off x="2932336" y="3177798"/>
              <a:ext cx="12033" cy="9081"/>
            </a:xfrm>
            <a:custGeom>
              <a:avLst/>
              <a:pathLst>
                <a:path w="12033" h="9081">
                  <a:moveTo>
                    <a:pt x="12033" y="909"/>
                  </a:moveTo>
                  <a:lnTo>
                    <a:pt x="8377" y="3994"/>
                  </a:lnTo>
                  <a:lnTo>
                    <a:pt x="4211" y="9081"/>
                  </a:lnTo>
                  <a:lnTo>
                    <a:pt x="0" y="2702"/>
                  </a:lnTo>
                  <a:lnTo>
                    <a:pt x="1190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h2558"/>
            <p:cNvSpPr/>
            <p:nvPr/>
          </p:nvSpPr>
          <p:spPr>
            <a:xfrm>
              <a:off x="2969742" y="2991146"/>
              <a:ext cx="19339" cy="16604"/>
            </a:xfrm>
            <a:custGeom>
              <a:avLst/>
              <a:pathLst>
                <a:path w="19339" h="16604">
                  <a:moveTo>
                    <a:pt x="16055" y="0"/>
                  </a:moveTo>
                  <a:lnTo>
                    <a:pt x="18173" y="898"/>
                  </a:lnTo>
                  <a:lnTo>
                    <a:pt x="19339" y="7267"/>
                  </a:lnTo>
                  <a:lnTo>
                    <a:pt x="17953" y="12467"/>
                  </a:lnTo>
                  <a:lnTo>
                    <a:pt x="15133" y="16588"/>
                  </a:lnTo>
                  <a:lnTo>
                    <a:pt x="12606" y="16604"/>
                  </a:lnTo>
                  <a:lnTo>
                    <a:pt x="11634" y="15145"/>
                  </a:lnTo>
                  <a:lnTo>
                    <a:pt x="10008" y="16005"/>
                  </a:lnTo>
                  <a:lnTo>
                    <a:pt x="9612" y="14909"/>
                  </a:lnTo>
                  <a:lnTo>
                    <a:pt x="10704" y="14142"/>
                  </a:lnTo>
                  <a:lnTo>
                    <a:pt x="9121" y="12440"/>
                  </a:lnTo>
                  <a:lnTo>
                    <a:pt x="6870" y="12125"/>
                  </a:lnTo>
                  <a:lnTo>
                    <a:pt x="4958" y="14753"/>
                  </a:lnTo>
                  <a:lnTo>
                    <a:pt x="2989" y="12744"/>
                  </a:lnTo>
                  <a:lnTo>
                    <a:pt x="12" y="9362"/>
                  </a:lnTo>
                  <a:lnTo>
                    <a:pt x="0" y="8006"/>
                  </a:lnTo>
                  <a:lnTo>
                    <a:pt x="2323" y="8342"/>
                  </a:lnTo>
                  <a:lnTo>
                    <a:pt x="5242" y="4541"/>
                  </a:lnTo>
                  <a:lnTo>
                    <a:pt x="7787" y="2566"/>
                  </a:lnTo>
                  <a:lnTo>
                    <a:pt x="8349" y="3297"/>
                  </a:lnTo>
                  <a:lnTo>
                    <a:pt x="11267" y="386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h2559"/>
            <p:cNvSpPr/>
            <p:nvPr/>
          </p:nvSpPr>
          <p:spPr>
            <a:xfrm>
              <a:off x="2957092" y="3094776"/>
              <a:ext cx="53865" cy="17480"/>
            </a:xfrm>
            <a:custGeom>
              <a:avLst/>
              <a:pathLst>
                <a:path w="53865" h="17480">
                  <a:moveTo>
                    <a:pt x="34060" y="1207"/>
                  </a:moveTo>
                  <a:lnTo>
                    <a:pt x="37283" y="343"/>
                  </a:lnTo>
                  <a:lnTo>
                    <a:pt x="41112" y="3048"/>
                  </a:lnTo>
                  <a:lnTo>
                    <a:pt x="47072" y="5663"/>
                  </a:lnTo>
                  <a:lnTo>
                    <a:pt x="52989" y="6735"/>
                  </a:lnTo>
                  <a:lnTo>
                    <a:pt x="53865" y="7435"/>
                  </a:lnTo>
                  <a:lnTo>
                    <a:pt x="53789" y="8547"/>
                  </a:lnTo>
                  <a:lnTo>
                    <a:pt x="47581" y="9587"/>
                  </a:lnTo>
                  <a:lnTo>
                    <a:pt x="44421" y="11235"/>
                  </a:lnTo>
                  <a:lnTo>
                    <a:pt x="45201" y="15735"/>
                  </a:lnTo>
                  <a:lnTo>
                    <a:pt x="37369" y="16156"/>
                  </a:lnTo>
                  <a:lnTo>
                    <a:pt x="34844" y="17480"/>
                  </a:lnTo>
                  <a:lnTo>
                    <a:pt x="30388" y="17142"/>
                  </a:lnTo>
                  <a:lnTo>
                    <a:pt x="30075" y="16282"/>
                  </a:lnTo>
                  <a:lnTo>
                    <a:pt x="20079" y="14908"/>
                  </a:lnTo>
                  <a:lnTo>
                    <a:pt x="15504" y="12693"/>
                  </a:lnTo>
                  <a:lnTo>
                    <a:pt x="12789" y="9590"/>
                  </a:lnTo>
                  <a:lnTo>
                    <a:pt x="4865" y="7531"/>
                  </a:lnTo>
                  <a:lnTo>
                    <a:pt x="0" y="3080"/>
                  </a:lnTo>
                  <a:lnTo>
                    <a:pt x="1229" y="2213"/>
                  </a:lnTo>
                  <a:lnTo>
                    <a:pt x="5751" y="4709"/>
                  </a:lnTo>
                  <a:lnTo>
                    <a:pt x="7972" y="5135"/>
                  </a:lnTo>
                  <a:lnTo>
                    <a:pt x="8442" y="5878"/>
                  </a:lnTo>
                  <a:lnTo>
                    <a:pt x="13206" y="6945"/>
                  </a:lnTo>
                  <a:lnTo>
                    <a:pt x="24288" y="6003"/>
                  </a:lnTo>
                  <a:lnTo>
                    <a:pt x="26376" y="5189"/>
                  </a:lnTo>
                  <a:lnTo>
                    <a:pt x="29743" y="2023"/>
                  </a:lnTo>
                  <a:lnTo>
                    <a:pt x="3340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h2560"/>
            <p:cNvSpPr/>
            <p:nvPr/>
          </p:nvSpPr>
          <p:spPr>
            <a:xfrm>
              <a:off x="2949304" y="3122264"/>
              <a:ext cx="15176" cy="22325"/>
            </a:xfrm>
            <a:custGeom>
              <a:avLst/>
              <a:pathLst>
                <a:path w="15176" h="22325">
                  <a:moveTo>
                    <a:pt x="9905" y="50"/>
                  </a:moveTo>
                  <a:lnTo>
                    <a:pt x="11882" y="1897"/>
                  </a:lnTo>
                  <a:lnTo>
                    <a:pt x="11265" y="5631"/>
                  </a:lnTo>
                  <a:lnTo>
                    <a:pt x="15176" y="6337"/>
                  </a:lnTo>
                  <a:lnTo>
                    <a:pt x="11785" y="12592"/>
                  </a:lnTo>
                  <a:lnTo>
                    <a:pt x="14494" y="15774"/>
                  </a:lnTo>
                  <a:lnTo>
                    <a:pt x="14059" y="17177"/>
                  </a:lnTo>
                  <a:lnTo>
                    <a:pt x="6674" y="20125"/>
                  </a:lnTo>
                  <a:lnTo>
                    <a:pt x="5328" y="22325"/>
                  </a:lnTo>
                  <a:lnTo>
                    <a:pt x="3662" y="21857"/>
                  </a:lnTo>
                  <a:lnTo>
                    <a:pt x="1992" y="16578"/>
                  </a:lnTo>
                  <a:lnTo>
                    <a:pt x="1687" y="13984"/>
                  </a:lnTo>
                  <a:lnTo>
                    <a:pt x="2719" y="10798"/>
                  </a:lnTo>
                  <a:lnTo>
                    <a:pt x="0" y="5835"/>
                  </a:lnTo>
                  <a:lnTo>
                    <a:pt x="356" y="4007"/>
                  </a:lnTo>
                  <a:lnTo>
                    <a:pt x="534" y="2495"/>
                  </a:lnTo>
                  <a:lnTo>
                    <a:pt x="358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h2561"/>
            <p:cNvSpPr/>
            <p:nvPr/>
          </p:nvSpPr>
          <p:spPr>
            <a:xfrm>
              <a:off x="2923921" y="3106112"/>
              <a:ext cx="24191" cy="19968"/>
            </a:xfrm>
            <a:custGeom>
              <a:avLst/>
              <a:pathLst>
                <a:path w="24191" h="19968">
                  <a:moveTo>
                    <a:pt x="24191" y="6154"/>
                  </a:moveTo>
                  <a:lnTo>
                    <a:pt x="23570" y="10747"/>
                  </a:lnTo>
                  <a:lnTo>
                    <a:pt x="20939" y="13176"/>
                  </a:lnTo>
                  <a:lnTo>
                    <a:pt x="20389" y="12729"/>
                  </a:lnTo>
                  <a:lnTo>
                    <a:pt x="16128" y="14103"/>
                  </a:lnTo>
                  <a:lnTo>
                    <a:pt x="13143" y="19968"/>
                  </a:lnTo>
                  <a:lnTo>
                    <a:pt x="11636" y="19228"/>
                  </a:lnTo>
                  <a:lnTo>
                    <a:pt x="4127" y="16662"/>
                  </a:lnTo>
                  <a:lnTo>
                    <a:pt x="0" y="11212"/>
                  </a:lnTo>
                  <a:lnTo>
                    <a:pt x="2483" y="9557"/>
                  </a:lnTo>
                  <a:lnTo>
                    <a:pt x="9885" y="9016"/>
                  </a:lnTo>
                  <a:lnTo>
                    <a:pt x="9952" y="7933"/>
                  </a:lnTo>
                  <a:lnTo>
                    <a:pt x="14469" y="5318"/>
                  </a:lnTo>
                  <a:lnTo>
                    <a:pt x="15746" y="2926"/>
                  </a:lnTo>
                  <a:lnTo>
                    <a:pt x="17352" y="322"/>
                  </a:lnTo>
                  <a:lnTo>
                    <a:pt x="1918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h2562"/>
            <p:cNvSpPr/>
            <p:nvPr/>
          </p:nvSpPr>
          <p:spPr>
            <a:xfrm>
              <a:off x="3007976" y="3123234"/>
              <a:ext cx="43182" cy="32512"/>
            </a:xfrm>
            <a:custGeom>
              <a:avLst/>
              <a:pathLst>
                <a:path w="43182" h="32512">
                  <a:moveTo>
                    <a:pt x="27345" y="492"/>
                  </a:moveTo>
                  <a:lnTo>
                    <a:pt x="29891" y="4306"/>
                  </a:lnTo>
                  <a:lnTo>
                    <a:pt x="30861" y="7564"/>
                  </a:lnTo>
                  <a:lnTo>
                    <a:pt x="32849" y="7735"/>
                  </a:lnTo>
                  <a:lnTo>
                    <a:pt x="33800" y="9644"/>
                  </a:lnTo>
                  <a:lnTo>
                    <a:pt x="39149" y="7734"/>
                  </a:lnTo>
                  <a:lnTo>
                    <a:pt x="41676" y="9346"/>
                  </a:lnTo>
                  <a:lnTo>
                    <a:pt x="43182" y="17153"/>
                  </a:lnTo>
                  <a:lnTo>
                    <a:pt x="35813" y="19434"/>
                  </a:lnTo>
                  <a:lnTo>
                    <a:pt x="32645" y="21869"/>
                  </a:lnTo>
                  <a:lnTo>
                    <a:pt x="32975" y="23619"/>
                  </a:lnTo>
                  <a:lnTo>
                    <a:pt x="31611" y="25508"/>
                  </a:lnTo>
                  <a:lnTo>
                    <a:pt x="24050" y="24024"/>
                  </a:lnTo>
                  <a:lnTo>
                    <a:pt x="16809" y="26122"/>
                  </a:lnTo>
                  <a:lnTo>
                    <a:pt x="13824" y="27742"/>
                  </a:lnTo>
                  <a:lnTo>
                    <a:pt x="15962" y="30910"/>
                  </a:lnTo>
                  <a:lnTo>
                    <a:pt x="14204" y="32239"/>
                  </a:lnTo>
                  <a:lnTo>
                    <a:pt x="12378" y="32273"/>
                  </a:lnTo>
                  <a:lnTo>
                    <a:pt x="7293" y="32512"/>
                  </a:lnTo>
                  <a:lnTo>
                    <a:pt x="7296" y="27162"/>
                  </a:lnTo>
                  <a:lnTo>
                    <a:pt x="8391" y="25296"/>
                  </a:lnTo>
                  <a:lnTo>
                    <a:pt x="7220" y="21907"/>
                  </a:lnTo>
                  <a:lnTo>
                    <a:pt x="5277" y="19362"/>
                  </a:lnTo>
                  <a:lnTo>
                    <a:pt x="69" y="15946"/>
                  </a:lnTo>
                  <a:lnTo>
                    <a:pt x="1793" y="14361"/>
                  </a:lnTo>
                  <a:lnTo>
                    <a:pt x="0" y="10325"/>
                  </a:lnTo>
                  <a:lnTo>
                    <a:pt x="7281" y="7076"/>
                  </a:lnTo>
                  <a:lnTo>
                    <a:pt x="7370" y="5816"/>
                  </a:lnTo>
                  <a:lnTo>
                    <a:pt x="9393" y="4456"/>
                  </a:lnTo>
                  <a:lnTo>
                    <a:pt x="11148" y="5503"/>
                  </a:lnTo>
                  <a:lnTo>
                    <a:pt x="16200" y="5975"/>
                  </a:lnTo>
                  <a:lnTo>
                    <a:pt x="24790" y="1725"/>
                  </a:lnTo>
                  <a:lnTo>
                    <a:pt x="2617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h2563"/>
            <p:cNvSpPr/>
            <p:nvPr/>
          </p:nvSpPr>
          <p:spPr>
            <a:xfrm>
              <a:off x="2961411" y="3149218"/>
              <a:ext cx="22459" cy="7332"/>
            </a:xfrm>
            <a:custGeom>
              <a:avLst/>
              <a:pathLst>
                <a:path w="22459" h="7332">
                  <a:moveTo>
                    <a:pt x="5439" y="1745"/>
                  </a:moveTo>
                  <a:lnTo>
                    <a:pt x="8331" y="1724"/>
                  </a:lnTo>
                  <a:lnTo>
                    <a:pt x="15949" y="3713"/>
                  </a:lnTo>
                  <a:lnTo>
                    <a:pt x="22459" y="6683"/>
                  </a:lnTo>
                  <a:lnTo>
                    <a:pt x="21593" y="7332"/>
                  </a:lnTo>
                  <a:lnTo>
                    <a:pt x="13279" y="6187"/>
                  </a:lnTo>
                  <a:lnTo>
                    <a:pt x="0" y="1995"/>
                  </a:lnTo>
                  <a:lnTo>
                    <a:pt x="189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h2564"/>
            <p:cNvSpPr/>
            <p:nvPr/>
          </p:nvSpPr>
          <p:spPr>
            <a:xfrm>
              <a:off x="2908610" y="3135251"/>
              <a:ext cx="12999" cy="20324"/>
            </a:xfrm>
            <a:custGeom>
              <a:avLst/>
              <a:pathLst>
                <a:path w="12999" h="20324">
                  <a:moveTo>
                    <a:pt x="12999" y="916"/>
                  </a:moveTo>
                  <a:lnTo>
                    <a:pt x="11306" y="1949"/>
                  </a:lnTo>
                  <a:lnTo>
                    <a:pt x="12474" y="3913"/>
                  </a:lnTo>
                  <a:lnTo>
                    <a:pt x="11099" y="12923"/>
                  </a:lnTo>
                  <a:lnTo>
                    <a:pt x="12753" y="16608"/>
                  </a:lnTo>
                  <a:lnTo>
                    <a:pt x="6656" y="19120"/>
                  </a:lnTo>
                  <a:lnTo>
                    <a:pt x="247" y="20324"/>
                  </a:lnTo>
                  <a:lnTo>
                    <a:pt x="3380" y="18972"/>
                  </a:lnTo>
                  <a:lnTo>
                    <a:pt x="4311" y="17579"/>
                  </a:lnTo>
                  <a:lnTo>
                    <a:pt x="1733" y="14473"/>
                  </a:lnTo>
                  <a:lnTo>
                    <a:pt x="0" y="14226"/>
                  </a:lnTo>
                  <a:lnTo>
                    <a:pt x="293" y="11315"/>
                  </a:lnTo>
                  <a:lnTo>
                    <a:pt x="2214" y="9954"/>
                  </a:lnTo>
                  <a:lnTo>
                    <a:pt x="3217" y="7880"/>
                  </a:lnTo>
                  <a:lnTo>
                    <a:pt x="3323" y="6980"/>
                  </a:lnTo>
                  <a:lnTo>
                    <a:pt x="6462" y="3789"/>
                  </a:lnTo>
                  <a:lnTo>
                    <a:pt x="9729" y="3254"/>
                  </a:lnTo>
                  <a:lnTo>
                    <a:pt x="9986" y="1195"/>
                  </a:lnTo>
                  <a:lnTo>
                    <a:pt x="935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h2565"/>
            <p:cNvSpPr/>
            <p:nvPr/>
          </p:nvSpPr>
          <p:spPr>
            <a:xfrm>
              <a:off x="3039682" y="3101014"/>
              <a:ext cx="31170" cy="39608"/>
            </a:xfrm>
            <a:custGeom>
              <a:avLst/>
              <a:pathLst>
                <a:path w="31170" h="39608">
                  <a:moveTo>
                    <a:pt x="7325" y="4720"/>
                  </a:moveTo>
                  <a:lnTo>
                    <a:pt x="9342" y="5147"/>
                  </a:lnTo>
                  <a:lnTo>
                    <a:pt x="14326" y="4166"/>
                  </a:lnTo>
                  <a:lnTo>
                    <a:pt x="16309" y="2978"/>
                  </a:lnTo>
                  <a:lnTo>
                    <a:pt x="18878" y="4258"/>
                  </a:lnTo>
                  <a:lnTo>
                    <a:pt x="19232" y="5338"/>
                  </a:lnTo>
                  <a:lnTo>
                    <a:pt x="18397" y="6286"/>
                  </a:lnTo>
                  <a:lnTo>
                    <a:pt x="15564" y="6058"/>
                  </a:lnTo>
                  <a:lnTo>
                    <a:pt x="15105" y="7629"/>
                  </a:lnTo>
                  <a:lnTo>
                    <a:pt x="15468" y="10918"/>
                  </a:lnTo>
                  <a:lnTo>
                    <a:pt x="18662" y="11058"/>
                  </a:lnTo>
                  <a:lnTo>
                    <a:pt x="19573" y="10720"/>
                  </a:lnTo>
                  <a:lnTo>
                    <a:pt x="21040" y="12202"/>
                  </a:lnTo>
                  <a:lnTo>
                    <a:pt x="21464" y="13518"/>
                  </a:lnTo>
                  <a:lnTo>
                    <a:pt x="20853" y="14433"/>
                  </a:lnTo>
                  <a:lnTo>
                    <a:pt x="22720" y="18280"/>
                  </a:lnTo>
                  <a:lnTo>
                    <a:pt x="28183" y="19743"/>
                  </a:lnTo>
                  <a:lnTo>
                    <a:pt x="31170" y="25671"/>
                  </a:lnTo>
                  <a:lnTo>
                    <a:pt x="27156" y="25963"/>
                  </a:lnTo>
                  <a:lnTo>
                    <a:pt x="23208" y="27350"/>
                  </a:lnTo>
                  <a:lnTo>
                    <a:pt x="19123" y="31896"/>
                  </a:lnTo>
                  <a:lnTo>
                    <a:pt x="17825" y="36871"/>
                  </a:lnTo>
                  <a:lnTo>
                    <a:pt x="16191" y="39264"/>
                  </a:lnTo>
                  <a:lnTo>
                    <a:pt x="14887" y="39608"/>
                  </a:lnTo>
                  <a:lnTo>
                    <a:pt x="12983" y="38689"/>
                  </a:lnTo>
                  <a:lnTo>
                    <a:pt x="11476" y="39373"/>
                  </a:lnTo>
                  <a:lnTo>
                    <a:pt x="9970" y="31566"/>
                  </a:lnTo>
                  <a:lnTo>
                    <a:pt x="7443" y="29954"/>
                  </a:lnTo>
                  <a:lnTo>
                    <a:pt x="2094" y="31863"/>
                  </a:lnTo>
                  <a:lnTo>
                    <a:pt x="1143" y="29954"/>
                  </a:lnTo>
                  <a:lnTo>
                    <a:pt x="3131" y="26066"/>
                  </a:lnTo>
                  <a:lnTo>
                    <a:pt x="10165" y="18274"/>
                  </a:lnTo>
                  <a:lnTo>
                    <a:pt x="11686" y="13118"/>
                  </a:lnTo>
                  <a:lnTo>
                    <a:pt x="10436" y="11947"/>
                  </a:lnTo>
                  <a:lnTo>
                    <a:pt x="7237" y="12484"/>
                  </a:lnTo>
                  <a:lnTo>
                    <a:pt x="6248" y="13526"/>
                  </a:lnTo>
                  <a:lnTo>
                    <a:pt x="2212" y="12946"/>
                  </a:lnTo>
                  <a:lnTo>
                    <a:pt x="260" y="10694"/>
                  </a:lnTo>
                  <a:lnTo>
                    <a:pt x="0" y="1623"/>
                  </a:lnTo>
                  <a:lnTo>
                    <a:pt x="237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h2566"/>
            <p:cNvSpPr/>
            <p:nvPr/>
          </p:nvSpPr>
          <p:spPr>
            <a:xfrm>
              <a:off x="2932336" y="3170326"/>
              <a:ext cx="11903" cy="10175"/>
            </a:xfrm>
            <a:custGeom>
              <a:avLst/>
              <a:pathLst>
                <a:path w="11903" h="10175">
                  <a:moveTo>
                    <a:pt x="7177" y="691"/>
                  </a:moveTo>
                  <a:lnTo>
                    <a:pt x="8026" y="2218"/>
                  </a:lnTo>
                  <a:lnTo>
                    <a:pt x="11903" y="7472"/>
                  </a:lnTo>
                  <a:lnTo>
                    <a:pt x="0" y="10175"/>
                  </a:lnTo>
                  <a:lnTo>
                    <a:pt x="171" y="7222"/>
                  </a:lnTo>
                  <a:lnTo>
                    <a:pt x="1951" y="181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h2567"/>
            <p:cNvSpPr/>
            <p:nvPr/>
          </p:nvSpPr>
          <p:spPr>
            <a:xfrm>
              <a:off x="2853016" y="2880757"/>
              <a:ext cx="42619" cy="49856"/>
            </a:xfrm>
            <a:custGeom>
              <a:avLst/>
              <a:pathLst>
                <a:path w="42619" h="49856">
                  <a:moveTo>
                    <a:pt x="29080" y="560"/>
                  </a:moveTo>
                  <a:lnTo>
                    <a:pt x="30627" y="2247"/>
                  </a:lnTo>
                  <a:lnTo>
                    <a:pt x="30315" y="4912"/>
                  </a:lnTo>
                  <a:lnTo>
                    <a:pt x="28088" y="3454"/>
                  </a:lnTo>
                  <a:lnTo>
                    <a:pt x="26112" y="4690"/>
                  </a:lnTo>
                  <a:lnTo>
                    <a:pt x="25852" y="6306"/>
                  </a:lnTo>
                  <a:lnTo>
                    <a:pt x="30871" y="13982"/>
                  </a:lnTo>
                  <a:lnTo>
                    <a:pt x="32958" y="15835"/>
                  </a:lnTo>
                  <a:lnTo>
                    <a:pt x="37150" y="16489"/>
                  </a:lnTo>
                  <a:lnTo>
                    <a:pt x="37530" y="17959"/>
                  </a:lnTo>
                  <a:lnTo>
                    <a:pt x="37564" y="20250"/>
                  </a:lnTo>
                  <a:lnTo>
                    <a:pt x="40295" y="22869"/>
                  </a:lnTo>
                  <a:lnTo>
                    <a:pt x="40721" y="21599"/>
                  </a:lnTo>
                  <a:lnTo>
                    <a:pt x="42619" y="23785"/>
                  </a:lnTo>
                  <a:lnTo>
                    <a:pt x="41081" y="27429"/>
                  </a:lnTo>
                  <a:lnTo>
                    <a:pt x="34140" y="34750"/>
                  </a:lnTo>
                  <a:lnTo>
                    <a:pt x="34055" y="36147"/>
                  </a:lnTo>
                  <a:lnTo>
                    <a:pt x="32948" y="40108"/>
                  </a:lnTo>
                  <a:lnTo>
                    <a:pt x="28915" y="43155"/>
                  </a:lnTo>
                  <a:lnTo>
                    <a:pt x="28308" y="47156"/>
                  </a:lnTo>
                  <a:lnTo>
                    <a:pt x="21758" y="49856"/>
                  </a:lnTo>
                  <a:lnTo>
                    <a:pt x="15541" y="41177"/>
                  </a:lnTo>
                  <a:lnTo>
                    <a:pt x="13026" y="40237"/>
                  </a:lnTo>
                  <a:lnTo>
                    <a:pt x="8607" y="40372"/>
                  </a:lnTo>
                  <a:lnTo>
                    <a:pt x="7068" y="42883"/>
                  </a:lnTo>
                  <a:lnTo>
                    <a:pt x="1740" y="39227"/>
                  </a:lnTo>
                  <a:lnTo>
                    <a:pt x="2162" y="36280"/>
                  </a:lnTo>
                  <a:lnTo>
                    <a:pt x="0" y="34328"/>
                  </a:lnTo>
                  <a:lnTo>
                    <a:pt x="1075" y="31987"/>
                  </a:lnTo>
                  <a:lnTo>
                    <a:pt x="1342" y="30466"/>
                  </a:lnTo>
                  <a:lnTo>
                    <a:pt x="5906" y="30297"/>
                  </a:lnTo>
                  <a:lnTo>
                    <a:pt x="11825" y="26752"/>
                  </a:lnTo>
                  <a:lnTo>
                    <a:pt x="13415" y="21122"/>
                  </a:lnTo>
                  <a:lnTo>
                    <a:pt x="13513" y="17641"/>
                  </a:lnTo>
                  <a:lnTo>
                    <a:pt x="15870" y="10636"/>
                  </a:lnTo>
                  <a:lnTo>
                    <a:pt x="14788" y="7652"/>
                  </a:lnTo>
                  <a:lnTo>
                    <a:pt x="18753" y="6423"/>
                  </a:lnTo>
                  <a:lnTo>
                    <a:pt x="21813" y="2900"/>
                  </a:lnTo>
                  <a:lnTo>
                    <a:pt x="21905" y="1442"/>
                  </a:lnTo>
                  <a:lnTo>
                    <a:pt x="23694" y="1163"/>
                  </a:lnTo>
                  <a:lnTo>
                    <a:pt x="24496" y="2161"/>
                  </a:lnTo>
                  <a:lnTo>
                    <a:pt x="26195" y="3440"/>
                  </a:lnTo>
                  <a:lnTo>
                    <a:pt x="2665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h2568"/>
            <p:cNvSpPr/>
            <p:nvPr/>
          </p:nvSpPr>
          <p:spPr>
            <a:xfrm>
              <a:off x="3105112" y="3156570"/>
              <a:ext cx="32669" cy="46769"/>
            </a:xfrm>
            <a:custGeom>
              <a:avLst/>
              <a:pathLst>
                <a:path w="32669" h="46769">
                  <a:moveTo>
                    <a:pt x="18496" y="0"/>
                  </a:moveTo>
                  <a:lnTo>
                    <a:pt x="20581" y="413"/>
                  </a:lnTo>
                  <a:lnTo>
                    <a:pt x="26276" y="5295"/>
                  </a:lnTo>
                  <a:lnTo>
                    <a:pt x="26395" y="9440"/>
                  </a:lnTo>
                  <a:lnTo>
                    <a:pt x="22663" y="11760"/>
                  </a:lnTo>
                  <a:lnTo>
                    <a:pt x="22910" y="13566"/>
                  </a:lnTo>
                  <a:lnTo>
                    <a:pt x="25337" y="18741"/>
                  </a:lnTo>
                  <a:lnTo>
                    <a:pt x="27798" y="20885"/>
                  </a:lnTo>
                  <a:lnTo>
                    <a:pt x="29327" y="23676"/>
                  </a:lnTo>
                  <a:lnTo>
                    <a:pt x="29308" y="26953"/>
                  </a:lnTo>
                  <a:lnTo>
                    <a:pt x="28595" y="27594"/>
                  </a:lnTo>
                  <a:lnTo>
                    <a:pt x="31525" y="30655"/>
                  </a:lnTo>
                  <a:lnTo>
                    <a:pt x="32669" y="41667"/>
                  </a:lnTo>
                  <a:lnTo>
                    <a:pt x="31427" y="46708"/>
                  </a:lnTo>
                  <a:lnTo>
                    <a:pt x="29370" y="46769"/>
                  </a:lnTo>
                  <a:lnTo>
                    <a:pt x="27776" y="43224"/>
                  </a:lnTo>
                  <a:lnTo>
                    <a:pt x="24644" y="43476"/>
                  </a:lnTo>
                  <a:lnTo>
                    <a:pt x="22598" y="44655"/>
                  </a:lnTo>
                  <a:lnTo>
                    <a:pt x="17617" y="41182"/>
                  </a:lnTo>
                  <a:lnTo>
                    <a:pt x="18174" y="37873"/>
                  </a:lnTo>
                  <a:lnTo>
                    <a:pt x="16407" y="34011"/>
                  </a:lnTo>
                  <a:lnTo>
                    <a:pt x="10621" y="26734"/>
                  </a:lnTo>
                  <a:lnTo>
                    <a:pt x="6254" y="23195"/>
                  </a:lnTo>
                  <a:lnTo>
                    <a:pt x="5180" y="21840"/>
                  </a:lnTo>
                  <a:lnTo>
                    <a:pt x="955" y="21677"/>
                  </a:lnTo>
                  <a:lnTo>
                    <a:pt x="0" y="20492"/>
                  </a:lnTo>
                  <a:lnTo>
                    <a:pt x="863" y="19299"/>
                  </a:lnTo>
                  <a:lnTo>
                    <a:pt x="1880" y="14695"/>
                  </a:lnTo>
                  <a:lnTo>
                    <a:pt x="4526" y="8369"/>
                  </a:lnTo>
                  <a:lnTo>
                    <a:pt x="4241" y="4625"/>
                  </a:lnTo>
                  <a:lnTo>
                    <a:pt x="5570" y="3215"/>
                  </a:lnTo>
                  <a:lnTo>
                    <a:pt x="7966" y="3337"/>
                  </a:lnTo>
                  <a:lnTo>
                    <a:pt x="12873" y="1430"/>
                  </a:lnTo>
                  <a:lnTo>
                    <a:pt x="13985" y="20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h2569"/>
            <p:cNvSpPr/>
            <p:nvPr/>
          </p:nvSpPr>
          <p:spPr>
            <a:xfrm>
              <a:off x="2782585" y="2900051"/>
              <a:ext cx="21834" cy="32734"/>
            </a:xfrm>
            <a:custGeom>
              <a:avLst/>
              <a:pathLst>
                <a:path w="21834" h="32734">
                  <a:moveTo>
                    <a:pt x="18752" y="1186"/>
                  </a:moveTo>
                  <a:lnTo>
                    <a:pt x="17674" y="1822"/>
                  </a:lnTo>
                  <a:lnTo>
                    <a:pt x="16569" y="5199"/>
                  </a:lnTo>
                  <a:lnTo>
                    <a:pt x="20304" y="6818"/>
                  </a:lnTo>
                  <a:lnTo>
                    <a:pt x="20676" y="7905"/>
                  </a:lnTo>
                  <a:lnTo>
                    <a:pt x="18933" y="12366"/>
                  </a:lnTo>
                  <a:lnTo>
                    <a:pt x="20371" y="15379"/>
                  </a:lnTo>
                  <a:lnTo>
                    <a:pt x="21424" y="15880"/>
                  </a:lnTo>
                  <a:lnTo>
                    <a:pt x="21834" y="16495"/>
                  </a:lnTo>
                  <a:lnTo>
                    <a:pt x="20493" y="18950"/>
                  </a:lnTo>
                  <a:lnTo>
                    <a:pt x="14120" y="27413"/>
                  </a:lnTo>
                  <a:lnTo>
                    <a:pt x="11788" y="28064"/>
                  </a:lnTo>
                  <a:lnTo>
                    <a:pt x="9313" y="27683"/>
                  </a:lnTo>
                  <a:lnTo>
                    <a:pt x="3047" y="32734"/>
                  </a:lnTo>
                  <a:lnTo>
                    <a:pt x="1198" y="32197"/>
                  </a:lnTo>
                  <a:lnTo>
                    <a:pt x="27" y="30626"/>
                  </a:lnTo>
                  <a:lnTo>
                    <a:pt x="0" y="29262"/>
                  </a:lnTo>
                  <a:lnTo>
                    <a:pt x="4039" y="26904"/>
                  </a:lnTo>
                  <a:lnTo>
                    <a:pt x="5590" y="23342"/>
                  </a:lnTo>
                  <a:lnTo>
                    <a:pt x="6609" y="16847"/>
                  </a:lnTo>
                  <a:lnTo>
                    <a:pt x="10826" y="9009"/>
                  </a:lnTo>
                  <a:lnTo>
                    <a:pt x="10120" y="7603"/>
                  </a:lnTo>
                  <a:lnTo>
                    <a:pt x="9016" y="7503"/>
                  </a:lnTo>
                  <a:lnTo>
                    <a:pt x="12459" y="2969"/>
                  </a:lnTo>
                  <a:lnTo>
                    <a:pt x="1191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h2570"/>
            <p:cNvSpPr/>
            <p:nvPr/>
          </p:nvSpPr>
          <p:spPr>
            <a:xfrm>
              <a:off x="2939513" y="3162572"/>
              <a:ext cx="9395" cy="9972"/>
            </a:xfrm>
            <a:custGeom>
              <a:avLst/>
              <a:pathLst>
                <a:path w="9395" h="9972">
                  <a:moveTo>
                    <a:pt x="8576" y="0"/>
                  </a:moveTo>
                  <a:lnTo>
                    <a:pt x="9395" y="2193"/>
                  </a:lnTo>
                  <a:lnTo>
                    <a:pt x="7004" y="4280"/>
                  </a:lnTo>
                  <a:lnTo>
                    <a:pt x="8028" y="6898"/>
                  </a:lnTo>
                  <a:lnTo>
                    <a:pt x="849" y="9972"/>
                  </a:lnTo>
                  <a:lnTo>
                    <a:pt x="0" y="8445"/>
                  </a:lnTo>
                  <a:lnTo>
                    <a:pt x="778" y="8398"/>
                  </a:lnTo>
                  <a:lnTo>
                    <a:pt x="3380" y="5206"/>
                  </a:lnTo>
                  <a:lnTo>
                    <a:pt x="3464" y="2521"/>
                  </a:lnTo>
                  <a:lnTo>
                    <a:pt x="1605" y="24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h2571"/>
            <p:cNvSpPr/>
            <p:nvPr/>
          </p:nvSpPr>
          <p:spPr>
            <a:xfrm>
              <a:off x="2967465" y="3138242"/>
              <a:ext cx="13239" cy="14689"/>
            </a:xfrm>
            <a:custGeom>
              <a:avLst/>
              <a:pathLst>
                <a:path w="13239" h="14689">
                  <a:moveTo>
                    <a:pt x="8960" y="899"/>
                  </a:moveTo>
                  <a:lnTo>
                    <a:pt x="13239" y="4447"/>
                  </a:lnTo>
                  <a:lnTo>
                    <a:pt x="10788" y="11488"/>
                  </a:lnTo>
                  <a:lnTo>
                    <a:pt x="9476" y="13360"/>
                  </a:lnTo>
                  <a:lnTo>
                    <a:pt x="9895" y="14689"/>
                  </a:lnTo>
                  <a:lnTo>
                    <a:pt x="2277" y="12700"/>
                  </a:lnTo>
                  <a:lnTo>
                    <a:pt x="786" y="9891"/>
                  </a:lnTo>
                  <a:lnTo>
                    <a:pt x="2837" y="7621"/>
                  </a:lnTo>
                  <a:lnTo>
                    <a:pt x="4278" y="8448"/>
                  </a:lnTo>
                  <a:lnTo>
                    <a:pt x="3978" y="5218"/>
                  </a:lnTo>
                  <a:lnTo>
                    <a:pt x="0" y="2218"/>
                  </a:lnTo>
                  <a:lnTo>
                    <a:pt x="343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h2572"/>
            <p:cNvSpPr/>
            <p:nvPr/>
          </p:nvSpPr>
          <p:spPr>
            <a:xfrm>
              <a:off x="2965006" y="3003271"/>
              <a:ext cx="16370" cy="15899"/>
            </a:xfrm>
            <a:custGeom>
              <a:avLst/>
              <a:pathLst>
                <a:path w="16370" h="15899">
                  <a:moveTo>
                    <a:pt x="13857" y="315"/>
                  </a:moveTo>
                  <a:lnTo>
                    <a:pt x="15440" y="2017"/>
                  </a:lnTo>
                  <a:lnTo>
                    <a:pt x="14348" y="2784"/>
                  </a:lnTo>
                  <a:lnTo>
                    <a:pt x="14744" y="3880"/>
                  </a:lnTo>
                  <a:lnTo>
                    <a:pt x="16370" y="3020"/>
                  </a:lnTo>
                  <a:lnTo>
                    <a:pt x="11834" y="10635"/>
                  </a:lnTo>
                  <a:lnTo>
                    <a:pt x="11855" y="12030"/>
                  </a:lnTo>
                  <a:lnTo>
                    <a:pt x="10243" y="15417"/>
                  </a:lnTo>
                  <a:lnTo>
                    <a:pt x="8729" y="15899"/>
                  </a:lnTo>
                  <a:lnTo>
                    <a:pt x="1834" y="15269"/>
                  </a:lnTo>
                  <a:lnTo>
                    <a:pt x="69" y="12315"/>
                  </a:lnTo>
                  <a:lnTo>
                    <a:pt x="0" y="10285"/>
                  </a:lnTo>
                  <a:lnTo>
                    <a:pt x="4382" y="2224"/>
                  </a:lnTo>
                  <a:lnTo>
                    <a:pt x="7725" y="619"/>
                  </a:lnTo>
                  <a:lnTo>
                    <a:pt x="9694" y="2628"/>
                  </a:lnTo>
                  <a:lnTo>
                    <a:pt x="1160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h2573"/>
            <p:cNvSpPr/>
            <p:nvPr/>
          </p:nvSpPr>
          <p:spPr>
            <a:xfrm>
              <a:off x="2763589" y="2916899"/>
              <a:ext cx="25605" cy="28671"/>
            </a:xfrm>
            <a:custGeom>
              <a:avLst/>
              <a:pathLst>
                <a:path w="25605" h="28671">
                  <a:moveTo>
                    <a:pt x="25605" y="0"/>
                  </a:moveTo>
                  <a:lnTo>
                    <a:pt x="24586" y="6495"/>
                  </a:lnTo>
                  <a:lnTo>
                    <a:pt x="23034" y="10057"/>
                  </a:lnTo>
                  <a:lnTo>
                    <a:pt x="18995" y="12415"/>
                  </a:lnTo>
                  <a:lnTo>
                    <a:pt x="19023" y="13779"/>
                  </a:lnTo>
                  <a:lnTo>
                    <a:pt x="20194" y="15350"/>
                  </a:lnTo>
                  <a:lnTo>
                    <a:pt x="22043" y="15887"/>
                  </a:lnTo>
                  <a:lnTo>
                    <a:pt x="15768" y="22040"/>
                  </a:lnTo>
                  <a:lnTo>
                    <a:pt x="15631" y="24261"/>
                  </a:lnTo>
                  <a:lnTo>
                    <a:pt x="14842" y="25600"/>
                  </a:lnTo>
                  <a:lnTo>
                    <a:pt x="10472" y="28192"/>
                  </a:lnTo>
                  <a:lnTo>
                    <a:pt x="7201" y="27900"/>
                  </a:lnTo>
                  <a:lnTo>
                    <a:pt x="5575" y="26932"/>
                  </a:lnTo>
                  <a:lnTo>
                    <a:pt x="1330" y="28671"/>
                  </a:lnTo>
                  <a:lnTo>
                    <a:pt x="0" y="28452"/>
                  </a:lnTo>
                  <a:lnTo>
                    <a:pt x="255" y="24566"/>
                  </a:lnTo>
                  <a:lnTo>
                    <a:pt x="3867" y="20207"/>
                  </a:lnTo>
                  <a:lnTo>
                    <a:pt x="4767" y="17525"/>
                  </a:lnTo>
                  <a:lnTo>
                    <a:pt x="1367" y="13556"/>
                  </a:lnTo>
                  <a:lnTo>
                    <a:pt x="1413" y="12176"/>
                  </a:lnTo>
                  <a:lnTo>
                    <a:pt x="2084" y="10560"/>
                  </a:lnTo>
                  <a:lnTo>
                    <a:pt x="5207" y="9715"/>
                  </a:lnTo>
                  <a:lnTo>
                    <a:pt x="12719" y="822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h2574"/>
            <p:cNvSpPr/>
            <p:nvPr/>
          </p:nvSpPr>
          <p:spPr>
            <a:xfrm>
              <a:off x="3127776" y="3166010"/>
              <a:ext cx="15174" cy="18759"/>
            </a:xfrm>
            <a:custGeom>
              <a:avLst/>
              <a:pathLst>
                <a:path w="15174" h="18759">
                  <a:moveTo>
                    <a:pt x="4612" y="1668"/>
                  </a:moveTo>
                  <a:lnTo>
                    <a:pt x="11086" y="997"/>
                  </a:lnTo>
                  <a:lnTo>
                    <a:pt x="14228" y="1832"/>
                  </a:lnTo>
                  <a:lnTo>
                    <a:pt x="15174" y="5423"/>
                  </a:lnTo>
                  <a:lnTo>
                    <a:pt x="14326" y="8447"/>
                  </a:lnTo>
                  <a:lnTo>
                    <a:pt x="12174" y="8654"/>
                  </a:lnTo>
                  <a:lnTo>
                    <a:pt x="11112" y="10570"/>
                  </a:lnTo>
                  <a:lnTo>
                    <a:pt x="10602" y="18759"/>
                  </a:lnTo>
                  <a:lnTo>
                    <a:pt x="6644" y="17513"/>
                  </a:lnTo>
                  <a:lnTo>
                    <a:pt x="6664" y="14235"/>
                  </a:lnTo>
                  <a:lnTo>
                    <a:pt x="5134" y="11445"/>
                  </a:lnTo>
                  <a:lnTo>
                    <a:pt x="2673" y="9301"/>
                  </a:lnTo>
                  <a:lnTo>
                    <a:pt x="247" y="4126"/>
                  </a:lnTo>
                  <a:lnTo>
                    <a:pt x="0" y="2320"/>
                  </a:lnTo>
                  <a:lnTo>
                    <a:pt x="373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h2575"/>
            <p:cNvSpPr/>
            <p:nvPr/>
          </p:nvSpPr>
          <p:spPr>
            <a:xfrm>
              <a:off x="2944860" y="3116859"/>
              <a:ext cx="8032" cy="7900"/>
            </a:xfrm>
            <a:custGeom>
              <a:avLst/>
              <a:pathLst>
                <a:path w="8032" h="7900">
                  <a:moveTo>
                    <a:pt x="3704" y="3256"/>
                  </a:moveTo>
                  <a:lnTo>
                    <a:pt x="6527" y="2346"/>
                  </a:lnTo>
                  <a:lnTo>
                    <a:pt x="8032" y="5404"/>
                  </a:lnTo>
                  <a:lnTo>
                    <a:pt x="4978" y="7900"/>
                  </a:lnTo>
                  <a:lnTo>
                    <a:pt x="3266" y="5069"/>
                  </a:lnTo>
                  <a:lnTo>
                    <a:pt x="461" y="3417"/>
                  </a:lnTo>
                  <a:lnTo>
                    <a:pt x="0" y="2428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h2576"/>
            <p:cNvSpPr/>
            <p:nvPr/>
          </p:nvSpPr>
          <p:spPr>
            <a:xfrm>
              <a:off x="2962337" y="3105231"/>
              <a:ext cx="44655" cy="14537"/>
            </a:xfrm>
            <a:custGeom>
              <a:avLst/>
              <a:pathLst>
                <a:path w="44655" h="14537">
                  <a:moveTo>
                    <a:pt x="6060" y="1124"/>
                  </a:moveTo>
                  <a:lnTo>
                    <a:pt x="15510" y="6298"/>
                  </a:lnTo>
                  <a:lnTo>
                    <a:pt x="20326" y="7283"/>
                  </a:lnTo>
                  <a:lnTo>
                    <a:pt x="24236" y="7436"/>
                  </a:lnTo>
                  <a:lnTo>
                    <a:pt x="25144" y="6687"/>
                  </a:lnTo>
                  <a:lnTo>
                    <a:pt x="29600" y="7025"/>
                  </a:lnTo>
                  <a:lnTo>
                    <a:pt x="32125" y="5701"/>
                  </a:lnTo>
                  <a:lnTo>
                    <a:pt x="39957" y="5280"/>
                  </a:lnTo>
                  <a:lnTo>
                    <a:pt x="40953" y="6069"/>
                  </a:lnTo>
                  <a:lnTo>
                    <a:pt x="40269" y="6666"/>
                  </a:lnTo>
                  <a:lnTo>
                    <a:pt x="39402" y="7277"/>
                  </a:lnTo>
                  <a:lnTo>
                    <a:pt x="37668" y="7056"/>
                  </a:lnTo>
                  <a:lnTo>
                    <a:pt x="44655" y="10439"/>
                  </a:lnTo>
                  <a:lnTo>
                    <a:pt x="43059" y="11121"/>
                  </a:lnTo>
                  <a:lnTo>
                    <a:pt x="41554" y="9586"/>
                  </a:lnTo>
                  <a:lnTo>
                    <a:pt x="39520" y="9405"/>
                  </a:lnTo>
                  <a:lnTo>
                    <a:pt x="30457" y="10431"/>
                  </a:lnTo>
                  <a:lnTo>
                    <a:pt x="22510" y="14242"/>
                  </a:lnTo>
                  <a:lnTo>
                    <a:pt x="14769" y="14537"/>
                  </a:lnTo>
                  <a:lnTo>
                    <a:pt x="10425" y="13874"/>
                  </a:lnTo>
                  <a:lnTo>
                    <a:pt x="5038" y="7315"/>
                  </a:lnTo>
                  <a:lnTo>
                    <a:pt x="1746" y="4829"/>
                  </a:lnTo>
                  <a:lnTo>
                    <a:pt x="0" y="1416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h2577"/>
            <p:cNvSpPr/>
            <p:nvPr/>
          </p:nvSpPr>
          <p:spPr>
            <a:xfrm>
              <a:off x="2764455" y="2892869"/>
              <a:ext cx="30589" cy="16405"/>
            </a:xfrm>
            <a:custGeom>
              <a:avLst/>
              <a:pathLst>
                <a:path w="30589" h="16405">
                  <a:moveTo>
                    <a:pt x="20965" y="394"/>
                  </a:moveTo>
                  <a:lnTo>
                    <a:pt x="22091" y="814"/>
                  </a:lnTo>
                  <a:lnTo>
                    <a:pt x="22768" y="421"/>
                  </a:lnTo>
                  <a:lnTo>
                    <a:pt x="23945" y="1545"/>
                  </a:lnTo>
                  <a:lnTo>
                    <a:pt x="24166" y="3667"/>
                  </a:lnTo>
                  <a:lnTo>
                    <a:pt x="25701" y="5193"/>
                  </a:lnTo>
                  <a:lnTo>
                    <a:pt x="28097" y="6958"/>
                  </a:lnTo>
                  <a:lnTo>
                    <a:pt x="30047" y="7182"/>
                  </a:lnTo>
                  <a:lnTo>
                    <a:pt x="30589" y="10151"/>
                  </a:lnTo>
                  <a:lnTo>
                    <a:pt x="27146" y="14685"/>
                  </a:lnTo>
                  <a:lnTo>
                    <a:pt x="17918" y="16405"/>
                  </a:lnTo>
                  <a:lnTo>
                    <a:pt x="15530" y="14340"/>
                  </a:lnTo>
                  <a:lnTo>
                    <a:pt x="16636" y="13275"/>
                  </a:lnTo>
                  <a:lnTo>
                    <a:pt x="16302" y="12354"/>
                  </a:lnTo>
                  <a:lnTo>
                    <a:pt x="13908" y="13006"/>
                  </a:lnTo>
                  <a:lnTo>
                    <a:pt x="11601" y="14774"/>
                  </a:lnTo>
                  <a:lnTo>
                    <a:pt x="7718" y="14660"/>
                  </a:lnTo>
                  <a:lnTo>
                    <a:pt x="0" y="10948"/>
                  </a:lnTo>
                  <a:lnTo>
                    <a:pt x="348" y="6676"/>
                  </a:lnTo>
                  <a:lnTo>
                    <a:pt x="10288" y="0"/>
                  </a:lnTo>
                  <a:lnTo>
                    <a:pt x="12231" y="177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h2578"/>
            <p:cNvSpPr/>
            <p:nvPr/>
          </p:nvSpPr>
          <p:spPr>
            <a:xfrm>
              <a:off x="3294159" y="3210733"/>
              <a:ext cx="28289" cy="32100"/>
            </a:xfrm>
            <a:custGeom>
              <a:avLst/>
              <a:pathLst>
                <a:path w="28289" h="32100">
                  <a:moveTo>
                    <a:pt x="18048" y="0"/>
                  </a:moveTo>
                  <a:lnTo>
                    <a:pt x="18183" y="1849"/>
                  </a:lnTo>
                  <a:lnTo>
                    <a:pt x="18931" y="6027"/>
                  </a:lnTo>
                  <a:lnTo>
                    <a:pt x="21508" y="4930"/>
                  </a:lnTo>
                  <a:lnTo>
                    <a:pt x="22859" y="6604"/>
                  </a:lnTo>
                  <a:lnTo>
                    <a:pt x="22971" y="12936"/>
                  </a:lnTo>
                  <a:lnTo>
                    <a:pt x="26706" y="26210"/>
                  </a:lnTo>
                  <a:lnTo>
                    <a:pt x="27491" y="26265"/>
                  </a:lnTo>
                  <a:lnTo>
                    <a:pt x="28289" y="29022"/>
                  </a:lnTo>
                  <a:lnTo>
                    <a:pt x="24821" y="31830"/>
                  </a:lnTo>
                  <a:lnTo>
                    <a:pt x="23106" y="32100"/>
                  </a:lnTo>
                  <a:lnTo>
                    <a:pt x="16590" y="30219"/>
                  </a:lnTo>
                  <a:lnTo>
                    <a:pt x="11203" y="29754"/>
                  </a:lnTo>
                  <a:lnTo>
                    <a:pt x="8219" y="28110"/>
                  </a:lnTo>
                  <a:lnTo>
                    <a:pt x="8255" y="23236"/>
                  </a:lnTo>
                  <a:lnTo>
                    <a:pt x="5135" y="21888"/>
                  </a:lnTo>
                  <a:lnTo>
                    <a:pt x="1392" y="22427"/>
                  </a:lnTo>
                  <a:lnTo>
                    <a:pt x="0" y="20843"/>
                  </a:lnTo>
                  <a:lnTo>
                    <a:pt x="3093" y="19650"/>
                  </a:lnTo>
                  <a:lnTo>
                    <a:pt x="5128" y="17289"/>
                  </a:lnTo>
                  <a:lnTo>
                    <a:pt x="6878" y="10753"/>
                  </a:lnTo>
                  <a:lnTo>
                    <a:pt x="4426" y="5620"/>
                  </a:lnTo>
                  <a:lnTo>
                    <a:pt x="4419" y="401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h2579"/>
            <p:cNvSpPr/>
            <p:nvPr/>
          </p:nvSpPr>
          <p:spPr>
            <a:xfrm>
              <a:off x="3039229" y="3195123"/>
              <a:ext cx="35411" cy="33000"/>
            </a:xfrm>
            <a:custGeom>
              <a:avLst/>
              <a:pathLst>
                <a:path w="35411" h="33000">
                  <a:moveTo>
                    <a:pt x="31025" y="1678"/>
                  </a:moveTo>
                  <a:lnTo>
                    <a:pt x="35411" y="4057"/>
                  </a:lnTo>
                  <a:lnTo>
                    <a:pt x="35391" y="5705"/>
                  </a:lnTo>
                  <a:lnTo>
                    <a:pt x="32848" y="5959"/>
                  </a:lnTo>
                  <a:lnTo>
                    <a:pt x="26444" y="12473"/>
                  </a:lnTo>
                  <a:lnTo>
                    <a:pt x="31156" y="21757"/>
                  </a:lnTo>
                  <a:lnTo>
                    <a:pt x="29691" y="27154"/>
                  </a:lnTo>
                  <a:lnTo>
                    <a:pt x="27202" y="29781"/>
                  </a:lnTo>
                  <a:lnTo>
                    <a:pt x="21149" y="31370"/>
                  </a:lnTo>
                  <a:lnTo>
                    <a:pt x="19215" y="30297"/>
                  </a:lnTo>
                  <a:lnTo>
                    <a:pt x="16730" y="30806"/>
                  </a:lnTo>
                  <a:lnTo>
                    <a:pt x="16996" y="31322"/>
                  </a:lnTo>
                  <a:lnTo>
                    <a:pt x="13073" y="33000"/>
                  </a:lnTo>
                  <a:lnTo>
                    <a:pt x="9495" y="31190"/>
                  </a:lnTo>
                  <a:lnTo>
                    <a:pt x="4669" y="26816"/>
                  </a:lnTo>
                  <a:lnTo>
                    <a:pt x="3242" y="17567"/>
                  </a:lnTo>
                  <a:lnTo>
                    <a:pt x="1867" y="15550"/>
                  </a:lnTo>
                  <a:lnTo>
                    <a:pt x="889" y="15395"/>
                  </a:lnTo>
                  <a:lnTo>
                    <a:pt x="0" y="8557"/>
                  </a:lnTo>
                  <a:lnTo>
                    <a:pt x="4549" y="2649"/>
                  </a:lnTo>
                  <a:lnTo>
                    <a:pt x="15431" y="5052"/>
                  </a:lnTo>
                  <a:lnTo>
                    <a:pt x="16986" y="4583"/>
                  </a:lnTo>
                  <a:lnTo>
                    <a:pt x="18400" y="1747"/>
                  </a:lnTo>
                  <a:lnTo>
                    <a:pt x="2213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h2580"/>
            <p:cNvSpPr/>
            <p:nvPr/>
          </p:nvSpPr>
          <p:spPr>
            <a:xfrm>
              <a:off x="3103632" y="3191124"/>
              <a:ext cx="18341" cy="29194"/>
            </a:xfrm>
            <a:custGeom>
              <a:avLst/>
              <a:pathLst>
                <a:path w="18341" h="29194">
                  <a:moveTo>
                    <a:pt x="3143" y="0"/>
                  </a:moveTo>
                  <a:lnTo>
                    <a:pt x="5001" y="1369"/>
                  </a:lnTo>
                  <a:lnTo>
                    <a:pt x="5333" y="2464"/>
                  </a:lnTo>
                  <a:lnTo>
                    <a:pt x="15668" y="7555"/>
                  </a:lnTo>
                  <a:lnTo>
                    <a:pt x="18341" y="10172"/>
                  </a:lnTo>
                  <a:lnTo>
                    <a:pt x="16578" y="10941"/>
                  </a:lnTo>
                  <a:lnTo>
                    <a:pt x="15591" y="15630"/>
                  </a:lnTo>
                  <a:lnTo>
                    <a:pt x="15886" y="16582"/>
                  </a:lnTo>
                  <a:lnTo>
                    <a:pt x="18312" y="16999"/>
                  </a:lnTo>
                  <a:lnTo>
                    <a:pt x="18163" y="20229"/>
                  </a:lnTo>
                  <a:lnTo>
                    <a:pt x="17102" y="22637"/>
                  </a:lnTo>
                  <a:lnTo>
                    <a:pt x="9297" y="29194"/>
                  </a:lnTo>
                  <a:lnTo>
                    <a:pt x="6105" y="27232"/>
                  </a:lnTo>
                  <a:lnTo>
                    <a:pt x="4031" y="22915"/>
                  </a:lnTo>
                  <a:lnTo>
                    <a:pt x="1384" y="22437"/>
                  </a:lnTo>
                  <a:lnTo>
                    <a:pt x="0" y="20493"/>
                  </a:lnTo>
                  <a:lnTo>
                    <a:pt x="2685" y="16332"/>
                  </a:lnTo>
                  <a:lnTo>
                    <a:pt x="910" y="12854"/>
                  </a:lnTo>
                  <a:lnTo>
                    <a:pt x="686" y="5221"/>
                  </a:lnTo>
                  <a:lnTo>
                    <a:pt x="1629" y="4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h2581"/>
            <p:cNvSpPr/>
            <p:nvPr/>
          </p:nvSpPr>
          <p:spPr>
            <a:xfrm>
              <a:off x="2946518" y="3151949"/>
              <a:ext cx="24654" cy="33632"/>
            </a:xfrm>
            <a:custGeom>
              <a:avLst/>
              <a:pathLst>
                <a:path w="24654" h="33632">
                  <a:moveTo>
                    <a:pt x="10828" y="0"/>
                  </a:moveTo>
                  <a:lnTo>
                    <a:pt x="11950" y="73"/>
                  </a:lnTo>
                  <a:lnTo>
                    <a:pt x="12017" y="970"/>
                  </a:lnTo>
                  <a:lnTo>
                    <a:pt x="11628" y="2023"/>
                  </a:lnTo>
                  <a:lnTo>
                    <a:pt x="10852" y="1949"/>
                  </a:lnTo>
                  <a:lnTo>
                    <a:pt x="10887" y="3477"/>
                  </a:lnTo>
                  <a:lnTo>
                    <a:pt x="13633" y="2610"/>
                  </a:lnTo>
                  <a:lnTo>
                    <a:pt x="17514" y="4577"/>
                  </a:lnTo>
                  <a:lnTo>
                    <a:pt x="19654" y="16790"/>
                  </a:lnTo>
                  <a:lnTo>
                    <a:pt x="18436" y="18287"/>
                  </a:lnTo>
                  <a:lnTo>
                    <a:pt x="18654" y="20278"/>
                  </a:lnTo>
                  <a:lnTo>
                    <a:pt x="24654" y="24950"/>
                  </a:lnTo>
                  <a:lnTo>
                    <a:pt x="23991" y="28711"/>
                  </a:lnTo>
                  <a:lnTo>
                    <a:pt x="20871" y="33254"/>
                  </a:lnTo>
                  <a:lnTo>
                    <a:pt x="19979" y="33632"/>
                  </a:lnTo>
                  <a:lnTo>
                    <a:pt x="9887" y="29959"/>
                  </a:lnTo>
                  <a:lnTo>
                    <a:pt x="4583" y="33482"/>
                  </a:lnTo>
                  <a:lnTo>
                    <a:pt x="4232" y="33046"/>
                  </a:lnTo>
                  <a:lnTo>
                    <a:pt x="7200" y="30112"/>
                  </a:lnTo>
                  <a:lnTo>
                    <a:pt x="11602" y="28797"/>
                  </a:lnTo>
                  <a:lnTo>
                    <a:pt x="12372" y="27229"/>
                  </a:lnTo>
                  <a:lnTo>
                    <a:pt x="11645" y="22177"/>
                  </a:lnTo>
                  <a:lnTo>
                    <a:pt x="9921" y="17788"/>
                  </a:lnTo>
                  <a:lnTo>
                    <a:pt x="8738" y="17381"/>
                  </a:lnTo>
                  <a:lnTo>
                    <a:pt x="6474" y="18118"/>
                  </a:lnTo>
                  <a:lnTo>
                    <a:pt x="9151" y="19661"/>
                  </a:lnTo>
                  <a:lnTo>
                    <a:pt x="6935" y="20162"/>
                  </a:lnTo>
                  <a:lnTo>
                    <a:pt x="6094" y="19202"/>
                  </a:lnTo>
                  <a:lnTo>
                    <a:pt x="4104" y="20660"/>
                  </a:lnTo>
                  <a:lnTo>
                    <a:pt x="2342" y="19760"/>
                  </a:lnTo>
                  <a:lnTo>
                    <a:pt x="1024" y="17521"/>
                  </a:lnTo>
                  <a:lnTo>
                    <a:pt x="0" y="14903"/>
                  </a:lnTo>
                  <a:lnTo>
                    <a:pt x="2391" y="12817"/>
                  </a:lnTo>
                  <a:lnTo>
                    <a:pt x="1572" y="10623"/>
                  </a:lnTo>
                  <a:lnTo>
                    <a:pt x="4170" y="10442"/>
                  </a:lnTo>
                  <a:lnTo>
                    <a:pt x="8968" y="3871"/>
                  </a:lnTo>
                  <a:lnTo>
                    <a:pt x="7654" y="154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h2582"/>
            <p:cNvSpPr/>
            <p:nvPr/>
          </p:nvSpPr>
          <p:spPr>
            <a:xfrm>
              <a:off x="3020355" y="3126685"/>
              <a:ext cx="57018" cy="45372"/>
            </a:xfrm>
            <a:custGeom>
              <a:avLst/>
              <a:pathLst>
                <a:path w="57018" h="45372">
                  <a:moveTo>
                    <a:pt x="46484" y="292"/>
                  </a:moveTo>
                  <a:lnTo>
                    <a:pt x="50497" y="0"/>
                  </a:lnTo>
                  <a:lnTo>
                    <a:pt x="49354" y="5376"/>
                  </a:lnTo>
                  <a:lnTo>
                    <a:pt x="50725" y="7215"/>
                  </a:lnTo>
                  <a:lnTo>
                    <a:pt x="55260" y="7092"/>
                  </a:lnTo>
                  <a:lnTo>
                    <a:pt x="55991" y="10787"/>
                  </a:lnTo>
                  <a:lnTo>
                    <a:pt x="55685" y="13466"/>
                  </a:lnTo>
                  <a:lnTo>
                    <a:pt x="54057" y="14797"/>
                  </a:lnTo>
                  <a:lnTo>
                    <a:pt x="54495" y="18000"/>
                  </a:lnTo>
                  <a:lnTo>
                    <a:pt x="57018" y="18052"/>
                  </a:lnTo>
                  <a:lnTo>
                    <a:pt x="56960" y="19113"/>
                  </a:lnTo>
                  <a:lnTo>
                    <a:pt x="50754" y="24598"/>
                  </a:lnTo>
                  <a:lnTo>
                    <a:pt x="49759" y="26596"/>
                  </a:lnTo>
                  <a:lnTo>
                    <a:pt x="48717" y="35290"/>
                  </a:lnTo>
                  <a:lnTo>
                    <a:pt x="49564" y="39663"/>
                  </a:lnTo>
                  <a:lnTo>
                    <a:pt x="51338" y="42622"/>
                  </a:lnTo>
                  <a:lnTo>
                    <a:pt x="50634" y="45372"/>
                  </a:lnTo>
                  <a:lnTo>
                    <a:pt x="38291" y="43512"/>
                  </a:lnTo>
                  <a:lnTo>
                    <a:pt x="34850" y="39610"/>
                  </a:lnTo>
                  <a:lnTo>
                    <a:pt x="32617" y="38528"/>
                  </a:lnTo>
                  <a:lnTo>
                    <a:pt x="26189" y="39573"/>
                  </a:lnTo>
                  <a:lnTo>
                    <a:pt x="19860" y="37066"/>
                  </a:lnTo>
                  <a:lnTo>
                    <a:pt x="13631" y="37425"/>
                  </a:lnTo>
                  <a:lnTo>
                    <a:pt x="9391" y="33911"/>
                  </a:lnTo>
                  <a:lnTo>
                    <a:pt x="805" y="35393"/>
                  </a:lnTo>
                  <a:lnTo>
                    <a:pt x="53" y="34330"/>
                  </a:lnTo>
                  <a:lnTo>
                    <a:pt x="0" y="28821"/>
                  </a:lnTo>
                  <a:lnTo>
                    <a:pt x="1825" y="28787"/>
                  </a:lnTo>
                  <a:lnTo>
                    <a:pt x="3583" y="27459"/>
                  </a:lnTo>
                  <a:lnTo>
                    <a:pt x="1445" y="24290"/>
                  </a:lnTo>
                  <a:lnTo>
                    <a:pt x="4430" y="22670"/>
                  </a:lnTo>
                  <a:lnTo>
                    <a:pt x="11672" y="20573"/>
                  </a:lnTo>
                  <a:lnTo>
                    <a:pt x="19232" y="22057"/>
                  </a:lnTo>
                  <a:lnTo>
                    <a:pt x="20596" y="20167"/>
                  </a:lnTo>
                  <a:lnTo>
                    <a:pt x="20267" y="18418"/>
                  </a:lnTo>
                  <a:lnTo>
                    <a:pt x="23434" y="15983"/>
                  </a:lnTo>
                  <a:lnTo>
                    <a:pt x="30803" y="13702"/>
                  </a:lnTo>
                  <a:lnTo>
                    <a:pt x="32310" y="13018"/>
                  </a:lnTo>
                  <a:lnTo>
                    <a:pt x="34214" y="13937"/>
                  </a:lnTo>
                  <a:lnTo>
                    <a:pt x="35518" y="13593"/>
                  </a:lnTo>
                  <a:lnTo>
                    <a:pt x="37152" y="11199"/>
                  </a:lnTo>
                  <a:lnTo>
                    <a:pt x="38451" y="6225"/>
                  </a:lnTo>
                  <a:lnTo>
                    <a:pt x="42535" y="167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h2583"/>
            <p:cNvSpPr/>
            <p:nvPr/>
          </p:nvSpPr>
          <p:spPr>
            <a:xfrm>
              <a:off x="2944320" y="3047558"/>
              <a:ext cx="8306" cy="9430"/>
            </a:xfrm>
            <a:custGeom>
              <a:avLst/>
              <a:pathLst>
                <a:path w="8306" h="9430">
                  <a:moveTo>
                    <a:pt x="7178" y="1397"/>
                  </a:moveTo>
                  <a:lnTo>
                    <a:pt x="6967" y="5844"/>
                  </a:lnTo>
                  <a:lnTo>
                    <a:pt x="8306" y="8328"/>
                  </a:lnTo>
                  <a:lnTo>
                    <a:pt x="6189" y="9430"/>
                  </a:lnTo>
                  <a:lnTo>
                    <a:pt x="2259" y="9025"/>
                  </a:lnTo>
                  <a:lnTo>
                    <a:pt x="0" y="7613"/>
                  </a:lnTo>
                  <a:lnTo>
                    <a:pt x="2003" y="129"/>
                  </a:lnTo>
                  <a:lnTo>
                    <a:pt x="289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h2584"/>
            <p:cNvSpPr/>
            <p:nvPr/>
          </p:nvSpPr>
          <p:spPr>
            <a:xfrm>
              <a:off x="2910778" y="2977034"/>
              <a:ext cx="22603" cy="26472"/>
            </a:xfrm>
            <a:custGeom>
              <a:avLst/>
              <a:pathLst>
                <a:path w="22603" h="26472">
                  <a:moveTo>
                    <a:pt x="18186" y="0"/>
                  </a:moveTo>
                  <a:lnTo>
                    <a:pt x="18650" y="2082"/>
                  </a:lnTo>
                  <a:lnTo>
                    <a:pt x="22603" y="8974"/>
                  </a:lnTo>
                  <a:lnTo>
                    <a:pt x="16177" y="13559"/>
                  </a:lnTo>
                  <a:lnTo>
                    <a:pt x="11916" y="17967"/>
                  </a:lnTo>
                  <a:lnTo>
                    <a:pt x="7712" y="24704"/>
                  </a:lnTo>
                  <a:lnTo>
                    <a:pt x="5855" y="26472"/>
                  </a:lnTo>
                  <a:lnTo>
                    <a:pt x="1718" y="25318"/>
                  </a:lnTo>
                  <a:lnTo>
                    <a:pt x="69" y="23244"/>
                  </a:lnTo>
                  <a:lnTo>
                    <a:pt x="0" y="21865"/>
                  </a:lnTo>
                  <a:lnTo>
                    <a:pt x="921" y="19466"/>
                  </a:lnTo>
                  <a:lnTo>
                    <a:pt x="7417" y="14341"/>
                  </a:lnTo>
                  <a:lnTo>
                    <a:pt x="7784" y="12932"/>
                  </a:lnTo>
                  <a:lnTo>
                    <a:pt x="6836" y="10881"/>
                  </a:lnTo>
                  <a:lnTo>
                    <a:pt x="10244" y="5285"/>
                  </a:lnTo>
                  <a:lnTo>
                    <a:pt x="15172" y="28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h2585"/>
            <p:cNvSpPr/>
            <p:nvPr/>
          </p:nvSpPr>
          <p:spPr>
            <a:xfrm>
              <a:off x="2750869" y="2884107"/>
              <a:ext cx="27370" cy="24530"/>
            </a:xfrm>
            <a:custGeom>
              <a:avLst/>
              <a:pathLst>
                <a:path w="27370" h="24530">
                  <a:moveTo>
                    <a:pt x="23452" y="0"/>
                  </a:moveTo>
                  <a:lnTo>
                    <a:pt x="22597" y="3803"/>
                  </a:lnTo>
                  <a:lnTo>
                    <a:pt x="25782" y="4583"/>
                  </a:lnTo>
                  <a:lnTo>
                    <a:pt x="27370" y="7115"/>
                  </a:lnTo>
                  <a:lnTo>
                    <a:pt x="23874" y="8762"/>
                  </a:lnTo>
                  <a:lnTo>
                    <a:pt x="13934" y="15438"/>
                  </a:lnTo>
                  <a:lnTo>
                    <a:pt x="9011" y="20629"/>
                  </a:lnTo>
                  <a:lnTo>
                    <a:pt x="1879" y="24530"/>
                  </a:lnTo>
                  <a:lnTo>
                    <a:pt x="0" y="23046"/>
                  </a:lnTo>
                  <a:lnTo>
                    <a:pt x="924" y="20431"/>
                  </a:lnTo>
                  <a:lnTo>
                    <a:pt x="3890" y="17111"/>
                  </a:lnTo>
                  <a:lnTo>
                    <a:pt x="4362" y="17863"/>
                  </a:lnTo>
                  <a:lnTo>
                    <a:pt x="10942" y="15195"/>
                  </a:lnTo>
                  <a:lnTo>
                    <a:pt x="9074" y="12543"/>
                  </a:lnTo>
                  <a:lnTo>
                    <a:pt x="9168" y="10803"/>
                  </a:lnTo>
                  <a:lnTo>
                    <a:pt x="11417" y="4305"/>
                  </a:lnTo>
                  <a:lnTo>
                    <a:pt x="13651" y="2246"/>
                  </a:lnTo>
                  <a:lnTo>
                    <a:pt x="17156" y="1153"/>
                  </a:lnTo>
                  <a:lnTo>
                    <a:pt x="21733" y="109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h2586"/>
            <p:cNvSpPr/>
            <p:nvPr/>
          </p:nvSpPr>
          <p:spPr>
            <a:xfrm>
              <a:off x="3113293" y="3199795"/>
              <a:ext cx="41806" cy="64183"/>
            </a:xfrm>
            <a:custGeom>
              <a:avLst/>
              <a:pathLst>
                <a:path w="41806" h="64183">
                  <a:moveTo>
                    <a:pt x="19595" y="0"/>
                  </a:moveTo>
                  <a:lnTo>
                    <a:pt x="21189" y="3544"/>
                  </a:lnTo>
                  <a:lnTo>
                    <a:pt x="21052" y="4132"/>
                  </a:lnTo>
                  <a:lnTo>
                    <a:pt x="24441" y="5958"/>
                  </a:lnTo>
                  <a:lnTo>
                    <a:pt x="26915" y="10936"/>
                  </a:lnTo>
                  <a:lnTo>
                    <a:pt x="24940" y="13460"/>
                  </a:lnTo>
                  <a:lnTo>
                    <a:pt x="25104" y="14661"/>
                  </a:lnTo>
                  <a:lnTo>
                    <a:pt x="26931" y="15783"/>
                  </a:lnTo>
                  <a:lnTo>
                    <a:pt x="32033" y="14210"/>
                  </a:lnTo>
                  <a:lnTo>
                    <a:pt x="35101" y="14972"/>
                  </a:lnTo>
                  <a:lnTo>
                    <a:pt x="33800" y="15472"/>
                  </a:lnTo>
                  <a:lnTo>
                    <a:pt x="34139" y="18226"/>
                  </a:lnTo>
                  <a:lnTo>
                    <a:pt x="41806" y="17093"/>
                  </a:lnTo>
                  <a:lnTo>
                    <a:pt x="41086" y="18831"/>
                  </a:lnTo>
                  <a:lnTo>
                    <a:pt x="38850" y="19097"/>
                  </a:lnTo>
                  <a:lnTo>
                    <a:pt x="38120" y="20928"/>
                  </a:lnTo>
                  <a:lnTo>
                    <a:pt x="39422" y="22949"/>
                  </a:lnTo>
                  <a:lnTo>
                    <a:pt x="41220" y="23510"/>
                  </a:lnTo>
                  <a:lnTo>
                    <a:pt x="33473" y="25847"/>
                  </a:lnTo>
                  <a:lnTo>
                    <a:pt x="29668" y="22008"/>
                  </a:lnTo>
                  <a:lnTo>
                    <a:pt x="26058" y="27792"/>
                  </a:lnTo>
                  <a:lnTo>
                    <a:pt x="25330" y="32085"/>
                  </a:lnTo>
                  <a:lnTo>
                    <a:pt x="36353" y="45357"/>
                  </a:lnTo>
                  <a:lnTo>
                    <a:pt x="36904" y="52408"/>
                  </a:lnTo>
                  <a:lnTo>
                    <a:pt x="33925" y="57584"/>
                  </a:lnTo>
                  <a:lnTo>
                    <a:pt x="26039" y="60983"/>
                  </a:lnTo>
                  <a:lnTo>
                    <a:pt x="24626" y="60041"/>
                  </a:lnTo>
                  <a:lnTo>
                    <a:pt x="21800" y="60791"/>
                  </a:lnTo>
                  <a:lnTo>
                    <a:pt x="21145" y="62119"/>
                  </a:lnTo>
                  <a:lnTo>
                    <a:pt x="21575" y="62733"/>
                  </a:lnTo>
                  <a:lnTo>
                    <a:pt x="20322" y="63171"/>
                  </a:lnTo>
                  <a:lnTo>
                    <a:pt x="9192" y="62558"/>
                  </a:lnTo>
                  <a:lnTo>
                    <a:pt x="4267" y="64183"/>
                  </a:lnTo>
                  <a:lnTo>
                    <a:pt x="3589" y="60607"/>
                  </a:lnTo>
                  <a:lnTo>
                    <a:pt x="0" y="59258"/>
                  </a:lnTo>
                  <a:lnTo>
                    <a:pt x="4159" y="49604"/>
                  </a:lnTo>
                  <a:lnTo>
                    <a:pt x="5172" y="49041"/>
                  </a:lnTo>
                  <a:lnTo>
                    <a:pt x="8224" y="49419"/>
                  </a:lnTo>
                  <a:lnTo>
                    <a:pt x="12049" y="36980"/>
                  </a:lnTo>
                  <a:lnTo>
                    <a:pt x="9926" y="36282"/>
                  </a:lnTo>
                  <a:lnTo>
                    <a:pt x="7973" y="32585"/>
                  </a:lnTo>
                  <a:lnTo>
                    <a:pt x="8855" y="31279"/>
                  </a:lnTo>
                  <a:lnTo>
                    <a:pt x="8732" y="22841"/>
                  </a:lnTo>
                  <a:lnTo>
                    <a:pt x="10311" y="19412"/>
                  </a:lnTo>
                  <a:lnTo>
                    <a:pt x="13322" y="19011"/>
                  </a:lnTo>
                  <a:lnTo>
                    <a:pt x="19276" y="12040"/>
                  </a:lnTo>
                  <a:lnTo>
                    <a:pt x="18783" y="10599"/>
                  </a:lnTo>
                  <a:lnTo>
                    <a:pt x="16726" y="9751"/>
                  </a:lnTo>
                  <a:lnTo>
                    <a:pt x="14244" y="7250"/>
                  </a:lnTo>
                  <a:lnTo>
                    <a:pt x="14411" y="1500"/>
                  </a:lnTo>
                  <a:lnTo>
                    <a:pt x="16463" y="25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h2587"/>
            <p:cNvSpPr/>
            <p:nvPr/>
          </p:nvSpPr>
          <p:spPr>
            <a:xfrm>
              <a:off x="2947492" y="3110568"/>
              <a:ext cx="19425" cy="18033"/>
            </a:xfrm>
            <a:custGeom>
              <a:avLst/>
              <a:pathLst>
                <a:path w="19425" h="18033">
                  <a:moveTo>
                    <a:pt x="14320" y="559"/>
                  </a:moveTo>
                  <a:lnTo>
                    <a:pt x="13478" y="1165"/>
                  </a:lnTo>
                  <a:lnTo>
                    <a:pt x="13715" y="3473"/>
                  </a:lnTo>
                  <a:lnTo>
                    <a:pt x="15928" y="10286"/>
                  </a:lnTo>
                  <a:lnTo>
                    <a:pt x="16864" y="11065"/>
                  </a:lnTo>
                  <a:lnTo>
                    <a:pt x="18652" y="10951"/>
                  </a:lnTo>
                  <a:lnTo>
                    <a:pt x="19425" y="17523"/>
                  </a:lnTo>
                  <a:lnTo>
                    <a:pt x="16988" y="18033"/>
                  </a:lnTo>
                  <a:lnTo>
                    <a:pt x="13077" y="17328"/>
                  </a:lnTo>
                  <a:lnTo>
                    <a:pt x="13693" y="13594"/>
                  </a:lnTo>
                  <a:lnTo>
                    <a:pt x="11717" y="11747"/>
                  </a:lnTo>
                  <a:lnTo>
                    <a:pt x="5401" y="11696"/>
                  </a:lnTo>
                  <a:lnTo>
                    <a:pt x="3895" y="8638"/>
                  </a:lnTo>
                  <a:lnTo>
                    <a:pt x="1073" y="9548"/>
                  </a:lnTo>
                  <a:lnTo>
                    <a:pt x="0" y="6291"/>
                  </a:lnTo>
                  <a:lnTo>
                    <a:pt x="620" y="1698"/>
                  </a:lnTo>
                  <a:lnTo>
                    <a:pt x="2740" y="326"/>
                  </a:lnTo>
                  <a:lnTo>
                    <a:pt x="4983" y="1778"/>
                  </a:lnTo>
                  <a:lnTo>
                    <a:pt x="10502" y="1242"/>
                  </a:lnTo>
                  <a:lnTo>
                    <a:pt x="1293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h2588"/>
            <p:cNvSpPr/>
            <p:nvPr/>
          </p:nvSpPr>
          <p:spPr>
            <a:xfrm>
              <a:off x="2921658" y="3134392"/>
              <a:ext cx="13564" cy="8723"/>
            </a:xfrm>
            <a:custGeom>
              <a:avLst/>
              <a:pathLst>
                <a:path w="13564" h="8723">
                  <a:moveTo>
                    <a:pt x="5238" y="0"/>
                  </a:moveTo>
                  <a:lnTo>
                    <a:pt x="10804" y="2109"/>
                  </a:lnTo>
                  <a:lnTo>
                    <a:pt x="13564" y="6529"/>
                  </a:lnTo>
                  <a:lnTo>
                    <a:pt x="7738" y="7483"/>
                  </a:lnTo>
                  <a:lnTo>
                    <a:pt x="4911" y="8723"/>
                  </a:lnTo>
                  <a:lnTo>
                    <a:pt x="2033" y="6221"/>
                  </a:lnTo>
                  <a:lnTo>
                    <a:pt x="0" y="176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h2589"/>
            <p:cNvSpPr/>
            <p:nvPr/>
          </p:nvSpPr>
          <p:spPr>
            <a:xfrm>
              <a:off x="3272080" y="3231553"/>
              <a:ext cx="17587" cy="21279"/>
            </a:xfrm>
            <a:custGeom>
              <a:avLst/>
              <a:pathLst>
                <a:path w="17587" h="21279">
                  <a:moveTo>
                    <a:pt x="15155" y="0"/>
                  </a:moveTo>
                  <a:lnTo>
                    <a:pt x="17587" y="844"/>
                  </a:lnTo>
                  <a:lnTo>
                    <a:pt x="17558" y="1771"/>
                  </a:lnTo>
                  <a:lnTo>
                    <a:pt x="15162" y="7302"/>
                  </a:lnTo>
                  <a:lnTo>
                    <a:pt x="11232" y="10604"/>
                  </a:lnTo>
                  <a:lnTo>
                    <a:pt x="14495" y="18193"/>
                  </a:lnTo>
                  <a:lnTo>
                    <a:pt x="14308" y="20011"/>
                  </a:lnTo>
                  <a:lnTo>
                    <a:pt x="12717" y="21279"/>
                  </a:lnTo>
                  <a:lnTo>
                    <a:pt x="3710" y="20949"/>
                  </a:lnTo>
                  <a:lnTo>
                    <a:pt x="1824" y="15680"/>
                  </a:lnTo>
                  <a:lnTo>
                    <a:pt x="4451" y="11249"/>
                  </a:lnTo>
                  <a:lnTo>
                    <a:pt x="0" y="5610"/>
                  </a:lnTo>
                  <a:lnTo>
                    <a:pt x="4602" y="2210"/>
                  </a:lnTo>
                  <a:lnTo>
                    <a:pt x="6318" y="4618"/>
                  </a:lnTo>
                  <a:lnTo>
                    <a:pt x="14288" y="57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h2590"/>
            <p:cNvSpPr/>
            <p:nvPr/>
          </p:nvSpPr>
          <p:spPr>
            <a:xfrm>
              <a:off x="2799154" y="2879117"/>
              <a:ext cx="31505" cy="49375"/>
            </a:xfrm>
            <a:custGeom>
              <a:avLst/>
              <a:pathLst>
                <a:path w="31505" h="49375">
                  <a:moveTo>
                    <a:pt x="18753" y="2155"/>
                  </a:moveTo>
                  <a:lnTo>
                    <a:pt x="22462" y="5592"/>
                  </a:lnTo>
                  <a:lnTo>
                    <a:pt x="22360" y="6979"/>
                  </a:lnTo>
                  <a:lnTo>
                    <a:pt x="23391" y="8023"/>
                  </a:lnTo>
                  <a:lnTo>
                    <a:pt x="27331" y="5134"/>
                  </a:lnTo>
                  <a:lnTo>
                    <a:pt x="27984" y="2252"/>
                  </a:lnTo>
                  <a:lnTo>
                    <a:pt x="29522" y="2723"/>
                  </a:lnTo>
                  <a:lnTo>
                    <a:pt x="30668" y="5493"/>
                  </a:lnTo>
                  <a:lnTo>
                    <a:pt x="27607" y="7590"/>
                  </a:lnTo>
                  <a:lnTo>
                    <a:pt x="26754" y="13515"/>
                  </a:lnTo>
                  <a:lnTo>
                    <a:pt x="28600" y="14159"/>
                  </a:lnTo>
                  <a:lnTo>
                    <a:pt x="30873" y="12278"/>
                  </a:lnTo>
                  <a:lnTo>
                    <a:pt x="27770" y="23019"/>
                  </a:lnTo>
                  <a:lnTo>
                    <a:pt x="29060" y="28824"/>
                  </a:lnTo>
                  <a:lnTo>
                    <a:pt x="31505" y="35058"/>
                  </a:lnTo>
                  <a:lnTo>
                    <a:pt x="30039" y="38932"/>
                  </a:lnTo>
                  <a:lnTo>
                    <a:pt x="26972" y="42447"/>
                  </a:lnTo>
                  <a:lnTo>
                    <a:pt x="21221" y="46258"/>
                  </a:lnTo>
                  <a:lnTo>
                    <a:pt x="20786" y="49375"/>
                  </a:lnTo>
                  <a:lnTo>
                    <a:pt x="17857" y="47404"/>
                  </a:lnTo>
                  <a:lnTo>
                    <a:pt x="15129" y="40002"/>
                  </a:lnTo>
                  <a:lnTo>
                    <a:pt x="16445" y="38393"/>
                  </a:lnTo>
                  <a:lnTo>
                    <a:pt x="15947" y="35119"/>
                  </a:lnTo>
                  <a:lnTo>
                    <a:pt x="9726" y="29940"/>
                  </a:lnTo>
                  <a:lnTo>
                    <a:pt x="6183" y="37059"/>
                  </a:lnTo>
                  <a:lnTo>
                    <a:pt x="4854" y="36814"/>
                  </a:lnTo>
                  <a:lnTo>
                    <a:pt x="3801" y="36313"/>
                  </a:lnTo>
                  <a:lnTo>
                    <a:pt x="2363" y="33300"/>
                  </a:lnTo>
                  <a:lnTo>
                    <a:pt x="4107" y="28839"/>
                  </a:lnTo>
                  <a:lnTo>
                    <a:pt x="3734" y="27752"/>
                  </a:lnTo>
                  <a:lnTo>
                    <a:pt x="0" y="26133"/>
                  </a:lnTo>
                  <a:lnTo>
                    <a:pt x="1105" y="22757"/>
                  </a:lnTo>
                  <a:lnTo>
                    <a:pt x="2182" y="22121"/>
                  </a:lnTo>
                  <a:lnTo>
                    <a:pt x="5051" y="21889"/>
                  </a:lnTo>
                  <a:lnTo>
                    <a:pt x="7288" y="16341"/>
                  </a:lnTo>
                  <a:lnTo>
                    <a:pt x="2724" y="8888"/>
                  </a:lnTo>
                  <a:lnTo>
                    <a:pt x="4167" y="4446"/>
                  </a:lnTo>
                  <a:lnTo>
                    <a:pt x="5336" y="3136"/>
                  </a:lnTo>
                  <a:lnTo>
                    <a:pt x="8087" y="4222"/>
                  </a:lnTo>
                  <a:lnTo>
                    <a:pt x="1242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h2591"/>
            <p:cNvSpPr/>
            <p:nvPr/>
          </p:nvSpPr>
          <p:spPr>
            <a:xfrm>
              <a:off x="3074367" y="3166746"/>
              <a:ext cx="30895" cy="33841"/>
            </a:xfrm>
            <a:custGeom>
              <a:avLst/>
              <a:pathLst>
                <a:path w="30895" h="33841">
                  <a:moveTo>
                    <a:pt x="14956" y="3494"/>
                  </a:moveTo>
                  <a:lnTo>
                    <a:pt x="23196" y="11756"/>
                  </a:lnTo>
                  <a:lnTo>
                    <a:pt x="22493" y="16262"/>
                  </a:lnTo>
                  <a:lnTo>
                    <a:pt x="23409" y="18817"/>
                  </a:lnTo>
                  <a:lnTo>
                    <a:pt x="26939" y="20767"/>
                  </a:lnTo>
                  <a:lnTo>
                    <a:pt x="29614" y="20816"/>
                  </a:lnTo>
                  <a:lnTo>
                    <a:pt x="30895" y="24423"/>
                  </a:lnTo>
                  <a:lnTo>
                    <a:pt x="29952" y="29599"/>
                  </a:lnTo>
                  <a:lnTo>
                    <a:pt x="28771" y="31788"/>
                  </a:lnTo>
                  <a:lnTo>
                    <a:pt x="20448" y="33841"/>
                  </a:lnTo>
                  <a:lnTo>
                    <a:pt x="16952" y="33620"/>
                  </a:lnTo>
                  <a:lnTo>
                    <a:pt x="14898" y="33220"/>
                  </a:lnTo>
                  <a:lnTo>
                    <a:pt x="16118" y="29253"/>
                  </a:lnTo>
                  <a:lnTo>
                    <a:pt x="13787" y="26638"/>
                  </a:lnTo>
                  <a:lnTo>
                    <a:pt x="10454" y="26243"/>
                  </a:lnTo>
                  <a:lnTo>
                    <a:pt x="10189" y="26872"/>
                  </a:lnTo>
                  <a:lnTo>
                    <a:pt x="3919" y="27159"/>
                  </a:lnTo>
                  <a:lnTo>
                    <a:pt x="1810" y="26049"/>
                  </a:lnTo>
                  <a:lnTo>
                    <a:pt x="1995" y="23160"/>
                  </a:lnTo>
                  <a:lnTo>
                    <a:pt x="1212" y="20463"/>
                  </a:lnTo>
                  <a:lnTo>
                    <a:pt x="0" y="19456"/>
                  </a:lnTo>
                  <a:lnTo>
                    <a:pt x="4456" y="15199"/>
                  </a:lnTo>
                  <a:lnTo>
                    <a:pt x="14039" y="6986"/>
                  </a:lnTo>
                  <a:lnTo>
                    <a:pt x="13489" y="4829"/>
                  </a:lnTo>
                  <a:lnTo>
                    <a:pt x="14351" y="1013"/>
                  </a:lnTo>
                  <a:lnTo>
                    <a:pt x="1611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h2592"/>
            <p:cNvSpPr/>
            <p:nvPr/>
          </p:nvSpPr>
          <p:spPr>
            <a:xfrm>
              <a:off x="2938349" y="3130937"/>
              <a:ext cx="14466" cy="24645"/>
            </a:xfrm>
            <a:custGeom>
              <a:avLst/>
              <a:pathLst>
                <a:path w="14466" h="24645">
                  <a:moveTo>
                    <a:pt x="4781" y="0"/>
                  </a:moveTo>
                  <a:lnTo>
                    <a:pt x="7698" y="1632"/>
                  </a:lnTo>
                  <a:lnTo>
                    <a:pt x="11263" y="10581"/>
                  </a:lnTo>
                  <a:lnTo>
                    <a:pt x="14466" y="15410"/>
                  </a:lnTo>
                  <a:lnTo>
                    <a:pt x="14199" y="18919"/>
                  </a:lnTo>
                  <a:lnTo>
                    <a:pt x="12620" y="19594"/>
                  </a:lnTo>
                  <a:lnTo>
                    <a:pt x="13127" y="21597"/>
                  </a:lnTo>
                  <a:lnTo>
                    <a:pt x="9659" y="24645"/>
                  </a:lnTo>
                  <a:lnTo>
                    <a:pt x="8447" y="23872"/>
                  </a:lnTo>
                  <a:lnTo>
                    <a:pt x="5932" y="20393"/>
                  </a:lnTo>
                  <a:lnTo>
                    <a:pt x="5224" y="19262"/>
                  </a:lnTo>
                  <a:lnTo>
                    <a:pt x="0" y="14932"/>
                  </a:lnTo>
                  <a:lnTo>
                    <a:pt x="2040" y="12524"/>
                  </a:lnTo>
                  <a:lnTo>
                    <a:pt x="2153" y="11227"/>
                  </a:lnTo>
                  <a:lnTo>
                    <a:pt x="123" y="8668"/>
                  </a:lnTo>
                  <a:lnTo>
                    <a:pt x="2909" y="1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h2593"/>
            <p:cNvSpPr/>
            <p:nvPr/>
          </p:nvSpPr>
          <p:spPr>
            <a:xfrm>
              <a:off x="2898309" y="3002353"/>
              <a:ext cx="18324" cy="42550"/>
            </a:xfrm>
            <a:custGeom>
              <a:avLst/>
              <a:pathLst>
                <a:path w="18324" h="42550">
                  <a:moveTo>
                    <a:pt x="18324" y="1153"/>
                  </a:moveTo>
                  <a:lnTo>
                    <a:pt x="14863" y="6303"/>
                  </a:lnTo>
                  <a:lnTo>
                    <a:pt x="15434" y="10844"/>
                  </a:lnTo>
                  <a:lnTo>
                    <a:pt x="16858" y="14500"/>
                  </a:lnTo>
                  <a:lnTo>
                    <a:pt x="14245" y="18808"/>
                  </a:lnTo>
                  <a:lnTo>
                    <a:pt x="11911" y="23592"/>
                  </a:lnTo>
                  <a:lnTo>
                    <a:pt x="11706" y="25502"/>
                  </a:lnTo>
                  <a:lnTo>
                    <a:pt x="12134" y="32402"/>
                  </a:lnTo>
                  <a:lnTo>
                    <a:pt x="13968" y="38654"/>
                  </a:lnTo>
                  <a:lnTo>
                    <a:pt x="11915" y="41530"/>
                  </a:lnTo>
                  <a:lnTo>
                    <a:pt x="8908" y="42550"/>
                  </a:lnTo>
                  <a:lnTo>
                    <a:pt x="9390" y="40686"/>
                  </a:lnTo>
                  <a:lnTo>
                    <a:pt x="8653" y="39469"/>
                  </a:lnTo>
                  <a:lnTo>
                    <a:pt x="4066" y="42315"/>
                  </a:lnTo>
                  <a:lnTo>
                    <a:pt x="0" y="39637"/>
                  </a:lnTo>
                  <a:lnTo>
                    <a:pt x="3982" y="35651"/>
                  </a:lnTo>
                  <a:lnTo>
                    <a:pt x="9343" y="34455"/>
                  </a:lnTo>
                  <a:lnTo>
                    <a:pt x="8852" y="32714"/>
                  </a:lnTo>
                  <a:lnTo>
                    <a:pt x="5520" y="28591"/>
                  </a:lnTo>
                  <a:lnTo>
                    <a:pt x="6885" y="24471"/>
                  </a:lnTo>
                  <a:lnTo>
                    <a:pt x="7188" y="16711"/>
                  </a:lnTo>
                  <a:lnTo>
                    <a:pt x="8714" y="7500"/>
                  </a:lnTo>
                  <a:lnTo>
                    <a:pt x="11154" y="2739"/>
                  </a:lnTo>
                  <a:lnTo>
                    <a:pt x="1418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h2594"/>
            <p:cNvSpPr/>
            <p:nvPr/>
          </p:nvSpPr>
          <p:spPr>
            <a:xfrm>
              <a:off x="2969275" y="3070618"/>
              <a:ext cx="15553" cy="16555"/>
            </a:xfrm>
            <a:custGeom>
              <a:avLst/>
              <a:pathLst>
                <a:path w="15553" h="16555">
                  <a:moveTo>
                    <a:pt x="7542" y="0"/>
                  </a:moveTo>
                  <a:lnTo>
                    <a:pt x="10212" y="2921"/>
                  </a:lnTo>
                  <a:lnTo>
                    <a:pt x="11699" y="8803"/>
                  </a:lnTo>
                  <a:lnTo>
                    <a:pt x="13052" y="10290"/>
                  </a:lnTo>
                  <a:lnTo>
                    <a:pt x="14764" y="10714"/>
                  </a:lnTo>
                  <a:lnTo>
                    <a:pt x="15553" y="15928"/>
                  </a:lnTo>
                  <a:lnTo>
                    <a:pt x="12324" y="16555"/>
                  </a:lnTo>
                  <a:lnTo>
                    <a:pt x="9540" y="10672"/>
                  </a:lnTo>
                  <a:lnTo>
                    <a:pt x="7663" y="10976"/>
                  </a:lnTo>
                  <a:lnTo>
                    <a:pt x="2960" y="8112"/>
                  </a:lnTo>
                  <a:lnTo>
                    <a:pt x="1894" y="4966"/>
                  </a:lnTo>
                  <a:lnTo>
                    <a:pt x="2364" y="5192"/>
                  </a:lnTo>
                  <a:lnTo>
                    <a:pt x="2791" y="4164"/>
                  </a:lnTo>
                  <a:lnTo>
                    <a:pt x="0" y="1749"/>
                  </a:lnTo>
                  <a:lnTo>
                    <a:pt x="224" y="271"/>
                  </a:lnTo>
                  <a:lnTo>
                    <a:pt x="4956" y="3142"/>
                  </a:lnTo>
                  <a:lnTo>
                    <a:pt x="4568" y="44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h2595"/>
            <p:cNvSpPr/>
            <p:nvPr/>
          </p:nvSpPr>
          <p:spPr>
            <a:xfrm>
              <a:off x="3230790" y="3239431"/>
              <a:ext cx="21840" cy="42479"/>
            </a:xfrm>
            <a:custGeom>
              <a:avLst/>
              <a:pathLst>
                <a:path w="21840" h="42479">
                  <a:moveTo>
                    <a:pt x="10566" y="836"/>
                  </a:moveTo>
                  <a:lnTo>
                    <a:pt x="12277" y="2123"/>
                  </a:lnTo>
                  <a:lnTo>
                    <a:pt x="12216" y="2408"/>
                  </a:lnTo>
                  <a:lnTo>
                    <a:pt x="12216" y="2692"/>
                  </a:lnTo>
                  <a:lnTo>
                    <a:pt x="12487" y="5301"/>
                  </a:lnTo>
                  <a:lnTo>
                    <a:pt x="14574" y="7834"/>
                  </a:lnTo>
                  <a:lnTo>
                    <a:pt x="15233" y="8671"/>
                  </a:lnTo>
                  <a:lnTo>
                    <a:pt x="13171" y="13716"/>
                  </a:lnTo>
                  <a:lnTo>
                    <a:pt x="13385" y="17814"/>
                  </a:lnTo>
                  <a:lnTo>
                    <a:pt x="15920" y="19498"/>
                  </a:lnTo>
                  <a:lnTo>
                    <a:pt x="18926" y="19770"/>
                  </a:lnTo>
                  <a:lnTo>
                    <a:pt x="20726" y="23096"/>
                  </a:lnTo>
                  <a:lnTo>
                    <a:pt x="21840" y="26199"/>
                  </a:lnTo>
                  <a:lnTo>
                    <a:pt x="15869" y="34052"/>
                  </a:lnTo>
                  <a:lnTo>
                    <a:pt x="16073" y="42173"/>
                  </a:lnTo>
                  <a:lnTo>
                    <a:pt x="14558" y="42479"/>
                  </a:lnTo>
                  <a:lnTo>
                    <a:pt x="15217" y="40549"/>
                  </a:lnTo>
                  <a:lnTo>
                    <a:pt x="13198" y="38727"/>
                  </a:lnTo>
                  <a:lnTo>
                    <a:pt x="12374" y="39248"/>
                  </a:lnTo>
                  <a:lnTo>
                    <a:pt x="12779" y="40403"/>
                  </a:lnTo>
                  <a:lnTo>
                    <a:pt x="11163" y="40043"/>
                  </a:lnTo>
                  <a:lnTo>
                    <a:pt x="2878" y="32286"/>
                  </a:lnTo>
                  <a:lnTo>
                    <a:pt x="3408" y="27315"/>
                  </a:lnTo>
                  <a:lnTo>
                    <a:pt x="6278" y="24979"/>
                  </a:lnTo>
                  <a:lnTo>
                    <a:pt x="7775" y="24850"/>
                  </a:lnTo>
                  <a:lnTo>
                    <a:pt x="10593" y="21180"/>
                  </a:lnTo>
                  <a:lnTo>
                    <a:pt x="10002" y="19286"/>
                  </a:lnTo>
                  <a:lnTo>
                    <a:pt x="3769" y="18545"/>
                  </a:lnTo>
                  <a:lnTo>
                    <a:pt x="886" y="11203"/>
                  </a:lnTo>
                  <a:lnTo>
                    <a:pt x="0" y="6227"/>
                  </a:lnTo>
                  <a:lnTo>
                    <a:pt x="3511" y="3588"/>
                  </a:lnTo>
                  <a:lnTo>
                    <a:pt x="243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h2596"/>
            <p:cNvSpPr/>
            <p:nvPr/>
          </p:nvSpPr>
          <p:spPr>
            <a:xfrm>
              <a:off x="3035229" y="3111709"/>
              <a:ext cx="16139" cy="19259"/>
            </a:xfrm>
            <a:custGeom>
              <a:avLst/>
              <a:pathLst>
                <a:path w="16139" h="19259">
                  <a:moveTo>
                    <a:pt x="4713" y="0"/>
                  </a:moveTo>
                  <a:lnTo>
                    <a:pt x="6665" y="2251"/>
                  </a:lnTo>
                  <a:lnTo>
                    <a:pt x="10701" y="2831"/>
                  </a:lnTo>
                  <a:lnTo>
                    <a:pt x="11690" y="1789"/>
                  </a:lnTo>
                  <a:lnTo>
                    <a:pt x="14889" y="1252"/>
                  </a:lnTo>
                  <a:lnTo>
                    <a:pt x="16139" y="2423"/>
                  </a:lnTo>
                  <a:lnTo>
                    <a:pt x="14618" y="7579"/>
                  </a:lnTo>
                  <a:lnTo>
                    <a:pt x="7583" y="15371"/>
                  </a:lnTo>
                  <a:lnTo>
                    <a:pt x="5596" y="19259"/>
                  </a:lnTo>
                  <a:lnTo>
                    <a:pt x="3608" y="19089"/>
                  </a:lnTo>
                  <a:lnTo>
                    <a:pt x="2638" y="15831"/>
                  </a:lnTo>
                  <a:lnTo>
                    <a:pt x="92" y="12017"/>
                  </a:lnTo>
                  <a:lnTo>
                    <a:pt x="0" y="4826"/>
                  </a:lnTo>
                  <a:lnTo>
                    <a:pt x="2435" y="53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h2597"/>
            <p:cNvSpPr/>
            <p:nvPr/>
          </p:nvSpPr>
          <p:spPr>
            <a:xfrm>
              <a:off x="3181605" y="3297154"/>
              <a:ext cx="71421" cy="52719"/>
            </a:xfrm>
            <a:custGeom>
              <a:avLst/>
              <a:pathLst>
                <a:path w="71421" h="52719">
                  <a:moveTo>
                    <a:pt x="49230" y="46"/>
                  </a:moveTo>
                  <a:lnTo>
                    <a:pt x="50095" y="698"/>
                  </a:lnTo>
                  <a:lnTo>
                    <a:pt x="55623" y="296"/>
                  </a:lnTo>
                  <a:lnTo>
                    <a:pt x="56834" y="2177"/>
                  </a:lnTo>
                  <a:lnTo>
                    <a:pt x="60891" y="4392"/>
                  </a:lnTo>
                  <a:lnTo>
                    <a:pt x="62315" y="6007"/>
                  </a:lnTo>
                  <a:lnTo>
                    <a:pt x="60612" y="10781"/>
                  </a:lnTo>
                  <a:lnTo>
                    <a:pt x="57340" y="13450"/>
                  </a:lnTo>
                  <a:lnTo>
                    <a:pt x="52084" y="14379"/>
                  </a:lnTo>
                  <a:lnTo>
                    <a:pt x="49780" y="13517"/>
                  </a:lnTo>
                  <a:lnTo>
                    <a:pt x="48020" y="11477"/>
                  </a:lnTo>
                  <a:lnTo>
                    <a:pt x="46812" y="11528"/>
                  </a:lnTo>
                  <a:lnTo>
                    <a:pt x="44960" y="13418"/>
                  </a:lnTo>
                  <a:lnTo>
                    <a:pt x="44882" y="16617"/>
                  </a:lnTo>
                  <a:lnTo>
                    <a:pt x="50476" y="20904"/>
                  </a:lnTo>
                  <a:lnTo>
                    <a:pt x="53711" y="17973"/>
                  </a:lnTo>
                  <a:lnTo>
                    <a:pt x="58644" y="17581"/>
                  </a:lnTo>
                  <a:lnTo>
                    <a:pt x="60764" y="20622"/>
                  </a:lnTo>
                  <a:lnTo>
                    <a:pt x="60327" y="27388"/>
                  </a:lnTo>
                  <a:lnTo>
                    <a:pt x="61809" y="28495"/>
                  </a:lnTo>
                  <a:lnTo>
                    <a:pt x="66005" y="26072"/>
                  </a:lnTo>
                  <a:lnTo>
                    <a:pt x="70741" y="26471"/>
                  </a:lnTo>
                  <a:lnTo>
                    <a:pt x="71421" y="29441"/>
                  </a:lnTo>
                  <a:lnTo>
                    <a:pt x="70381" y="28467"/>
                  </a:lnTo>
                  <a:lnTo>
                    <a:pt x="68655" y="28442"/>
                  </a:lnTo>
                  <a:lnTo>
                    <a:pt x="70790" y="32818"/>
                  </a:lnTo>
                  <a:lnTo>
                    <a:pt x="65427" y="32503"/>
                  </a:lnTo>
                  <a:lnTo>
                    <a:pt x="65283" y="37950"/>
                  </a:lnTo>
                  <a:lnTo>
                    <a:pt x="61825" y="38412"/>
                  </a:lnTo>
                  <a:lnTo>
                    <a:pt x="58588" y="40219"/>
                  </a:lnTo>
                  <a:lnTo>
                    <a:pt x="58786" y="49546"/>
                  </a:lnTo>
                  <a:lnTo>
                    <a:pt x="60480" y="52719"/>
                  </a:lnTo>
                  <a:lnTo>
                    <a:pt x="50341" y="52689"/>
                  </a:lnTo>
                  <a:lnTo>
                    <a:pt x="37766" y="52653"/>
                  </a:lnTo>
                  <a:lnTo>
                    <a:pt x="37673" y="51294"/>
                  </a:lnTo>
                  <a:lnTo>
                    <a:pt x="39103" y="49961"/>
                  </a:lnTo>
                  <a:lnTo>
                    <a:pt x="40520" y="44873"/>
                  </a:lnTo>
                  <a:lnTo>
                    <a:pt x="39238" y="41289"/>
                  </a:lnTo>
                  <a:lnTo>
                    <a:pt x="41346" y="38466"/>
                  </a:lnTo>
                  <a:lnTo>
                    <a:pt x="41050" y="37034"/>
                  </a:lnTo>
                  <a:lnTo>
                    <a:pt x="30767" y="34917"/>
                  </a:lnTo>
                  <a:lnTo>
                    <a:pt x="17195" y="30048"/>
                  </a:lnTo>
                  <a:lnTo>
                    <a:pt x="11069" y="22562"/>
                  </a:lnTo>
                  <a:lnTo>
                    <a:pt x="0" y="9035"/>
                  </a:lnTo>
                  <a:lnTo>
                    <a:pt x="813" y="8039"/>
                  </a:lnTo>
                  <a:lnTo>
                    <a:pt x="6501" y="5558"/>
                  </a:lnTo>
                  <a:lnTo>
                    <a:pt x="17973" y="3823"/>
                  </a:lnTo>
                  <a:lnTo>
                    <a:pt x="20219" y="4138"/>
                  </a:lnTo>
                  <a:lnTo>
                    <a:pt x="4540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h2598"/>
            <p:cNvSpPr/>
            <p:nvPr/>
          </p:nvSpPr>
          <p:spPr>
            <a:xfrm>
              <a:off x="2927426" y="3055613"/>
              <a:ext cx="32343" cy="18433"/>
            </a:xfrm>
            <a:custGeom>
              <a:avLst/>
              <a:pathLst>
                <a:path w="32343" h="18433">
                  <a:moveTo>
                    <a:pt x="5497" y="0"/>
                  </a:moveTo>
                  <a:lnTo>
                    <a:pt x="8210" y="704"/>
                  </a:lnTo>
                  <a:lnTo>
                    <a:pt x="11650" y="3015"/>
                  </a:lnTo>
                  <a:lnTo>
                    <a:pt x="19200" y="8950"/>
                  </a:lnTo>
                  <a:lnTo>
                    <a:pt x="25337" y="12310"/>
                  </a:lnTo>
                  <a:lnTo>
                    <a:pt x="30787" y="17868"/>
                  </a:lnTo>
                  <a:lnTo>
                    <a:pt x="32343" y="18212"/>
                  </a:lnTo>
                  <a:lnTo>
                    <a:pt x="30989" y="18433"/>
                  </a:lnTo>
                  <a:lnTo>
                    <a:pt x="28053" y="16625"/>
                  </a:lnTo>
                  <a:lnTo>
                    <a:pt x="20817" y="15047"/>
                  </a:lnTo>
                  <a:lnTo>
                    <a:pt x="15447" y="16709"/>
                  </a:lnTo>
                  <a:lnTo>
                    <a:pt x="12102" y="16392"/>
                  </a:lnTo>
                  <a:lnTo>
                    <a:pt x="7421" y="12875"/>
                  </a:lnTo>
                  <a:lnTo>
                    <a:pt x="2423" y="13114"/>
                  </a:lnTo>
                  <a:lnTo>
                    <a:pt x="605" y="9832"/>
                  </a:lnTo>
                  <a:lnTo>
                    <a:pt x="1012" y="8298"/>
                  </a:lnTo>
                  <a:lnTo>
                    <a:pt x="0" y="6003"/>
                  </a:lnTo>
                  <a:lnTo>
                    <a:pt x="181" y="458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h2599"/>
            <p:cNvSpPr/>
            <p:nvPr/>
          </p:nvSpPr>
          <p:spPr>
            <a:xfrm>
              <a:off x="2957347" y="3150148"/>
              <a:ext cx="4064" cy="5278"/>
            </a:xfrm>
            <a:custGeom>
              <a:avLst/>
              <a:pathLst>
                <a:path w="4064" h="5278">
                  <a:moveTo>
                    <a:pt x="4064" y="1065"/>
                  </a:moveTo>
                  <a:lnTo>
                    <a:pt x="2804" y="4411"/>
                  </a:lnTo>
                  <a:lnTo>
                    <a:pt x="58" y="5278"/>
                  </a:lnTo>
                  <a:lnTo>
                    <a:pt x="24" y="3750"/>
                  </a:lnTo>
                  <a:lnTo>
                    <a:pt x="799" y="3824"/>
                  </a:lnTo>
                  <a:lnTo>
                    <a:pt x="1188" y="2772"/>
                  </a:lnTo>
                  <a:lnTo>
                    <a:pt x="1121" y="1875"/>
                  </a:lnTo>
                  <a:lnTo>
                    <a:pt x="0" y="1801"/>
                  </a:lnTo>
                  <a:lnTo>
                    <a:pt x="154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h2600"/>
            <p:cNvSpPr/>
            <p:nvPr/>
          </p:nvSpPr>
          <p:spPr>
            <a:xfrm>
              <a:off x="2976942" y="3141406"/>
              <a:ext cx="38330" cy="15912"/>
            </a:xfrm>
            <a:custGeom>
              <a:avLst/>
              <a:pathLst>
                <a:path w="38330" h="15912">
                  <a:moveTo>
                    <a:pt x="11058" y="0"/>
                  </a:moveTo>
                  <a:lnTo>
                    <a:pt x="12136" y="9906"/>
                  </a:lnTo>
                  <a:lnTo>
                    <a:pt x="15461" y="11017"/>
                  </a:lnTo>
                  <a:lnTo>
                    <a:pt x="32054" y="12171"/>
                  </a:lnTo>
                  <a:lnTo>
                    <a:pt x="34475" y="10876"/>
                  </a:lnTo>
                  <a:lnTo>
                    <a:pt x="35268" y="9416"/>
                  </a:lnTo>
                  <a:lnTo>
                    <a:pt x="38330" y="8991"/>
                  </a:lnTo>
                  <a:lnTo>
                    <a:pt x="38327" y="14340"/>
                  </a:lnTo>
                  <a:lnTo>
                    <a:pt x="37167" y="13859"/>
                  </a:lnTo>
                  <a:lnTo>
                    <a:pt x="32923" y="15912"/>
                  </a:lnTo>
                  <a:lnTo>
                    <a:pt x="25644" y="14509"/>
                  </a:lnTo>
                  <a:lnTo>
                    <a:pt x="14528" y="13539"/>
                  </a:lnTo>
                  <a:lnTo>
                    <a:pt x="6928" y="14495"/>
                  </a:lnTo>
                  <a:lnTo>
                    <a:pt x="418" y="11525"/>
                  </a:lnTo>
                  <a:lnTo>
                    <a:pt x="0" y="10196"/>
                  </a:lnTo>
                  <a:lnTo>
                    <a:pt x="1311" y="8324"/>
                  </a:lnTo>
                  <a:lnTo>
                    <a:pt x="3762" y="1283"/>
                  </a:lnTo>
                  <a:lnTo>
                    <a:pt x="8250" y="74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h2601"/>
            <p:cNvSpPr/>
            <p:nvPr/>
          </p:nvSpPr>
          <p:spPr>
            <a:xfrm>
              <a:off x="3087640" y="3205430"/>
              <a:ext cx="25587" cy="33034"/>
            </a:xfrm>
            <a:custGeom>
              <a:avLst/>
              <a:pathLst>
                <a:path w="25587" h="33034">
                  <a:moveTo>
                    <a:pt x="16165" y="317"/>
                  </a:moveTo>
                  <a:lnTo>
                    <a:pt x="18678" y="2026"/>
                  </a:lnTo>
                  <a:lnTo>
                    <a:pt x="15992" y="6188"/>
                  </a:lnTo>
                  <a:lnTo>
                    <a:pt x="17377" y="8131"/>
                  </a:lnTo>
                  <a:lnTo>
                    <a:pt x="20024" y="8610"/>
                  </a:lnTo>
                  <a:lnTo>
                    <a:pt x="22097" y="12927"/>
                  </a:lnTo>
                  <a:lnTo>
                    <a:pt x="25290" y="14888"/>
                  </a:lnTo>
                  <a:lnTo>
                    <a:pt x="25587" y="16224"/>
                  </a:lnTo>
                  <a:lnTo>
                    <a:pt x="24294" y="21611"/>
                  </a:lnTo>
                  <a:lnTo>
                    <a:pt x="19747" y="23568"/>
                  </a:lnTo>
                  <a:lnTo>
                    <a:pt x="18445" y="26620"/>
                  </a:lnTo>
                  <a:lnTo>
                    <a:pt x="18777" y="29930"/>
                  </a:lnTo>
                  <a:lnTo>
                    <a:pt x="18134" y="31223"/>
                  </a:lnTo>
                  <a:lnTo>
                    <a:pt x="12758" y="33034"/>
                  </a:lnTo>
                  <a:lnTo>
                    <a:pt x="11365" y="26776"/>
                  </a:lnTo>
                  <a:lnTo>
                    <a:pt x="9049" y="26643"/>
                  </a:lnTo>
                  <a:lnTo>
                    <a:pt x="9205" y="25273"/>
                  </a:lnTo>
                  <a:lnTo>
                    <a:pt x="7488" y="20580"/>
                  </a:lnTo>
                  <a:lnTo>
                    <a:pt x="10030" y="19703"/>
                  </a:lnTo>
                  <a:lnTo>
                    <a:pt x="9514" y="16849"/>
                  </a:lnTo>
                  <a:lnTo>
                    <a:pt x="3744" y="11101"/>
                  </a:lnTo>
                  <a:lnTo>
                    <a:pt x="2161" y="12618"/>
                  </a:lnTo>
                  <a:lnTo>
                    <a:pt x="787" y="11234"/>
                  </a:lnTo>
                  <a:lnTo>
                    <a:pt x="0" y="9202"/>
                  </a:lnTo>
                  <a:lnTo>
                    <a:pt x="494" y="8370"/>
                  </a:lnTo>
                  <a:lnTo>
                    <a:pt x="1826" y="7681"/>
                  </a:lnTo>
                  <a:lnTo>
                    <a:pt x="4535" y="7856"/>
                  </a:lnTo>
                  <a:lnTo>
                    <a:pt x="8453" y="6071"/>
                  </a:lnTo>
                  <a:lnTo>
                    <a:pt x="8890" y="4527"/>
                  </a:lnTo>
                  <a:lnTo>
                    <a:pt x="8121" y="1847"/>
                  </a:lnTo>
                  <a:lnTo>
                    <a:pt x="940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h2602"/>
            <p:cNvSpPr/>
            <p:nvPr/>
          </p:nvSpPr>
          <p:spPr>
            <a:xfrm>
              <a:off x="2779262" y="2835853"/>
              <a:ext cx="9446" cy="13291"/>
            </a:xfrm>
            <a:custGeom>
              <a:avLst/>
              <a:pathLst>
                <a:path w="9446" h="13291">
                  <a:moveTo>
                    <a:pt x="9446" y="9448"/>
                  </a:moveTo>
                  <a:lnTo>
                    <a:pt x="8589" y="10470"/>
                  </a:lnTo>
                  <a:lnTo>
                    <a:pt x="5979" y="13291"/>
                  </a:lnTo>
                  <a:lnTo>
                    <a:pt x="3565" y="12022"/>
                  </a:lnTo>
                  <a:lnTo>
                    <a:pt x="1892" y="12478"/>
                  </a:lnTo>
                  <a:lnTo>
                    <a:pt x="1288" y="9219"/>
                  </a:lnTo>
                  <a:lnTo>
                    <a:pt x="2518" y="5590"/>
                  </a:lnTo>
                  <a:lnTo>
                    <a:pt x="1203" y="4984"/>
                  </a:lnTo>
                  <a:lnTo>
                    <a:pt x="0" y="5771"/>
                  </a:lnTo>
                  <a:lnTo>
                    <a:pt x="4863" y="0"/>
                  </a:lnTo>
                  <a:lnTo>
                    <a:pt x="8937" y="577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h2603"/>
            <p:cNvSpPr/>
            <p:nvPr/>
          </p:nvSpPr>
          <p:spPr>
            <a:xfrm>
              <a:off x="2759917" y="2831791"/>
              <a:ext cx="17721" cy="14702"/>
            </a:xfrm>
            <a:custGeom>
              <a:avLst/>
              <a:pathLst>
                <a:path w="17721" h="14702">
                  <a:moveTo>
                    <a:pt x="17168" y="8867"/>
                  </a:moveTo>
                  <a:lnTo>
                    <a:pt x="17721" y="10263"/>
                  </a:lnTo>
                  <a:lnTo>
                    <a:pt x="13928" y="12352"/>
                  </a:lnTo>
                  <a:lnTo>
                    <a:pt x="10061" y="10603"/>
                  </a:lnTo>
                  <a:lnTo>
                    <a:pt x="10977" y="13484"/>
                  </a:lnTo>
                  <a:lnTo>
                    <a:pt x="6108" y="14702"/>
                  </a:lnTo>
                  <a:lnTo>
                    <a:pt x="4804" y="14533"/>
                  </a:lnTo>
                  <a:lnTo>
                    <a:pt x="3703" y="12943"/>
                  </a:lnTo>
                  <a:lnTo>
                    <a:pt x="2909" y="6742"/>
                  </a:lnTo>
                  <a:lnTo>
                    <a:pt x="0" y="3592"/>
                  </a:lnTo>
                  <a:lnTo>
                    <a:pt x="2352" y="1338"/>
                  </a:lnTo>
                  <a:lnTo>
                    <a:pt x="5250" y="0"/>
                  </a:lnTo>
                  <a:lnTo>
                    <a:pt x="6702" y="20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h2604"/>
            <p:cNvSpPr/>
            <p:nvPr/>
          </p:nvSpPr>
          <p:spPr>
            <a:xfrm>
              <a:off x="2769979" y="2842395"/>
              <a:ext cx="3866" cy="3438"/>
            </a:xfrm>
            <a:custGeom>
              <a:avLst/>
              <a:pathLst>
                <a:path w="3866" h="3438">
                  <a:moveTo>
                    <a:pt x="2677" y="3438"/>
                  </a:moveTo>
                  <a:lnTo>
                    <a:pt x="915" y="2880"/>
                  </a:lnTo>
                  <a:lnTo>
                    <a:pt x="0" y="0"/>
                  </a:lnTo>
                  <a:lnTo>
                    <a:pt x="3866" y="174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h2605"/>
            <p:cNvSpPr/>
            <p:nvPr/>
          </p:nvSpPr>
          <p:spPr>
            <a:xfrm>
              <a:off x="2748583" y="2823919"/>
              <a:ext cx="15038" cy="20816"/>
            </a:xfrm>
            <a:custGeom>
              <a:avLst/>
              <a:pathLst>
                <a:path w="15038" h="20816">
                  <a:moveTo>
                    <a:pt x="13687" y="9211"/>
                  </a:moveTo>
                  <a:lnTo>
                    <a:pt x="11334" y="11465"/>
                  </a:lnTo>
                  <a:lnTo>
                    <a:pt x="14244" y="14615"/>
                  </a:lnTo>
                  <a:lnTo>
                    <a:pt x="15038" y="20816"/>
                  </a:lnTo>
                  <a:lnTo>
                    <a:pt x="12248" y="19254"/>
                  </a:lnTo>
                  <a:lnTo>
                    <a:pt x="9753" y="14091"/>
                  </a:lnTo>
                  <a:lnTo>
                    <a:pt x="9216" y="10181"/>
                  </a:lnTo>
                  <a:lnTo>
                    <a:pt x="5965" y="10029"/>
                  </a:lnTo>
                  <a:lnTo>
                    <a:pt x="3423" y="11008"/>
                  </a:lnTo>
                  <a:lnTo>
                    <a:pt x="0" y="8346"/>
                  </a:lnTo>
                  <a:lnTo>
                    <a:pt x="5452" y="0"/>
                  </a:lnTo>
                  <a:lnTo>
                    <a:pt x="12179" y="548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h2606"/>
            <p:cNvSpPr/>
            <p:nvPr/>
          </p:nvSpPr>
          <p:spPr>
            <a:xfrm>
              <a:off x="2962166" y="3015301"/>
              <a:ext cx="24013" cy="15771"/>
            </a:xfrm>
            <a:custGeom>
              <a:avLst/>
              <a:pathLst>
                <a:path w="24013" h="15771">
                  <a:moveTo>
                    <a:pt x="14695" y="0"/>
                  </a:moveTo>
                  <a:lnTo>
                    <a:pt x="14769" y="2143"/>
                  </a:lnTo>
                  <a:lnTo>
                    <a:pt x="19175" y="7856"/>
                  </a:lnTo>
                  <a:lnTo>
                    <a:pt x="22017" y="9053"/>
                  </a:lnTo>
                  <a:lnTo>
                    <a:pt x="23148" y="8796"/>
                  </a:lnTo>
                  <a:lnTo>
                    <a:pt x="24013" y="9727"/>
                  </a:lnTo>
                  <a:lnTo>
                    <a:pt x="23743" y="10379"/>
                  </a:lnTo>
                  <a:lnTo>
                    <a:pt x="18162" y="12789"/>
                  </a:lnTo>
                  <a:lnTo>
                    <a:pt x="16540" y="12754"/>
                  </a:lnTo>
                  <a:lnTo>
                    <a:pt x="14097" y="13362"/>
                  </a:lnTo>
                  <a:lnTo>
                    <a:pt x="10180" y="12677"/>
                  </a:lnTo>
                  <a:lnTo>
                    <a:pt x="8552" y="15567"/>
                  </a:lnTo>
                  <a:lnTo>
                    <a:pt x="6259" y="15771"/>
                  </a:lnTo>
                  <a:lnTo>
                    <a:pt x="3586" y="13809"/>
                  </a:lnTo>
                  <a:lnTo>
                    <a:pt x="0" y="5746"/>
                  </a:lnTo>
                  <a:lnTo>
                    <a:pt x="2616" y="5576"/>
                  </a:lnTo>
                  <a:lnTo>
                    <a:pt x="2858" y="4193"/>
                  </a:lnTo>
                  <a:lnTo>
                    <a:pt x="1289" y="366"/>
                  </a:lnTo>
                  <a:lnTo>
                    <a:pt x="2909" y="285"/>
                  </a:lnTo>
                  <a:lnTo>
                    <a:pt x="4673" y="3239"/>
                  </a:lnTo>
                  <a:lnTo>
                    <a:pt x="11569" y="3868"/>
                  </a:lnTo>
                  <a:lnTo>
                    <a:pt x="13083" y="338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h2607"/>
            <p:cNvSpPr/>
            <p:nvPr/>
          </p:nvSpPr>
          <p:spPr>
            <a:xfrm>
              <a:off x="2787375" y="2841450"/>
              <a:ext cx="45378" cy="45690"/>
            </a:xfrm>
            <a:custGeom>
              <a:avLst/>
              <a:pathLst>
                <a:path w="45378" h="45690">
                  <a:moveTo>
                    <a:pt x="35286" y="1730"/>
                  </a:moveTo>
                  <a:lnTo>
                    <a:pt x="35648" y="3909"/>
                  </a:lnTo>
                  <a:lnTo>
                    <a:pt x="34503" y="6338"/>
                  </a:lnTo>
                  <a:lnTo>
                    <a:pt x="35563" y="9864"/>
                  </a:lnTo>
                  <a:lnTo>
                    <a:pt x="38419" y="9628"/>
                  </a:lnTo>
                  <a:lnTo>
                    <a:pt x="44124" y="14895"/>
                  </a:lnTo>
                  <a:lnTo>
                    <a:pt x="43290" y="17211"/>
                  </a:lnTo>
                  <a:lnTo>
                    <a:pt x="40451" y="16480"/>
                  </a:lnTo>
                  <a:lnTo>
                    <a:pt x="39524" y="16876"/>
                  </a:lnTo>
                  <a:lnTo>
                    <a:pt x="38045" y="22083"/>
                  </a:lnTo>
                  <a:lnTo>
                    <a:pt x="38118" y="23822"/>
                  </a:lnTo>
                  <a:lnTo>
                    <a:pt x="42844" y="25779"/>
                  </a:lnTo>
                  <a:lnTo>
                    <a:pt x="44185" y="25680"/>
                  </a:lnTo>
                  <a:lnTo>
                    <a:pt x="45378" y="29584"/>
                  </a:lnTo>
                  <a:lnTo>
                    <a:pt x="44321" y="34618"/>
                  </a:lnTo>
                  <a:lnTo>
                    <a:pt x="38027" y="39379"/>
                  </a:lnTo>
                  <a:lnTo>
                    <a:pt x="39763" y="39920"/>
                  </a:lnTo>
                  <a:lnTo>
                    <a:pt x="39110" y="42801"/>
                  </a:lnTo>
                  <a:lnTo>
                    <a:pt x="35170" y="45690"/>
                  </a:lnTo>
                  <a:lnTo>
                    <a:pt x="34140" y="44646"/>
                  </a:lnTo>
                  <a:lnTo>
                    <a:pt x="34241" y="43259"/>
                  </a:lnTo>
                  <a:lnTo>
                    <a:pt x="30533" y="39823"/>
                  </a:lnTo>
                  <a:lnTo>
                    <a:pt x="24209" y="37667"/>
                  </a:lnTo>
                  <a:lnTo>
                    <a:pt x="19866" y="41889"/>
                  </a:lnTo>
                  <a:lnTo>
                    <a:pt x="17115" y="40803"/>
                  </a:lnTo>
                  <a:lnTo>
                    <a:pt x="15946" y="42113"/>
                  </a:lnTo>
                  <a:lnTo>
                    <a:pt x="14797" y="39830"/>
                  </a:lnTo>
                  <a:lnTo>
                    <a:pt x="12976" y="38350"/>
                  </a:lnTo>
                  <a:lnTo>
                    <a:pt x="8826" y="38189"/>
                  </a:lnTo>
                  <a:lnTo>
                    <a:pt x="5466" y="38729"/>
                  </a:lnTo>
                  <a:lnTo>
                    <a:pt x="4931" y="39467"/>
                  </a:lnTo>
                  <a:lnTo>
                    <a:pt x="1613" y="36800"/>
                  </a:lnTo>
                  <a:lnTo>
                    <a:pt x="0" y="33651"/>
                  </a:lnTo>
                  <a:lnTo>
                    <a:pt x="4663" y="22303"/>
                  </a:lnTo>
                  <a:lnTo>
                    <a:pt x="8622" y="21978"/>
                  </a:lnTo>
                  <a:lnTo>
                    <a:pt x="10240" y="18139"/>
                  </a:lnTo>
                  <a:lnTo>
                    <a:pt x="10350" y="14971"/>
                  </a:lnTo>
                  <a:lnTo>
                    <a:pt x="9098" y="12472"/>
                  </a:lnTo>
                  <a:lnTo>
                    <a:pt x="5494" y="9929"/>
                  </a:lnTo>
                  <a:lnTo>
                    <a:pt x="6901" y="9882"/>
                  </a:lnTo>
                  <a:lnTo>
                    <a:pt x="9088" y="6747"/>
                  </a:lnTo>
                  <a:lnTo>
                    <a:pt x="17334" y="3131"/>
                  </a:lnTo>
                  <a:lnTo>
                    <a:pt x="22133" y="2318"/>
                  </a:lnTo>
                  <a:lnTo>
                    <a:pt x="23044" y="3327"/>
                  </a:lnTo>
                  <a:lnTo>
                    <a:pt x="26919" y="4336"/>
                  </a:lnTo>
                  <a:lnTo>
                    <a:pt x="32569" y="1328"/>
                  </a:lnTo>
                  <a:lnTo>
                    <a:pt x="3272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h2608"/>
            <p:cNvSpPr/>
            <p:nvPr/>
          </p:nvSpPr>
          <p:spPr>
            <a:xfrm>
              <a:off x="2842649" y="2808736"/>
              <a:ext cx="26237" cy="12259"/>
            </a:xfrm>
            <a:custGeom>
              <a:avLst/>
              <a:pathLst>
                <a:path w="26237" h="12259">
                  <a:moveTo>
                    <a:pt x="17406" y="0"/>
                  </a:moveTo>
                  <a:lnTo>
                    <a:pt x="21697" y="966"/>
                  </a:lnTo>
                  <a:lnTo>
                    <a:pt x="26237" y="4673"/>
                  </a:lnTo>
                  <a:lnTo>
                    <a:pt x="23245" y="8970"/>
                  </a:lnTo>
                  <a:lnTo>
                    <a:pt x="21169" y="12259"/>
                  </a:lnTo>
                  <a:lnTo>
                    <a:pt x="11016" y="7984"/>
                  </a:lnTo>
                  <a:lnTo>
                    <a:pt x="9498" y="8636"/>
                  </a:lnTo>
                  <a:lnTo>
                    <a:pt x="9448" y="10447"/>
                  </a:lnTo>
                  <a:lnTo>
                    <a:pt x="5551" y="11583"/>
                  </a:lnTo>
                  <a:lnTo>
                    <a:pt x="890" y="10237"/>
                  </a:lnTo>
                  <a:lnTo>
                    <a:pt x="0" y="8297"/>
                  </a:lnTo>
                  <a:lnTo>
                    <a:pt x="1367" y="2456"/>
                  </a:lnTo>
                  <a:lnTo>
                    <a:pt x="2263" y="1722"/>
                  </a:lnTo>
                  <a:lnTo>
                    <a:pt x="2572" y="1332"/>
                  </a:lnTo>
                  <a:lnTo>
                    <a:pt x="5153" y="1339"/>
                  </a:lnTo>
                  <a:lnTo>
                    <a:pt x="9372" y="4368"/>
                  </a:lnTo>
                  <a:lnTo>
                    <a:pt x="10711" y="4214"/>
                  </a:lnTo>
                  <a:lnTo>
                    <a:pt x="11682" y="253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h2609"/>
            <p:cNvSpPr/>
            <p:nvPr/>
          </p:nvSpPr>
          <p:spPr>
            <a:xfrm>
              <a:off x="3291606" y="3240487"/>
              <a:ext cx="92982" cy="109710"/>
            </a:xfrm>
            <a:custGeom>
              <a:avLst/>
              <a:pathLst>
                <a:path w="92982" h="109710">
                  <a:moveTo>
                    <a:pt x="19143" y="465"/>
                  </a:moveTo>
                  <a:lnTo>
                    <a:pt x="25659" y="2345"/>
                  </a:lnTo>
                  <a:lnTo>
                    <a:pt x="27374" y="2075"/>
                  </a:lnTo>
                  <a:lnTo>
                    <a:pt x="28933" y="14947"/>
                  </a:lnTo>
                  <a:lnTo>
                    <a:pt x="34903" y="15646"/>
                  </a:lnTo>
                  <a:lnTo>
                    <a:pt x="37282" y="18457"/>
                  </a:lnTo>
                  <a:lnTo>
                    <a:pt x="42590" y="16755"/>
                  </a:lnTo>
                  <a:lnTo>
                    <a:pt x="44489" y="18643"/>
                  </a:lnTo>
                  <a:lnTo>
                    <a:pt x="45955" y="23397"/>
                  </a:lnTo>
                  <a:lnTo>
                    <a:pt x="45591" y="25629"/>
                  </a:lnTo>
                  <a:lnTo>
                    <a:pt x="47815" y="29266"/>
                  </a:lnTo>
                  <a:lnTo>
                    <a:pt x="53638" y="29256"/>
                  </a:lnTo>
                  <a:lnTo>
                    <a:pt x="55264" y="31368"/>
                  </a:lnTo>
                  <a:lnTo>
                    <a:pt x="59371" y="33325"/>
                  </a:lnTo>
                  <a:lnTo>
                    <a:pt x="71733" y="37262"/>
                  </a:lnTo>
                  <a:lnTo>
                    <a:pt x="73216" y="38247"/>
                  </a:lnTo>
                  <a:lnTo>
                    <a:pt x="74085" y="41138"/>
                  </a:lnTo>
                  <a:lnTo>
                    <a:pt x="79215" y="48036"/>
                  </a:lnTo>
                  <a:lnTo>
                    <a:pt x="84615" y="52735"/>
                  </a:lnTo>
                  <a:lnTo>
                    <a:pt x="89684" y="53068"/>
                  </a:lnTo>
                  <a:lnTo>
                    <a:pt x="87711" y="68326"/>
                  </a:lnTo>
                  <a:lnTo>
                    <a:pt x="85936" y="71397"/>
                  </a:lnTo>
                  <a:lnTo>
                    <a:pt x="83969" y="71114"/>
                  </a:lnTo>
                  <a:lnTo>
                    <a:pt x="81860" y="75813"/>
                  </a:lnTo>
                  <a:lnTo>
                    <a:pt x="82723" y="77455"/>
                  </a:lnTo>
                  <a:lnTo>
                    <a:pt x="90848" y="83559"/>
                  </a:lnTo>
                  <a:lnTo>
                    <a:pt x="92982" y="84430"/>
                  </a:lnTo>
                  <a:lnTo>
                    <a:pt x="89355" y="87804"/>
                  </a:lnTo>
                  <a:lnTo>
                    <a:pt x="86519" y="92541"/>
                  </a:lnTo>
                  <a:lnTo>
                    <a:pt x="70423" y="95954"/>
                  </a:lnTo>
                  <a:lnTo>
                    <a:pt x="68724" y="97510"/>
                  </a:lnTo>
                  <a:lnTo>
                    <a:pt x="67259" y="100614"/>
                  </a:lnTo>
                  <a:lnTo>
                    <a:pt x="66382" y="104749"/>
                  </a:lnTo>
                  <a:lnTo>
                    <a:pt x="62179" y="106143"/>
                  </a:lnTo>
                  <a:lnTo>
                    <a:pt x="61143" y="108456"/>
                  </a:lnTo>
                  <a:lnTo>
                    <a:pt x="61556" y="109710"/>
                  </a:lnTo>
                  <a:lnTo>
                    <a:pt x="33649" y="109628"/>
                  </a:lnTo>
                  <a:lnTo>
                    <a:pt x="33675" y="105730"/>
                  </a:lnTo>
                  <a:lnTo>
                    <a:pt x="33068" y="105028"/>
                  </a:lnTo>
                  <a:lnTo>
                    <a:pt x="44248" y="104465"/>
                  </a:lnTo>
                  <a:lnTo>
                    <a:pt x="44102" y="102427"/>
                  </a:lnTo>
                  <a:lnTo>
                    <a:pt x="52961" y="101867"/>
                  </a:lnTo>
                  <a:lnTo>
                    <a:pt x="52451" y="91160"/>
                  </a:lnTo>
                  <a:lnTo>
                    <a:pt x="53135" y="88600"/>
                  </a:lnTo>
                  <a:lnTo>
                    <a:pt x="46224" y="85808"/>
                  </a:lnTo>
                  <a:lnTo>
                    <a:pt x="39100" y="86178"/>
                  </a:lnTo>
                  <a:lnTo>
                    <a:pt x="37695" y="84178"/>
                  </a:lnTo>
                  <a:lnTo>
                    <a:pt x="27124" y="84081"/>
                  </a:lnTo>
                  <a:lnTo>
                    <a:pt x="20809" y="85268"/>
                  </a:lnTo>
                  <a:lnTo>
                    <a:pt x="17143" y="87536"/>
                  </a:lnTo>
                  <a:lnTo>
                    <a:pt x="15899" y="83335"/>
                  </a:lnTo>
                  <a:lnTo>
                    <a:pt x="18042" y="79993"/>
                  </a:lnTo>
                  <a:lnTo>
                    <a:pt x="17775" y="76167"/>
                  </a:lnTo>
                  <a:lnTo>
                    <a:pt x="14082" y="71306"/>
                  </a:lnTo>
                  <a:lnTo>
                    <a:pt x="13186" y="68442"/>
                  </a:lnTo>
                  <a:lnTo>
                    <a:pt x="13443" y="65716"/>
                  </a:lnTo>
                  <a:lnTo>
                    <a:pt x="14767" y="64666"/>
                  </a:lnTo>
                  <a:lnTo>
                    <a:pt x="14734" y="63276"/>
                  </a:lnTo>
                  <a:lnTo>
                    <a:pt x="13390" y="63350"/>
                  </a:lnTo>
                  <a:lnTo>
                    <a:pt x="11773" y="59663"/>
                  </a:lnTo>
                  <a:lnTo>
                    <a:pt x="13315" y="57119"/>
                  </a:lnTo>
                  <a:lnTo>
                    <a:pt x="13957" y="53674"/>
                  </a:lnTo>
                  <a:lnTo>
                    <a:pt x="16692" y="52991"/>
                  </a:lnTo>
                  <a:lnTo>
                    <a:pt x="18908" y="54855"/>
                  </a:lnTo>
                  <a:lnTo>
                    <a:pt x="23490" y="54117"/>
                  </a:lnTo>
                  <a:lnTo>
                    <a:pt x="26013" y="51884"/>
                  </a:lnTo>
                  <a:lnTo>
                    <a:pt x="22381" y="49966"/>
                  </a:lnTo>
                  <a:lnTo>
                    <a:pt x="21471" y="47181"/>
                  </a:lnTo>
                  <a:lnTo>
                    <a:pt x="17367" y="41554"/>
                  </a:lnTo>
                  <a:lnTo>
                    <a:pt x="17737" y="36481"/>
                  </a:lnTo>
                  <a:lnTo>
                    <a:pt x="12683" y="32927"/>
                  </a:lnTo>
                  <a:lnTo>
                    <a:pt x="11845" y="30137"/>
                  </a:lnTo>
                  <a:lnTo>
                    <a:pt x="14506" y="19419"/>
                  </a:lnTo>
                  <a:lnTo>
                    <a:pt x="14165" y="17699"/>
                  </a:lnTo>
                  <a:lnTo>
                    <a:pt x="12710" y="17309"/>
                  </a:lnTo>
                  <a:lnTo>
                    <a:pt x="9012" y="19874"/>
                  </a:lnTo>
                  <a:lnTo>
                    <a:pt x="0" y="20488"/>
                  </a:lnTo>
                  <a:lnTo>
                    <a:pt x="2634" y="16212"/>
                  </a:lnTo>
                  <a:lnTo>
                    <a:pt x="3765" y="16748"/>
                  </a:lnTo>
                  <a:lnTo>
                    <a:pt x="2404" y="17186"/>
                  </a:lnTo>
                  <a:lnTo>
                    <a:pt x="3022" y="18203"/>
                  </a:lnTo>
                  <a:lnTo>
                    <a:pt x="5180" y="17215"/>
                  </a:lnTo>
                  <a:lnTo>
                    <a:pt x="5694" y="13852"/>
                  </a:lnTo>
                  <a:lnTo>
                    <a:pt x="7699" y="12472"/>
                  </a:lnTo>
                  <a:lnTo>
                    <a:pt x="11343" y="6350"/>
                  </a:lnTo>
                  <a:lnTo>
                    <a:pt x="1375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h2610"/>
            <p:cNvSpPr/>
            <p:nvPr/>
          </p:nvSpPr>
          <p:spPr>
            <a:xfrm>
              <a:off x="2937064" y="3118841"/>
              <a:ext cx="12774" cy="9620"/>
            </a:xfrm>
            <a:custGeom>
              <a:avLst/>
              <a:pathLst>
                <a:path w="12774" h="9620">
                  <a:moveTo>
                    <a:pt x="7795" y="446"/>
                  </a:moveTo>
                  <a:lnTo>
                    <a:pt x="8257" y="1436"/>
                  </a:lnTo>
                  <a:lnTo>
                    <a:pt x="11062" y="3087"/>
                  </a:lnTo>
                  <a:lnTo>
                    <a:pt x="12774" y="5918"/>
                  </a:lnTo>
                  <a:lnTo>
                    <a:pt x="12595" y="7430"/>
                  </a:lnTo>
                  <a:lnTo>
                    <a:pt x="7460" y="9620"/>
                  </a:lnTo>
                  <a:lnTo>
                    <a:pt x="5674" y="6042"/>
                  </a:lnTo>
                  <a:lnTo>
                    <a:pt x="2521" y="8300"/>
                  </a:lnTo>
                  <a:lnTo>
                    <a:pt x="988" y="8321"/>
                  </a:lnTo>
                  <a:lnTo>
                    <a:pt x="0" y="7239"/>
                  </a:lnTo>
                  <a:lnTo>
                    <a:pt x="2985" y="1374"/>
                  </a:lnTo>
                  <a:lnTo>
                    <a:pt x="724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h2611"/>
            <p:cNvSpPr/>
            <p:nvPr/>
          </p:nvSpPr>
          <p:spPr>
            <a:xfrm>
              <a:off x="2806506" y="2777780"/>
              <a:ext cx="24806" cy="62933"/>
            </a:xfrm>
            <a:custGeom>
              <a:avLst/>
              <a:pathLst>
                <a:path w="24806" h="62933">
                  <a:moveTo>
                    <a:pt x="7904" y="253"/>
                  </a:moveTo>
                  <a:lnTo>
                    <a:pt x="11462" y="9419"/>
                  </a:lnTo>
                  <a:lnTo>
                    <a:pt x="9211" y="24589"/>
                  </a:lnTo>
                  <a:lnTo>
                    <a:pt x="14041" y="34670"/>
                  </a:lnTo>
                  <a:lnTo>
                    <a:pt x="16333" y="36904"/>
                  </a:lnTo>
                  <a:lnTo>
                    <a:pt x="20245" y="38439"/>
                  </a:lnTo>
                  <a:lnTo>
                    <a:pt x="20167" y="46587"/>
                  </a:lnTo>
                  <a:lnTo>
                    <a:pt x="23750" y="54325"/>
                  </a:lnTo>
                  <a:lnTo>
                    <a:pt x="24640" y="54803"/>
                  </a:lnTo>
                  <a:lnTo>
                    <a:pt x="24806" y="55846"/>
                  </a:lnTo>
                  <a:lnTo>
                    <a:pt x="22782" y="56735"/>
                  </a:lnTo>
                  <a:lnTo>
                    <a:pt x="19502" y="61271"/>
                  </a:lnTo>
                  <a:lnTo>
                    <a:pt x="13905" y="62933"/>
                  </a:lnTo>
                  <a:lnTo>
                    <a:pt x="13813" y="59715"/>
                  </a:lnTo>
                  <a:lnTo>
                    <a:pt x="16527" y="60573"/>
                  </a:lnTo>
                  <a:lnTo>
                    <a:pt x="17541" y="60054"/>
                  </a:lnTo>
                  <a:lnTo>
                    <a:pt x="17757" y="58846"/>
                  </a:lnTo>
                  <a:lnTo>
                    <a:pt x="16676" y="56707"/>
                  </a:lnTo>
                  <a:lnTo>
                    <a:pt x="12315" y="55064"/>
                  </a:lnTo>
                  <a:lnTo>
                    <a:pt x="8990" y="54918"/>
                  </a:lnTo>
                  <a:lnTo>
                    <a:pt x="7485" y="45935"/>
                  </a:lnTo>
                  <a:lnTo>
                    <a:pt x="5744" y="44378"/>
                  </a:lnTo>
                  <a:lnTo>
                    <a:pt x="3616" y="44951"/>
                  </a:lnTo>
                  <a:lnTo>
                    <a:pt x="2842" y="43177"/>
                  </a:lnTo>
                  <a:lnTo>
                    <a:pt x="4011" y="41461"/>
                  </a:lnTo>
                  <a:lnTo>
                    <a:pt x="3494" y="36408"/>
                  </a:lnTo>
                  <a:lnTo>
                    <a:pt x="394" y="30850"/>
                  </a:lnTo>
                  <a:lnTo>
                    <a:pt x="0" y="28262"/>
                  </a:lnTo>
                  <a:lnTo>
                    <a:pt x="2110" y="24350"/>
                  </a:lnTo>
                  <a:lnTo>
                    <a:pt x="4894" y="22823"/>
                  </a:lnTo>
                  <a:lnTo>
                    <a:pt x="5135" y="17191"/>
                  </a:lnTo>
                  <a:lnTo>
                    <a:pt x="6545" y="12095"/>
                  </a:lnTo>
                  <a:lnTo>
                    <a:pt x="9224" y="7554"/>
                  </a:lnTo>
                  <a:lnTo>
                    <a:pt x="9087" y="6641"/>
                  </a:lnTo>
                  <a:lnTo>
                    <a:pt x="1977" y="1255"/>
                  </a:lnTo>
                  <a:lnTo>
                    <a:pt x="1900" y="538"/>
                  </a:lnTo>
                  <a:lnTo>
                    <a:pt x="216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h2612"/>
            <p:cNvSpPr/>
            <p:nvPr/>
          </p:nvSpPr>
          <p:spPr>
            <a:xfrm>
              <a:off x="2947183" y="3038999"/>
              <a:ext cx="18073" cy="7907"/>
            </a:xfrm>
            <a:custGeom>
              <a:avLst/>
              <a:pathLst>
                <a:path w="18073" h="7907">
                  <a:moveTo>
                    <a:pt x="8680" y="893"/>
                  </a:moveTo>
                  <a:lnTo>
                    <a:pt x="17839" y="4352"/>
                  </a:lnTo>
                  <a:lnTo>
                    <a:pt x="18073" y="5240"/>
                  </a:lnTo>
                  <a:lnTo>
                    <a:pt x="11407" y="7907"/>
                  </a:lnTo>
                  <a:lnTo>
                    <a:pt x="8347" y="6390"/>
                  </a:lnTo>
                  <a:lnTo>
                    <a:pt x="2484" y="6160"/>
                  </a:lnTo>
                  <a:lnTo>
                    <a:pt x="0" y="3097"/>
                  </a:lnTo>
                  <a:lnTo>
                    <a:pt x="225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h2613"/>
            <p:cNvSpPr/>
            <p:nvPr/>
          </p:nvSpPr>
          <p:spPr>
            <a:xfrm>
              <a:off x="3138624" y="3221803"/>
              <a:ext cx="41291" cy="57555"/>
            </a:xfrm>
            <a:custGeom>
              <a:avLst/>
              <a:pathLst>
                <a:path w="41291" h="57555">
                  <a:moveTo>
                    <a:pt x="8143" y="3839"/>
                  </a:moveTo>
                  <a:lnTo>
                    <a:pt x="15889" y="1502"/>
                  </a:lnTo>
                  <a:lnTo>
                    <a:pt x="19857" y="2342"/>
                  </a:lnTo>
                  <a:lnTo>
                    <a:pt x="26054" y="7828"/>
                  </a:lnTo>
                  <a:lnTo>
                    <a:pt x="29424" y="8858"/>
                  </a:lnTo>
                  <a:lnTo>
                    <a:pt x="32392" y="7889"/>
                  </a:lnTo>
                  <a:lnTo>
                    <a:pt x="41291" y="25646"/>
                  </a:lnTo>
                  <a:lnTo>
                    <a:pt x="35915" y="28112"/>
                  </a:lnTo>
                  <a:lnTo>
                    <a:pt x="35505" y="36980"/>
                  </a:lnTo>
                  <a:lnTo>
                    <a:pt x="36157" y="37831"/>
                  </a:lnTo>
                  <a:lnTo>
                    <a:pt x="34428" y="40223"/>
                  </a:lnTo>
                  <a:lnTo>
                    <a:pt x="31217" y="41869"/>
                  </a:lnTo>
                  <a:lnTo>
                    <a:pt x="32022" y="49528"/>
                  </a:lnTo>
                  <a:lnTo>
                    <a:pt x="29168" y="51099"/>
                  </a:lnTo>
                  <a:lnTo>
                    <a:pt x="29004" y="50000"/>
                  </a:lnTo>
                  <a:lnTo>
                    <a:pt x="25644" y="48520"/>
                  </a:lnTo>
                  <a:lnTo>
                    <a:pt x="23236" y="48662"/>
                  </a:lnTo>
                  <a:lnTo>
                    <a:pt x="14348" y="54173"/>
                  </a:lnTo>
                  <a:lnTo>
                    <a:pt x="12712" y="57555"/>
                  </a:lnTo>
                  <a:lnTo>
                    <a:pt x="8288" y="55059"/>
                  </a:lnTo>
                  <a:lnTo>
                    <a:pt x="6435" y="43909"/>
                  </a:lnTo>
                  <a:lnTo>
                    <a:pt x="4704" y="41981"/>
                  </a:lnTo>
                  <a:lnTo>
                    <a:pt x="1987" y="41625"/>
                  </a:lnTo>
                  <a:lnTo>
                    <a:pt x="709" y="38975"/>
                  </a:lnTo>
                  <a:lnTo>
                    <a:pt x="8594" y="35575"/>
                  </a:lnTo>
                  <a:lnTo>
                    <a:pt x="11574" y="30400"/>
                  </a:lnTo>
                  <a:lnTo>
                    <a:pt x="11023" y="23349"/>
                  </a:lnTo>
                  <a:lnTo>
                    <a:pt x="0" y="10077"/>
                  </a:lnTo>
                  <a:lnTo>
                    <a:pt x="727" y="5784"/>
                  </a:lnTo>
                  <a:lnTo>
                    <a:pt x="433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h2614"/>
            <p:cNvSpPr/>
            <p:nvPr/>
          </p:nvSpPr>
          <p:spPr>
            <a:xfrm>
              <a:off x="2976841" y="3003613"/>
              <a:ext cx="22699" cy="20741"/>
            </a:xfrm>
            <a:custGeom>
              <a:avLst/>
              <a:pathLst>
                <a:path w="22699" h="20741">
                  <a:moveTo>
                    <a:pt x="10958" y="1349"/>
                  </a:moveTo>
                  <a:lnTo>
                    <a:pt x="14353" y="4937"/>
                  </a:lnTo>
                  <a:lnTo>
                    <a:pt x="22699" y="9299"/>
                  </a:lnTo>
                  <a:lnTo>
                    <a:pt x="19846" y="14199"/>
                  </a:lnTo>
                  <a:lnTo>
                    <a:pt x="15795" y="15755"/>
                  </a:lnTo>
                  <a:lnTo>
                    <a:pt x="11518" y="19527"/>
                  </a:lnTo>
                  <a:lnTo>
                    <a:pt x="8474" y="20484"/>
                  </a:lnTo>
                  <a:lnTo>
                    <a:pt x="7343" y="20741"/>
                  </a:lnTo>
                  <a:lnTo>
                    <a:pt x="4501" y="19544"/>
                  </a:lnTo>
                  <a:lnTo>
                    <a:pt x="94" y="13831"/>
                  </a:lnTo>
                  <a:lnTo>
                    <a:pt x="21" y="11687"/>
                  </a:lnTo>
                  <a:lnTo>
                    <a:pt x="0" y="10292"/>
                  </a:lnTo>
                  <a:lnTo>
                    <a:pt x="4536" y="2677"/>
                  </a:lnTo>
                  <a:lnTo>
                    <a:pt x="5507" y="4137"/>
                  </a:lnTo>
                  <a:lnTo>
                    <a:pt x="8035" y="4121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h2615"/>
            <p:cNvSpPr/>
            <p:nvPr/>
          </p:nvSpPr>
          <p:spPr>
            <a:xfrm>
              <a:off x="2960749" y="3021048"/>
              <a:ext cx="5003" cy="8918"/>
            </a:xfrm>
            <a:custGeom>
              <a:avLst/>
              <a:pathLst>
                <a:path w="5003" h="8918">
                  <a:moveTo>
                    <a:pt x="5003" y="8062"/>
                  </a:moveTo>
                  <a:lnTo>
                    <a:pt x="2388" y="8918"/>
                  </a:lnTo>
                  <a:lnTo>
                    <a:pt x="0" y="3908"/>
                  </a:lnTo>
                  <a:lnTo>
                    <a:pt x="48" y="1040"/>
                  </a:lnTo>
                  <a:lnTo>
                    <a:pt x="141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h2616"/>
            <p:cNvSpPr/>
            <p:nvPr/>
          </p:nvSpPr>
          <p:spPr>
            <a:xfrm>
              <a:off x="3221083" y="3200759"/>
              <a:ext cx="17701" cy="31568"/>
            </a:xfrm>
            <a:custGeom>
              <a:avLst/>
              <a:pathLst>
                <a:path w="17701" h="31568">
                  <a:moveTo>
                    <a:pt x="10172" y="9164"/>
                  </a:moveTo>
                  <a:lnTo>
                    <a:pt x="9160" y="10482"/>
                  </a:lnTo>
                  <a:lnTo>
                    <a:pt x="9262" y="17283"/>
                  </a:lnTo>
                  <a:lnTo>
                    <a:pt x="11257" y="17142"/>
                  </a:lnTo>
                  <a:lnTo>
                    <a:pt x="11127" y="13434"/>
                  </a:lnTo>
                  <a:lnTo>
                    <a:pt x="11835" y="11393"/>
                  </a:lnTo>
                  <a:lnTo>
                    <a:pt x="16143" y="10119"/>
                  </a:lnTo>
                  <a:lnTo>
                    <a:pt x="17701" y="12996"/>
                  </a:lnTo>
                  <a:lnTo>
                    <a:pt x="17475" y="15218"/>
                  </a:lnTo>
                  <a:lnTo>
                    <a:pt x="15776" y="16563"/>
                  </a:lnTo>
                  <a:lnTo>
                    <a:pt x="13481" y="16909"/>
                  </a:lnTo>
                  <a:lnTo>
                    <a:pt x="11877" y="23022"/>
                  </a:lnTo>
                  <a:lnTo>
                    <a:pt x="11880" y="23959"/>
                  </a:lnTo>
                  <a:lnTo>
                    <a:pt x="15244" y="26392"/>
                  </a:lnTo>
                  <a:lnTo>
                    <a:pt x="15474" y="29397"/>
                  </a:lnTo>
                  <a:lnTo>
                    <a:pt x="14851" y="31132"/>
                  </a:lnTo>
                  <a:lnTo>
                    <a:pt x="9565" y="30678"/>
                  </a:lnTo>
                  <a:lnTo>
                    <a:pt x="7889" y="30972"/>
                  </a:lnTo>
                  <a:lnTo>
                    <a:pt x="7917" y="31568"/>
                  </a:lnTo>
                  <a:lnTo>
                    <a:pt x="7392" y="31007"/>
                  </a:lnTo>
                  <a:lnTo>
                    <a:pt x="1938" y="31428"/>
                  </a:lnTo>
                  <a:lnTo>
                    <a:pt x="920" y="30472"/>
                  </a:lnTo>
                  <a:lnTo>
                    <a:pt x="3501" y="26272"/>
                  </a:lnTo>
                  <a:lnTo>
                    <a:pt x="5708" y="25471"/>
                  </a:lnTo>
                  <a:lnTo>
                    <a:pt x="8130" y="25686"/>
                  </a:lnTo>
                  <a:lnTo>
                    <a:pt x="7964" y="22841"/>
                  </a:lnTo>
                  <a:lnTo>
                    <a:pt x="7260" y="22047"/>
                  </a:lnTo>
                  <a:lnTo>
                    <a:pt x="2003" y="21669"/>
                  </a:lnTo>
                  <a:lnTo>
                    <a:pt x="0" y="14806"/>
                  </a:lnTo>
                  <a:lnTo>
                    <a:pt x="37" y="9151"/>
                  </a:lnTo>
                  <a:lnTo>
                    <a:pt x="1284" y="8150"/>
                  </a:lnTo>
                  <a:lnTo>
                    <a:pt x="4308" y="7679"/>
                  </a:lnTo>
                  <a:lnTo>
                    <a:pt x="4545" y="6707"/>
                  </a:lnTo>
                  <a:lnTo>
                    <a:pt x="2092" y="2244"/>
                  </a:lnTo>
                  <a:lnTo>
                    <a:pt x="1953" y="0"/>
                  </a:lnTo>
                  <a:lnTo>
                    <a:pt x="3082" y="1697"/>
                  </a:lnTo>
                  <a:lnTo>
                    <a:pt x="5785" y="333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h2617"/>
            <p:cNvSpPr/>
            <p:nvPr/>
          </p:nvSpPr>
          <p:spPr>
            <a:xfrm>
              <a:off x="3212258" y="3171677"/>
              <a:ext cx="15328" cy="13380"/>
            </a:xfrm>
            <a:custGeom>
              <a:avLst/>
              <a:pathLst>
                <a:path w="15328" h="13380">
                  <a:moveTo>
                    <a:pt x="15328" y="4704"/>
                  </a:moveTo>
                  <a:lnTo>
                    <a:pt x="6299" y="12438"/>
                  </a:lnTo>
                  <a:lnTo>
                    <a:pt x="1336" y="13380"/>
                  </a:lnTo>
                  <a:lnTo>
                    <a:pt x="949" y="12757"/>
                  </a:lnTo>
                  <a:lnTo>
                    <a:pt x="0" y="9513"/>
                  </a:lnTo>
                  <a:lnTo>
                    <a:pt x="1352" y="0"/>
                  </a:lnTo>
                  <a:lnTo>
                    <a:pt x="11687" y="83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h2618"/>
            <p:cNvSpPr/>
            <p:nvPr/>
          </p:nvSpPr>
          <p:spPr>
            <a:xfrm>
              <a:off x="2929397" y="3138956"/>
              <a:ext cx="11105" cy="7125"/>
            </a:xfrm>
            <a:custGeom>
              <a:avLst/>
              <a:pathLst>
                <a:path w="11105" h="7125">
                  <a:moveTo>
                    <a:pt x="9075" y="650"/>
                  </a:moveTo>
                  <a:lnTo>
                    <a:pt x="11105" y="3208"/>
                  </a:lnTo>
                  <a:lnTo>
                    <a:pt x="10992" y="4505"/>
                  </a:lnTo>
                  <a:lnTo>
                    <a:pt x="8952" y="6913"/>
                  </a:lnTo>
                  <a:lnTo>
                    <a:pt x="7534" y="6940"/>
                  </a:lnTo>
                  <a:lnTo>
                    <a:pt x="6074" y="7125"/>
                  </a:lnTo>
                  <a:lnTo>
                    <a:pt x="3272" y="4377"/>
                  </a:lnTo>
                  <a:lnTo>
                    <a:pt x="995" y="4234"/>
                  </a:lnTo>
                  <a:lnTo>
                    <a:pt x="0" y="2919"/>
                  </a:lnTo>
                  <a:lnTo>
                    <a:pt x="5825" y="1965"/>
                  </a:lnTo>
                  <a:lnTo>
                    <a:pt x="638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h2619"/>
            <p:cNvSpPr/>
            <p:nvPr/>
          </p:nvSpPr>
          <p:spPr>
            <a:xfrm>
              <a:off x="3067340" y="3221643"/>
              <a:ext cx="11776" cy="11889"/>
            </a:xfrm>
            <a:custGeom>
              <a:avLst/>
              <a:pathLst>
                <a:path w="11776" h="11889">
                  <a:moveTo>
                    <a:pt x="7349" y="0"/>
                  </a:moveTo>
                  <a:lnTo>
                    <a:pt x="8847" y="892"/>
                  </a:lnTo>
                  <a:lnTo>
                    <a:pt x="9536" y="4169"/>
                  </a:lnTo>
                  <a:lnTo>
                    <a:pt x="11776" y="8493"/>
                  </a:lnTo>
                  <a:lnTo>
                    <a:pt x="7465" y="11004"/>
                  </a:lnTo>
                  <a:lnTo>
                    <a:pt x="4055" y="11889"/>
                  </a:lnTo>
                  <a:lnTo>
                    <a:pt x="621" y="9139"/>
                  </a:lnTo>
                  <a:lnTo>
                    <a:pt x="0" y="7589"/>
                  </a:lnTo>
                  <a:lnTo>
                    <a:pt x="4673" y="5423"/>
                  </a:lnTo>
                  <a:lnTo>
                    <a:pt x="4802" y="1624"/>
                  </a:lnTo>
                  <a:lnTo>
                    <a:pt x="5843" y="17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h2620"/>
            <p:cNvSpPr/>
            <p:nvPr/>
          </p:nvSpPr>
          <p:spPr>
            <a:xfrm>
              <a:off x="2794210" y="2735167"/>
              <a:ext cx="95209" cy="77283"/>
            </a:xfrm>
            <a:custGeom>
              <a:avLst/>
              <a:pathLst>
                <a:path w="95209" h="77283">
                  <a:moveTo>
                    <a:pt x="13083" y="3223"/>
                  </a:moveTo>
                  <a:lnTo>
                    <a:pt x="12999" y="4662"/>
                  </a:lnTo>
                  <a:lnTo>
                    <a:pt x="14430" y="5946"/>
                  </a:lnTo>
                  <a:lnTo>
                    <a:pt x="27670" y="6893"/>
                  </a:lnTo>
                  <a:lnTo>
                    <a:pt x="28499" y="7323"/>
                  </a:lnTo>
                  <a:lnTo>
                    <a:pt x="27740" y="8922"/>
                  </a:lnTo>
                  <a:lnTo>
                    <a:pt x="28838" y="10080"/>
                  </a:lnTo>
                  <a:lnTo>
                    <a:pt x="33797" y="10721"/>
                  </a:lnTo>
                  <a:lnTo>
                    <a:pt x="36025" y="7876"/>
                  </a:lnTo>
                  <a:lnTo>
                    <a:pt x="39409" y="6918"/>
                  </a:lnTo>
                  <a:lnTo>
                    <a:pt x="52978" y="9194"/>
                  </a:lnTo>
                  <a:lnTo>
                    <a:pt x="58104" y="8279"/>
                  </a:lnTo>
                  <a:lnTo>
                    <a:pt x="65747" y="26047"/>
                  </a:lnTo>
                  <a:lnTo>
                    <a:pt x="75864" y="37343"/>
                  </a:lnTo>
                  <a:lnTo>
                    <a:pt x="80289" y="41115"/>
                  </a:lnTo>
                  <a:lnTo>
                    <a:pt x="81800" y="44598"/>
                  </a:lnTo>
                  <a:lnTo>
                    <a:pt x="86017" y="49905"/>
                  </a:lnTo>
                  <a:lnTo>
                    <a:pt x="95209" y="57573"/>
                  </a:lnTo>
                  <a:lnTo>
                    <a:pt x="77496" y="52326"/>
                  </a:lnTo>
                  <a:lnTo>
                    <a:pt x="63259" y="46633"/>
                  </a:lnTo>
                  <a:lnTo>
                    <a:pt x="57430" y="48137"/>
                  </a:lnTo>
                  <a:lnTo>
                    <a:pt x="54134" y="49858"/>
                  </a:lnTo>
                  <a:lnTo>
                    <a:pt x="53570" y="53501"/>
                  </a:lnTo>
                  <a:lnTo>
                    <a:pt x="55189" y="55028"/>
                  </a:lnTo>
                  <a:lnTo>
                    <a:pt x="53691" y="57302"/>
                  </a:lnTo>
                  <a:lnTo>
                    <a:pt x="51114" y="58752"/>
                  </a:lnTo>
                  <a:lnTo>
                    <a:pt x="50784" y="59953"/>
                  </a:lnTo>
                  <a:lnTo>
                    <a:pt x="48507" y="59741"/>
                  </a:lnTo>
                  <a:lnTo>
                    <a:pt x="45210" y="60959"/>
                  </a:lnTo>
                  <a:lnTo>
                    <a:pt x="39597" y="72973"/>
                  </a:lnTo>
                  <a:lnTo>
                    <a:pt x="31726" y="71831"/>
                  </a:lnTo>
                  <a:lnTo>
                    <a:pt x="28879" y="73860"/>
                  </a:lnTo>
                  <a:lnTo>
                    <a:pt x="26337" y="77283"/>
                  </a:lnTo>
                  <a:lnTo>
                    <a:pt x="21507" y="67202"/>
                  </a:lnTo>
                  <a:lnTo>
                    <a:pt x="23758" y="52032"/>
                  </a:lnTo>
                  <a:lnTo>
                    <a:pt x="20200" y="42866"/>
                  </a:lnTo>
                  <a:lnTo>
                    <a:pt x="14458" y="42613"/>
                  </a:lnTo>
                  <a:lnTo>
                    <a:pt x="14197" y="43151"/>
                  </a:lnTo>
                  <a:lnTo>
                    <a:pt x="11079" y="42133"/>
                  </a:lnTo>
                  <a:lnTo>
                    <a:pt x="8401" y="43164"/>
                  </a:lnTo>
                  <a:lnTo>
                    <a:pt x="7575" y="45760"/>
                  </a:lnTo>
                  <a:lnTo>
                    <a:pt x="2997" y="43190"/>
                  </a:lnTo>
                  <a:lnTo>
                    <a:pt x="38" y="39094"/>
                  </a:lnTo>
                  <a:lnTo>
                    <a:pt x="0" y="37453"/>
                  </a:lnTo>
                  <a:lnTo>
                    <a:pt x="868" y="37435"/>
                  </a:lnTo>
                  <a:lnTo>
                    <a:pt x="1584" y="32327"/>
                  </a:lnTo>
                  <a:lnTo>
                    <a:pt x="3729" y="27889"/>
                  </a:lnTo>
                  <a:lnTo>
                    <a:pt x="3145" y="22028"/>
                  </a:lnTo>
                  <a:lnTo>
                    <a:pt x="3689" y="20387"/>
                  </a:lnTo>
                  <a:lnTo>
                    <a:pt x="8438" y="18157"/>
                  </a:lnTo>
                  <a:lnTo>
                    <a:pt x="6936" y="13468"/>
                  </a:lnTo>
                  <a:lnTo>
                    <a:pt x="5236" y="11110"/>
                  </a:lnTo>
                  <a:lnTo>
                    <a:pt x="5150" y="7023"/>
                  </a:lnTo>
                  <a:lnTo>
                    <a:pt x="8048" y="1510"/>
                  </a:lnTo>
                  <a:lnTo>
                    <a:pt x="966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h2621"/>
            <p:cNvSpPr/>
            <p:nvPr/>
          </p:nvSpPr>
          <p:spPr>
            <a:xfrm>
              <a:off x="2728328" y="2673479"/>
              <a:ext cx="96339" cy="102524"/>
            </a:xfrm>
            <a:custGeom>
              <a:avLst/>
              <a:pathLst>
                <a:path w="96339" h="102524">
                  <a:moveTo>
                    <a:pt x="58907" y="0"/>
                  </a:moveTo>
                  <a:lnTo>
                    <a:pt x="58383" y="2702"/>
                  </a:lnTo>
                  <a:lnTo>
                    <a:pt x="59791" y="5769"/>
                  </a:lnTo>
                  <a:lnTo>
                    <a:pt x="62973" y="7696"/>
                  </a:lnTo>
                  <a:lnTo>
                    <a:pt x="64391" y="7270"/>
                  </a:lnTo>
                  <a:lnTo>
                    <a:pt x="69082" y="9455"/>
                  </a:lnTo>
                  <a:lnTo>
                    <a:pt x="74216" y="15622"/>
                  </a:lnTo>
                  <a:lnTo>
                    <a:pt x="75842" y="15681"/>
                  </a:lnTo>
                  <a:lnTo>
                    <a:pt x="76478" y="14463"/>
                  </a:lnTo>
                  <a:lnTo>
                    <a:pt x="80047" y="14194"/>
                  </a:lnTo>
                  <a:lnTo>
                    <a:pt x="86736" y="17144"/>
                  </a:lnTo>
                  <a:lnTo>
                    <a:pt x="85349" y="21151"/>
                  </a:lnTo>
                  <a:lnTo>
                    <a:pt x="88085" y="22207"/>
                  </a:lnTo>
                  <a:lnTo>
                    <a:pt x="91685" y="25108"/>
                  </a:lnTo>
                  <a:lnTo>
                    <a:pt x="96339" y="31352"/>
                  </a:lnTo>
                  <a:lnTo>
                    <a:pt x="94143" y="31630"/>
                  </a:lnTo>
                  <a:lnTo>
                    <a:pt x="90335" y="33642"/>
                  </a:lnTo>
                  <a:lnTo>
                    <a:pt x="85737" y="32897"/>
                  </a:lnTo>
                  <a:lnTo>
                    <a:pt x="83129" y="34607"/>
                  </a:lnTo>
                  <a:lnTo>
                    <a:pt x="81737" y="36996"/>
                  </a:lnTo>
                  <a:lnTo>
                    <a:pt x="83839" y="40949"/>
                  </a:lnTo>
                  <a:lnTo>
                    <a:pt x="79100" y="44038"/>
                  </a:lnTo>
                  <a:lnTo>
                    <a:pt x="77642" y="47753"/>
                  </a:lnTo>
                  <a:lnTo>
                    <a:pt x="75946" y="49068"/>
                  </a:lnTo>
                  <a:lnTo>
                    <a:pt x="80322" y="52089"/>
                  </a:lnTo>
                  <a:lnTo>
                    <a:pt x="83293" y="51709"/>
                  </a:lnTo>
                  <a:lnTo>
                    <a:pt x="80945" y="57338"/>
                  </a:lnTo>
                  <a:lnTo>
                    <a:pt x="77843" y="58779"/>
                  </a:lnTo>
                  <a:lnTo>
                    <a:pt x="76170" y="57993"/>
                  </a:lnTo>
                  <a:lnTo>
                    <a:pt x="74796" y="59045"/>
                  </a:lnTo>
                  <a:lnTo>
                    <a:pt x="74447" y="60169"/>
                  </a:lnTo>
                  <a:lnTo>
                    <a:pt x="75549" y="61688"/>
                  </a:lnTo>
                  <a:lnTo>
                    <a:pt x="73930" y="63198"/>
                  </a:lnTo>
                  <a:lnTo>
                    <a:pt x="71032" y="68711"/>
                  </a:lnTo>
                  <a:lnTo>
                    <a:pt x="71118" y="72798"/>
                  </a:lnTo>
                  <a:lnTo>
                    <a:pt x="72818" y="75156"/>
                  </a:lnTo>
                  <a:lnTo>
                    <a:pt x="74321" y="79845"/>
                  </a:lnTo>
                  <a:lnTo>
                    <a:pt x="69571" y="82075"/>
                  </a:lnTo>
                  <a:lnTo>
                    <a:pt x="69027" y="83716"/>
                  </a:lnTo>
                  <a:lnTo>
                    <a:pt x="69611" y="89577"/>
                  </a:lnTo>
                  <a:lnTo>
                    <a:pt x="67466" y="94015"/>
                  </a:lnTo>
                  <a:lnTo>
                    <a:pt x="66750" y="99123"/>
                  </a:lnTo>
                  <a:lnTo>
                    <a:pt x="65882" y="99141"/>
                  </a:lnTo>
                  <a:lnTo>
                    <a:pt x="59679" y="98514"/>
                  </a:lnTo>
                  <a:lnTo>
                    <a:pt x="47178" y="102524"/>
                  </a:lnTo>
                  <a:lnTo>
                    <a:pt x="47415" y="100297"/>
                  </a:lnTo>
                  <a:lnTo>
                    <a:pt x="46044" y="100089"/>
                  </a:lnTo>
                  <a:lnTo>
                    <a:pt x="47650" y="84735"/>
                  </a:lnTo>
                  <a:lnTo>
                    <a:pt x="37234" y="85730"/>
                  </a:lnTo>
                  <a:lnTo>
                    <a:pt x="35325" y="82934"/>
                  </a:lnTo>
                  <a:lnTo>
                    <a:pt x="34796" y="78299"/>
                  </a:lnTo>
                  <a:lnTo>
                    <a:pt x="32058" y="76547"/>
                  </a:lnTo>
                  <a:lnTo>
                    <a:pt x="26292" y="81115"/>
                  </a:lnTo>
                  <a:lnTo>
                    <a:pt x="25255" y="83660"/>
                  </a:lnTo>
                  <a:lnTo>
                    <a:pt x="22087" y="85529"/>
                  </a:lnTo>
                  <a:lnTo>
                    <a:pt x="18118" y="77221"/>
                  </a:lnTo>
                  <a:lnTo>
                    <a:pt x="18927" y="74873"/>
                  </a:lnTo>
                  <a:lnTo>
                    <a:pt x="17954" y="73384"/>
                  </a:lnTo>
                  <a:lnTo>
                    <a:pt x="18121" y="71515"/>
                  </a:lnTo>
                  <a:lnTo>
                    <a:pt x="19708" y="71104"/>
                  </a:lnTo>
                  <a:lnTo>
                    <a:pt x="23485" y="72490"/>
                  </a:lnTo>
                  <a:lnTo>
                    <a:pt x="22296" y="69508"/>
                  </a:lnTo>
                  <a:lnTo>
                    <a:pt x="21545" y="68853"/>
                  </a:lnTo>
                  <a:lnTo>
                    <a:pt x="19715" y="69022"/>
                  </a:lnTo>
                  <a:lnTo>
                    <a:pt x="18530" y="70665"/>
                  </a:lnTo>
                  <a:lnTo>
                    <a:pt x="16909" y="71296"/>
                  </a:lnTo>
                  <a:lnTo>
                    <a:pt x="14490" y="70101"/>
                  </a:lnTo>
                  <a:lnTo>
                    <a:pt x="13770" y="67909"/>
                  </a:lnTo>
                  <a:lnTo>
                    <a:pt x="15805" y="66858"/>
                  </a:lnTo>
                  <a:lnTo>
                    <a:pt x="17231" y="67715"/>
                  </a:lnTo>
                  <a:lnTo>
                    <a:pt x="20673" y="65184"/>
                  </a:lnTo>
                  <a:lnTo>
                    <a:pt x="24251" y="67589"/>
                  </a:lnTo>
                  <a:lnTo>
                    <a:pt x="27218" y="66967"/>
                  </a:lnTo>
                  <a:lnTo>
                    <a:pt x="30108" y="57393"/>
                  </a:lnTo>
                  <a:lnTo>
                    <a:pt x="31283" y="45793"/>
                  </a:lnTo>
                  <a:lnTo>
                    <a:pt x="40366" y="38379"/>
                  </a:lnTo>
                  <a:lnTo>
                    <a:pt x="42626" y="37352"/>
                  </a:lnTo>
                  <a:lnTo>
                    <a:pt x="42713" y="34425"/>
                  </a:lnTo>
                  <a:lnTo>
                    <a:pt x="41527" y="32873"/>
                  </a:lnTo>
                  <a:lnTo>
                    <a:pt x="43730" y="30070"/>
                  </a:lnTo>
                  <a:lnTo>
                    <a:pt x="37831" y="31134"/>
                  </a:lnTo>
                  <a:lnTo>
                    <a:pt x="26490" y="23046"/>
                  </a:lnTo>
                  <a:lnTo>
                    <a:pt x="12523" y="17011"/>
                  </a:lnTo>
                  <a:lnTo>
                    <a:pt x="12013" y="13823"/>
                  </a:lnTo>
                  <a:lnTo>
                    <a:pt x="0" y="14299"/>
                  </a:lnTo>
                  <a:lnTo>
                    <a:pt x="1194" y="9805"/>
                  </a:lnTo>
                  <a:lnTo>
                    <a:pt x="12458" y="10969"/>
                  </a:lnTo>
                  <a:lnTo>
                    <a:pt x="19095" y="9083"/>
                  </a:lnTo>
                  <a:lnTo>
                    <a:pt x="23068" y="6427"/>
                  </a:lnTo>
                  <a:lnTo>
                    <a:pt x="30324" y="6547"/>
                  </a:lnTo>
                  <a:lnTo>
                    <a:pt x="37320" y="11032"/>
                  </a:lnTo>
                  <a:lnTo>
                    <a:pt x="44255" y="10677"/>
                  </a:lnTo>
                  <a:lnTo>
                    <a:pt x="44769" y="7612"/>
                  </a:lnTo>
                  <a:lnTo>
                    <a:pt x="42945" y="6061"/>
                  </a:lnTo>
                  <a:lnTo>
                    <a:pt x="44519" y="2127"/>
                  </a:lnTo>
                  <a:lnTo>
                    <a:pt x="47150" y="538"/>
                  </a:lnTo>
                  <a:lnTo>
                    <a:pt x="49499" y="3164"/>
                  </a:lnTo>
                  <a:lnTo>
                    <a:pt x="51462" y="2312"/>
                  </a:lnTo>
                  <a:lnTo>
                    <a:pt x="53393" y="124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h2622"/>
            <p:cNvSpPr/>
            <p:nvPr/>
          </p:nvSpPr>
          <p:spPr>
            <a:xfrm>
              <a:off x="2878070" y="2905064"/>
              <a:ext cx="51833" cy="68157"/>
            </a:xfrm>
            <a:custGeom>
              <a:avLst/>
              <a:pathLst>
                <a:path w="51833" h="68157">
                  <a:moveTo>
                    <a:pt x="40489" y="235"/>
                  </a:moveTo>
                  <a:lnTo>
                    <a:pt x="42540" y="4005"/>
                  </a:lnTo>
                  <a:lnTo>
                    <a:pt x="46858" y="9318"/>
                  </a:lnTo>
                  <a:lnTo>
                    <a:pt x="40049" y="13150"/>
                  </a:lnTo>
                  <a:lnTo>
                    <a:pt x="38325" y="17648"/>
                  </a:lnTo>
                  <a:lnTo>
                    <a:pt x="41929" y="21796"/>
                  </a:lnTo>
                  <a:lnTo>
                    <a:pt x="44830" y="21567"/>
                  </a:lnTo>
                  <a:lnTo>
                    <a:pt x="45584" y="22914"/>
                  </a:lnTo>
                  <a:lnTo>
                    <a:pt x="43991" y="26843"/>
                  </a:lnTo>
                  <a:lnTo>
                    <a:pt x="40145" y="29804"/>
                  </a:lnTo>
                  <a:lnTo>
                    <a:pt x="40899" y="33800"/>
                  </a:lnTo>
                  <a:lnTo>
                    <a:pt x="46597" y="38668"/>
                  </a:lnTo>
                  <a:lnTo>
                    <a:pt x="44978" y="45455"/>
                  </a:lnTo>
                  <a:lnTo>
                    <a:pt x="48667" y="48162"/>
                  </a:lnTo>
                  <a:lnTo>
                    <a:pt x="50913" y="48324"/>
                  </a:lnTo>
                  <a:lnTo>
                    <a:pt x="51833" y="50211"/>
                  </a:lnTo>
                  <a:lnTo>
                    <a:pt x="51824" y="54221"/>
                  </a:lnTo>
                  <a:lnTo>
                    <a:pt x="49225" y="55566"/>
                  </a:lnTo>
                  <a:lnTo>
                    <a:pt x="46532" y="66946"/>
                  </a:lnTo>
                  <a:lnTo>
                    <a:pt x="44786" y="68157"/>
                  </a:lnTo>
                  <a:lnTo>
                    <a:pt x="30815" y="64540"/>
                  </a:lnTo>
                  <a:lnTo>
                    <a:pt x="29473" y="63501"/>
                  </a:lnTo>
                  <a:lnTo>
                    <a:pt x="25876" y="62390"/>
                  </a:lnTo>
                  <a:lnTo>
                    <a:pt x="18084" y="59714"/>
                  </a:lnTo>
                  <a:lnTo>
                    <a:pt x="17779" y="56225"/>
                  </a:lnTo>
                  <a:lnTo>
                    <a:pt x="15843" y="53993"/>
                  </a:lnTo>
                  <a:lnTo>
                    <a:pt x="13212" y="48587"/>
                  </a:lnTo>
                  <a:lnTo>
                    <a:pt x="9263" y="46256"/>
                  </a:lnTo>
                  <a:lnTo>
                    <a:pt x="4827" y="46140"/>
                  </a:lnTo>
                  <a:lnTo>
                    <a:pt x="515" y="44979"/>
                  </a:lnTo>
                  <a:lnTo>
                    <a:pt x="0" y="41365"/>
                  </a:lnTo>
                  <a:lnTo>
                    <a:pt x="2289" y="40849"/>
                  </a:lnTo>
                  <a:lnTo>
                    <a:pt x="5796" y="42829"/>
                  </a:lnTo>
                  <a:lnTo>
                    <a:pt x="5918" y="36268"/>
                  </a:lnTo>
                  <a:lnTo>
                    <a:pt x="8028" y="31890"/>
                  </a:lnTo>
                  <a:lnTo>
                    <a:pt x="14384" y="27467"/>
                  </a:lnTo>
                  <a:lnTo>
                    <a:pt x="14696" y="26118"/>
                  </a:lnTo>
                  <a:lnTo>
                    <a:pt x="13717" y="25122"/>
                  </a:lnTo>
                  <a:lnTo>
                    <a:pt x="14159" y="22924"/>
                  </a:lnTo>
                  <a:lnTo>
                    <a:pt x="12230" y="14758"/>
                  </a:lnTo>
                  <a:lnTo>
                    <a:pt x="10758" y="12630"/>
                  </a:lnTo>
                  <a:lnTo>
                    <a:pt x="9000" y="11840"/>
                  </a:lnTo>
                  <a:lnTo>
                    <a:pt x="9086" y="10444"/>
                  </a:lnTo>
                  <a:lnTo>
                    <a:pt x="16027" y="3122"/>
                  </a:lnTo>
                  <a:lnTo>
                    <a:pt x="19577" y="3746"/>
                  </a:lnTo>
                  <a:lnTo>
                    <a:pt x="22823" y="3060"/>
                  </a:lnTo>
                  <a:lnTo>
                    <a:pt x="28467" y="5781"/>
                  </a:lnTo>
                  <a:lnTo>
                    <a:pt x="3801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h2623"/>
            <p:cNvSpPr/>
            <p:nvPr/>
          </p:nvSpPr>
          <p:spPr>
            <a:xfrm>
              <a:off x="2971534" y="3115663"/>
              <a:ext cx="43813" cy="26492"/>
            </a:xfrm>
            <a:custGeom>
              <a:avLst/>
              <a:pathLst>
                <a:path w="43813" h="26492">
                  <a:moveTo>
                    <a:pt x="20931" y="1420"/>
                  </a:moveTo>
                  <a:lnTo>
                    <a:pt x="22316" y="3775"/>
                  </a:lnTo>
                  <a:lnTo>
                    <a:pt x="24273" y="3307"/>
                  </a:lnTo>
                  <a:lnTo>
                    <a:pt x="25280" y="4011"/>
                  </a:lnTo>
                  <a:lnTo>
                    <a:pt x="25626" y="7764"/>
                  </a:lnTo>
                  <a:lnTo>
                    <a:pt x="24874" y="9034"/>
                  </a:lnTo>
                  <a:lnTo>
                    <a:pt x="25441" y="12666"/>
                  </a:lnTo>
                  <a:lnTo>
                    <a:pt x="34569" y="11337"/>
                  </a:lnTo>
                  <a:lnTo>
                    <a:pt x="40356" y="13927"/>
                  </a:lnTo>
                  <a:lnTo>
                    <a:pt x="43813" y="13387"/>
                  </a:lnTo>
                  <a:lnTo>
                    <a:pt x="43724" y="14647"/>
                  </a:lnTo>
                  <a:lnTo>
                    <a:pt x="36442" y="17896"/>
                  </a:lnTo>
                  <a:lnTo>
                    <a:pt x="38236" y="21933"/>
                  </a:lnTo>
                  <a:lnTo>
                    <a:pt x="36512" y="23518"/>
                  </a:lnTo>
                  <a:lnTo>
                    <a:pt x="33283" y="21406"/>
                  </a:lnTo>
                  <a:lnTo>
                    <a:pt x="25247" y="20939"/>
                  </a:lnTo>
                  <a:lnTo>
                    <a:pt x="21908" y="22847"/>
                  </a:lnTo>
                  <a:lnTo>
                    <a:pt x="22609" y="23883"/>
                  </a:lnTo>
                  <a:lnTo>
                    <a:pt x="22326" y="26148"/>
                  </a:lnTo>
                  <a:lnTo>
                    <a:pt x="16467" y="25742"/>
                  </a:lnTo>
                  <a:lnTo>
                    <a:pt x="13659" y="26492"/>
                  </a:lnTo>
                  <a:lnTo>
                    <a:pt x="10567" y="23543"/>
                  </a:lnTo>
                  <a:lnTo>
                    <a:pt x="4315" y="11961"/>
                  </a:lnTo>
                  <a:lnTo>
                    <a:pt x="0" y="5912"/>
                  </a:lnTo>
                  <a:lnTo>
                    <a:pt x="1228" y="3442"/>
                  </a:lnTo>
                  <a:lnTo>
                    <a:pt x="5572" y="4105"/>
                  </a:lnTo>
                  <a:lnTo>
                    <a:pt x="13313" y="3810"/>
                  </a:lnTo>
                  <a:lnTo>
                    <a:pt x="2126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h2624"/>
            <p:cNvSpPr/>
            <p:nvPr/>
          </p:nvSpPr>
          <p:spPr>
            <a:xfrm>
              <a:off x="2754036" y="2812115"/>
              <a:ext cx="30834" cy="29939"/>
            </a:xfrm>
            <a:custGeom>
              <a:avLst/>
              <a:pathLst>
                <a:path w="30834" h="29939">
                  <a:moveTo>
                    <a:pt x="14606" y="842"/>
                  </a:moveTo>
                  <a:lnTo>
                    <a:pt x="12004" y="4426"/>
                  </a:lnTo>
                  <a:lnTo>
                    <a:pt x="16460" y="7759"/>
                  </a:lnTo>
                  <a:lnTo>
                    <a:pt x="16308" y="10454"/>
                  </a:lnTo>
                  <a:lnTo>
                    <a:pt x="14208" y="15498"/>
                  </a:lnTo>
                  <a:lnTo>
                    <a:pt x="14587" y="17007"/>
                  </a:lnTo>
                  <a:lnTo>
                    <a:pt x="25737" y="16426"/>
                  </a:lnTo>
                  <a:lnTo>
                    <a:pt x="27818" y="17119"/>
                  </a:lnTo>
                  <a:lnTo>
                    <a:pt x="29289" y="17831"/>
                  </a:lnTo>
                  <a:lnTo>
                    <a:pt x="30569" y="19745"/>
                  </a:lnTo>
                  <a:lnTo>
                    <a:pt x="30834" y="22004"/>
                  </a:lnTo>
                  <a:lnTo>
                    <a:pt x="30089" y="23737"/>
                  </a:lnTo>
                  <a:lnTo>
                    <a:pt x="25225" y="29508"/>
                  </a:lnTo>
                  <a:lnTo>
                    <a:pt x="23602" y="29939"/>
                  </a:lnTo>
                  <a:lnTo>
                    <a:pt x="23049" y="28543"/>
                  </a:lnTo>
                  <a:lnTo>
                    <a:pt x="12584" y="19883"/>
                  </a:lnTo>
                  <a:lnTo>
                    <a:pt x="11131" y="19676"/>
                  </a:lnTo>
                  <a:lnTo>
                    <a:pt x="8234" y="21014"/>
                  </a:lnTo>
                  <a:lnTo>
                    <a:pt x="6726" y="17283"/>
                  </a:lnTo>
                  <a:lnTo>
                    <a:pt x="0" y="11803"/>
                  </a:lnTo>
                  <a:lnTo>
                    <a:pt x="232" y="10154"/>
                  </a:lnTo>
                  <a:lnTo>
                    <a:pt x="1482" y="8849"/>
                  </a:lnTo>
                  <a:lnTo>
                    <a:pt x="2339" y="9186"/>
                  </a:lnTo>
                  <a:lnTo>
                    <a:pt x="3577" y="5067"/>
                  </a:lnTo>
                  <a:lnTo>
                    <a:pt x="5141" y="2288"/>
                  </a:lnTo>
                  <a:lnTo>
                    <a:pt x="10975" y="2335"/>
                  </a:lnTo>
                  <a:lnTo>
                    <a:pt x="1230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h2625"/>
            <p:cNvSpPr/>
            <p:nvPr/>
          </p:nvSpPr>
          <p:spPr>
            <a:xfrm>
              <a:off x="3092610" y="3255564"/>
              <a:ext cx="69659" cy="48917"/>
            </a:xfrm>
            <a:custGeom>
              <a:avLst/>
              <a:pathLst>
                <a:path w="69659" h="48917">
                  <a:moveTo>
                    <a:pt x="12269" y="2927"/>
                  </a:moveTo>
                  <a:lnTo>
                    <a:pt x="20683" y="3489"/>
                  </a:lnTo>
                  <a:lnTo>
                    <a:pt x="24272" y="4838"/>
                  </a:lnTo>
                  <a:lnTo>
                    <a:pt x="24950" y="8414"/>
                  </a:lnTo>
                  <a:lnTo>
                    <a:pt x="29876" y="6788"/>
                  </a:lnTo>
                  <a:lnTo>
                    <a:pt x="41005" y="7402"/>
                  </a:lnTo>
                  <a:lnTo>
                    <a:pt x="42258" y="6963"/>
                  </a:lnTo>
                  <a:lnTo>
                    <a:pt x="41829" y="6350"/>
                  </a:lnTo>
                  <a:lnTo>
                    <a:pt x="42484" y="5022"/>
                  </a:lnTo>
                  <a:lnTo>
                    <a:pt x="45310" y="4271"/>
                  </a:lnTo>
                  <a:lnTo>
                    <a:pt x="46723" y="5214"/>
                  </a:lnTo>
                  <a:lnTo>
                    <a:pt x="48001" y="7864"/>
                  </a:lnTo>
                  <a:lnTo>
                    <a:pt x="50718" y="8220"/>
                  </a:lnTo>
                  <a:lnTo>
                    <a:pt x="52449" y="10148"/>
                  </a:lnTo>
                  <a:lnTo>
                    <a:pt x="54302" y="21297"/>
                  </a:lnTo>
                  <a:lnTo>
                    <a:pt x="58727" y="23794"/>
                  </a:lnTo>
                  <a:lnTo>
                    <a:pt x="61576" y="31066"/>
                  </a:lnTo>
                  <a:lnTo>
                    <a:pt x="68279" y="33658"/>
                  </a:lnTo>
                  <a:lnTo>
                    <a:pt x="69659" y="33161"/>
                  </a:lnTo>
                  <a:lnTo>
                    <a:pt x="69630" y="33994"/>
                  </a:lnTo>
                  <a:lnTo>
                    <a:pt x="65261" y="35247"/>
                  </a:lnTo>
                  <a:lnTo>
                    <a:pt x="60851" y="37637"/>
                  </a:lnTo>
                  <a:lnTo>
                    <a:pt x="56046" y="42939"/>
                  </a:lnTo>
                  <a:lnTo>
                    <a:pt x="47762" y="48277"/>
                  </a:lnTo>
                  <a:lnTo>
                    <a:pt x="44785" y="48917"/>
                  </a:lnTo>
                  <a:lnTo>
                    <a:pt x="42992" y="45010"/>
                  </a:lnTo>
                  <a:lnTo>
                    <a:pt x="49802" y="40633"/>
                  </a:lnTo>
                  <a:lnTo>
                    <a:pt x="48153" y="38116"/>
                  </a:lnTo>
                  <a:lnTo>
                    <a:pt x="45270" y="38934"/>
                  </a:lnTo>
                  <a:lnTo>
                    <a:pt x="41599" y="38198"/>
                  </a:lnTo>
                  <a:lnTo>
                    <a:pt x="34958" y="33988"/>
                  </a:lnTo>
                  <a:lnTo>
                    <a:pt x="26994" y="25547"/>
                  </a:lnTo>
                  <a:lnTo>
                    <a:pt x="21046" y="30205"/>
                  </a:lnTo>
                  <a:lnTo>
                    <a:pt x="19043" y="32965"/>
                  </a:lnTo>
                  <a:lnTo>
                    <a:pt x="17382" y="36185"/>
                  </a:lnTo>
                  <a:lnTo>
                    <a:pt x="16787" y="42690"/>
                  </a:lnTo>
                  <a:lnTo>
                    <a:pt x="12285" y="40922"/>
                  </a:lnTo>
                  <a:lnTo>
                    <a:pt x="4579" y="35183"/>
                  </a:lnTo>
                  <a:lnTo>
                    <a:pt x="4040" y="32924"/>
                  </a:lnTo>
                  <a:lnTo>
                    <a:pt x="971" y="32747"/>
                  </a:lnTo>
                  <a:lnTo>
                    <a:pt x="2467" y="31036"/>
                  </a:lnTo>
                  <a:lnTo>
                    <a:pt x="0" y="29491"/>
                  </a:lnTo>
                  <a:lnTo>
                    <a:pt x="197" y="26310"/>
                  </a:lnTo>
                  <a:lnTo>
                    <a:pt x="1147" y="24538"/>
                  </a:lnTo>
                  <a:lnTo>
                    <a:pt x="4250" y="22355"/>
                  </a:lnTo>
                  <a:lnTo>
                    <a:pt x="5377" y="19256"/>
                  </a:lnTo>
                  <a:lnTo>
                    <a:pt x="6074" y="16555"/>
                  </a:lnTo>
                  <a:lnTo>
                    <a:pt x="4766" y="14153"/>
                  </a:lnTo>
                  <a:lnTo>
                    <a:pt x="6054" y="13624"/>
                  </a:lnTo>
                  <a:lnTo>
                    <a:pt x="1157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h2626"/>
            <p:cNvSpPr/>
            <p:nvPr/>
          </p:nvSpPr>
          <p:spPr>
            <a:xfrm>
              <a:off x="3232960" y="3196264"/>
              <a:ext cx="22813" cy="33735"/>
            </a:xfrm>
            <a:custGeom>
              <a:avLst/>
              <a:pathLst>
                <a:path w="22813" h="33735">
                  <a:moveTo>
                    <a:pt x="16486" y="9700"/>
                  </a:moveTo>
                  <a:lnTo>
                    <a:pt x="19395" y="18697"/>
                  </a:lnTo>
                  <a:lnTo>
                    <a:pt x="20776" y="20135"/>
                  </a:lnTo>
                  <a:lnTo>
                    <a:pt x="18401" y="17953"/>
                  </a:lnTo>
                  <a:lnTo>
                    <a:pt x="17023" y="17981"/>
                  </a:lnTo>
                  <a:lnTo>
                    <a:pt x="15668" y="23074"/>
                  </a:lnTo>
                  <a:lnTo>
                    <a:pt x="16572" y="24881"/>
                  </a:lnTo>
                  <a:lnTo>
                    <a:pt x="22813" y="29491"/>
                  </a:lnTo>
                  <a:lnTo>
                    <a:pt x="21820" y="32866"/>
                  </a:lnTo>
                  <a:lnTo>
                    <a:pt x="19794" y="31771"/>
                  </a:lnTo>
                  <a:lnTo>
                    <a:pt x="16598" y="33562"/>
                  </a:lnTo>
                  <a:lnTo>
                    <a:pt x="11524" y="33735"/>
                  </a:lnTo>
                  <a:lnTo>
                    <a:pt x="3366" y="30886"/>
                  </a:lnTo>
                  <a:lnTo>
                    <a:pt x="3" y="28453"/>
                  </a:lnTo>
                  <a:lnTo>
                    <a:pt x="0" y="27517"/>
                  </a:lnTo>
                  <a:lnTo>
                    <a:pt x="1603" y="21404"/>
                  </a:lnTo>
                  <a:lnTo>
                    <a:pt x="3898" y="21058"/>
                  </a:lnTo>
                  <a:lnTo>
                    <a:pt x="5598" y="19713"/>
                  </a:lnTo>
                  <a:lnTo>
                    <a:pt x="5824" y="17491"/>
                  </a:lnTo>
                  <a:lnTo>
                    <a:pt x="4265" y="14614"/>
                  </a:lnTo>
                  <a:lnTo>
                    <a:pt x="2551" y="10868"/>
                  </a:lnTo>
                  <a:lnTo>
                    <a:pt x="2854" y="6811"/>
                  </a:lnTo>
                  <a:lnTo>
                    <a:pt x="893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h2627"/>
            <p:cNvSpPr/>
            <p:nvPr/>
          </p:nvSpPr>
          <p:spPr>
            <a:xfrm>
              <a:off x="2924897" y="3034006"/>
              <a:ext cx="16458" cy="18120"/>
            </a:xfrm>
            <a:custGeom>
              <a:avLst/>
              <a:pathLst>
                <a:path w="16458" h="18120">
                  <a:moveTo>
                    <a:pt x="11955" y="0"/>
                  </a:moveTo>
                  <a:lnTo>
                    <a:pt x="14584" y="3403"/>
                  </a:lnTo>
                  <a:lnTo>
                    <a:pt x="16458" y="7652"/>
                  </a:lnTo>
                  <a:lnTo>
                    <a:pt x="9594" y="13214"/>
                  </a:lnTo>
                  <a:lnTo>
                    <a:pt x="9711" y="17573"/>
                  </a:lnTo>
                  <a:lnTo>
                    <a:pt x="8586" y="18120"/>
                  </a:lnTo>
                  <a:lnTo>
                    <a:pt x="2811" y="11511"/>
                  </a:lnTo>
                  <a:lnTo>
                    <a:pt x="0" y="9478"/>
                  </a:lnTo>
                  <a:lnTo>
                    <a:pt x="1864" y="5424"/>
                  </a:lnTo>
                  <a:lnTo>
                    <a:pt x="9258" y="380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h2628"/>
            <p:cNvSpPr/>
            <p:nvPr/>
          </p:nvSpPr>
          <p:spPr>
            <a:xfrm>
              <a:off x="2804275" y="2699207"/>
              <a:ext cx="33982" cy="26361"/>
            </a:xfrm>
            <a:custGeom>
              <a:avLst/>
              <a:pathLst>
                <a:path w="33982" h="26361">
                  <a:moveTo>
                    <a:pt x="32629" y="1689"/>
                  </a:moveTo>
                  <a:lnTo>
                    <a:pt x="33982" y="12580"/>
                  </a:lnTo>
                  <a:lnTo>
                    <a:pt x="31338" y="14354"/>
                  </a:lnTo>
                  <a:lnTo>
                    <a:pt x="24932" y="15238"/>
                  </a:lnTo>
                  <a:lnTo>
                    <a:pt x="22321" y="16715"/>
                  </a:lnTo>
                  <a:lnTo>
                    <a:pt x="20565" y="18411"/>
                  </a:lnTo>
                  <a:lnTo>
                    <a:pt x="20891" y="21724"/>
                  </a:lnTo>
                  <a:lnTo>
                    <a:pt x="17744" y="25537"/>
                  </a:lnTo>
                  <a:lnTo>
                    <a:pt x="13864" y="24825"/>
                  </a:lnTo>
                  <a:lnTo>
                    <a:pt x="15962" y="21008"/>
                  </a:lnTo>
                  <a:lnTo>
                    <a:pt x="15653" y="18998"/>
                  </a:lnTo>
                  <a:lnTo>
                    <a:pt x="11212" y="18782"/>
                  </a:lnTo>
                  <a:lnTo>
                    <a:pt x="10111" y="22169"/>
                  </a:lnTo>
                  <a:lnTo>
                    <a:pt x="10780" y="24615"/>
                  </a:lnTo>
                  <a:lnTo>
                    <a:pt x="7346" y="25981"/>
                  </a:lnTo>
                  <a:lnTo>
                    <a:pt x="4375" y="26361"/>
                  </a:lnTo>
                  <a:lnTo>
                    <a:pt x="0" y="23340"/>
                  </a:lnTo>
                  <a:lnTo>
                    <a:pt x="1695" y="22024"/>
                  </a:lnTo>
                  <a:lnTo>
                    <a:pt x="3153" y="18309"/>
                  </a:lnTo>
                  <a:lnTo>
                    <a:pt x="7892" y="15220"/>
                  </a:lnTo>
                  <a:lnTo>
                    <a:pt x="5791" y="11268"/>
                  </a:lnTo>
                  <a:lnTo>
                    <a:pt x="7183" y="8879"/>
                  </a:lnTo>
                  <a:lnTo>
                    <a:pt x="9790" y="7168"/>
                  </a:lnTo>
                  <a:lnTo>
                    <a:pt x="14388" y="7913"/>
                  </a:lnTo>
                  <a:lnTo>
                    <a:pt x="18197" y="5902"/>
                  </a:lnTo>
                  <a:lnTo>
                    <a:pt x="20392" y="5624"/>
                  </a:lnTo>
                  <a:lnTo>
                    <a:pt x="26554" y="7466"/>
                  </a:lnTo>
                  <a:lnTo>
                    <a:pt x="27410" y="6724"/>
                  </a:lnTo>
                  <a:lnTo>
                    <a:pt x="27503" y="4402"/>
                  </a:lnTo>
                  <a:lnTo>
                    <a:pt x="28859" y="2527"/>
                  </a:lnTo>
                  <a:lnTo>
                    <a:pt x="3369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h2629"/>
            <p:cNvSpPr/>
            <p:nvPr/>
          </p:nvSpPr>
          <p:spPr>
            <a:xfrm>
              <a:off x="2970111" y="3063699"/>
              <a:ext cx="54041" cy="33841"/>
            </a:xfrm>
            <a:custGeom>
              <a:avLst/>
              <a:pathLst>
                <a:path w="54041" h="33841">
                  <a:moveTo>
                    <a:pt x="43227" y="5417"/>
                  </a:moveTo>
                  <a:lnTo>
                    <a:pt x="54041" y="4424"/>
                  </a:lnTo>
                  <a:lnTo>
                    <a:pt x="53289" y="9724"/>
                  </a:lnTo>
                  <a:lnTo>
                    <a:pt x="48320" y="11721"/>
                  </a:lnTo>
                  <a:lnTo>
                    <a:pt x="45197" y="15557"/>
                  </a:lnTo>
                  <a:lnTo>
                    <a:pt x="40274" y="19666"/>
                  </a:lnTo>
                  <a:lnTo>
                    <a:pt x="24265" y="31420"/>
                  </a:lnTo>
                  <a:lnTo>
                    <a:pt x="21042" y="32284"/>
                  </a:lnTo>
                  <a:lnTo>
                    <a:pt x="20383" y="31076"/>
                  </a:lnTo>
                  <a:lnTo>
                    <a:pt x="16725" y="33099"/>
                  </a:lnTo>
                  <a:lnTo>
                    <a:pt x="12340" y="33841"/>
                  </a:lnTo>
                  <a:lnTo>
                    <a:pt x="12788" y="33110"/>
                  </a:lnTo>
                  <a:lnTo>
                    <a:pt x="0" y="32459"/>
                  </a:lnTo>
                  <a:lnTo>
                    <a:pt x="1366" y="30202"/>
                  </a:lnTo>
                  <a:lnTo>
                    <a:pt x="22521" y="21796"/>
                  </a:lnTo>
                  <a:lnTo>
                    <a:pt x="25027" y="19745"/>
                  </a:lnTo>
                  <a:lnTo>
                    <a:pt x="26997" y="15925"/>
                  </a:lnTo>
                  <a:lnTo>
                    <a:pt x="31270" y="13024"/>
                  </a:lnTo>
                  <a:lnTo>
                    <a:pt x="33703" y="5625"/>
                  </a:lnTo>
                  <a:lnTo>
                    <a:pt x="39234" y="2641"/>
                  </a:lnTo>
                  <a:lnTo>
                    <a:pt x="4095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h2630"/>
            <p:cNvSpPr/>
            <p:nvPr/>
          </p:nvSpPr>
          <p:spPr>
            <a:xfrm>
              <a:off x="2931972" y="3145870"/>
              <a:ext cx="11601" cy="10073"/>
            </a:xfrm>
            <a:custGeom>
              <a:avLst/>
              <a:pathLst>
                <a:path w="11601" h="10073">
                  <a:moveTo>
                    <a:pt x="6377" y="0"/>
                  </a:moveTo>
                  <a:lnTo>
                    <a:pt x="11601" y="4329"/>
                  </a:lnTo>
                  <a:lnTo>
                    <a:pt x="9460" y="5793"/>
                  </a:lnTo>
                  <a:lnTo>
                    <a:pt x="8022" y="3123"/>
                  </a:lnTo>
                  <a:lnTo>
                    <a:pt x="5414" y="2746"/>
                  </a:lnTo>
                  <a:lnTo>
                    <a:pt x="3648" y="4299"/>
                  </a:lnTo>
                  <a:lnTo>
                    <a:pt x="3582" y="5631"/>
                  </a:lnTo>
                  <a:lnTo>
                    <a:pt x="3655" y="10073"/>
                  </a:lnTo>
                  <a:lnTo>
                    <a:pt x="1224" y="8930"/>
                  </a:lnTo>
                  <a:lnTo>
                    <a:pt x="0" y="8835"/>
                  </a:lnTo>
                  <a:lnTo>
                    <a:pt x="961" y="4975"/>
                  </a:lnTo>
                  <a:lnTo>
                    <a:pt x="5159" y="1368"/>
                  </a:lnTo>
                  <a:lnTo>
                    <a:pt x="4959" y="2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h2631"/>
            <p:cNvSpPr/>
            <p:nvPr/>
          </p:nvSpPr>
          <p:spPr>
            <a:xfrm>
              <a:off x="2955677" y="3021791"/>
              <a:ext cx="7461" cy="10671"/>
            </a:xfrm>
            <a:custGeom>
              <a:avLst/>
              <a:pathLst>
                <a:path w="7461" h="10671">
                  <a:moveTo>
                    <a:pt x="4623" y="166"/>
                  </a:moveTo>
                  <a:lnTo>
                    <a:pt x="5120" y="297"/>
                  </a:lnTo>
                  <a:lnTo>
                    <a:pt x="5072" y="3165"/>
                  </a:lnTo>
                  <a:lnTo>
                    <a:pt x="7461" y="8176"/>
                  </a:lnTo>
                  <a:lnTo>
                    <a:pt x="6477" y="10671"/>
                  </a:lnTo>
                  <a:lnTo>
                    <a:pt x="792" y="8553"/>
                  </a:lnTo>
                  <a:lnTo>
                    <a:pt x="162" y="9396"/>
                  </a:lnTo>
                  <a:lnTo>
                    <a:pt x="0" y="6872"/>
                  </a:lnTo>
                  <a:lnTo>
                    <a:pt x="388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h2632"/>
            <p:cNvSpPr/>
            <p:nvPr/>
          </p:nvSpPr>
          <p:spPr>
            <a:xfrm>
              <a:off x="2923718" y="2956260"/>
              <a:ext cx="26606" cy="41567"/>
            </a:xfrm>
            <a:custGeom>
              <a:avLst/>
              <a:pathLst>
                <a:path w="26606" h="41567">
                  <a:moveTo>
                    <a:pt x="17691" y="109"/>
                  </a:moveTo>
                  <a:lnTo>
                    <a:pt x="18928" y="3320"/>
                  </a:lnTo>
                  <a:lnTo>
                    <a:pt x="16790" y="7988"/>
                  </a:lnTo>
                  <a:lnTo>
                    <a:pt x="17520" y="11723"/>
                  </a:lnTo>
                  <a:lnTo>
                    <a:pt x="21277" y="16942"/>
                  </a:lnTo>
                  <a:lnTo>
                    <a:pt x="24909" y="16442"/>
                  </a:lnTo>
                  <a:lnTo>
                    <a:pt x="26143" y="16937"/>
                  </a:lnTo>
                  <a:lnTo>
                    <a:pt x="26606" y="18234"/>
                  </a:lnTo>
                  <a:lnTo>
                    <a:pt x="22711" y="19700"/>
                  </a:lnTo>
                  <a:lnTo>
                    <a:pt x="21303" y="24835"/>
                  </a:lnTo>
                  <a:lnTo>
                    <a:pt x="22623" y="37230"/>
                  </a:lnTo>
                  <a:lnTo>
                    <a:pt x="21760" y="38567"/>
                  </a:lnTo>
                  <a:lnTo>
                    <a:pt x="21165" y="41206"/>
                  </a:lnTo>
                  <a:lnTo>
                    <a:pt x="20203" y="41567"/>
                  </a:lnTo>
                  <a:lnTo>
                    <a:pt x="13670" y="37570"/>
                  </a:lnTo>
                  <a:lnTo>
                    <a:pt x="12374" y="32032"/>
                  </a:lnTo>
                  <a:lnTo>
                    <a:pt x="13108" y="30696"/>
                  </a:lnTo>
                  <a:lnTo>
                    <a:pt x="13821" y="32323"/>
                  </a:lnTo>
                  <a:lnTo>
                    <a:pt x="15033" y="31917"/>
                  </a:lnTo>
                  <a:lnTo>
                    <a:pt x="14847" y="30029"/>
                  </a:lnTo>
                  <a:lnTo>
                    <a:pt x="9663" y="29748"/>
                  </a:lnTo>
                  <a:lnTo>
                    <a:pt x="5709" y="22856"/>
                  </a:lnTo>
                  <a:lnTo>
                    <a:pt x="5246" y="20774"/>
                  </a:lnTo>
                  <a:lnTo>
                    <a:pt x="2232" y="21054"/>
                  </a:lnTo>
                  <a:lnTo>
                    <a:pt x="4404" y="18765"/>
                  </a:lnTo>
                  <a:lnTo>
                    <a:pt x="816" y="18779"/>
                  </a:lnTo>
                  <a:lnTo>
                    <a:pt x="0" y="17228"/>
                  </a:lnTo>
                  <a:lnTo>
                    <a:pt x="884" y="15749"/>
                  </a:lnTo>
                  <a:lnTo>
                    <a:pt x="3576" y="4370"/>
                  </a:lnTo>
                  <a:lnTo>
                    <a:pt x="6176" y="3025"/>
                  </a:lnTo>
                  <a:lnTo>
                    <a:pt x="7940" y="587"/>
                  </a:lnTo>
                  <a:lnTo>
                    <a:pt x="9863" y="1214"/>
                  </a:lnTo>
                  <a:lnTo>
                    <a:pt x="13018" y="928"/>
                  </a:lnTo>
                  <a:lnTo>
                    <a:pt x="1359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h2633"/>
            <p:cNvSpPr/>
            <p:nvPr/>
          </p:nvSpPr>
          <p:spPr>
            <a:xfrm>
              <a:off x="2767596" y="2905223"/>
              <a:ext cx="25815" cy="21390"/>
            </a:xfrm>
            <a:custGeom>
              <a:avLst/>
              <a:pathLst>
                <a:path w="25815" h="21390">
                  <a:moveTo>
                    <a:pt x="13495" y="921"/>
                  </a:moveTo>
                  <a:lnTo>
                    <a:pt x="12389" y="1986"/>
                  </a:lnTo>
                  <a:lnTo>
                    <a:pt x="14777" y="4051"/>
                  </a:lnTo>
                  <a:lnTo>
                    <a:pt x="24005" y="2331"/>
                  </a:lnTo>
                  <a:lnTo>
                    <a:pt x="25109" y="2432"/>
                  </a:lnTo>
                  <a:lnTo>
                    <a:pt x="25815" y="3837"/>
                  </a:lnTo>
                  <a:lnTo>
                    <a:pt x="21598" y="11675"/>
                  </a:lnTo>
                  <a:lnTo>
                    <a:pt x="8712" y="19903"/>
                  </a:lnTo>
                  <a:lnTo>
                    <a:pt x="1200" y="21390"/>
                  </a:lnTo>
                  <a:lnTo>
                    <a:pt x="382" y="21052"/>
                  </a:lnTo>
                  <a:lnTo>
                    <a:pt x="0" y="19057"/>
                  </a:lnTo>
                  <a:lnTo>
                    <a:pt x="1801" y="12913"/>
                  </a:lnTo>
                  <a:lnTo>
                    <a:pt x="6601" y="7579"/>
                  </a:lnTo>
                  <a:lnTo>
                    <a:pt x="6178" y="4715"/>
                  </a:lnTo>
                  <a:lnTo>
                    <a:pt x="8460" y="2420"/>
                  </a:lnTo>
                  <a:lnTo>
                    <a:pt x="10767" y="652"/>
                  </a:lnTo>
                  <a:lnTo>
                    <a:pt x="1316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h2634"/>
            <p:cNvSpPr/>
            <p:nvPr/>
          </p:nvSpPr>
          <p:spPr>
            <a:xfrm>
              <a:off x="2940363" y="3169471"/>
              <a:ext cx="13090" cy="9236"/>
            </a:xfrm>
            <a:custGeom>
              <a:avLst/>
              <a:pathLst>
                <a:path w="13090" h="9236">
                  <a:moveTo>
                    <a:pt x="7179" y="0"/>
                  </a:moveTo>
                  <a:lnTo>
                    <a:pt x="8497" y="2238"/>
                  </a:lnTo>
                  <a:lnTo>
                    <a:pt x="10259" y="3138"/>
                  </a:lnTo>
                  <a:lnTo>
                    <a:pt x="12249" y="1680"/>
                  </a:lnTo>
                  <a:lnTo>
                    <a:pt x="13090" y="2640"/>
                  </a:lnTo>
                  <a:lnTo>
                    <a:pt x="11148" y="4810"/>
                  </a:lnTo>
                  <a:lnTo>
                    <a:pt x="4808" y="8672"/>
                  </a:lnTo>
                  <a:lnTo>
                    <a:pt x="4006" y="9236"/>
                  </a:lnTo>
                  <a:lnTo>
                    <a:pt x="3876" y="8327"/>
                  </a:lnTo>
                  <a:lnTo>
                    <a:pt x="0" y="307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h2635"/>
            <p:cNvSpPr/>
            <p:nvPr/>
          </p:nvSpPr>
          <p:spPr>
            <a:xfrm>
              <a:off x="3218672" y="3245658"/>
              <a:ext cx="25570" cy="52194"/>
            </a:xfrm>
            <a:custGeom>
              <a:avLst/>
              <a:pathLst>
                <a:path w="25570" h="52194">
                  <a:moveTo>
                    <a:pt x="13004" y="4975"/>
                  </a:moveTo>
                  <a:lnTo>
                    <a:pt x="15887" y="12318"/>
                  </a:lnTo>
                  <a:lnTo>
                    <a:pt x="22120" y="13058"/>
                  </a:lnTo>
                  <a:lnTo>
                    <a:pt x="22711" y="14952"/>
                  </a:lnTo>
                  <a:lnTo>
                    <a:pt x="19892" y="18623"/>
                  </a:lnTo>
                  <a:lnTo>
                    <a:pt x="18396" y="18752"/>
                  </a:lnTo>
                  <a:lnTo>
                    <a:pt x="15526" y="21088"/>
                  </a:lnTo>
                  <a:lnTo>
                    <a:pt x="14996" y="26058"/>
                  </a:lnTo>
                  <a:lnTo>
                    <a:pt x="23281" y="33815"/>
                  </a:lnTo>
                  <a:lnTo>
                    <a:pt x="24897" y="34175"/>
                  </a:lnTo>
                  <a:lnTo>
                    <a:pt x="25570" y="35471"/>
                  </a:lnTo>
                  <a:lnTo>
                    <a:pt x="19480" y="44975"/>
                  </a:lnTo>
                  <a:lnTo>
                    <a:pt x="22673" y="48515"/>
                  </a:lnTo>
                  <a:lnTo>
                    <a:pt x="19086" y="50123"/>
                  </a:lnTo>
                  <a:lnTo>
                    <a:pt x="18556" y="51792"/>
                  </a:lnTo>
                  <a:lnTo>
                    <a:pt x="13028" y="52194"/>
                  </a:lnTo>
                  <a:lnTo>
                    <a:pt x="13364" y="47615"/>
                  </a:lnTo>
                  <a:lnTo>
                    <a:pt x="11732" y="38811"/>
                  </a:lnTo>
                  <a:lnTo>
                    <a:pt x="9443" y="33913"/>
                  </a:lnTo>
                  <a:lnTo>
                    <a:pt x="775" y="24538"/>
                  </a:lnTo>
                  <a:lnTo>
                    <a:pt x="472" y="22176"/>
                  </a:lnTo>
                  <a:lnTo>
                    <a:pt x="1445" y="20200"/>
                  </a:lnTo>
                  <a:lnTo>
                    <a:pt x="243" y="19449"/>
                  </a:lnTo>
                  <a:lnTo>
                    <a:pt x="0" y="16648"/>
                  </a:lnTo>
                  <a:lnTo>
                    <a:pt x="3546" y="15415"/>
                  </a:lnTo>
                  <a:lnTo>
                    <a:pt x="5055" y="13845"/>
                  </a:lnTo>
                  <a:lnTo>
                    <a:pt x="5555" y="7652"/>
                  </a:lnTo>
                  <a:lnTo>
                    <a:pt x="4088" y="3681"/>
                  </a:lnTo>
                  <a:lnTo>
                    <a:pt x="8411" y="1084"/>
                  </a:lnTo>
                  <a:lnTo>
                    <a:pt x="1211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h2636"/>
            <p:cNvSpPr/>
            <p:nvPr/>
          </p:nvSpPr>
          <p:spPr>
            <a:xfrm>
              <a:off x="2996685" y="3155265"/>
              <a:ext cx="82138" cy="55253"/>
            </a:xfrm>
            <a:custGeom>
              <a:avLst/>
              <a:pathLst>
                <a:path w="82138" h="55253">
                  <a:moveTo>
                    <a:pt x="23670" y="241"/>
                  </a:moveTo>
                  <a:lnTo>
                    <a:pt x="23723" y="5750"/>
                  </a:lnTo>
                  <a:lnTo>
                    <a:pt x="24475" y="6813"/>
                  </a:lnTo>
                  <a:lnTo>
                    <a:pt x="33061" y="5332"/>
                  </a:lnTo>
                  <a:lnTo>
                    <a:pt x="37301" y="8845"/>
                  </a:lnTo>
                  <a:lnTo>
                    <a:pt x="43530" y="8486"/>
                  </a:lnTo>
                  <a:lnTo>
                    <a:pt x="49859" y="10993"/>
                  </a:lnTo>
                  <a:lnTo>
                    <a:pt x="56287" y="9949"/>
                  </a:lnTo>
                  <a:lnTo>
                    <a:pt x="58520" y="11030"/>
                  </a:lnTo>
                  <a:lnTo>
                    <a:pt x="61961" y="14932"/>
                  </a:lnTo>
                  <a:lnTo>
                    <a:pt x="74305" y="16792"/>
                  </a:lnTo>
                  <a:lnTo>
                    <a:pt x="74180" y="18794"/>
                  </a:lnTo>
                  <a:lnTo>
                    <a:pt x="82138" y="26680"/>
                  </a:lnTo>
                  <a:lnTo>
                    <a:pt x="77681" y="30937"/>
                  </a:lnTo>
                  <a:lnTo>
                    <a:pt x="78894" y="31944"/>
                  </a:lnTo>
                  <a:lnTo>
                    <a:pt x="79676" y="34642"/>
                  </a:lnTo>
                  <a:lnTo>
                    <a:pt x="79492" y="37530"/>
                  </a:lnTo>
                  <a:lnTo>
                    <a:pt x="81601" y="38641"/>
                  </a:lnTo>
                  <a:lnTo>
                    <a:pt x="77956" y="43915"/>
                  </a:lnTo>
                  <a:lnTo>
                    <a:pt x="73569" y="41535"/>
                  </a:lnTo>
                  <a:lnTo>
                    <a:pt x="64676" y="39857"/>
                  </a:lnTo>
                  <a:lnTo>
                    <a:pt x="60944" y="41605"/>
                  </a:lnTo>
                  <a:lnTo>
                    <a:pt x="59530" y="44441"/>
                  </a:lnTo>
                  <a:lnTo>
                    <a:pt x="57975" y="44910"/>
                  </a:lnTo>
                  <a:lnTo>
                    <a:pt x="47093" y="42507"/>
                  </a:lnTo>
                  <a:lnTo>
                    <a:pt x="42544" y="48415"/>
                  </a:lnTo>
                  <a:lnTo>
                    <a:pt x="43433" y="55253"/>
                  </a:lnTo>
                  <a:lnTo>
                    <a:pt x="42485" y="54555"/>
                  </a:lnTo>
                  <a:lnTo>
                    <a:pt x="40047" y="49360"/>
                  </a:lnTo>
                  <a:lnTo>
                    <a:pt x="40239" y="48665"/>
                  </a:lnTo>
                  <a:lnTo>
                    <a:pt x="35158" y="42528"/>
                  </a:lnTo>
                  <a:lnTo>
                    <a:pt x="31647" y="41031"/>
                  </a:lnTo>
                  <a:lnTo>
                    <a:pt x="29776" y="39010"/>
                  </a:lnTo>
                  <a:lnTo>
                    <a:pt x="26579" y="29876"/>
                  </a:lnTo>
                  <a:lnTo>
                    <a:pt x="21697" y="22179"/>
                  </a:lnTo>
                  <a:lnTo>
                    <a:pt x="17329" y="20744"/>
                  </a:lnTo>
                  <a:lnTo>
                    <a:pt x="8637" y="20410"/>
                  </a:lnTo>
                  <a:lnTo>
                    <a:pt x="5658" y="18636"/>
                  </a:lnTo>
                  <a:lnTo>
                    <a:pt x="0" y="14921"/>
                  </a:lnTo>
                  <a:lnTo>
                    <a:pt x="3795" y="7087"/>
                  </a:lnTo>
                  <a:lnTo>
                    <a:pt x="5419" y="5296"/>
                  </a:lnTo>
                  <a:lnTo>
                    <a:pt x="4673" y="924"/>
                  </a:lnTo>
                  <a:lnTo>
                    <a:pt x="5902" y="649"/>
                  </a:lnTo>
                  <a:lnTo>
                    <a:pt x="13180" y="2052"/>
                  </a:lnTo>
                  <a:lnTo>
                    <a:pt x="17425" y="0"/>
                  </a:lnTo>
                  <a:lnTo>
                    <a:pt x="18584" y="48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h2637"/>
            <p:cNvSpPr/>
            <p:nvPr/>
          </p:nvSpPr>
          <p:spPr>
            <a:xfrm>
              <a:off x="3076876" y="3216729"/>
              <a:ext cx="16004" cy="14974"/>
            </a:xfrm>
            <a:custGeom>
              <a:avLst/>
              <a:pathLst>
                <a:path w="16004" h="14974">
                  <a:moveTo>
                    <a:pt x="10601" y="476"/>
                  </a:moveTo>
                  <a:lnTo>
                    <a:pt x="13981" y="3377"/>
                  </a:lnTo>
                  <a:lnTo>
                    <a:pt x="16004" y="6695"/>
                  </a:lnTo>
                  <a:lnTo>
                    <a:pt x="14660" y="7990"/>
                  </a:lnTo>
                  <a:lnTo>
                    <a:pt x="12066" y="8549"/>
                  </a:lnTo>
                  <a:lnTo>
                    <a:pt x="11786" y="10389"/>
                  </a:lnTo>
                  <a:lnTo>
                    <a:pt x="13355" y="14974"/>
                  </a:lnTo>
                  <a:lnTo>
                    <a:pt x="10882" y="14374"/>
                  </a:lnTo>
                  <a:lnTo>
                    <a:pt x="8488" y="12212"/>
                  </a:lnTo>
                  <a:lnTo>
                    <a:pt x="6727" y="12097"/>
                  </a:lnTo>
                  <a:lnTo>
                    <a:pt x="3686" y="13931"/>
                  </a:lnTo>
                  <a:lnTo>
                    <a:pt x="2240" y="13407"/>
                  </a:lnTo>
                  <a:lnTo>
                    <a:pt x="0" y="9082"/>
                  </a:lnTo>
                  <a:lnTo>
                    <a:pt x="3040" y="8354"/>
                  </a:lnTo>
                  <a:lnTo>
                    <a:pt x="3296" y="7213"/>
                  </a:lnTo>
                  <a:lnTo>
                    <a:pt x="1436" y="1879"/>
                  </a:lnTo>
                  <a:lnTo>
                    <a:pt x="1800" y="201"/>
                  </a:lnTo>
                  <a:lnTo>
                    <a:pt x="5900" y="1223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h2638"/>
            <p:cNvSpPr/>
            <p:nvPr/>
          </p:nvSpPr>
          <p:spPr>
            <a:xfrm>
              <a:off x="2964661" y="3096159"/>
              <a:ext cx="22175" cy="5561"/>
            </a:xfrm>
            <a:custGeom>
              <a:avLst/>
              <a:pathLst>
                <a:path w="22175" h="5561">
                  <a:moveTo>
                    <a:pt x="18238" y="650"/>
                  </a:moveTo>
                  <a:lnTo>
                    <a:pt x="17790" y="1381"/>
                  </a:lnTo>
                  <a:lnTo>
                    <a:pt x="22175" y="640"/>
                  </a:lnTo>
                  <a:lnTo>
                    <a:pt x="18808" y="3806"/>
                  </a:lnTo>
                  <a:lnTo>
                    <a:pt x="16720" y="4620"/>
                  </a:lnTo>
                  <a:lnTo>
                    <a:pt x="5638" y="5561"/>
                  </a:lnTo>
                  <a:lnTo>
                    <a:pt x="873" y="4495"/>
                  </a:lnTo>
                  <a:lnTo>
                    <a:pt x="404" y="3751"/>
                  </a:lnTo>
                  <a:lnTo>
                    <a:pt x="0" y="1280"/>
                  </a:lnTo>
                  <a:lnTo>
                    <a:pt x="1947" y="306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h2639"/>
            <p:cNvSpPr/>
            <p:nvPr/>
          </p:nvSpPr>
          <p:spPr>
            <a:xfrm>
              <a:off x="2936852" y="3020581"/>
              <a:ext cx="16570" cy="22060"/>
            </a:xfrm>
            <a:custGeom>
              <a:avLst/>
              <a:pathLst>
                <a:path w="16570" h="22060">
                  <a:moveTo>
                    <a:pt x="8760" y="0"/>
                  </a:moveTo>
                  <a:lnTo>
                    <a:pt x="16570" y="3642"/>
                  </a:lnTo>
                  <a:lnTo>
                    <a:pt x="14568" y="5240"/>
                  </a:lnTo>
                  <a:lnTo>
                    <a:pt x="12600" y="4972"/>
                  </a:lnTo>
                  <a:lnTo>
                    <a:pt x="12374" y="6873"/>
                  </a:lnTo>
                  <a:lnTo>
                    <a:pt x="13329" y="8054"/>
                  </a:lnTo>
                  <a:lnTo>
                    <a:pt x="10336" y="8740"/>
                  </a:lnTo>
                  <a:lnTo>
                    <a:pt x="12582" y="18418"/>
                  </a:lnTo>
                  <a:lnTo>
                    <a:pt x="10330" y="21516"/>
                  </a:lnTo>
                  <a:lnTo>
                    <a:pt x="8481" y="22060"/>
                  </a:lnTo>
                  <a:lnTo>
                    <a:pt x="4502" y="21078"/>
                  </a:lnTo>
                  <a:lnTo>
                    <a:pt x="2628" y="16829"/>
                  </a:lnTo>
                  <a:lnTo>
                    <a:pt x="0" y="13425"/>
                  </a:lnTo>
                  <a:lnTo>
                    <a:pt x="4572" y="8611"/>
                  </a:lnTo>
                  <a:lnTo>
                    <a:pt x="4832" y="79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h2640"/>
            <p:cNvSpPr/>
            <p:nvPr/>
          </p:nvSpPr>
          <p:spPr>
            <a:xfrm>
              <a:off x="3060815" y="3096003"/>
              <a:ext cx="153" cy="459"/>
            </a:xfrm>
            <a:custGeom>
              <a:avLst/>
              <a:pathLst>
                <a:path w="153" h="459">
                  <a:moveTo>
                    <a:pt x="1" y="0"/>
                  </a:moveTo>
                  <a:lnTo>
                    <a:pt x="153" y="228"/>
                  </a:lnTo>
                  <a:lnTo>
                    <a:pt x="0" y="45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h2641"/>
            <p:cNvSpPr/>
            <p:nvPr/>
          </p:nvSpPr>
          <p:spPr>
            <a:xfrm>
              <a:off x="3029666" y="3085101"/>
              <a:ext cx="27916" cy="21060"/>
            </a:xfrm>
            <a:custGeom>
              <a:avLst/>
              <a:pathLst>
                <a:path w="27916" h="21060">
                  <a:moveTo>
                    <a:pt x="26144" y="7036"/>
                  </a:moveTo>
                  <a:lnTo>
                    <a:pt x="25620" y="7933"/>
                  </a:lnTo>
                  <a:lnTo>
                    <a:pt x="27916" y="11761"/>
                  </a:lnTo>
                  <a:lnTo>
                    <a:pt x="26306" y="12686"/>
                  </a:lnTo>
                  <a:lnTo>
                    <a:pt x="24343" y="20079"/>
                  </a:lnTo>
                  <a:lnTo>
                    <a:pt x="19359" y="21060"/>
                  </a:lnTo>
                  <a:lnTo>
                    <a:pt x="17342" y="20633"/>
                  </a:lnTo>
                  <a:lnTo>
                    <a:pt x="12394" y="15913"/>
                  </a:lnTo>
                  <a:lnTo>
                    <a:pt x="10016" y="17537"/>
                  </a:lnTo>
                  <a:lnTo>
                    <a:pt x="5660" y="14318"/>
                  </a:lnTo>
                  <a:lnTo>
                    <a:pt x="4869" y="10763"/>
                  </a:lnTo>
                  <a:lnTo>
                    <a:pt x="2678" y="9231"/>
                  </a:lnTo>
                  <a:lnTo>
                    <a:pt x="1104" y="9285"/>
                  </a:lnTo>
                  <a:lnTo>
                    <a:pt x="0" y="3671"/>
                  </a:lnTo>
                  <a:lnTo>
                    <a:pt x="3760" y="4726"/>
                  </a:lnTo>
                  <a:lnTo>
                    <a:pt x="6005" y="3216"/>
                  </a:lnTo>
                  <a:lnTo>
                    <a:pt x="6453" y="1045"/>
                  </a:lnTo>
                  <a:lnTo>
                    <a:pt x="8151" y="333"/>
                  </a:lnTo>
                  <a:lnTo>
                    <a:pt x="12290" y="5330"/>
                  </a:lnTo>
                  <a:lnTo>
                    <a:pt x="14182" y="5868"/>
                  </a:lnTo>
                  <a:lnTo>
                    <a:pt x="14554" y="0"/>
                  </a:lnTo>
                  <a:lnTo>
                    <a:pt x="18756" y="172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h2642"/>
            <p:cNvSpPr/>
            <p:nvPr/>
          </p:nvSpPr>
          <p:spPr>
            <a:xfrm>
              <a:off x="3133708" y="3171068"/>
              <a:ext cx="38360" cy="44510"/>
            </a:xfrm>
            <a:custGeom>
              <a:avLst/>
              <a:pathLst>
                <a:path w="38360" h="44510">
                  <a:moveTo>
                    <a:pt x="26477" y="0"/>
                  </a:moveTo>
                  <a:lnTo>
                    <a:pt x="29322" y="539"/>
                  </a:lnTo>
                  <a:lnTo>
                    <a:pt x="32658" y="4131"/>
                  </a:lnTo>
                  <a:lnTo>
                    <a:pt x="38071" y="6749"/>
                  </a:lnTo>
                  <a:lnTo>
                    <a:pt x="38360" y="8247"/>
                  </a:lnTo>
                  <a:lnTo>
                    <a:pt x="34452" y="10809"/>
                  </a:lnTo>
                  <a:lnTo>
                    <a:pt x="33711" y="20479"/>
                  </a:lnTo>
                  <a:lnTo>
                    <a:pt x="32895" y="21544"/>
                  </a:lnTo>
                  <a:lnTo>
                    <a:pt x="26547" y="24709"/>
                  </a:lnTo>
                  <a:lnTo>
                    <a:pt x="25954" y="35773"/>
                  </a:lnTo>
                  <a:lnTo>
                    <a:pt x="24319" y="38911"/>
                  </a:lnTo>
                  <a:lnTo>
                    <a:pt x="19501" y="41988"/>
                  </a:lnTo>
                  <a:lnTo>
                    <a:pt x="15267" y="41997"/>
                  </a:lnTo>
                  <a:lnTo>
                    <a:pt x="14687" y="43699"/>
                  </a:lnTo>
                  <a:lnTo>
                    <a:pt x="11619" y="42937"/>
                  </a:lnTo>
                  <a:lnTo>
                    <a:pt x="6516" y="44510"/>
                  </a:lnTo>
                  <a:lnTo>
                    <a:pt x="4689" y="43388"/>
                  </a:lnTo>
                  <a:lnTo>
                    <a:pt x="4525" y="42187"/>
                  </a:lnTo>
                  <a:lnTo>
                    <a:pt x="6500" y="39663"/>
                  </a:lnTo>
                  <a:lnTo>
                    <a:pt x="4027" y="34685"/>
                  </a:lnTo>
                  <a:lnTo>
                    <a:pt x="637" y="32859"/>
                  </a:lnTo>
                  <a:lnTo>
                    <a:pt x="775" y="32271"/>
                  </a:lnTo>
                  <a:lnTo>
                    <a:pt x="2832" y="32210"/>
                  </a:lnTo>
                  <a:lnTo>
                    <a:pt x="4074" y="27170"/>
                  </a:lnTo>
                  <a:lnTo>
                    <a:pt x="2929" y="16158"/>
                  </a:lnTo>
                  <a:lnTo>
                    <a:pt x="0" y="13097"/>
                  </a:lnTo>
                  <a:lnTo>
                    <a:pt x="712" y="12456"/>
                  </a:lnTo>
                  <a:lnTo>
                    <a:pt x="4670" y="13701"/>
                  </a:lnTo>
                  <a:lnTo>
                    <a:pt x="8212" y="14482"/>
                  </a:lnTo>
                  <a:lnTo>
                    <a:pt x="11799" y="11570"/>
                  </a:lnTo>
                  <a:lnTo>
                    <a:pt x="18900" y="11243"/>
                  </a:lnTo>
                  <a:lnTo>
                    <a:pt x="26128" y="6280"/>
                  </a:lnTo>
                  <a:lnTo>
                    <a:pt x="27920" y="240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h2643"/>
            <p:cNvSpPr/>
            <p:nvPr/>
          </p:nvSpPr>
          <p:spPr>
            <a:xfrm>
              <a:off x="3197557" y="3253594"/>
              <a:ext cx="34480" cy="47698"/>
            </a:xfrm>
            <a:custGeom>
              <a:avLst/>
              <a:pathLst>
                <a:path w="34480" h="47698">
                  <a:moveTo>
                    <a:pt x="16151" y="635"/>
                  </a:moveTo>
                  <a:lnTo>
                    <a:pt x="13891" y="4038"/>
                  </a:lnTo>
                  <a:lnTo>
                    <a:pt x="16557" y="7370"/>
                  </a:lnTo>
                  <a:lnTo>
                    <a:pt x="21003" y="10138"/>
                  </a:lnTo>
                  <a:lnTo>
                    <a:pt x="21359" y="11514"/>
                  </a:lnTo>
                  <a:lnTo>
                    <a:pt x="22560" y="12264"/>
                  </a:lnTo>
                  <a:lnTo>
                    <a:pt x="21587" y="14240"/>
                  </a:lnTo>
                  <a:lnTo>
                    <a:pt x="21890" y="16603"/>
                  </a:lnTo>
                  <a:lnTo>
                    <a:pt x="30559" y="25978"/>
                  </a:lnTo>
                  <a:lnTo>
                    <a:pt x="32847" y="30876"/>
                  </a:lnTo>
                  <a:lnTo>
                    <a:pt x="34480" y="39680"/>
                  </a:lnTo>
                  <a:lnTo>
                    <a:pt x="34143" y="44258"/>
                  </a:lnTo>
                  <a:lnTo>
                    <a:pt x="33279" y="43606"/>
                  </a:lnTo>
                  <a:lnTo>
                    <a:pt x="29456" y="43560"/>
                  </a:lnTo>
                  <a:lnTo>
                    <a:pt x="4268" y="47698"/>
                  </a:lnTo>
                  <a:lnTo>
                    <a:pt x="2022" y="47383"/>
                  </a:lnTo>
                  <a:lnTo>
                    <a:pt x="0" y="46589"/>
                  </a:lnTo>
                  <a:lnTo>
                    <a:pt x="724" y="37659"/>
                  </a:lnTo>
                  <a:lnTo>
                    <a:pt x="3914" y="36866"/>
                  </a:lnTo>
                  <a:lnTo>
                    <a:pt x="8126" y="39042"/>
                  </a:lnTo>
                  <a:lnTo>
                    <a:pt x="8468" y="38409"/>
                  </a:lnTo>
                  <a:lnTo>
                    <a:pt x="8285" y="36529"/>
                  </a:lnTo>
                  <a:lnTo>
                    <a:pt x="4403" y="35227"/>
                  </a:lnTo>
                  <a:lnTo>
                    <a:pt x="657" y="30384"/>
                  </a:lnTo>
                  <a:lnTo>
                    <a:pt x="1332" y="27906"/>
                  </a:lnTo>
                  <a:lnTo>
                    <a:pt x="5075" y="28255"/>
                  </a:lnTo>
                  <a:lnTo>
                    <a:pt x="7140" y="33352"/>
                  </a:lnTo>
                  <a:lnTo>
                    <a:pt x="9338" y="35630"/>
                  </a:lnTo>
                  <a:lnTo>
                    <a:pt x="17497" y="38791"/>
                  </a:lnTo>
                  <a:lnTo>
                    <a:pt x="21067" y="41986"/>
                  </a:lnTo>
                  <a:lnTo>
                    <a:pt x="22420" y="39571"/>
                  </a:lnTo>
                  <a:lnTo>
                    <a:pt x="20705" y="36436"/>
                  </a:lnTo>
                  <a:lnTo>
                    <a:pt x="19446" y="31012"/>
                  </a:lnTo>
                  <a:lnTo>
                    <a:pt x="3658" y="23619"/>
                  </a:lnTo>
                  <a:lnTo>
                    <a:pt x="1325" y="17967"/>
                  </a:lnTo>
                  <a:lnTo>
                    <a:pt x="4211" y="10176"/>
                  </a:lnTo>
                  <a:lnTo>
                    <a:pt x="639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h2644"/>
            <p:cNvSpPr/>
            <p:nvPr/>
          </p:nvSpPr>
          <p:spPr>
            <a:xfrm>
              <a:off x="3151337" y="3247449"/>
              <a:ext cx="68640" cy="58740"/>
            </a:xfrm>
            <a:custGeom>
              <a:avLst/>
              <a:pathLst>
                <a:path w="68640" h="58740">
                  <a:moveTo>
                    <a:pt x="32065" y="373"/>
                  </a:moveTo>
                  <a:lnTo>
                    <a:pt x="32202" y="3409"/>
                  </a:lnTo>
                  <a:lnTo>
                    <a:pt x="35190" y="5191"/>
                  </a:lnTo>
                  <a:lnTo>
                    <a:pt x="38986" y="3126"/>
                  </a:lnTo>
                  <a:lnTo>
                    <a:pt x="41092" y="1063"/>
                  </a:lnTo>
                  <a:lnTo>
                    <a:pt x="45946" y="623"/>
                  </a:lnTo>
                  <a:lnTo>
                    <a:pt x="52170" y="4263"/>
                  </a:lnTo>
                  <a:lnTo>
                    <a:pt x="52610" y="6144"/>
                  </a:lnTo>
                  <a:lnTo>
                    <a:pt x="50431" y="16320"/>
                  </a:lnTo>
                  <a:lnTo>
                    <a:pt x="47545" y="24112"/>
                  </a:lnTo>
                  <a:lnTo>
                    <a:pt x="49878" y="29763"/>
                  </a:lnTo>
                  <a:lnTo>
                    <a:pt x="65666" y="37157"/>
                  </a:lnTo>
                  <a:lnTo>
                    <a:pt x="66925" y="42581"/>
                  </a:lnTo>
                  <a:lnTo>
                    <a:pt x="68640" y="45716"/>
                  </a:lnTo>
                  <a:lnTo>
                    <a:pt x="67287" y="48131"/>
                  </a:lnTo>
                  <a:lnTo>
                    <a:pt x="63718" y="44936"/>
                  </a:lnTo>
                  <a:lnTo>
                    <a:pt x="55558" y="41775"/>
                  </a:lnTo>
                  <a:lnTo>
                    <a:pt x="53360" y="39497"/>
                  </a:lnTo>
                  <a:lnTo>
                    <a:pt x="51295" y="34400"/>
                  </a:lnTo>
                  <a:lnTo>
                    <a:pt x="47552" y="34051"/>
                  </a:lnTo>
                  <a:lnTo>
                    <a:pt x="46877" y="36528"/>
                  </a:lnTo>
                  <a:lnTo>
                    <a:pt x="50623" y="41371"/>
                  </a:lnTo>
                  <a:lnTo>
                    <a:pt x="54505" y="42673"/>
                  </a:lnTo>
                  <a:lnTo>
                    <a:pt x="54688" y="44554"/>
                  </a:lnTo>
                  <a:lnTo>
                    <a:pt x="54346" y="45186"/>
                  </a:lnTo>
                  <a:lnTo>
                    <a:pt x="50134" y="43010"/>
                  </a:lnTo>
                  <a:lnTo>
                    <a:pt x="46944" y="43804"/>
                  </a:lnTo>
                  <a:lnTo>
                    <a:pt x="46220" y="52733"/>
                  </a:lnTo>
                  <a:lnTo>
                    <a:pt x="48242" y="53527"/>
                  </a:lnTo>
                  <a:lnTo>
                    <a:pt x="36770" y="55262"/>
                  </a:lnTo>
                  <a:lnTo>
                    <a:pt x="31082" y="57744"/>
                  </a:lnTo>
                  <a:lnTo>
                    <a:pt x="30268" y="58740"/>
                  </a:lnTo>
                  <a:lnTo>
                    <a:pt x="23745" y="50767"/>
                  </a:lnTo>
                  <a:lnTo>
                    <a:pt x="21040" y="49875"/>
                  </a:lnTo>
                  <a:lnTo>
                    <a:pt x="21332" y="47826"/>
                  </a:lnTo>
                  <a:lnTo>
                    <a:pt x="31574" y="44064"/>
                  </a:lnTo>
                  <a:lnTo>
                    <a:pt x="31733" y="43263"/>
                  </a:lnTo>
                  <a:lnTo>
                    <a:pt x="31810" y="39446"/>
                  </a:lnTo>
                  <a:lnTo>
                    <a:pt x="24698" y="32585"/>
                  </a:lnTo>
                  <a:lnTo>
                    <a:pt x="18284" y="35988"/>
                  </a:lnTo>
                  <a:lnTo>
                    <a:pt x="14647" y="40117"/>
                  </a:lnTo>
                  <a:lnTo>
                    <a:pt x="10932" y="41276"/>
                  </a:lnTo>
                  <a:lnTo>
                    <a:pt x="9552" y="41774"/>
                  </a:lnTo>
                  <a:lnTo>
                    <a:pt x="2849" y="39181"/>
                  </a:lnTo>
                  <a:lnTo>
                    <a:pt x="0" y="31909"/>
                  </a:lnTo>
                  <a:lnTo>
                    <a:pt x="1635" y="28527"/>
                  </a:lnTo>
                  <a:lnTo>
                    <a:pt x="10523" y="23016"/>
                  </a:lnTo>
                  <a:lnTo>
                    <a:pt x="12931" y="22874"/>
                  </a:lnTo>
                  <a:lnTo>
                    <a:pt x="16291" y="24354"/>
                  </a:lnTo>
                  <a:lnTo>
                    <a:pt x="16455" y="25453"/>
                  </a:lnTo>
                  <a:lnTo>
                    <a:pt x="19309" y="23882"/>
                  </a:lnTo>
                  <a:lnTo>
                    <a:pt x="18505" y="16223"/>
                  </a:lnTo>
                  <a:lnTo>
                    <a:pt x="21715" y="14577"/>
                  </a:lnTo>
                  <a:lnTo>
                    <a:pt x="23444" y="12185"/>
                  </a:lnTo>
                  <a:lnTo>
                    <a:pt x="22793" y="11334"/>
                  </a:lnTo>
                  <a:lnTo>
                    <a:pt x="23202" y="2466"/>
                  </a:lnTo>
                  <a:lnTo>
                    <a:pt x="2857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h2645"/>
            <p:cNvSpPr/>
            <p:nvPr/>
          </p:nvSpPr>
          <p:spPr>
            <a:xfrm>
              <a:off x="2850837" y="2787493"/>
              <a:ext cx="45504" cy="62635"/>
            </a:xfrm>
            <a:custGeom>
              <a:avLst/>
              <a:pathLst>
                <a:path w="45504" h="62635">
                  <a:moveTo>
                    <a:pt x="45495" y="2152"/>
                  </a:moveTo>
                  <a:lnTo>
                    <a:pt x="45504" y="8486"/>
                  </a:lnTo>
                  <a:lnTo>
                    <a:pt x="40647" y="23180"/>
                  </a:lnTo>
                  <a:lnTo>
                    <a:pt x="36575" y="31357"/>
                  </a:lnTo>
                  <a:lnTo>
                    <a:pt x="35556" y="37144"/>
                  </a:lnTo>
                  <a:lnTo>
                    <a:pt x="35524" y="43374"/>
                  </a:lnTo>
                  <a:lnTo>
                    <a:pt x="36684" y="48519"/>
                  </a:lnTo>
                  <a:lnTo>
                    <a:pt x="43183" y="62635"/>
                  </a:lnTo>
                  <a:lnTo>
                    <a:pt x="40919" y="60210"/>
                  </a:lnTo>
                  <a:lnTo>
                    <a:pt x="38502" y="59460"/>
                  </a:lnTo>
                  <a:lnTo>
                    <a:pt x="37656" y="60785"/>
                  </a:lnTo>
                  <a:lnTo>
                    <a:pt x="34797" y="60513"/>
                  </a:lnTo>
                  <a:lnTo>
                    <a:pt x="32431" y="57875"/>
                  </a:lnTo>
                  <a:lnTo>
                    <a:pt x="30365" y="57565"/>
                  </a:lnTo>
                  <a:lnTo>
                    <a:pt x="21734" y="59963"/>
                  </a:lnTo>
                  <a:lnTo>
                    <a:pt x="19810" y="61337"/>
                  </a:lnTo>
                  <a:lnTo>
                    <a:pt x="19602" y="62365"/>
                  </a:lnTo>
                  <a:lnTo>
                    <a:pt x="17624" y="62116"/>
                  </a:lnTo>
                  <a:lnTo>
                    <a:pt x="12675" y="57959"/>
                  </a:lnTo>
                  <a:lnTo>
                    <a:pt x="9405" y="52411"/>
                  </a:lnTo>
                  <a:lnTo>
                    <a:pt x="3372" y="50623"/>
                  </a:lnTo>
                  <a:lnTo>
                    <a:pt x="974" y="51648"/>
                  </a:lnTo>
                  <a:lnTo>
                    <a:pt x="0" y="50046"/>
                  </a:lnTo>
                  <a:lnTo>
                    <a:pt x="2105" y="47762"/>
                  </a:lnTo>
                  <a:lnTo>
                    <a:pt x="869" y="46306"/>
                  </a:lnTo>
                  <a:lnTo>
                    <a:pt x="974" y="44893"/>
                  </a:lnTo>
                  <a:lnTo>
                    <a:pt x="2130" y="43490"/>
                  </a:lnTo>
                  <a:lnTo>
                    <a:pt x="5607" y="42666"/>
                  </a:lnTo>
                  <a:lnTo>
                    <a:pt x="6254" y="39877"/>
                  </a:lnTo>
                  <a:lnTo>
                    <a:pt x="8010" y="39000"/>
                  </a:lnTo>
                  <a:lnTo>
                    <a:pt x="11588" y="39317"/>
                  </a:lnTo>
                  <a:lnTo>
                    <a:pt x="15209" y="37589"/>
                  </a:lnTo>
                  <a:lnTo>
                    <a:pt x="15056" y="30213"/>
                  </a:lnTo>
                  <a:lnTo>
                    <a:pt x="18049" y="25916"/>
                  </a:lnTo>
                  <a:lnTo>
                    <a:pt x="19031" y="23822"/>
                  </a:lnTo>
                  <a:lnTo>
                    <a:pt x="21688" y="21117"/>
                  </a:lnTo>
                  <a:lnTo>
                    <a:pt x="23318" y="15283"/>
                  </a:lnTo>
                  <a:lnTo>
                    <a:pt x="20868" y="0"/>
                  </a:lnTo>
                  <a:lnTo>
                    <a:pt x="38582" y="524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h2646"/>
            <p:cNvSpPr/>
            <p:nvPr/>
          </p:nvSpPr>
          <p:spPr>
            <a:xfrm>
              <a:off x="2908970" y="2799921"/>
              <a:ext cx="1058" cy="1071"/>
            </a:xfrm>
            <a:custGeom>
              <a:avLst/>
              <a:pathLst>
                <a:path w="1058" h="1071">
                  <a:moveTo>
                    <a:pt x="637" y="1045"/>
                  </a:moveTo>
                  <a:lnTo>
                    <a:pt x="0" y="1071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h2647"/>
            <p:cNvSpPr/>
            <p:nvPr/>
          </p:nvSpPr>
          <p:spPr>
            <a:xfrm>
              <a:off x="2802775" y="2711788"/>
              <a:ext cx="93804" cy="80952"/>
            </a:xfrm>
            <a:custGeom>
              <a:avLst/>
              <a:pathLst>
                <a:path w="93804" h="80952">
                  <a:moveTo>
                    <a:pt x="39000" y="11162"/>
                  </a:moveTo>
                  <a:lnTo>
                    <a:pt x="42698" y="19565"/>
                  </a:lnTo>
                  <a:lnTo>
                    <a:pt x="46936" y="27150"/>
                  </a:lnTo>
                  <a:lnTo>
                    <a:pt x="57800" y="43281"/>
                  </a:lnTo>
                  <a:lnTo>
                    <a:pt x="66565" y="53596"/>
                  </a:lnTo>
                  <a:lnTo>
                    <a:pt x="80673" y="66154"/>
                  </a:lnTo>
                  <a:lnTo>
                    <a:pt x="91189" y="73826"/>
                  </a:lnTo>
                  <a:lnTo>
                    <a:pt x="93804" y="76706"/>
                  </a:lnTo>
                  <a:lnTo>
                    <a:pt x="93558" y="77858"/>
                  </a:lnTo>
                  <a:lnTo>
                    <a:pt x="86644" y="80952"/>
                  </a:lnTo>
                  <a:lnTo>
                    <a:pt x="77451" y="73283"/>
                  </a:lnTo>
                  <a:lnTo>
                    <a:pt x="73235" y="67977"/>
                  </a:lnTo>
                  <a:lnTo>
                    <a:pt x="71724" y="64493"/>
                  </a:lnTo>
                  <a:lnTo>
                    <a:pt x="67299" y="60722"/>
                  </a:lnTo>
                  <a:lnTo>
                    <a:pt x="57182" y="49426"/>
                  </a:lnTo>
                  <a:lnTo>
                    <a:pt x="49538" y="31658"/>
                  </a:lnTo>
                  <a:lnTo>
                    <a:pt x="44413" y="32572"/>
                  </a:lnTo>
                  <a:lnTo>
                    <a:pt x="30843" y="30297"/>
                  </a:lnTo>
                  <a:lnTo>
                    <a:pt x="27460" y="31255"/>
                  </a:lnTo>
                  <a:lnTo>
                    <a:pt x="25231" y="34100"/>
                  </a:lnTo>
                  <a:lnTo>
                    <a:pt x="20273" y="33458"/>
                  </a:lnTo>
                  <a:lnTo>
                    <a:pt x="19175" y="32301"/>
                  </a:lnTo>
                  <a:lnTo>
                    <a:pt x="19934" y="30702"/>
                  </a:lnTo>
                  <a:lnTo>
                    <a:pt x="19105" y="30271"/>
                  </a:lnTo>
                  <a:lnTo>
                    <a:pt x="5865" y="29324"/>
                  </a:lnTo>
                  <a:lnTo>
                    <a:pt x="4434" y="28041"/>
                  </a:lnTo>
                  <a:lnTo>
                    <a:pt x="4518" y="26602"/>
                  </a:lnTo>
                  <a:lnTo>
                    <a:pt x="1102" y="23378"/>
                  </a:lnTo>
                  <a:lnTo>
                    <a:pt x="0" y="21860"/>
                  </a:lnTo>
                  <a:lnTo>
                    <a:pt x="349" y="20736"/>
                  </a:lnTo>
                  <a:lnTo>
                    <a:pt x="1722" y="19683"/>
                  </a:lnTo>
                  <a:lnTo>
                    <a:pt x="3396" y="20469"/>
                  </a:lnTo>
                  <a:lnTo>
                    <a:pt x="6498" y="19028"/>
                  </a:lnTo>
                  <a:lnTo>
                    <a:pt x="8845" y="13400"/>
                  </a:lnTo>
                  <a:lnTo>
                    <a:pt x="12279" y="12034"/>
                  </a:lnTo>
                  <a:lnTo>
                    <a:pt x="11610" y="9588"/>
                  </a:lnTo>
                  <a:lnTo>
                    <a:pt x="12711" y="6201"/>
                  </a:lnTo>
                  <a:lnTo>
                    <a:pt x="17153" y="6417"/>
                  </a:lnTo>
                  <a:lnTo>
                    <a:pt x="17461" y="8427"/>
                  </a:lnTo>
                  <a:lnTo>
                    <a:pt x="15363" y="12244"/>
                  </a:lnTo>
                  <a:lnTo>
                    <a:pt x="19243" y="12956"/>
                  </a:lnTo>
                  <a:lnTo>
                    <a:pt x="22390" y="9144"/>
                  </a:lnTo>
                  <a:lnTo>
                    <a:pt x="22065" y="5830"/>
                  </a:lnTo>
                  <a:lnTo>
                    <a:pt x="23821" y="4134"/>
                  </a:lnTo>
                  <a:lnTo>
                    <a:pt x="26431" y="2657"/>
                  </a:lnTo>
                  <a:lnTo>
                    <a:pt x="32837" y="1773"/>
                  </a:lnTo>
                  <a:lnTo>
                    <a:pt x="3548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h2648"/>
            <p:cNvSpPr/>
            <p:nvPr/>
          </p:nvSpPr>
          <p:spPr>
            <a:xfrm>
              <a:off x="2831146" y="2821011"/>
              <a:ext cx="25946" cy="17154"/>
            </a:xfrm>
            <a:custGeom>
              <a:avLst/>
              <a:pathLst>
                <a:path w="25946" h="17154">
                  <a:moveTo>
                    <a:pt x="11650" y="104"/>
                  </a:moveTo>
                  <a:lnTo>
                    <a:pt x="15319" y="6593"/>
                  </a:lnTo>
                  <a:lnTo>
                    <a:pt x="19147" y="10092"/>
                  </a:lnTo>
                  <a:lnTo>
                    <a:pt x="23841" y="8005"/>
                  </a:lnTo>
                  <a:lnTo>
                    <a:pt x="24338" y="5866"/>
                  </a:lnTo>
                  <a:lnTo>
                    <a:pt x="22791" y="4881"/>
                  </a:lnTo>
                  <a:lnTo>
                    <a:pt x="24464" y="3002"/>
                  </a:lnTo>
                  <a:lnTo>
                    <a:pt x="25946" y="6360"/>
                  </a:lnTo>
                  <a:lnTo>
                    <a:pt x="25298" y="9148"/>
                  </a:lnTo>
                  <a:lnTo>
                    <a:pt x="21822" y="9973"/>
                  </a:lnTo>
                  <a:lnTo>
                    <a:pt x="20666" y="11375"/>
                  </a:lnTo>
                  <a:lnTo>
                    <a:pt x="20561" y="12788"/>
                  </a:lnTo>
                  <a:lnTo>
                    <a:pt x="21797" y="14244"/>
                  </a:lnTo>
                  <a:lnTo>
                    <a:pt x="19691" y="16528"/>
                  </a:lnTo>
                  <a:lnTo>
                    <a:pt x="19426" y="17154"/>
                  </a:lnTo>
                  <a:lnTo>
                    <a:pt x="15443" y="15979"/>
                  </a:lnTo>
                  <a:lnTo>
                    <a:pt x="9722" y="12139"/>
                  </a:lnTo>
                  <a:lnTo>
                    <a:pt x="6448" y="14709"/>
                  </a:lnTo>
                  <a:lnTo>
                    <a:pt x="5341" y="14413"/>
                  </a:lnTo>
                  <a:lnTo>
                    <a:pt x="4818" y="13429"/>
                  </a:lnTo>
                  <a:lnTo>
                    <a:pt x="2116" y="14526"/>
                  </a:lnTo>
                  <a:lnTo>
                    <a:pt x="166" y="12614"/>
                  </a:lnTo>
                  <a:lnTo>
                    <a:pt x="0" y="11571"/>
                  </a:lnTo>
                  <a:lnTo>
                    <a:pt x="3206" y="4744"/>
                  </a:lnTo>
                  <a:lnTo>
                    <a:pt x="7515" y="1606"/>
                  </a:lnTo>
                  <a:lnTo>
                    <a:pt x="973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h2649"/>
            <p:cNvSpPr/>
            <p:nvPr/>
          </p:nvSpPr>
          <p:spPr>
            <a:xfrm>
              <a:off x="2823090" y="2794908"/>
              <a:ext cx="45429" cy="30847"/>
            </a:xfrm>
            <a:custGeom>
              <a:avLst/>
              <a:pathLst>
                <a:path w="45429" h="30847">
                  <a:moveTo>
                    <a:pt x="21904" y="211"/>
                  </a:moveTo>
                  <a:lnTo>
                    <a:pt x="22579" y="3029"/>
                  </a:lnTo>
                  <a:lnTo>
                    <a:pt x="21480" y="3963"/>
                  </a:lnTo>
                  <a:lnTo>
                    <a:pt x="21108" y="10727"/>
                  </a:lnTo>
                  <a:lnTo>
                    <a:pt x="23354" y="10591"/>
                  </a:lnTo>
                  <a:lnTo>
                    <a:pt x="34166" y="6450"/>
                  </a:lnTo>
                  <a:lnTo>
                    <a:pt x="39651" y="3559"/>
                  </a:lnTo>
                  <a:lnTo>
                    <a:pt x="42394" y="5592"/>
                  </a:lnTo>
                  <a:lnTo>
                    <a:pt x="45045" y="10799"/>
                  </a:lnTo>
                  <a:lnTo>
                    <a:pt x="45429" y="14700"/>
                  </a:lnTo>
                  <a:lnTo>
                    <a:pt x="43143" y="15861"/>
                  </a:lnTo>
                  <a:lnTo>
                    <a:pt x="41257" y="14794"/>
                  </a:lnTo>
                  <a:lnTo>
                    <a:pt x="36965" y="13827"/>
                  </a:lnTo>
                  <a:lnTo>
                    <a:pt x="31242" y="16359"/>
                  </a:lnTo>
                  <a:lnTo>
                    <a:pt x="30271" y="18041"/>
                  </a:lnTo>
                  <a:lnTo>
                    <a:pt x="28931" y="18196"/>
                  </a:lnTo>
                  <a:lnTo>
                    <a:pt x="24712" y="15166"/>
                  </a:lnTo>
                  <a:lnTo>
                    <a:pt x="22131" y="15160"/>
                  </a:lnTo>
                  <a:lnTo>
                    <a:pt x="21647" y="12176"/>
                  </a:lnTo>
                  <a:lnTo>
                    <a:pt x="19554" y="11968"/>
                  </a:lnTo>
                  <a:lnTo>
                    <a:pt x="16973" y="13403"/>
                  </a:lnTo>
                  <a:lnTo>
                    <a:pt x="15975" y="14831"/>
                  </a:lnTo>
                  <a:lnTo>
                    <a:pt x="20926" y="16283"/>
                  </a:lnTo>
                  <a:lnTo>
                    <a:pt x="19559" y="22124"/>
                  </a:lnTo>
                  <a:lnTo>
                    <a:pt x="16931" y="21581"/>
                  </a:lnTo>
                  <a:lnTo>
                    <a:pt x="13948" y="24105"/>
                  </a:lnTo>
                  <a:lnTo>
                    <a:pt x="13977" y="27093"/>
                  </a:lnTo>
                  <a:lnTo>
                    <a:pt x="15572" y="27709"/>
                  </a:lnTo>
                  <a:lnTo>
                    <a:pt x="11263" y="30847"/>
                  </a:lnTo>
                  <a:lnTo>
                    <a:pt x="11314" y="29376"/>
                  </a:lnTo>
                  <a:lnTo>
                    <a:pt x="9506" y="28188"/>
                  </a:lnTo>
                  <a:lnTo>
                    <a:pt x="8627" y="24269"/>
                  </a:lnTo>
                  <a:lnTo>
                    <a:pt x="10031" y="20389"/>
                  </a:lnTo>
                  <a:lnTo>
                    <a:pt x="5219" y="16558"/>
                  </a:lnTo>
                  <a:lnTo>
                    <a:pt x="5424" y="19525"/>
                  </a:lnTo>
                  <a:lnTo>
                    <a:pt x="4300" y="20623"/>
                  </a:lnTo>
                  <a:lnTo>
                    <a:pt x="387" y="15677"/>
                  </a:lnTo>
                  <a:lnTo>
                    <a:pt x="0" y="14118"/>
                  </a:lnTo>
                  <a:lnTo>
                    <a:pt x="2847" y="12089"/>
                  </a:lnTo>
                  <a:lnTo>
                    <a:pt x="10717" y="13231"/>
                  </a:lnTo>
                  <a:lnTo>
                    <a:pt x="16331" y="1217"/>
                  </a:lnTo>
                  <a:lnTo>
                    <a:pt x="1962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h2650"/>
            <p:cNvSpPr/>
            <p:nvPr/>
          </p:nvSpPr>
          <p:spPr>
            <a:xfrm>
              <a:off x="2766041" y="2777301"/>
              <a:ext cx="49689" cy="74078"/>
            </a:xfrm>
            <a:custGeom>
              <a:avLst/>
              <a:pathLst>
                <a:path w="49689" h="74078">
                  <a:moveTo>
                    <a:pt x="42366" y="1017"/>
                  </a:moveTo>
                  <a:lnTo>
                    <a:pt x="42442" y="1734"/>
                  </a:lnTo>
                  <a:lnTo>
                    <a:pt x="49552" y="7120"/>
                  </a:lnTo>
                  <a:lnTo>
                    <a:pt x="49689" y="8033"/>
                  </a:lnTo>
                  <a:lnTo>
                    <a:pt x="47010" y="12574"/>
                  </a:lnTo>
                  <a:lnTo>
                    <a:pt x="45600" y="17670"/>
                  </a:lnTo>
                  <a:lnTo>
                    <a:pt x="45359" y="23302"/>
                  </a:lnTo>
                  <a:lnTo>
                    <a:pt x="42575" y="24829"/>
                  </a:lnTo>
                  <a:lnTo>
                    <a:pt x="40465" y="28741"/>
                  </a:lnTo>
                  <a:lnTo>
                    <a:pt x="40860" y="31329"/>
                  </a:lnTo>
                  <a:lnTo>
                    <a:pt x="43959" y="36887"/>
                  </a:lnTo>
                  <a:lnTo>
                    <a:pt x="44476" y="41940"/>
                  </a:lnTo>
                  <a:lnTo>
                    <a:pt x="43308" y="43656"/>
                  </a:lnTo>
                  <a:lnTo>
                    <a:pt x="41200" y="42446"/>
                  </a:lnTo>
                  <a:lnTo>
                    <a:pt x="40347" y="43918"/>
                  </a:lnTo>
                  <a:lnTo>
                    <a:pt x="41437" y="50133"/>
                  </a:lnTo>
                  <a:lnTo>
                    <a:pt x="41069" y="52199"/>
                  </a:lnTo>
                  <a:lnTo>
                    <a:pt x="38105" y="52391"/>
                  </a:lnTo>
                  <a:lnTo>
                    <a:pt x="35093" y="56207"/>
                  </a:lnTo>
                  <a:lnTo>
                    <a:pt x="39674" y="56912"/>
                  </a:lnTo>
                  <a:lnTo>
                    <a:pt x="45118" y="64300"/>
                  </a:lnTo>
                  <a:lnTo>
                    <a:pt x="45306" y="65626"/>
                  </a:lnTo>
                  <a:lnTo>
                    <a:pt x="44379" y="67476"/>
                  </a:lnTo>
                  <a:lnTo>
                    <a:pt x="43467" y="66467"/>
                  </a:lnTo>
                  <a:lnTo>
                    <a:pt x="38668" y="67281"/>
                  </a:lnTo>
                  <a:lnTo>
                    <a:pt x="30422" y="70896"/>
                  </a:lnTo>
                  <a:lnTo>
                    <a:pt x="28236" y="74031"/>
                  </a:lnTo>
                  <a:lnTo>
                    <a:pt x="26829" y="74078"/>
                  </a:lnTo>
                  <a:lnTo>
                    <a:pt x="25471" y="73330"/>
                  </a:lnTo>
                  <a:lnTo>
                    <a:pt x="24584" y="70563"/>
                  </a:lnTo>
                  <a:lnTo>
                    <a:pt x="23213" y="69120"/>
                  </a:lnTo>
                  <a:lnTo>
                    <a:pt x="21810" y="69023"/>
                  </a:lnTo>
                  <a:lnTo>
                    <a:pt x="22667" y="68001"/>
                  </a:lnTo>
                  <a:lnTo>
                    <a:pt x="22158" y="64331"/>
                  </a:lnTo>
                  <a:lnTo>
                    <a:pt x="18084" y="58552"/>
                  </a:lnTo>
                  <a:lnTo>
                    <a:pt x="18830" y="56819"/>
                  </a:lnTo>
                  <a:lnTo>
                    <a:pt x="18564" y="54559"/>
                  </a:lnTo>
                  <a:lnTo>
                    <a:pt x="17285" y="52646"/>
                  </a:lnTo>
                  <a:lnTo>
                    <a:pt x="15814" y="51934"/>
                  </a:lnTo>
                  <a:lnTo>
                    <a:pt x="13733" y="51241"/>
                  </a:lnTo>
                  <a:lnTo>
                    <a:pt x="2582" y="51822"/>
                  </a:lnTo>
                  <a:lnTo>
                    <a:pt x="2203" y="50312"/>
                  </a:lnTo>
                  <a:lnTo>
                    <a:pt x="4303" y="45268"/>
                  </a:lnTo>
                  <a:lnTo>
                    <a:pt x="4455" y="42574"/>
                  </a:lnTo>
                  <a:lnTo>
                    <a:pt x="0" y="39241"/>
                  </a:lnTo>
                  <a:lnTo>
                    <a:pt x="2601" y="35657"/>
                  </a:lnTo>
                  <a:lnTo>
                    <a:pt x="4768" y="38012"/>
                  </a:lnTo>
                  <a:lnTo>
                    <a:pt x="5764" y="37697"/>
                  </a:lnTo>
                  <a:lnTo>
                    <a:pt x="8307" y="33190"/>
                  </a:lnTo>
                  <a:lnTo>
                    <a:pt x="7410" y="31035"/>
                  </a:lnTo>
                  <a:lnTo>
                    <a:pt x="9508" y="27925"/>
                  </a:lnTo>
                  <a:lnTo>
                    <a:pt x="14753" y="23155"/>
                  </a:lnTo>
                  <a:lnTo>
                    <a:pt x="15826" y="23081"/>
                  </a:lnTo>
                  <a:lnTo>
                    <a:pt x="16703" y="24969"/>
                  </a:lnTo>
                  <a:lnTo>
                    <a:pt x="15861" y="26207"/>
                  </a:lnTo>
                  <a:lnTo>
                    <a:pt x="15842" y="29010"/>
                  </a:lnTo>
                  <a:lnTo>
                    <a:pt x="18621" y="28769"/>
                  </a:lnTo>
                  <a:lnTo>
                    <a:pt x="19394" y="25567"/>
                  </a:lnTo>
                  <a:lnTo>
                    <a:pt x="17420" y="19071"/>
                  </a:lnTo>
                  <a:lnTo>
                    <a:pt x="19797" y="14896"/>
                  </a:lnTo>
                  <a:lnTo>
                    <a:pt x="25021" y="12362"/>
                  </a:lnTo>
                  <a:lnTo>
                    <a:pt x="26272" y="13822"/>
                  </a:lnTo>
                  <a:lnTo>
                    <a:pt x="28724" y="13956"/>
                  </a:lnTo>
                  <a:lnTo>
                    <a:pt x="34726" y="10526"/>
                  </a:lnTo>
                  <a:lnTo>
                    <a:pt x="38053" y="5166"/>
                  </a:lnTo>
                  <a:lnTo>
                    <a:pt x="35744" y="3626"/>
                  </a:lnTo>
                  <a:lnTo>
                    <a:pt x="36570" y="1030"/>
                  </a:lnTo>
                  <a:lnTo>
                    <a:pt x="3924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h2651"/>
            <p:cNvSpPr/>
            <p:nvPr/>
          </p:nvSpPr>
          <p:spPr>
            <a:xfrm>
              <a:off x="2926761" y="3021259"/>
              <a:ext cx="14923" cy="18171"/>
            </a:xfrm>
            <a:custGeom>
              <a:avLst/>
              <a:pathLst>
                <a:path w="14923" h="18171">
                  <a:moveTo>
                    <a:pt x="14923" y="115"/>
                  </a:moveTo>
                  <a:lnTo>
                    <a:pt x="14664" y="7932"/>
                  </a:lnTo>
                  <a:lnTo>
                    <a:pt x="10091" y="12746"/>
                  </a:lnTo>
                  <a:lnTo>
                    <a:pt x="7394" y="16548"/>
                  </a:lnTo>
                  <a:lnTo>
                    <a:pt x="0" y="18171"/>
                  </a:lnTo>
                  <a:lnTo>
                    <a:pt x="2169" y="10553"/>
                  </a:lnTo>
                  <a:lnTo>
                    <a:pt x="5626" y="7506"/>
                  </a:lnTo>
                  <a:lnTo>
                    <a:pt x="4509" y="5710"/>
                  </a:lnTo>
                  <a:lnTo>
                    <a:pt x="8633" y="4763"/>
                  </a:lnTo>
                  <a:lnTo>
                    <a:pt x="8401" y="3483"/>
                  </a:lnTo>
                  <a:lnTo>
                    <a:pt x="9379" y="2123"/>
                  </a:lnTo>
                  <a:lnTo>
                    <a:pt x="1360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h2652"/>
            <p:cNvSpPr/>
            <p:nvPr/>
          </p:nvSpPr>
          <p:spPr>
            <a:xfrm>
              <a:off x="2847758" y="2887901"/>
              <a:ext cx="21128" cy="24843"/>
            </a:xfrm>
            <a:custGeom>
              <a:avLst/>
              <a:pathLst>
                <a:path w="21128" h="24843">
                  <a:moveTo>
                    <a:pt x="20046" y="509"/>
                  </a:moveTo>
                  <a:lnTo>
                    <a:pt x="21128" y="3492"/>
                  </a:lnTo>
                  <a:lnTo>
                    <a:pt x="18770" y="10498"/>
                  </a:lnTo>
                  <a:lnTo>
                    <a:pt x="18672" y="13978"/>
                  </a:lnTo>
                  <a:lnTo>
                    <a:pt x="17083" y="19609"/>
                  </a:lnTo>
                  <a:lnTo>
                    <a:pt x="11164" y="23154"/>
                  </a:lnTo>
                  <a:lnTo>
                    <a:pt x="6600" y="23322"/>
                  </a:lnTo>
                  <a:lnTo>
                    <a:pt x="6333" y="24843"/>
                  </a:lnTo>
                  <a:lnTo>
                    <a:pt x="1153" y="21405"/>
                  </a:lnTo>
                  <a:lnTo>
                    <a:pt x="373" y="12629"/>
                  </a:lnTo>
                  <a:lnTo>
                    <a:pt x="3164" y="10018"/>
                  </a:lnTo>
                  <a:lnTo>
                    <a:pt x="4690" y="2581"/>
                  </a:lnTo>
                  <a:lnTo>
                    <a:pt x="1459" y="2440"/>
                  </a:lnTo>
                  <a:lnTo>
                    <a:pt x="0" y="745"/>
                  </a:lnTo>
                  <a:lnTo>
                    <a:pt x="7480" y="1721"/>
                  </a:lnTo>
                  <a:lnTo>
                    <a:pt x="12844" y="940"/>
                  </a:lnTo>
                  <a:lnTo>
                    <a:pt x="1419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h2653"/>
            <p:cNvSpPr/>
            <p:nvPr/>
          </p:nvSpPr>
          <p:spPr>
            <a:xfrm>
              <a:off x="2916395" y="2914382"/>
              <a:ext cx="53044" cy="45403"/>
            </a:xfrm>
            <a:custGeom>
              <a:avLst/>
              <a:pathLst>
                <a:path w="53044" h="45403">
                  <a:moveTo>
                    <a:pt x="18014" y="9655"/>
                  </a:moveTo>
                  <a:lnTo>
                    <a:pt x="27145" y="17198"/>
                  </a:lnTo>
                  <a:lnTo>
                    <a:pt x="35133" y="27652"/>
                  </a:lnTo>
                  <a:lnTo>
                    <a:pt x="53044" y="45178"/>
                  </a:lnTo>
                  <a:lnTo>
                    <a:pt x="52943" y="45403"/>
                  </a:lnTo>
                  <a:lnTo>
                    <a:pt x="49596" y="45314"/>
                  </a:lnTo>
                  <a:lnTo>
                    <a:pt x="41958" y="40789"/>
                  </a:lnTo>
                  <a:lnTo>
                    <a:pt x="37874" y="39795"/>
                  </a:lnTo>
                  <a:lnTo>
                    <a:pt x="29071" y="40697"/>
                  </a:lnTo>
                  <a:lnTo>
                    <a:pt x="26387" y="39434"/>
                  </a:lnTo>
                  <a:lnTo>
                    <a:pt x="25126" y="40125"/>
                  </a:lnTo>
                  <a:lnTo>
                    <a:pt x="25014" y="41988"/>
                  </a:lnTo>
                  <a:lnTo>
                    <a:pt x="20916" y="41878"/>
                  </a:lnTo>
                  <a:lnTo>
                    <a:pt x="20341" y="42806"/>
                  </a:lnTo>
                  <a:lnTo>
                    <a:pt x="17186" y="43092"/>
                  </a:lnTo>
                  <a:lnTo>
                    <a:pt x="15263" y="42466"/>
                  </a:lnTo>
                  <a:lnTo>
                    <a:pt x="13499" y="44903"/>
                  </a:lnTo>
                  <a:lnTo>
                    <a:pt x="13508" y="40893"/>
                  </a:lnTo>
                  <a:lnTo>
                    <a:pt x="12588" y="39006"/>
                  </a:lnTo>
                  <a:lnTo>
                    <a:pt x="10342" y="38844"/>
                  </a:lnTo>
                  <a:lnTo>
                    <a:pt x="6653" y="36137"/>
                  </a:lnTo>
                  <a:lnTo>
                    <a:pt x="8272" y="29350"/>
                  </a:lnTo>
                  <a:lnTo>
                    <a:pt x="12772" y="28572"/>
                  </a:lnTo>
                  <a:lnTo>
                    <a:pt x="21157" y="24125"/>
                  </a:lnTo>
                  <a:lnTo>
                    <a:pt x="22703" y="20342"/>
                  </a:lnTo>
                  <a:lnTo>
                    <a:pt x="21677" y="19222"/>
                  </a:lnTo>
                  <a:lnTo>
                    <a:pt x="21796" y="17905"/>
                  </a:lnTo>
                  <a:lnTo>
                    <a:pt x="23676" y="16219"/>
                  </a:lnTo>
                  <a:lnTo>
                    <a:pt x="18853" y="17022"/>
                  </a:lnTo>
                  <a:lnTo>
                    <a:pt x="15250" y="15117"/>
                  </a:lnTo>
                  <a:lnTo>
                    <a:pt x="17356" y="13674"/>
                  </a:lnTo>
                  <a:lnTo>
                    <a:pt x="12222" y="8943"/>
                  </a:lnTo>
                  <a:lnTo>
                    <a:pt x="9894" y="9679"/>
                  </a:lnTo>
                  <a:lnTo>
                    <a:pt x="8588" y="11572"/>
                  </a:lnTo>
                  <a:lnTo>
                    <a:pt x="6505" y="12249"/>
                  </a:lnTo>
                  <a:lnTo>
                    <a:pt x="3604" y="12478"/>
                  </a:lnTo>
                  <a:lnTo>
                    <a:pt x="0" y="8330"/>
                  </a:lnTo>
                  <a:lnTo>
                    <a:pt x="1724" y="3832"/>
                  </a:lnTo>
                  <a:lnTo>
                    <a:pt x="853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h2654"/>
            <p:cNvSpPr/>
            <p:nvPr/>
          </p:nvSpPr>
          <p:spPr>
            <a:xfrm>
              <a:off x="2936548" y="3178143"/>
              <a:ext cx="17170" cy="17368"/>
            </a:xfrm>
            <a:custGeom>
              <a:avLst/>
              <a:pathLst>
                <a:path w="17170" h="17368">
                  <a:moveTo>
                    <a:pt x="10951" y="2185"/>
                  </a:moveTo>
                  <a:lnTo>
                    <a:pt x="17170" y="3918"/>
                  </a:lnTo>
                  <a:lnTo>
                    <a:pt x="14202" y="6852"/>
                  </a:lnTo>
                  <a:lnTo>
                    <a:pt x="4400" y="17368"/>
                  </a:lnTo>
                  <a:lnTo>
                    <a:pt x="4220" y="16156"/>
                  </a:lnTo>
                  <a:lnTo>
                    <a:pt x="0" y="8736"/>
                  </a:lnTo>
                  <a:lnTo>
                    <a:pt x="4165" y="3649"/>
                  </a:lnTo>
                  <a:lnTo>
                    <a:pt x="7821" y="564"/>
                  </a:lnTo>
                  <a:lnTo>
                    <a:pt x="862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h2655"/>
            <p:cNvSpPr/>
            <p:nvPr/>
          </p:nvSpPr>
          <p:spPr>
            <a:xfrm>
              <a:off x="2825403" y="2838116"/>
              <a:ext cx="52732" cy="55160"/>
            </a:xfrm>
            <a:custGeom>
              <a:avLst/>
              <a:pathLst>
                <a:path w="52732" h="55160">
                  <a:moveTo>
                    <a:pt x="34840" y="1788"/>
                  </a:moveTo>
                  <a:lnTo>
                    <a:pt x="38110" y="7336"/>
                  </a:lnTo>
                  <a:lnTo>
                    <a:pt x="43058" y="11493"/>
                  </a:lnTo>
                  <a:lnTo>
                    <a:pt x="45037" y="11742"/>
                  </a:lnTo>
                  <a:lnTo>
                    <a:pt x="48084" y="11907"/>
                  </a:lnTo>
                  <a:lnTo>
                    <a:pt x="49323" y="11181"/>
                  </a:lnTo>
                  <a:lnTo>
                    <a:pt x="50344" y="11969"/>
                  </a:lnTo>
                  <a:lnTo>
                    <a:pt x="51252" y="15654"/>
                  </a:lnTo>
                  <a:lnTo>
                    <a:pt x="47406" y="16303"/>
                  </a:lnTo>
                  <a:lnTo>
                    <a:pt x="46747" y="18607"/>
                  </a:lnTo>
                  <a:lnTo>
                    <a:pt x="40173" y="26317"/>
                  </a:lnTo>
                  <a:lnTo>
                    <a:pt x="41146" y="29383"/>
                  </a:lnTo>
                  <a:lnTo>
                    <a:pt x="43818" y="32136"/>
                  </a:lnTo>
                  <a:lnTo>
                    <a:pt x="49082" y="31396"/>
                  </a:lnTo>
                  <a:lnTo>
                    <a:pt x="52732" y="34101"/>
                  </a:lnTo>
                  <a:lnTo>
                    <a:pt x="52109" y="44801"/>
                  </a:lnTo>
                  <a:lnTo>
                    <a:pt x="51307" y="43804"/>
                  </a:lnTo>
                  <a:lnTo>
                    <a:pt x="49518" y="44082"/>
                  </a:lnTo>
                  <a:lnTo>
                    <a:pt x="49426" y="45540"/>
                  </a:lnTo>
                  <a:lnTo>
                    <a:pt x="46366" y="49063"/>
                  </a:lnTo>
                  <a:lnTo>
                    <a:pt x="42401" y="50293"/>
                  </a:lnTo>
                  <a:lnTo>
                    <a:pt x="36549" y="49784"/>
                  </a:lnTo>
                  <a:lnTo>
                    <a:pt x="35199" y="50725"/>
                  </a:lnTo>
                  <a:lnTo>
                    <a:pt x="29835" y="51505"/>
                  </a:lnTo>
                  <a:lnTo>
                    <a:pt x="22355" y="50529"/>
                  </a:lnTo>
                  <a:lnTo>
                    <a:pt x="19030" y="49377"/>
                  </a:lnTo>
                  <a:lnTo>
                    <a:pt x="12483" y="51710"/>
                  </a:lnTo>
                  <a:lnTo>
                    <a:pt x="10057" y="50610"/>
                  </a:lnTo>
                  <a:lnTo>
                    <a:pt x="11362" y="48005"/>
                  </a:lnTo>
                  <a:lnTo>
                    <a:pt x="10558" y="47600"/>
                  </a:lnTo>
                  <a:lnTo>
                    <a:pt x="6420" y="48439"/>
                  </a:lnTo>
                  <a:lnTo>
                    <a:pt x="4625" y="53278"/>
                  </a:lnTo>
                  <a:lnTo>
                    <a:pt x="2352" y="55160"/>
                  </a:lnTo>
                  <a:lnTo>
                    <a:pt x="506" y="54515"/>
                  </a:lnTo>
                  <a:lnTo>
                    <a:pt x="1359" y="48590"/>
                  </a:lnTo>
                  <a:lnTo>
                    <a:pt x="4420" y="46494"/>
                  </a:lnTo>
                  <a:lnTo>
                    <a:pt x="3274" y="43723"/>
                  </a:lnTo>
                  <a:lnTo>
                    <a:pt x="1736" y="43253"/>
                  </a:lnTo>
                  <a:lnTo>
                    <a:pt x="0" y="42713"/>
                  </a:lnTo>
                  <a:lnTo>
                    <a:pt x="6294" y="37951"/>
                  </a:lnTo>
                  <a:lnTo>
                    <a:pt x="7350" y="32917"/>
                  </a:lnTo>
                  <a:lnTo>
                    <a:pt x="6157" y="29013"/>
                  </a:lnTo>
                  <a:lnTo>
                    <a:pt x="4817" y="29113"/>
                  </a:lnTo>
                  <a:lnTo>
                    <a:pt x="90" y="27155"/>
                  </a:lnTo>
                  <a:lnTo>
                    <a:pt x="17" y="25416"/>
                  </a:lnTo>
                  <a:lnTo>
                    <a:pt x="1497" y="20210"/>
                  </a:lnTo>
                  <a:lnTo>
                    <a:pt x="2424" y="19813"/>
                  </a:lnTo>
                  <a:lnTo>
                    <a:pt x="5263" y="20545"/>
                  </a:lnTo>
                  <a:lnTo>
                    <a:pt x="6097" y="18228"/>
                  </a:lnTo>
                  <a:lnTo>
                    <a:pt x="8151" y="17422"/>
                  </a:lnTo>
                  <a:lnTo>
                    <a:pt x="8546" y="15275"/>
                  </a:lnTo>
                  <a:lnTo>
                    <a:pt x="12702" y="12590"/>
                  </a:lnTo>
                  <a:lnTo>
                    <a:pt x="15265" y="12780"/>
                  </a:lnTo>
                  <a:lnTo>
                    <a:pt x="19903" y="14804"/>
                  </a:lnTo>
                  <a:lnTo>
                    <a:pt x="21270" y="13887"/>
                  </a:lnTo>
                  <a:lnTo>
                    <a:pt x="21597" y="13028"/>
                  </a:lnTo>
                  <a:lnTo>
                    <a:pt x="20249" y="9934"/>
                  </a:lnTo>
                  <a:lnTo>
                    <a:pt x="20493" y="8021"/>
                  </a:lnTo>
                  <a:lnTo>
                    <a:pt x="21442" y="8969"/>
                  </a:lnTo>
                  <a:lnTo>
                    <a:pt x="23967" y="9054"/>
                  </a:lnTo>
                  <a:lnTo>
                    <a:pt x="26150" y="4611"/>
                  </a:lnTo>
                  <a:lnTo>
                    <a:pt x="26409" y="1025"/>
                  </a:lnTo>
                  <a:lnTo>
                    <a:pt x="2880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h2656"/>
            <p:cNvSpPr/>
            <p:nvPr/>
          </p:nvSpPr>
          <p:spPr>
            <a:xfrm>
              <a:off x="2737248" y="2771994"/>
              <a:ext cx="66846" cy="45188"/>
            </a:xfrm>
            <a:custGeom>
              <a:avLst/>
              <a:pathLst>
                <a:path w="66846" h="45188">
                  <a:moveTo>
                    <a:pt x="56961" y="626"/>
                  </a:moveTo>
                  <a:lnTo>
                    <a:pt x="57000" y="2267"/>
                  </a:lnTo>
                  <a:lnTo>
                    <a:pt x="59958" y="6363"/>
                  </a:lnTo>
                  <a:lnTo>
                    <a:pt x="64537" y="8933"/>
                  </a:lnTo>
                  <a:lnTo>
                    <a:pt x="66846" y="10473"/>
                  </a:lnTo>
                  <a:lnTo>
                    <a:pt x="63518" y="15833"/>
                  </a:lnTo>
                  <a:lnTo>
                    <a:pt x="57517" y="19263"/>
                  </a:lnTo>
                  <a:lnTo>
                    <a:pt x="55065" y="19129"/>
                  </a:lnTo>
                  <a:lnTo>
                    <a:pt x="53813" y="17669"/>
                  </a:lnTo>
                  <a:lnTo>
                    <a:pt x="48590" y="20203"/>
                  </a:lnTo>
                  <a:lnTo>
                    <a:pt x="46213" y="24378"/>
                  </a:lnTo>
                  <a:lnTo>
                    <a:pt x="48187" y="30874"/>
                  </a:lnTo>
                  <a:lnTo>
                    <a:pt x="47414" y="34076"/>
                  </a:lnTo>
                  <a:lnTo>
                    <a:pt x="44634" y="34317"/>
                  </a:lnTo>
                  <a:lnTo>
                    <a:pt x="44654" y="31514"/>
                  </a:lnTo>
                  <a:lnTo>
                    <a:pt x="45495" y="30276"/>
                  </a:lnTo>
                  <a:lnTo>
                    <a:pt x="44619" y="28388"/>
                  </a:lnTo>
                  <a:lnTo>
                    <a:pt x="43545" y="28462"/>
                  </a:lnTo>
                  <a:lnTo>
                    <a:pt x="38301" y="33232"/>
                  </a:lnTo>
                  <a:lnTo>
                    <a:pt x="36203" y="36342"/>
                  </a:lnTo>
                  <a:lnTo>
                    <a:pt x="37100" y="38497"/>
                  </a:lnTo>
                  <a:lnTo>
                    <a:pt x="34557" y="43004"/>
                  </a:lnTo>
                  <a:lnTo>
                    <a:pt x="33561" y="43319"/>
                  </a:lnTo>
                  <a:lnTo>
                    <a:pt x="31394" y="40964"/>
                  </a:lnTo>
                  <a:lnTo>
                    <a:pt x="29092" y="40121"/>
                  </a:lnTo>
                  <a:lnTo>
                    <a:pt x="27763" y="42457"/>
                  </a:lnTo>
                  <a:lnTo>
                    <a:pt x="21929" y="42410"/>
                  </a:lnTo>
                  <a:lnTo>
                    <a:pt x="20365" y="45188"/>
                  </a:lnTo>
                  <a:lnTo>
                    <a:pt x="15793" y="43892"/>
                  </a:lnTo>
                  <a:lnTo>
                    <a:pt x="13623" y="41928"/>
                  </a:lnTo>
                  <a:lnTo>
                    <a:pt x="13266" y="37206"/>
                  </a:lnTo>
                  <a:lnTo>
                    <a:pt x="14025" y="34586"/>
                  </a:lnTo>
                  <a:lnTo>
                    <a:pt x="11424" y="28730"/>
                  </a:lnTo>
                  <a:lnTo>
                    <a:pt x="10655" y="27705"/>
                  </a:lnTo>
                  <a:lnTo>
                    <a:pt x="7365" y="26701"/>
                  </a:lnTo>
                  <a:lnTo>
                    <a:pt x="3341" y="24001"/>
                  </a:lnTo>
                  <a:lnTo>
                    <a:pt x="3704" y="23075"/>
                  </a:lnTo>
                  <a:lnTo>
                    <a:pt x="1027" y="16320"/>
                  </a:lnTo>
                  <a:lnTo>
                    <a:pt x="723" y="9695"/>
                  </a:lnTo>
                  <a:lnTo>
                    <a:pt x="2037" y="7809"/>
                  </a:lnTo>
                  <a:lnTo>
                    <a:pt x="832" y="7298"/>
                  </a:lnTo>
                  <a:lnTo>
                    <a:pt x="0" y="6808"/>
                  </a:lnTo>
                  <a:lnTo>
                    <a:pt x="813" y="5657"/>
                  </a:lnTo>
                  <a:lnTo>
                    <a:pt x="3367" y="7523"/>
                  </a:lnTo>
                  <a:lnTo>
                    <a:pt x="4398" y="7513"/>
                  </a:lnTo>
                  <a:lnTo>
                    <a:pt x="8242" y="4983"/>
                  </a:lnTo>
                  <a:lnTo>
                    <a:pt x="9197" y="4514"/>
                  </a:lnTo>
                  <a:lnTo>
                    <a:pt x="11038" y="10333"/>
                  </a:lnTo>
                  <a:lnTo>
                    <a:pt x="13535" y="10601"/>
                  </a:lnTo>
                  <a:lnTo>
                    <a:pt x="16768" y="8581"/>
                  </a:lnTo>
                  <a:lnTo>
                    <a:pt x="17756" y="7069"/>
                  </a:lnTo>
                  <a:lnTo>
                    <a:pt x="21527" y="6010"/>
                  </a:lnTo>
                  <a:lnTo>
                    <a:pt x="24976" y="7688"/>
                  </a:lnTo>
                  <a:lnTo>
                    <a:pt x="24902" y="8689"/>
                  </a:lnTo>
                  <a:lnTo>
                    <a:pt x="36754" y="6340"/>
                  </a:lnTo>
                  <a:lnTo>
                    <a:pt x="38257" y="4009"/>
                  </a:lnTo>
                  <a:lnTo>
                    <a:pt x="5075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h2657"/>
            <p:cNvSpPr/>
            <p:nvPr/>
          </p:nvSpPr>
          <p:spPr>
            <a:xfrm>
              <a:off x="2820105" y="2833626"/>
              <a:ext cx="26894" cy="22719"/>
            </a:xfrm>
            <a:custGeom>
              <a:avLst/>
              <a:pathLst>
                <a:path w="26894" h="22719">
                  <a:moveTo>
                    <a:pt x="13157" y="1912"/>
                  </a:moveTo>
                  <a:lnTo>
                    <a:pt x="15860" y="814"/>
                  </a:lnTo>
                  <a:lnTo>
                    <a:pt x="16382" y="1798"/>
                  </a:lnTo>
                  <a:lnTo>
                    <a:pt x="14718" y="6907"/>
                  </a:lnTo>
                  <a:lnTo>
                    <a:pt x="16120" y="7453"/>
                  </a:lnTo>
                  <a:lnTo>
                    <a:pt x="19270" y="6720"/>
                  </a:lnTo>
                  <a:lnTo>
                    <a:pt x="22744" y="9354"/>
                  </a:lnTo>
                  <a:lnTo>
                    <a:pt x="23233" y="12062"/>
                  </a:lnTo>
                  <a:lnTo>
                    <a:pt x="25791" y="12512"/>
                  </a:lnTo>
                  <a:lnTo>
                    <a:pt x="25547" y="14424"/>
                  </a:lnTo>
                  <a:lnTo>
                    <a:pt x="26894" y="17519"/>
                  </a:lnTo>
                  <a:lnTo>
                    <a:pt x="26567" y="18378"/>
                  </a:lnTo>
                  <a:lnTo>
                    <a:pt x="25201" y="19294"/>
                  </a:lnTo>
                  <a:lnTo>
                    <a:pt x="20563" y="17271"/>
                  </a:lnTo>
                  <a:lnTo>
                    <a:pt x="18000" y="17080"/>
                  </a:lnTo>
                  <a:lnTo>
                    <a:pt x="13844" y="19766"/>
                  </a:lnTo>
                  <a:lnTo>
                    <a:pt x="13448" y="21913"/>
                  </a:lnTo>
                  <a:lnTo>
                    <a:pt x="11395" y="22719"/>
                  </a:lnTo>
                  <a:lnTo>
                    <a:pt x="5690" y="17452"/>
                  </a:lnTo>
                  <a:lnTo>
                    <a:pt x="2833" y="17688"/>
                  </a:lnTo>
                  <a:lnTo>
                    <a:pt x="1774" y="14162"/>
                  </a:lnTo>
                  <a:lnTo>
                    <a:pt x="2918" y="11733"/>
                  </a:lnTo>
                  <a:lnTo>
                    <a:pt x="2556" y="9554"/>
                  </a:lnTo>
                  <a:lnTo>
                    <a:pt x="0" y="7824"/>
                  </a:lnTo>
                  <a:lnTo>
                    <a:pt x="306" y="7087"/>
                  </a:lnTo>
                  <a:lnTo>
                    <a:pt x="5903" y="5425"/>
                  </a:lnTo>
                  <a:lnTo>
                    <a:pt x="9183" y="889"/>
                  </a:lnTo>
                  <a:lnTo>
                    <a:pt x="1120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h2658"/>
            <p:cNvSpPr/>
            <p:nvPr/>
          </p:nvSpPr>
          <p:spPr>
            <a:xfrm>
              <a:off x="3901834" y="2772161"/>
              <a:ext cx="19042" cy="13724"/>
            </a:xfrm>
            <a:custGeom>
              <a:avLst/>
              <a:pathLst>
                <a:path w="19042" h="13724">
                  <a:moveTo>
                    <a:pt x="7511" y="0"/>
                  </a:moveTo>
                  <a:lnTo>
                    <a:pt x="13319" y="2433"/>
                  </a:lnTo>
                  <a:lnTo>
                    <a:pt x="17535" y="1525"/>
                  </a:lnTo>
                  <a:lnTo>
                    <a:pt x="19042" y="9097"/>
                  </a:lnTo>
                  <a:lnTo>
                    <a:pt x="16174" y="9948"/>
                  </a:lnTo>
                  <a:lnTo>
                    <a:pt x="16908" y="11743"/>
                  </a:lnTo>
                  <a:lnTo>
                    <a:pt x="16354" y="13724"/>
                  </a:lnTo>
                  <a:lnTo>
                    <a:pt x="14404" y="13712"/>
                  </a:lnTo>
                  <a:lnTo>
                    <a:pt x="14387" y="12079"/>
                  </a:lnTo>
                  <a:lnTo>
                    <a:pt x="13160" y="11404"/>
                  </a:lnTo>
                  <a:lnTo>
                    <a:pt x="9137" y="11901"/>
                  </a:lnTo>
                  <a:lnTo>
                    <a:pt x="9129" y="12499"/>
                  </a:lnTo>
                  <a:lnTo>
                    <a:pt x="6968" y="13128"/>
                  </a:lnTo>
                  <a:lnTo>
                    <a:pt x="4687" y="12173"/>
                  </a:lnTo>
                  <a:lnTo>
                    <a:pt x="2023" y="9867"/>
                  </a:lnTo>
                  <a:lnTo>
                    <a:pt x="3531" y="8862"/>
                  </a:lnTo>
                  <a:lnTo>
                    <a:pt x="3478" y="7878"/>
                  </a:lnTo>
                  <a:lnTo>
                    <a:pt x="1881" y="6371"/>
                  </a:lnTo>
                  <a:lnTo>
                    <a:pt x="0" y="216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h2659"/>
            <p:cNvSpPr/>
            <p:nvPr/>
          </p:nvSpPr>
          <p:spPr>
            <a:xfrm>
              <a:off x="3881827" y="2796738"/>
              <a:ext cx="17950" cy="15884"/>
            </a:xfrm>
            <a:custGeom>
              <a:avLst/>
              <a:pathLst>
                <a:path w="17950" h="15884">
                  <a:moveTo>
                    <a:pt x="13948" y="620"/>
                  </a:moveTo>
                  <a:lnTo>
                    <a:pt x="12852" y="1873"/>
                  </a:lnTo>
                  <a:lnTo>
                    <a:pt x="12808" y="4378"/>
                  </a:lnTo>
                  <a:lnTo>
                    <a:pt x="17950" y="9010"/>
                  </a:lnTo>
                  <a:lnTo>
                    <a:pt x="17809" y="9933"/>
                  </a:lnTo>
                  <a:lnTo>
                    <a:pt x="15601" y="11642"/>
                  </a:lnTo>
                  <a:lnTo>
                    <a:pt x="10927" y="14385"/>
                  </a:lnTo>
                  <a:lnTo>
                    <a:pt x="8457" y="13598"/>
                  </a:lnTo>
                  <a:lnTo>
                    <a:pt x="6274" y="14045"/>
                  </a:lnTo>
                  <a:lnTo>
                    <a:pt x="4066" y="15884"/>
                  </a:lnTo>
                  <a:lnTo>
                    <a:pt x="3438" y="13758"/>
                  </a:lnTo>
                  <a:lnTo>
                    <a:pt x="5353" y="10889"/>
                  </a:lnTo>
                  <a:lnTo>
                    <a:pt x="2995" y="7338"/>
                  </a:lnTo>
                  <a:lnTo>
                    <a:pt x="0" y="5705"/>
                  </a:lnTo>
                  <a:lnTo>
                    <a:pt x="1306" y="6044"/>
                  </a:lnTo>
                  <a:lnTo>
                    <a:pt x="2955" y="5224"/>
                  </a:lnTo>
                  <a:lnTo>
                    <a:pt x="5125" y="3418"/>
                  </a:lnTo>
                  <a:lnTo>
                    <a:pt x="5171" y="1406"/>
                  </a:lnTo>
                  <a:lnTo>
                    <a:pt x="8352" y="1722"/>
                  </a:lnTo>
                  <a:lnTo>
                    <a:pt x="9915" y="2625"/>
                  </a:lnTo>
                  <a:lnTo>
                    <a:pt x="1313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h2660"/>
            <p:cNvSpPr/>
            <p:nvPr/>
          </p:nvSpPr>
          <p:spPr>
            <a:xfrm>
              <a:off x="4042345" y="2784718"/>
              <a:ext cx="54533" cy="71754"/>
            </a:xfrm>
            <a:custGeom>
              <a:avLst/>
              <a:pathLst>
                <a:path w="54533" h="71754">
                  <a:moveTo>
                    <a:pt x="53346" y="1499"/>
                  </a:moveTo>
                  <a:lnTo>
                    <a:pt x="54533" y="7941"/>
                  </a:lnTo>
                  <a:lnTo>
                    <a:pt x="37804" y="45310"/>
                  </a:lnTo>
                  <a:lnTo>
                    <a:pt x="16311" y="71754"/>
                  </a:lnTo>
                  <a:lnTo>
                    <a:pt x="14918" y="71728"/>
                  </a:lnTo>
                  <a:lnTo>
                    <a:pt x="14972" y="66027"/>
                  </a:lnTo>
                  <a:lnTo>
                    <a:pt x="6417" y="65942"/>
                  </a:lnTo>
                  <a:lnTo>
                    <a:pt x="5826" y="65036"/>
                  </a:lnTo>
                  <a:lnTo>
                    <a:pt x="6091" y="64376"/>
                  </a:lnTo>
                  <a:lnTo>
                    <a:pt x="10681" y="64602"/>
                  </a:lnTo>
                  <a:lnTo>
                    <a:pt x="9777" y="56687"/>
                  </a:lnTo>
                  <a:lnTo>
                    <a:pt x="6084" y="52901"/>
                  </a:lnTo>
                  <a:lnTo>
                    <a:pt x="3552" y="48264"/>
                  </a:lnTo>
                  <a:lnTo>
                    <a:pt x="2825" y="42076"/>
                  </a:lnTo>
                  <a:lnTo>
                    <a:pt x="212" y="41165"/>
                  </a:lnTo>
                  <a:lnTo>
                    <a:pt x="0" y="40483"/>
                  </a:lnTo>
                  <a:lnTo>
                    <a:pt x="1514" y="38576"/>
                  </a:lnTo>
                  <a:lnTo>
                    <a:pt x="7250" y="38165"/>
                  </a:lnTo>
                  <a:lnTo>
                    <a:pt x="5325" y="36553"/>
                  </a:lnTo>
                  <a:lnTo>
                    <a:pt x="2350" y="36063"/>
                  </a:lnTo>
                  <a:lnTo>
                    <a:pt x="4973" y="30339"/>
                  </a:lnTo>
                  <a:lnTo>
                    <a:pt x="10309" y="27363"/>
                  </a:lnTo>
                  <a:lnTo>
                    <a:pt x="10596" y="26305"/>
                  </a:lnTo>
                  <a:lnTo>
                    <a:pt x="9109" y="22751"/>
                  </a:lnTo>
                  <a:lnTo>
                    <a:pt x="12029" y="23408"/>
                  </a:lnTo>
                  <a:lnTo>
                    <a:pt x="12537" y="19030"/>
                  </a:lnTo>
                  <a:lnTo>
                    <a:pt x="16520" y="17673"/>
                  </a:lnTo>
                  <a:lnTo>
                    <a:pt x="18618" y="14861"/>
                  </a:lnTo>
                  <a:lnTo>
                    <a:pt x="23706" y="14025"/>
                  </a:lnTo>
                  <a:lnTo>
                    <a:pt x="24262" y="6933"/>
                  </a:lnTo>
                  <a:lnTo>
                    <a:pt x="23456" y="3680"/>
                  </a:lnTo>
                  <a:lnTo>
                    <a:pt x="29677" y="5866"/>
                  </a:lnTo>
                  <a:lnTo>
                    <a:pt x="32930" y="5537"/>
                  </a:lnTo>
                  <a:lnTo>
                    <a:pt x="32382" y="3564"/>
                  </a:lnTo>
                  <a:lnTo>
                    <a:pt x="40377" y="3422"/>
                  </a:lnTo>
                  <a:lnTo>
                    <a:pt x="40827" y="4836"/>
                  </a:lnTo>
                  <a:lnTo>
                    <a:pt x="43335" y="4779"/>
                  </a:lnTo>
                  <a:lnTo>
                    <a:pt x="43241" y="103"/>
                  </a:lnTo>
                  <a:lnTo>
                    <a:pt x="4795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h2661"/>
            <p:cNvSpPr/>
            <p:nvPr/>
          </p:nvSpPr>
          <p:spPr>
            <a:xfrm>
              <a:off x="3814915" y="2811322"/>
              <a:ext cx="28112" cy="32859"/>
            </a:xfrm>
            <a:custGeom>
              <a:avLst/>
              <a:pathLst>
                <a:path w="28112" h="32859">
                  <a:moveTo>
                    <a:pt x="15348" y="260"/>
                  </a:moveTo>
                  <a:lnTo>
                    <a:pt x="15514" y="2587"/>
                  </a:lnTo>
                  <a:lnTo>
                    <a:pt x="19937" y="5665"/>
                  </a:lnTo>
                  <a:lnTo>
                    <a:pt x="22661" y="6078"/>
                  </a:lnTo>
                  <a:lnTo>
                    <a:pt x="27868" y="13824"/>
                  </a:lnTo>
                  <a:lnTo>
                    <a:pt x="28112" y="14826"/>
                  </a:lnTo>
                  <a:lnTo>
                    <a:pt x="24290" y="20534"/>
                  </a:lnTo>
                  <a:lnTo>
                    <a:pt x="24705" y="28736"/>
                  </a:lnTo>
                  <a:lnTo>
                    <a:pt x="22422" y="32859"/>
                  </a:lnTo>
                  <a:lnTo>
                    <a:pt x="20204" y="32797"/>
                  </a:lnTo>
                  <a:lnTo>
                    <a:pt x="18136" y="29184"/>
                  </a:lnTo>
                  <a:lnTo>
                    <a:pt x="18767" y="26269"/>
                  </a:lnTo>
                  <a:lnTo>
                    <a:pt x="19920" y="26445"/>
                  </a:lnTo>
                  <a:lnTo>
                    <a:pt x="19986" y="25588"/>
                  </a:lnTo>
                  <a:lnTo>
                    <a:pt x="17218" y="24898"/>
                  </a:lnTo>
                  <a:lnTo>
                    <a:pt x="11639" y="26088"/>
                  </a:lnTo>
                  <a:lnTo>
                    <a:pt x="4919" y="23783"/>
                  </a:lnTo>
                  <a:lnTo>
                    <a:pt x="4504" y="20406"/>
                  </a:lnTo>
                  <a:lnTo>
                    <a:pt x="1853" y="20728"/>
                  </a:lnTo>
                  <a:lnTo>
                    <a:pt x="0" y="19707"/>
                  </a:lnTo>
                  <a:lnTo>
                    <a:pt x="96" y="13069"/>
                  </a:lnTo>
                  <a:lnTo>
                    <a:pt x="7412" y="12715"/>
                  </a:lnTo>
                  <a:lnTo>
                    <a:pt x="8643" y="8782"/>
                  </a:lnTo>
                  <a:lnTo>
                    <a:pt x="7596" y="7644"/>
                  </a:lnTo>
                  <a:lnTo>
                    <a:pt x="8433" y="4657"/>
                  </a:lnTo>
                  <a:lnTo>
                    <a:pt x="7390" y="3294"/>
                  </a:lnTo>
                  <a:lnTo>
                    <a:pt x="931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h2662"/>
            <p:cNvSpPr/>
            <p:nvPr/>
          </p:nvSpPr>
          <p:spPr>
            <a:xfrm>
              <a:off x="3897898" y="2752469"/>
              <a:ext cx="11448" cy="21852"/>
            </a:xfrm>
            <a:custGeom>
              <a:avLst/>
              <a:pathLst>
                <a:path w="11448" h="21852">
                  <a:moveTo>
                    <a:pt x="10856" y="3100"/>
                  </a:moveTo>
                  <a:lnTo>
                    <a:pt x="9323" y="3285"/>
                  </a:lnTo>
                  <a:lnTo>
                    <a:pt x="8119" y="7397"/>
                  </a:lnTo>
                  <a:lnTo>
                    <a:pt x="10401" y="7444"/>
                  </a:lnTo>
                  <a:lnTo>
                    <a:pt x="11448" y="19692"/>
                  </a:lnTo>
                  <a:lnTo>
                    <a:pt x="3936" y="21852"/>
                  </a:lnTo>
                  <a:lnTo>
                    <a:pt x="2826" y="17384"/>
                  </a:lnTo>
                  <a:lnTo>
                    <a:pt x="0" y="10139"/>
                  </a:lnTo>
                  <a:lnTo>
                    <a:pt x="324" y="2633"/>
                  </a:lnTo>
                  <a:lnTo>
                    <a:pt x="6647" y="1590"/>
                  </a:lnTo>
                  <a:lnTo>
                    <a:pt x="1113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h2663"/>
            <p:cNvSpPr/>
            <p:nvPr/>
          </p:nvSpPr>
          <p:spPr>
            <a:xfrm>
              <a:off x="3860268" y="2792691"/>
              <a:ext cx="13257" cy="9119"/>
            </a:xfrm>
            <a:custGeom>
              <a:avLst/>
              <a:pathLst>
                <a:path w="13257" h="9119">
                  <a:moveTo>
                    <a:pt x="7563" y="0"/>
                  </a:moveTo>
                  <a:lnTo>
                    <a:pt x="9234" y="137"/>
                  </a:lnTo>
                  <a:lnTo>
                    <a:pt x="13257" y="2362"/>
                  </a:lnTo>
                  <a:lnTo>
                    <a:pt x="13225" y="4871"/>
                  </a:lnTo>
                  <a:lnTo>
                    <a:pt x="12096" y="6932"/>
                  </a:lnTo>
                  <a:lnTo>
                    <a:pt x="6521" y="6677"/>
                  </a:lnTo>
                  <a:lnTo>
                    <a:pt x="4043" y="9119"/>
                  </a:lnTo>
                  <a:lnTo>
                    <a:pt x="0" y="7382"/>
                  </a:lnTo>
                  <a:lnTo>
                    <a:pt x="717" y="5705"/>
                  </a:lnTo>
                  <a:lnTo>
                    <a:pt x="6786" y="71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h2664"/>
            <p:cNvSpPr/>
            <p:nvPr/>
          </p:nvSpPr>
          <p:spPr>
            <a:xfrm>
              <a:off x="3897008" y="2820092"/>
              <a:ext cx="22836" cy="14185"/>
            </a:xfrm>
            <a:custGeom>
              <a:avLst/>
              <a:pathLst>
                <a:path w="22836" h="14185">
                  <a:moveTo>
                    <a:pt x="17493" y="1726"/>
                  </a:moveTo>
                  <a:lnTo>
                    <a:pt x="17527" y="3485"/>
                  </a:lnTo>
                  <a:lnTo>
                    <a:pt x="16713" y="6179"/>
                  </a:lnTo>
                  <a:lnTo>
                    <a:pt x="18676" y="6719"/>
                  </a:lnTo>
                  <a:lnTo>
                    <a:pt x="22836" y="13510"/>
                  </a:lnTo>
                  <a:lnTo>
                    <a:pt x="22589" y="14185"/>
                  </a:lnTo>
                  <a:lnTo>
                    <a:pt x="18959" y="14014"/>
                  </a:lnTo>
                  <a:lnTo>
                    <a:pt x="17550" y="11822"/>
                  </a:lnTo>
                  <a:lnTo>
                    <a:pt x="9357" y="10809"/>
                  </a:lnTo>
                  <a:lnTo>
                    <a:pt x="9205" y="8797"/>
                  </a:lnTo>
                  <a:lnTo>
                    <a:pt x="8282" y="7997"/>
                  </a:lnTo>
                  <a:lnTo>
                    <a:pt x="6927" y="8423"/>
                  </a:lnTo>
                  <a:lnTo>
                    <a:pt x="4483" y="7507"/>
                  </a:lnTo>
                  <a:lnTo>
                    <a:pt x="2027" y="4325"/>
                  </a:lnTo>
                  <a:lnTo>
                    <a:pt x="0" y="3433"/>
                  </a:lnTo>
                  <a:lnTo>
                    <a:pt x="1648" y="1685"/>
                  </a:lnTo>
                  <a:lnTo>
                    <a:pt x="4321" y="820"/>
                  </a:lnTo>
                  <a:lnTo>
                    <a:pt x="9759" y="966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h2665"/>
            <p:cNvSpPr/>
            <p:nvPr/>
          </p:nvSpPr>
          <p:spPr>
            <a:xfrm>
              <a:off x="3940702" y="2791276"/>
              <a:ext cx="24429" cy="37272"/>
            </a:xfrm>
            <a:custGeom>
              <a:avLst/>
              <a:pathLst>
                <a:path w="24429" h="37272">
                  <a:moveTo>
                    <a:pt x="17172" y="1855"/>
                  </a:moveTo>
                  <a:lnTo>
                    <a:pt x="17565" y="6663"/>
                  </a:lnTo>
                  <a:lnTo>
                    <a:pt x="22872" y="6768"/>
                  </a:lnTo>
                  <a:lnTo>
                    <a:pt x="23705" y="15836"/>
                  </a:lnTo>
                  <a:lnTo>
                    <a:pt x="24429" y="27029"/>
                  </a:lnTo>
                  <a:lnTo>
                    <a:pt x="22508" y="32222"/>
                  </a:lnTo>
                  <a:lnTo>
                    <a:pt x="22119" y="35732"/>
                  </a:lnTo>
                  <a:lnTo>
                    <a:pt x="21667" y="37263"/>
                  </a:lnTo>
                  <a:lnTo>
                    <a:pt x="19533" y="37272"/>
                  </a:lnTo>
                  <a:lnTo>
                    <a:pt x="16527" y="35289"/>
                  </a:lnTo>
                  <a:lnTo>
                    <a:pt x="14235" y="37001"/>
                  </a:lnTo>
                  <a:lnTo>
                    <a:pt x="14054" y="34442"/>
                  </a:lnTo>
                  <a:lnTo>
                    <a:pt x="9330" y="34102"/>
                  </a:lnTo>
                  <a:lnTo>
                    <a:pt x="8918" y="30763"/>
                  </a:lnTo>
                  <a:lnTo>
                    <a:pt x="4598" y="30728"/>
                  </a:lnTo>
                  <a:lnTo>
                    <a:pt x="4408" y="33486"/>
                  </a:lnTo>
                  <a:lnTo>
                    <a:pt x="1243" y="33125"/>
                  </a:lnTo>
                  <a:lnTo>
                    <a:pt x="1140" y="28633"/>
                  </a:lnTo>
                  <a:lnTo>
                    <a:pt x="2122" y="26921"/>
                  </a:lnTo>
                  <a:lnTo>
                    <a:pt x="3677" y="25619"/>
                  </a:lnTo>
                  <a:lnTo>
                    <a:pt x="4351" y="22840"/>
                  </a:lnTo>
                  <a:lnTo>
                    <a:pt x="3027" y="19612"/>
                  </a:lnTo>
                  <a:lnTo>
                    <a:pt x="0" y="19008"/>
                  </a:lnTo>
                  <a:lnTo>
                    <a:pt x="689" y="13633"/>
                  </a:lnTo>
                  <a:lnTo>
                    <a:pt x="3208" y="13710"/>
                  </a:lnTo>
                  <a:lnTo>
                    <a:pt x="5046" y="11463"/>
                  </a:lnTo>
                  <a:lnTo>
                    <a:pt x="5234" y="9974"/>
                  </a:lnTo>
                  <a:lnTo>
                    <a:pt x="8983" y="10026"/>
                  </a:lnTo>
                  <a:lnTo>
                    <a:pt x="10460" y="8982"/>
                  </a:lnTo>
                  <a:lnTo>
                    <a:pt x="12172" y="6390"/>
                  </a:lnTo>
                  <a:lnTo>
                    <a:pt x="12234" y="5093"/>
                  </a:lnTo>
                  <a:lnTo>
                    <a:pt x="15526" y="2250"/>
                  </a:lnTo>
                  <a:lnTo>
                    <a:pt x="1571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h2666"/>
            <p:cNvSpPr/>
            <p:nvPr/>
          </p:nvSpPr>
          <p:spPr>
            <a:xfrm>
              <a:off x="3855985" y="2803516"/>
              <a:ext cx="16232" cy="12520"/>
            </a:xfrm>
            <a:custGeom>
              <a:avLst/>
              <a:pathLst>
                <a:path w="16232" h="12520">
                  <a:moveTo>
                    <a:pt x="7637" y="1359"/>
                  </a:moveTo>
                  <a:lnTo>
                    <a:pt x="11775" y="560"/>
                  </a:lnTo>
                  <a:lnTo>
                    <a:pt x="13777" y="977"/>
                  </a:lnTo>
                  <a:lnTo>
                    <a:pt x="14062" y="5658"/>
                  </a:lnTo>
                  <a:lnTo>
                    <a:pt x="15818" y="7434"/>
                  </a:lnTo>
                  <a:lnTo>
                    <a:pt x="16232" y="9485"/>
                  </a:lnTo>
                  <a:lnTo>
                    <a:pt x="13264" y="9466"/>
                  </a:lnTo>
                  <a:lnTo>
                    <a:pt x="13338" y="10147"/>
                  </a:lnTo>
                  <a:lnTo>
                    <a:pt x="10900" y="12474"/>
                  </a:lnTo>
                  <a:lnTo>
                    <a:pt x="7633" y="12520"/>
                  </a:lnTo>
                  <a:lnTo>
                    <a:pt x="4059" y="6155"/>
                  </a:lnTo>
                  <a:lnTo>
                    <a:pt x="0" y="7209"/>
                  </a:lnTo>
                  <a:lnTo>
                    <a:pt x="448" y="4482"/>
                  </a:lnTo>
                  <a:lnTo>
                    <a:pt x="4197" y="4028"/>
                  </a:lnTo>
                  <a:lnTo>
                    <a:pt x="4825" y="5347"/>
                  </a:lnTo>
                  <a:lnTo>
                    <a:pt x="6697" y="6666"/>
                  </a:lnTo>
                  <a:lnTo>
                    <a:pt x="6999" y="6654"/>
                  </a:lnTo>
                  <a:lnTo>
                    <a:pt x="6997" y="6906"/>
                  </a:lnTo>
                  <a:lnTo>
                    <a:pt x="7566" y="7950"/>
                  </a:lnTo>
                  <a:lnTo>
                    <a:pt x="10173" y="7480"/>
                  </a:lnTo>
                  <a:lnTo>
                    <a:pt x="10884" y="6083"/>
                  </a:lnTo>
                  <a:lnTo>
                    <a:pt x="4860" y="5052"/>
                  </a:lnTo>
                  <a:lnTo>
                    <a:pt x="542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h2667"/>
            <p:cNvSpPr/>
            <p:nvPr/>
          </p:nvSpPr>
          <p:spPr>
            <a:xfrm>
              <a:off x="3986830" y="2839677"/>
              <a:ext cx="33051" cy="34862"/>
            </a:xfrm>
            <a:custGeom>
              <a:avLst/>
              <a:pathLst>
                <a:path w="33051" h="34862">
                  <a:moveTo>
                    <a:pt x="33051" y="6443"/>
                  </a:moveTo>
                  <a:lnTo>
                    <a:pt x="31944" y="8677"/>
                  </a:lnTo>
                  <a:lnTo>
                    <a:pt x="28833" y="8334"/>
                  </a:lnTo>
                  <a:lnTo>
                    <a:pt x="22569" y="9287"/>
                  </a:lnTo>
                  <a:lnTo>
                    <a:pt x="22968" y="11531"/>
                  </a:lnTo>
                  <a:lnTo>
                    <a:pt x="24238" y="11681"/>
                  </a:lnTo>
                  <a:lnTo>
                    <a:pt x="22858" y="17349"/>
                  </a:lnTo>
                  <a:lnTo>
                    <a:pt x="20715" y="19534"/>
                  </a:lnTo>
                  <a:lnTo>
                    <a:pt x="18596" y="19541"/>
                  </a:lnTo>
                  <a:lnTo>
                    <a:pt x="18035" y="20223"/>
                  </a:lnTo>
                  <a:lnTo>
                    <a:pt x="17934" y="30126"/>
                  </a:lnTo>
                  <a:lnTo>
                    <a:pt x="15847" y="34862"/>
                  </a:lnTo>
                  <a:lnTo>
                    <a:pt x="12274" y="32264"/>
                  </a:lnTo>
                  <a:lnTo>
                    <a:pt x="9739" y="31516"/>
                  </a:lnTo>
                  <a:lnTo>
                    <a:pt x="1182" y="30706"/>
                  </a:lnTo>
                  <a:lnTo>
                    <a:pt x="0" y="32311"/>
                  </a:lnTo>
                  <a:lnTo>
                    <a:pt x="553" y="23741"/>
                  </a:lnTo>
                  <a:lnTo>
                    <a:pt x="5919" y="20035"/>
                  </a:lnTo>
                  <a:lnTo>
                    <a:pt x="7511" y="16131"/>
                  </a:lnTo>
                  <a:lnTo>
                    <a:pt x="9075" y="14397"/>
                  </a:lnTo>
                  <a:lnTo>
                    <a:pt x="11346" y="14493"/>
                  </a:lnTo>
                  <a:lnTo>
                    <a:pt x="14480" y="14162"/>
                  </a:lnTo>
                  <a:lnTo>
                    <a:pt x="18680" y="11879"/>
                  </a:lnTo>
                  <a:lnTo>
                    <a:pt x="18537" y="9330"/>
                  </a:lnTo>
                  <a:lnTo>
                    <a:pt x="20568" y="6245"/>
                  </a:lnTo>
                  <a:lnTo>
                    <a:pt x="22383" y="4728"/>
                  </a:lnTo>
                  <a:lnTo>
                    <a:pt x="26902" y="4309"/>
                  </a:lnTo>
                  <a:lnTo>
                    <a:pt x="29099" y="407"/>
                  </a:lnTo>
                  <a:lnTo>
                    <a:pt x="3219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h2668"/>
            <p:cNvSpPr/>
            <p:nvPr/>
          </p:nvSpPr>
          <p:spPr>
            <a:xfrm>
              <a:off x="3851867" y="2820581"/>
              <a:ext cx="13347" cy="36817"/>
            </a:xfrm>
            <a:custGeom>
              <a:avLst/>
              <a:pathLst>
                <a:path w="13347" h="36817">
                  <a:moveTo>
                    <a:pt x="9249" y="521"/>
                  </a:moveTo>
                  <a:lnTo>
                    <a:pt x="11312" y="2953"/>
                  </a:lnTo>
                  <a:lnTo>
                    <a:pt x="10902" y="7395"/>
                  </a:lnTo>
                  <a:lnTo>
                    <a:pt x="13347" y="12236"/>
                  </a:lnTo>
                  <a:lnTo>
                    <a:pt x="13296" y="12982"/>
                  </a:lnTo>
                  <a:lnTo>
                    <a:pt x="11173" y="13620"/>
                  </a:lnTo>
                  <a:lnTo>
                    <a:pt x="10281" y="14454"/>
                  </a:lnTo>
                  <a:lnTo>
                    <a:pt x="10827" y="17159"/>
                  </a:lnTo>
                  <a:lnTo>
                    <a:pt x="4493" y="16234"/>
                  </a:lnTo>
                  <a:lnTo>
                    <a:pt x="4298" y="14628"/>
                  </a:lnTo>
                  <a:lnTo>
                    <a:pt x="3237" y="14423"/>
                  </a:lnTo>
                  <a:lnTo>
                    <a:pt x="2055" y="16155"/>
                  </a:lnTo>
                  <a:lnTo>
                    <a:pt x="2881" y="18587"/>
                  </a:lnTo>
                  <a:lnTo>
                    <a:pt x="5065" y="21448"/>
                  </a:lnTo>
                  <a:lnTo>
                    <a:pt x="9519" y="24421"/>
                  </a:lnTo>
                  <a:lnTo>
                    <a:pt x="10035" y="26781"/>
                  </a:lnTo>
                  <a:lnTo>
                    <a:pt x="9347" y="33213"/>
                  </a:lnTo>
                  <a:lnTo>
                    <a:pt x="10169" y="36817"/>
                  </a:lnTo>
                  <a:lnTo>
                    <a:pt x="9213" y="34893"/>
                  </a:lnTo>
                  <a:lnTo>
                    <a:pt x="993" y="20977"/>
                  </a:lnTo>
                  <a:lnTo>
                    <a:pt x="2190" y="19195"/>
                  </a:lnTo>
                  <a:lnTo>
                    <a:pt x="1911" y="18934"/>
                  </a:lnTo>
                  <a:lnTo>
                    <a:pt x="1693" y="18970"/>
                  </a:lnTo>
                  <a:lnTo>
                    <a:pt x="962" y="18753"/>
                  </a:lnTo>
                  <a:lnTo>
                    <a:pt x="3071" y="13042"/>
                  </a:lnTo>
                  <a:lnTo>
                    <a:pt x="32" y="9118"/>
                  </a:lnTo>
                  <a:lnTo>
                    <a:pt x="0" y="6524"/>
                  </a:lnTo>
                  <a:lnTo>
                    <a:pt x="5775" y="6183"/>
                  </a:lnTo>
                  <a:lnTo>
                    <a:pt x="4936" y="4490"/>
                  </a:lnTo>
                  <a:lnTo>
                    <a:pt x="706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h2669"/>
            <p:cNvSpPr/>
            <p:nvPr/>
          </p:nvSpPr>
          <p:spPr>
            <a:xfrm>
              <a:off x="3906215" y="2783565"/>
              <a:ext cx="16197" cy="17830"/>
            </a:xfrm>
            <a:custGeom>
              <a:avLst/>
              <a:pathLst>
                <a:path w="16197" h="17830">
                  <a:moveTo>
                    <a:pt x="10006" y="675"/>
                  </a:moveTo>
                  <a:lnTo>
                    <a:pt x="10023" y="2308"/>
                  </a:lnTo>
                  <a:lnTo>
                    <a:pt x="10714" y="2320"/>
                  </a:lnTo>
                  <a:lnTo>
                    <a:pt x="10778" y="3116"/>
                  </a:lnTo>
                  <a:lnTo>
                    <a:pt x="8043" y="8027"/>
                  </a:lnTo>
                  <a:lnTo>
                    <a:pt x="8170" y="11481"/>
                  </a:lnTo>
                  <a:lnTo>
                    <a:pt x="10053" y="14798"/>
                  </a:lnTo>
                  <a:lnTo>
                    <a:pt x="12561" y="14712"/>
                  </a:lnTo>
                  <a:lnTo>
                    <a:pt x="15810" y="15913"/>
                  </a:lnTo>
                  <a:lnTo>
                    <a:pt x="16197" y="17830"/>
                  </a:lnTo>
                  <a:lnTo>
                    <a:pt x="11991" y="17077"/>
                  </a:lnTo>
                  <a:lnTo>
                    <a:pt x="10394" y="17673"/>
                  </a:lnTo>
                  <a:lnTo>
                    <a:pt x="9088" y="17256"/>
                  </a:lnTo>
                  <a:lnTo>
                    <a:pt x="5837" y="12996"/>
                  </a:lnTo>
                  <a:lnTo>
                    <a:pt x="2414" y="11863"/>
                  </a:lnTo>
                  <a:lnTo>
                    <a:pt x="2225" y="10112"/>
                  </a:lnTo>
                  <a:lnTo>
                    <a:pt x="1546" y="3593"/>
                  </a:lnTo>
                  <a:lnTo>
                    <a:pt x="0" y="2622"/>
                  </a:lnTo>
                  <a:lnTo>
                    <a:pt x="306" y="769"/>
                  </a:lnTo>
                  <a:lnTo>
                    <a:pt x="2587" y="1724"/>
                  </a:lnTo>
                  <a:lnTo>
                    <a:pt x="4748" y="1095"/>
                  </a:lnTo>
                  <a:lnTo>
                    <a:pt x="4756" y="497"/>
                  </a:lnTo>
                  <a:lnTo>
                    <a:pt x="877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h2670"/>
            <p:cNvSpPr/>
            <p:nvPr/>
          </p:nvSpPr>
          <p:spPr>
            <a:xfrm>
              <a:off x="3770734" y="2806469"/>
              <a:ext cx="44033" cy="19465"/>
            </a:xfrm>
            <a:custGeom>
              <a:avLst/>
              <a:pathLst>
                <a:path w="44033" h="19465">
                  <a:moveTo>
                    <a:pt x="36909" y="2477"/>
                  </a:moveTo>
                  <a:lnTo>
                    <a:pt x="36672" y="4969"/>
                  </a:lnTo>
                  <a:lnTo>
                    <a:pt x="39620" y="5093"/>
                  </a:lnTo>
                  <a:lnTo>
                    <a:pt x="41492" y="3110"/>
                  </a:lnTo>
                  <a:lnTo>
                    <a:pt x="42390" y="3397"/>
                  </a:lnTo>
                  <a:lnTo>
                    <a:pt x="43837" y="4486"/>
                  </a:lnTo>
                  <a:lnTo>
                    <a:pt x="44033" y="7312"/>
                  </a:lnTo>
                  <a:lnTo>
                    <a:pt x="42152" y="10061"/>
                  </a:lnTo>
                  <a:lnTo>
                    <a:pt x="40617" y="12911"/>
                  </a:lnTo>
                  <a:lnTo>
                    <a:pt x="41201" y="11489"/>
                  </a:lnTo>
                  <a:lnTo>
                    <a:pt x="32679" y="10120"/>
                  </a:lnTo>
                  <a:lnTo>
                    <a:pt x="30042" y="11543"/>
                  </a:lnTo>
                  <a:lnTo>
                    <a:pt x="29671" y="12474"/>
                  </a:lnTo>
                  <a:lnTo>
                    <a:pt x="31973" y="12985"/>
                  </a:lnTo>
                  <a:lnTo>
                    <a:pt x="32372" y="15671"/>
                  </a:lnTo>
                  <a:lnTo>
                    <a:pt x="26949" y="19465"/>
                  </a:lnTo>
                  <a:lnTo>
                    <a:pt x="26036" y="19412"/>
                  </a:lnTo>
                  <a:lnTo>
                    <a:pt x="26502" y="14551"/>
                  </a:lnTo>
                  <a:lnTo>
                    <a:pt x="18385" y="16387"/>
                  </a:lnTo>
                  <a:lnTo>
                    <a:pt x="18412" y="18800"/>
                  </a:lnTo>
                  <a:lnTo>
                    <a:pt x="3789" y="18484"/>
                  </a:lnTo>
                  <a:lnTo>
                    <a:pt x="1477" y="18335"/>
                  </a:lnTo>
                  <a:lnTo>
                    <a:pt x="2789" y="15559"/>
                  </a:lnTo>
                  <a:lnTo>
                    <a:pt x="0" y="15384"/>
                  </a:lnTo>
                  <a:lnTo>
                    <a:pt x="2704" y="10223"/>
                  </a:lnTo>
                  <a:lnTo>
                    <a:pt x="6840" y="7184"/>
                  </a:lnTo>
                  <a:lnTo>
                    <a:pt x="14533" y="6923"/>
                  </a:lnTo>
                  <a:lnTo>
                    <a:pt x="15461" y="3674"/>
                  </a:lnTo>
                  <a:lnTo>
                    <a:pt x="18777" y="3517"/>
                  </a:lnTo>
                  <a:lnTo>
                    <a:pt x="19176" y="5331"/>
                  </a:lnTo>
                  <a:lnTo>
                    <a:pt x="22891" y="4531"/>
                  </a:lnTo>
                  <a:lnTo>
                    <a:pt x="23853" y="3929"/>
                  </a:lnTo>
                  <a:lnTo>
                    <a:pt x="24508" y="623"/>
                  </a:lnTo>
                  <a:lnTo>
                    <a:pt x="2819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h2671"/>
            <p:cNvSpPr/>
            <p:nvPr/>
          </p:nvSpPr>
          <p:spPr>
            <a:xfrm>
              <a:off x="3818124" y="2888912"/>
              <a:ext cx="41670" cy="32166"/>
            </a:xfrm>
            <a:custGeom>
              <a:avLst/>
              <a:pathLst>
                <a:path w="41670" h="32166">
                  <a:moveTo>
                    <a:pt x="37412" y="5426"/>
                  </a:moveTo>
                  <a:lnTo>
                    <a:pt x="38412" y="10320"/>
                  </a:lnTo>
                  <a:lnTo>
                    <a:pt x="38122" y="12233"/>
                  </a:lnTo>
                  <a:lnTo>
                    <a:pt x="39201" y="15293"/>
                  </a:lnTo>
                  <a:lnTo>
                    <a:pt x="40309" y="16650"/>
                  </a:lnTo>
                  <a:lnTo>
                    <a:pt x="41670" y="16578"/>
                  </a:lnTo>
                  <a:lnTo>
                    <a:pt x="41576" y="17938"/>
                  </a:lnTo>
                  <a:lnTo>
                    <a:pt x="36398" y="28202"/>
                  </a:lnTo>
                  <a:lnTo>
                    <a:pt x="32048" y="26778"/>
                  </a:lnTo>
                  <a:lnTo>
                    <a:pt x="34194" y="22859"/>
                  </a:lnTo>
                  <a:lnTo>
                    <a:pt x="31208" y="21460"/>
                  </a:lnTo>
                  <a:lnTo>
                    <a:pt x="21054" y="26055"/>
                  </a:lnTo>
                  <a:lnTo>
                    <a:pt x="15922" y="32166"/>
                  </a:lnTo>
                  <a:lnTo>
                    <a:pt x="14504" y="28505"/>
                  </a:lnTo>
                  <a:lnTo>
                    <a:pt x="14140" y="23706"/>
                  </a:lnTo>
                  <a:lnTo>
                    <a:pt x="9004" y="23134"/>
                  </a:lnTo>
                  <a:lnTo>
                    <a:pt x="8883" y="17650"/>
                  </a:lnTo>
                  <a:lnTo>
                    <a:pt x="4547" y="17745"/>
                  </a:lnTo>
                  <a:lnTo>
                    <a:pt x="4553" y="16540"/>
                  </a:lnTo>
                  <a:lnTo>
                    <a:pt x="4569" y="13200"/>
                  </a:lnTo>
                  <a:lnTo>
                    <a:pt x="8816" y="12899"/>
                  </a:lnTo>
                  <a:lnTo>
                    <a:pt x="6" y="3427"/>
                  </a:lnTo>
                  <a:lnTo>
                    <a:pt x="0" y="2718"/>
                  </a:lnTo>
                  <a:lnTo>
                    <a:pt x="1977" y="2396"/>
                  </a:lnTo>
                  <a:lnTo>
                    <a:pt x="1228" y="4693"/>
                  </a:lnTo>
                  <a:lnTo>
                    <a:pt x="4061" y="4761"/>
                  </a:lnTo>
                  <a:lnTo>
                    <a:pt x="10259" y="5585"/>
                  </a:lnTo>
                  <a:lnTo>
                    <a:pt x="14221" y="3301"/>
                  </a:lnTo>
                  <a:lnTo>
                    <a:pt x="21632" y="3705"/>
                  </a:lnTo>
                  <a:lnTo>
                    <a:pt x="30190" y="0"/>
                  </a:lnTo>
                  <a:lnTo>
                    <a:pt x="3455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h2672"/>
            <p:cNvSpPr/>
            <p:nvPr/>
          </p:nvSpPr>
          <p:spPr>
            <a:xfrm>
              <a:off x="3914259" y="2780786"/>
              <a:ext cx="13723" cy="20610"/>
            </a:xfrm>
            <a:custGeom>
              <a:avLst/>
              <a:pathLst>
                <a:path w="13723" h="20610">
                  <a:moveTo>
                    <a:pt x="13723" y="5187"/>
                  </a:moveTo>
                  <a:lnTo>
                    <a:pt x="8980" y="8296"/>
                  </a:lnTo>
                  <a:lnTo>
                    <a:pt x="9794" y="11269"/>
                  </a:lnTo>
                  <a:lnTo>
                    <a:pt x="11775" y="11749"/>
                  </a:lnTo>
                  <a:lnTo>
                    <a:pt x="10108" y="16627"/>
                  </a:lnTo>
                  <a:lnTo>
                    <a:pt x="9986" y="20459"/>
                  </a:lnTo>
                  <a:lnTo>
                    <a:pt x="8153" y="20610"/>
                  </a:lnTo>
                  <a:lnTo>
                    <a:pt x="7766" y="18693"/>
                  </a:lnTo>
                  <a:lnTo>
                    <a:pt x="4517" y="17491"/>
                  </a:lnTo>
                  <a:lnTo>
                    <a:pt x="2010" y="17577"/>
                  </a:lnTo>
                  <a:lnTo>
                    <a:pt x="127" y="14260"/>
                  </a:lnTo>
                  <a:lnTo>
                    <a:pt x="0" y="10807"/>
                  </a:lnTo>
                  <a:lnTo>
                    <a:pt x="2734" y="5896"/>
                  </a:lnTo>
                  <a:lnTo>
                    <a:pt x="2670" y="5100"/>
                  </a:lnTo>
                  <a:lnTo>
                    <a:pt x="1980" y="5087"/>
                  </a:lnTo>
                  <a:lnTo>
                    <a:pt x="3929" y="5100"/>
                  </a:lnTo>
                  <a:lnTo>
                    <a:pt x="4483" y="3118"/>
                  </a:lnTo>
                  <a:lnTo>
                    <a:pt x="3749" y="1323"/>
                  </a:lnTo>
                  <a:lnTo>
                    <a:pt x="6618" y="472"/>
                  </a:lnTo>
                  <a:lnTo>
                    <a:pt x="6952" y="2082"/>
                  </a:lnTo>
                  <a:lnTo>
                    <a:pt x="7751" y="49"/>
                  </a:lnTo>
                  <a:lnTo>
                    <a:pt x="909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h2673"/>
            <p:cNvSpPr/>
            <p:nvPr/>
          </p:nvSpPr>
          <p:spPr>
            <a:xfrm>
              <a:off x="3877706" y="2756726"/>
              <a:ext cx="12300" cy="10059"/>
            </a:xfrm>
            <a:custGeom>
              <a:avLst/>
              <a:pathLst>
                <a:path w="12300" h="10059">
                  <a:moveTo>
                    <a:pt x="12206" y="4695"/>
                  </a:moveTo>
                  <a:lnTo>
                    <a:pt x="8199" y="6682"/>
                  </a:lnTo>
                  <a:lnTo>
                    <a:pt x="8225" y="8922"/>
                  </a:lnTo>
                  <a:lnTo>
                    <a:pt x="10529" y="9653"/>
                  </a:lnTo>
                  <a:lnTo>
                    <a:pt x="8231" y="10056"/>
                  </a:lnTo>
                  <a:lnTo>
                    <a:pt x="1497" y="10059"/>
                  </a:lnTo>
                  <a:lnTo>
                    <a:pt x="0" y="2438"/>
                  </a:lnTo>
                  <a:lnTo>
                    <a:pt x="566" y="2304"/>
                  </a:lnTo>
                  <a:lnTo>
                    <a:pt x="1230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h2674"/>
            <p:cNvSpPr/>
            <p:nvPr/>
          </p:nvSpPr>
          <p:spPr>
            <a:xfrm>
              <a:off x="3883505" y="2766380"/>
              <a:ext cx="9465" cy="14569"/>
            </a:xfrm>
            <a:custGeom>
              <a:avLst/>
              <a:pathLst>
                <a:path w="9465" h="14569">
                  <a:moveTo>
                    <a:pt x="4731" y="0"/>
                  </a:moveTo>
                  <a:lnTo>
                    <a:pt x="7168" y="529"/>
                  </a:lnTo>
                  <a:lnTo>
                    <a:pt x="5242" y="4263"/>
                  </a:lnTo>
                  <a:lnTo>
                    <a:pt x="5427" y="6139"/>
                  </a:lnTo>
                  <a:lnTo>
                    <a:pt x="7689" y="10821"/>
                  </a:lnTo>
                  <a:lnTo>
                    <a:pt x="9235" y="11639"/>
                  </a:lnTo>
                  <a:lnTo>
                    <a:pt x="9465" y="14569"/>
                  </a:lnTo>
                  <a:lnTo>
                    <a:pt x="433" y="14067"/>
                  </a:lnTo>
                  <a:lnTo>
                    <a:pt x="0" y="13074"/>
                  </a:lnTo>
                  <a:lnTo>
                    <a:pt x="2432" y="40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h2675"/>
            <p:cNvSpPr/>
            <p:nvPr/>
          </p:nvSpPr>
          <p:spPr>
            <a:xfrm>
              <a:off x="3878011" y="2848480"/>
              <a:ext cx="31013" cy="21711"/>
            </a:xfrm>
            <a:custGeom>
              <a:avLst/>
              <a:pathLst>
                <a:path w="31013" h="21711">
                  <a:moveTo>
                    <a:pt x="22172" y="726"/>
                  </a:moveTo>
                  <a:lnTo>
                    <a:pt x="24811" y="4736"/>
                  </a:lnTo>
                  <a:lnTo>
                    <a:pt x="29072" y="4406"/>
                  </a:lnTo>
                  <a:lnTo>
                    <a:pt x="31013" y="8020"/>
                  </a:lnTo>
                  <a:lnTo>
                    <a:pt x="29909" y="9151"/>
                  </a:lnTo>
                  <a:lnTo>
                    <a:pt x="30821" y="10815"/>
                  </a:lnTo>
                  <a:lnTo>
                    <a:pt x="27848" y="10551"/>
                  </a:lnTo>
                  <a:lnTo>
                    <a:pt x="26659" y="12748"/>
                  </a:lnTo>
                  <a:lnTo>
                    <a:pt x="27277" y="15000"/>
                  </a:lnTo>
                  <a:lnTo>
                    <a:pt x="26640" y="16503"/>
                  </a:lnTo>
                  <a:lnTo>
                    <a:pt x="21221" y="18320"/>
                  </a:lnTo>
                  <a:lnTo>
                    <a:pt x="21767" y="16672"/>
                  </a:lnTo>
                  <a:lnTo>
                    <a:pt x="13802" y="15753"/>
                  </a:lnTo>
                  <a:lnTo>
                    <a:pt x="12345" y="18252"/>
                  </a:lnTo>
                  <a:lnTo>
                    <a:pt x="11953" y="21711"/>
                  </a:lnTo>
                  <a:lnTo>
                    <a:pt x="9075" y="21673"/>
                  </a:lnTo>
                  <a:lnTo>
                    <a:pt x="7649" y="17909"/>
                  </a:lnTo>
                  <a:lnTo>
                    <a:pt x="2944" y="17937"/>
                  </a:lnTo>
                  <a:lnTo>
                    <a:pt x="858" y="14557"/>
                  </a:lnTo>
                  <a:lnTo>
                    <a:pt x="0" y="11412"/>
                  </a:lnTo>
                  <a:lnTo>
                    <a:pt x="355" y="9922"/>
                  </a:lnTo>
                  <a:lnTo>
                    <a:pt x="2547" y="8719"/>
                  </a:lnTo>
                  <a:lnTo>
                    <a:pt x="4824" y="5477"/>
                  </a:lnTo>
                  <a:lnTo>
                    <a:pt x="8687" y="5891"/>
                  </a:lnTo>
                  <a:lnTo>
                    <a:pt x="12281" y="2173"/>
                  </a:lnTo>
                  <a:lnTo>
                    <a:pt x="1196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h2676"/>
            <p:cNvSpPr/>
            <p:nvPr/>
          </p:nvSpPr>
          <p:spPr>
            <a:xfrm>
              <a:off x="4006439" y="2803478"/>
              <a:ext cx="52216" cy="70267"/>
            </a:xfrm>
            <a:custGeom>
              <a:avLst/>
              <a:pathLst>
                <a:path w="52216" h="70267">
                  <a:moveTo>
                    <a:pt x="45947" y="2251"/>
                  </a:moveTo>
                  <a:lnTo>
                    <a:pt x="45015" y="3991"/>
                  </a:lnTo>
                  <a:lnTo>
                    <a:pt x="46501" y="7545"/>
                  </a:lnTo>
                  <a:lnTo>
                    <a:pt x="46214" y="8603"/>
                  </a:lnTo>
                  <a:lnTo>
                    <a:pt x="40879" y="11579"/>
                  </a:lnTo>
                  <a:lnTo>
                    <a:pt x="38256" y="17303"/>
                  </a:lnTo>
                  <a:lnTo>
                    <a:pt x="41231" y="17793"/>
                  </a:lnTo>
                  <a:lnTo>
                    <a:pt x="43156" y="19405"/>
                  </a:lnTo>
                  <a:lnTo>
                    <a:pt x="37420" y="19816"/>
                  </a:lnTo>
                  <a:lnTo>
                    <a:pt x="35905" y="21723"/>
                  </a:lnTo>
                  <a:lnTo>
                    <a:pt x="36117" y="22405"/>
                  </a:lnTo>
                  <a:lnTo>
                    <a:pt x="38730" y="23316"/>
                  </a:lnTo>
                  <a:lnTo>
                    <a:pt x="39457" y="29504"/>
                  </a:lnTo>
                  <a:lnTo>
                    <a:pt x="41989" y="34141"/>
                  </a:lnTo>
                  <a:lnTo>
                    <a:pt x="45683" y="37927"/>
                  </a:lnTo>
                  <a:lnTo>
                    <a:pt x="46586" y="45842"/>
                  </a:lnTo>
                  <a:lnTo>
                    <a:pt x="41997" y="45617"/>
                  </a:lnTo>
                  <a:lnTo>
                    <a:pt x="41732" y="46276"/>
                  </a:lnTo>
                  <a:lnTo>
                    <a:pt x="42323" y="47182"/>
                  </a:lnTo>
                  <a:lnTo>
                    <a:pt x="50877" y="47267"/>
                  </a:lnTo>
                  <a:lnTo>
                    <a:pt x="50824" y="52968"/>
                  </a:lnTo>
                  <a:lnTo>
                    <a:pt x="52216" y="52994"/>
                  </a:lnTo>
                  <a:lnTo>
                    <a:pt x="49476" y="56358"/>
                  </a:lnTo>
                  <a:lnTo>
                    <a:pt x="46050" y="59676"/>
                  </a:lnTo>
                  <a:lnTo>
                    <a:pt x="46127" y="60469"/>
                  </a:lnTo>
                  <a:lnTo>
                    <a:pt x="38145" y="70267"/>
                  </a:lnTo>
                  <a:lnTo>
                    <a:pt x="36627" y="66939"/>
                  </a:lnTo>
                  <a:lnTo>
                    <a:pt x="36490" y="64546"/>
                  </a:lnTo>
                  <a:lnTo>
                    <a:pt x="31026" y="64291"/>
                  </a:lnTo>
                  <a:lnTo>
                    <a:pt x="28448" y="60085"/>
                  </a:lnTo>
                  <a:lnTo>
                    <a:pt x="27976" y="57468"/>
                  </a:lnTo>
                  <a:lnTo>
                    <a:pt x="28255" y="55728"/>
                  </a:lnTo>
                  <a:lnTo>
                    <a:pt x="29116" y="55848"/>
                  </a:lnTo>
                  <a:lnTo>
                    <a:pt x="29577" y="50469"/>
                  </a:lnTo>
                  <a:lnTo>
                    <a:pt x="24246" y="50375"/>
                  </a:lnTo>
                  <a:lnTo>
                    <a:pt x="22463" y="46725"/>
                  </a:lnTo>
                  <a:lnTo>
                    <a:pt x="23642" y="44406"/>
                  </a:lnTo>
                  <a:lnTo>
                    <a:pt x="19738" y="32283"/>
                  </a:lnTo>
                  <a:lnTo>
                    <a:pt x="13783" y="33291"/>
                  </a:lnTo>
                  <a:lnTo>
                    <a:pt x="12585" y="36199"/>
                  </a:lnTo>
                  <a:lnTo>
                    <a:pt x="9489" y="36607"/>
                  </a:lnTo>
                  <a:lnTo>
                    <a:pt x="6115" y="30190"/>
                  </a:lnTo>
                  <a:lnTo>
                    <a:pt x="4747" y="29795"/>
                  </a:lnTo>
                  <a:lnTo>
                    <a:pt x="4438" y="27082"/>
                  </a:lnTo>
                  <a:lnTo>
                    <a:pt x="5745" y="24737"/>
                  </a:lnTo>
                  <a:lnTo>
                    <a:pt x="1378" y="10439"/>
                  </a:lnTo>
                  <a:lnTo>
                    <a:pt x="10" y="9231"/>
                  </a:lnTo>
                  <a:lnTo>
                    <a:pt x="0" y="7479"/>
                  </a:lnTo>
                  <a:lnTo>
                    <a:pt x="5671" y="8422"/>
                  </a:lnTo>
                  <a:lnTo>
                    <a:pt x="6727" y="8475"/>
                  </a:lnTo>
                  <a:lnTo>
                    <a:pt x="9014" y="14057"/>
                  </a:lnTo>
                  <a:lnTo>
                    <a:pt x="10982" y="15938"/>
                  </a:lnTo>
                  <a:lnTo>
                    <a:pt x="12723" y="16092"/>
                  </a:lnTo>
                  <a:lnTo>
                    <a:pt x="25050" y="14334"/>
                  </a:lnTo>
                  <a:lnTo>
                    <a:pt x="28010" y="11686"/>
                  </a:lnTo>
                  <a:lnTo>
                    <a:pt x="30194" y="6679"/>
                  </a:lnTo>
                  <a:lnTo>
                    <a:pt x="33059" y="9106"/>
                  </a:lnTo>
                  <a:lnTo>
                    <a:pt x="37398" y="6948"/>
                  </a:lnTo>
                  <a:lnTo>
                    <a:pt x="37470" y="2017"/>
                  </a:lnTo>
                  <a:lnTo>
                    <a:pt x="38348" y="412"/>
                  </a:lnTo>
                  <a:lnTo>
                    <a:pt x="4270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h2677"/>
            <p:cNvSpPr/>
            <p:nvPr/>
          </p:nvSpPr>
          <p:spPr>
            <a:xfrm>
              <a:off x="3917129" y="2812077"/>
              <a:ext cx="37808" cy="28119"/>
            </a:xfrm>
            <a:custGeom>
              <a:avLst/>
              <a:pathLst>
                <a:path w="37808" h="28119">
                  <a:moveTo>
                    <a:pt x="19872" y="4170"/>
                  </a:moveTo>
                  <a:lnTo>
                    <a:pt x="20232" y="9000"/>
                  </a:lnTo>
                  <a:lnTo>
                    <a:pt x="25695" y="6120"/>
                  </a:lnTo>
                  <a:lnTo>
                    <a:pt x="24713" y="7832"/>
                  </a:lnTo>
                  <a:lnTo>
                    <a:pt x="24816" y="12325"/>
                  </a:lnTo>
                  <a:lnTo>
                    <a:pt x="27981" y="12685"/>
                  </a:lnTo>
                  <a:lnTo>
                    <a:pt x="28171" y="9927"/>
                  </a:lnTo>
                  <a:lnTo>
                    <a:pt x="32491" y="9962"/>
                  </a:lnTo>
                  <a:lnTo>
                    <a:pt x="32903" y="13301"/>
                  </a:lnTo>
                  <a:lnTo>
                    <a:pt x="37627" y="13641"/>
                  </a:lnTo>
                  <a:lnTo>
                    <a:pt x="37808" y="16200"/>
                  </a:lnTo>
                  <a:lnTo>
                    <a:pt x="34460" y="15296"/>
                  </a:lnTo>
                  <a:lnTo>
                    <a:pt x="34444" y="17913"/>
                  </a:lnTo>
                  <a:lnTo>
                    <a:pt x="28876" y="19532"/>
                  </a:lnTo>
                  <a:lnTo>
                    <a:pt x="26958" y="28119"/>
                  </a:lnTo>
                  <a:lnTo>
                    <a:pt x="25992" y="26478"/>
                  </a:lnTo>
                  <a:lnTo>
                    <a:pt x="24179" y="26023"/>
                  </a:lnTo>
                  <a:lnTo>
                    <a:pt x="22082" y="22403"/>
                  </a:lnTo>
                  <a:lnTo>
                    <a:pt x="22171" y="14951"/>
                  </a:lnTo>
                  <a:lnTo>
                    <a:pt x="13467" y="8825"/>
                  </a:lnTo>
                  <a:lnTo>
                    <a:pt x="12445" y="10291"/>
                  </a:lnTo>
                  <a:lnTo>
                    <a:pt x="8139" y="6705"/>
                  </a:lnTo>
                  <a:lnTo>
                    <a:pt x="0" y="5757"/>
                  </a:lnTo>
                  <a:lnTo>
                    <a:pt x="235" y="2603"/>
                  </a:lnTo>
                  <a:lnTo>
                    <a:pt x="4337" y="1184"/>
                  </a:lnTo>
                  <a:lnTo>
                    <a:pt x="1316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h2678"/>
            <p:cNvSpPr/>
            <p:nvPr/>
          </p:nvSpPr>
          <p:spPr>
            <a:xfrm>
              <a:off x="3903066" y="2832038"/>
              <a:ext cx="45053" cy="34362"/>
            </a:xfrm>
            <a:custGeom>
              <a:avLst/>
              <a:pathLst>
                <a:path w="45053" h="34362">
                  <a:moveTo>
                    <a:pt x="35105" y="1165"/>
                  </a:moveTo>
                  <a:lnTo>
                    <a:pt x="36144" y="2441"/>
                  </a:lnTo>
                  <a:lnTo>
                    <a:pt x="38241" y="6061"/>
                  </a:lnTo>
                  <a:lnTo>
                    <a:pt x="35743" y="11374"/>
                  </a:lnTo>
                  <a:lnTo>
                    <a:pt x="37358" y="11387"/>
                  </a:lnTo>
                  <a:lnTo>
                    <a:pt x="37887" y="10461"/>
                  </a:lnTo>
                  <a:lnTo>
                    <a:pt x="42514" y="10981"/>
                  </a:lnTo>
                  <a:lnTo>
                    <a:pt x="45053" y="16174"/>
                  </a:lnTo>
                  <a:lnTo>
                    <a:pt x="44786" y="17758"/>
                  </a:lnTo>
                  <a:lnTo>
                    <a:pt x="41763" y="18297"/>
                  </a:lnTo>
                  <a:lnTo>
                    <a:pt x="38213" y="22333"/>
                  </a:lnTo>
                  <a:lnTo>
                    <a:pt x="38338" y="28045"/>
                  </a:lnTo>
                  <a:lnTo>
                    <a:pt x="35543" y="25398"/>
                  </a:lnTo>
                  <a:lnTo>
                    <a:pt x="33053" y="25126"/>
                  </a:lnTo>
                  <a:lnTo>
                    <a:pt x="31554" y="28164"/>
                  </a:lnTo>
                  <a:lnTo>
                    <a:pt x="31397" y="32593"/>
                  </a:lnTo>
                  <a:lnTo>
                    <a:pt x="28584" y="32651"/>
                  </a:lnTo>
                  <a:lnTo>
                    <a:pt x="28126" y="30442"/>
                  </a:lnTo>
                  <a:lnTo>
                    <a:pt x="27500" y="33443"/>
                  </a:lnTo>
                  <a:lnTo>
                    <a:pt x="18628" y="34362"/>
                  </a:lnTo>
                  <a:lnTo>
                    <a:pt x="18720" y="31775"/>
                  </a:lnTo>
                  <a:lnTo>
                    <a:pt x="16496" y="32437"/>
                  </a:lnTo>
                  <a:lnTo>
                    <a:pt x="15691" y="33525"/>
                  </a:lnTo>
                  <a:lnTo>
                    <a:pt x="10863" y="32013"/>
                  </a:lnTo>
                  <a:lnTo>
                    <a:pt x="9079" y="29980"/>
                  </a:lnTo>
                  <a:lnTo>
                    <a:pt x="6326" y="27501"/>
                  </a:lnTo>
                  <a:lnTo>
                    <a:pt x="7130" y="23197"/>
                  </a:lnTo>
                  <a:lnTo>
                    <a:pt x="0" y="16587"/>
                  </a:lnTo>
                  <a:lnTo>
                    <a:pt x="3526" y="18230"/>
                  </a:lnTo>
                  <a:lnTo>
                    <a:pt x="5124" y="19979"/>
                  </a:lnTo>
                  <a:lnTo>
                    <a:pt x="10959" y="19043"/>
                  </a:lnTo>
                  <a:lnTo>
                    <a:pt x="15296" y="12511"/>
                  </a:lnTo>
                  <a:lnTo>
                    <a:pt x="14195" y="9620"/>
                  </a:lnTo>
                  <a:lnTo>
                    <a:pt x="14780" y="6949"/>
                  </a:lnTo>
                  <a:lnTo>
                    <a:pt x="20268" y="8581"/>
                  </a:lnTo>
                  <a:lnTo>
                    <a:pt x="20980" y="8963"/>
                  </a:lnTo>
                  <a:lnTo>
                    <a:pt x="21221" y="10758"/>
                  </a:lnTo>
                  <a:lnTo>
                    <a:pt x="22471" y="10642"/>
                  </a:lnTo>
                  <a:lnTo>
                    <a:pt x="22287" y="7689"/>
                  </a:lnTo>
                  <a:lnTo>
                    <a:pt x="18038" y="6365"/>
                  </a:lnTo>
                  <a:lnTo>
                    <a:pt x="18010" y="5258"/>
                  </a:lnTo>
                  <a:lnTo>
                    <a:pt x="19734" y="4063"/>
                  </a:lnTo>
                  <a:lnTo>
                    <a:pt x="23262" y="4022"/>
                  </a:lnTo>
                  <a:lnTo>
                    <a:pt x="23200" y="7534"/>
                  </a:lnTo>
                  <a:lnTo>
                    <a:pt x="31358" y="4462"/>
                  </a:lnTo>
                  <a:lnTo>
                    <a:pt x="3020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h2679"/>
            <p:cNvSpPr/>
            <p:nvPr/>
          </p:nvSpPr>
          <p:spPr>
            <a:xfrm>
              <a:off x="3901661" y="2793678"/>
              <a:ext cx="17091" cy="11884"/>
            </a:xfrm>
            <a:custGeom>
              <a:avLst/>
              <a:pathLst>
                <a:path w="17091" h="11884">
                  <a:moveTo>
                    <a:pt x="6968" y="1750"/>
                  </a:moveTo>
                  <a:lnTo>
                    <a:pt x="10392" y="2883"/>
                  </a:lnTo>
                  <a:lnTo>
                    <a:pt x="13642" y="7143"/>
                  </a:lnTo>
                  <a:lnTo>
                    <a:pt x="14949" y="7561"/>
                  </a:lnTo>
                  <a:lnTo>
                    <a:pt x="16545" y="6964"/>
                  </a:lnTo>
                  <a:lnTo>
                    <a:pt x="17091" y="10290"/>
                  </a:lnTo>
                  <a:lnTo>
                    <a:pt x="5218" y="10973"/>
                  </a:lnTo>
                  <a:lnTo>
                    <a:pt x="2620" y="11884"/>
                  </a:lnTo>
                  <a:lnTo>
                    <a:pt x="1621" y="11802"/>
                  </a:lnTo>
                  <a:lnTo>
                    <a:pt x="1576" y="7635"/>
                  </a:lnTo>
                  <a:lnTo>
                    <a:pt x="3186" y="7464"/>
                  </a:lnTo>
                  <a:lnTo>
                    <a:pt x="3571" y="3960"/>
                  </a:lnTo>
                  <a:lnTo>
                    <a:pt x="661" y="2967"/>
                  </a:lnTo>
                  <a:lnTo>
                    <a:pt x="0" y="692"/>
                  </a:lnTo>
                  <a:lnTo>
                    <a:pt x="678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h2680"/>
            <p:cNvSpPr/>
            <p:nvPr/>
          </p:nvSpPr>
          <p:spPr>
            <a:xfrm>
              <a:off x="3898199" y="2830901"/>
              <a:ext cx="20164" cy="21116"/>
            </a:xfrm>
            <a:custGeom>
              <a:avLst/>
              <a:pathLst>
                <a:path w="20164" h="21116">
                  <a:moveTo>
                    <a:pt x="16359" y="1013"/>
                  </a:moveTo>
                  <a:lnTo>
                    <a:pt x="17768" y="3205"/>
                  </a:lnTo>
                  <a:lnTo>
                    <a:pt x="19648" y="8086"/>
                  </a:lnTo>
                  <a:lnTo>
                    <a:pt x="19063" y="10758"/>
                  </a:lnTo>
                  <a:lnTo>
                    <a:pt x="20164" y="13648"/>
                  </a:lnTo>
                  <a:lnTo>
                    <a:pt x="15827" y="20180"/>
                  </a:lnTo>
                  <a:lnTo>
                    <a:pt x="9992" y="21116"/>
                  </a:lnTo>
                  <a:lnTo>
                    <a:pt x="8394" y="19367"/>
                  </a:lnTo>
                  <a:lnTo>
                    <a:pt x="8615" y="16729"/>
                  </a:lnTo>
                  <a:lnTo>
                    <a:pt x="7427" y="14306"/>
                  </a:lnTo>
                  <a:lnTo>
                    <a:pt x="2455" y="10994"/>
                  </a:lnTo>
                  <a:lnTo>
                    <a:pt x="0" y="7458"/>
                  </a:lnTo>
                  <a:lnTo>
                    <a:pt x="1236" y="6112"/>
                  </a:lnTo>
                  <a:lnTo>
                    <a:pt x="3159" y="3412"/>
                  </a:lnTo>
                  <a:lnTo>
                    <a:pt x="5885" y="1286"/>
                  </a:lnTo>
                  <a:lnTo>
                    <a:pt x="816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h2681"/>
            <p:cNvSpPr/>
            <p:nvPr/>
          </p:nvSpPr>
          <p:spPr>
            <a:xfrm>
              <a:off x="3906018" y="2749525"/>
              <a:ext cx="18356" cy="25070"/>
            </a:xfrm>
            <a:custGeom>
              <a:avLst/>
              <a:pathLst>
                <a:path w="18356" h="25070">
                  <a:moveTo>
                    <a:pt x="17933" y="2703"/>
                  </a:moveTo>
                  <a:lnTo>
                    <a:pt x="17181" y="2607"/>
                  </a:lnTo>
                  <a:lnTo>
                    <a:pt x="15016" y="6003"/>
                  </a:lnTo>
                  <a:lnTo>
                    <a:pt x="12462" y="11703"/>
                  </a:lnTo>
                  <a:lnTo>
                    <a:pt x="12686" y="16054"/>
                  </a:lnTo>
                  <a:lnTo>
                    <a:pt x="15698" y="21628"/>
                  </a:lnTo>
                  <a:lnTo>
                    <a:pt x="18356" y="21141"/>
                  </a:lnTo>
                  <a:lnTo>
                    <a:pt x="18231" y="23972"/>
                  </a:lnTo>
                  <a:lnTo>
                    <a:pt x="13351" y="24162"/>
                  </a:lnTo>
                  <a:lnTo>
                    <a:pt x="9136" y="25070"/>
                  </a:lnTo>
                  <a:lnTo>
                    <a:pt x="3328" y="22636"/>
                  </a:lnTo>
                  <a:lnTo>
                    <a:pt x="2281" y="10388"/>
                  </a:lnTo>
                  <a:lnTo>
                    <a:pt x="0" y="10341"/>
                  </a:lnTo>
                  <a:lnTo>
                    <a:pt x="1203" y="6229"/>
                  </a:lnTo>
                  <a:lnTo>
                    <a:pt x="2736" y="6044"/>
                  </a:lnTo>
                  <a:lnTo>
                    <a:pt x="3016" y="2943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h2682"/>
            <p:cNvSpPr/>
            <p:nvPr/>
          </p:nvSpPr>
          <p:spPr>
            <a:xfrm>
              <a:off x="3932018" y="2886871"/>
              <a:ext cx="47008" cy="69924"/>
            </a:xfrm>
            <a:custGeom>
              <a:avLst/>
              <a:pathLst>
                <a:path w="47008" h="69924">
                  <a:moveTo>
                    <a:pt x="31007" y="3246"/>
                  </a:moveTo>
                  <a:lnTo>
                    <a:pt x="39760" y="7037"/>
                  </a:lnTo>
                  <a:lnTo>
                    <a:pt x="39800" y="12072"/>
                  </a:lnTo>
                  <a:lnTo>
                    <a:pt x="47008" y="13227"/>
                  </a:lnTo>
                  <a:lnTo>
                    <a:pt x="46966" y="15495"/>
                  </a:lnTo>
                  <a:lnTo>
                    <a:pt x="43700" y="15264"/>
                  </a:lnTo>
                  <a:lnTo>
                    <a:pt x="43858" y="23521"/>
                  </a:lnTo>
                  <a:lnTo>
                    <a:pt x="40230" y="23095"/>
                  </a:lnTo>
                  <a:lnTo>
                    <a:pt x="38582" y="26140"/>
                  </a:lnTo>
                  <a:lnTo>
                    <a:pt x="38701" y="28115"/>
                  </a:lnTo>
                  <a:lnTo>
                    <a:pt x="39558" y="29674"/>
                  </a:lnTo>
                  <a:lnTo>
                    <a:pt x="39292" y="36047"/>
                  </a:lnTo>
                  <a:lnTo>
                    <a:pt x="38487" y="38606"/>
                  </a:lnTo>
                  <a:lnTo>
                    <a:pt x="33209" y="38473"/>
                  </a:lnTo>
                  <a:lnTo>
                    <a:pt x="28227" y="39843"/>
                  </a:lnTo>
                  <a:lnTo>
                    <a:pt x="24534" y="57077"/>
                  </a:lnTo>
                  <a:lnTo>
                    <a:pt x="17850" y="57929"/>
                  </a:lnTo>
                  <a:lnTo>
                    <a:pt x="15545" y="60381"/>
                  </a:lnTo>
                  <a:lnTo>
                    <a:pt x="16194" y="63516"/>
                  </a:lnTo>
                  <a:lnTo>
                    <a:pt x="14953" y="68362"/>
                  </a:lnTo>
                  <a:lnTo>
                    <a:pt x="12796" y="69875"/>
                  </a:lnTo>
                  <a:lnTo>
                    <a:pt x="10815" y="69924"/>
                  </a:lnTo>
                  <a:lnTo>
                    <a:pt x="9032" y="67647"/>
                  </a:lnTo>
                  <a:lnTo>
                    <a:pt x="9165" y="66798"/>
                  </a:lnTo>
                  <a:lnTo>
                    <a:pt x="9324" y="65984"/>
                  </a:lnTo>
                  <a:lnTo>
                    <a:pt x="4113" y="66798"/>
                  </a:lnTo>
                  <a:lnTo>
                    <a:pt x="4728" y="57116"/>
                  </a:lnTo>
                  <a:lnTo>
                    <a:pt x="8007" y="57231"/>
                  </a:lnTo>
                  <a:lnTo>
                    <a:pt x="7563" y="60871"/>
                  </a:lnTo>
                  <a:lnTo>
                    <a:pt x="11351" y="61191"/>
                  </a:lnTo>
                  <a:lnTo>
                    <a:pt x="13126" y="59843"/>
                  </a:lnTo>
                  <a:lnTo>
                    <a:pt x="13832" y="57779"/>
                  </a:lnTo>
                  <a:lnTo>
                    <a:pt x="13485" y="49936"/>
                  </a:lnTo>
                  <a:lnTo>
                    <a:pt x="12281" y="47632"/>
                  </a:lnTo>
                  <a:lnTo>
                    <a:pt x="10222" y="47724"/>
                  </a:lnTo>
                  <a:lnTo>
                    <a:pt x="8723" y="46799"/>
                  </a:lnTo>
                  <a:lnTo>
                    <a:pt x="1246" y="39082"/>
                  </a:lnTo>
                  <a:lnTo>
                    <a:pt x="1571" y="37989"/>
                  </a:lnTo>
                  <a:lnTo>
                    <a:pt x="4019" y="38156"/>
                  </a:lnTo>
                  <a:lnTo>
                    <a:pt x="4968" y="35994"/>
                  </a:lnTo>
                  <a:lnTo>
                    <a:pt x="4793" y="34165"/>
                  </a:lnTo>
                  <a:lnTo>
                    <a:pt x="1979" y="30889"/>
                  </a:lnTo>
                  <a:lnTo>
                    <a:pt x="2018" y="27025"/>
                  </a:lnTo>
                  <a:lnTo>
                    <a:pt x="982" y="26994"/>
                  </a:lnTo>
                  <a:lnTo>
                    <a:pt x="875" y="24181"/>
                  </a:lnTo>
                  <a:lnTo>
                    <a:pt x="0" y="24189"/>
                  </a:lnTo>
                  <a:lnTo>
                    <a:pt x="41" y="21089"/>
                  </a:lnTo>
                  <a:lnTo>
                    <a:pt x="3505" y="21209"/>
                  </a:lnTo>
                  <a:lnTo>
                    <a:pt x="11281" y="21013"/>
                  </a:lnTo>
                  <a:lnTo>
                    <a:pt x="11548" y="15965"/>
                  </a:lnTo>
                  <a:lnTo>
                    <a:pt x="20040" y="16172"/>
                  </a:lnTo>
                  <a:lnTo>
                    <a:pt x="21241" y="13287"/>
                  </a:lnTo>
                  <a:lnTo>
                    <a:pt x="24105" y="10427"/>
                  </a:lnTo>
                  <a:lnTo>
                    <a:pt x="23403" y="6156"/>
                  </a:lnTo>
                  <a:lnTo>
                    <a:pt x="23447" y="3503"/>
                  </a:lnTo>
                  <a:lnTo>
                    <a:pt x="26151" y="191"/>
                  </a:lnTo>
                  <a:lnTo>
                    <a:pt x="2802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h2683"/>
            <p:cNvSpPr/>
            <p:nvPr/>
          </p:nvSpPr>
          <p:spPr>
            <a:xfrm>
              <a:off x="3808527" y="2856099"/>
              <a:ext cx="26029" cy="22473"/>
            </a:xfrm>
            <a:custGeom>
              <a:avLst/>
              <a:pathLst>
                <a:path w="26029" h="22473">
                  <a:moveTo>
                    <a:pt x="20118" y="38"/>
                  </a:moveTo>
                  <a:lnTo>
                    <a:pt x="26029" y="261"/>
                  </a:lnTo>
                  <a:lnTo>
                    <a:pt x="25095" y="3046"/>
                  </a:lnTo>
                  <a:lnTo>
                    <a:pt x="25160" y="5088"/>
                  </a:lnTo>
                  <a:lnTo>
                    <a:pt x="25561" y="11549"/>
                  </a:lnTo>
                  <a:lnTo>
                    <a:pt x="24899" y="12611"/>
                  </a:lnTo>
                  <a:lnTo>
                    <a:pt x="22212" y="12817"/>
                  </a:lnTo>
                  <a:lnTo>
                    <a:pt x="21907" y="21114"/>
                  </a:lnTo>
                  <a:lnTo>
                    <a:pt x="18187" y="20966"/>
                  </a:lnTo>
                  <a:lnTo>
                    <a:pt x="18017" y="22473"/>
                  </a:lnTo>
                  <a:lnTo>
                    <a:pt x="10400" y="22417"/>
                  </a:lnTo>
                  <a:lnTo>
                    <a:pt x="7074" y="17085"/>
                  </a:lnTo>
                  <a:lnTo>
                    <a:pt x="2374" y="16194"/>
                  </a:lnTo>
                  <a:lnTo>
                    <a:pt x="4584" y="11319"/>
                  </a:lnTo>
                  <a:lnTo>
                    <a:pt x="0" y="9999"/>
                  </a:lnTo>
                  <a:lnTo>
                    <a:pt x="119" y="6493"/>
                  </a:lnTo>
                  <a:lnTo>
                    <a:pt x="3511" y="6446"/>
                  </a:lnTo>
                  <a:lnTo>
                    <a:pt x="3471" y="2405"/>
                  </a:lnTo>
                  <a:lnTo>
                    <a:pt x="7864" y="6197"/>
                  </a:lnTo>
                  <a:lnTo>
                    <a:pt x="12931" y="5724"/>
                  </a:lnTo>
                  <a:lnTo>
                    <a:pt x="18397" y="2245"/>
                  </a:lnTo>
                  <a:lnTo>
                    <a:pt x="1770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h2684"/>
            <p:cNvSpPr/>
            <p:nvPr/>
          </p:nvSpPr>
          <p:spPr>
            <a:xfrm>
              <a:off x="3882835" y="2832152"/>
              <a:ext cx="27362" cy="27388"/>
            </a:xfrm>
            <a:custGeom>
              <a:avLst/>
              <a:pathLst>
                <a:path w="27362" h="27388">
                  <a:moveTo>
                    <a:pt x="13468" y="4770"/>
                  </a:moveTo>
                  <a:lnTo>
                    <a:pt x="17326" y="3696"/>
                  </a:lnTo>
                  <a:lnTo>
                    <a:pt x="18522" y="2162"/>
                  </a:lnTo>
                  <a:lnTo>
                    <a:pt x="16599" y="4861"/>
                  </a:lnTo>
                  <a:lnTo>
                    <a:pt x="15363" y="6207"/>
                  </a:lnTo>
                  <a:lnTo>
                    <a:pt x="17819" y="9743"/>
                  </a:lnTo>
                  <a:lnTo>
                    <a:pt x="22790" y="13055"/>
                  </a:lnTo>
                  <a:lnTo>
                    <a:pt x="23978" y="15478"/>
                  </a:lnTo>
                  <a:lnTo>
                    <a:pt x="23757" y="18116"/>
                  </a:lnTo>
                  <a:lnTo>
                    <a:pt x="20231" y="16473"/>
                  </a:lnTo>
                  <a:lnTo>
                    <a:pt x="27362" y="23083"/>
                  </a:lnTo>
                  <a:lnTo>
                    <a:pt x="26557" y="27388"/>
                  </a:lnTo>
                  <a:lnTo>
                    <a:pt x="25997" y="27144"/>
                  </a:lnTo>
                  <a:lnTo>
                    <a:pt x="25084" y="25480"/>
                  </a:lnTo>
                  <a:lnTo>
                    <a:pt x="26189" y="24348"/>
                  </a:lnTo>
                  <a:lnTo>
                    <a:pt x="24248" y="20734"/>
                  </a:lnTo>
                  <a:lnTo>
                    <a:pt x="19987" y="21064"/>
                  </a:lnTo>
                  <a:lnTo>
                    <a:pt x="17347" y="17055"/>
                  </a:lnTo>
                  <a:lnTo>
                    <a:pt x="7135" y="16328"/>
                  </a:lnTo>
                  <a:lnTo>
                    <a:pt x="7457" y="18501"/>
                  </a:lnTo>
                  <a:lnTo>
                    <a:pt x="3863" y="22219"/>
                  </a:lnTo>
                  <a:lnTo>
                    <a:pt x="0" y="21805"/>
                  </a:lnTo>
                  <a:lnTo>
                    <a:pt x="1327" y="15433"/>
                  </a:lnTo>
                  <a:lnTo>
                    <a:pt x="3810" y="13713"/>
                  </a:lnTo>
                  <a:lnTo>
                    <a:pt x="5328" y="5483"/>
                  </a:lnTo>
                  <a:lnTo>
                    <a:pt x="4625" y="1538"/>
                  </a:lnTo>
                  <a:lnTo>
                    <a:pt x="5818" y="1745"/>
                  </a:lnTo>
                  <a:lnTo>
                    <a:pt x="9954" y="0"/>
                  </a:lnTo>
                  <a:lnTo>
                    <a:pt x="12740" y="39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h2685"/>
            <p:cNvSpPr/>
            <p:nvPr/>
          </p:nvSpPr>
          <p:spPr>
            <a:xfrm>
              <a:off x="3979515" y="2769363"/>
              <a:ext cx="43194" cy="42537"/>
            </a:xfrm>
            <a:custGeom>
              <a:avLst/>
              <a:pathLst>
                <a:path w="43194" h="42537">
                  <a:moveTo>
                    <a:pt x="6476" y="8"/>
                  </a:moveTo>
                  <a:lnTo>
                    <a:pt x="7145" y="4262"/>
                  </a:lnTo>
                  <a:lnTo>
                    <a:pt x="11687" y="5298"/>
                  </a:lnTo>
                  <a:lnTo>
                    <a:pt x="14804" y="4311"/>
                  </a:lnTo>
                  <a:lnTo>
                    <a:pt x="14242" y="3415"/>
                  </a:lnTo>
                  <a:lnTo>
                    <a:pt x="20958" y="4642"/>
                  </a:lnTo>
                  <a:lnTo>
                    <a:pt x="23069" y="6280"/>
                  </a:lnTo>
                  <a:lnTo>
                    <a:pt x="28672" y="6498"/>
                  </a:lnTo>
                  <a:lnTo>
                    <a:pt x="30327" y="3146"/>
                  </a:lnTo>
                  <a:lnTo>
                    <a:pt x="32295" y="3172"/>
                  </a:lnTo>
                  <a:lnTo>
                    <a:pt x="35131" y="5511"/>
                  </a:lnTo>
                  <a:lnTo>
                    <a:pt x="35371" y="7352"/>
                  </a:lnTo>
                  <a:lnTo>
                    <a:pt x="34249" y="10549"/>
                  </a:lnTo>
                  <a:lnTo>
                    <a:pt x="36329" y="12134"/>
                  </a:lnTo>
                  <a:lnTo>
                    <a:pt x="37438" y="11073"/>
                  </a:lnTo>
                  <a:lnTo>
                    <a:pt x="34293" y="18028"/>
                  </a:lnTo>
                  <a:lnTo>
                    <a:pt x="34490" y="19080"/>
                  </a:lnTo>
                  <a:lnTo>
                    <a:pt x="36643" y="25047"/>
                  </a:lnTo>
                  <a:lnTo>
                    <a:pt x="40665" y="24311"/>
                  </a:lnTo>
                  <a:lnTo>
                    <a:pt x="40809" y="25767"/>
                  </a:lnTo>
                  <a:lnTo>
                    <a:pt x="43194" y="29956"/>
                  </a:lnTo>
                  <a:lnTo>
                    <a:pt x="38976" y="31464"/>
                  </a:lnTo>
                  <a:lnTo>
                    <a:pt x="36944" y="28102"/>
                  </a:lnTo>
                  <a:lnTo>
                    <a:pt x="36161" y="27411"/>
                  </a:lnTo>
                  <a:lnTo>
                    <a:pt x="35757" y="27835"/>
                  </a:lnTo>
                  <a:lnTo>
                    <a:pt x="33724" y="31745"/>
                  </a:lnTo>
                  <a:lnTo>
                    <a:pt x="33540" y="37974"/>
                  </a:lnTo>
                  <a:lnTo>
                    <a:pt x="29554" y="40183"/>
                  </a:lnTo>
                  <a:lnTo>
                    <a:pt x="29994" y="41648"/>
                  </a:lnTo>
                  <a:lnTo>
                    <a:pt x="32596" y="42537"/>
                  </a:lnTo>
                  <a:lnTo>
                    <a:pt x="26924" y="41593"/>
                  </a:lnTo>
                  <a:lnTo>
                    <a:pt x="24938" y="41524"/>
                  </a:lnTo>
                  <a:lnTo>
                    <a:pt x="22704" y="35662"/>
                  </a:lnTo>
                  <a:lnTo>
                    <a:pt x="19843" y="33250"/>
                  </a:lnTo>
                  <a:lnTo>
                    <a:pt x="15394" y="38031"/>
                  </a:lnTo>
                  <a:lnTo>
                    <a:pt x="13438" y="36493"/>
                  </a:lnTo>
                  <a:lnTo>
                    <a:pt x="11761" y="33293"/>
                  </a:lnTo>
                  <a:lnTo>
                    <a:pt x="5831" y="33123"/>
                  </a:lnTo>
                  <a:lnTo>
                    <a:pt x="8839" y="29362"/>
                  </a:lnTo>
                  <a:lnTo>
                    <a:pt x="7765" y="25028"/>
                  </a:lnTo>
                  <a:lnTo>
                    <a:pt x="5878" y="25222"/>
                  </a:lnTo>
                  <a:lnTo>
                    <a:pt x="4804" y="21411"/>
                  </a:lnTo>
                  <a:lnTo>
                    <a:pt x="5098" y="15382"/>
                  </a:lnTo>
                  <a:lnTo>
                    <a:pt x="0" y="5129"/>
                  </a:lnTo>
                  <a:lnTo>
                    <a:pt x="277" y="2313"/>
                  </a:lnTo>
                  <a:lnTo>
                    <a:pt x="388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h2686"/>
            <p:cNvSpPr/>
            <p:nvPr/>
          </p:nvSpPr>
          <p:spPr>
            <a:xfrm>
              <a:off x="3924245" y="2787024"/>
              <a:ext cx="32179" cy="15715"/>
            </a:xfrm>
            <a:custGeom>
              <a:avLst/>
              <a:pathLst>
                <a:path w="32179" h="15715">
                  <a:moveTo>
                    <a:pt x="32179" y="0"/>
                  </a:moveTo>
                  <a:lnTo>
                    <a:pt x="32168" y="4252"/>
                  </a:lnTo>
                  <a:lnTo>
                    <a:pt x="31983" y="6502"/>
                  </a:lnTo>
                  <a:lnTo>
                    <a:pt x="28691" y="9345"/>
                  </a:lnTo>
                  <a:lnTo>
                    <a:pt x="28629" y="10642"/>
                  </a:lnTo>
                  <a:lnTo>
                    <a:pt x="26917" y="13234"/>
                  </a:lnTo>
                  <a:lnTo>
                    <a:pt x="25440" y="14278"/>
                  </a:lnTo>
                  <a:lnTo>
                    <a:pt x="21691" y="14226"/>
                  </a:lnTo>
                  <a:lnTo>
                    <a:pt x="21503" y="15715"/>
                  </a:lnTo>
                  <a:lnTo>
                    <a:pt x="12470" y="13106"/>
                  </a:lnTo>
                  <a:lnTo>
                    <a:pt x="11119" y="11237"/>
                  </a:lnTo>
                  <a:lnTo>
                    <a:pt x="6415" y="11211"/>
                  </a:lnTo>
                  <a:lnTo>
                    <a:pt x="0" y="14221"/>
                  </a:lnTo>
                  <a:lnTo>
                    <a:pt x="121" y="10390"/>
                  </a:lnTo>
                  <a:lnTo>
                    <a:pt x="1788" y="5511"/>
                  </a:lnTo>
                  <a:lnTo>
                    <a:pt x="1784" y="1863"/>
                  </a:lnTo>
                  <a:lnTo>
                    <a:pt x="9825" y="1234"/>
                  </a:lnTo>
                  <a:lnTo>
                    <a:pt x="14446" y="1052"/>
                  </a:lnTo>
                  <a:lnTo>
                    <a:pt x="14257" y="5074"/>
                  </a:lnTo>
                  <a:lnTo>
                    <a:pt x="11905" y="2950"/>
                  </a:lnTo>
                  <a:lnTo>
                    <a:pt x="8831" y="3401"/>
                  </a:lnTo>
                  <a:lnTo>
                    <a:pt x="7629" y="7418"/>
                  </a:lnTo>
                  <a:lnTo>
                    <a:pt x="20969" y="6412"/>
                  </a:lnTo>
                  <a:lnTo>
                    <a:pt x="21005" y="4072"/>
                  </a:lnTo>
                  <a:lnTo>
                    <a:pt x="24026" y="2921"/>
                  </a:lnTo>
                  <a:lnTo>
                    <a:pt x="27504" y="2741"/>
                  </a:lnTo>
                  <a:lnTo>
                    <a:pt x="28121" y="9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h2687"/>
            <p:cNvSpPr/>
            <p:nvPr/>
          </p:nvSpPr>
          <p:spPr>
            <a:xfrm>
              <a:off x="3880579" y="2808806"/>
              <a:ext cx="16012" cy="14794"/>
            </a:xfrm>
            <a:custGeom>
              <a:avLst/>
              <a:pathLst>
                <a:path w="16012" h="14794">
                  <a:moveTo>
                    <a:pt x="1963" y="0"/>
                  </a:moveTo>
                  <a:lnTo>
                    <a:pt x="4685" y="1690"/>
                  </a:lnTo>
                  <a:lnTo>
                    <a:pt x="5314" y="3816"/>
                  </a:lnTo>
                  <a:lnTo>
                    <a:pt x="7522" y="1977"/>
                  </a:lnTo>
                  <a:lnTo>
                    <a:pt x="9705" y="1530"/>
                  </a:lnTo>
                  <a:lnTo>
                    <a:pt x="12174" y="2317"/>
                  </a:lnTo>
                  <a:lnTo>
                    <a:pt x="16012" y="6489"/>
                  </a:lnTo>
                  <a:lnTo>
                    <a:pt x="15648" y="8190"/>
                  </a:lnTo>
                  <a:lnTo>
                    <a:pt x="13314" y="10191"/>
                  </a:lnTo>
                  <a:lnTo>
                    <a:pt x="13542" y="12162"/>
                  </a:lnTo>
                  <a:lnTo>
                    <a:pt x="10055" y="12429"/>
                  </a:lnTo>
                  <a:lnTo>
                    <a:pt x="8407" y="14794"/>
                  </a:lnTo>
                  <a:lnTo>
                    <a:pt x="0" y="10935"/>
                  </a:lnTo>
                  <a:lnTo>
                    <a:pt x="78" y="8056"/>
                  </a:lnTo>
                  <a:lnTo>
                    <a:pt x="2304" y="819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h2688"/>
            <p:cNvSpPr/>
            <p:nvPr/>
          </p:nvSpPr>
          <p:spPr>
            <a:xfrm>
              <a:off x="3862496" y="2759031"/>
              <a:ext cx="23441" cy="22447"/>
            </a:xfrm>
            <a:custGeom>
              <a:avLst/>
              <a:pathLst>
                <a:path w="23441" h="22447">
                  <a:moveTo>
                    <a:pt x="15210" y="134"/>
                  </a:moveTo>
                  <a:lnTo>
                    <a:pt x="16707" y="7755"/>
                  </a:lnTo>
                  <a:lnTo>
                    <a:pt x="23441" y="7752"/>
                  </a:lnTo>
                  <a:lnTo>
                    <a:pt x="21008" y="20424"/>
                  </a:lnTo>
                  <a:lnTo>
                    <a:pt x="21442" y="21416"/>
                  </a:lnTo>
                  <a:lnTo>
                    <a:pt x="20918" y="22447"/>
                  </a:lnTo>
                  <a:lnTo>
                    <a:pt x="17227" y="22325"/>
                  </a:lnTo>
                  <a:lnTo>
                    <a:pt x="13247" y="18066"/>
                  </a:lnTo>
                  <a:lnTo>
                    <a:pt x="7679" y="19304"/>
                  </a:lnTo>
                  <a:lnTo>
                    <a:pt x="7861" y="14740"/>
                  </a:lnTo>
                  <a:lnTo>
                    <a:pt x="11258" y="11661"/>
                  </a:lnTo>
                  <a:lnTo>
                    <a:pt x="10776" y="10649"/>
                  </a:lnTo>
                  <a:lnTo>
                    <a:pt x="7600" y="10602"/>
                  </a:lnTo>
                  <a:lnTo>
                    <a:pt x="6190" y="8812"/>
                  </a:lnTo>
                  <a:lnTo>
                    <a:pt x="6363" y="4683"/>
                  </a:lnTo>
                  <a:lnTo>
                    <a:pt x="4855" y="4674"/>
                  </a:lnTo>
                  <a:lnTo>
                    <a:pt x="4827" y="2981"/>
                  </a:lnTo>
                  <a:lnTo>
                    <a:pt x="0" y="3547"/>
                  </a:lnTo>
                  <a:lnTo>
                    <a:pt x="1577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h2689"/>
            <p:cNvSpPr/>
            <p:nvPr/>
          </p:nvSpPr>
          <p:spPr>
            <a:xfrm>
              <a:off x="3866143" y="2875180"/>
              <a:ext cx="16541" cy="14482"/>
            </a:xfrm>
            <a:custGeom>
              <a:avLst/>
              <a:pathLst>
                <a:path w="16541" h="14482">
                  <a:moveTo>
                    <a:pt x="15315" y="871"/>
                  </a:moveTo>
                  <a:lnTo>
                    <a:pt x="16541" y="2425"/>
                  </a:lnTo>
                  <a:lnTo>
                    <a:pt x="15133" y="6359"/>
                  </a:lnTo>
                  <a:lnTo>
                    <a:pt x="12947" y="6879"/>
                  </a:lnTo>
                  <a:lnTo>
                    <a:pt x="9535" y="6370"/>
                  </a:lnTo>
                  <a:lnTo>
                    <a:pt x="8513" y="8127"/>
                  </a:lnTo>
                  <a:lnTo>
                    <a:pt x="10454" y="13606"/>
                  </a:lnTo>
                  <a:lnTo>
                    <a:pt x="9150" y="14482"/>
                  </a:lnTo>
                  <a:lnTo>
                    <a:pt x="7016" y="13294"/>
                  </a:lnTo>
                  <a:lnTo>
                    <a:pt x="2740" y="12677"/>
                  </a:lnTo>
                  <a:lnTo>
                    <a:pt x="0" y="8625"/>
                  </a:lnTo>
                  <a:lnTo>
                    <a:pt x="355" y="5212"/>
                  </a:lnTo>
                  <a:lnTo>
                    <a:pt x="1548" y="4137"/>
                  </a:lnTo>
                  <a:lnTo>
                    <a:pt x="4706" y="4722"/>
                  </a:lnTo>
                  <a:lnTo>
                    <a:pt x="9929" y="3641"/>
                  </a:lnTo>
                  <a:lnTo>
                    <a:pt x="11118" y="2122"/>
                  </a:lnTo>
                  <a:lnTo>
                    <a:pt x="1126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h2690"/>
            <p:cNvSpPr/>
            <p:nvPr/>
          </p:nvSpPr>
          <p:spPr>
            <a:xfrm>
              <a:off x="3830038" y="2840059"/>
              <a:ext cx="31168" cy="22536"/>
            </a:xfrm>
            <a:custGeom>
              <a:avLst/>
              <a:pathLst>
                <a:path w="31168" h="22536">
                  <a:moveTo>
                    <a:pt x="14593" y="4404"/>
                  </a:moveTo>
                  <a:lnTo>
                    <a:pt x="20277" y="3457"/>
                  </a:lnTo>
                  <a:lnTo>
                    <a:pt x="22822" y="1499"/>
                  </a:lnTo>
                  <a:lnTo>
                    <a:pt x="31042" y="15416"/>
                  </a:lnTo>
                  <a:lnTo>
                    <a:pt x="29929" y="16607"/>
                  </a:lnTo>
                  <a:lnTo>
                    <a:pt x="31168" y="18225"/>
                  </a:lnTo>
                  <a:lnTo>
                    <a:pt x="29770" y="20187"/>
                  </a:lnTo>
                  <a:lnTo>
                    <a:pt x="19166" y="18808"/>
                  </a:lnTo>
                  <a:lnTo>
                    <a:pt x="20921" y="21860"/>
                  </a:lnTo>
                  <a:lnTo>
                    <a:pt x="16826" y="22536"/>
                  </a:lnTo>
                  <a:lnTo>
                    <a:pt x="14778" y="21363"/>
                  </a:lnTo>
                  <a:lnTo>
                    <a:pt x="14335" y="20048"/>
                  </a:lnTo>
                  <a:lnTo>
                    <a:pt x="11525" y="19250"/>
                  </a:lnTo>
                  <a:lnTo>
                    <a:pt x="7641" y="18543"/>
                  </a:lnTo>
                  <a:lnTo>
                    <a:pt x="3584" y="19086"/>
                  </a:lnTo>
                  <a:lnTo>
                    <a:pt x="4519" y="16301"/>
                  </a:lnTo>
                  <a:lnTo>
                    <a:pt x="2677" y="15704"/>
                  </a:lnTo>
                  <a:lnTo>
                    <a:pt x="2570" y="12924"/>
                  </a:lnTo>
                  <a:lnTo>
                    <a:pt x="1059" y="9136"/>
                  </a:lnTo>
                  <a:lnTo>
                    <a:pt x="1149" y="10263"/>
                  </a:lnTo>
                  <a:lnTo>
                    <a:pt x="0" y="10358"/>
                  </a:lnTo>
                  <a:lnTo>
                    <a:pt x="263" y="4631"/>
                  </a:lnTo>
                  <a:lnTo>
                    <a:pt x="4969" y="6720"/>
                  </a:lnTo>
                  <a:lnTo>
                    <a:pt x="6509" y="6334"/>
                  </a:lnTo>
                  <a:lnTo>
                    <a:pt x="7299" y="4123"/>
                  </a:lnTo>
                  <a:lnTo>
                    <a:pt x="958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h2691"/>
            <p:cNvSpPr/>
            <p:nvPr/>
          </p:nvSpPr>
          <p:spPr>
            <a:xfrm>
              <a:off x="3821874" y="2783426"/>
              <a:ext cx="44995" cy="61037"/>
            </a:xfrm>
            <a:custGeom>
              <a:avLst/>
              <a:pathLst>
                <a:path w="44995" h="61037">
                  <a:moveTo>
                    <a:pt x="29924" y="5632"/>
                  </a:moveTo>
                  <a:lnTo>
                    <a:pt x="32736" y="6449"/>
                  </a:lnTo>
                  <a:lnTo>
                    <a:pt x="31085" y="9661"/>
                  </a:lnTo>
                  <a:lnTo>
                    <a:pt x="31076" y="10001"/>
                  </a:lnTo>
                  <a:lnTo>
                    <a:pt x="31068" y="10328"/>
                  </a:lnTo>
                  <a:lnTo>
                    <a:pt x="31062" y="10925"/>
                  </a:lnTo>
                  <a:lnTo>
                    <a:pt x="29751" y="11078"/>
                  </a:lnTo>
                  <a:lnTo>
                    <a:pt x="30369" y="14006"/>
                  </a:lnTo>
                  <a:lnTo>
                    <a:pt x="36874" y="16058"/>
                  </a:lnTo>
                  <a:lnTo>
                    <a:pt x="36963" y="17304"/>
                  </a:lnTo>
                  <a:lnTo>
                    <a:pt x="36981" y="17554"/>
                  </a:lnTo>
                  <a:lnTo>
                    <a:pt x="36991" y="17693"/>
                  </a:lnTo>
                  <a:lnTo>
                    <a:pt x="37639" y="18392"/>
                  </a:lnTo>
                  <a:lnTo>
                    <a:pt x="37830" y="18369"/>
                  </a:lnTo>
                  <a:lnTo>
                    <a:pt x="38196" y="17125"/>
                  </a:lnTo>
                  <a:lnTo>
                    <a:pt x="38393" y="16647"/>
                  </a:lnTo>
                  <a:lnTo>
                    <a:pt x="42436" y="18385"/>
                  </a:lnTo>
                  <a:lnTo>
                    <a:pt x="39533" y="20089"/>
                  </a:lnTo>
                  <a:lnTo>
                    <a:pt x="38971" y="25142"/>
                  </a:lnTo>
                  <a:lnTo>
                    <a:pt x="44995" y="26173"/>
                  </a:lnTo>
                  <a:lnTo>
                    <a:pt x="44284" y="27570"/>
                  </a:lnTo>
                  <a:lnTo>
                    <a:pt x="41677" y="28040"/>
                  </a:lnTo>
                  <a:lnTo>
                    <a:pt x="41108" y="26996"/>
                  </a:lnTo>
                  <a:lnTo>
                    <a:pt x="40731" y="26759"/>
                  </a:lnTo>
                  <a:lnTo>
                    <a:pt x="38936" y="25437"/>
                  </a:lnTo>
                  <a:lnTo>
                    <a:pt x="38308" y="24118"/>
                  </a:lnTo>
                  <a:lnTo>
                    <a:pt x="34559" y="24571"/>
                  </a:lnTo>
                  <a:lnTo>
                    <a:pt x="31006" y="24770"/>
                  </a:lnTo>
                  <a:lnTo>
                    <a:pt x="30590" y="29190"/>
                  </a:lnTo>
                  <a:lnTo>
                    <a:pt x="26519" y="33015"/>
                  </a:lnTo>
                  <a:lnTo>
                    <a:pt x="27635" y="36333"/>
                  </a:lnTo>
                  <a:lnTo>
                    <a:pt x="32831" y="39173"/>
                  </a:lnTo>
                  <a:lnTo>
                    <a:pt x="34928" y="41646"/>
                  </a:lnTo>
                  <a:lnTo>
                    <a:pt x="35768" y="43339"/>
                  </a:lnTo>
                  <a:lnTo>
                    <a:pt x="29992" y="43679"/>
                  </a:lnTo>
                  <a:lnTo>
                    <a:pt x="30025" y="46274"/>
                  </a:lnTo>
                  <a:lnTo>
                    <a:pt x="33063" y="50197"/>
                  </a:lnTo>
                  <a:lnTo>
                    <a:pt x="30954" y="55909"/>
                  </a:lnTo>
                  <a:lnTo>
                    <a:pt x="31741" y="56116"/>
                  </a:lnTo>
                  <a:lnTo>
                    <a:pt x="32188" y="56111"/>
                  </a:lnTo>
                  <a:lnTo>
                    <a:pt x="32180" y="56506"/>
                  </a:lnTo>
                  <a:lnTo>
                    <a:pt x="30985" y="58132"/>
                  </a:lnTo>
                  <a:lnTo>
                    <a:pt x="28441" y="60090"/>
                  </a:lnTo>
                  <a:lnTo>
                    <a:pt x="22756" y="61037"/>
                  </a:lnTo>
                  <a:lnTo>
                    <a:pt x="17746" y="56632"/>
                  </a:lnTo>
                  <a:lnTo>
                    <a:pt x="17331" y="48431"/>
                  </a:lnTo>
                  <a:lnTo>
                    <a:pt x="21152" y="42723"/>
                  </a:lnTo>
                  <a:lnTo>
                    <a:pt x="20909" y="41720"/>
                  </a:lnTo>
                  <a:lnTo>
                    <a:pt x="15701" y="33974"/>
                  </a:lnTo>
                  <a:lnTo>
                    <a:pt x="12977" y="33561"/>
                  </a:lnTo>
                  <a:lnTo>
                    <a:pt x="8554" y="30483"/>
                  </a:lnTo>
                  <a:lnTo>
                    <a:pt x="8389" y="28157"/>
                  </a:lnTo>
                  <a:lnTo>
                    <a:pt x="10740" y="19135"/>
                  </a:lnTo>
                  <a:lnTo>
                    <a:pt x="8661" y="15104"/>
                  </a:lnTo>
                  <a:lnTo>
                    <a:pt x="4649" y="12673"/>
                  </a:lnTo>
                  <a:lnTo>
                    <a:pt x="1884" y="6652"/>
                  </a:lnTo>
                  <a:lnTo>
                    <a:pt x="0" y="5427"/>
                  </a:lnTo>
                  <a:lnTo>
                    <a:pt x="1812" y="2021"/>
                  </a:lnTo>
                  <a:lnTo>
                    <a:pt x="4939" y="170"/>
                  </a:lnTo>
                  <a:lnTo>
                    <a:pt x="8550" y="214"/>
                  </a:lnTo>
                  <a:lnTo>
                    <a:pt x="14574" y="3979"/>
                  </a:lnTo>
                  <a:lnTo>
                    <a:pt x="22250" y="1523"/>
                  </a:lnTo>
                  <a:lnTo>
                    <a:pt x="24767" y="2042"/>
                  </a:lnTo>
                  <a:lnTo>
                    <a:pt x="28174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h2692"/>
            <p:cNvSpPr/>
            <p:nvPr/>
          </p:nvSpPr>
          <p:spPr>
            <a:xfrm>
              <a:off x="3799771" y="2831728"/>
              <a:ext cx="37566" cy="24632"/>
            </a:xfrm>
            <a:custGeom>
              <a:avLst/>
              <a:pathLst>
                <a:path w="37566" h="24632">
                  <a:moveTo>
                    <a:pt x="19647" y="0"/>
                  </a:moveTo>
                  <a:lnTo>
                    <a:pt x="20063" y="3377"/>
                  </a:lnTo>
                  <a:lnTo>
                    <a:pt x="26783" y="5682"/>
                  </a:lnTo>
                  <a:lnTo>
                    <a:pt x="32362" y="4492"/>
                  </a:lnTo>
                  <a:lnTo>
                    <a:pt x="35130" y="5182"/>
                  </a:lnTo>
                  <a:lnTo>
                    <a:pt x="35064" y="6038"/>
                  </a:lnTo>
                  <a:lnTo>
                    <a:pt x="33911" y="5863"/>
                  </a:lnTo>
                  <a:lnTo>
                    <a:pt x="33279" y="8777"/>
                  </a:lnTo>
                  <a:lnTo>
                    <a:pt x="35347" y="12391"/>
                  </a:lnTo>
                  <a:lnTo>
                    <a:pt x="37566" y="12453"/>
                  </a:lnTo>
                  <a:lnTo>
                    <a:pt x="36776" y="14665"/>
                  </a:lnTo>
                  <a:lnTo>
                    <a:pt x="35236" y="15051"/>
                  </a:lnTo>
                  <a:lnTo>
                    <a:pt x="30530" y="12961"/>
                  </a:lnTo>
                  <a:lnTo>
                    <a:pt x="30266" y="18688"/>
                  </a:lnTo>
                  <a:lnTo>
                    <a:pt x="31416" y="18593"/>
                  </a:lnTo>
                  <a:lnTo>
                    <a:pt x="31326" y="17466"/>
                  </a:lnTo>
                  <a:lnTo>
                    <a:pt x="32836" y="21254"/>
                  </a:lnTo>
                  <a:lnTo>
                    <a:pt x="32944" y="24034"/>
                  </a:lnTo>
                  <a:lnTo>
                    <a:pt x="34786" y="24632"/>
                  </a:lnTo>
                  <a:lnTo>
                    <a:pt x="28874" y="24408"/>
                  </a:lnTo>
                  <a:lnTo>
                    <a:pt x="24965" y="20015"/>
                  </a:lnTo>
                  <a:lnTo>
                    <a:pt x="22332" y="18923"/>
                  </a:lnTo>
                  <a:lnTo>
                    <a:pt x="18514" y="17577"/>
                  </a:lnTo>
                  <a:lnTo>
                    <a:pt x="12365" y="17325"/>
                  </a:lnTo>
                  <a:lnTo>
                    <a:pt x="12356" y="18225"/>
                  </a:lnTo>
                  <a:lnTo>
                    <a:pt x="8771" y="18031"/>
                  </a:lnTo>
                  <a:lnTo>
                    <a:pt x="9975" y="14522"/>
                  </a:lnTo>
                  <a:lnTo>
                    <a:pt x="0" y="13323"/>
                  </a:lnTo>
                  <a:lnTo>
                    <a:pt x="2447" y="9198"/>
                  </a:lnTo>
                  <a:lnTo>
                    <a:pt x="5124" y="9682"/>
                  </a:lnTo>
                  <a:lnTo>
                    <a:pt x="8822" y="9204"/>
                  </a:lnTo>
                  <a:lnTo>
                    <a:pt x="10435" y="5169"/>
                  </a:lnTo>
                  <a:lnTo>
                    <a:pt x="12567" y="4666"/>
                  </a:lnTo>
                  <a:lnTo>
                    <a:pt x="12602" y="9783"/>
                  </a:lnTo>
                  <a:lnTo>
                    <a:pt x="14999" y="10041"/>
                  </a:lnTo>
                  <a:lnTo>
                    <a:pt x="16997" y="32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h2693"/>
            <p:cNvSpPr/>
            <p:nvPr/>
          </p:nvSpPr>
          <p:spPr>
            <a:xfrm>
              <a:off x="3892754" y="2808380"/>
              <a:ext cx="25337" cy="15196"/>
            </a:xfrm>
            <a:custGeom>
              <a:avLst/>
              <a:pathLst>
                <a:path w="25337" h="15196">
                  <a:moveTo>
                    <a:pt x="5841" y="479"/>
                  </a:moveTo>
                  <a:lnTo>
                    <a:pt x="8933" y="5941"/>
                  </a:lnTo>
                  <a:lnTo>
                    <a:pt x="22715" y="8539"/>
                  </a:lnTo>
                  <a:lnTo>
                    <a:pt x="24694" y="10193"/>
                  </a:lnTo>
                  <a:lnTo>
                    <a:pt x="25337" y="12482"/>
                  </a:lnTo>
                  <a:lnTo>
                    <a:pt x="24539" y="14942"/>
                  </a:lnTo>
                  <a:lnTo>
                    <a:pt x="21780" y="15196"/>
                  </a:lnTo>
                  <a:lnTo>
                    <a:pt x="21747" y="13438"/>
                  </a:lnTo>
                  <a:lnTo>
                    <a:pt x="19773" y="11711"/>
                  </a:lnTo>
                  <a:lnTo>
                    <a:pt x="14013" y="12678"/>
                  </a:lnTo>
                  <a:lnTo>
                    <a:pt x="8575" y="12532"/>
                  </a:lnTo>
                  <a:lnTo>
                    <a:pt x="5902" y="13397"/>
                  </a:lnTo>
                  <a:lnTo>
                    <a:pt x="4253" y="15144"/>
                  </a:lnTo>
                  <a:lnTo>
                    <a:pt x="1367" y="12588"/>
                  </a:lnTo>
                  <a:lnTo>
                    <a:pt x="1139" y="10617"/>
                  </a:lnTo>
                  <a:lnTo>
                    <a:pt x="3473" y="8616"/>
                  </a:lnTo>
                  <a:lnTo>
                    <a:pt x="3838" y="6915"/>
                  </a:lnTo>
                  <a:lnTo>
                    <a:pt x="0" y="2742"/>
                  </a:lnTo>
                  <a:lnTo>
                    <a:pt x="467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h2694"/>
            <p:cNvSpPr/>
            <p:nvPr/>
          </p:nvSpPr>
          <p:spPr>
            <a:xfrm>
              <a:off x="3884182" y="2820969"/>
              <a:ext cx="22182" cy="12928"/>
            </a:xfrm>
            <a:custGeom>
              <a:avLst/>
              <a:pathLst>
                <a:path w="22182" h="12928">
                  <a:moveTo>
                    <a:pt x="9939" y="0"/>
                  </a:moveTo>
                  <a:lnTo>
                    <a:pt x="12825" y="2556"/>
                  </a:lnTo>
                  <a:lnTo>
                    <a:pt x="14852" y="3448"/>
                  </a:lnTo>
                  <a:lnTo>
                    <a:pt x="17309" y="6630"/>
                  </a:lnTo>
                  <a:lnTo>
                    <a:pt x="19753" y="7546"/>
                  </a:lnTo>
                  <a:lnTo>
                    <a:pt x="21108" y="7120"/>
                  </a:lnTo>
                  <a:lnTo>
                    <a:pt x="22031" y="7920"/>
                  </a:lnTo>
                  <a:lnTo>
                    <a:pt x="22182" y="9932"/>
                  </a:lnTo>
                  <a:lnTo>
                    <a:pt x="19901" y="11218"/>
                  </a:lnTo>
                  <a:lnTo>
                    <a:pt x="16449" y="8763"/>
                  </a:lnTo>
                  <a:lnTo>
                    <a:pt x="13466" y="8719"/>
                  </a:lnTo>
                  <a:lnTo>
                    <a:pt x="8848" y="10109"/>
                  </a:lnTo>
                  <a:lnTo>
                    <a:pt x="8607" y="11183"/>
                  </a:lnTo>
                  <a:lnTo>
                    <a:pt x="4471" y="12928"/>
                  </a:lnTo>
                  <a:lnTo>
                    <a:pt x="5066" y="9954"/>
                  </a:lnTo>
                  <a:lnTo>
                    <a:pt x="2440" y="7418"/>
                  </a:lnTo>
                  <a:lnTo>
                    <a:pt x="0" y="7047"/>
                  </a:lnTo>
                  <a:lnTo>
                    <a:pt x="4804" y="2631"/>
                  </a:lnTo>
                  <a:lnTo>
                    <a:pt x="6453" y="26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h2695"/>
            <p:cNvSpPr/>
            <p:nvPr/>
          </p:nvSpPr>
          <p:spPr>
            <a:xfrm>
              <a:off x="3920988" y="2892235"/>
              <a:ext cx="14535" cy="21630"/>
            </a:xfrm>
            <a:custGeom>
              <a:avLst/>
              <a:pathLst>
                <a:path w="14535" h="21630">
                  <a:moveTo>
                    <a:pt x="11374" y="42"/>
                  </a:moveTo>
                  <a:lnTo>
                    <a:pt x="10868" y="3330"/>
                  </a:lnTo>
                  <a:lnTo>
                    <a:pt x="12814" y="10840"/>
                  </a:lnTo>
                  <a:lnTo>
                    <a:pt x="14260" y="12032"/>
                  </a:lnTo>
                  <a:lnTo>
                    <a:pt x="14535" y="15845"/>
                  </a:lnTo>
                  <a:lnTo>
                    <a:pt x="11072" y="15725"/>
                  </a:lnTo>
                  <a:lnTo>
                    <a:pt x="11030" y="18825"/>
                  </a:lnTo>
                  <a:lnTo>
                    <a:pt x="11905" y="18817"/>
                  </a:lnTo>
                  <a:lnTo>
                    <a:pt x="12013" y="21630"/>
                  </a:lnTo>
                  <a:lnTo>
                    <a:pt x="1967" y="20239"/>
                  </a:lnTo>
                  <a:lnTo>
                    <a:pt x="0" y="19424"/>
                  </a:lnTo>
                  <a:lnTo>
                    <a:pt x="52" y="18334"/>
                  </a:lnTo>
                  <a:lnTo>
                    <a:pt x="1173" y="18365"/>
                  </a:lnTo>
                  <a:lnTo>
                    <a:pt x="5355" y="7436"/>
                  </a:lnTo>
                  <a:lnTo>
                    <a:pt x="7981" y="5631"/>
                  </a:lnTo>
                  <a:lnTo>
                    <a:pt x="877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h2696"/>
            <p:cNvSpPr/>
            <p:nvPr/>
          </p:nvSpPr>
          <p:spPr>
            <a:xfrm>
              <a:off x="3875053" y="2832170"/>
              <a:ext cx="13111" cy="15415"/>
            </a:xfrm>
            <a:custGeom>
              <a:avLst/>
              <a:pathLst>
                <a:path w="13111" h="15415">
                  <a:moveTo>
                    <a:pt x="10105" y="167"/>
                  </a:moveTo>
                  <a:lnTo>
                    <a:pt x="12407" y="1520"/>
                  </a:lnTo>
                  <a:lnTo>
                    <a:pt x="13111" y="5465"/>
                  </a:lnTo>
                  <a:lnTo>
                    <a:pt x="11592" y="13695"/>
                  </a:lnTo>
                  <a:lnTo>
                    <a:pt x="9110" y="15415"/>
                  </a:lnTo>
                  <a:lnTo>
                    <a:pt x="0" y="11413"/>
                  </a:lnTo>
                  <a:lnTo>
                    <a:pt x="2703" y="7989"/>
                  </a:lnTo>
                  <a:lnTo>
                    <a:pt x="5093" y="7986"/>
                  </a:lnTo>
                  <a:lnTo>
                    <a:pt x="2805" y="5315"/>
                  </a:lnTo>
                  <a:lnTo>
                    <a:pt x="3555" y="1751"/>
                  </a:lnTo>
                  <a:lnTo>
                    <a:pt x="5862" y="1897"/>
                  </a:lnTo>
                  <a:lnTo>
                    <a:pt x="639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h2697"/>
            <p:cNvSpPr/>
            <p:nvPr/>
          </p:nvSpPr>
          <p:spPr>
            <a:xfrm>
              <a:off x="3851626" y="2789112"/>
              <a:ext cx="15428" cy="12706"/>
            </a:xfrm>
            <a:custGeom>
              <a:avLst/>
              <a:pathLst>
                <a:path w="15428" h="12706">
                  <a:moveTo>
                    <a:pt x="7884" y="0"/>
                  </a:moveTo>
                  <a:lnTo>
                    <a:pt x="9111" y="3520"/>
                  </a:lnTo>
                  <a:lnTo>
                    <a:pt x="14555" y="3158"/>
                  </a:lnTo>
                  <a:lnTo>
                    <a:pt x="15428" y="4289"/>
                  </a:lnTo>
                  <a:lnTo>
                    <a:pt x="9359" y="9284"/>
                  </a:lnTo>
                  <a:lnTo>
                    <a:pt x="8641" y="10961"/>
                  </a:lnTo>
                  <a:lnTo>
                    <a:pt x="8443" y="11447"/>
                  </a:lnTo>
                  <a:lnTo>
                    <a:pt x="8078" y="12684"/>
                  </a:lnTo>
                  <a:lnTo>
                    <a:pt x="7888" y="12706"/>
                  </a:lnTo>
                  <a:lnTo>
                    <a:pt x="7239" y="12008"/>
                  </a:lnTo>
                  <a:lnTo>
                    <a:pt x="7211" y="11618"/>
                  </a:lnTo>
                  <a:lnTo>
                    <a:pt x="7122" y="10372"/>
                  </a:lnTo>
                  <a:lnTo>
                    <a:pt x="617" y="8320"/>
                  </a:lnTo>
                  <a:lnTo>
                    <a:pt x="0" y="5392"/>
                  </a:lnTo>
                  <a:lnTo>
                    <a:pt x="1311" y="5224"/>
                  </a:lnTo>
                  <a:lnTo>
                    <a:pt x="1316" y="4642"/>
                  </a:lnTo>
                  <a:lnTo>
                    <a:pt x="1334" y="3976"/>
                  </a:lnTo>
                  <a:lnTo>
                    <a:pt x="2984" y="76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h2698"/>
            <p:cNvSpPr/>
            <p:nvPr/>
          </p:nvSpPr>
          <p:spPr>
            <a:xfrm>
              <a:off x="3898143" y="2859032"/>
              <a:ext cx="14002" cy="17950"/>
            </a:xfrm>
            <a:custGeom>
              <a:avLst/>
              <a:pathLst>
                <a:path w="14002" h="17950">
                  <a:moveTo>
                    <a:pt x="10689" y="264"/>
                  </a:moveTo>
                  <a:lnTo>
                    <a:pt x="11249" y="508"/>
                  </a:lnTo>
                  <a:lnTo>
                    <a:pt x="14002" y="2986"/>
                  </a:lnTo>
                  <a:lnTo>
                    <a:pt x="12124" y="2271"/>
                  </a:lnTo>
                  <a:lnTo>
                    <a:pt x="11480" y="9150"/>
                  </a:lnTo>
                  <a:lnTo>
                    <a:pt x="13242" y="8149"/>
                  </a:lnTo>
                  <a:lnTo>
                    <a:pt x="13000" y="11076"/>
                  </a:lnTo>
                  <a:lnTo>
                    <a:pt x="8124" y="11902"/>
                  </a:lnTo>
                  <a:lnTo>
                    <a:pt x="7731" y="13820"/>
                  </a:lnTo>
                  <a:lnTo>
                    <a:pt x="6672" y="17556"/>
                  </a:lnTo>
                  <a:lnTo>
                    <a:pt x="5797" y="17950"/>
                  </a:lnTo>
                  <a:lnTo>
                    <a:pt x="1168" y="16163"/>
                  </a:lnTo>
                  <a:lnTo>
                    <a:pt x="0" y="14953"/>
                  </a:lnTo>
                  <a:lnTo>
                    <a:pt x="1088" y="7768"/>
                  </a:lnTo>
                  <a:lnTo>
                    <a:pt x="6507" y="5951"/>
                  </a:lnTo>
                  <a:lnTo>
                    <a:pt x="7144" y="4448"/>
                  </a:lnTo>
                  <a:lnTo>
                    <a:pt x="6526" y="2196"/>
                  </a:lnTo>
                  <a:lnTo>
                    <a:pt x="771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h2699"/>
            <p:cNvSpPr/>
            <p:nvPr/>
          </p:nvSpPr>
          <p:spPr>
            <a:xfrm>
              <a:off x="3976282" y="2711621"/>
              <a:ext cx="42229" cy="28740"/>
            </a:xfrm>
            <a:custGeom>
              <a:avLst/>
              <a:pathLst>
                <a:path w="42229" h="28740">
                  <a:moveTo>
                    <a:pt x="39265" y="9960"/>
                  </a:moveTo>
                  <a:lnTo>
                    <a:pt x="39300" y="14312"/>
                  </a:lnTo>
                  <a:lnTo>
                    <a:pt x="39203" y="16068"/>
                  </a:lnTo>
                  <a:lnTo>
                    <a:pt x="36580" y="16052"/>
                  </a:lnTo>
                  <a:lnTo>
                    <a:pt x="36655" y="19479"/>
                  </a:lnTo>
                  <a:lnTo>
                    <a:pt x="41852" y="19435"/>
                  </a:lnTo>
                  <a:lnTo>
                    <a:pt x="42229" y="21816"/>
                  </a:lnTo>
                  <a:lnTo>
                    <a:pt x="37972" y="25839"/>
                  </a:lnTo>
                  <a:lnTo>
                    <a:pt x="37195" y="28740"/>
                  </a:lnTo>
                  <a:lnTo>
                    <a:pt x="31507" y="28657"/>
                  </a:lnTo>
                  <a:lnTo>
                    <a:pt x="28616" y="24159"/>
                  </a:lnTo>
                  <a:lnTo>
                    <a:pt x="24404" y="23636"/>
                  </a:lnTo>
                  <a:lnTo>
                    <a:pt x="12924" y="23430"/>
                  </a:lnTo>
                  <a:lnTo>
                    <a:pt x="12839" y="25141"/>
                  </a:lnTo>
                  <a:lnTo>
                    <a:pt x="5318" y="25575"/>
                  </a:lnTo>
                  <a:lnTo>
                    <a:pt x="4289" y="20436"/>
                  </a:lnTo>
                  <a:lnTo>
                    <a:pt x="4048" y="18874"/>
                  </a:lnTo>
                  <a:lnTo>
                    <a:pt x="11321" y="17580"/>
                  </a:lnTo>
                  <a:lnTo>
                    <a:pt x="11165" y="13784"/>
                  </a:lnTo>
                  <a:lnTo>
                    <a:pt x="6672" y="13710"/>
                  </a:lnTo>
                  <a:lnTo>
                    <a:pt x="4333" y="15344"/>
                  </a:lnTo>
                  <a:lnTo>
                    <a:pt x="4339" y="17349"/>
                  </a:lnTo>
                  <a:lnTo>
                    <a:pt x="363" y="15556"/>
                  </a:lnTo>
                  <a:lnTo>
                    <a:pt x="0" y="11653"/>
                  </a:lnTo>
                  <a:lnTo>
                    <a:pt x="12586" y="7386"/>
                  </a:lnTo>
                  <a:lnTo>
                    <a:pt x="17038" y="7175"/>
                  </a:lnTo>
                  <a:lnTo>
                    <a:pt x="22207" y="8394"/>
                  </a:lnTo>
                  <a:lnTo>
                    <a:pt x="27910" y="7163"/>
                  </a:lnTo>
                  <a:lnTo>
                    <a:pt x="30936" y="5965"/>
                  </a:lnTo>
                  <a:lnTo>
                    <a:pt x="31602" y="4421"/>
                  </a:lnTo>
                  <a:lnTo>
                    <a:pt x="37247" y="0"/>
                  </a:lnTo>
                  <a:lnTo>
                    <a:pt x="37823" y="560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h2700"/>
            <p:cNvSpPr/>
            <p:nvPr/>
          </p:nvSpPr>
          <p:spPr>
            <a:xfrm>
              <a:off x="4002283" y="2717855"/>
              <a:ext cx="181" cy="237"/>
            </a:xfrm>
            <a:custGeom>
              <a:avLst/>
              <a:pathLst>
                <a:path w="181" h="237">
                  <a:moveTo>
                    <a:pt x="181" y="180"/>
                  </a:moveTo>
                  <a:lnTo>
                    <a:pt x="0" y="2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h2701"/>
            <p:cNvSpPr/>
            <p:nvPr/>
          </p:nvSpPr>
          <p:spPr>
            <a:xfrm>
              <a:off x="3892790" y="2829688"/>
              <a:ext cx="11293" cy="7234"/>
            </a:xfrm>
            <a:custGeom>
              <a:avLst/>
              <a:pathLst>
                <a:path w="11293" h="7234">
                  <a:moveTo>
                    <a:pt x="7841" y="44"/>
                  </a:moveTo>
                  <a:lnTo>
                    <a:pt x="11293" y="2499"/>
                  </a:lnTo>
                  <a:lnTo>
                    <a:pt x="8568" y="4626"/>
                  </a:lnTo>
                  <a:lnTo>
                    <a:pt x="7371" y="6160"/>
                  </a:lnTo>
                  <a:lnTo>
                    <a:pt x="3514" y="7234"/>
                  </a:lnTo>
                  <a:lnTo>
                    <a:pt x="2785" y="2862"/>
                  </a:lnTo>
                  <a:lnTo>
                    <a:pt x="0" y="2464"/>
                  </a:lnTo>
                  <a:lnTo>
                    <a:pt x="240" y="1390"/>
                  </a:lnTo>
                  <a:lnTo>
                    <a:pt x="485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h2702"/>
            <p:cNvSpPr/>
            <p:nvPr/>
          </p:nvSpPr>
          <p:spPr>
            <a:xfrm>
              <a:off x="3931856" y="2886834"/>
              <a:ext cx="24267" cy="21246"/>
            </a:xfrm>
            <a:custGeom>
              <a:avLst/>
              <a:pathLst>
                <a:path w="24267" h="21246">
                  <a:moveTo>
                    <a:pt x="10659" y="251"/>
                  </a:moveTo>
                  <a:lnTo>
                    <a:pt x="17766" y="2934"/>
                  </a:lnTo>
                  <a:lnTo>
                    <a:pt x="20213" y="5219"/>
                  </a:lnTo>
                  <a:lnTo>
                    <a:pt x="20143" y="6228"/>
                  </a:lnTo>
                  <a:lnTo>
                    <a:pt x="23565" y="6193"/>
                  </a:lnTo>
                  <a:lnTo>
                    <a:pt x="24267" y="10464"/>
                  </a:lnTo>
                  <a:lnTo>
                    <a:pt x="21403" y="13324"/>
                  </a:lnTo>
                  <a:lnTo>
                    <a:pt x="20202" y="16209"/>
                  </a:lnTo>
                  <a:lnTo>
                    <a:pt x="11710" y="16003"/>
                  </a:lnTo>
                  <a:lnTo>
                    <a:pt x="11443" y="21050"/>
                  </a:lnTo>
                  <a:lnTo>
                    <a:pt x="3667" y="21246"/>
                  </a:lnTo>
                  <a:lnTo>
                    <a:pt x="3392" y="17433"/>
                  </a:lnTo>
                  <a:lnTo>
                    <a:pt x="1946" y="16241"/>
                  </a:lnTo>
                  <a:lnTo>
                    <a:pt x="0" y="8731"/>
                  </a:lnTo>
                  <a:lnTo>
                    <a:pt x="506" y="5443"/>
                  </a:lnTo>
                  <a:lnTo>
                    <a:pt x="1103" y="5453"/>
                  </a:lnTo>
                  <a:lnTo>
                    <a:pt x="866" y="1235"/>
                  </a:lnTo>
                  <a:lnTo>
                    <a:pt x="5016" y="1324"/>
                  </a:lnTo>
                  <a:lnTo>
                    <a:pt x="498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h2703"/>
            <p:cNvSpPr/>
            <p:nvPr/>
          </p:nvSpPr>
          <p:spPr>
            <a:xfrm>
              <a:off x="3893848" y="2779749"/>
              <a:ext cx="14592" cy="14621"/>
            </a:xfrm>
            <a:custGeom>
              <a:avLst/>
              <a:pathLst>
                <a:path w="14592" h="14621">
                  <a:moveTo>
                    <a:pt x="8452" y="0"/>
                  </a:moveTo>
                  <a:lnTo>
                    <a:pt x="10009" y="2280"/>
                  </a:lnTo>
                  <a:lnTo>
                    <a:pt x="12673" y="4586"/>
                  </a:lnTo>
                  <a:lnTo>
                    <a:pt x="12367" y="6438"/>
                  </a:lnTo>
                  <a:lnTo>
                    <a:pt x="13913" y="7409"/>
                  </a:lnTo>
                  <a:lnTo>
                    <a:pt x="14592" y="13928"/>
                  </a:lnTo>
                  <a:lnTo>
                    <a:pt x="7812" y="14621"/>
                  </a:lnTo>
                  <a:lnTo>
                    <a:pt x="5362" y="14435"/>
                  </a:lnTo>
                  <a:lnTo>
                    <a:pt x="5769" y="10096"/>
                  </a:lnTo>
                  <a:lnTo>
                    <a:pt x="4550" y="9069"/>
                  </a:lnTo>
                  <a:lnTo>
                    <a:pt x="0" y="8599"/>
                  </a:lnTo>
                  <a:lnTo>
                    <a:pt x="31" y="7442"/>
                  </a:lnTo>
                  <a:lnTo>
                    <a:pt x="6348" y="8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h2704"/>
            <p:cNvSpPr/>
            <p:nvPr/>
          </p:nvSpPr>
          <p:spPr>
            <a:xfrm>
              <a:off x="3861408" y="2796016"/>
              <a:ext cx="25772" cy="20984"/>
            </a:xfrm>
            <a:custGeom>
              <a:avLst/>
              <a:pathLst>
                <a:path w="25772" h="20984">
                  <a:moveTo>
                    <a:pt x="16302" y="211"/>
                  </a:moveTo>
                  <a:lnTo>
                    <a:pt x="17210" y="7773"/>
                  </a:lnTo>
                  <a:lnTo>
                    <a:pt x="20419" y="6428"/>
                  </a:lnTo>
                  <a:lnTo>
                    <a:pt x="23414" y="8060"/>
                  </a:lnTo>
                  <a:lnTo>
                    <a:pt x="25772" y="11612"/>
                  </a:lnTo>
                  <a:lnTo>
                    <a:pt x="23857" y="14480"/>
                  </a:lnTo>
                  <a:lnTo>
                    <a:pt x="21135" y="12790"/>
                  </a:lnTo>
                  <a:lnTo>
                    <a:pt x="21476" y="20984"/>
                  </a:lnTo>
                  <a:lnTo>
                    <a:pt x="19250" y="20847"/>
                  </a:lnTo>
                  <a:lnTo>
                    <a:pt x="16869" y="20687"/>
                  </a:lnTo>
                  <a:lnTo>
                    <a:pt x="14517" y="18903"/>
                  </a:lnTo>
                  <a:lnTo>
                    <a:pt x="7916" y="17647"/>
                  </a:lnTo>
                  <a:lnTo>
                    <a:pt x="7841" y="16966"/>
                  </a:lnTo>
                  <a:lnTo>
                    <a:pt x="10810" y="16985"/>
                  </a:lnTo>
                  <a:lnTo>
                    <a:pt x="10396" y="14934"/>
                  </a:lnTo>
                  <a:lnTo>
                    <a:pt x="8640" y="13158"/>
                  </a:lnTo>
                  <a:lnTo>
                    <a:pt x="8354" y="8477"/>
                  </a:lnTo>
                  <a:lnTo>
                    <a:pt x="6352" y="8061"/>
                  </a:lnTo>
                  <a:lnTo>
                    <a:pt x="2215" y="8859"/>
                  </a:lnTo>
                  <a:lnTo>
                    <a:pt x="0" y="7500"/>
                  </a:lnTo>
                  <a:lnTo>
                    <a:pt x="2903" y="5795"/>
                  </a:lnTo>
                  <a:lnTo>
                    <a:pt x="5381" y="3352"/>
                  </a:lnTo>
                  <a:lnTo>
                    <a:pt x="10956" y="3607"/>
                  </a:lnTo>
                  <a:lnTo>
                    <a:pt x="1497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h2705"/>
            <p:cNvSpPr/>
            <p:nvPr/>
          </p:nvSpPr>
          <p:spPr>
            <a:xfrm>
              <a:off x="4012863" y="2708141"/>
              <a:ext cx="40980" cy="27466"/>
            </a:xfrm>
            <a:custGeom>
              <a:avLst/>
              <a:pathLst>
                <a:path w="40980" h="27466">
                  <a:moveTo>
                    <a:pt x="28125" y="0"/>
                  </a:moveTo>
                  <a:lnTo>
                    <a:pt x="40980" y="3729"/>
                  </a:lnTo>
                  <a:lnTo>
                    <a:pt x="38966" y="4683"/>
                  </a:lnTo>
                  <a:lnTo>
                    <a:pt x="27350" y="5920"/>
                  </a:lnTo>
                  <a:lnTo>
                    <a:pt x="24653" y="10479"/>
                  </a:lnTo>
                  <a:lnTo>
                    <a:pt x="12502" y="11730"/>
                  </a:lnTo>
                  <a:lnTo>
                    <a:pt x="12897" y="12819"/>
                  </a:lnTo>
                  <a:lnTo>
                    <a:pt x="14599" y="12479"/>
                  </a:lnTo>
                  <a:lnTo>
                    <a:pt x="17064" y="25194"/>
                  </a:lnTo>
                  <a:lnTo>
                    <a:pt x="17061" y="27411"/>
                  </a:lnTo>
                  <a:lnTo>
                    <a:pt x="14122" y="27466"/>
                  </a:lnTo>
                  <a:lnTo>
                    <a:pt x="14143" y="25559"/>
                  </a:lnTo>
                  <a:lnTo>
                    <a:pt x="9571" y="23394"/>
                  </a:lnTo>
                  <a:lnTo>
                    <a:pt x="9360" y="19564"/>
                  </a:lnTo>
                  <a:lnTo>
                    <a:pt x="5330" y="19576"/>
                  </a:lnTo>
                  <a:lnTo>
                    <a:pt x="5271" y="22915"/>
                  </a:lnTo>
                  <a:lnTo>
                    <a:pt x="74" y="22959"/>
                  </a:lnTo>
                  <a:lnTo>
                    <a:pt x="0" y="19532"/>
                  </a:lnTo>
                  <a:lnTo>
                    <a:pt x="2622" y="19548"/>
                  </a:lnTo>
                  <a:lnTo>
                    <a:pt x="2720" y="17792"/>
                  </a:lnTo>
                  <a:lnTo>
                    <a:pt x="2685" y="13440"/>
                  </a:lnTo>
                  <a:lnTo>
                    <a:pt x="1242" y="9085"/>
                  </a:lnTo>
                  <a:lnTo>
                    <a:pt x="667" y="3479"/>
                  </a:lnTo>
                  <a:lnTo>
                    <a:pt x="3932" y="1066"/>
                  </a:lnTo>
                  <a:lnTo>
                    <a:pt x="7107" y="69"/>
                  </a:lnTo>
                  <a:lnTo>
                    <a:pt x="18070" y="82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h2706"/>
            <p:cNvSpPr/>
            <p:nvPr/>
          </p:nvSpPr>
          <p:spPr>
            <a:xfrm>
              <a:off x="3996935" y="2831197"/>
              <a:ext cx="18993" cy="22973"/>
            </a:xfrm>
            <a:custGeom>
              <a:avLst/>
              <a:pathLst>
                <a:path w="18993" h="22973">
                  <a:moveTo>
                    <a:pt x="6724" y="0"/>
                  </a:moveTo>
                  <a:lnTo>
                    <a:pt x="13225" y="2310"/>
                  </a:lnTo>
                  <a:lnTo>
                    <a:pt x="14251" y="2075"/>
                  </a:lnTo>
                  <a:lnTo>
                    <a:pt x="15619" y="2471"/>
                  </a:lnTo>
                  <a:lnTo>
                    <a:pt x="18993" y="8887"/>
                  </a:lnTo>
                  <a:lnTo>
                    <a:pt x="16797" y="12788"/>
                  </a:lnTo>
                  <a:lnTo>
                    <a:pt x="12277" y="13208"/>
                  </a:lnTo>
                  <a:lnTo>
                    <a:pt x="10462" y="14725"/>
                  </a:lnTo>
                  <a:lnTo>
                    <a:pt x="8432" y="17810"/>
                  </a:lnTo>
                  <a:lnTo>
                    <a:pt x="8574" y="20358"/>
                  </a:lnTo>
                  <a:lnTo>
                    <a:pt x="4374" y="22642"/>
                  </a:lnTo>
                  <a:lnTo>
                    <a:pt x="1240" y="22973"/>
                  </a:lnTo>
                  <a:lnTo>
                    <a:pt x="0" y="22130"/>
                  </a:lnTo>
                  <a:lnTo>
                    <a:pt x="2369" y="16887"/>
                  </a:lnTo>
                  <a:lnTo>
                    <a:pt x="9163" y="13506"/>
                  </a:lnTo>
                  <a:lnTo>
                    <a:pt x="9911" y="12261"/>
                  </a:lnTo>
                  <a:lnTo>
                    <a:pt x="9585" y="10921"/>
                  </a:lnTo>
                  <a:lnTo>
                    <a:pt x="4840" y="10659"/>
                  </a:lnTo>
                  <a:lnTo>
                    <a:pt x="2914" y="6900"/>
                  </a:lnTo>
                  <a:lnTo>
                    <a:pt x="4847" y="4132"/>
                  </a:lnTo>
                  <a:lnTo>
                    <a:pt x="5209" y="218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h2707"/>
            <p:cNvSpPr/>
            <p:nvPr/>
          </p:nvSpPr>
          <p:spPr>
            <a:xfrm>
              <a:off x="3839756" y="2872887"/>
              <a:ext cx="35537" cy="30724"/>
            </a:xfrm>
            <a:custGeom>
              <a:avLst/>
              <a:pathLst>
                <a:path w="35537" h="30724">
                  <a:moveTo>
                    <a:pt x="26963" y="1832"/>
                  </a:moveTo>
                  <a:lnTo>
                    <a:pt x="27935" y="6430"/>
                  </a:lnTo>
                  <a:lnTo>
                    <a:pt x="26742" y="7505"/>
                  </a:lnTo>
                  <a:lnTo>
                    <a:pt x="26387" y="10918"/>
                  </a:lnTo>
                  <a:lnTo>
                    <a:pt x="29127" y="14970"/>
                  </a:lnTo>
                  <a:lnTo>
                    <a:pt x="33403" y="15587"/>
                  </a:lnTo>
                  <a:lnTo>
                    <a:pt x="35537" y="16775"/>
                  </a:lnTo>
                  <a:lnTo>
                    <a:pt x="35537" y="20814"/>
                  </a:lnTo>
                  <a:lnTo>
                    <a:pt x="32535" y="22991"/>
                  </a:lnTo>
                  <a:lnTo>
                    <a:pt x="30381" y="22506"/>
                  </a:lnTo>
                  <a:lnTo>
                    <a:pt x="30640" y="21071"/>
                  </a:lnTo>
                  <a:lnTo>
                    <a:pt x="25184" y="18337"/>
                  </a:lnTo>
                  <a:lnTo>
                    <a:pt x="26131" y="22292"/>
                  </a:lnTo>
                  <a:lnTo>
                    <a:pt x="32193" y="24618"/>
                  </a:lnTo>
                  <a:lnTo>
                    <a:pt x="31683" y="29035"/>
                  </a:lnTo>
                  <a:lnTo>
                    <a:pt x="28412" y="30724"/>
                  </a:lnTo>
                  <a:lnTo>
                    <a:pt x="24133" y="30678"/>
                  </a:lnTo>
                  <a:lnTo>
                    <a:pt x="16490" y="28258"/>
                  </a:lnTo>
                  <a:lnTo>
                    <a:pt x="16780" y="26345"/>
                  </a:lnTo>
                  <a:lnTo>
                    <a:pt x="15780" y="21451"/>
                  </a:lnTo>
                  <a:lnTo>
                    <a:pt x="12925" y="16025"/>
                  </a:lnTo>
                  <a:lnTo>
                    <a:pt x="8558" y="16025"/>
                  </a:lnTo>
                  <a:lnTo>
                    <a:pt x="0" y="19731"/>
                  </a:lnTo>
                  <a:lnTo>
                    <a:pt x="474" y="13807"/>
                  </a:lnTo>
                  <a:lnTo>
                    <a:pt x="5504" y="10678"/>
                  </a:lnTo>
                  <a:lnTo>
                    <a:pt x="10880" y="10337"/>
                  </a:lnTo>
                  <a:lnTo>
                    <a:pt x="11356" y="8720"/>
                  </a:lnTo>
                  <a:lnTo>
                    <a:pt x="13193" y="7949"/>
                  </a:lnTo>
                  <a:lnTo>
                    <a:pt x="15102" y="8820"/>
                  </a:lnTo>
                  <a:lnTo>
                    <a:pt x="16806" y="7278"/>
                  </a:lnTo>
                  <a:lnTo>
                    <a:pt x="16295" y="5660"/>
                  </a:lnTo>
                  <a:lnTo>
                    <a:pt x="17147" y="3576"/>
                  </a:lnTo>
                  <a:lnTo>
                    <a:pt x="2336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h2708"/>
            <p:cNvSpPr/>
            <p:nvPr/>
          </p:nvSpPr>
          <p:spPr>
            <a:xfrm>
              <a:off x="3982652" y="2753172"/>
              <a:ext cx="29270" cy="22688"/>
            </a:xfrm>
            <a:custGeom>
              <a:avLst/>
              <a:pathLst>
                <a:path w="29270" h="22688">
                  <a:moveTo>
                    <a:pt x="19938" y="835"/>
                  </a:moveTo>
                  <a:lnTo>
                    <a:pt x="19996" y="2030"/>
                  </a:lnTo>
                  <a:lnTo>
                    <a:pt x="16686" y="2542"/>
                  </a:lnTo>
                  <a:lnTo>
                    <a:pt x="17231" y="5481"/>
                  </a:lnTo>
                  <a:lnTo>
                    <a:pt x="20031" y="9081"/>
                  </a:lnTo>
                  <a:lnTo>
                    <a:pt x="24328" y="11946"/>
                  </a:lnTo>
                  <a:lnTo>
                    <a:pt x="26052" y="14440"/>
                  </a:lnTo>
                  <a:lnTo>
                    <a:pt x="29153" y="13767"/>
                  </a:lnTo>
                  <a:lnTo>
                    <a:pt x="29270" y="17248"/>
                  </a:lnTo>
                  <a:lnTo>
                    <a:pt x="27067" y="17907"/>
                  </a:lnTo>
                  <a:lnTo>
                    <a:pt x="27190" y="19336"/>
                  </a:lnTo>
                  <a:lnTo>
                    <a:pt x="25534" y="22688"/>
                  </a:lnTo>
                  <a:lnTo>
                    <a:pt x="19932" y="22471"/>
                  </a:lnTo>
                  <a:lnTo>
                    <a:pt x="17821" y="20833"/>
                  </a:lnTo>
                  <a:lnTo>
                    <a:pt x="11105" y="19606"/>
                  </a:lnTo>
                  <a:lnTo>
                    <a:pt x="11667" y="20501"/>
                  </a:lnTo>
                  <a:lnTo>
                    <a:pt x="8550" y="21489"/>
                  </a:lnTo>
                  <a:lnTo>
                    <a:pt x="4008" y="20453"/>
                  </a:lnTo>
                  <a:lnTo>
                    <a:pt x="3339" y="16198"/>
                  </a:lnTo>
                  <a:lnTo>
                    <a:pt x="743" y="16190"/>
                  </a:lnTo>
                  <a:lnTo>
                    <a:pt x="0" y="15003"/>
                  </a:lnTo>
                  <a:lnTo>
                    <a:pt x="241" y="13214"/>
                  </a:lnTo>
                  <a:lnTo>
                    <a:pt x="986" y="13289"/>
                  </a:lnTo>
                  <a:lnTo>
                    <a:pt x="1072" y="8003"/>
                  </a:lnTo>
                  <a:lnTo>
                    <a:pt x="1336" y="4902"/>
                  </a:lnTo>
                  <a:lnTo>
                    <a:pt x="5410" y="969"/>
                  </a:lnTo>
                  <a:lnTo>
                    <a:pt x="1659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h2709"/>
            <p:cNvSpPr/>
            <p:nvPr/>
          </p:nvSpPr>
          <p:spPr>
            <a:xfrm>
              <a:off x="3885906" y="2755102"/>
              <a:ext cx="14818" cy="22917"/>
            </a:xfrm>
            <a:custGeom>
              <a:avLst/>
              <a:pathLst>
                <a:path w="14818" h="22917">
                  <a:moveTo>
                    <a:pt x="11991" y="7506"/>
                  </a:moveTo>
                  <a:lnTo>
                    <a:pt x="14818" y="14751"/>
                  </a:lnTo>
                  <a:lnTo>
                    <a:pt x="13798" y="16471"/>
                  </a:lnTo>
                  <a:lnTo>
                    <a:pt x="14241" y="19605"/>
                  </a:lnTo>
                  <a:lnTo>
                    <a:pt x="12049" y="22560"/>
                  </a:lnTo>
                  <a:lnTo>
                    <a:pt x="11283" y="22589"/>
                  </a:lnTo>
                  <a:lnTo>
                    <a:pt x="8903" y="20163"/>
                  </a:lnTo>
                  <a:lnTo>
                    <a:pt x="6959" y="20094"/>
                  </a:lnTo>
                  <a:lnTo>
                    <a:pt x="6833" y="22917"/>
                  </a:lnTo>
                  <a:lnTo>
                    <a:pt x="5288" y="22099"/>
                  </a:lnTo>
                  <a:lnTo>
                    <a:pt x="3026" y="17416"/>
                  </a:lnTo>
                  <a:lnTo>
                    <a:pt x="2841" y="15541"/>
                  </a:lnTo>
                  <a:lnTo>
                    <a:pt x="4767" y="11807"/>
                  </a:lnTo>
                  <a:lnTo>
                    <a:pt x="2330" y="11277"/>
                  </a:lnTo>
                  <a:lnTo>
                    <a:pt x="25" y="10546"/>
                  </a:lnTo>
                  <a:lnTo>
                    <a:pt x="0" y="8306"/>
                  </a:lnTo>
                  <a:lnTo>
                    <a:pt x="4006" y="6319"/>
                  </a:lnTo>
                  <a:lnTo>
                    <a:pt x="4100" y="1624"/>
                  </a:lnTo>
                  <a:lnTo>
                    <a:pt x="12316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h2710"/>
            <p:cNvSpPr/>
            <p:nvPr/>
          </p:nvSpPr>
          <p:spPr>
            <a:xfrm>
              <a:off x="3956414" y="2770805"/>
              <a:ext cx="31940" cy="40269"/>
            </a:xfrm>
            <a:custGeom>
              <a:avLst/>
              <a:pathLst>
                <a:path w="31940" h="40269">
                  <a:moveTo>
                    <a:pt x="21685" y="0"/>
                  </a:moveTo>
                  <a:lnTo>
                    <a:pt x="23378" y="872"/>
                  </a:lnTo>
                  <a:lnTo>
                    <a:pt x="23100" y="3687"/>
                  </a:lnTo>
                  <a:lnTo>
                    <a:pt x="28199" y="13941"/>
                  </a:lnTo>
                  <a:lnTo>
                    <a:pt x="27905" y="19970"/>
                  </a:lnTo>
                  <a:lnTo>
                    <a:pt x="28978" y="23780"/>
                  </a:lnTo>
                  <a:lnTo>
                    <a:pt x="30866" y="23587"/>
                  </a:lnTo>
                  <a:lnTo>
                    <a:pt x="31940" y="27921"/>
                  </a:lnTo>
                  <a:lnTo>
                    <a:pt x="28932" y="31681"/>
                  </a:lnTo>
                  <a:lnTo>
                    <a:pt x="24966" y="31567"/>
                  </a:lnTo>
                  <a:lnTo>
                    <a:pt x="23830" y="36238"/>
                  </a:lnTo>
                  <a:lnTo>
                    <a:pt x="20664" y="36522"/>
                  </a:lnTo>
                  <a:lnTo>
                    <a:pt x="19734" y="36108"/>
                  </a:lnTo>
                  <a:lnTo>
                    <a:pt x="19786" y="35249"/>
                  </a:lnTo>
                  <a:lnTo>
                    <a:pt x="17525" y="34793"/>
                  </a:lnTo>
                  <a:lnTo>
                    <a:pt x="15461" y="36681"/>
                  </a:lnTo>
                  <a:lnTo>
                    <a:pt x="15759" y="40269"/>
                  </a:lnTo>
                  <a:lnTo>
                    <a:pt x="13417" y="38420"/>
                  </a:lnTo>
                  <a:lnTo>
                    <a:pt x="13501" y="36200"/>
                  </a:lnTo>
                  <a:lnTo>
                    <a:pt x="10740" y="35620"/>
                  </a:lnTo>
                  <a:lnTo>
                    <a:pt x="7993" y="36307"/>
                  </a:lnTo>
                  <a:lnTo>
                    <a:pt x="7159" y="27239"/>
                  </a:lnTo>
                  <a:lnTo>
                    <a:pt x="1852" y="27134"/>
                  </a:lnTo>
                  <a:lnTo>
                    <a:pt x="1460" y="22326"/>
                  </a:lnTo>
                  <a:lnTo>
                    <a:pt x="0" y="20471"/>
                  </a:lnTo>
                  <a:lnTo>
                    <a:pt x="10" y="16219"/>
                  </a:lnTo>
                  <a:lnTo>
                    <a:pt x="369" y="14994"/>
                  </a:lnTo>
                  <a:lnTo>
                    <a:pt x="6194" y="13990"/>
                  </a:lnTo>
                  <a:lnTo>
                    <a:pt x="9969" y="8635"/>
                  </a:lnTo>
                  <a:lnTo>
                    <a:pt x="10300" y="4525"/>
                  </a:lnTo>
                  <a:lnTo>
                    <a:pt x="17131" y="77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h2711"/>
            <p:cNvSpPr/>
            <p:nvPr/>
          </p:nvSpPr>
          <p:spPr>
            <a:xfrm>
              <a:off x="3905875" y="2861304"/>
              <a:ext cx="30997" cy="30983"/>
            </a:xfrm>
            <a:custGeom>
              <a:avLst/>
              <a:pathLst>
                <a:path w="30997" h="30983">
                  <a:moveTo>
                    <a:pt x="6271" y="714"/>
                  </a:moveTo>
                  <a:lnTo>
                    <a:pt x="8055" y="2747"/>
                  </a:lnTo>
                  <a:lnTo>
                    <a:pt x="12883" y="4259"/>
                  </a:lnTo>
                  <a:lnTo>
                    <a:pt x="13688" y="3171"/>
                  </a:lnTo>
                  <a:lnTo>
                    <a:pt x="15911" y="2509"/>
                  </a:lnTo>
                  <a:lnTo>
                    <a:pt x="15820" y="5096"/>
                  </a:lnTo>
                  <a:lnTo>
                    <a:pt x="24692" y="4177"/>
                  </a:lnTo>
                  <a:lnTo>
                    <a:pt x="26431" y="4284"/>
                  </a:lnTo>
                  <a:lnTo>
                    <a:pt x="27424" y="7634"/>
                  </a:lnTo>
                  <a:lnTo>
                    <a:pt x="24491" y="12059"/>
                  </a:lnTo>
                  <a:lnTo>
                    <a:pt x="28771" y="13287"/>
                  </a:lnTo>
                  <a:lnTo>
                    <a:pt x="28868" y="24375"/>
                  </a:lnTo>
                  <a:lnTo>
                    <a:pt x="30962" y="25530"/>
                  </a:lnTo>
                  <a:lnTo>
                    <a:pt x="30997" y="26854"/>
                  </a:lnTo>
                  <a:lnTo>
                    <a:pt x="26848" y="26765"/>
                  </a:lnTo>
                  <a:lnTo>
                    <a:pt x="27085" y="30983"/>
                  </a:lnTo>
                  <a:lnTo>
                    <a:pt x="26487" y="30973"/>
                  </a:lnTo>
                  <a:lnTo>
                    <a:pt x="23892" y="30931"/>
                  </a:lnTo>
                  <a:lnTo>
                    <a:pt x="23568" y="25178"/>
                  </a:lnTo>
                  <a:lnTo>
                    <a:pt x="19558" y="25727"/>
                  </a:lnTo>
                  <a:lnTo>
                    <a:pt x="14136" y="23233"/>
                  </a:lnTo>
                  <a:lnTo>
                    <a:pt x="11928" y="21803"/>
                  </a:lnTo>
                  <a:lnTo>
                    <a:pt x="11641" y="19192"/>
                  </a:lnTo>
                  <a:lnTo>
                    <a:pt x="9710" y="17361"/>
                  </a:lnTo>
                  <a:lnTo>
                    <a:pt x="2584" y="17838"/>
                  </a:lnTo>
                  <a:lnTo>
                    <a:pt x="0" y="11548"/>
                  </a:lnTo>
                  <a:lnTo>
                    <a:pt x="393" y="9630"/>
                  </a:lnTo>
                  <a:lnTo>
                    <a:pt x="5269" y="8804"/>
                  </a:lnTo>
                  <a:lnTo>
                    <a:pt x="5511" y="5877"/>
                  </a:lnTo>
                  <a:lnTo>
                    <a:pt x="3749" y="6878"/>
                  </a:lnTo>
                  <a:lnTo>
                    <a:pt x="439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h2712"/>
            <p:cNvSpPr/>
            <p:nvPr/>
          </p:nvSpPr>
          <p:spPr>
            <a:xfrm>
              <a:off x="3861116" y="2815990"/>
              <a:ext cx="19030" cy="24169"/>
            </a:xfrm>
            <a:custGeom>
              <a:avLst/>
              <a:pathLst>
                <a:path w="19030" h="24169">
                  <a:moveTo>
                    <a:pt x="8620" y="2904"/>
                  </a:moveTo>
                  <a:lnTo>
                    <a:pt x="11377" y="1940"/>
                  </a:lnTo>
                  <a:lnTo>
                    <a:pt x="11891" y="18509"/>
                  </a:lnTo>
                  <a:lnTo>
                    <a:pt x="17492" y="17931"/>
                  </a:lnTo>
                  <a:lnTo>
                    <a:pt x="16742" y="21495"/>
                  </a:lnTo>
                  <a:lnTo>
                    <a:pt x="19030" y="24165"/>
                  </a:lnTo>
                  <a:lnTo>
                    <a:pt x="16640" y="24169"/>
                  </a:lnTo>
                  <a:lnTo>
                    <a:pt x="13984" y="24145"/>
                  </a:lnTo>
                  <a:lnTo>
                    <a:pt x="13720" y="21331"/>
                  </a:lnTo>
                  <a:lnTo>
                    <a:pt x="7891" y="18724"/>
                  </a:lnTo>
                  <a:lnTo>
                    <a:pt x="1923" y="18210"/>
                  </a:lnTo>
                  <a:lnTo>
                    <a:pt x="4046" y="17573"/>
                  </a:lnTo>
                  <a:lnTo>
                    <a:pt x="4097" y="16827"/>
                  </a:lnTo>
                  <a:lnTo>
                    <a:pt x="1653" y="11986"/>
                  </a:lnTo>
                  <a:lnTo>
                    <a:pt x="2062" y="7544"/>
                  </a:lnTo>
                  <a:lnTo>
                    <a:pt x="0" y="5112"/>
                  </a:lnTo>
                  <a:lnTo>
                    <a:pt x="2502" y="45"/>
                  </a:lnTo>
                  <a:lnTo>
                    <a:pt x="576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h2713"/>
            <p:cNvSpPr/>
            <p:nvPr/>
          </p:nvSpPr>
          <p:spPr>
            <a:xfrm>
              <a:off x="3800181" y="2816530"/>
              <a:ext cx="23377" cy="25239"/>
            </a:xfrm>
            <a:custGeom>
              <a:avLst/>
              <a:pathLst>
                <a:path w="23377" h="25239">
                  <a:moveTo>
                    <a:pt x="15210" y="19"/>
                  </a:moveTo>
                  <a:lnTo>
                    <a:pt x="16862" y="5028"/>
                  </a:lnTo>
                  <a:lnTo>
                    <a:pt x="22331" y="2436"/>
                  </a:lnTo>
                  <a:lnTo>
                    <a:pt x="23377" y="3574"/>
                  </a:lnTo>
                  <a:lnTo>
                    <a:pt x="22146" y="7507"/>
                  </a:lnTo>
                  <a:lnTo>
                    <a:pt x="14830" y="7860"/>
                  </a:lnTo>
                  <a:lnTo>
                    <a:pt x="14734" y="14499"/>
                  </a:lnTo>
                  <a:lnTo>
                    <a:pt x="16587" y="15520"/>
                  </a:lnTo>
                  <a:lnTo>
                    <a:pt x="14590" y="25239"/>
                  </a:lnTo>
                  <a:lnTo>
                    <a:pt x="12192" y="24981"/>
                  </a:lnTo>
                  <a:lnTo>
                    <a:pt x="12158" y="19864"/>
                  </a:lnTo>
                  <a:lnTo>
                    <a:pt x="10026" y="20367"/>
                  </a:lnTo>
                  <a:lnTo>
                    <a:pt x="8413" y="24402"/>
                  </a:lnTo>
                  <a:lnTo>
                    <a:pt x="4715" y="24880"/>
                  </a:lnTo>
                  <a:lnTo>
                    <a:pt x="2037" y="24396"/>
                  </a:lnTo>
                  <a:lnTo>
                    <a:pt x="3585" y="20150"/>
                  </a:lnTo>
                  <a:lnTo>
                    <a:pt x="3702" y="16135"/>
                  </a:lnTo>
                  <a:lnTo>
                    <a:pt x="3260" y="14569"/>
                  </a:lnTo>
                  <a:lnTo>
                    <a:pt x="485" y="14183"/>
                  </a:lnTo>
                  <a:lnTo>
                    <a:pt x="0" y="10571"/>
                  </a:lnTo>
                  <a:lnTo>
                    <a:pt x="987" y="9827"/>
                  </a:lnTo>
                  <a:lnTo>
                    <a:pt x="6683" y="11652"/>
                  </a:lnTo>
                  <a:lnTo>
                    <a:pt x="9398" y="13440"/>
                  </a:lnTo>
                  <a:lnTo>
                    <a:pt x="11171" y="2850"/>
                  </a:lnTo>
                  <a:lnTo>
                    <a:pt x="1270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h2714"/>
            <p:cNvSpPr/>
            <p:nvPr/>
          </p:nvSpPr>
          <p:spPr>
            <a:xfrm>
              <a:off x="3962822" y="2806425"/>
              <a:ext cx="13906" cy="20583"/>
            </a:xfrm>
            <a:custGeom>
              <a:avLst/>
              <a:pathLst>
                <a:path w="13906" h="20583">
                  <a:moveTo>
                    <a:pt x="7094" y="580"/>
                  </a:moveTo>
                  <a:lnTo>
                    <a:pt x="7010" y="2799"/>
                  </a:lnTo>
                  <a:lnTo>
                    <a:pt x="9351" y="4648"/>
                  </a:lnTo>
                  <a:lnTo>
                    <a:pt x="11145" y="6823"/>
                  </a:lnTo>
                  <a:lnTo>
                    <a:pt x="13906" y="7025"/>
                  </a:lnTo>
                  <a:lnTo>
                    <a:pt x="13513" y="9716"/>
                  </a:lnTo>
                  <a:lnTo>
                    <a:pt x="11221" y="13280"/>
                  </a:lnTo>
                  <a:lnTo>
                    <a:pt x="7568" y="12072"/>
                  </a:lnTo>
                  <a:lnTo>
                    <a:pt x="5510" y="14282"/>
                  </a:lnTo>
                  <a:lnTo>
                    <a:pt x="5051" y="18725"/>
                  </a:lnTo>
                  <a:lnTo>
                    <a:pt x="3112" y="20468"/>
                  </a:lnTo>
                  <a:lnTo>
                    <a:pt x="0" y="20583"/>
                  </a:lnTo>
                  <a:lnTo>
                    <a:pt x="388" y="17073"/>
                  </a:lnTo>
                  <a:lnTo>
                    <a:pt x="2309" y="11880"/>
                  </a:lnTo>
                  <a:lnTo>
                    <a:pt x="1585" y="686"/>
                  </a:lnTo>
                  <a:lnTo>
                    <a:pt x="433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h2715"/>
            <p:cNvSpPr/>
            <p:nvPr/>
          </p:nvSpPr>
          <p:spPr>
            <a:xfrm>
              <a:off x="3874889" y="2788535"/>
              <a:ext cx="15290" cy="15254"/>
            </a:xfrm>
            <a:custGeom>
              <a:avLst/>
              <a:pathLst>
                <a:path w="15290" h="15254">
                  <a:moveTo>
                    <a:pt x="5160" y="415"/>
                  </a:moveTo>
                  <a:lnTo>
                    <a:pt x="10331" y="8742"/>
                  </a:lnTo>
                  <a:lnTo>
                    <a:pt x="14675" y="9137"/>
                  </a:lnTo>
                  <a:lnTo>
                    <a:pt x="15290" y="9925"/>
                  </a:lnTo>
                  <a:lnTo>
                    <a:pt x="12109" y="9609"/>
                  </a:lnTo>
                  <a:lnTo>
                    <a:pt x="12063" y="11621"/>
                  </a:lnTo>
                  <a:lnTo>
                    <a:pt x="9893" y="13427"/>
                  </a:lnTo>
                  <a:lnTo>
                    <a:pt x="8244" y="14247"/>
                  </a:lnTo>
                  <a:lnTo>
                    <a:pt x="6938" y="13908"/>
                  </a:lnTo>
                  <a:lnTo>
                    <a:pt x="3729" y="15254"/>
                  </a:lnTo>
                  <a:lnTo>
                    <a:pt x="2821" y="7692"/>
                  </a:lnTo>
                  <a:lnTo>
                    <a:pt x="1495" y="7480"/>
                  </a:lnTo>
                  <a:lnTo>
                    <a:pt x="0" y="5143"/>
                  </a:lnTo>
                  <a:lnTo>
                    <a:pt x="385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h2716"/>
            <p:cNvSpPr/>
            <p:nvPr/>
          </p:nvSpPr>
          <p:spPr>
            <a:xfrm>
              <a:off x="3821987" y="2860532"/>
              <a:ext cx="30962" cy="33966"/>
            </a:xfrm>
            <a:custGeom>
              <a:avLst/>
              <a:pathLst>
                <a:path w="30962" h="33966">
                  <a:moveTo>
                    <a:pt x="12957" y="355"/>
                  </a:moveTo>
                  <a:lnTo>
                    <a:pt x="17738" y="4059"/>
                  </a:lnTo>
                  <a:lnTo>
                    <a:pt x="18332" y="6943"/>
                  </a:lnTo>
                  <a:lnTo>
                    <a:pt x="20315" y="8862"/>
                  </a:lnTo>
                  <a:lnTo>
                    <a:pt x="21305" y="8707"/>
                  </a:lnTo>
                  <a:lnTo>
                    <a:pt x="21075" y="4136"/>
                  </a:lnTo>
                  <a:lnTo>
                    <a:pt x="27039" y="3513"/>
                  </a:lnTo>
                  <a:lnTo>
                    <a:pt x="27699" y="9855"/>
                  </a:lnTo>
                  <a:lnTo>
                    <a:pt x="26804" y="12921"/>
                  </a:lnTo>
                  <a:lnTo>
                    <a:pt x="27785" y="18869"/>
                  </a:lnTo>
                  <a:lnTo>
                    <a:pt x="30962" y="20305"/>
                  </a:lnTo>
                  <a:lnTo>
                    <a:pt x="29125" y="21076"/>
                  </a:lnTo>
                  <a:lnTo>
                    <a:pt x="28649" y="22693"/>
                  </a:lnTo>
                  <a:lnTo>
                    <a:pt x="23273" y="23033"/>
                  </a:lnTo>
                  <a:lnTo>
                    <a:pt x="18243" y="26162"/>
                  </a:lnTo>
                  <a:lnTo>
                    <a:pt x="17769" y="32086"/>
                  </a:lnTo>
                  <a:lnTo>
                    <a:pt x="10358" y="31681"/>
                  </a:lnTo>
                  <a:lnTo>
                    <a:pt x="6396" y="33966"/>
                  </a:lnTo>
                  <a:lnTo>
                    <a:pt x="198" y="33141"/>
                  </a:lnTo>
                  <a:lnTo>
                    <a:pt x="0" y="29594"/>
                  </a:lnTo>
                  <a:lnTo>
                    <a:pt x="2362" y="28906"/>
                  </a:lnTo>
                  <a:lnTo>
                    <a:pt x="4066" y="23766"/>
                  </a:lnTo>
                  <a:lnTo>
                    <a:pt x="4558" y="18040"/>
                  </a:lnTo>
                  <a:lnTo>
                    <a:pt x="4728" y="16533"/>
                  </a:lnTo>
                  <a:lnTo>
                    <a:pt x="8448" y="16681"/>
                  </a:lnTo>
                  <a:lnTo>
                    <a:pt x="8752" y="8384"/>
                  </a:lnTo>
                  <a:lnTo>
                    <a:pt x="11440" y="8178"/>
                  </a:lnTo>
                  <a:lnTo>
                    <a:pt x="12101" y="7116"/>
                  </a:lnTo>
                  <a:lnTo>
                    <a:pt x="11701" y="65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h2717"/>
            <p:cNvSpPr/>
            <p:nvPr/>
          </p:nvSpPr>
          <p:spPr>
            <a:xfrm>
              <a:off x="3853922" y="2834201"/>
              <a:ext cx="30241" cy="29327"/>
            </a:xfrm>
            <a:custGeom>
              <a:avLst/>
              <a:pathLst>
                <a:path w="30241" h="29327">
                  <a:moveTo>
                    <a:pt x="9117" y="0"/>
                  </a:moveTo>
                  <a:lnTo>
                    <a:pt x="15086" y="513"/>
                  </a:lnTo>
                  <a:lnTo>
                    <a:pt x="20914" y="3120"/>
                  </a:lnTo>
                  <a:lnTo>
                    <a:pt x="21178" y="5934"/>
                  </a:lnTo>
                  <a:lnTo>
                    <a:pt x="23834" y="5958"/>
                  </a:lnTo>
                  <a:lnTo>
                    <a:pt x="21130" y="9381"/>
                  </a:lnTo>
                  <a:lnTo>
                    <a:pt x="30241" y="13383"/>
                  </a:lnTo>
                  <a:lnTo>
                    <a:pt x="28913" y="19756"/>
                  </a:lnTo>
                  <a:lnTo>
                    <a:pt x="26636" y="22997"/>
                  </a:lnTo>
                  <a:lnTo>
                    <a:pt x="24443" y="24201"/>
                  </a:lnTo>
                  <a:lnTo>
                    <a:pt x="24088" y="25691"/>
                  </a:lnTo>
                  <a:lnTo>
                    <a:pt x="22081" y="25572"/>
                  </a:lnTo>
                  <a:lnTo>
                    <a:pt x="22853" y="28199"/>
                  </a:lnTo>
                  <a:lnTo>
                    <a:pt x="17370" y="28415"/>
                  </a:lnTo>
                  <a:lnTo>
                    <a:pt x="17251" y="29155"/>
                  </a:lnTo>
                  <a:lnTo>
                    <a:pt x="16294" y="29327"/>
                  </a:lnTo>
                  <a:lnTo>
                    <a:pt x="5994" y="26653"/>
                  </a:lnTo>
                  <a:lnTo>
                    <a:pt x="5886" y="26044"/>
                  </a:lnTo>
                  <a:lnTo>
                    <a:pt x="7284" y="24082"/>
                  </a:lnTo>
                  <a:lnTo>
                    <a:pt x="6045" y="22464"/>
                  </a:lnTo>
                  <a:lnTo>
                    <a:pt x="7158" y="21273"/>
                  </a:lnTo>
                  <a:lnTo>
                    <a:pt x="8114" y="23197"/>
                  </a:lnTo>
                  <a:lnTo>
                    <a:pt x="7292" y="19592"/>
                  </a:lnTo>
                  <a:lnTo>
                    <a:pt x="7980" y="13160"/>
                  </a:lnTo>
                  <a:lnTo>
                    <a:pt x="7464" y="10801"/>
                  </a:lnTo>
                  <a:lnTo>
                    <a:pt x="3009" y="7828"/>
                  </a:lnTo>
                  <a:lnTo>
                    <a:pt x="825" y="4967"/>
                  </a:lnTo>
                  <a:lnTo>
                    <a:pt x="0" y="2535"/>
                  </a:lnTo>
                  <a:lnTo>
                    <a:pt x="1181" y="803"/>
                  </a:lnTo>
                  <a:lnTo>
                    <a:pt x="2243" y="1008"/>
                  </a:lnTo>
                  <a:lnTo>
                    <a:pt x="2437" y="2613"/>
                  </a:lnTo>
                  <a:lnTo>
                    <a:pt x="8772" y="3539"/>
                  </a:lnTo>
                  <a:lnTo>
                    <a:pt x="8225" y="83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h2718"/>
            <p:cNvSpPr/>
            <p:nvPr/>
          </p:nvSpPr>
          <p:spPr>
            <a:xfrm>
              <a:off x="3912634" y="2909879"/>
              <a:ext cx="33216" cy="62819"/>
            </a:xfrm>
            <a:custGeom>
              <a:avLst/>
              <a:pathLst>
                <a:path w="33216" h="62819">
                  <a:moveTo>
                    <a:pt x="8406" y="691"/>
                  </a:moveTo>
                  <a:lnTo>
                    <a:pt x="8354" y="1781"/>
                  </a:lnTo>
                  <a:lnTo>
                    <a:pt x="10321" y="2595"/>
                  </a:lnTo>
                  <a:lnTo>
                    <a:pt x="20367" y="3987"/>
                  </a:lnTo>
                  <a:lnTo>
                    <a:pt x="21402" y="4017"/>
                  </a:lnTo>
                  <a:lnTo>
                    <a:pt x="21363" y="7882"/>
                  </a:lnTo>
                  <a:lnTo>
                    <a:pt x="24177" y="11158"/>
                  </a:lnTo>
                  <a:lnTo>
                    <a:pt x="24353" y="12986"/>
                  </a:lnTo>
                  <a:lnTo>
                    <a:pt x="23403" y="15149"/>
                  </a:lnTo>
                  <a:lnTo>
                    <a:pt x="20955" y="14981"/>
                  </a:lnTo>
                  <a:lnTo>
                    <a:pt x="20630" y="16075"/>
                  </a:lnTo>
                  <a:lnTo>
                    <a:pt x="28107" y="23792"/>
                  </a:lnTo>
                  <a:lnTo>
                    <a:pt x="29606" y="24717"/>
                  </a:lnTo>
                  <a:lnTo>
                    <a:pt x="31666" y="24625"/>
                  </a:lnTo>
                  <a:lnTo>
                    <a:pt x="32869" y="26929"/>
                  </a:lnTo>
                  <a:lnTo>
                    <a:pt x="33216" y="34771"/>
                  </a:lnTo>
                  <a:lnTo>
                    <a:pt x="32511" y="36835"/>
                  </a:lnTo>
                  <a:lnTo>
                    <a:pt x="30735" y="38184"/>
                  </a:lnTo>
                  <a:lnTo>
                    <a:pt x="26947" y="37864"/>
                  </a:lnTo>
                  <a:lnTo>
                    <a:pt x="27391" y="34223"/>
                  </a:lnTo>
                  <a:lnTo>
                    <a:pt x="24112" y="34108"/>
                  </a:lnTo>
                  <a:lnTo>
                    <a:pt x="23497" y="43790"/>
                  </a:lnTo>
                  <a:lnTo>
                    <a:pt x="28709" y="42977"/>
                  </a:lnTo>
                  <a:lnTo>
                    <a:pt x="28549" y="43790"/>
                  </a:lnTo>
                  <a:lnTo>
                    <a:pt x="26301" y="43827"/>
                  </a:lnTo>
                  <a:lnTo>
                    <a:pt x="20522" y="49804"/>
                  </a:lnTo>
                  <a:lnTo>
                    <a:pt x="18248" y="57283"/>
                  </a:lnTo>
                  <a:lnTo>
                    <a:pt x="24869" y="55899"/>
                  </a:lnTo>
                  <a:lnTo>
                    <a:pt x="24792" y="58878"/>
                  </a:lnTo>
                  <a:lnTo>
                    <a:pt x="20663" y="58733"/>
                  </a:lnTo>
                  <a:lnTo>
                    <a:pt x="20325" y="62819"/>
                  </a:lnTo>
                  <a:lnTo>
                    <a:pt x="15308" y="62299"/>
                  </a:lnTo>
                  <a:lnTo>
                    <a:pt x="15430" y="61134"/>
                  </a:lnTo>
                  <a:lnTo>
                    <a:pt x="14265" y="56389"/>
                  </a:lnTo>
                  <a:lnTo>
                    <a:pt x="5499" y="50533"/>
                  </a:lnTo>
                  <a:lnTo>
                    <a:pt x="4835" y="41473"/>
                  </a:lnTo>
                  <a:lnTo>
                    <a:pt x="7708" y="41628"/>
                  </a:lnTo>
                  <a:lnTo>
                    <a:pt x="8879" y="29544"/>
                  </a:lnTo>
                  <a:lnTo>
                    <a:pt x="5272" y="21945"/>
                  </a:lnTo>
                  <a:lnTo>
                    <a:pt x="2187" y="9712"/>
                  </a:lnTo>
                  <a:lnTo>
                    <a:pt x="0" y="7507"/>
                  </a:lnTo>
                  <a:lnTo>
                    <a:pt x="1797" y="3239"/>
                  </a:lnTo>
                  <a:lnTo>
                    <a:pt x="6207" y="3378"/>
                  </a:lnTo>
                  <a:lnTo>
                    <a:pt x="636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h2719"/>
            <p:cNvSpPr/>
            <p:nvPr/>
          </p:nvSpPr>
          <p:spPr>
            <a:xfrm>
              <a:off x="3913721" y="2820903"/>
              <a:ext cx="25579" cy="21894"/>
            </a:xfrm>
            <a:custGeom>
              <a:avLst/>
              <a:pathLst>
                <a:path w="25579" h="21894">
                  <a:moveTo>
                    <a:pt x="25579" y="6125"/>
                  </a:moveTo>
                  <a:lnTo>
                    <a:pt x="25489" y="13577"/>
                  </a:lnTo>
                  <a:lnTo>
                    <a:pt x="24450" y="12301"/>
                  </a:lnTo>
                  <a:lnTo>
                    <a:pt x="19550" y="11135"/>
                  </a:lnTo>
                  <a:lnTo>
                    <a:pt x="20703" y="15598"/>
                  </a:lnTo>
                  <a:lnTo>
                    <a:pt x="12545" y="18669"/>
                  </a:lnTo>
                  <a:lnTo>
                    <a:pt x="12607" y="15158"/>
                  </a:lnTo>
                  <a:lnTo>
                    <a:pt x="9079" y="15199"/>
                  </a:lnTo>
                  <a:lnTo>
                    <a:pt x="7355" y="16394"/>
                  </a:lnTo>
                  <a:lnTo>
                    <a:pt x="7382" y="17501"/>
                  </a:lnTo>
                  <a:lnTo>
                    <a:pt x="11632" y="18825"/>
                  </a:lnTo>
                  <a:lnTo>
                    <a:pt x="11816" y="21777"/>
                  </a:lnTo>
                  <a:lnTo>
                    <a:pt x="10566" y="21894"/>
                  </a:lnTo>
                  <a:lnTo>
                    <a:pt x="10325" y="20099"/>
                  </a:lnTo>
                  <a:lnTo>
                    <a:pt x="9613" y="19716"/>
                  </a:lnTo>
                  <a:lnTo>
                    <a:pt x="4125" y="18085"/>
                  </a:lnTo>
                  <a:lnTo>
                    <a:pt x="2245" y="13204"/>
                  </a:lnTo>
                  <a:lnTo>
                    <a:pt x="5875" y="13375"/>
                  </a:lnTo>
                  <a:lnTo>
                    <a:pt x="6122" y="12700"/>
                  </a:lnTo>
                  <a:lnTo>
                    <a:pt x="1963" y="5909"/>
                  </a:lnTo>
                  <a:lnTo>
                    <a:pt x="0" y="5369"/>
                  </a:lnTo>
                  <a:lnTo>
                    <a:pt x="813" y="2674"/>
                  </a:lnTo>
                  <a:lnTo>
                    <a:pt x="3572" y="2420"/>
                  </a:lnTo>
                  <a:lnTo>
                    <a:pt x="5284" y="2482"/>
                  </a:lnTo>
                  <a:lnTo>
                    <a:pt x="12118" y="5357"/>
                  </a:lnTo>
                  <a:lnTo>
                    <a:pt x="13143" y="6121"/>
                  </a:lnTo>
                  <a:lnTo>
                    <a:pt x="13800" y="9212"/>
                  </a:lnTo>
                  <a:lnTo>
                    <a:pt x="16710" y="9321"/>
                  </a:lnTo>
                  <a:lnTo>
                    <a:pt x="16941" y="6515"/>
                  </a:lnTo>
                  <a:lnTo>
                    <a:pt x="15853" y="1465"/>
                  </a:lnTo>
                  <a:lnTo>
                    <a:pt x="1687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h2720"/>
            <p:cNvSpPr/>
            <p:nvPr/>
          </p:nvSpPr>
          <p:spPr>
            <a:xfrm>
              <a:off x="3864826" y="2763629"/>
              <a:ext cx="40539" cy="35734"/>
            </a:xfrm>
            <a:custGeom>
              <a:avLst/>
              <a:pathLst>
                <a:path w="40539" h="35734">
                  <a:moveTo>
                    <a:pt x="2525" y="75"/>
                  </a:moveTo>
                  <a:lnTo>
                    <a:pt x="4033" y="85"/>
                  </a:lnTo>
                  <a:lnTo>
                    <a:pt x="3860" y="4213"/>
                  </a:lnTo>
                  <a:lnTo>
                    <a:pt x="5270" y="6003"/>
                  </a:lnTo>
                  <a:lnTo>
                    <a:pt x="8446" y="6050"/>
                  </a:lnTo>
                  <a:lnTo>
                    <a:pt x="8928" y="7062"/>
                  </a:lnTo>
                  <a:lnTo>
                    <a:pt x="5531" y="10141"/>
                  </a:lnTo>
                  <a:lnTo>
                    <a:pt x="5349" y="14706"/>
                  </a:lnTo>
                  <a:lnTo>
                    <a:pt x="10917" y="13468"/>
                  </a:lnTo>
                  <a:lnTo>
                    <a:pt x="14897" y="17727"/>
                  </a:lnTo>
                  <a:lnTo>
                    <a:pt x="18588" y="17848"/>
                  </a:lnTo>
                  <a:lnTo>
                    <a:pt x="19112" y="16818"/>
                  </a:lnTo>
                  <a:lnTo>
                    <a:pt x="28144" y="17320"/>
                  </a:lnTo>
                  <a:lnTo>
                    <a:pt x="27913" y="14390"/>
                  </a:lnTo>
                  <a:lnTo>
                    <a:pt x="28039" y="11566"/>
                  </a:lnTo>
                  <a:lnTo>
                    <a:pt x="29983" y="11636"/>
                  </a:lnTo>
                  <a:lnTo>
                    <a:pt x="32363" y="14062"/>
                  </a:lnTo>
                  <a:lnTo>
                    <a:pt x="33129" y="14033"/>
                  </a:lnTo>
                  <a:lnTo>
                    <a:pt x="35321" y="11078"/>
                  </a:lnTo>
                  <a:lnTo>
                    <a:pt x="34878" y="7944"/>
                  </a:lnTo>
                  <a:lnTo>
                    <a:pt x="35898" y="6224"/>
                  </a:lnTo>
                  <a:lnTo>
                    <a:pt x="37008" y="10692"/>
                  </a:lnTo>
                  <a:lnTo>
                    <a:pt x="38890" y="14904"/>
                  </a:lnTo>
                  <a:lnTo>
                    <a:pt x="40487" y="16410"/>
                  </a:lnTo>
                  <a:lnTo>
                    <a:pt x="40539" y="17394"/>
                  </a:lnTo>
                  <a:lnTo>
                    <a:pt x="39032" y="18400"/>
                  </a:lnTo>
                  <a:lnTo>
                    <a:pt x="37474" y="16119"/>
                  </a:lnTo>
                  <a:lnTo>
                    <a:pt x="35370" y="16202"/>
                  </a:lnTo>
                  <a:lnTo>
                    <a:pt x="29053" y="23562"/>
                  </a:lnTo>
                  <a:lnTo>
                    <a:pt x="29022" y="24719"/>
                  </a:lnTo>
                  <a:lnTo>
                    <a:pt x="33573" y="25189"/>
                  </a:lnTo>
                  <a:lnTo>
                    <a:pt x="34791" y="26216"/>
                  </a:lnTo>
                  <a:lnTo>
                    <a:pt x="34384" y="30555"/>
                  </a:lnTo>
                  <a:lnTo>
                    <a:pt x="30949" y="33729"/>
                  </a:lnTo>
                  <a:lnTo>
                    <a:pt x="30131" y="33109"/>
                  </a:lnTo>
                  <a:lnTo>
                    <a:pt x="26916" y="35734"/>
                  </a:lnTo>
                  <a:lnTo>
                    <a:pt x="25353" y="34831"/>
                  </a:lnTo>
                  <a:lnTo>
                    <a:pt x="24738" y="34043"/>
                  </a:lnTo>
                  <a:lnTo>
                    <a:pt x="20394" y="33648"/>
                  </a:lnTo>
                  <a:lnTo>
                    <a:pt x="15223" y="25320"/>
                  </a:lnTo>
                  <a:lnTo>
                    <a:pt x="13922" y="24905"/>
                  </a:lnTo>
                  <a:lnTo>
                    <a:pt x="11272" y="24342"/>
                  </a:lnTo>
                  <a:lnTo>
                    <a:pt x="11414" y="20904"/>
                  </a:lnTo>
                  <a:lnTo>
                    <a:pt x="10669" y="18960"/>
                  </a:lnTo>
                  <a:lnTo>
                    <a:pt x="8803" y="17683"/>
                  </a:lnTo>
                  <a:lnTo>
                    <a:pt x="4707" y="16836"/>
                  </a:lnTo>
                  <a:lnTo>
                    <a:pt x="4270" y="11080"/>
                  </a:lnTo>
                  <a:lnTo>
                    <a:pt x="637" y="10209"/>
                  </a:lnTo>
                  <a:lnTo>
                    <a:pt x="1257" y="4188"/>
                  </a:lnTo>
                  <a:lnTo>
                    <a:pt x="0" y="4177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h2721"/>
            <p:cNvSpPr/>
            <p:nvPr/>
          </p:nvSpPr>
          <p:spPr>
            <a:xfrm>
              <a:off x="3937111" y="2750574"/>
              <a:ext cx="46613" cy="35224"/>
            </a:xfrm>
            <a:custGeom>
              <a:avLst/>
              <a:pathLst>
                <a:path w="46613" h="35224">
                  <a:moveTo>
                    <a:pt x="31660" y="2168"/>
                  </a:moveTo>
                  <a:lnTo>
                    <a:pt x="44968" y="2432"/>
                  </a:lnTo>
                  <a:lnTo>
                    <a:pt x="44870" y="10394"/>
                  </a:lnTo>
                  <a:lnTo>
                    <a:pt x="46613" y="10601"/>
                  </a:lnTo>
                  <a:lnTo>
                    <a:pt x="46528" y="15887"/>
                  </a:lnTo>
                  <a:lnTo>
                    <a:pt x="45782" y="15812"/>
                  </a:lnTo>
                  <a:lnTo>
                    <a:pt x="45541" y="17602"/>
                  </a:lnTo>
                  <a:lnTo>
                    <a:pt x="46284" y="18789"/>
                  </a:lnTo>
                  <a:lnTo>
                    <a:pt x="42681" y="21102"/>
                  </a:lnTo>
                  <a:lnTo>
                    <a:pt x="40988" y="20230"/>
                  </a:lnTo>
                  <a:lnTo>
                    <a:pt x="36434" y="21007"/>
                  </a:lnTo>
                  <a:lnTo>
                    <a:pt x="29603" y="24755"/>
                  </a:lnTo>
                  <a:lnTo>
                    <a:pt x="29272" y="28865"/>
                  </a:lnTo>
                  <a:lnTo>
                    <a:pt x="25497" y="34221"/>
                  </a:lnTo>
                  <a:lnTo>
                    <a:pt x="19672" y="35224"/>
                  </a:lnTo>
                  <a:lnTo>
                    <a:pt x="20331" y="31090"/>
                  </a:lnTo>
                  <a:lnTo>
                    <a:pt x="12884" y="30587"/>
                  </a:lnTo>
                  <a:lnTo>
                    <a:pt x="12970" y="27591"/>
                  </a:lnTo>
                  <a:lnTo>
                    <a:pt x="7727" y="28607"/>
                  </a:lnTo>
                  <a:lnTo>
                    <a:pt x="7553" y="25898"/>
                  </a:lnTo>
                  <a:lnTo>
                    <a:pt x="9709" y="25545"/>
                  </a:lnTo>
                  <a:lnTo>
                    <a:pt x="9787" y="22810"/>
                  </a:lnTo>
                  <a:lnTo>
                    <a:pt x="4907" y="22951"/>
                  </a:lnTo>
                  <a:lnTo>
                    <a:pt x="4154" y="18890"/>
                  </a:lnTo>
                  <a:lnTo>
                    <a:pt x="2430" y="17096"/>
                  </a:lnTo>
                  <a:lnTo>
                    <a:pt x="0" y="16068"/>
                  </a:lnTo>
                  <a:lnTo>
                    <a:pt x="142" y="14841"/>
                  </a:lnTo>
                  <a:lnTo>
                    <a:pt x="5528" y="14380"/>
                  </a:lnTo>
                  <a:lnTo>
                    <a:pt x="5376" y="8913"/>
                  </a:lnTo>
                  <a:lnTo>
                    <a:pt x="25526" y="5237"/>
                  </a:lnTo>
                  <a:lnTo>
                    <a:pt x="27143" y="3157"/>
                  </a:lnTo>
                  <a:lnTo>
                    <a:pt x="27231" y="1846"/>
                  </a:lnTo>
                  <a:lnTo>
                    <a:pt x="22315" y="1571"/>
                  </a:lnTo>
                  <a:lnTo>
                    <a:pt x="22451" y="610"/>
                  </a:lnTo>
                  <a:lnTo>
                    <a:pt x="24080" y="208"/>
                  </a:lnTo>
                  <a:lnTo>
                    <a:pt x="2727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h2722"/>
            <p:cNvSpPr/>
            <p:nvPr/>
          </p:nvSpPr>
          <p:spPr>
            <a:xfrm>
              <a:off x="3839179" y="2887854"/>
              <a:ext cx="48291" cy="59236"/>
            </a:xfrm>
            <a:custGeom>
              <a:avLst/>
              <a:pathLst>
                <a:path w="48291" h="59236">
                  <a:moveTo>
                    <a:pt x="39891" y="2572"/>
                  </a:moveTo>
                  <a:lnTo>
                    <a:pt x="40940" y="5148"/>
                  </a:lnTo>
                  <a:lnTo>
                    <a:pt x="43928" y="3114"/>
                  </a:lnTo>
                  <a:lnTo>
                    <a:pt x="46194" y="3209"/>
                  </a:lnTo>
                  <a:lnTo>
                    <a:pt x="46158" y="4014"/>
                  </a:lnTo>
                  <a:lnTo>
                    <a:pt x="44185" y="14157"/>
                  </a:lnTo>
                  <a:lnTo>
                    <a:pt x="43775" y="20620"/>
                  </a:lnTo>
                  <a:lnTo>
                    <a:pt x="46325" y="20762"/>
                  </a:lnTo>
                  <a:lnTo>
                    <a:pt x="46245" y="22920"/>
                  </a:lnTo>
                  <a:lnTo>
                    <a:pt x="42752" y="22888"/>
                  </a:lnTo>
                  <a:lnTo>
                    <a:pt x="41159" y="24198"/>
                  </a:lnTo>
                  <a:lnTo>
                    <a:pt x="40521" y="26159"/>
                  </a:lnTo>
                  <a:lnTo>
                    <a:pt x="42930" y="28010"/>
                  </a:lnTo>
                  <a:lnTo>
                    <a:pt x="47538" y="28801"/>
                  </a:lnTo>
                  <a:lnTo>
                    <a:pt x="48065" y="32026"/>
                  </a:lnTo>
                  <a:lnTo>
                    <a:pt x="46713" y="32949"/>
                  </a:lnTo>
                  <a:lnTo>
                    <a:pt x="44076" y="32673"/>
                  </a:lnTo>
                  <a:lnTo>
                    <a:pt x="42508" y="29039"/>
                  </a:lnTo>
                  <a:lnTo>
                    <a:pt x="41234" y="28913"/>
                  </a:lnTo>
                  <a:lnTo>
                    <a:pt x="40694" y="30379"/>
                  </a:lnTo>
                  <a:lnTo>
                    <a:pt x="40976" y="35840"/>
                  </a:lnTo>
                  <a:lnTo>
                    <a:pt x="44813" y="36683"/>
                  </a:lnTo>
                  <a:lnTo>
                    <a:pt x="48174" y="38960"/>
                  </a:lnTo>
                  <a:lnTo>
                    <a:pt x="48291" y="42671"/>
                  </a:lnTo>
                  <a:lnTo>
                    <a:pt x="46522" y="43486"/>
                  </a:lnTo>
                  <a:lnTo>
                    <a:pt x="31738" y="42890"/>
                  </a:lnTo>
                  <a:lnTo>
                    <a:pt x="28110" y="48218"/>
                  </a:lnTo>
                  <a:lnTo>
                    <a:pt x="22875" y="59208"/>
                  </a:lnTo>
                  <a:lnTo>
                    <a:pt x="21553" y="59236"/>
                  </a:lnTo>
                  <a:lnTo>
                    <a:pt x="20466" y="57071"/>
                  </a:lnTo>
                  <a:lnTo>
                    <a:pt x="20525" y="49178"/>
                  </a:lnTo>
                  <a:lnTo>
                    <a:pt x="0" y="27113"/>
                  </a:lnTo>
                  <a:lnTo>
                    <a:pt x="10153" y="22518"/>
                  </a:lnTo>
                  <a:lnTo>
                    <a:pt x="13139" y="23917"/>
                  </a:lnTo>
                  <a:lnTo>
                    <a:pt x="10993" y="27836"/>
                  </a:lnTo>
                  <a:lnTo>
                    <a:pt x="15343" y="29260"/>
                  </a:lnTo>
                  <a:lnTo>
                    <a:pt x="20521" y="18996"/>
                  </a:lnTo>
                  <a:lnTo>
                    <a:pt x="20615" y="17636"/>
                  </a:lnTo>
                  <a:lnTo>
                    <a:pt x="19254" y="17708"/>
                  </a:lnTo>
                  <a:lnTo>
                    <a:pt x="18146" y="16351"/>
                  </a:lnTo>
                  <a:lnTo>
                    <a:pt x="17067" y="13291"/>
                  </a:lnTo>
                  <a:lnTo>
                    <a:pt x="24710" y="15711"/>
                  </a:lnTo>
                  <a:lnTo>
                    <a:pt x="28989" y="15757"/>
                  </a:lnTo>
                  <a:lnTo>
                    <a:pt x="32260" y="14068"/>
                  </a:lnTo>
                  <a:lnTo>
                    <a:pt x="32770" y="9651"/>
                  </a:lnTo>
                  <a:lnTo>
                    <a:pt x="26708" y="7325"/>
                  </a:lnTo>
                  <a:lnTo>
                    <a:pt x="25761" y="3370"/>
                  </a:lnTo>
                  <a:lnTo>
                    <a:pt x="31217" y="6104"/>
                  </a:lnTo>
                  <a:lnTo>
                    <a:pt x="30958" y="7539"/>
                  </a:lnTo>
                  <a:lnTo>
                    <a:pt x="33112" y="8023"/>
                  </a:lnTo>
                  <a:lnTo>
                    <a:pt x="36114" y="5847"/>
                  </a:lnTo>
                  <a:lnTo>
                    <a:pt x="36114" y="1808"/>
                  </a:lnTo>
                  <a:lnTo>
                    <a:pt x="37418" y="932"/>
                  </a:lnTo>
                  <a:lnTo>
                    <a:pt x="3999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h2723"/>
            <p:cNvSpPr/>
            <p:nvPr/>
          </p:nvSpPr>
          <p:spPr>
            <a:xfrm>
              <a:off x="3973260" y="2727706"/>
              <a:ext cx="53745" cy="37412"/>
            </a:xfrm>
            <a:custGeom>
              <a:avLst/>
              <a:pathLst>
                <a:path w="53745" h="37412">
                  <a:moveTo>
                    <a:pt x="49173" y="3829"/>
                  </a:moveTo>
                  <a:lnTo>
                    <a:pt x="53745" y="5995"/>
                  </a:lnTo>
                  <a:lnTo>
                    <a:pt x="53725" y="7902"/>
                  </a:lnTo>
                  <a:lnTo>
                    <a:pt x="53551" y="8866"/>
                  </a:lnTo>
                  <a:lnTo>
                    <a:pt x="50542" y="8827"/>
                  </a:lnTo>
                  <a:lnTo>
                    <a:pt x="50523" y="13219"/>
                  </a:lnTo>
                  <a:lnTo>
                    <a:pt x="52040" y="11998"/>
                  </a:lnTo>
                  <a:lnTo>
                    <a:pt x="53085" y="12591"/>
                  </a:lnTo>
                  <a:lnTo>
                    <a:pt x="50524" y="17951"/>
                  </a:lnTo>
                  <a:lnTo>
                    <a:pt x="44838" y="22182"/>
                  </a:lnTo>
                  <a:lnTo>
                    <a:pt x="41703" y="26251"/>
                  </a:lnTo>
                  <a:lnTo>
                    <a:pt x="39400" y="31261"/>
                  </a:lnTo>
                  <a:lnTo>
                    <a:pt x="33720" y="37412"/>
                  </a:lnTo>
                  <a:lnTo>
                    <a:pt x="29423" y="34547"/>
                  </a:lnTo>
                  <a:lnTo>
                    <a:pt x="26623" y="30947"/>
                  </a:lnTo>
                  <a:lnTo>
                    <a:pt x="26078" y="28008"/>
                  </a:lnTo>
                  <a:lnTo>
                    <a:pt x="29388" y="27496"/>
                  </a:lnTo>
                  <a:lnTo>
                    <a:pt x="29330" y="26302"/>
                  </a:lnTo>
                  <a:lnTo>
                    <a:pt x="25986" y="25466"/>
                  </a:lnTo>
                  <a:lnTo>
                    <a:pt x="14802" y="26436"/>
                  </a:lnTo>
                  <a:lnTo>
                    <a:pt x="10728" y="30368"/>
                  </a:lnTo>
                  <a:lnTo>
                    <a:pt x="10464" y="33469"/>
                  </a:lnTo>
                  <a:lnTo>
                    <a:pt x="8721" y="33261"/>
                  </a:lnTo>
                  <a:lnTo>
                    <a:pt x="8819" y="25300"/>
                  </a:lnTo>
                  <a:lnTo>
                    <a:pt x="8042" y="19314"/>
                  </a:lnTo>
                  <a:lnTo>
                    <a:pt x="8376" y="15227"/>
                  </a:lnTo>
                  <a:lnTo>
                    <a:pt x="6795" y="12620"/>
                  </a:lnTo>
                  <a:lnTo>
                    <a:pt x="917" y="11192"/>
                  </a:lnTo>
                  <a:lnTo>
                    <a:pt x="0" y="8968"/>
                  </a:lnTo>
                  <a:lnTo>
                    <a:pt x="2784" y="8152"/>
                  </a:lnTo>
                  <a:lnTo>
                    <a:pt x="2133" y="11071"/>
                  </a:lnTo>
                  <a:lnTo>
                    <a:pt x="4473" y="10943"/>
                  </a:lnTo>
                  <a:lnTo>
                    <a:pt x="5926" y="9028"/>
                  </a:lnTo>
                  <a:lnTo>
                    <a:pt x="5790" y="4385"/>
                  </a:lnTo>
                  <a:lnTo>
                    <a:pt x="7311" y="4351"/>
                  </a:lnTo>
                  <a:lnTo>
                    <a:pt x="8340" y="9490"/>
                  </a:lnTo>
                  <a:lnTo>
                    <a:pt x="15861" y="9056"/>
                  </a:lnTo>
                  <a:lnTo>
                    <a:pt x="15945" y="7345"/>
                  </a:lnTo>
                  <a:lnTo>
                    <a:pt x="27426" y="7551"/>
                  </a:lnTo>
                  <a:lnTo>
                    <a:pt x="31638" y="8074"/>
                  </a:lnTo>
                  <a:lnTo>
                    <a:pt x="34529" y="12572"/>
                  </a:lnTo>
                  <a:lnTo>
                    <a:pt x="40216" y="12655"/>
                  </a:lnTo>
                  <a:lnTo>
                    <a:pt x="40994" y="9754"/>
                  </a:lnTo>
                  <a:lnTo>
                    <a:pt x="45251" y="5731"/>
                  </a:lnTo>
                  <a:lnTo>
                    <a:pt x="44874" y="3351"/>
                  </a:lnTo>
                  <a:lnTo>
                    <a:pt x="44933" y="11"/>
                  </a:lnTo>
                  <a:lnTo>
                    <a:pt x="4896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h2724"/>
            <p:cNvSpPr/>
            <p:nvPr/>
          </p:nvSpPr>
          <p:spPr>
            <a:xfrm>
              <a:off x="3920710" y="2723275"/>
              <a:ext cx="66893" cy="31310"/>
            </a:xfrm>
            <a:custGeom>
              <a:avLst/>
              <a:pathLst>
                <a:path w="66893" h="31310">
                  <a:moveTo>
                    <a:pt x="55935" y="3902"/>
                  </a:moveTo>
                  <a:lnTo>
                    <a:pt x="59911" y="5696"/>
                  </a:lnTo>
                  <a:lnTo>
                    <a:pt x="59905" y="3690"/>
                  </a:lnTo>
                  <a:lnTo>
                    <a:pt x="62244" y="2056"/>
                  </a:lnTo>
                  <a:lnTo>
                    <a:pt x="66737" y="2130"/>
                  </a:lnTo>
                  <a:lnTo>
                    <a:pt x="66893" y="5926"/>
                  </a:lnTo>
                  <a:lnTo>
                    <a:pt x="59620" y="7220"/>
                  </a:lnTo>
                  <a:lnTo>
                    <a:pt x="59861" y="8782"/>
                  </a:lnTo>
                  <a:lnTo>
                    <a:pt x="58340" y="8817"/>
                  </a:lnTo>
                  <a:lnTo>
                    <a:pt x="58477" y="13459"/>
                  </a:lnTo>
                  <a:lnTo>
                    <a:pt x="57023" y="15375"/>
                  </a:lnTo>
                  <a:lnTo>
                    <a:pt x="54683" y="15502"/>
                  </a:lnTo>
                  <a:lnTo>
                    <a:pt x="55334" y="12584"/>
                  </a:lnTo>
                  <a:lnTo>
                    <a:pt x="52550" y="13399"/>
                  </a:lnTo>
                  <a:lnTo>
                    <a:pt x="53467" y="15623"/>
                  </a:lnTo>
                  <a:lnTo>
                    <a:pt x="53675" y="16130"/>
                  </a:lnTo>
                  <a:lnTo>
                    <a:pt x="49843" y="16982"/>
                  </a:lnTo>
                  <a:lnTo>
                    <a:pt x="42691" y="16762"/>
                  </a:lnTo>
                  <a:lnTo>
                    <a:pt x="38452" y="19358"/>
                  </a:lnTo>
                  <a:lnTo>
                    <a:pt x="38268" y="22401"/>
                  </a:lnTo>
                  <a:lnTo>
                    <a:pt x="39399" y="25729"/>
                  </a:lnTo>
                  <a:lnTo>
                    <a:pt x="35104" y="28670"/>
                  </a:lnTo>
                  <a:lnTo>
                    <a:pt x="34886" y="27055"/>
                  </a:lnTo>
                  <a:lnTo>
                    <a:pt x="35939" y="26603"/>
                  </a:lnTo>
                  <a:lnTo>
                    <a:pt x="36046" y="25617"/>
                  </a:lnTo>
                  <a:lnTo>
                    <a:pt x="35111" y="20752"/>
                  </a:lnTo>
                  <a:lnTo>
                    <a:pt x="26902" y="21261"/>
                  </a:lnTo>
                  <a:lnTo>
                    <a:pt x="25568" y="24656"/>
                  </a:lnTo>
                  <a:lnTo>
                    <a:pt x="25602" y="27027"/>
                  </a:lnTo>
                  <a:lnTo>
                    <a:pt x="31457" y="26606"/>
                  </a:lnTo>
                  <a:lnTo>
                    <a:pt x="31399" y="28590"/>
                  </a:lnTo>
                  <a:lnTo>
                    <a:pt x="22628" y="28441"/>
                  </a:lnTo>
                  <a:lnTo>
                    <a:pt x="9091" y="30951"/>
                  </a:lnTo>
                  <a:lnTo>
                    <a:pt x="3126" y="31310"/>
                  </a:lnTo>
                  <a:lnTo>
                    <a:pt x="3241" y="28953"/>
                  </a:lnTo>
                  <a:lnTo>
                    <a:pt x="0" y="26250"/>
                  </a:lnTo>
                  <a:lnTo>
                    <a:pt x="15940" y="22548"/>
                  </a:lnTo>
                  <a:lnTo>
                    <a:pt x="20915" y="19318"/>
                  </a:lnTo>
                  <a:lnTo>
                    <a:pt x="27994" y="17197"/>
                  </a:lnTo>
                  <a:lnTo>
                    <a:pt x="32568" y="14203"/>
                  </a:lnTo>
                  <a:lnTo>
                    <a:pt x="41507" y="4064"/>
                  </a:lnTo>
                  <a:lnTo>
                    <a:pt x="50229" y="1431"/>
                  </a:lnTo>
                  <a:lnTo>
                    <a:pt x="51969" y="1541"/>
                  </a:lnTo>
                  <a:lnTo>
                    <a:pt x="5557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h2725"/>
            <p:cNvSpPr/>
            <p:nvPr/>
          </p:nvSpPr>
          <p:spPr>
            <a:xfrm>
              <a:off x="3833623" y="2858602"/>
              <a:ext cx="29502" cy="23105"/>
            </a:xfrm>
            <a:custGeom>
              <a:avLst/>
              <a:pathLst>
                <a:path w="29502" h="23105">
                  <a:moveTo>
                    <a:pt x="15581" y="265"/>
                  </a:moveTo>
                  <a:lnTo>
                    <a:pt x="26185" y="1644"/>
                  </a:lnTo>
                  <a:lnTo>
                    <a:pt x="26294" y="2252"/>
                  </a:lnTo>
                  <a:lnTo>
                    <a:pt x="27342" y="6638"/>
                  </a:lnTo>
                  <a:lnTo>
                    <a:pt x="22660" y="9850"/>
                  </a:lnTo>
                  <a:lnTo>
                    <a:pt x="22049" y="11810"/>
                  </a:lnTo>
                  <a:lnTo>
                    <a:pt x="22611" y="13194"/>
                  </a:lnTo>
                  <a:lnTo>
                    <a:pt x="24931" y="14080"/>
                  </a:lnTo>
                  <a:lnTo>
                    <a:pt x="26485" y="13549"/>
                  </a:lnTo>
                  <a:lnTo>
                    <a:pt x="29502" y="14285"/>
                  </a:lnTo>
                  <a:lnTo>
                    <a:pt x="23280" y="17861"/>
                  </a:lnTo>
                  <a:lnTo>
                    <a:pt x="22428" y="19945"/>
                  </a:lnTo>
                  <a:lnTo>
                    <a:pt x="22939" y="21563"/>
                  </a:lnTo>
                  <a:lnTo>
                    <a:pt x="21235" y="23105"/>
                  </a:lnTo>
                  <a:lnTo>
                    <a:pt x="19326" y="22234"/>
                  </a:lnTo>
                  <a:lnTo>
                    <a:pt x="16149" y="20799"/>
                  </a:lnTo>
                  <a:lnTo>
                    <a:pt x="15168" y="14851"/>
                  </a:lnTo>
                  <a:lnTo>
                    <a:pt x="16064" y="11784"/>
                  </a:lnTo>
                  <a:lnTo>
                    <a:pt x="15403" y="5442"/>
                  </a:lnTo>
                  <a:lnTo>
                    <a:pt x="9439" y="6065"/>
                  </a:lnTo>
                  <a:lnTo>
                    <a:pt x="9669" y="10636"/>
                  </a:lnTo>
                  <a:lnTo>
                    <a:pt x="8679" y="10792"/>
                  </a:lnTo>
                  <a:lnTo>
                    <a:pt x="6696" y="8872"/>
                  </a:lnTo>
                  <a:lnTo>
                    <a:pt x="6102" y="5988"/>
                  </a:lnTo>
                  <a:lnTo>
                    <a:pt x="1321" y="2285"/>
                  </a:lnTo>
                  <a:lnTo>
                    <a:pt x="609" y="1929"/>
                  </a:lnTo>
                  <a:lnTo>
                    <a:pt x="65" y="2585"/>
                  </a:lnTo>
                  <a:lnTo>
                    <a:pt x="0" y="542"/>
                  </a:lnTo>
                  <a:lnTo>
                    <a:pt x="4056" y="0"/>
                  </a:lnTo>
                  <a:lnTo>
                    <a:pt x="7941" y="706"/>
                  </a:lnTo>
                  <a:lnTo>
                    <a:pt x="10750" y="1505"/>
                  </a:lnTo>
                  <a:lnTo>
                    <a:pt x="11193" y="2819"/>
                  </a:lnTo>
                  <a:lnTo>
                    <a:pt x="13241" y="3993"/>
                  </a:lnTo>
                  <a:lnTo>
                    <a:pt x="17336" y="331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h2726"/>
            <p:cNvSpPr/>
            <p:nvPr/>
          </p:nvSpPr>
          <p:spPr>
            <a:xfrm>
              <a:off x="3859511" y="2777901"/>
              <a:ext cx="8320" cy="15499"/>
            </a:xfrm>
            <a:custGeom>
              <a:avLst/>
              <a:pathLst>
                <a:path w="8320" h="15499">
                  <a:moveTo>
                    <a:pt x="7416" y="4115"/>
                  </a:moveTo>
                  <a:lnTo>
                    <a:pt x="8320" y="14789"/>
                  </a:lnTo>
                  <a:lnTo>
                    <a:pt x="7544" y="15499"/>
                  </a:lnTo>
                  <a:lnTo>
                    <a:pt x="6670" y="14369"/>
                  </a:lnTo>
                  <a:lnTo>
                    <a:pt x="1227" y="14730"/>
                  </a:lnTo>
                  <a:lnTo>
                    <a:pt x="0" y="11210"/>
                  </a:lnTo>
                  <a:lnTo>
                    <a:pt x="2582" y="9026"/>
                  </a:lnTo>
                  <a:lnTo>
                    <a:pt x="5163" y="6940"/>
                  </a:lnTo>
                  <a:lnTo>
                    <a:pt x="3571" y="5607"/>
                  </a:lnTo>
                  <a:lnTo>
                    <a:pt x="4425" y="670"/>
                  </a:lnTo>
                  <a:lnTo>
                    <a:pt x="569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h2727"/>
            <p:cNvSpPr/>
            <p:nvPr/>
          </p:nvSpPr>
          <p:spPr>
            <a:xfrm>
              <a:off x="3898596" y="2798235"/>
              <a:ext cx="47152" cy="31989"/>
            </a:xfrm>
            <a:custGeom>
              <a:avLst/>
              <a:pathLst>
                <a:path w="47152" h="31989">
                  <a:moveTo>
                    <a:pt x="36768" y="26"/>
                  </a:moveTo>
                  <a:lnTo>
                    <a:pt x="38120" y="1895"/>
                  </a:lnTo>
                  <a:lnTo>
                    <a:pt x="47152" y="4504"/>
                  </a:lnTo>
                  <a:lnTo>
                    <a:pt x="45314" y="6751"/>
                  </a:lnTo>
                  <a:lnTo>
                    <a:pt x="42795" y="6674"/>
                  </a:lnTo>
                  <a:lnTo>
                    <a:pt x="42105" y="12049"/>
                  </a:lnTo>
                  <a:lnTo>
                    <a:pt x="45133" y="12653"/>
                  </a:lnTo>
                  <a:lnTo>
                    <a:pt x="46457" y="15881"/>
                  </a:lnTo>
                  <a:lnTo>
                    <a:pt x="45783" y="18660"/>
                  </a:lnTo>
                  <a:lnTo>
                    <a:pt x="44228" y="19962"/>
                  </a:lnTo>
                  <a:lnTo>
                    <a:pt x="38765" y="22842"/>
                  </a:lnTo>
                  <a:lnTo>
                    <a:pt x="38405" y="18012"/>
                  </a:lnTo>
                  <a:lnTo>
                    <a:pt x="31701" y="13841"/>
                  </a:lnTo>
                  <a:lnTo>
                    <a:pt x="22870" y="15026"/>
                  </a:lnTo>
                  <a:lnTo>
                    <a:pt x="18768" y="16445"/>
                  </a:lnTo>
                  <a:lnTo>
                    <a:pt x="18532" y="19599"/>
                  </a:lnTo>
                  <a:lnTo>
                    <a:pt x="26672" y="20547"/>
                  </a:lnTo>
                  <a:lnTo>
                    <a:pt x="30978" y="24133"/>
                  </a:lnTo>
                  <a:lnTo>
                    <a:pt x="32067" y="29183"/>
                  </a:lnTo>
                  <a:lnTo>
                    <a:pt x="31836" y="31989"/>
                  </a:lnTo>
                  <a:lnTo>
                    <a:pt x="28926" y="31880"/>
                  </a:lnTo>
                  <a:lnTo>
                    <a:pt x="28269" y="28789"/>
                  </a:lnTo>
                  <a:lnTo>
                    <a:pt x="27244" y="28024"/>
                  </a:lnTo>
                  <a:lnTo>
                    <a:pt x="20409" y="25150"/>
                  </a:lnTo>
                  <a:lnTo>
                    <a:pt x="18697" y="25088"/>
                  </a:lnTo>
                  <a:lnTo>
                    <a:pt x="19495" y="22628"/>
                  </a:lnTo>
                  <a:lnTo>
                    <a:pt x="18852" y="20338"/>
                  </a:lnTo>
                  <a:lnTo>
                    <a:pt x="16873" y="18685"/>
                  </a:lnTo>
                  <a:lnTo>
                    <a:pt x="3091" y="16087"/>
                  </a:lnTo>
                  <a:lnTo>
                    <a:pt x="0" y="10625"/>
                  </a:lnTo>
                  <a:lnTo>
                    <a:pt x="536" y="11361"/>
                  </a:lnTo>
                  <a:lnTo>
                    <a:pt x="3478" y="11921"/>
                  </a:lnTo>
                  <a:lnTo>
                    <a:pt x="5377" y="9904"/>
                  </a:lnTo>
                  <a:lnTo>
                    <a:pt x="5684" y="7327"/>
                  </a:lnTo>
                  <a:lnTo>
                    <a:pt x="8283" y="6416"/>
                  </a:lnTo>
                  <a:lnTo>
                    <a:pt x="20156" y="5734"/>
                  </a:lnTo>
                  <a:lnTo>
                    <a:pt x="19610" y="2407"/>
                  </a:lnTo>
                  <a:lnTo>
                    <a:pt x="23817" y="3161"/>
                  </a:lnTo>
                  <a:lnTo>
                    <a:pt x="25649" y="3010"/>
                  </a:lnTo>
                  <a:lnTo>
                    <a:pt x="3206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h2728"/>
            <p:cNvSpPr/>
            <p:nvPr/>
          </p:nvSpPr>
          <p:spPr>
            <a:xfrm>
              <a:off x="4009070" y="2786523"/>
              <a:ext cx="57537" cy="33047"/>
            </a:xfrm>
            <a:custGeom>
              <a:avLst/>
              <a:pathLst>
                <a:path w="57537" h="33047">
                  <a:moveTo>
                    <a:pt x="49352" y="301"/>
                  </a:moveTo>
                  <a:lnTo>
                    <a:pt x="56731" y="1875"/>
                  </a:lnTo>
                  <a:lnTo>
                    <a:pt x="57537" y="5129"/>
                  </a:lnTo>
                  <a:lnTo>
                    <a:pt x="56981" y="12221"/>
                  </a:lnTo>
                  <a:lnTo>
                    <a:pt x="51893" y="13056"/>
                  </a:lnTo>
                  <a:lnTo>
                    <a:pt x="49795" y="15868"/>
                  </a:lnTo>
                  <a:lnTo>
                    <a:pt x="45812" y="17225"/>
                  </a:lnTo>
                  <a:lnTo>
                    <a:pt x="45304" y="21603"/>
                  </a:lnTo>
                  <a:lnTo>
                    <a:pt x="42384" y="20946"/>
                  </a:lnTo>
                  <a:lnTo>
                    <a:pt x="43316" y="19206"/>
                  </a:lnTo>
                  <a:lnTo>
                    <a:pt x="40070" y="16955"/>
                  </a:lnTo>
                  <a:lnTo>
                    <a:pt x="35717" y="17367"/>
                  </a:lnTo>
                  <a:lnTo>
                    <a:pt x="34839" y="18972"/>
                  </a:lnTo>
                  <a:lnTo>
                    <a:pt x="34768" y="23903"/>
                  </a:lnTo>
                  <a:lnTo>
                    <a:pt x="30428" y="26061"/>
                  </a:lnTo>
                  <a:lnTo>
                    <a:pt x="27563" y="23634"/>
                  </a:lnTo>
                  <a:lnTo>
                    <a:pt x="25379" y="28641"/>
                  </a:lnTo>
                  <a:lnTo>
                    <a:pt x="22419" y="31289"/>
                  </a:lnTo>
                  <a:lnTo>
                    <a:pt x="10093" y="33047"/>
                  </a:lnTo>
                  <a:lnTo>
                    <a:pt x="8351" y="32893"/>
                  </a:lnTo>
                  <a:lnTo>
                    <a:pt x="6383" y="31012"/>
                  </a:lnTo>
                  <a:lnTo>
                    <a:pt x="4097" y="25430"/>
                  </a:lnTo>
                  <a:lnTo>
                    <a:pt x="3041" y="25377"/>
                  </a:lnTo>
                  <a:lnTo>
                    <a:pt x="440" y="24489"/>
                  </a:lnTo>
                  <a:lnTo>
                    <a:pt x="0" y="23023"/>
                  </a:lnTo>
                  <a:lnTo>
                    <a:pt x="3985" y="20814"/>
                  </a:lnTo>
                  <a:lnTo>
                    <a:pt x="4169" y="14586"/>
                  </a:lnTo>
                  <a:lnTo>
                    <a:pt x="6203" y="10675"/>
                  </a:lnTo>
                  <a:lnTo>
                    <a:pt x="6606" y="10252"/>
                  </a:lnTo>
                  <a:lnTo>
                    <a:pt x="7389" y="10943"/>
                  </a:lnTo>
                  <a:lnTo>
                    <a:pt x="9421" y="14304"/>
                  </a:lnTo>
                  <a:lnTo>
                    <a:pt x="13639" y="12797"/>
                  </a:lnTo>
                  <a:lnTo>
                    <a:pt x="11254" y="8608"/>
                  </a:lnTo>
                  <a:lnTo>
                    <a:pt x="20402" y="9508"/>
                  </a:lnTo>
                  <a:lnTo>
                    <a:pt x="25280" y="11938"/>
                  </a:lnTo>
                  <a:lnTo>
                    <a:pt x="28549" y="12129"/>
                  </a:lnTo>
                  <a:lnTo>
                    <a:pt x="29858" y="8201"/>
                  </a:lnTo>
                  <a:lnTo>
                    <a:pt x="29967" y="4578"/>
                  </a:lnTo>
                  <a:lnTo>
                    <a:pt x="33115" y="3021"/>
                  </a:lnTo>
                  <a:lnTo>
                    <a:pt x="35494" y="3554"/>
                  </a:lnTo>
                  <a:lnTo>
                    <a:pt x="33853" y="388"/>
                  </a:lnTo>
                  <a:lnTo>
                    <a:pt x="34832" y="0"/>
                  </a:lnTo>
                  <a:lnTo>
                    <a:pt x="43788" y="152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h2729"/>
            <p:cNvSpPr/>
            <p:nvPr/>
          </p:nvSpPr>
          <p:spPr>
            <a:xfrm>
              <a:off x="3930366" y="2826565"/>
              <a:ext cx="52166" cy="73533"/>
            </a:xfrm>
            <a:custGeom>
              <a:avLst/>
              <a:pathLst>
                <a:path w="52166" h="73533">
                  <a:moveTo>
                    <a:pt x="29869" y="1982"/>
                  </a:moveTo>
                  <a:lnTo>
                    <a:pt x="32003" y="1974"/>
                  </a:lnTo>
                  <a:lnTo>
                    <a:pt x="35063" y="2567"/>
                  </a:lnTo>
                  <a:lnTo>
                    <a:pt x="33280" y="8311"/>
                  </a:lnTo>
                  <a:lnTo>
                    <a:pt x="35428" y="9348"/>
                  </a:lnTo>
                  <a:lnTo>
                    <a:pt x="35855" y="15179"/>
                  </a:lnTo>
                  <a:lnTo>
                    <a:pt x="38307" y="15815"/>
                  </a:lnTo>
                  <a:lnTo>
                    <a:pt x="38164" y="18051"/>
                  </a:lnTo>
                  <a:lnTo>
                    <a:pt x="41057" y="20896"/>
                  </a:lnTo>
                  <a:lnTo>
                    <a:pt x="44240" y="26835"/>
                  </a:lnTo>
                  <a:lnTo>
                    <a:pt x="45402" y="36179"/>
                  </a:lnTo>
                  <a:lnTo>
                    <a:pt x="39972" y="40752"/>
                  </a:lnTo>
                  <a:lnTo>
                    <a:pt x="41443" y="46638"/>
                  </a:lnTo>
                  <a:lnTo>
                    <a:pt x="42225" y="61531"/>
                  </a:lnTo>
                  <a:lnTo>
                    <a:pt x="43569" y="62623"/>
                  </a:lnTo>
                  <a:lnTo>
                    <a:pt x="47093" y="62795"/>
                  </a:lnTo>
                  <a:lnTo>
                    <a:pt x="47360" y="58013"/>
                  </a:lnTo>
                  <a:lnTo>
                    <a:pt x="49058" y="57792"/>
                  </a:lnTo>
                  <a:lnTo>
                    <a:pt x="52166" y="58275"/>
                  </a:lnTo>
                  <a:lnTo>
                    <a:pt x="52132" y="61506"/>
                  </a:lnTo>
                  <a:lnTo>
                    <a:pt x="51864" y="66296"/>
                  </a:lnTo>
                  <a:lnTo>
                    <a:pt x="49211" y="66639"/>
                  </a:lnTo>
                  <a:lnTo>
                    <a:pt x="49939" y="72444"/>
                  </a:lnTo>
                  <a:lnTo>
                    <a:pt x="48660" y="73533"/>
                  </a:lnTo>
                  <a:lnTo>
                    <a:pt x="41452" y="72378"/>
                  </a:lnTo>
                  <a:lnTo>
                    <a:pt x="41412" y="67343"/>
                  </a:lnTo>
                  <a:lnTo>
                    <a:pt x="32659" y="63553"/>
                  </a:lnTo>
                  <a:lnTo>
                    <a:pt x="29682" y="60306"/>
                  </a:lnTo>
                  <a:lnTo>
                    <a:pt x="27803" y="60497"/>
                  </a:lnTo>
                  <a:lnTo>
                    <a:pt x="25099" y="63809"/>
                  </a:lnTo>
                  <a:lnTo>
                    <a:pt x="25055" y="66462"/>
                  </a:lnTo>
                  <a:lnTo>
                    <a:pt x="21634" y="66497"/>
                  </a:lnTo>
                  <a:lnTo>
                    <a:pt x="21704" y="65488"/>
                  </a:lnTo>
                  <a:lnTo>
                    <a:pt x="19257" y="63203"/>
                  </a:lnTo>
                  <a:lnTo>
                    <a:pt x="12149" y="60520"/>
                  </a:lnTo>
                  <a:lnTo>
                    <a:pt x="6471" y="60269"/>
                  </a:lnTo>
                  <a:lnTo>
                    <a:pt x="4377" y="59114"/>
                  </a:lnTo>
                  <a:lnTo>
                    <a:pt x="4279" y="48026"/>
                  </a:lnTo>
                  <a:lnTo>
                    <a:pt x="0" y="46798"/>
                  </a:lnTo>
                  <a:lnTo>
                    <a:pt x="2933" y="42373"/>
                  </a:lnTo>
                  <a:lnTo>
                    <a:pt x="1940" y="39023"/>
                  </a:lnTo>
                  <a:lnTo>
                    <a:pt x="201" y="38916"/>
                  </a:lnTo>
                  <a:lnTo>
                    <a:pt x="826" y="35915"/>
                  </a:lnTo>
                  <a:lnTo>
                    <a:pt x="1285" y="38125"/>
                  </a:lnTo>
                  <a:lnTo>
                    <a:pt x="4098" y="38066"/>
                  </a:lnTo>
                  <a:lnTo>
                    <a:pt x="4254" y="33637"/>
                  </a:lnTo>
                  <a:lnTo>
                    <a:pt x="5753" y="30599"/>
                  </a:lnTo>
                  <a:lnTo>
                    <a:pt x="8243" y="30871"/>
                  </a:lnTo>
                  <a:lnTo>
                    <a:pt x="11039" y="33518"/>
                  </a:lnTo>
                  <a:lnTo>
                    <a:pt x="10913" y="27806"/>
                  </a:lnTo>
                  <a:lnTo>
                    <a:pt x="14463" y="23770"/>
                  </a:lnTo>
                  <a:lnTo>
                    <a:pt x="17486" y="23231"/>
                  </a:lnTo>
                  <a:lnTo>
                    <a:pt x="17753" y="21648"/>
                  </a:lnTo>
                  <a:lnTo>
                    <a:pt x="15215" y="16455"/>
                  </a:lnTo>
                  <a:lnTo>
                    <a:pt x="10587" y="15934"/>
                  </a:lnTo>
                  <a:lnTo>
                    <a:pt x="10058" y="16861"/>
                  </a:lnTo>
                  <a:lnTo>
                    <a:pt x="8443" y="16847"/>
                  </a:lnTo>
                  <a:lnTo>
                    <a:pt x="10942" y="11534"/>
                  </a:lnTo>
                  <a:lnTo>
                    <a:pt x="12755" y="11990"/>
                  </a:lnTo>
                  <a:lnTo>
                    <a:pt x="13721" y="13631"/>
                  </a:lnTo>
                  <a:lnTo>
                    <a:pt x="15639" y="5044"/>
                  </a:lnTo>
                  <a:lnTo>
                    <a:pt x="21207" y="3425"/>
                  </a:lnTo>
                  <a:lnTo>
                    <a:pt x="21223" y="808"/>
                  </a:lnTo>
                  <a:lnTo>
                    <a:pt x="24571" y="1711"/>
                  </a:lnTo>
                  <a:lnTo>
                    <a:pt x="2686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h2730"/>
            <p:cNvSpPr/>
            <p:nvPr/>
          </p:nvSpPr>
          <p:spPr>
            <a:xfrm>
              <a:off x="3963646" y="2811220"/>
              <a:ext cx="44593" cy="33396"/>
            </a:xfrm>
            <a:custGeom>
              <a:avLst/>
              <a:pathLst>
                <a:path w="44593" h="33396">
                  <a:moveTo>
                    <a:pt x="30459" y="1089"/>
                  </a:moveTo>
                  <a:lnTo>
                    <a:pt x="32084" y="0"/>
                  </a:lnTo>
                  <a:lnTo>
                    <a:pt x="35393" y="9214"/>
                  </a:lnTo>
                  <a:lnTo>
                    <a:pt x="38419" y="8303"/>
                  </a:lnTo>
                  <a:lnTo>
                    <a:pt x="37366" y="7128"/>
                  </a:lnTo>
                  <a:lnTo>
                    <a:pt x="37560" y="2950"/>
                  </a:lnTo>
                  <a:lnTo>
                    <a:pt x="38890" y="2247"/>
                  </a:lnTo>
                  <a:lnTo>
                    <a:pt x="40214" y="2358"/>
                  </a:lnTo>
                  <a:lnTo>
                    <a:pt x="44593" y="5120"/>
                  </a:lnTo>
                  <a:lnTo>
                    <a:pt x="42765" y="10187"/>
                  </a:lnTo>
                  <a:lnTo>
                    <a:pt x="41040" y="12440"/>
                  </a:lnTo>
                  <a:lnTo>
                    <a:pt x="36661" y="12671"/>
                  </a:lnTo>
                  <a:lnTo>
                    <a:pt x="36954" y="16257"/>
                  </a:lnTo>
                  <a:lnTo>
                    <a:pt x="36062" y="20328"/>
                  </a:lnTo>
                  <a:lnTo>
                    <a:pt x="30888" y="18769"/>
                  </a:lnTo>
                  <a:lnTo>
                    <a:pt x="29966" y="21218"/>
                  </a:lnTo>
                  <a:lnTo>
                    <a:pt x="30749" y="27066"/>
                  </a:lnTo>
                  <a:lnTo>
                    <a:pt x="32372" y="27132"/>
                  </a:lnTo>
                  <a:lnTo>
                    <a:pt x="32590" y="28770"/>
                  </a:lnTo>
                  <a:lnTo>
                    <a:pt x="26238" y="27007"/>
                  </a:lnTo>
                  <a:lnTo>
                    <a:pt x="24689" y="27545"/>
                  </a:lnTo>
                  <a:lnTo>
                    <a:pt x="24443" y="32067"/>
                  </a:lnTo>
                  <a:lnTo>
                    <a:pt x="13467" y="30442"/>
                  </a:lnTo>
                  <a:lnTo>
                    <a:pt x="8589" y="33010"/>
                  </a:lnTo>
                  <a:lnTo>
                    <a:pt x="4884" y="33396"/>
                  </a:lnTo>
                  <a:lnTo>
                    <a:pt x="5027" y="31159"/>
                  </a:lnTo>
                  <a:lnTo>
                    <a:pt x="2575" y="30524"/>
                  </a:lnTo>
                  <a:lnTo>
                    <a:pt x="2147" y="24693"/>
                  </a:lnTo>
                  <a:lnTo>
                    <a:pt x="0" y="23655"/>
                  </a:lnTo>
                  <a:lnTo>
                    <a:pt x="1783" y="17912"/>
                  </a:lnTo>
                  <a:lnTo>
                    <a:pt x="5351" y="13143"/>
                  </a:lnTo>
                  <a:lnTo>
                    <a:pt x="7145" y="13239"/>
                  </a:lnTo>
                  <a:lnTo>
                    <a:pt x="7019" y="17547"/>
                  </a:lnTo>
                  <a:lnTo>
                    <a:pt x="11286" y="16976"/>
                  </a:lnTo>
                  <a:lnTo>
                    <a:pt x="13782" y="19086"/>
                  </a:lnTo>
                  <a:lnTo>
                    <a:pt x="19051" y="16434"/>
                  </a:lnTo>
                  <a:lnTo>
                    <a:pt x="23617" y="10329"/>
                  </a:lnTo>
                  <a:lnTo>
                    <a:pt x="22638" y="8058"/>
                  </a:lnTo>
                  <a:lnTo>
                    <a:pt x="23887" y="1143"/>
                  </a:lnTo>
                  <a:lnTo>
                    <a:pt x="25665" y="1164"/>
                  </a:lnTo>
                  <a:lnTo>
                    <a:pt x="27210" y="4126"/>
                  </a:lnTo>
                  <a:lnTo>
                    <a:pt x="30409" y="560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h2731"/>
            <p:cNvSpPr/>
            <p:nvPr/>
          </p:nvSpPr>
          <p:spPr>
            <a:xfrm>
              <a:off x="3754985" y="2832724"/>
              <a:ext cx="71560" cy="60949"/>
            </a:xfrm>
            <a:custGeom>
              <a:avLst/>
              <a:pathLst>
                <a:path w="71560" h="60949">
                  <a:moveTo>
                    <a:pt x="28312" y="123"/>
                  </a:moveTo>
                  <a:lnTo>
                    <a:pt x="36246" y="7915"/>
                  </a:lnTo>
                  <a:lnTo>
                    <a:pt x="37284" y="11658"/>
                  </a:lnTo>
                  <a:lnTo>
                    <a:pt x="44785" y="12327"/>
                  </a:lnTo>
                  <a:lnTo>
                    <a:pt x="54761" y="13527"/>
                  </a:lnTo>
                  <a:lnTo>
                    <a:pt x="53557" y="17035"/>
                  </a:lnTo>
                  <a:lnTo>
                    <a:pt x="57142" y="17229"/>
                  </a:lnTo>
                  <a:lnTo>
                    <a:pt x="57011" y="20756"/>
                  </a:lnTo>
                  <a:lnTo>
                    <a:pt x="50843" y="23064"/>
                  </a:lnTo>
                  <a:lnTo>
                    <a:pt x="49586" y="21908"/>
                  </a:lnTo>
                  <a:lnTo>
                    <a:pt x="49604" y="20628"/>
                  </a:lnTo>
                  <a:lnTo>
                    <a:pt x="45049" y="20195"/>
                  </a:lnTo>
                  <a:lnTo>
                    <a:pt x="44799" y="22978"/>
                  </a:lnTo>
                  <a:lnTo>
                    <a:pt x="47973" y="24659"/>
                  </a:lnTo>
                  <a:lnTo>
                    <a:pt x="52346" y="29983"/>
                  </a:lnTo>
                  <a:lnTo>
                    <a:pt x="53661" y="29868"/>
                  </a:lnTo>
                  <a:lnTo>
                    <a:pt x="53542" y="33374"/>
                  </a:lnTo>
                  <a:lnTo>
                    <a:pt x="58126" y="34693"/>
                  </a:lnTo>
                  <a:lnTo>
                    <a:pt x="55916" y="39569"/>
                  </a:lnTo>
                  <a:lnTo>
                    <a:pt x="60616" y="40460"/>
                  </a:lnTo>
                  <a:lnTo>
                    <a:pt x="63942" y="45791"/>
                  </a:lnTo>
                  <a:lnTo>
                    <a:pt x="71560" y="45848"/>
                  </a:lnTo>
                  <a:lnTo>
                    <a:pt x="71067" y="51574"/>
                  </a:lnTo>
                  <a:lnTo>
                    <a:pt x="69363" y="56714"/>
                  </a:lnTo>
                  <a:lnTo>
                    <a:pt x="67001" y="57402"/>
                  </a:lnTo>
                  <a:lnTo>
                    <a:pt x="67199" y="60949"/>
                  </a:lnTo>
                  <a:lnTo>
                    <a:pt x="64366" y="60882"/>
                  </a:lnTo>
                  <a:lnTo>
                    <a:pt x="65116" y="58585"/>
                  </a:lnTo>
                  <a:lnTo>
                    <a:pt x="63138" y="58907"/>
                  </a:lnTo>
                  <a:lnTo>
                    <a:pt x="63144" y="59616"/>
                  </a:lnTo>
                  <a:lnTo>
                    <a:pt x="49277" y="44708"/>
                  </a:lnTo>
                  <a:lnTo>
                    <a:pt x="49937" y="41542"/>
                  </a:lnTo>
                  <a:lnTo>
                    <a:pt x="46557" y="38785"/>
                  </a:lnTo>
                  <a:lnTo>
                    <a:pt x="45129" y="38614"/>
                  </a:lnTo>
                  <a:lnTo>
                    <a:pt x="45018" y="43401"/>
                  </a:lnTo>
                  <a:lnTo>
                    <a:pt x="41107" y="41511"/>
                  </a:lnTo>
                  <a:lnTo>
                    <a:pt x="42396" y="36380"/>
                  </a:lnTo>
                  <a:lnTo>
                    <a:pt x="35315" y="36355"/>
                  </a:lnTo>
                  <a:lnTo>
                    <a:pt x="35324" y="33194"/>
                  </a:lnTo>
                  <a:lnTo>
                    <a:pt x="33975" y="32183"/>
                  </a:lnTo>
                  <a:lnTo>
                    <a:pt x="29689" y="32570"/>
                  </a:lnTo>
                  <a:lnTo>
                    <a:pt x="28361" y="34015"/>
                  </a:lnTo>
                  <a:lnTo>
                    <a:pt x="24948" y="33137"/>
                  </a:lnTo>
                  <a:lnTo>
                    <a:pt x="24156" y="30614"/>
                  </a:lnTo>
                  <a:lnTo>
                    <a:pt x="20282" y="25683"/>
                  </a:lnTo>
                  <a:lnTo>
                    <a:pt x="7461" y="18800"/>
                  </a:lnTo>
                  <a:lnTo>
                    <a:pt x="7978" y="26758"/>
                  </a:lnTo>
                  <a:lnTo>
                    <a:pt x="9072" y="26924"/>
                  </a:lnTo>
                  <a:lnTo>
                    <a:pt x="8688" y="29719"/>
                  </a:lnTo>
                  <a:lnTo>
                    <a:pt x="6819" y="29973"/>
                  </a:lnTo>
                  <a:lnTo>
                    <a:pt x="5642" y="14081"/>
                  </a:lnTo>
                  <a:lnTo>
                    <a:pt x="16" y="14538"/>
                  </a:lnTo>
                  <a:lnTo>
                    <a:pt x="0" y="14248"/>
                  </a:lnTo>
                  <a:lnTo>
                    <a:pt x="12680" y="13073"/>
                  </a:lnTo>
                  <a:lnTo>
                    <a:pt x="15212" y="15020"/>
                  </a:lnTo>
                  <a:lnTo>
                    <a:pt x="18411" y="10816"/>
                  </a:lnTo>
                  <a:lnTo>
                    <a:pt x="23043" y="11126"/>
                  </a:lnTo>
                  <a:lnTo>
                    <a:pt x="25928" y="7518"/>
                  </a:lnTo>
                  <a:lnTo>
                    <a:pt x="31389" y="7925"/>
                  </a:lnTo>
                  <a:lnTo>
                    <a:pt x="2628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h2732"/>
            <p:cNvSpPr/>
            <p:nvPr/>
          </p:nvSpPr>
          <p:spPr>
            <a:xfrm>
              <a:off x="4006981" y="2711871"/>
              <a:ext cx="94459" cy="80788"/>
            </a:xfrm>
            <a:custGeom>
              <a:avLst/>
              <a:pathLst>
                <a:path w="94459" h="80788">
                  <a:moveTo>
                    <a:pt x="63747" y="4152"/>
                  </a:moveTo>
                  <a:lnTo>
                    <a:pt x="87770" y="6661"/>
                  </a:lnTo>
                  <a:lnTo>
                    <a:pt x="94459" y="70597"/>
                  </a:lnTo>
                  <a:lnTo>
                    <a:pt x="89897" y="80788"/>
                  </a:lnTo>
                  <a:lnTo>
                    <a:pt x="88710" y="74345"/>
                  </a:lnTo>
                  <a:lnTo>
                    <a:pt x="83317" y="72846"/>
                  </a:lnTo>
                  <a:lnTo>
                    <a:pt x="78605" y="72949"/>
                  </a:lnTo>
                  <a:lnTo>
                    <a:pt x="78699" y="77625"/>
                  </a:lnTo>
                  <a:lnTo>
                    <a:pt x="76191" y="77682"/>
                  </a:lnTo>
                  <a:lnTo>
                    <a:pt x="75741" y="76268"/>
                  </a:lnTo>
                  <a:lnTo>
                    <a:pt x="67747" y="76411"/>
                  </a:lnTo>
                  <a:lnTo>
                    <a:pt x="68295" y="78384"/>
                  </a:lnTo>
                  <a:lnTo>
                    <a:pt x="65041" y="78713"/>
                  </a:lnTo>
                  <a:lnTo>
                    <a:pt x="58820" y="76526"/>
                  </a:lnTo>
                  <a:lnTo>
                    <a:pt x="51441" y="74952"/>
                  </a:lnTo>
                  <a:lnTo>
                    <a:pt x="45878" y="76175"/>
                  </a:lnTo>
                  <a:lnTo>
                    <a:pt x="36921" y="74651"/>
                  </a:lnTo>
                  <a:lnTo>
                    <a:pt x="35942" y="75039"/>
                  </a:lnTo>
                  <a:lnTo>
                    <a:pt x="35897" y="72811"/>
                  </a:lnTo>
                  <a:lnTo>
                    <a:pt x="38417" y="69348"/>
                  </a:lnTo>
                  <a:lnTo>
                    <a:pt x="38512" y="66289"/>
                  </a:lnTo>
                  <a:lnTo>
                    <a:pt x="35880" y="66589"/>
                  </a:lnTo>
                  <a:lnTo>
                    <a:pt x="34736" y="70912"/>
                  </a:lnTo>
                  <a:lnTo>
                    <a:pt x="30414" y="71486"/>
                  </a:lnTo>
                  <a:lnTo>
                    <a:pt x="27612" y="68947"/>
                  </a:lnTo>
                  <a:lnTo>
                    <a:pt x="22580" y="67320"/>
                  </a:lnTo>
                  <a:lnTo>
                    <a:pt x="13759" y="67083"/>
                  </a:lnTo>
                  <a:lnTo>
                    <a:pt x="9973" y="68565"/>
                  </a:lnTo>
                  <a:lnTo>
                    <a:pt x="8863" y="69625"/>
                  </a:lnTo>
                  <a:lnTo>
                    <a:pt x="6784" y="68041"/>
                  </a:lnTo>
                  <a:lnTo>
                    <a:pt x="7906" y="64844"/>
                  </a:lnTo>
                  <a:lnTo>
                    <a:pt x="7665" y="63002"/>
                  </a:lnTo>
                  <a:lnTo>
                    <a:pt x="4829" y="60664"/>
                  </a:lnTo>
                  <a:lnTo>
                    <a:pt x="2861" y="60637"/>
                  </a:lnTo>
                  <a:lnTo>
                    <a:pt x="2739" y="59209"/>
                  </a:lnTo>
                  <a:lnTo>
                    <a:pt x="4941" y="58549"/>
                  </a:lnTo>
                  <a:lnTo>
                    <a:pt x="4824" y="55069"/>
                  </a:lnTo>
                  <a:lnTo>
                    <a:pt x="1724" y="55741"/>
                  </a:lnTo>
                  <a:lnTo>
                    <a:pt x="0" y="53247"/>
                  </a:lnTo>
                  <a:lnTo>
                    <a:pt x="5680" y="47095"/>
                  </a:lnTo>
                  <a:lnTo>
                    <a:pt x="7983" y="42086"/>
                  </a:lnTo>
                  <a:lnTo>
                    <a:pt x="11118" y="38017"/>
                  </a:lnTo>
                  <a:lnTo>
                    <a:pt x="16804" y="33786"/>
                  </a:lnTo>
                  <a:lnTo>
                    <a:pt x="19364" y="28426"/>
                  </a:lnTo>
                  <a:lnTo>
                    <a:pt x="18320" y="27833"/>
                  </a:lnTo>
                  <a:lnTo>
                    <a:pt x="16802" y="29054"/>
                  </a:lnTo>
                  <a:lnTo>
                    <a:pt x="16822" y="24661"/>
                  </a:lnTo>
                  <a:lnTo>
                    <a:pt x="19831" y="24701"/>
                  </a:lnTo>
                  <a:lnTo>
                    <a:pt x="20004" y="23736"/>
                  </a:lnTo>
                  <a:lnTo>
                    <a:pt x="22944" y="23681"/>
                  </a:lnTo>
                  <a:lnTo>
                    <a:pt x="22946" y="21464"/>
                  </a:lnTo>
                  <a:lnTo>
                    <a:pt x="20481" y="8749"/>
                  </a:lnTo>
                  <a:lnTo>
                    <a:pt x="18779" y="9089"/>
                  </a:lnTo>
                  <a:lnTo>
                    <a:pt x="18384" y="8000"/>
                  </a:lnTo>
                  <a:lnTo>
                    <a:pt x="30535" y="6749"/>
                  </a:lnTo>
                  <a:lnTo>
                    <a:pt x="33232" y="2190"/>
                  </a:lnTo>
                  <a:lnTo>
                    <a:pt x="44848" y="953"/>
                  </a:lnTo>
                  <a:lnTo>
                    <a:pt x="4686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h2733"/>
            <p:cNvSpPr/>
            <p:nvPr/>
          </p:nvSpPr>
          <p:spPr>
            <a:xfrm>
              <a:off x="3993613" y="2802613"/>
              <a:ext cx="18572" cy="35739"/>
            </a:xfrm>
            <a:custGeom>
              <a:avLst/>
              <a:pathLst>
                <a:path w="18572" h="35739">
                  <a:moveTo>
                    <a:pt x="8607" y="2412"/>
                  </a:moveTo>
                  <a:lnTo>
                    <a:pt x="10841" y="8273"/>
                  </a:lnTo>
                  <a:lnTo>
                    <a:pt x="12826" y="8343"/>
                  </a:lnTo>
                  <a:lnTo>
                    <a:pt x="12837" y="10096"/>
                  </a:lnTo>
                  <a:lnTo>
                    <a:pt x="14204" y="11303"/>
                  </a:lnTo>
                  <a:lnTo>
                    <a:pt x="18572" y="25601"/>
                  </a:lnTo>
                  <a:lnTo>
                    <a:pt x="17264" y="27947"/>
                  </a:lnTo>
                  <a:lnTo>
                    <a:pt x="17574" y="30659"/>
                  </a:lnTo>
                  <a:lnTo>
                    <a:pt x="16547" y="30893"/>
                  </a:lnTo>
                  <a:lnTo>
                    <a:pt x="10047" y="28583"/>
                  </a:lnTo>
                  <a:lnTo>
                    <a:pt x="8532" y="30768"/>
                  </a:lnTo>
                  <a:lnTo>
                    <a:pt x="8170" y="32715"/>
                  </a:lnTo>
                  <a:lnTo>
                    <a:pt x="4902" y="32556"/>
                  </a:lnTo>
                  <a:lnTo>
                    <a:pt x="2040" y="34726"/>
                  </a:lnTo>
                  <a:lnTo>
                    <a:pt x="2406" y="35739"/>
                  </a:lnTo>
                  <a:lnTo>
                    <a:pt x="783" y="35673"/>
                  </a:lnTo>
                  <a:lnTo>
                    <a:pt x="0" y="29825"/>
                  </a:lnTo>
                  <a:lnTo>
                    <a:pt x="921" y="27376"/>
                  </a:lnTo>
                  <a:lnTo>
                    <a:pt x="6096" y="28935"/>
                  </a:lnTo>
                  <a:lnTo>
                    <a:pt x="6988" y="24864"/>
                  </a:lnTo>
                  <a:lnTo>
                    <a:pt x="6695" y="21278"/>
                  </a:lnTo>
                  <a:lnTo>
                    <a:pt x="11074" y="21047"/>
                  </a:lnTo>
                  <a:lnTo>
                    <a:pt x="12798" y="18794"/>
                  </a:lnTo>
                  <a:lnTo>
                    <a:pt x="14626" y="13727"/>
                  </a:lnTo>
                  <a:lnTo>
                    <a:pt x="10248" y="10965"/>
                  </a:lnTo>
                  <a:lnTo>
                    <a:pt x="8924" y="10854"/>
                  </a:lnTo>
                  <a:lnTo>
                    <a:pt x="7593" y="11557"/>
                  </a:lnTo>
                  <a:lnTo>
                    <a:pt x="7400" y="15735"/>
                  </a:lnTo>
                  <a:lnTo>
                    <a:pt x="8452" y="16910"/>
                  </a:lnTo>
                  <a:lnTo>
                    <a:pt x="5427" y="17821"/>
                  </a:lnTo>
                  <a:lnTo>
                    <a:pt x="2117" y="8606"/>
                  </a:lnTo>
                  <a:lnTo>
                    <a:pt x="1297" y="4781"/>
                  </a:lnTo>
                  <a:lnTo>
                    <a:pt x="574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h2734"/>
            <p:cNvSpPr/>
            <p:nvPr/>
          </p:nvSpPr>
          <p:spPr>
            <a:xfrm>
              <a:off x="3894636" y="2794184"/>
              <a:ext cx="10596" cy="15971"/>
            </a:xfrm>
            <a:custGeom>
              <a:avLst/>
              <a:pathLst>
                <a:path w="10596" h="15971">
                  <a:moveTo>
                    <a:pt x="7024" y="186"/>
                  </a:moveTo>
                  <a:lnTo>
                    <a:pt x="7686" y="2461"/>
                  </a:lnTo>
                  <a:lnTo>
                    <a:pt x="10596" y="3454"/>
                  </a:lnTo>
                  <a:lnTo>
                    <a:pt x="10211" y="6957"/>
                  </a:lnTo>
                  <a:lnTo>
                    <a:pt x="8601" y="7128"/>
                  </a:lnTo>
                  <a:lnTo>
                    <a:pt x="8646" y="11295"/>
                  </a:lnTo>
                  <a:lnTo>
                    <a:pt x="9645" y="11378"/>
                  </a:lnTo>
                  <a:lnTo>
                    <a:pt x="9338" y="13955"/>
                  </a:lnTo>
                  <a:lnTo>
                    <a:pt x="7438" y="15971"/>
                  </a:lnTo>
                  <a:lnTo>
                    <a:pt x="4497" y="15411"/>
                  </a:lnTo>
                  <a:lnTo>
                    <a:pt x="3960" y="14675"/>
                  </a:lnTo>
                  <a:lnTo>
                    <a:pt x="2792" y="14196"/>
                  </a:lnTo>
                  <a:lnTo>
                    <a:pt x="5000" y="12487"/>
                  </a:lnTo>
                  <a:lnTo>
                    <a:pt x="5141" y="11564"/>
                  </a:lnTo>
                  <a:lnTo>
                    <a:pt x="0" y="6932"/>
                  </a:lnTo>
                  <a:lnTo>
                    <a:pt x="43" y="4427"/>
                  </a:lnTo>
                  <a:lnTo>
                    <a:pt x="1139" y="3174"/>
                  </a:lnTo>
                  <a:lnTo>
                    <a:pt x="457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h2735"/>
            <p:cNvSpPr/>
            <p:nvPr/>
          </p:nvSpPr>
          <p:spPr>
            <a:xfrm>
              <a:off x="3874656" y="2874704"/>
              <a:ext cx="15492" cy="18298"/>
            </a:xfrm>
            <a:custGeom>
              <a:avLst/>
              <a:pathLst>
                <a:path w="15492" h="18298">
                  <a:moveTo>
                    <a:pt x="12211" y="858"/>
                  </a:moveTo>
                  <a:lnTo>
                    <a:pt x="15153" y="4495"/>
                  </a:lnTo>
                  <a:lnTo>
                    <a:pt x="15492" y="11954"/>
                  </a:lnTo>
                  <a:lnTo>
                    <a:pt x="14230" y="14068"/>
                  </a:lnTo>
                  <a:lnTo>
                    <a:pt x="14770" y="15432"/>
                  </a:lnTo>
                  <a:lnTo>
                    <a:pt x="11611" y="17110"/>
                  </a:lnTo>
                  <a:lnTo>
                    <a:pt x="10680" y="17164"/>
                  </a:lnTo>
                  <a:lnTo>
                    <a:pt x="10716" y="16359"/>
                  </a:lnTo>
                  <a:lnTo>
                    <a:pt x="8450" y="16264"/>
                  </a:lnTo>
                  <a:lnTo>
                    <a:pt x="5463" y="18298"/>
                  </a:lnTo>
                  <a:lnTo>
                    <a:pt x="4414" y="15722"/>
                  </a:lnTo>
                  <a:lnTo>
                    <a:pt x="4520" y="13150"/>
                  </a:lnTo>
                  <a:lnTo>
                    <a:pt x="1940" y="14082"/>
                  </a:lnTo>
                  <a:lnTo>
                    <a:pt x="0" y="8603"/>
                  </a:lnTo>
                  <a:lnTo>
                    <a:pt x="1021" y="6846"/>
                  </a:lnTo>
                  <a:lnTo>
                    <a:pt x="4434" y="7354"/>
                  </a:lnTo>
                  <a:lnTo>
                    <a:pt x="6619" y="6835"/>
                  </a:lnTo>
                  <a:lnTo>
                    <a:pt x="8028" y="2901"/>
                  </a:lnTo>
                  <a:lnTo>
                    <a:pt x="6802" y="1347"/>
                  </a:lnTo>
                  <a:lnTo>
                    <a:pt x="1083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h2736"/>
            <p:cNvSpPr/>
            <p:nvPr/>
          </p:nvSpPr>
          <p:spPr>
            <a:xfrm>
              <a:off x="3871293" y="2859774"/>
              <a:ext cx="18671" cy="16277"/>
            </a:xfrm>
            <a:custGeom>
              <a:avLst/>
              <a:pathLst>
                <a:path w="18671" h="16277">
                  <a:moveTo>
                    <a:pt x="6718" y="119"/>
                  </a:moveTo>
                  <a:lnTo>
                    <a:pt x="7576" y="3263"/>
                  </a:lnTo>
                  <a:lnTo>
                    <a:pt x="9662" y="6643"/>
                  </a:lnTo>
                  <a:lnTo>
                    <a:pt x="14367" y="6615"/>
                  </a:lnTo>
                  <a:lnTo>
                    <a:pt x="15793" y="10379"/>
                  </a:lnTo>
                  <a:lnTo>
                    <a:pt x="18671" y="10417"/>
                  </a:lnTo>
                  <a:lnTo>
                    <a:pt x="15574" y="15789"/>
                  </a:lnTo>
                  <a:lnTo>
                    <a:pt x="14198" y="14930"/>
                  </a:lnTo>
                  <a:lnTo>
                    <a:pt x="10165" y="16277"/>
                  </a:lnTo>
                  <a:lnTo>
                    <a:pt x="6119" y="15405"/>
                  </a:lnTo>
                  <a:lnTo>
                    <a:pt x="6358" y="11230"/>
                  </a:lnTo>
                  <a:lnTo>
                    <a:pt x="3130" y="8669"/>
                  </a:lnTo>
                  <a:lnTo>
                    <a:pt x="0" y="2842"/>
                  </a:lnTo>
                  <a:lnTo>
                    <a:pt x="5483" y="2626"/>
                  </a:lnTo>
                  <a:lnTo>
                    <a:pt x="471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h2737"/>
            <p:cNvSpPr/>
            <p:nvPr/>
          </p:nvSpPr>
          <p:spPr>
            <a:xfrm>
              <a:off x="3799785" y="2849053"/>
              <a:ext cx="28860" cy="13653"/>
            </a:xfrm>
            <a:custGeom>
              <a:avLst/>
              <a:pathLst>
                <a:path w="28860" h="13653">
                  <a:moveTo>
                    <a:pt x="18500" y="252"/>
                  </a:moveTo>
                  <a:lnTo>
                    <a:pt x="22318" y="1598"/>
                  </a:lnTo>
                  <a:lnTo>
                    <a:pt x="24951" y="2690"/>
                  </a:lnTo>
                  <a:lnTo>
                    <a:pt x="28860" y="7083"/>
                  </a:lnTo>
                  <a:lnTo>
                    <a:pt x="26445" y="7045"/>
                  </a:lnTo>
                  <a:lnTo>
                    <a:pt x="27139" y="9290"/>
                  </a:lnTo>
                  <a:lnTo>
                    <a:pt x="21674" y="12769"/>
                  </a:lnTo>
                  <a:lnTo>
                    <a:pt x="16606" y="13242"/>
                  </a:lnTo>
                  <a:lnTo>
                    <a:pt x="12213" y="9450"/>
                  </a:lnTo>
                  <a:lnTo>
                    <a:pt x="12253" y="13491"/>
                  </a:lnTo>
                  <a:lnTo>
                    <a:pt x="8861" y="13538"/>
                  </a:lnTo>
                  <a:lnTo>
                    <a:pt x="7546" y="13653"/>
                  </a:lnTo>
                  <a:lnTo>
                    <a:pt x="3173" y="8329"/>
                  </a:lnTo>
                  <a:lnTo>
                    <a:pt x="0" y="6648"/>
                  </a:lnTo>
                  <a:lnTo>
                    <a:pt x="249" y="3866"/>
                  </a:lnTo>
                  <a:lnTo>
                    <a:pt x="4804" y="4298"/>
                  </a:lnTo>
                  <a:lnTo>
                    <a:pt x="4786" y="5579"/>
                  </a:lnTo>
                  <a:lnTo>
                    <a:pt x="6043" y="6734"/>
                  </a:lnTo>
                  <a:lnTo>
                    <a:pt x="12211" y="4427"/>
                  </a:lnTo>
                  <a:lnTo>
                    <a:pt x="12342" y="900"/>
                  </a:lnTo>
                  <a:lnTo>
                    <a:pt x="1235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h2738"/>
            <p:cNvSpPr/>
            <p:nvPr/>
          </p:nvSpPr>
          <p:spPr>
            <a:xfrm>
              <a:off x="3774316" y="2816590"/>
              <a:ext cx="37620" cy="28461"/>
            </a:xfrm>
            <a:custGeom>
              <a:avLst/>
              <a:pathLst>
                <a:path w="37620" h="28461">
                  <a:moveTo>
                    <a:pt x="37620" y="1368"/>
                  </a:moveTo>
                  <a:lnTo>
                    <a:pt x="37036" y="2791"/>
                  </a:lnTo>
                  <a:lnTo>
                    <a:pt x="35263" y="13380"/>
                  </a:lnTo>
                  <a:lnTo>
                    <a:pt x="32548" y="11593"/>
                  </a:lnTo>
                  <a:lnTo>
                    <a:pt x="26852" y="9767"/>
                  </a:lnTo>
                  <a:lnTo>
                    <a:pt x="25864" y="10512"/>
                  </a:lnTo>
                  <a:lnTo>
                    <a:pt x="26350" y="14123"/>
                  </a:lnTo>
                  <a:lnTo>
                    <a:pt x="29125" y="14510"/>
                  </a:lnTo>
                  <a:lnTo>
                    <a:pt x="29567" y="16075"/>
                  </a:lnTo>
                  <a:lnTo>
                    <a:pt x="29450" y="20090"/>
                  </a:lnTo>
                  <a:lnTo>
                    <a:pt x="27902" y="24336"/>
                  </a:lnTo>
                  <a:lnTo>
                    <a:pt x="25455" y="28461"/>
                  </a:lnTo>
                  <a:lnTo>
                    <a:pt x="17953" y="27792"/>
                  </a:lnTo>
                  <a:lnTo>
                    <a:pt x="16916" y="24049"/>
                  </a:lnTo>
                  <a:lnTo>
                    <a:pt x="8981" y="16257"/>
                  </a:lnTo>
                  <a:lnTo>
                    <a:pt x="6951" y="16133"/>
                  </a:lnTo>
                  <a:lnTo>
                    <a:pt x="5120" y="16937"/>
                  </a:lnTo>
                  <a:lnTo>
                    <a:pt x="0" y="16730"/>
                  </a:lnTo>
                  <a:lnTo>
                    <a:pt x="207" y="8364"/>
                  </a:lnTo>
                  <a:lnTo>
                    <a:pt x="14830" y="8679"/>
                  </a:lnTo>
                  <a:lnTo>
                    <a:pt x="14803" y="6266"/>
                  </a:lnTo>
                  <a:lnTo>
                    <a:pt x="22920" y="4431"/>
                  </a:lnTo>
                  <a:lnTo>
                    <a:pt x="22454" y="9292"/>
                  </a:lnTo>
                  <a:lnTo>
                    <a:pt x="23368" y="9345"/>
                  </a:lnTo>
                  <a:lnTo>
                    <a:pt x="28790" y="5551"/>
                  </a:lnTo>
                  <a:lnTo>
                    <a:pt x="28391" y="2864"/>
                  </a:lnTo>
                  <a:lnTo>
                    <a:pt x="26089" y="2353"/>
                  </a:lnTo>
                  <a:lnTo>
                    <a:pt x="26460" y="1422"/>
                  </a:lnTo>
                  <a:lnTo>
                    <a:pt x="2909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h2739"/>
            <p:cNvSpPr/>
            <p:nvPr/>
          </p:nvSpPr>
          <p:spPr>
            <a:xfrm>
              <a:off x="3817437" y="2782359"/>
              <a:ext cx="15178" cy="29224"/>
            </a:xfrm>
            <a:custGeom>
              <a:avLst/>
              <a:pathLst>
                <a:path w="15178" h="29224">
                  <a:moveTo>
                    <a:pt x="1155" y="0"/>
                  </a:moveTo>
                  <a:lnTo>
                    <a:pt x="4437" y="6494"/>
                  </a:lnTo>
                  <a:lnTo>
                    <a:pt x="6321" y="7719"/>
                  </a:lnTo>
                  <a:lnTo>
                    <a:pt x="9087" y="13740"/>
                  </a:lnTo>
                  <a:lnTo>
                    <a:pt x="13099" y="16171"/>
                  </a:lnTo>
                  <a:lnTo>
                    <a:pt x="15178" y="20202"/>
                  </a:lnTo>
                  <a:lnTo>
                    <a:pt x="12827" y="29224"/>
                  </a:lnTo>
                  <a:lnTo>
                    <a:pt x="6797" y="28963"/>
                  </a:lnTo>
                  <a:lnTo>
                    <a:pt x="5780" y="27632"/>
                  </a:lnTo>
                  <a:lnTo>
                    <a:pt x="3872" y="11702"/>
                  </a:lnTo>
                  <a:lnTo>
                    <a:pt x="1951" y="10675"/>
                  </a:lnTo>
                  <a:lnTo>
                    <a:pt x="0" y="511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h2740"/>
            <p:cNvSpPr/>
            <p:nvPr/>
          </p:nvSpPr>
          <p:spPr>
            <a:xfrm>
              <a:off x="3982927" y="2835170"/>
              <a:ext cx="23919" cy="21667"/>
            </a:xfrm>
            <a:custGeom>
              <a:avLst/>
              <a:pathLst>
                <a:path w="23919" h="21667">
                  <a:moveTo>
                    <a:pt x="18855" y="158"/>
                  </a:moveTo>
                  <a:lnTo>
                    <a:pt x="16922" y="2927"/>
                  </a:lnTo>
                  <a:lnTo>
                    <a:pt x="18847" y="6686"/>
                  </a:lnTo>
                  <a:lnTo>
                    <a:pt x="23593" y="6948"/>
                  </a:lnTo>
                  <a:lnTo>
                    <a:pt x="23919" y="8288"/>
                  </a:lnTo>
                  <a:lnTo>
                    <a:pt x="23171" y="9533"/>
                  </a:lnTo>
                  <a:lnTo>
                    <a:pt x="16376" y="12913"/>
                  </a:lnTo>
                  <a:lnTo>
                    <a:pt x="14007" y="18156"/>
                  </a:lnTo>
                  <a:lnTo>
                    <a:pt x="2579" y="21667"/>
                  </a:lnTo>
                  <a:lnTo>
                    <a:pt x="0" y="21169"/>
                  </a:lnTo>
                  <a:lnTo>
                    <a:pt x="70" y="19869"/>
                  </a:lnTo>
                  <a:lnTo>
                    <a:pt x="10724" y="14556"/>
                  </a:lnTo>
                  <a:lnTo>
                    <a:pt x="11453" y="9371"/>
                  </a:lnTo>
                  <a:lnTo>
                    <a:pt x="5700" y="10469"/>
                  </a:lnTo>
                  <a:lnTo>
                    <a:pt x="5163" y="8116"/>
                  </a:lnTo>
                  <a:lnTo>
                    <a:pt x="5409" y="3595"/>
                  </a:lnTo>
                  <a:lnTo>
                    <a:pt x="6957" y="3057"/>
                  </a:lnTo>
                  <a:lnTo>
                    <a:pt x="13309" y="4820"/>
                  </a:lnTo>
                  <a:lnTo>
                    <a:pt x="13091" y="3182"/>
                  </a:lnTo>
                  <a:lnTo>
                    <a:pt x="12726" y="2169"/>
                  </a:lnTo>
                  <a:lnTo>
                    <a:pt x="1558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h2741"/>
            <p:cNvSpPr/>
            <p:nvPr/>
          </p:nvSpPr>
          <p:spPr>
            <a:xfrm>
              <a:off x="3850049" y="2781515"/>
              <a:ext cx="12044" cy="8360"/>
            </a:xfrm>
            <a:custGeom>
              <a:avLst/>
              <a:pathLst>
                <a:path w="12044" h="8360">
                  <a:moveTo>
                    <a:pt x="6854" y="1251"/>
                  </a:moveTo>
                  <a:lnTo>
                    <a:pt x="8585" y="1289"/>
                  </a:lnTo>
                  <a:lnTo>
                    <a:pt x="9061" y="3823"/>
                  </a:lnTo>
                  <a:lnTo>
                    <a:pt x="10872" y="5672"/>
                  </a:lnTo>
                  <a:lnTo>
                    <a:pt x="12044" y="5412"/>
                  </a:lnTo>
                  <a:lnTo>
                    <a:pt x="9461" y="7596"/>
                  </a:lnTo>
                  <a:lnTo>
                    <a:pt x="4562" y="8360"/>
                  </a:lnTo>
                  <a:lnTo>
                    <a:pt x="1749" y="7542"/>
                  </a:lnTo>
                  <a:lnTo>
                    <a:pt x="0" y="1910"/>
                  </a:lnTo>
                  <a:lnTo>
                    <a:pt x="92" y="0"/>
                  </a:lnTo>
                  <a:lnTo>
                    <a:pt x="5549" y="48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h2742"/>
            <p:cNvSpPr/>
            <p:nvPr/>
          </p:nvSpPr>
          <p:spPr>
            <a:xfrm>
              <a:off x="3866886" y="2813663"/>
              <a:ext cx="22362" cy="20836"/>
            </a:xfrm>
            <a:custGeom>
              <a:avLst/>
              <a:pathLst>
                <a:path w="22362" h="20836">
                  <a:moveTo>
                    <a:pt x="11390" y="3040"/>
                  </a:moveTo>
                  <a:lnTo>
                    <a:pt x="13772" y="3199"/>
                  </a:lnTo>
                  <a:lnTo>
                    <a:pt x="13693" y="6078"/>
                  </a:lnTo>
                  <a:lnTo>
                    <a:pt x="22100" y="9937"/>
                  </a:lnTo>
                  <a:lnTo>
                    <a:pt x="17296" y="14353"/>
                  </a:lnTo>
                  <a:lnTo>
                    <a:pt x="19736" y="14724"/>
                  </a:lnTo>
                  <a:lnTo>
                    <a:pt x="22362" y="17260"/>
                  </a:lnTo>
                  <a:lnTo>
                    <a:pt x="21768" y="20234"/>
                  </a:lnTo>
                  <a:lnTo>
                    <a:pt x="20574" y="20027"/>
                  </a:lnTo>
                  <a:lnTo>
                    <a:pt x="18273" y="18674"/>
                  </a:lnTo>
                  <a:lnTo>
                    <a:pt x="14566" y="18506"/>
                  </a:lnTo>
                  <a:lnTo>
                    <a:pt x="14029" y="20404"/>
                  </a:lnTo>
                  <a:lnTo>
                    <a:pt x="11723" y="20258"/>
                  </a:lnTo>
                  <a:lnTo>
                    <a:pt x="6122" y="20836"/>
                  </a:lnTo>
                  <a:lnTo>
                    <a:pt x="5607" y="4267"/>
                  </a:lnTo>
                  <a:lnTo>
                    <a:pt x="2850" y="5232"/>
                  </a:lnTo>
                  <a:lnTo>
                    <a:pt x="0" y="2327"/>
                  </a:lnTo>
                  <a:lnTo>
                    <a:pt x="2437" y="0"/>
                  </a:lnTo>
                  <a:lnTo>
                    <a:pt x="9038" y="125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h2743"/>
            <p:cNvSpPr/>
            <p:nvPr/>
          </p:nvSpPr>
          <p:spPr>
            <a:xfrm>
              <a:off x="3888887" y="2872853"/>
              <a:ext cx="26698" cy="18564"/>
            </a:xfrm>
            <a:custGeom>
              <a:avLst/>
              <a:pathLst>
                <a:path w="26698" h="18564">
                  <a:moveTo>
                    <a:pt x="19572" y="6289"/>
                  </a:moveTo>
                  <a:lnTo>
                    <a:pt x="26698" y="5812"/>
                  </a:lnTo>
                  <a:lnTo>
                    <a:pt x="22559" y="17957"/>
                  </a:lnTo>
                  <a:lnTo>
                    <a:pt x="15943" y="18564"/>
                  </a:lnTo>
                  <a:lnTo>
                    <a:pt x="12656" y="17796"/>
                  </a:lnTo>
                  <a:lnTo>
                    <a:pt x="539" y="17284"/>
                  </a:lnTo>
                  <a:lnTo>
                    <a:pt x="0" y="15920"/>
                  </a:lnTo>
                  <a:lnTo>
                    <a:pt x="1262" y="13805"/>
                  </a:lnTo>
                  <a:lnTo>
                    <a:pt x="923" y="6346"/>
                  </a:lnTo>
                  <a:lnTo>
                    <a:pt x="4119" y="6438"/>
                  </a:lnTo>
                  <a:lnTo>
                    <a:pt x="8628" y="3424"/>
                  </a:lnTo>
                  <a:lnTo>
                    <a:pt x="9256" y="1132"/>
                  </a:lnTo>
                  <a:lnTo>
                    <a:pt x="10425" y="2343"/>
                  </a:lnTo>
                  <a:lnTo>
                    <a:pt x="15054" y="4129"/>
                  </a:lnTo>
                  <a:lnTo>
                    <a:pt x="15929" y="3735"/>
                  </a:lnTo>
                  <a:lnTo>
                    <a:pt x="1698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h2744"/>
            <p:cNvSpPr/>
            <p:nvPr/>
          </p:nvSpPr>
          <p:spPr>
            <a:xfrm>
              <a:off x="3865210" y="2773839"/>
              <a:ext cx="13539" cy="25784"/>
            </a:xfrm>
            <a:custGeom>
              <a:avLst/>
              <a:pathLst>
                <a:path w="13539" h="25784">
                  <a:moveTo>
                    <a:pt x="3886" y="871"/>
                  </a:moveTo>
                  <a:lnTo>
                    <a:pt x="4324" y="6626"/>
                  </a:lnTo>
                  <a:lnTo>
                    <a:pt x="8419" y="7474"/>
                  </a:lnTo>
                  <a:lnTo>
                    <a:pt x="10286" y="8750"/>
                  </a:lnTo>
                  <a:lnTo>
                    <a:pt x="11031" y="10694"/>
                  </a:lnTo>
                  <a:lnTo>
                    <a:pt x="10888" y="14133"/>
                  </a:lnTo>
                  <a:lnTo>
                    <a:pt x="13539" y="14696"/>
                  </a:lnTo>
                  <a:lnTo>
                    <a:pt x="9679" y="19839"/>
                  </a:lnTo>
                  <a:lnTo>
                    <a:pt x="11174" y="22176"/>
                  </a:lnTo>
                  <a:lnTo>
                    <a:pt x="7154" y="25784"/>
                  </a:lnTo>
                  <a:lnTo>
                    <a:pt x="8283" y="23723"/>
                  </a:lnTo>
                  <a:lnTo>
                    <a:pt x="8315" y="21214"/>
                  </a:lnTo>
                  <a:lnTo>
                    <a:pt x="4292" y="18989"/>
                  </a:lnTo>
                  <a:lnTo>
                    <a:pt x="2621" y="18852"/>
                  </a:lnTo>
                  <a:lnTo>
                    <a:pt x="1717" y="8178"/>
                  </a:lnTo>
                  <a:lnTo>
                    <a:pt x="0" y="4062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h2745"/>
            <p:cNvSpPr/>
            <p:nvPr/>
          </p:nvSpPr>
          <p:spPr>
            <a:xfrm>
              <a:off x="3882954" y="2891814"/>
              <a:ext cx="10713" cy="16904"/>
            </a:xfrm>
            <a:custGeom>
              <a:avLst/>
              <a:pathLst>
                <a:path w="10713" h="16904">
                  <a:moveTo>
                    <a:pt x="3314" y="0"/>
                  </a:moveTo>
                  <a:lnTo>
                    <a:pt x="5214" y="1828"/>
                  </a:lnTo>
                  <a:lnTo>
                    <a:pt x="6586" y="1864"/>
                  </a:lnTo>
                  <a:lnTo>
                    <a:pt x="8955" y="3341"/>
                  </a:lnTo>
                  <a:lnTo>
                    <a:pt x="10590" y="5257"/>
                  </a:lnTo>
                  <a:lnTo>
                    <a:pt x="10713" y="7776"/>
                  </a:lnTo>
                  <a:lnTo>
                    <a:pt x="3191" y="16904"/>
                  </a:lnTo>
                  <a:lnTo>
                    <a:pt x="2550" y="16801"/>
                  </a:lnTo>
                  <a:lnTo>
                    <a:pt x="0" y="16660"/>
                  </a:lnTo>
                  <a:lnTo>
                    <a:pt x="409" y="10197"/>
                  </a:lnTo>
                  <a:lnTo>
                    <a:pt x="2383" y="5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h2746"/>
            <p:cNvSpPr/>
            <p:nvPr/>
          </p:nvSpPr>
          <p:spPr>
            <a:xfrm>
              <a:off x="3970601" y="2870384"/>
              <a:ext cx="33750" cy="44602"/>
            </a:xfrm>
            <a:custGeom>
              <a:avLst/>
              <a:pathLst>
                <a:path w="33750" h="44602">
                  <a:moveTo>
                    <a:pt x="25967" y="809"/>
                  </a:moveTo>
                  <a:lnTo>
                    <a:pt x="25528" y="8980"/>
                  </a:lnTo>
                  <a:lnTo>
                    <a:pt x="29117" y="8706"/>
                  </a:lnTo>
                  <a:lnTo>
                    <a:pt x="31153" y="9331"/>
                  </a:lnTo>
                  <a:lnTo>
                    <a:pt x="32495" y="12983"/>
                  </a:lnTo>
                  <a:lnTo>
                    <a:pt x="32826" y="20157"/>
                  </a:lnTo>
                  <a:lnTo>
                    <a:pt x="33750" y="21730"/>
                  </a:lnTo>
                  <a:lnTo>
                    <a:pt x="32326" y="22724"/>
                  </a:lnTo>
                  <a:lnTo>
                    <a:pt x="28773" y="22379"/>
                  </a:lnTo>
                  <a:lnTo>
                    <a:pt x="19911" y="29252"/>
                  </a:lnTo>
                  <a:lnTo>
                    <a:pt x="22106" y="29341"/>
                  </a:lnTo>
                  <a:lnTo>
                    <a:pt x="22031" y="35498"/>
                  </a:lnTo>
                  <a:lnTo>
                    <a:pt x="13459" y="35687"/>
                  </a:lnTo>
                  <a:lnTo>
                    <a:pt x="6006" y="40036"/>
                  </a:lnTo>
                  <a:lnTo>
                    <a:pt x="119" y="44602"/>
                  </a:lnTo>
                  <a:lnTo>
                    <a:pt x="0" y="42628"/>
                  </a:lnTo>
                  <a:lnTo>
                    <a:pt x="1647" y="39582"/>
                  </a:lnTo>
                  <a:lnTo>
                    <a:pt x="5275" y="40009"/>
                  </a:lnTo>
                  <a:lnTo>
                    <a:pt x="5118" y="31751"/>
                  </a:lnTo>
                  <a:lnTo>
                    <a:pt x="8383" y="31982"/>
                  </a:lnTo>
                  <a:lnTo>
                    <a:pt x="8425" y="29714"/>
                  </a:lnTo>
                  <a:lnTo>
                    <a:pt x="9703" y="28626"/>
                  </a:lnTo>
                  <a:lnTo>
                    <a:pt x="8975" y="22821"/>
                  </a:lnTo>
                  <a:lnTo>
                    <a:pt x="11629" y="22477"/>
                  </a:lnTo>
                  <a:lnTo>
                    <a:pt x="11896" y="17687"/>
                  </a:lnTo>
                  <a:lnTo>
                    <a:pt x="11930" y="14456"/>
                  </a:lnTo>
                  <a:lnTo>
                    <a:pt x="8823" y="13973"/>
                  </a:lnTo>
                  <a:lnTo>
                    <a:pt x="8847" y="1400"/>
                  </a:lnTo>
                  <a:lnTo>
                    <a:pt x="16228" y="1604"/>
                  </a:lnTo>
                  <a:lnTo>
                    <a:pt x="1741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h2747"/>
            <p:cNvSpPr/>
            <p:nvPr/>
          </p:nvSpPr>
          <p:spPr>
            <a:xfrm>
              <a:off x="3755002" y="2846806"/>
              <a:ext cx="49920" cy="39691"/>
            </a:xfrm>
            <a:custGeom>
              <a:avLst/>
              <a:pathLst>
                <a:path w="49920" h="39691">
                  <a:moveTo>
                    <a:pt x="6803" y="15891"/>
                  </a:moveTo>
                  <a:lnTo>
                    <a:pt x="8671" y="15637"/>
                  </a:lnTo>
                  <a:lnTo>
                    <a:pt x="9055" y="12843"/>
                  </a:lnTo>
                  <a:lnTo>
                    <a:pt x="7961" y="12676"/>
                  </a:lnTo>
                  <a:lnTo>
                    <a:pt x="7444" y="4718"/>
                  </a:lnTo>
                  <a:lnTo>
                    <a:pt x="20265" y="11601"/>
                  </a:lnTo>
                  <a:lnTo>
                    <a:pt x="24140" y="16532"/>
                  </a:lnTo>
                  <a:lnTo>
                    <a:pt x="24931" y="19056"/>
                  </a:lnTo>
                  <a:lnTo>
                    <a:pt x="28345" y="19933"/>
                  </a:lnTo>
                  <a:lnTo>
                    <a:pt x="29673" y="18488"/>
                  </a:lnTo>
                  <a:lnTo>
                    <a:pt x="33958" y="18102"/>
                  </a:lnTo>
                  <a:lnTo>
                    <a:pt x="35307" y="19112"/>
                  </a:lnTo>
                  <a:lnTo>
                    <a:pt x="35298" y="22273"/>
                  </a:lnTo>
                  <a:lnTo>
                    <a:pt x="42379" y="22298"/>
                  </a:lnTo>
                  <a:lnTo>
                    <a:pt x="41091" y="27430"/>
                  </a:lnTo>
                  <a:lnTo>
                    <a:pt x="45001" y="29319"/>
                  </a:lnTo>
                  <a:lnTo>
                    <a:pt x="45112" y="24532"/>
                  </a:lnTo>
                  <a:lnTo>
                    <a:pt x="46540" y="24703"/>
                  </a:lnTo>
                  <a:lnTo>
                    <a:pt x="49920" y="27460"/>
                  </a:lnTo>
                  <a:lnTo>
                    <a:pt x="49260" y="30626"/>
                  </a:lnTo>
                  <a:lnTo>
                    <a:pt x="47378" y="32091"/>
                  </a:lnTo>
                  <a:lnTo>
                    <a:pt x="42173" y="39348"/>
                  </a:lnTo>
                  <a:lnTo>
                    <a:pt x="38015" y="39691"/>
                  </a:lnTo>
                  <a:lnTo>
                    <a:pt x="21119" y="35140"/>
                  </a:lnTo>
                  <a:lnTo>
                    <a:pt x="21881" y="28672"/>
                  </a:lnTo>
                  <a:lnTo>
                    <a:pt x="20945" y="25540"/>
                  </a:lnTo>
                  <a:lnTo>
                    <a:pt x="7925" y="26902"/>
                  </a:lnTo>
                  <a:lnTo>
                    <a:pt x="7066" y="25342"/>
                  </a:lnTo>
                  <a:lnTo>
                    <a:pt x="1446" y="25552"/>
                  </a:lnTo>
                  <a:lnTo>
                    <a:pt x="0" y="456"/>
                  </a:lnTo>
                  <a:lnTo>
                    <a:pt x="562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h2748"/>
            <p:cNvSpPr/>
            <p:nvPr/>
          </p:nvSpPr>
          <p:spPr>
            <a:xfrm>
              <a:off x="3862054" y="2878665"/>
              <a:ext cx="66009" cy="113504"/>
            </a:xfrm>
            <a:custGeom>
              <a:avLst/>
              <a:pathLst>
                <a:path w="66009" h="113504">
                  <a:moveTo>
                    <a:pt x="55461" y="1831"/>
                  </a:moveTo>
                  <a:lnTo>
                    <a:pt x="55748" y="4441"/>
                  </a:lnTo>
                  <a:lnTo>
                    <a:pt x="57956" y="5872"/>
                  </a:lnTo>
                  <a:lnTo>
                    <a:pt x="57237" y="12624"/>
                  </a:lnTo>
                  <a:lnTo>
                    <a:pt x="58126" y="19336"/>
                  </a:lnTo>
                  <a:lnTo>
                    <a:pt x="56666" y="19370"/>
                  </a:lnTo>
                  <a:lnTo>
                    <a:pt x="56796" y="15654"/>
                  </a:lnTo>
                  <a:lnTo>
                    <a:pt x="52029" y="15347"/>
                  </a:lnTo>
                  <a:lnTo>
                    <a:pt x="50019" y="17304"/>
                  </a:lnTo>
                  <a:lnTo>
                    <a:pt x="48332" y="24202"/>
                  </a:lnTo>
                  <a:lnTo>
                    <a:pt x="45925" y="25329"/>
                  </a:lnTo>
                  <a:lnTo>
                    <a:pt x="45875" y="27543"/>
                  </a:lnTo>
                  <a:lnTo>
                    <a:pt x="48918" y="29214"/>
                  </a:lnTo>
                  <a:lnTo>
                    <a:pt x="49841" y="26493"/>
                  </a:lnTo>
                  <a:lnTo>
                    <a:pt x="50802" y="26582"/>
                  </a:lnTo>
                  <a:lnTo>
                    <a:pt x="52405" y="29998"/>
                  </a:lnTo>
                  <a:lnTo>
                    <a:pt x="52377" y="34452"/>
                  </a:lnTo>
                  <a:lnTo>
                    <a:pt x="50579" y="38721"/>
                  </a:lnTo>
                  <a:lnTo>
                    <a:pt x="52766" y="40926"/>
                  </a:lnTo>
                  <a:lnTo>
                    <a:pt x="55851" y="53158"/>
                  </a:lnTo>
                  <a:lnTo>
                    <a:pt x="59458" y="60758"/>
                  </a:lnTo>
                  <a:lnTo>
                    <a:pt x="58287" y="72841"/>
                  </a:lnTo>
                  <a:lnTo>
                    <a:pt x="55415" y="72686"/>
                  </a:lnTo>
                  <a:lnTo>
                    <a:pt x="56079" y="81747"/>
                  </a:lnTo>
                  <a:lnTo>
                    <a:pt x="64845" y="87602"/>
                  </a:lnTo>
                  <a:lnTo>
                    <a:pt x="66009" y="92348"/>
                  </a:lnTo>
                  <a:lnTo>
                    <a:pt x="59814" y="91691"/>
                  </a:lnTo>
                  <a:lnTo>
                    <a:pt x="59590" y="103407"/>
                  </a:lnTo>
                  <a:lnTo>
                    <a:pt x="62744" y="103425"/>
                  </a:lnTo>
                  <a:lnTo>
                    <a:pt x="63019" y="107351"/>
                  </a:lnTo>
                  <a:lnTo>
                    <a:pt x="58016" y="107946"/>
                  </a:lnTo>
                  <a:lnTo>
                    <a:pt x="57933" y="100557"/>
                  </a:lnTo>
                  <a:lnTo>
                    <a:pt x="52366" y="100186"/>
                  </a:lnTo>
                  <a:lnTo>
                    <a:pt x="48284" y="101519"/>
                  </a:lnTo>
                  <a:lnTo>
                    <a:pt x="49028" y="105225"/>
                  </a:lnTo>
                  <a:lnTo>
                    <a:pt x="40152" y="113504"/>
                  </a:lnTo>
                  <a:lnTo>
                    <a:pt x="24660" y="101939"/>
                  </a:lnTo>
                  <a:lnTo>
                    <a:pt x="19686" y="95925"/>
                  </a:lnTo>
                  <a:lnTo>
                    <a:pt x="17167" y="95908"/>
                  </a:lnTo>
                  <a:lnTo>
                    <a:pt x="15938" y="94581"/>
                  </a:lnTo>
                  <a:lnTo>
                    <a:pt x="13794" y="90663"/>
                  </a:lnTo>
                  <a:lnTo>
                    <a:pt x="15361" y="90735"/>
                  </a:lnTo>
                  <a:lnTo>
                    <a:pt x="15412" y="86704"/>
                  </a:lnTo>
                  <a:lnTo>
                    <a:pt x="9206" y="86676"/>
                  </a:lnTo>
                  <a:lnTo>
                    <a:pt x="436" y="74421"/>
                  </a:lnTo>
                  <a:lnTo>
                    <a:pt x="0" y="68397"/>
                  </a:lnTo>
                  <a:lnTo>
                    <a:pt x="5234" y="57407"/>
                  </a:lnTo>
                  <a:lnTo>
                    <a:pt x="8862" y="52079"/>
                  </a:lnTo>
                  <a:lnTo>
                    <a:pt x="23646" y="52675"/>
                  </a:lnTo>
                  <a:lnTo>
                    <a:pt x="25415" y="51860"/>
                  </a:lnTo>
                  <a:lnTo>
                    <a:pt x="25298" y="48149"/>
                  </a:lnTo>
                  <a:lnTo>
                    <a:pt x="21937" y="45872"/>
                  </a:lnTo>
                  <a:lnTo>
                    <a:pt x="18100" y="45029"/>
                  </a:lnTo>
                  <a:lnTo>
                    <a:pt x="17818" y="39568"/>
                  </a:lnTo>
                  <a:lnTo>
                    <a:pt x="18358" y="38102"/>
                  </a:lnTo>
                  <a:lnTo>
                    <a:pt x="19632" y="38228"/>
                  </a:lnTo>
                  <a:lnTo>
                    <a:pt x="21200" y="41862"/>
                  </a:lnTo>
                  <a:lnTo>
                    <a:pt x="23837" y="42138"/>
                  </a:lnTo>
                  <a:lnTo>
                    <a:pt x="25189" y="41215"/>
                  </a:lnTo>
                  <a:lnTo>
                    <a:pt x="24662" y="37990"/>
                  </a:lnTo>
                  <a:lnTo>
                    <a:pt x="20055" y="37199"/>
                  </a:lnTo>
                  <a:lnTo>
                    <a:pt x="17645" y="35349"/>
                  </a:lnTo>
                  <a:lnTo>
                    <a:pt x="18284" y="33387"/>
                  </a:lnTo>
                  <a:lnTo>
                    <a:pt x="19876" y="32077"/>
                  </a:lnTo>
                  <a:lnTo>
                    <a:pt x="23369" y="32109"/>
                  </a:lnTo>
                  <a:lnTo>
                    <a:pt x="23449" y="29951"/>
                  </a:lnTo>
                  <a:lnTo>
                    <a:pt x="24090" y="30053"/>
                  </a:lnTo>
                  <a:lnTo>
                    <a:pt x="31613" y="20925"/>
                  </a:lnTo>
                  <a:lnTo>
                    <a:pt x="31489" y="18406"/>
                  </a:lnTo>
                  <a:lnTo>
                    <a:pt x="29854" y="16490"/>
                  </a:lnTo>
                  <a:lnTo>
                    <a:pt x="27485" y="15013"/>
                  </a:lnTo>
                  <a:lnTo>
                    <a:pt x="26113" y="14977"/>
                  </a:lnTo>
                  <a:lnTo>
                    <a:pt x="24213" y="13149"/>
                  </a:lnTo>
                  <a:lnTo>
                    <a:pt x="27372" y="11471"/>
                  </a:lnTo>
                  <a:lnTo>
                    <a:pt x="39489" y="11984"/>
                  </a:lnTo>
                  <a:lnTo>
                    <a:pt x="42775" y="12752"/>
                  </a:lnTo>
                  <a:lnTo>
                    <a:pt x="49392" y="12144"/>
                  </a:lnTo>
                  <a:lnTo>
                    <a:pt x="53530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h2749"/>
            <p:cNvSpPr/>
            <p:nvPr/>
          </p:nvSpPr>
          <p:spPr>
            <a:xfrm>
              <a:off x="3536153" y="2720105"/>
              <a:ext cx="298" cy="315"/>
            </a:xfrm>
            <a:custGeom>
              <a:avLst/>
              <a:pathLst>
                <a:path w="298" h="315">
                  <a:moveTo>
                    <a:pt x="117" y="0"/>
                  </a:moveTo>
                  <a:lnTo>
                    <a:pt x="298" y="315"/>
                  </a:lnTo>
                  <a:lnTo>
                    <a:pt x="0" y="25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h2750"/>
            <p:cNvSpPr/>
            <p:nvPr/>
          </p:nvSpPr>
          <p:spPr>
            <a:xfrm>
              <a:off x="3618175" y="2678501"/>
              <a:ext cx="175" cy="104"/>
            </a:xfrm>
            <a:custGeom>
              <a:avLst/>
              <a:pathLst>
                <a:path w="175" h="104">
                  <a:moveTo>
                    <a:pt x="0" y="104"/>
                  </a:moveTo>
                  <a:lnTo>
                    <a:pt x="17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h2751"/>
            <p:cNvSpPr/>
            <p:nvPr/>
          </p:nvSpPr>
          <p:spPr>
            <a:xfrm>
              <a:off x="3618597" y="2677801"/>
              <a:ext cx="325" cy="271"/>
            </a:xfrm>
            <a:custGeom>
              <a:avLst/>
              <a:pathLst>
                <a:path w="325" h="271">
                  <a:moveTo>
                    <a:pt x="325" y="0"/>
                  </a:moveTo>
                  <a:lnTo>
                    <a:pt x="27" y="27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h2752"/>
            <p:cNvSpPr/>
            <p:nvPr/>
          </p:nvSpPr>
          <p:spPr>
            <a:xfrm>
              <a:off x="3615461" y="2677822"/>
              <a:ext cx="137" cy="199"/>
            </a:xfrm>
            <a:custGeom>
              <a:avLst/>
              <a:pathLst>
                <a:path w="137" h="199">
                  <a:moveTo>
                    <a:pt x="137" y="1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h2753"/>
            <p:cNvSpPr/>
            <p:nvPr/>
          </p:nvSpPr>
          <p:spPr>
            <a:xfrm>
              <a:off x="3615911" y="2677775"/>
              <a:ext cx="137" cy="199"/>
            </a:xfrm>
            <a:custGeom>
              <a:avLst/>
              <a:pathLst>
                <a:path w="137" h="199">
                  <a:moveTo>
                    <a:pt x="0" y="0"/>
                  </a:moveTo>
                  <a:lnTo>
                    <a:pt x="137" y="199"/>
                  </a:lnTo>
                  <a:lnTo>
                    <a:pt x="1" y="18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h2754"/>
            <p:cNvSpPr/>
            <p:nvPr/>
          </p:nvSpPr>
          <p:spPr>
            <a:xfrm>
              <a:off x="3617803" y="2677057"/>
              <a:ext cx="161" cy="198"/>
            </a:xfrm>
            <a:custGeom>
              <a:avLst/>
              <a:pathLst>
                <a:path w="161" h="198">
                  <a:moveTo>
                    <a:pt x="161" y="1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h2755"/>
            <p:cNvSpPr/>
            <p:nvPr/>
          </p:nvSpPr>
          <p:spPr>
            <a:xfrm>
              <a:off x="3808806" y="2610682"/>
              <a:ext cx="3097" cy="3168"/>
            </a:xfrm>
            <a:custGeom>
              <a:avLst/>
              <a:pathLst>
                <a:path w="3097" h="3168">
                  <a:moveTo>
                    <a:pt x="3097" y="3168"/>
                  </a:moveTo>
                  <a:lnTo>
                    <a:pt x="0" y="973"/>
                  </a:lnTo>
                  <a:lnTo>
                    <a:pt x="1191" y="0"/>
                  </a:lnTo>
                  <a:lnTo>
                    <a:pt x="1689" y="144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h2756"/>
            <p:cNvSpPr/>
            <p:nvPr/>
          </p:nvSpPr>
          <p:spPr>
            <a:xfrm>
              <a:off x="3811657" y="2610851"/>
              <a:ext cx="377" cy="519"/>
            </a:xfrm>
            <a:custGeom>
              <a:avLst/>
              <a:pathLst>
                <a:path w="377" h="519">
                  <a:moveTo>
                    <a:pt x="377" y="519"/>
                  </a:moveTo>
                  <a:lnTo>
                    <a:pt x="0" y="487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h2757"/>
            <p:cNvSpPr/>
            <p:nvPr/>
          </p:nvSpPr>
          <p:spPr>
            <a:xfrm>
              <a:off x="3812329" y="2609074"/>
              <a:ext cx="364" cy="534"/>
            </a:xfrm>
            <a:custGeom>
              <a:avLst/>
              <a:pathLst>
                <a:path w="364" h="534">
                  <a:moveTo>
                    <a:pt x="364" y="522"/>
                  </a:moveTo>
                  <a:lnTo>
                    <a:pt x="113" y="5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h2758"/>
            <p:cNvSpPr/>
            <p:nvPr/>
          </p:nvSpPr>
          <p:spPr>
            <a:xfrm>
              <a:off x="3808949" y="2603969"/>
              <a:ext cx="1680" cy="392"/>
            </a:xfrm>
            <a:custGeom>
              <a:avLst/>
              <a:pathLst>
                <a:path w="1680" h="392">
                  <a:moveTo>
                    <a:pt x="0" y="160"/>
                  </a:moveTo>
                  <a:lnTo>
                    <a:pt x="1680" y="0"/>
                  </a:lnTo>
                  <a:lnTo>
                    <a:pt x="237" y="39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h2759"/>
            <p:cNvSpPr/>
            <p:nvPr/>
          </p:nvSpPr>
          <p:spPr>
            <a:xfrm>
              <a:off x="3808635" y="2603626"/>
              <a:ext cx="308" cy="871"/>
            </a:xfrm>
            <a:custGeom>
              <a:avLst/>
              <a:pathLst>
                <a:path w="308" h="871">
                  <a:moveTo>
                    <a:pt x="171" y="871"/>
                  </a:moveTo>
                  <a:lnTo>
                    <a:pt x="0" y="0"/>
                  </a:lnTo>
                  <a:lnTo>
                    <a:pt x="308" y="68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h2760"/>
            <p:cNvSpPr/>
            <p:nvPr/>
          </p:nvSpPr>
          <p:spPr>
            <a:xfrm>
              <a:off x="3810733" y="2603936"/>
              <a:ext cx="413" cy="232"/>
            </a:xfrm>
            <a:custGeom>
              <a:avLst/>
              <a:pathLst>
                <a:path w="413" h="232">
                  <a:moveTo>
                    <a:pt x="27" y="232"/>
                  </a:moveTo>
                  <a:lnTo>
                    <a:pt x="0" y="0"/>
                  </a:lnTo>
                  <a:lnTo>
                    <a:pt x="134" y="153"/>
                  </a:lnTo>
                  <a:lnTo>
                    <a:pt x="413" y="21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h2761"/>
            <p:cNvSpPr/>
            <p:nvPr/>
          </p:nvSpPr>
          <p:spPr>
            <a:xfrm>
              <a:off x="3808978" y="2603315"/>
              <a:ext cx="231" cy="490"/>
            </a:xfrm>
            <a:custGeom>
              <a:avLst/>
              <a:pathLst>
                <a:path w="231" h="490">
                  <a:moveTo>
                    <a:pt x="76" y="0"/>
                  </a:moveTo>
                  <a:lnTo>
                    <a:pt x="231" y="490"/>
                  </a:lnTo>
                  <a:lnTo>
                    <a:pt x="0" y="24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h2762"/>
            <p:cNvSpPr/>
            <p:nvPr/>
          </p:nvSpPr>
          <p:spPr>
            <a:xfrm>
              <a:off x="3809224" y="2602787"/>
              <a:ext cx="192" cy="748"/>
            </a:xfrm>
            <a:custGeom>
              <a:avLst/>
              <a:pathLst>
                <a:path w="192" h="748">
                  <a:moveTo>
                    <a:pt x="192" y="748"/>
                  </a:moveTo>
                  <a:lnTo>
                    <a:pt x="0" y="0"/>
                  </a:lnTo>
                  <a:lnTo>
                    <a:pt x="133" y="4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h2763"/>
            <p:cNvSpPr/>
            <p:nvPr/>
          </p:nvSpPr>
          <p:spPr>
            <a:xfrm>
              <a:off x="3811354" y="2601279"/>
              <a:ext cx="416" cy="2192"/>
            </a:xfrm>
            <a:custGeom>
              <a:avLst/>
              <a:pathLst>
                <a:path w="416" h="2192">
                  <a:moveTo>
                    <a:pt x="334" y="2192"/>
                  </a:moveTo>
                  <a:lnTo>
                    <a:pt x="0" y="165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h2764"/>
            <p:cNvSpPr/>
            <p:nvPr/>
          </p:nvSpPr>
          <p:spPr>
            <a:xfrm>
              <a:off x="3810394" y="2601554"/>
              <a:ext cx="226" cy="556"/>
            </a:xfrm>
            <a:custGeom>
              <a:avLst/>
              <a:pathLst>
                <a:path w="226" h="556">
                  <a:moveTo>
                    <a:pt x="226" y="0"/>
                  </a:moveTo>
                  <a:lnTo>
                    <a:pt x="136" y="316"/>
                  </a:lnTo>
                  <a:lnTo>
                    <a:pt x="0" y="55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h2765"/>
            <p:cNvSpPr/>
            <p:nvPr/>
          </p:nvSpPr>
          <p:spPr>
            <a:xfrm>
              <a:off x="3810870" y="2601370"/>
              <a:ext cx="486" cy="783"/>
            </a:xfrm>
            <a:custGeom>
              <a:avLst/>
              <a:pathLst>
                <a:path w="486" h="783">
                  <a:moveTo>
                    <a:pt x="486" y="0"/>
                  </a:moveTo>
                  <a:lnTo>
                    <a:pt x="297" y="783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h2766"/>
            <p:cNvSpPr/>
            <p:nvPr/>
          </p:nvSpPr>
          <p:spPr>
            <a:xfrm>
              <a:off x="3815205" y="2620421"/>
              <a:ext cx="956" cy="1225"/>
            </a:xfrm>
            <a:custGeom>
              <a:avLst/>
              <a:pathLst>
                <a:path w="956" h="1225">
                  <a:moveTo>
                    <a:pt x="956" y="12"/>
                  </a:moveTo>
                  <a:lnTo>
                    <a:pt x="904" y="1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h2767"/>
            <p:cNvSpPr/>
            <p:nvPr/>
          </p:nvSpPr>
          <p:spPr>
            <a:xfrm>
              <a:off x="3814526" y="2619999"/>
              <a:ext cx="975" cy="644"/>
            </a:xfrm>
            <a:custGeom>
              <a:avLst/>
              <a:pathLst>
                <a:path w="975" h="644">
                  <a:moveTo>
                    <a:pt x="534" y="644"/>
                  </a:moveTo>
                  <a:lnTo>
                    <a:pt x="0" y="424"/>
                  </a:lnTo>
                  <a:lnTo>
                    <a:pt x="975" y="0"/>
                  </a:lnTo>
                  <a:lnTo>
                    <a:pt x="566" y="20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h2768"/>
            <p:cNvSpPr/>
            <p:nvPr/>
          </p:nvSpPr>
          <p:spPr>
            <a:xfrm>
              <a:off x="3815723" y="2619538"/>
              <a:ext cx="252" cy="296"/>
            </a:xfrm>
            <a:custGeom>
              <a:avLst/>
              <a:pathLst>
                <a:path w="252" h="296">
                  <a:moveTo>
                    <a:pt x="252" y="296"/>
                  </a:moveTo>
                  <a:lnTo>
                    <a:pt x="0" y="9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h2769"/>
            <p:cNvSpPr/>
            <p:nvPr/>
          </p:nvSpPr>
          <p:spPr>
            <a:xfrm>
              <a:off x="3812260" y="2614134"/>
              <a:ext cx="1835" cy="3817"/>
            </a:xfrm>
            <a:custGeom>
              <a:avLst/>
              <a:pathLst>
                <a:path w="1835" h="3817">
                  <a:moveTo>
                    <a:pt x="1283" y="2428"/>
                  </a:moveTo>
                  <a:lnTo>
                    <a:pt x="1835" y="3817"/>
                  </a:lnTo>
                  <a:lnTo>
                    <a:pt x="0" y="1862"/>
                  </a:lnTo>
                  <a:lnTo>
                    <a:pt x="293" y="0"/>
                  </a:lnTo>
                  <a:lnTo>
                    <a:pt x="1315" y="106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h2770"/>
            <p:cNvSpPr/>
            <p:nvPr/>
          </p:nvSpPr>
          <p:spPr>
            <a:xfrm>
              <a:off x="3814046" y="2615095"/>
              <a:ext cx="508" cy="498"/>
            </a:xfrm>
            <a:custGeom>
              <a:avLst/>
              <a:pathLst>
                <a:path w="508" h="498">
                  <a:moveTo>
                    <a:pt x="209" y="498"/>
                  </a:moveTo>
                  <a:lnTo>
                    <a:pt x="0" y="0"/>
                  </a:lnTo>
                  <a:lnTo>
                    <a:pt x="508" y="38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h2771"/>
            <p:cNvSpPr/>
            <p:nvPr/>
          </p:nvSpPr>
          <p:spPr>
            <a:xfrm>
              <a:off x="3813005" y="2613722"/>
              <a:ext cx="448" cy="314"/>
            </a:xfrm>
            <a:custGeom>
              <a:avLst/>
              <a:pathLst>
                <a:path w="448" h="314">
                  <a:moveTo>
                    <a:pt x="448" y="314"/>
                  </a:moveTo>
                  <a:lnTo>
                    <a:pt x="0" y="86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h2772"/>
            <p:cNvSpPr/>
            <p:nvPr/>
          </p:nvSpPr>
          <p:spPr>
            <a:xfrm>
              <a:off x="3812628" y="2612731"/>
              <a:ext cx="511" cy="589"/>
            </a:xfrm>
            <a:custGeom>
              <a:avLst/>
              <a:pathLst>
                <a:path w="511" h="589">
                  <a:moveTo>
                    <a:pt x="511" y="0"/>
                  </a:moveTo>
                  <a:lnTo>
                    <a:pt x="259" y="589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h2773"/>
            <p:cNvSpPr/>
            <p:nvPr/>
          </p:nvSpPr>
          <p:spPr>
            <a:xfrm>
              <a:off x="3814737" y="2611684"/>
              <a:ext cx="1388" cy="1339"/>
            </a:xfrm>
            <a:custGeom>
              <a:avLst/>
              <a:pathLst>
                <a:path w="1388" h="1339">
                  <a:moveTo>
                    <a:pt x="1388" y="48"/>
                  </a:moveTo>
                  <a:lnTo>
                    <a:pt x="1022" y="1339"/>
                  </a:lnTo>
                  <a:lnTo>
                    <a:pt x="116" y="785"/>
                  </a:lnTo>
                  <a:lnTo>
                    <a:pt x="0" y="0"/>
                  </a:lnTo>
                  <a:lnTo>
                    <a:pt x="493" y="16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h2774"/>
            <p:cNvSpPr/>
            <p:nvPr/>
          </p:nvSpPr>
          <p:spPr>
            <a:xfrm>
              <a:off x="3814248" y="2610323"/>
              <a:ext cx="442" cy="448"/>
            </a:xfrm>
            <a:custGeom>
              <a:avLst/>
              <a:pathLst>
                <a:path w="442" h="448">
                  <a:moveTo>
                    <a:pt x="442" y="448"/>
                  </a:moveTo>
                  <a:lnTo>
                    <a:pt x="0" y="180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h2775"/>
            <p:cNvSpPr/>
            <p:nvPr/>
          </p:nvSpPr>
          <p:spPr>
            <a:xfrm>
              <a:off x="3812919" y="2609589"/>
              <a:ext cx="857" cy="1627"/>
            </a:xfrm>
            <a:custGeom>
              <a:avLst/>
              <a:pathLst>
                <a:path w="857" h="1627">
                  <a:moveTo>
                    <a:pt x="0" y="1627"/>
                  </a:moveTo>
                  <a:lnTo>
                    <a:pt x="754" y="0"/>
                  </a:lnTo>
                  <a:lnTo>
                    <a:pt x="857" y="58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h2776"/>
            <p:cNvSpPr/>
            <p:nvPr/>
          </p:nvSpPr>
          <p:spPr>
            <a:xfrm>
              <a:off x="3814589" y="2609563"/>
              <a:ext cx="654" cy="629"/>
            </a:xfrm>
            <a:custGeom>
              <a:avLst/>
              <a:pathLst>
                <a:path w="654" h="629">
                  <a:moveTo>
                    <a:pt x="654" y="88"/>
                  </a:moveTo>
                  <a:lnTo>
                    <a:pt x="603" y="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h2777"/>
            <p:cNvSpPr/>
            <p:nvPr/>
          </p:nvSpPr>
          <p:spPr>
            <a:xfrm>
              <a:off x="3813866" y="2608231"/>
              <a:ext cx="516" cy="818"/>
            </a:xfrm>
            <a:custGeom>
              <a:avLst/>
              <a:pathLst>
                <a:path w="516" h="818">
                  <a:moveTo>
                    <a:pt x="0" y="0"/>
                  </a:moveTo>
                  <a:lnTo>
                    <a:pt x="516" y="818"/>
                  </a:lnTo>
                  <a:lnTo>
                    <a:pt x="111" y="74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h2778"/>
            <p:cNvSpPr/>
            <p:nvPr/>
          </p:nvSpPr>
          <p:spPr>
            <a:xfrm>
              <a:off x="3812491" y="2608320"/>
              <a:ext cx="399" cy="554"/>
            </a:xfrm>
            <a:custGeom>
              <a:avLst/>
              <a:pathLst>
                <a:path w="399" h="554">
                  <a:moveTo>
                    <a:pt x="0" y="0"/>
                  </a:moveTo>
                  <a:lnTo>
                    <a:pt x="399" y="531"/>
                  </a:lnTo>
                  <a:lnTo>
                    <a:pt x="125" y="55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h2779"/>
            <p:cNvSpPr/>
            <p:nvPr/>
          </p:nvSpPr>
          <p:spPr>
            <a:xfrm>
              <a:off x="3813866" y="2607750"/>
              <a:ext cx="243" cy="330"/>
            </a:xfrm>
            <a:custGeom>
              <a:avLst/>
              <a:pathLst>
                <a:path w="243" h="330">
                  <a:moveTo>
                    <a:pt x="243" y="330"/>
                  </a:moveTo>
                  <a:lnTo>
                    <a:pt x="0" y="243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h2780"/>
            <p:cNvSpPr/>
            <p:nvPr/>
          </p:nvSpPr>
          <p:spPr>
            <a:xfrm>
              <a:off x="3813460" y="2606856"/>
              <a:ext cx="357" cy="511"/>
            </a:xfrm>
            <a:custGeom>
              <a:avLst/>
              <a:pathLst>
                <a:path w="357" h="511">
                  <a:moveTo>
                    <a:pt x="357" y="247"/>
                  </a:moveTo>
                  <a:lnTo>
                    <a:pt x="110" y="5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h2781"/>
            <p:cNvSpPr/>
            <p:nvPr/>
          </p:nvSpPr>
          <p:spPr>
            <a:xfrm>
              <a:off x="3813668" y="2606568"/>
              <a:ext cx="585" cy="552"/>
            </a:xfrm>
            <a:custGeom>
              <a:avLst/>
              <a:pathLst>
                <a:path w="585" h="552">
                  <a:moveTo>
                    <a:pt x="0" y="0"/>
                  </a:moveTo>
                  <a:lnTo>
                    <a:pt x="585" y="193"/>
                  </a:lnTo>
                  <a:lnTo>
                    <a:pt x="500" y="55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h2782"/>
            <p:cNvSpPr/>
            <p:nvPr/>
          </p:nvSpPr>
          <p:spPr>
            <a:xfrm>
              <a:off x="3813098" y="2763548"/>
              <a:ext cx="45257" cy="25305"/>
            </a:xfrm>
            <a:custGeom>
              <a:avLst/>
              <a:pathLst>
                <a:path w="45257" h="25305">
                  <a:moveTo>
                    <a:pt x="36950" y="19877"/>
                  </a:moveTo>
                  <a:lnTo>
                    <a:pt x="33543" y="21920"/>
                  </a:lnTo>
                  <a:lnTo>
                    <a:pt x="31026" y="21400"/>
                  </a:lnTo>
                  <a:lnTo>
                    <a:pt x="23350" y="23856"/>
                  </a:lnTo>
                  <a:lnTo>
                    <a:pt x="17326" y="20091"/>
                  </a:lnTo>
                  <a:lnTo>
                    <a:pt x="13715" y="20047"/>
                  </a:lnTo>
                  <a:lnTo>
                    <a:pt x="10589" y="21899"/>
                  </a:lnTo>
                  <a:lnTo>
                    <a:pt x="8776" y="25305"/>
                  </a:lnTo>
                  <a:lnTo>
                    <a:pt x="5493" y="18810"/>
                  </a:lnTo>
                  <a:lnTo>
                    <a:pt x="4338" y="23924"/>
                  </a:lnTo>
                  <a:lnTo>
                    <a:pt x="619" y="22725"/>
                  </a:lnTo>
                  <a:lnTo>
                    <a:pt x="0" y="13817"/>
                  </a:lnTo>
                  <a:lnTo>
                    <a:pt x="23893" y="5675"/>
                  </a:lnTo>
                  <a:lnTo>
                    <a:pt x="45257" y="0"/>
                  </a:lnTo>
                  <a:lnTo>
                    <a:pt x="43576" y="620"/>
                  </a:lnTo>
                  <a:lnTo>
                    <a:pt x="42724" y="10475"/>
                  </a:lnTo>
                  <a:lnTo>
                    <a:pt x="43805" y="19218"/>
                  </a:lnTo>
                  <a:lnTo>
                    <a:pt x="42500" y="18447"/>
                  </a:lnTo>
                  <a:lnTo>
                    <a:pt x="37043" y="1796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h2783"/>
            <p:cNvSpPr/>
            <p:nvPr/>
          </p:nvSpPr>
          <p:spPr>
            <a:xfrm>
              <a:off x="3823748" y="2627736"/>
              <a:ext cx="954" cy="712"/>
            </a:xfrm>
            <a:custGeom>
              <a:avLst/>
              <a:pathLst>
                <a:path w="954" h="712">
                  <a:moveTo>
                    <a:pt x="721" y="509"/>
                  </a:moveTo>
                  <a:lnTo>
                    <a:pt x="0" y="712"/>
                  </a:lnTo>
                  <a:lnTo>
                    <a:pt x="95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h2784"/>
            <p:cNvSpPr/>
            <p:nvPr/>
          </p:nvSpPr>
          <p:spPr>
            <a:xfrm>
              <a:off x="3824893" y="2627862"/>
              <a:ext cx="206" cy="386"/>
            </a:xfrm>
            <a:custGeom>
              <a:avLst/>
              <a:pathLst>
                <a:path w="206" h="386">
                  <a:moveTo>
                    <a:pt x="195" y="0"/>
                  </a:moveTo>
                  <a:lnTo>
                    <a:pt x="206" y="38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h2785"/>
            <p:cNvSpPr/>
            <p:nvPr/>
          </p:nvSpPr>
          <p:spPr>
            <a:xfrm>
              <a:off x="3822863" y="2626790"/>
              <a:ext cx="711" cy="499"/>
            </a:xfrm>
            <a:custGeom>
              <a:avLst/>
              <a:pathLst>
                <a:path w="711" h="499">
                  <a:moveTo>
                    <a:pt x="664" y="0"/>
                  </a:moveTo>
                  <a:lnTo>
                    <a:pt x="711" y="499"/>
                  </a:lnTo>
                  <a:lnTo>
                    <a:pt x="0" y="11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h2786"/>
            <p:cNvSpPr/>
            <p:nvPr/>
          </p:nvSpPr>
          <p:spPr>
            <a:xfrm>
              <a:off x="3824334" y="2626733"/>
              <a:ext cx="132" cy="169"/>
            </a:xfrm>
            <a:custGeom>
              <a:avLst/>
              <a:pathLst>
                <a:path w="132" h="169">
                  <a:moveTo>
                    <a:pt x="88" y="169"/>
                  </a:moveTo>
                  <a:lnTo>
                    <a:pt x="0" y="0"/>
                  </a:lnTo>
                  <a:lnTo>
                    <a:pt x="132" y="1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h2787"/>
            <p:cNvSpPr/>
            <p:nvPr/>
          </p:nvSpPr>
          <p:spPr>
            <a:xfrm>
              <a:off x="3822764" y="2626456"/>
              <a:ext cx="203" cy="453"/>
            </a:xfrm>
            <a:custGeom>
              <a:avLst/>
              <a:pathLst>
                <a:path w="203" h="453">
                  <a:moveTo>
                    <a:pt x="203" y="193"/>
                  </a:moveTo>
                  <a:lnTo>
                    <a:pt x="0" y="453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h2788"/>
            <p:cNvSpPr/>
            <p:nvPr/>
          </p:nvSpPr>
          <p:spPr>
            <a:xfrm>
              <a:off x="3822815" y="2625615"/>
              <a:ext cx="251" cy="338"/>
            </a:xfrm>
            <a:custGeom>
              <a:avLst/>
              <a:pathLst>
                <a:path w="251" h="338">
                  <a:moveTo>
                    <a:pt x="251" y="306"/>
                  </a:moveTo>
                  <a:lnTo>
                    <a:pt x="86" y="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h2789"/>
            <p:cNvSpPr/>
            <p:nvPr/>
          </p:nvSpPr>
          <p:spPr>
            <a:xfrm>
              <a:off x="3823284" y="2625538"/>
              <a:ext cx="168" cy="265"/>
            </a:xfrm>
            <a:custGeom>
              <a:avLst/>
              <a:pathLst>
                <a:path w="168" h="265">
                  <a:moveTo>
                    <a:pt x="168" y="265"/>
                  </a:moveTo>
                  <a:lnTo>
                    <a:pt x="0" y="218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h2790"/>
            <p:cNvSpPr/>
            <p:nvPr/>
          </p:nvSpPr>
          <p:spPr>
            <a:xfrm>
              <a:off x="3816405" y="2621118"/>
              <a:ext cx="510" cy="522"/>
            </a:xfrm>
            <a:custGeom>
              <a:avLst/>
              <a:pathLst>
                <a:path w="510" h="522">
                  <a:moveTo>
                    <a:pt x="53" y="0"/>
                  </a:moveTo>
                  <a:lnTo>
                    <a:pt x="510" y="165"/>
                  </a:lnTo>
                  <a:lnTo>
                    <a:pt x="0" y="52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h2791"/>
            <p:cNvSpPr/>
            <p:nvPr/>
          </p:nvSpPr>
          <p:spPr>
            <a:xfrm>
              <a:off x="3817403" y="2621036"/>
              <a:ext cx="127" cy="122"/>
            </a:xfrm>
            <a:custGeom>
              <a:avLst/>
              <a:pathLst>
                <a:path w="127" h="122">
                  <a:moveTo>
                    <a:pt x="127" y="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h2792"/>
            <p:cNvSpPr/>
            <p:nvPr/>
          </p:nvSpPr>
          <p:spPr>
            <a:xfrm>
              <a:off x="3817437" y="2620556"/>
              <a:ext cx="495" cy="211"/>
            </a:xfrm>
            <a:custGeom>
              <a:avLst/>
              <a:pathLst>
                <a:path w="495" h="211">
                  <a:moveTo>
                    <a:pt x="456" y="0"/>
                  </a:moveTo>
                  <a:lnTo>
                    <a:pt x="495" y="179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h2793"/>
            <p:cNvSpPr/>
            <p:nvPr/>
          </p:nvSpPr>
          <p:spPr>
            <a:xfrm>
              <a:off x="3816396" y="2619233"/>
              <a:ext cx="273" cy="434"/>
            </a:xfrm>
            <a:custGeom>
              <a:avLst/>
              <a:pathLst>
                <a:path w="273" h="434">
                  <a:moveTo>
                    <a:pt x="0" y="51"/>
                  </a:moveTo>
                  <a:lnTo>
                    <a:pt x="273" y="0"/>
                  </a:lnTo>
                  <a:lnTo>
                    <a:pt x="42" y="43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h2794"/>
            <p:cNvSpPr/>
            <p:nvPr/>
          </p:nvSpPr>
          <p:spPr>
            <a:xfrm>
              <a:off x="3816620" y="2618845"/>
              <a:ext cx="294" cy="279"/>
            </a:xfrm>
            <a:custGeom>
              <a:avLst/>
              <a:pathLst>
                <a:path w="294" h="279">
                  <a:moveTo>
                    <a:pt x="264" y="279"/>
                  </a:moveTo>
                  <a:lnTo>
                    <a:pt x="0" y="0"/>
                  </a:lnTo>
                  <a:lnTo>
                    <a:pt x="294" y="2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h2795"/>
            <p:cNvSpPr/>
            <p:nvPr/>
          </p:nvSpPr>
          <p:spPr>
            <a:xfrm>
              <a:off x="3807312" y="2601437"/>
              <a:ext cx="23346" cy="27194"/>
            </a:xfrm>
            <a:custGeom>
              <a:avLst/>
              <a:pathLst>
                <a:path w="23346" h="27194">
                  <a:moveTo>
                    <a:pt x="18137" y="27194"/>
                  </a:moveTo>
                  <a:lnTo>
                    <a:pt x="18476" y="25820"/>
                  </a:lnTo>
                  <a:lnTo>
                    <a:pt x="17742" y="24082"/>
                  </a:lnTo>
                  <a:lnTo>
                    <a:pt x="14505" y="23278"/>
                  </a:lnTo>
                  <a:lnTo>
                    <a:pt x="13037" y="19480"/>
                  </a:lnTo>
                  <a:lnTo>
                    <a:pt x="10117" y="16950"/>
                  </a:lnTo>
                  <a:lnTo>
                    <a:pt x="7754" y="13588"/>
                  </a:lnTo>
                  <a:lnTo>
                    <a:pt x="8007" y="12207"/>
                  </a:lnTo>
                  <a:lnTo>
                    <a:pt x="10205" y="10345"/>
                  </a:lnTo>
                  <a:lnTo>
                    <a:pt x="9412" y="6223"/>
                  </a:lnTo>
                  <a:lnTo>
                    <a:pt x="5930" y="4167"/>
                  </a:lnTo>
                  <a:lnTo>
                    <a:pt x="3897" y="8133"/>
                  </a:lnTo>
                  <a:lnTo>
                    <a:pt x="879" y="10464"/>
                  </a:lnTo>
                  <a:lnTo>
                    <a:pt x="53" y="9076"/>
                  </a:lnTo>
                  <a:lnTo>
                    <a:pt x="0" y="6497"/>
                  </a:lnTo>
                  <a:lnTo>
                    <a:pt x="1771" y="3228"/>
                  </a:lnTo>
                  <a:lnTo>
                    <a:pt x="2771" y="2681"/>
                  </a:lnTo>
                  <a:lnTo>
                    <a:pt x="3658" y="2898"/>
                  </a:lnTo>
                  <a:lnTo>
                    <a:pt x="5135" y="1729"/>
                  </a:lnTo>
                  <a:lnTo>
                    <a:pt x="5459" y="0"/>
                  </a:lnTo>
                  <a:lnTo>
                    <a:pt x="11288" y="695"/>
                  </a:lnTo>
                  <a:lnTo>
                    <a:pt x="15397" y="2897"/>
                  </a:lnTo>
                  <a:lnTo>
                    <a:pt x="21654" y="9800"/>
                  </a:lnTo>
                  <a:lnTo>
                    <a:pt x="23230" y="13877"/>
                  </a:lnTo>
                  <a:lnTo>
                    <a:pt x="23346" y="18672"/>
                  </a:lnTo>
                  <a:lnTo>
                    <a:pt x="21647" y="23949"/>
                  </a:lnTo>
                  <a:lnTo>
                    <a:pt x="19723" y="2663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h2796"/>
            <p:cNvSpPr/>
            <p:nvPr/>
          </p:nvSpPr>
          <p:spPr>
            <a:xfrm>
              <a:off x="3816539" y="2610305"/>
              <a:ext cx="580" cy="482"/>
            </a:xfrm>
            <a:custGeom>
              <a:avLst/>
              <a:pathLst>
                <a:path w="580" h="482">
                  <a:moveTo>
                    <a:pt x="580" y="474"/>
                  </a:moveTo>
                  <a:lnTo>
                    <a:pt x="49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h2797"/>
            <p:cNvSpPr/>
            <p:nvPr/>
          </p:nvSpPr>
          <p:spPr>
            <a:xfrm>
              <a:off x="3907930" y="2884537"/>
              <a:ext cx="21837" cy="28719"/>
            </a:xfrm>
            <a:custGeom>
              <a:avLst/>
              <a:pathLst>
                <a:path w="21837" h="28719">
                  <a:moveTo>
                    <a:pt x="17502" y="2494"/>
                  </a:moveTo>
                  <a:lnTo>
                    <a:pt x="21513" y="1944"/>
                  </a:lnTo>
                  <a:lnTo>
                    <a:pt x="21837" y="7697"/>
                  </a:lnTo>
                  <a:lnTo>
                    <a:pt x="21039" y="13328"/>
                  </a:lnTo>
                  <a:lnTo>
                    <a:pt x="18414" y="15133"/>
                  </a:lnTo>
                  <a:lnTo>
                    <a:pt x="14231" y="26062"/>
                  </a:lnTo>
                  <a:lnTo>
                    <a:pt x="13110" y="26032"/>
                  </a:lnTo>
                  <a:lnTo>
                    <a:pt x="11072" y="25341"/>
                  </a:lnTo>
                  <a:lnTo>
                    <a:pt x="10911" y="28719"/>
                  </a:lnTo>
                  <a:lnTo>
                    <a:pt x="6502" y="28580"/>
                  </a:lnTo>
                  <a:lnTo>
                    <a:pt x="6529" y="24126"/>
                  </a:lnTo>
                  <a:lnTo>
                    <a:pt x="4927" y="20710"/>
                  </a:lnTo>
                  <a:lnTo>
                    <a:pt x="3965" y="20620"/>
                  </a:lnTo>
                  <a:lnTo>
                    <a:pt x="3042" y="23342"/>
                  </a:lnTo>
                  <a:lnTo>
                    <a:pt x="0" y="21671"/>
                  </a:lnTo>
                  <a:lnTo>
                    <a:pt x="49" y="19457"/>
                  </a:lnTo>
                  <a:lnTo>
                    <a:pt x="2456" y="18329"/>
                  </a:lnTo>
                  <a:lnTo>
                    <a:pt x="4143" y="11431"/>
                  </a:lnTo>
                  <a:lnTo>
                    <a:pt x="6153" y="9474"/>
                  </a:lnTo>
                  <a:lnTo>
                    <a:pt x="10921" y="9782"/>
                  </a:lnTo>
                  <a:lnTo>
                    <a:pt x="10790" y="13498"/>
                  </a:lnTo>
                  <a:lnTo>
                    <a:pt x="12250" y="13464"/>
                  </a:lnTo>
                  <a:lnTo>
                    <a:pt x="11362" y="6752"/>
                  </a:lnTo>
                  <a:lnTo>
                    <a:pt x="1208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h2798"/>
            <p:cNvSpPr/>
            <p:nvPr/>
          </p:nvSpPr>
          <p:spPr>
            <a:xfrm>
              <a:off x="3919370" y="2759487"/>
              <a:ext cx="38072" cy="33048"/>
            </a:xfrm>
            <a:custGeom>
              <a:avLst/>
              <a:pathLst>
                <a:path w="38072" h="33048">
                  <a:moveTo>
                    <a:pt x="23117" y="0"/>
                  </a:moveTo>
                  <a:lnTo>
                    <a:pt x="23270" y="5466"/>
                  </a:lnTo>
                  <a:lnTo>
                    <a:pt x="17883" y="5927"/>
                  </a:lnTo>
                  <a:lnTo>
                    <a:pt x="17741" y="7155"/>
                  </a:lnTo>
                  <a:lnTo>
                    <a:pt x="20171" y="8183"/>
                  </a:lnTo>
                  <a:lnTo>
                    <a:pt x="21896" y="9976"/>
                  </a:lnTo>
                  <a:lnTo>
                    <a:pt x="22649" y="14037"/>
                  </a:lnTo>
                  <a:lnTo>
                    <a:pt x="27529" y="13897"/>
                  </a:lnTo>
                  <a:lnTo>
                    <a:pt x="27451" y="16632"/>
                  </a:lnTo>
                  <a:lnTo>
                    <a:pt x="25294" y="16984"/>
                  </a:lnTo>
                  <a:lnTo>
                    <a:pt x="25468" y="19693"/>
                  </a:lnTo>
                  <a:lnTo>
                    <a:pt x="30712" y="18678"/>
                  </a:lnTo>
                  <a:lnTo>
                    <a:pt x="30625" y="21673"/>
                  </a:lnTo>
                  <a:lnTo>
                    <a:pt x="38072" y="22177"/>
                  </a:lnTo>
                  <a:lnTo>
                    <a:pt x="37413" y="26311"/>
                  </a:lnTo>
                  <a:lnTo>
                    <a:pt x="37054" y="27536"/>
                  </a:lnTo>
                  <a:lnTo>
                    <a:pt x="32997" y="27629"/>
                  </a:lnTo>
                  <a:lnTo>
                    <a:pt x="28097" y="23913"/>
                  </a:lnTo>
                  <a:lnTo>
                    <a:pt x="21305" y="23037"/>
                  </a:lnTo>
                  <a:lnTo>
                    <a:pt x="18018" y="17754"/>
                  </a:lnTo>
                  <a:lnTo>
                    <a:pt x="17318" y="17755"/>
                  </a:lnTo>
                  <a:lnTo>
                    <a:pt x="17301" y="20081"/>
                  </a:lnTo>
                  <a:lnTo>
                    <a:pt x="12941" y="20043"/>
                  </a:lnTo>
                  <a:lnTo>
                    <a:pt x="10819" y="22511"/>
                  </a:lnTo>
                  <a:lnTo>
                    <a:pt x="10460" y="24269"/>
                  </a:lnTo>
                  <a:lnTo>
                    <a:pt x="14441" y="26261"/>
                  </a:lnTo>
                  <a:lnTo>
                    <a:pt x="14701" y="28770"/>
                  </a:lnTo>
                  <a:lnTo>
                    <a:pt x="6660" y="29399"/>
                  </a:lnTo>
                  <a:lnTo>
                    <a:pt x="6664" y="33048"/>
                  </a:lnTo>
                  <a:lnTo>
                    <a:pt x="4684" y="32567"/>
                  </a:lnTo>
                  <a:lnTo>
                    <a:pt x="3870" y="29595"/>
                  </a:lnTo>
                  <a:lnTo>
                    <a:pt x="8612" y="26486"/>
                  </a:lnTo>
                  <a:lnTo>
                    <a:pt x="3984" y="21298"/>
                  </a:lnTo>
                  <a:lnTo>
                    <a:pt x="2640" y="21348"/>
                  </a:lnTo>
                  <a:lnTo>
                    <a:pt x="1842" y="23381"/>
                  </a:lnTo>
                  <a:lnTo>
                    <a:pt x="1507" y="21770"/>
                  </a:lnTo>
                  <a:lnTo>
                    <a:pt x="0" y="14199"/>
                  </a:lnTo>
                  <a:lnTo>
                    <a:pt x="4879" y="14010"/>
                  </a:lnTo>
                  <a:lnTo>
                    <a:pt x="5004" y="11179"/>
                  </a:lnTo>
                  <a:lnTo>
                    <a:pt x="11524" y="9348"/>
                  </a:lnTo>
                  <a:lnTo>
                    <a:pt x="13957" y="9814"/>
                  </a:lnTo>
                  <a:lnTo>
                    <a:pt x="14693" y="26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h2799"/>
            <p:cNvSpPr/>
            <p:nvPr/>
          </p:nvSpPr>
          <p:spPr>
            <a:xfrm>
              <a:off x="3918481" y="2738898"/>
              <a:ext cx="63599" cy="32255"/>
            </a:xfrm>
            <a:custGeom>
              <a:avLst/>
              <a:pathLst>
                <a:path w="63599" h="32255">
                  <a:moveTo>
                    <a:pt x="52072" y="1359"/>
                  </a:moveTo>
                  <a:lnTo>
                    <a:pt x="55905" y="507"/>
                  </a:lnTo>
                  <a:lnTo>
                    <a:pt x="55696" y="0"/>
                  </a:lnTo>
                  <a:lnTo>
                    <a:pt x="61574" y="1427"/>
                  </a:lnTo>
                  <a:lnTo>
                    <a:pt x="63155" y="4035"/>
                  </a:lnTo>
                  <a:lnTo>
                    <a:pt x="62822" y="8121"/>
                  </a:lnTo>
                  <a:lnTo>
                    <a:pt x="63599" y="14108"/>
                  </a:lnTo>
                  <a:lnTo>
                    <a:pt x="50290" y="13843"/>
                  </a:lnTo>
                  <a:lnTo>
                    <a:pt x="45906" y="11675"/>
                  </a:lnTo>
                  <a:lnTo>
                    <a:pt x="42710" y="11883"/>
                  </a:lnTo>
                  <a:lnTo>
                    <a:pt x="41082" y="12286"/>
                  </a:lnTo>
                  <a:lnTo>
                    <a:pt x="40945" y="13246"/>
                  </a:lnTo>
                  <a:lnTo>
                    <a:pt x="45862" y="13521"/>
                  </a:lnTo>
                  <a:lnTo>
                    <a:pt x="45773" y="14833"/>
                  </a:lnTo>
                  <a:lnTo>
                    <a:pt x="44156" y="16912"/>
                  </a:lnTo>
                  <a:lnTo>
                    <a:pt x="24006" y="20589"/>
                  </a:lnTo>
                  <a:lnTo>
                    <a:pt x="15582" y="20853"/>
                  </a:lnTo>
                  <a:lnTo>
                    <a:pt x="14846" y="30403"/>
                  </a:lnTo>
                  <a:lnTo>
                    <a:pt x="12413" y="29937"/>
                  </a:lnTo>
                  <a:lnTo>
                    <a:pt x="5893" y="31768"/>
                  </a:lnTo>
                  <a:lnTo>
                    <a:pt x="3235" y="32255"/>
                  </a:lnTo>
                  <a:lnTo>
                    <a:pt x="223" y="26681"/>
                  </a:lnTo>
                  <a:lnTo>
                    <a:pt x="0" y="22329"/>
                  </a:lnTo>
                  <a:lnTo>
                    <a:pt x="2553" y="16630"/>
                  </a:lnTo>
                  <a:lnTo>
                    <a:pt x="4718" y="13234"/>
                  </a:lnTo>
                  <a:lnTo>
                    <a:pt x="5470" y="13329"/>
                  </a:lnTo>
                  <a:lnTo>
                    <a:pt x="5356" y="15686"/>
                  </a:lnTo>
                  <a:lnTo>
                    <a:pt x="11321" y="15328"/>
                  </a:lnTo>
                  <a:lnTo>
                    <a:pt x="24858" y="12818"/>
                  </a:lnTo>
                  <a:lnTo>
                    <a:pt x="33629" y="12966"/>
                  </a:lnTo>
                  <a:lnTo>
                    <a:pt x="33686" y="10983"/>
                  </a:lnTo>
                  <a:lnTo>
                    <a:pt x="27831" y="11404"/>
                  </a:lnTo>
                  <a:lnTo>
                    <a:pt x="27797" y="9033"/>
                  </a:lnTo>
                  <a:lnTo>
                    <a:pt x="29132" y="5637"/>
                  </a:lnTo>
                  <a:lnTo>
                    <a:pt x="37341" y="5129"/>
                  </a:lnTo>
                  <a:lnTo>
                    <a:pt x="38275" y="9993"/>
                  </a:lnTo>
                  <a:lnTo>
                    <a:pt x="38169" y="10980"/>
                  </a:lnTo>
                  <a:lnTo>
                    <a:pt x="37116" y="11431"/>
                  </a:lnTo>
                  <a:lnTo>
                    <a:pt x="37333" y="13046"/>
                  </a:lnTo>
                  <a:lnTo>
                    <a:pt x="41629" y="10106"/>
                  </a:lnTo>
                  <a:lnTo>
                    <a:pt x="40497" y="6778"/>
                  </a:lnTo>
                  <a:lnTo>
                    <a:pt x="40681" y="3735"/>
                  </a:lnTo>
                  <a:lnTo>
                    <a:pt x="44921" y="113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h2800"/>
            <p:cNvSpPr/>
            <p:nvPr/>
          </p:nvSpPr>
          <p:spPr>
            <a:xfrm>
              <a:off x="3848393" y="2807998"/>
              <a:ext cx="15225" cy="17074"/>
            </a:xfrm>
            <a:custGeom>
              <a:avLst/>
              <a:pathLst>
                <a:path w="15225" h="17074">
                  <a:moveTo>
                    <a:pt x="8040" y="0"/>
                  </a:moveTo>
                  <a:lnTo>
                    <a:pt x="7592" y="2727"/>
                  </a:lnTo>
                  <a:lnTo>
                    <a:pt x="11651" y="1673"/>
                  </a:lnTo>
                  <a:lnTo>
                    <a:pt x="15225" y="8037"/>
                  </a:lnTo>
                  <a:lnTo>
                    <a:pt x="12723" y="13104"/>
                  </a:lnTo>
                  <a:lnTo>
                    <a:pt x="10535" y="12583"/>
                  </a:lnTo>
                  <a:lnTo>
                    <a:pt x="8409" y="17074"/>
                  </a:lnTo>
                  <a:lnTo>
                    <a:pt x="6312" y="14602"/>
                  </a:lnTo>
                  <a:lnTo>
                    <a:pt x="1116" y="11761"/>
                  </a:lnTo>
                  <a:lnTo>
                    <a:pt x="0" y="8443"/>
                  </a:lnTo>
                  <a:lnTo>
                    <a:pt x="4071" y="4618"/>
                  </a:lnTo>
                  <a:lnTo>
                    <a:pt x="4487" y="19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h2801"/>
            <p:cNvSpPr/>
            <p:nvPr/>
          </p:nvSpPr>
          <p:spPr>
            <a:xfrm>
              <a:off x="3766463" y="2777366"/>
              <a:ext cx="57771" cy="44487"/>
            </a:xfrm>
            <a:custGeom>
              <a:avLst/>
              <a:pathLst>
                <a:path w="57771" h="44487">
                  <a:moveTo>
                    <a:pt x="47254" y="8908"/>
                  </a:moveTo>
                  <a:lnTo>
                    <a:pt x="50973" y="10107"/>
                  </a:lnTo>
                  <a:lnTo>
                    <a:pt x="52924" y="15668"/>
                  </a:lnTo>
                  <a:lnTo>
                    <a:pt x="54845" y="16695"/>
                  </a:lnTo>
                  <a:lnTo>
                    <a:pt x="56754" y="32625"/>
                  </a:lnTo>
                  <a:lnTo>
                    <a:pt x="57771" y="33956"/>
                  </a:lnTo>
                  <a:lnTo>
                    <a:pt x="55842" y="37250"/>
                  </a:lnTo>
                  <a:lnTo>
                    <a:pt x="56885" y="38613"/>
                  </a:lnTo>
                  <a:lnTo>
                    <a:pt x="56048" y="41601"/>
                  </a:lnTo>
                  <a:lnTo>
                    <a:pt x="50579" y="44192"/>
                  </a:lnTo>
                  <a:lnTo>
                    <a:pt x="48927" y="39183"/>
                  </a:lnTo>
                  <a:lnTo>
                    <a:pt x="46423" y="39164"/>
                  </a:lnTo>
                  <a:lnTo>
                    <a:pt x="48304" y="36415"/>
                  </a:lnTo>
                  <a:lnTo>
                    <a:pt x="48108" y="33589"/>
                  </a:lnTo>
                  <a:lnTo>
                    <a:pt x="46661" y="32501"/>
                  </a:lnTo>
                  <a:lnTo>
                    <a:pt x="45763" y="32214"/>
                  </a:lnTo>
                  <a:lnTo>
                    <a:pt x="43891" y="34196"/>
                  </a:lnTo>
                  <a:lnTo>
                    <a:pt x="40943" y="34072"/>
                  </a:lnTo>
                  <a:lnTo>
                    <a:pt x="41180" y="31581"/>
                  </a:lnTo>
                  <a:lnTo>
                    <a:pt x="32461" y="29103"/>
                  </a:lnTo>
                  <a:lnTo>
                    <a:pt x="28779" y="29727"/>
                  </a:lnTo>
                  <a:lnTo>
                    <a:pt x="28124" y="33033"/>
                  </a:lnTo>
                  <a:lnTo>
                    <a:pt x="27162" y="33634"/>
                  </a:lnTo>
                  <a:lnTo>
                    <a:pt x="23447" y="34434"/>
                  </a:lnTo>
                  <a:lnTo>
                    <a:pt x="23048" y="32621"/>
                  </a:lnTo>
                  <a:lnTo>
                    <a:pt x="19732" y="32778"/>
                  </a:lnTo>
                  <a:lnTo>
                    <a:pt x="18804" y="36027"/>
                  </a:lnTo>
                  <a:lnTo>
                    <a:pt x="11112" y="36288"/>
                  </a:lnTo>
                  <a:lnTo>
                    <a:pt x="6975" y="39326"/>
                  </a:lnTo>
                  <a:lnTo>
                    <a:pt x="4271" y="44487"/>
                  </a:lnTo>
                  <a:lnTo>
                    <a:pt x="0" y="44288"/>
                  </a:lnTo>
                  <a:lnTo>
                    <a:pt x="3449" y="35729"/>
                  </a:lnTo>
                  <a:lnTo>
                    <a:pt x="11604" y="28351"/>
                  </a:lnTo>
                  <a:lnTo>
                    <a:pt x="10941" y="20475"/>
                  </a:lnTo>
                  <a:lnTo>
                    <a:pt x="7542" y="23380"/>
                  </a:lnTo>
                  <a:lnTo>
                    <a:pt x="7206" y="22972"/>
                  </a:lnTo>
                  <a:lnTo>
                    <a:pt x="19401" y="13678"/>
                  </a:lnTo>
                  <a:lnTo>
                    <a:pt x="31177" y="9973"/>
                  </a:lnTo>
                  <a:lnTo>
                    <a:pt x="42673" y="1650"/>
                  </a:lnTo>
                  <a:lnTo>
                    <a:pt x="4663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h2802"/>
            <p:cNvSpPr/>
            <p:nvPr/>
          </p:nvSpPr>
          <p:spPr>
            <a:xfrm>
              <a:off x="3962370" y="2802372"/>
              <a:ext cx="33360" cy="27934"/>
            </a:xfrm>
            <a:custGeom>
              <a:avLst/>
              <a:pathLst>
                <a:path w="33360" h="27934">
                  <a:moveTo>
                    <a:pt x="28907" y="284"/>
                  </a:moveTo>
                  <a:lnTo>
                    <a:pt x="30583" y="3485"/>
                  </a:lnTo>
                  <a:lnTo>
                    <a:pt x="32540" y="5022"/>
                  </a:lnTo>
                  <a:lnTo>
                    <a:pt x="33360" y="8848"/>
                  </a:lnTo>
                  <a:lnTo>
                    <a:pt x="31735" y="9938"/>
                  </a:lnTo>
                  <a:lnTo>
                    <a:pt x="31686" y="14452"/>
                  </a:lnTo>
                  <a:lnTo>
                    <a:pt x="28487" y="12975"/>
                  </a:lnTo>
                  <a:lnTo>
                    <a:pt x="26942" y="10012"/>
                  </a:lnTo>
                  <a:lnTo>
                    <a:pt x="25163" y="9992"/>
                  </a:lnTo>
                  <a:lnTo>
                    <a:pt x="23915" y="16907"/>
                  </a:lnTo>
                  <a:lnTo>
                    <a:pt x="24893" y="19178"/>
                  </a:lnTo>
                  <a:lnTo>
                    <a:pt x="20327" y="25283"/>
                  </a:lnTo>
                  <a:lnTo>
                    <a:pt x="15059" y="27934"/>
                  </a:lnTo>
                  <a:lnTo>
                    <a:pt x="12563" y="25825"/>
                  </a:lnTo>
                  <a:lnTo>
                    <a:pt x="8296" y="26395"/>
                  </a:lnTo>
                  <a:lnTo>
                    <a:pt x="8421" y="22088"/>
                  </a:lnTo>
                  <a:lnTo>
                    <a:pt x="6628" y="21992"/>
                  </a:lnTo>
                  <a:lnTo>
                    <a:pt x="3060" y="26761"/>
                  </a:lnTo>
                  <a:lnTo>
                    <a:pt x="0" y="26167"/>
                  </a:lnTo>
                  <a:lnTo>
                    <a:pt x="452" y="24636"/>
                  </a:lnTo>
                  <a:lnTo>
                    <a:pt x="3564" y="24522"/>
                  </a:lnTo>
                  <a:lnTo>
                    <a:pt x="5504" y="22778"/>
                  </a:lnTo>
                  <a:lnTo>
                    <a:pt x="5963" y="18336"/>
                  </a:lnTo>
                  <a:lnTo>
                    <a:pt x="8021" y="16126"/>
                  </a:lnTo>
                  <a:lnTo>
                    <a:pt x="11673" y="17334"/>
                  </a:lnTo>
                  <a:lnTo>
                    <a:pt x="13965" y="13770"/>
                  </a:lnTo>
                  <a:lnTo>
                    <a:pt x="14359" y="11078"/>
                  </a:lnTo>
                  <a:lnTo>
                    <a:pt x="11598" y="10876"/>
                  </a:lnTo>
                  <a:lnTo>
                    <a:pt x="9803" y="8702"/>
                  </a:lnTo>
                  <a:lnTo>
                    <a:pt x="9505" y="5113"/>
                  </a:lnTo>
                  <a:lnTo>
                    <a:pt x="11570" y="3226"/>
                  </a:lnTo>
                  <a:lnTo>
                    <a:pt x="13830" y="3682"/>
                  </a:lnTo>
                  <a:lnTo>
                    <a:pt x="13778" y="4541"/>
                  </a:lnTo>
                  <a:lnTo>
                    <a:pt x="14709" y="4955"/>
                  </a:lnTo>
                  <a:lnTo>
                    <a:pt x="17874" y="4671"/>
                  </a:lnTo>
                  <a:lnTo>
                    <a:pt x="19010" y="0"/>
                  </a:lnTo>
                  <a:lnTo>
                    <a:pt x="22976" y="11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h2803"/>
            <p:cNvSpPr/>
            <p:nvPr/>
          </p:nvSpPr>
          <p:spPr>
            <a:xfrm>
              <a:off x="4017722" y="2835761"/>
              <a:ext cx="26862" cy="47735"/>
            </a:xfrm>
            <a:custGeom>
              <a:avLst/>
              <a:pathLst>
                <a:path w="26862" h="47735">
                  <a:moveTo>
                    <a:pt x="12359" y="12122"/>
                  </a:moveTo>
                  <a:lnTo>
                    <a:pt x="11180" y="14442"/>
                  </a:lnTo>
                  <a:lnTo>
                    <a:pt x="12963" y="18091"/>
                  </a:lnTo>
                  <a:lnTo>
                    <a:pt x="18294" y="18185"/>
                  </a:lnTo>
                  <a:lnTo>
                    <a:pt x="17834" y="23565"/>
                  </a:lnTo>
                  <a:lnTo>
                    <a:pt x="16973" y="23444"/>
                  </a:lnTo>
                  <a:lnTo>
                    <a:pt x="16694" y="25184"/>
                  </a:lnTo>
                  <a:lnTo>
                    <a:pt x="17166" y="27802"/>
                  </a:lnTo>
                  <a:lnTo>
                    <a:pt x="19743" y="32007"/>
                  </a:lnTo>
                  <a:lnTo>
                    <a:pt x="25207" y="32262"/>
                  </a:lnTo>
                  <a:lnTo>
                    <a:pt x="25344" y="34656"/>
                  </a:lnTo>
                  <a:lnTo>
                    <a:pt x="26862" y="37983"/>
                  </a:lnTo>
                  <a:lnTo>
                    <a:pt x="18918" y="47735"/>
                  </a:lnTo>
                  <a:lnTo>
                    <a:pt x="6963" y="47730"/>
                  </a:lnTo>
                  <a:lnTo>
                    <a:pt x="5880" y="40321"/>
                  </a:lnTo>
                  <a:lnTo>
                    <a:pt x="4549" y="39078"/>
                  </a:lnTo>
                  <a:lnTo>
                    <a:pt x="1253" y="31280"/>
                  </a:lnTo>
                  <a:lnTo>
                    <a:pt x="0" y="25930"/>
                  </a:lnTo>
                  <a:lnTo>
                    <a:pt x="2346" y="24252"/>
                  </a:lnTo>
                  <a:lnTo>
                    <a:pt x="5809" y="25727"/>
                  </a:lnTo>
                  <a:lnTo>
                    <a:pt x="5549" y="17949"/>
                  </a:lnTo>
                  <a:lnTo>
                    <a:pt x="5222" y="17195"/>
                  </a:lnTo>
                  <a:lnTo>
                    <a:pt x="2166" y="16745"/>
                  </a:lnTo>
                  <a:lnTo>
                    <a:pt x="1052" y="12593"/>
                  </a:lnTo>
                  <a:lnTo>
                    <a:pt x="2159" y="10358"/>
                  </a:lnTo>
                  <a:lnTo>
                    <a:pt x="1302" y="3915"/>
                  </a:lnTo>
                  <a:lnTo>
                    <a:pt x="2500" y="1008"/>
                  </a:lnTo>
                  <a:lnTo>
                    <a:pt x="845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h2804"/>
            <p:cNvSpPr/>
            <p:nvPr/>
          </p:nvSpPr>
          <p:spPr>
            <a:xfrm>
              <a:off x="3855822" y="2762012"/>
              <a:ext cx="11528" cy="25175"/>
            </a:xfrm>
            <a:custGeom>
              <a:avLst/>
              <a:pathLst>
                <a:path w="11528" h="25175">
                  <a:moveTo>
                    <a:pt x="11528" y="1692"/>
                  </a:moveTo>
                  <a:lnTo>
                    <a:pt x="9067" y="1617"/>
                  </a:lnTo>
                  <a:lnTo>
                    <a:pt x="9003" y="5794"/>
                  </a:lnTo>
                  <a:lnTo>
                    <a:pt x="10260" y="5805"/>
                  </a:lnTo>
                  <a:lnTo>
                    <a:pt x="9640" y="11826"/>
                  </a:lnTo>
                  <a:lnTo>
                    <a:pt x="9387" y="15889"/>
                  </a:lnTo>
                  <a:lnTo>
                    <a:pt x="8113" y="16559"/>
                  </a:lnTo>
                  <a:lnTo>
                    <a:pt x="7259" y="21496"/>
                  </a:lnTo>
                  <a:lnTo>
                    <a:pt x="8851" y="22829"/>
                  </a:lnTo>
                  <a:lnTo>
                    <a:pt x="6270" y="24916"/>
                  </a:lnTo>
                  <a:lnTo>
                    <a:pt x="5098" y="25175"/>
                  </a:lnTo>
                  <a:lnTo>
                    <a:pt x="3288" y="23327"/>
                  </a:lnTo>
                  <a:lnTo>
                    <a:pt x="2812" y="20793"/>
                  </a:lnTo>
                  <a:lnTo>
                    <a:pt x="1081" y="20755"/>
                  </a:lnTo>
                  <a:lnTo>
                    <a:pt x="0" y="12012"/>
                  </a:lnTo>
                  <a:lnTo>
                    <a:pt x="851" y="2157"/>
                  </a:lnTo>
                  <a:lnTo>
                    <a:pt x="2532" y="1536"/>
                  </a:lnTo>
                  <a:lnTo>
                    <a:pt x="6673" y="566"/>
                  </a:lnTo>
                  <a:lnTo>
                    <a:pt x="1150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h2805"/>
            <p:cNvSpPr/>
            <p:nvPr/>
          </p:nvSpPr>
          <p:spPr>
            <a:xfrm>
              <a:off x="3996130" y="2848011"/>
              <a:ext cx="28555" cy="42530"/>
            </a:xfrm>
            <a:custGeom>
              <a:avLst/>
              <a:pathLst>
                <a:path w="28555" h="42530">
                  <a:moveTo>
                    <a:pt x="19533" y="0"/>
                  </a:moveTo>
                  <a:lnTo>
                    <a:pt x="22644" y="343"/>
                  </a:lnTo>
                  <a:lnTo>
                    <a:pt x="23758" y="4495"/>
                  </a:lnTo>
                  <a:lnTo>
                    <a:pt x="26814" y="4945"/>
                  </a:lnTo>
                  <a:lnTo>
                    <a:pt x="27141" y="5699"/>
                  </a:lnTo>
                  <a:lnTo>
                    <a:pt x="27401" y="13477"/>
                  </a:lnTo>
                  <a:lnTo>
                    <a:pt x="23938" y="12002"/>
                  </a:lnTo>
                  <a:lnTo>
                    <a:pt x="21592" y="13680"/>
                  </a:lnTo>
                  <a:lnTo>
                    <a:pt x="22845" y="19030"/>
                  </a:lnTo>
                  <a:lnTo>
                    <a:pt x="26141" y="26828"/>
                  </a:lnTo>
                  <a:lnTo>
                    <a:pt x="27472" y="28071"/>
                  </a:lnTo>
                  <a:lnTo>
                    <a:pt x="28555" y="35480"/>
                  </a:lnTo>
                  <a:lnTo>
                    <a:pt x="24617" y="35837"/>
                  </a:lnTo>
                  <a:lnTo>
                    <a:pt x="23847" y="38600"/>
                  </a:lnTo>
                  <a:lnTo>
                    <a:pt x="19640" y="41166"/>
                  </a:lnTo>
                  <a:lnTo>
                    <a:pt x="14260" y="40954"/>
                  </a:lnTo>
                  <a:lnTo>
                    <a:pt x="7297" y="42530"/>
                  </a:lnTo>
                  <a:lnTo>
                    <a:pt x="6967" y="35355"/>
                  </a:lnTo>
                  <a:lnTo>
                    <a:pt x="5624" y="31703"/>
                  </a:lnTo>
                  <a:lnTo>
                    <a:pt x="3588" y="31079"/>
                  </a:lnTo>
                  <a:lnTo>
                    <a:pt x="0" y="31352"/>
                  </a:lnTo>
                  <a:lnTo>
                    <a:pt x="438" y="23182"/>
                  </a:lnTo>
                  <a:lnTo>
                    <a:pt x="2974" y="23930"/>
                  </a:lnTo>
                  <a:lnTo>
                    <a:pt x="6546" y="26528"/>
                  </a:lnTo>
                  <a:lnTo>
                    <a:pt x="8634" y="21792"/>
                  </a:lnTo>
                  <a:lnTo>
                    <a:pt x="8734" y="11889"/>
                  </a:lnTo>
                  <a:lnTo>
                    <a:pt x="9296" y="11207"/>
                  </a:lnTo>
                  <a:lnTo>
                    <a:pt x="11415" y="11199"/>
                  </a:lnTo>
                  <a:lnTo>
                    <a:pt x="13558" y="9014"/>
                  </a:lnTo>
                  <a:lnTo>
                    <a:pt x="14937" y="3347"/>
                  </a:lnTo>
                  <a:lnTo>
                    <a:pt x="13668" y="3197"/>
                  </a:lnTo>
                  <a:lnTo>
                    <a:pt x="13269" y="95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h2806"/>
            <p:cNvSpPr/>
            <p:nvPr/>
          </p:nvSpPr>
          <p:spPr>
            <a:xfrm>
              <a:off x="3855672" y="2860855"/>
              <a:ext cx="21979" cy="19047"/>
            </a:xfrm>
            <a:custGeom>
              <a:avLst/>
              <a:pathLst>
                <a:path w="21979" h="19047">
                  <a:moveTo>
                    <a:pt x="14545" y="2674"/>
                  </a:moveTo>
                  <a:lnTo>
                    <a:pt x="15501" y="2502"/>
                  </a:lnTo>
                  <a:lnTo>
                    <a:pt x="15620" y="1762"/>
                  </a:lnTo>
                  <a:lnTo>
                    <a:pt x="18751" y="7589"/>
                  </a:lnTo>
                  <a:lnTo>
                    <a:pt x="21979" y="10149"/>
                  </a:lnTo>
                  <a:lnTo>
                    <a:pt x="21740" y="14325"/>
                  </a:lnTo>
                  <a:lnTo>
                    <a:pt x="21589" y="16448"/>
                  </a:lnTo>
                  <a:lnTo>
                    <a:pt x="20400" y="17967"/>
                  </a:lnTo>
                  <a:lnTo>
                    <a:pt x="15177" y="19047"/>
                  </a:lnTo>
                  <a:lnTo>
                    <a:pt x="12019" y="18462"/>
                  </a:lnTo>
                  <a:lnTo>
                    <a:pt x="11047" y="13865"/>
                  </a:lnTo>
                  <a:lnTo>
                    <a:pt x="7453" y="12032"/>
                  </a:lnTo>
                  <a:lnTo>
                    <a:pt x="4436" y="11297"/>
                  </a:lnTo>
                  <a:lnTo>
                    <a:pt x="2882" y="11828"/>
                  </a:lnTo>
                  <a:lnTo>
                    <a:pt x="562" y="10941"/>
                  </a:lnTo>
                  <a:lnTo>
                    <a:pt x="0" y="9557"/>
                  </a:lnTo>
                  <a:lnTo>
                    <a:pt x="611" y="7598"/>
                  </a:lnTo>
                  <a:lnTo>
                    <a:pt x="5293" y="4386"/>
                  </a:lnTo>
                  <a:lnTo>
                    <a:pt x="424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h2807"/>
            <p:cNvSpPr/>
            <p:nvPr/>
          </p:nvSpPr>
          <p:spPr>
            <a:xfrm>
              <a:off x="3968531" y="2841663"/>
              <a:ext cx="29645" cy="47697"/>
            </a:xfrm>
            <a:custGeom>
              <a:avLst/>
              <a:pathLst>
                <a:path w="29645" h="47697">
                  <a:moveTo>
                    <a:pt x="8583" y="0"/>
                  </a:moveTo>
                  <a:lnTo>
                    <a:pt x="19559" y="1624"/>
                  </a:lnTo>
                  <a:lnTo>
                    <a:pt x="20097" y="3976"/>
                  </a:lnTo>
                  <a:lnTo>
                    <a:pt x="25850" y="2879"/>
                  </a:lnTo>
                  <a:lnTo>
                    <a:pt x="25121" y="8064"/>
                  </a:lnTo>
                  <a:lnTo>
                    <a:pt x="14467" y="13376"/>
                  </a:lnTo>
                  <a:lnTo>
                    <a:pt x="14396" y="14676"/>
                  </a:lnTo>
                  <a:lnTo>
                    <a:pt x="16976" y="15175"/>
                  </a:lnTo>
                  <a:lnTo>
                    <a:pt x="28404" y="11664"/>
                  </a:lnTo>
                  <a:lnTo>
                    <a:pt x="29645" y="12507"/>
                  </a:lnTo>
                  <a:lnTo>
                    <a:pt x="27374" y="12411"/>
                  </a:lnTo>
                  <a:lnTo>
                    <a:pt x="25810" y="14145"/>
                  </a:lnTo>
                  <a:lnTo>
                    <a:pt x="24217" y="18049"/>
                  </a:lnTo>
                  <a:lnTo>
                    <a:pt x="18852" y="21754"/>
                  </a:lnTo>
                  <a:lnTo>
                    <a:pt x="18298" y="30325"/>
                  </a:lnTo>
                  <a:lnTo>
                    <a:pt x="10917" y="30120"/>
                  </a:lnTo>
                  <a:lnTo>
                    <a:pt x="10893" y="42694"/>
                  </a:lnTo>
                  <a:lnTo>
                    <a:pt x="9195" y="42915"/>
                  </a:lnTo>
                  <a:lnTo>
                    <a:pt x="8928" y="47697"/>
                  </a:lnTo>
                  <a:lnTo>
                    <a:pt x="5404" y="47525"/>
                  </a:lnTo>
                  <a:lnTo>
                    <a:pt x="4060" y="46433"/>
                  </a:lnTo>
                  <a:lnTo>
                    <a:pt x="3278" y="31540"/>
                  </a:lnTo>
                  <a:lnTo>
                    <a:pt x="1807" y="25654"/>
                  </a:lnTo>
                  <a:lnTo>
                    <a:pt x="7237" y="21081"/>
                  </a:lnTo>
                  <a:lnTo>
                    <a:pt x="6075" y="11737"/>
                  </a:lnTo>
                  <a:lnTo>
                    <a:pt x="2892" y="5798"/>
                  </a:lnTo>
                  <a:lnTo>
                    <a:pt x="0" y="2953"/>
                  </a:lnTo>
                  <a:lnTo>
                    <a:pt x="3705" y="256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h2808"/>
            <p:cNvSpPr/>
            <p:nvPr/>
          </p:nvSpPr>
          <p:spPr>
            <a:xfrm>
              <a:off x="3886867" y="2864234"/>
              <a:ext cx="12911" cy="15057"/>
            </a:xfrm>
            <a:custGeom>
              <a:avLst/>
              <a:pathLst>
                <a:path w="12911" h="15057">
                  <a:moveTo>
                    <a:pt x="12911" y="918"/>
                  </a:moveTo>
                  <a:lnTo>
                    <a:pt x="12364" y="2566"/>
                  </a:lnTo>
                  <a:lnTo>
                    <a:pt x="11275" y="9751"/>
                  </a:lnTo>
                  <a:lnTo>
                    <a:pt x="10647" y="12042"/>
                  </a:lnTo>
                  <a:lnTo>
                    <a:pt x="6138" y="15057"/>
                  </a:lnTo>
                  <a:lnTo>
                    <a:pt x="2942" y="14965"/>
                  </a:lnTo>
                  <a:lnTo>
                    <a:pt x="0" y="11329"/>
                  </a:lnTo>
                  <a:lnTo>
                    <a:pt x="3096" y="5958"/>
                  </a:lnTo>
                  <a:lnTo>
                    <a:pt x="3488" y="2498"/>
                  </a:lnTo>
                  <a:lnTo>
                    <a:pt x="494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h2809"/>
            <p:cNvSpPr/>
            <p:nvPr/>
          </p:nvSpPr>
          <p:spPr>
            <a:xfrm>
              <a:off x="3929830" y="2777242"/>
              <a:ext cx="22537" cy="17200"/>
            </a:xfrm>
            <a:custGeom>
              <a:avLst/>
              <a:pathLst>
                <a:path w="22537" h="17200">
                  <a:moveTo>
                    <a:pt x="10844" y="5283"/>
                  </a:moveTo>
                  <a:lnTo>
                    <a:pt x="17637" y="6159"/>
                  </a:lnTo>
                  <a:lnTo>
                    <a:pt x="22537" y="9875"/>
                  </a:lnTo>
                  <a:lnTo>
                    <a:pt x="21920" y="12522"/>
                  </a:lnTo>
                  <a:lnTo>
                    <a:pt x="18442" y="12703"/>
                  </a:lnTo>
                  <a:lnTo>
                    <a:pt x="15420" y="13854"/>
                  </a:lnTo>
                  <a:lnTo>
                    <a:pt x="15385" y="16194"/>
                  </a:lnTo>
                  <a:lnTo>
                    <a:pt x="2045" y="17200"/>
                  </a:lnTo>
                  <a:lnTo>
                    <a:pt x="3247" y="13183"/>
                  </a:lnTo>
                  <a:lnTo>
                    <a:pt x="6320" y="12731"/>
                  </a:lnTo>
                  <a:lnTo>
                    <a:pt x="8672" y="14855"/>
                  </a:lnTo>
                  <a:lnTo>
                    <a:pt x="8862" y="10833"/>
                  </a:lnTo>
                  <a:lnTo>
                    <a:pt x="4241" y="11016"/>
                  </a:lnTo>
                  <a:lnTo>
                    <a:pt x="3981" y="8506"/>
                  </a:lnTo>
                  <a:lnTo>
                    <a:pt x="0" y="6515"/>
                  </a:lnTo>
                  <a:lnTo>
                    <a:pt x="358" y="4756"/>
                  </a:lnTo>
                  <a:lnTo>
                    <a:pt x="2481" y="2289"/>
                  </a:lnTo>
                  <a:lnTo>
                    <a:pt x="6841" y="2327"/>
                  </a:lnTo>
                  <a:lnTo>
                    <a:pt x="6858" y="0"/>
                  </a:lnTo>
                  <a:lnTo>
                    <a:pt x="755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h2810"/>
            <p:cNvSpPr/>
            <p:nvPr/>
          </p:nvSpPr>
          <p:spPr>
            <a:xfrm>
              <a:off x="3524520" y="2842435"/>
              <a:ext cx="2549" cy="2106"/>
            </a:xfrm>
            <a:custGeom>
              <a:avLst/>
              <a:pathLst>
                <a:path w="2549" h="2106">
                  <a:moveTo>
                    <a:pt x="0" y="1728"/>
                  </a:moveTo>
                  <a:lnTo>
                    <a:pt x="2424" y="0"/>
                  </a:lnTo>
                  <a:lnTo>
                    <a:pt x="2549" y="740"/>
                  </a:lnTo>
                  <a:lnTo>
                    <a:pt x="815" y="210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h2811"/>
            <p:cNvSpPr/>
            <p:nvPr/>
          </p:nvSpPr>
          <p:spPr>
            <a:xfrm>
              <a:off x="3527828" y="2839501"/>
              <a:ext cx="1878" cy="2832"/>
            </a:xfrm>
            <a:custGeom>
              <a:avLst/>
              <a:pathLst>
                <a:path w="1878" h="2832">
                  <a:moveTo>
                    <a:pt x="1878" y="0"/>
                  </a:moveTo>
                  <a:lnTo>
                    <a:pt x="1546" y="1283"/>
                  </a:lnTo>
                  <a:lnTo>
                    <a:pt x="221" y="2832"/>
                  </a:lnTo>
                  <a:lnTo>
                    <a:pt x="0" y="212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h2812"/>
            <p:cNvSpPr/>
            <p:nvPr/>
          </p:nvSpPr>
          <p:spPr>
            <a:xfrm>
              <a:off x="3529729" y="2840734"/>
              <a:ext cx="95" cy="137"/>
            </a:xfrm>
            <a:custGeom>
              <a:avLst/>
              <a:pathLst>
                <a:path w="95" h="137">
                  <a:moveTo>
                    <a:pt x="95" y="1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h2813"/>
            <p:cNvSpPr/>
            <p:nvPr/>
          </p:nvSpPr>
          <p:spPr>
            <a:xfrm>
              <a:off x="3529917" y="2840230"/>
              <a:ext cx="259" cy="399"/>
            </a:xfrm>
            <a:custGeom>
              <a:avLst/>
              <a:pathLst>
                <a:path w="259" h="399">
                  <a:moveTo>
                    <a:pt x="259" y="0"/>
                  </a:moveTo>
                  <a:lnTo>
                    <a:pt x="175" y="399"/>
                  </a:lnTo>
                  <a:lnTo>
                    <a:pt x="0" y="35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h2814"/>
            <p:cNvSpPr/>
            <p:nvPr/>
          </p:nvSpPr>
          <p:spPr>
            <a:xfrm>
              <a:off x="3514015" y="2833187"/>
              <a:ext cx="3251" cy="2513"/>
            </a:xfrm>
            <a:custGeom>
              <a:avLst/>
              <a:pathLst>
                <a:path w="3251" h="2513">
                  <a:moveTo>
                    <a:pt x="885" y="2513"/>
                  </a:moveTo>
                  <a:lnTo>
                    <a:pt x="171" y="2167"/>
                  </a:lnTo>
                  <a:lnTo>
                    <a:pt x="0" y="905"/>
                  </a:lnTo>
                  <a:lnTo>
                    <a:pt x="2701" y="0"/>
                  </a:lnTo>
                  <a:lnTo>
                    <a:pt x="3251" y="278"/>
                  </a:lnTo>
                  <a:lnTo>
                    <a:pt x="2119" y="178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h2815"/>
            <p:cNvSpPr/>
            <p:nvPr/>
          </p:nvSpPr>
          <p:spPr>
            <a:xfrm>
              <a:off x="3751166" y="2797841"/>
              <a:ext cx="35209" cy="49902"/>
            </a:xfrm>
            <a:custGeom>
              <a:avLst/>
              <a:pathLst>
                <a:path w="35209" h="49902">
                  <a:moveTo>
                    <a:pt x="15296" y="23812"/>
                  </a:moveTo>
                  <a:lnTo>
                    <a:pt x="19568" y="24011"/>
                  </a:lnTo>
                  <a:lnTo>
                    <a:pt x="22357" y="24187"/>
                  </a:lnTo>
                  <a:lnTo>
                    <a:pt x="21045" y="26963"/>
                  </a:lnTo>
                  <a:lnTo>
                    <a:pt x="23357" y="27112"/>
                  </a:lnTo>
                  <a:lnTo>
                    <a:pt x="23149" y="35479"/>
                  </a:lnTo>
                  <a:lnTo>
                    <a:pt x="28269" y="35685"/>
                  </a:lnTo>
                  <a:lnTo>
                    <a:pt x="30100" y="34882"/>
                  </a:lnTo>
                  <a:lnTo>
                    <a:pt x="35209" y="42807"/>
                  </a:lnTo>
                  <a:lnTo>
                    <a:pt x="29747" y="42400"/>
                  </a:lnTo>
                  <a:lnTo>
                    <a:pt x="26862" y="46008"/>
                  </a:lnTo>
                  <a:lnTo>
                    <a:pt x="22230" y="45698"/>
                  </a:lnTo>
                  <a:lnTo>
                    <a:pt x="19031" y="49902"/>
                  </a:lnTo>
                  <a:lnTo>
                    <a:pt x="16499" y="47956"/>
                  </a:lnTo>
                  <a:lnTo>
                    <a:pt x="3819" y="49130"/>
                  </a:lnTo>
                  <a:lnTo>
                    <a:pt x="3073" y="36198"/>
                  </a:lnTo>
                  <a:lnTo>
                    <a:pt x="0" y="36653"/>
                  </a:lnTo>
                  <a:lnTo>
                    <a:pt x="3198" y="22284"/>
                  </a:lnTo>
                  <a:lnTo>
                    <a:pt x="6350" y="15385"/>
                  </a:lnTo>
                  <a:lnTo>
                    <a:pt x="9497" y="12039"/>
                  </a:lnTo>
                  <a:lnTo>
                    <a:pt x="22503" y="2496"/>
                  </a:lnTo>
                  <a:lnTo>
                    <a:pt x="22839" y="2904"/>
                  </a:lnTo>
                  <a:lnTo>
                    <a:pt x="26238" y="0"/>
                  </a:lnTo>
                  <a:lnTo>
                    <a:pt x="26901" y="7875"/>
                  </a:lnTo>
                  <a:lnTo>
                    <a:pt x="18746" y="1525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h2816"/>
            <p:cNvSpPr/>
            <p:nvPr/>
          </p:nvSpPr>
          <p:spPr>
            <a:xfrm>
              <a:off x="4013809" y="2778161"/>
              <a:ext cx="31684" cy="20490"/>
            </a:xfrm>
            <a:custGeom>
              <a:avLst/>
              <a:pathLst>
                <a:path w="31684" h="20490">
                  <a:moveTo>
                    <a:pt x="31589" y="3058"/>
                  </a:moveTo>
                  <a:lnTo>
                    <a:pt x="29068" y="6521"/>
                  </a:lnTo>
                  <a:lnTo>
                    <a:pt x="29114" y="8749"/>
                  </a:lnTo>
                  <a:lnTo>
                    <a:pt x="30755" y="11916"/>
                  </a:lnTo>
                  <a:lnTo>
                    <a:pt x="28376" y="11383"/>
                  </a:lnTo>
                  <a:lnTo>
                    <a:pt x="25228" y="12940"/>
                  </a:lnTo>
                  <a:lnTo>
                    <a:pt x="25119" y="16562"/>
                  </a:lnTo>
                  <a:lnTo>
                    <a:pt x="23810" y="20490"/>
                  </a:lnTo>
                  <a:lnTo>
                    <a:pt x="20541" y="20299"/>
                  </a:lnTo>
                  <a:lnTo>
                    <a:pt x="15663" y="17869"/>
                  </a:lnTo>
                  <a:lnTo>
                    <a:pt x="6515" y="16969"/>
                  </a:lnTo>
                  <a:lnTo>
                    <a:pt x="6371" y="15512"/>
                  </a:lnTo>
                  <a:lnTo>
                    <a:pt x="2349" y="16248"/>
                  </a:lnTo>
                  <a:lnTo>
                    <a:pt x="196" y="10282"/>
                  </a:lnTo>
                  <a:lnTo>
                    <a:pt x="0" y="9230"/>
                  </a:lnTo>
                  <a:lnTo>
                    <a:pt x="3144" y="2275"/>
                  </a:lnTo>
                  <a:lnTo>
                    <a:pt x="6930" y="793"/>
                  </a:lnTo>
                  <a:lnTo>
                    <a:pt x="15752" y="1030"/>
                  </a:lnTo>
                  <a:lnTo>
                    <a:pt x="20784" y="2657"/>
                  </a:lnTo>
                  <a:lnTo>
                    <a:pt x="23586" y="5196"/>
                  </a:lnTo>
                  <a:lnTo>
                    <a:pt x="27908" y="4622"/>
                  </a:lnTo>
                  <a:lnTo>
                    <a:pt x="29052" y="299"/>
                  </a:lnTo>
                  <a:lnTo>
                    <a:pt x="3168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h2817"/>
            <p:cNvSpPr/>
            <p:nvPr/>
          </p:nvSpPr>
          <p:spPr>
            <a:xfrm>
              <a:off x="2268874" y="2331754"/>
              <a:ext cx="103956" cy="58983"/>
            </a:xfrm>
            <a:custGeom>
              <a:avLst/>
              <a:pathLst>
                <a:path w="103956" h="58983">
                  <a:moveTo>
                    <a:pt x="26927" y="900"/>
                  </a:moveTo>
                  <a:lnTo>
                    <a:pt x="45512" y="7179"/>
                  </a:lnTo>
                  <a:lnTo>
                    <a:pt x="73326" y="14127"/>
                  </a:lnTo>
                  <a:lnTo>
                    <a:pt x="75352" y="20080"/>
                  </a:lnTo>
                  <a:lnTo>
                    <a:pt x="82351" y="32732"/>
                  </a:lnTo>
                  <a:lnTo>
                    <a:pt x="92916" y="37366"/>
                  </a:lnTo>
                  <a:lnTo>
                    <a:pt x="96355" y="34635"/>
                  </a:lnTo>
                  <a:lnTo>
                    <a:pt x="102947" y="37924"/>
                  </a:lnTo>
                  <a:lnTo>
                    <a:pt x="102037" y="43940"/>
                  </a:lnTo>
                  <a:lnTo>
                    <a:pt x="98235" y="42503"/>
                  </a:lnTo>
                  <a:lnTo>
                    <a:pt x="100462" y="47964"/>
                  </a:lnTo>
                  <a:lnTo>
                    <a:pt x="103079" y="48557"/>
                  </a:lnTo>
                  <a:lnTo>
                    <a:pt x="103396" y="48607"/>
                  </a:lnTo>
                  <a:lnTo>
                    <a:pt x="103956" y="53819"/>
                  </a:lnTo>
                  <a:lnTo>
                    <a:pt x="101023" y="57530"/>
                  </a:lnTo>
                  <a:lnTo>
                    <a:pt x="98399" y="58983"/>
                  </a:lnTo>
                  <a:lnTo>
                    <a:pt x="94584" y="58407"/>
                  </a:lnTo>
                  <a:lnTo>
                    <a:pt x="93774" y="57417"/>
                  </a:lnTo>
                  <a:lnTo>
                    <a:pt x="94135" y="56134"/>
                  </a:lnTo>
                  <a:lnTo>
                    <a:pt x="93439" y="54330"/>
                  </a:lnTo>
                  <a:lnTo>
                    <a:pt x="88229" y="53360"/>
                  </a:lnTo>
                  <a:lnTo>
                    <a:pt x="79551" y="56064"/>
                  </a:lnTo>
                  <a:lnTo>
                    <a:pt x="70646" y="53094"/>
                  </a:lnTo>
                  <a:lnTo>
                    <a:pt x="58697" y="46448"/>
                  </a:lnTo>
                  <a:lnTo>
                    <a:pt x="43213" y="40109"/>
                  </a:lnTo>
                  <a:lnTo>
                    <a:pt x="40529" y="34723"/>
                  </a:lnTo>
                  <a:lnTo>
                    <a:pt x="34001" y="27599"/>
                  </a:lnTo>
                  <a:lnTo>
                    <a:pt x="30136" y="24558"/>
                  </a:lnTo>
                  <a:lnTo>
                    <a:pt x="25354" y="22827"/>
                  </a:lnTo>
                  <a:lnTo>
                    <a:pt x="21527" y="24087"/>
                  </a:lnTo>
                  <a:lnTo>
                    <a:pt x="18507" y="23793"/>
                  </a:lnTo>
                  <a:lnTo>
                    <a:pt x="17936" y="20017"/>
                  </a:lnTo>
                  <a:lnTo>
                    <a:pt x="10293" y="11592"/>
                  </a:lnTo>
                  <a:lnTo>
                    <a:pt x="2698" y="11313"/>
                  </a:lnTo>
                  <a:lnTo>
                    <a:pt x="1122" y="10053"/>
                  </a:lnTo>
                  <a:lnTo>
                    <a:pt x="0" y="1168"/>
                  </a:lnTo>
                  <a:lnTo>
                    <a:pt x="2002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h2818"/>
            <p:cNvSpPr/>
            <p:nvPr/>
          </p:nvSpPr>
          <p:spPr>
            <a:xfrm>
              <a:off x="2176873" y="2769787"/>
              <a:ext cx="48970" cy="38563"/>
            </a:xfrm>
            <a:custGeom>
              <a:avLst/>
              <a:pathLst>
                <a:path w="48970" h="38563">
                  <a:moveTo>
                    <a:pt x="17718" y="89"/>
                  </a:moveTo>
                  <a:lnTo>
                    <a:pt x="18994" y="931"/>
                  </a:lnTo>
                  <a:lnTo>
                    <a:pt x="24856" y="8167"/>
                  </a:lnTo>
                  <a:lnTo>
                    <a:pt x="34922" y="8780"/>
                  </a:lnTo>
                  <a:lnTo>
                    <a:pt x="38049" y="7833"/>
                  </a:lnTo>
                  <a:lnTo>
                    <a:pt x="40914" y="5189"/>
                  </a:lnTo>
                  <a:lnTo>
                    <a:pt x="43896" y="7790"/>
                  </a:lnTo>
                  <a:lnTo>
                    <a:pt x="43526" y="9012"/>
                  </a:lnTo>
                  <a:lnTo>
                    <a:pt x="48671" y="14151"/>
                  </a:lnTo>
                  <a:lnTo>
                    <a:pt x="48970" y="14606"/>
                  </a:lnTo>
                  <a:lnTo>
                    <a:pt x="47690" y="15607"/>
                  </a:lnTo>
                  <a:lnTo>
                    <a:pt x="47260" y="20741"/>
                  </a:lnTo>
                  <a:lnTo>
                    <a:pt x="42724" y="19430"/>
                  </a:lnTo>
                  <a:lnTo>
                    <a:pt x="40133" y="27029"/>
                  </a:lnTo>
                  <a:lnTo>
                    <a:pt x="32025" y="36660"/>
                  </a:lnTo>
                  <a:lnTo>
                    <a:pt x="31237" y="38563"/>
                  </a:lnTo>
                  <a:lnTo>
                    <a:pt x="28227" y="38045"/>
                  </a:lnTo>
                  <a:lnTo>
                    <a:pt x="27360" y="36869"/>
                  </a:lnTo>
                  <a:lnTo>
                    <a:pt x="23537" y="35511"/>
                  </a:lnTo>
                  <a:lnTo>
                    <a:pt x="8915" y="31768"/>
                  </a:lnTo>
                  <a:lnTo>
                    <a:pt x="3015" y="27964"/>
                  </a:lnTo>
                  <a:lnTo>
                    <a:pt x="523" y="25038"/>
                  </a:lnTo>
                  <a:lnTo>
                    <a:pt x="0" y="22861"/>
                  </a:lnTo>
                  <a:lnTo>
                    <a:pt x="5369" y="18819"/>
                  </a:lnTo>
                  <a:lnTo>
                    <a:pt x="8546" y="18793"/>
                  </a:lnTo>
                  <a:lnTo>
                    <a:pt x="9835" y="15453"/>
                  </a:lnTo>
                  <a:lnTo>
                    <a:pt x="15317" y="7387"/>
                  </a:lnTo>
                  <a:lnTo>
                    <a:pt x="16116" y="4144"/>
                  </a:lnTo>
                  <a:lnTo>
                    <a:pt x="15539" y="2578"/>
                  </a:lnTo>
                  <a:lnTo>
                    <a:pt x="13893" y="1379"/>
                  </a:lnTo>
                  <a:lnTo>
                    <a:pt x="1477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h2819"/>
            <p:cNvSpPr/>
            <p:nvPr/>
          </p:nvSpPr>
          <p:spPr>
            <a:xfrm>
              <a:off x="2131779" y="2753865"/>
              <a:ext cx="32325" cy="32090"/>
            </a:xfrm>
            <a:custGeom>
              <a:avLst/>
              <a:pathLst>
                <a:path w="32325" h="32090">
                  <a:moveTo>
                    <a:pt x="18913" y="0"/>
                  </a:moveTo>
                  <a:lnTo>
                    <a:pt x="21028" y="3180"/>
                  </a:lnTo>
                  <a:lnTo>
                    <a:pt x="31528" y="5229"/>
                  </a:lnTo>
                  <a:lnTo>
                    <a:pt x="32325" y="8243"/>
                  </a:lnTo>
                  <a:lnTo>
                    <a:pt x="32089" y="9246"/>
                  </a:lnTo>
                  <a:lnTo>
                    <a:pt x="29102" y="11399"/>
                  </a:lnTo>
                  <a:lnTo>
                    <a:pt x="22400" y="13368"/>
                  </a:lnTo>
                  <a:lnTo>
                    <a:pt x="18027" y="19974"/>
                  </a:lnTo>
                  <a:lnTo>
                    <a:pt x="17711" y="21981"/>
                  </a:lnTo>
                  <a:lnTo>
                    <a:pt x="10433" y="27285"/>
                  </a:lnTo>
                  <a:lnTo>
                    <a:pt x="6841" y="31424"/>
                  </a:lnTo>
                  <a:lnTo>
                    <a:pt x="2708" y="32090"/>
                  </a:lnTo>
                  <a:lnTo>
                    <a:pt x="7337" y="23696"/>
                  </a:lnTo>
                  <a:lnTo>
                    <a:pt x="7759" y="20376"/>
                  </a:lnTo>
                  <a:lnTo>
                    <a:pt x="5650" y="16479"/>
                  </a:lnTo>
                  <a:lnTo>
                    <a:pt x="3546" y="16220"/>
                  </a:lnTo>
                  <a:lnTo>
                    <a:pt x="793" y="14395"/>
                  </a:lnTo>
                  <a:lnTo>
                    <a:pt x="0" y="11941"/>
                  </a:lnTo>
                  <a:lnTo>
                    <a:pt x="5698" y="11796"/>
                  </a:lnTo>
                  <a:lnTo>
                    <a:pt x="5059" y="10116"/>
                  </a:lnTo>
                  <a:lnTo>
                    <a:pt x="7730" y="8880"/>
                  </a:lnTo>
                  <a:lnTo>
                    <a:pt x="8894" y="8793"/>
                  </a:lnTo>
                  <a:lnTo>
                    <a:pt x="11221" y="10768"/>
                  </a:lnTo>
                  <a:lnTo>
                    <a:pt x="12502" y="1075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h2820"/>
            <p:cNvSpPr/>
            <p:nvPr/>
          </p:nvSpPr>
          <p:spPr>
            <a:xfrm>
              <a:off x="2138936" y="2793540"/>
              <a:ext cx="40952" cy="21429"/>
            </a:xfrm>
            <a:custGeom>
              <a:avLst/>
              <a:pathLst>
                <a:path w="40952" h="21429">
                  <a:moveTo>
                    <a:pt x="15707" y="2710"/>
                  </a:moveTo>
                  <a:lnTo>
                    <a:pt x="32656" y="12290"/>
                  </a:lnTo>
                  <a:lnTo>
                    <a:pt x="33997" y="5357"/>
                  </a:lnTo>
                  <a:lnTo>
                    <a:pt x="38460" y="1286"/>
                  </a:lnTo>
                  <a:lnTo>
                    <a:pt x="40952" y="4211"/>
                  </a:lnTo>
                  <a:lnTo>
                    <a:pt x="35619" y="18363"/>
                  </a:lnTo>
                  <a:lnTo>
                    <a:pt x="34075" y="21429"/>
                  </a:lnTo>
                  <a:lnTo>
                    <a:pt x="28320" y="16167"/>
                  </a:lnTo>
                  <a:lnTo>
                    <a:pt x="23468" y="14912"/>
                  </a:lnTo>
                  <a:lnTo>
                    <a:pt x="10378" y="14087"/>
                  </a:lnTo>
                  <a:lnTo>
                    <a:pt x="2992" y="10903"/>
                  </a:lnTo>
                  <a:lnTo>
                    <a:pt x="1272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h2821"/>
            <p:cNvSpPr/>
            <p:nvPr/>
          </p:nvSpPr>
          <p:spPr>
            <a:xfrm>
              <a:off x="2271439" y="2643480"/>
              <a:ext cx="47741" cy="47093"/>
            </a:xfrm>
            <a:custGeom>
              <a:avLst/>
              <a:pathLst>
                <a:path w="47741" h="47093">
                  <a:moveTo>
                    <a:pt x="28743" y="0"/>
                  </a:moveTo>
                  <a:lnTo>
                    <a:pt x="33225" y="3552"/>
                  </a:lnTo>
                  <a:lnTo>
                    <a:pt x="33559" y="4320"/>
                  </a:lnTo>
                  <a:lnTo>
                    <a:pt x="30217" y="11056"/>
                  </a:lnTo>
                  <a:lnTo>
                    <a:pt x="29854" y="13618"/>
                  </a:lnTo>
                  <a:lnTo>
                    <a:pt x="33179" y="20790"/>
                  </a:lnTo>
                  <a:lnTo>
                    <a:pt x="35988" y="22884"/>
                  </a:lnTo>
                  <a:lnTo>
                    <a:pt x="36933" y="28201"/>
                  </a:lnTo>
                  <a:lnTo>
                    <a:pt x="42790" y="29001"/>
                  </a:lnTo>
                  <a:lnTo>
                    <a:pt x="42135" y="24913"/>
                  </a:lnTo>
                  <a:lnTo>
                    <a:pt x="45987" y="26431"/>
                  </a:lnTo>
                  <a:lnTo>
                    <a:pt x="47741" y="27951"/>
                  </a:lnTo>
                  <a:lnTo>
                    <a:pt x="47335" y="31991"/>
                  </a:lnTo>
                  <a:lnTo>
                    <a:pt x="45063" y="32683"/>
                  </a:lnTo>
                  <a:lnTo>
                    <a:pt x="43564" y="34197"/>
                  </a:lnTo>
                  <a:lnTo>
                    <a:pt x="46466" y="38334"/>
                  </a:lnTo>
                  <a:lnTo>
                    <a:pt x="47223" y="41599"/>
                  </a:lnTo>
                  <a:lnTo>
                    <a:pt x="41021" y="47028"/>
                  </a:lnTo>
                  <a:lnTo>
                    <a:pt x="39171" y="47093"/>
                  </a:lnTo>
                  <a:lnTo>
                    <a:pt x="38997" y="45037"/>
                  </a:lnTo>
                  <a:lnTo>
                    <a:pt x="26271" y="43210"/>
                  </a:lnTo>
                  <a:lnTo>
                    <a:pt x="26781" y="39587"/>
                  </a:lnTo>
                  <a:lnTo>
                    <a:pt x="28994" y="35105"/>
                  </a:lnTo>
                  <a:lnTo>
                    <a:pt x="28748" y="32615"/>
                  </a:lnTo>
                  <a:lnTo>
                    <a:pt x="24855" y="29855"/>
                  </a:lnTo>
                  <a:lnTo>
                    <a:pt x="22279" y="29616"/>
                  </a:lnTo>
                  <a:lnTo>
                    <a:pt x="22318" y="31063"/>
                  </a:lnTo>
                  <a:lnTo>
                    <a:pt x="19167" y="30509"/>
                  </a:lnTo>
                  <a:lnTo>
                    <a:pt x="19936" y="23848"/>
                  </a:lnTo>
                  <a:lnTo>
                    <a:pt x="14071" y="24971"/>
                  </a:lnTo>
                  <a:lnTo>
                    <a:pt x="8332" y="20817"/>
                  </a:lnTo>
                  <a:lnTo>
                    <a:pt x="5904" y="19197"/>
                  </a:lnTo>
                  <a:lnTo>
                    <a:pt x="615" y="18915"/>
                  </a:lnTo>
                  <a:lnTo>
                    <a:pt x="0" y="15953"/>
                  </a:lnTo>
                  <a:lnTo>
                    <a:pt x="650" y="15034"/>
                  </a:lnTo>
                  <a:lnTo>
                    <a:pt x="4086" y="10957"/>
                  </a:lnTo>
                  <a:lnTo>
                    <a:pt x="7543" y="8810"/>
                  </a:lnTo>
                  <a:lnTo>
                    <a:pt x="8809" y="9028"/>
                  </a:lnTo>
                  <a:lnTo>
                    <a:pt x="14681" y="7176"/>
                  </a:lnTo>
                  <a:lnTo>
                    <a:pt x="21670" y="7304"/>
                  </a:lnTo>
                  <a:lnTo>
                    <a:pt x="22714" y="5130"/>
                  </a:lnTo>
                  <a:lnTo>
                    <a:pt x="22815" y="1417"/>
                  </a:lnTo>
                  <a:lnTo>
                    <a:pt x="24948" y="1931"/>
                  </a:lnTo>
                  <a:lnTo>
                    <a:pt x="25095" y="4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h2822"/>
            <p:cNvSpPr/>
            <p:nvPr/>
          </p:nvSpPr>
          <p:spPr>
            <a:xfrm>
              <a:off x="2310468" y="2675393"/>
              <a:ext cx="43016" cy="26916"/>
            </a:xfrm>
            <a:custGeom>
              <a:avLst/>
              <a:pathLst>
                <a:path w="43016" h="26916">
                  <a:moveTo>
                    <a:pt x="35921" y="3523"/>
                  </a:moveTo>
                  <a:lnTo>
                    <a:pt x="38113" y="4080"/>
                  </a:lnTo>
                  <a:lnTo>
                    <a:pt x="38293" y="4141"/>
                  </a:lnTo>
                  <a:lnTo>
                    <a:pt x="36002" y="12366"/>
                  </a:lnTo>
                  <a:lnTo>
                    <a:pt x="38311" y="14529"/>
                  </a:lnTo>
                  <a:lnTo>
                    <a:pt x="37644" y="16966"/>
                  </a:lnTo>
                  <a:lnTo>
                    <a:pt x="33820" y="16524"/>
                  </a:lnTo>
                  <a:lnTo>
                    <a:pt x="32325" y="19382"/>
                  </a:lnTo>
                  <a:lnTo>
                    <a:pt x="43016" y="19493"/>
                  </a:lnTo>
                  <a:lnTo>
                    <a:pt x="40741" y="26372"/>
                  </a:lnTo>
                  <a:lnTo>
                    <a:pt x="39001" y="26497"/>
                  </a:lnTo>
                  <a:lnTo>
                    <a:pt x="32930" y="26916"/>
                  </a:lnTo>
                  <a:lnTo>
                    <a:pt x="30915" y="24745"/>
                  </a:lnTo>
                  <a:lnTo>
                    <a:pt x="21950" y="20269"/>
                  </a:lnTo>
                  <a:lnTo>
                    <a:pt x="19766" y="19557"/>
                  </a:lnTo>
                  <a:lnTo>
                    <a:pt x="3437" y="18458"/>
                  </a:lnTo>
                  <a:lnTo>
                    <a:pt x="0" y="15921"/>
                  </a:lnTo>
                  <a:lnTo>
                    <a:pt x="142" y="15180"/>
                  </a:lnTo>
                  <a:lnTo>
                    <a:pt x="1991" y="15114"/>
                  </a:lnTo>
                  <a:lnTo>
                    <a:pt x="8194" y="9686"/>
                  </a:lnTo>
                  <a:lnTo>
                    <a:pt x="11030" y="8368"/>
                  </a:lnTo>
                  <a:lnTo>
                    <a:pt x="12754" y="5385"/>
                  </a:lnTo>
                  <a:lnTo>
                    <a:pt x="15856" y="3496"/>
                  </a:lnTo>
                  <a:lnTo>
                    <a:pt x="25226" y="4345"/>
                  </a:lnTo>
                  <a:lnTo>
                    <a:pt x="27640" y="5319"/>
                  </a:lnTo>
                  <a:lnTo>
                    <a:pt x="29784" y="3697"/>
                  </a:lnTo>
                  <a:lnTo>
                    <a:pt x="3254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h2823"/>
            <p:cNvSpPr/>
            <p:nvPr/>
          </p:nvSpPr>
          <p:spPr>
            <a:xfrm>
              <a:off x="2244459" y="2595725"/>
              <a:ext cx="51385" cy="33683"/>
            </a:xfrm>
            <a:custGeom>
              <a:avLst/>
              <a:pathLst>
                <a:path w="51385" h="33683">
                  <a:moveTo>
                    <a:pt x="42604" y="1878"/>
                  </a:moveTo>
                  <a:lnTo>
                    <a:pt x="41170" y="3116"/>
                  </a:lnTo>
                  <a:lnTo>
                    <a:pt x="40511" y="2551"/>
                  </a:lnTo>
                  <a:lnTo>
                    <a:pt x="37501" y="5248"/>
                  </a:lnTo>
                  <a:lnTo>
                    <a:pt x="36145" y="8943"/>
                  </a:lnTo>
                  <a:lnTo>
                    <a:pt x="48174" y="8389"/>
                  </a:lnTo>
                  <a:lnTo>
                    <a:pt x="51385" y="11141"/>
                  </a:lnTo>
                  <a:lnTo>
                    <a:pt x="47977" y="13483"/>
                  </a:lnTo>
                  <a:lnTo>
                    <a:pt x="47987" y="15851"/>
                  </a:lnTo>
                  <a:lnTo>
                    <a:pt x="40761" y="16446"/>
                  </a:lnTo>
                  <a:lnTo>
                    <a:pt x="38218" y="18012"/>
                  </a:lnTo>
                  <a:lnTo>
                    <a:pt x="38128" y="20157"/>
                  </a:lnTo>
                  <a:lnTo>
                    <a:pt x="29954" y="20307"/>
                  </a:lnTo>
                  <a:lnTo>
                    <a:pt x="29940" y="18487"/>
                  </a:lnTo>
                  <a:lnTo>
                    <a:pt x="27641" y="19447"/>
                  </a:lnTo>
                  <a:lnTo>
                    <a:pt x="26953" y="25533"/>
                  </a:lnTo>
                  <a:lnTo>
                    <a:pt x="27854" y="28327"/>
                  </a:lnTo>
                  <a:lnTo>
                    <a:pt x="22876" y="30941"/>
                  </a:lnTo>
                  <a:lnTo>
                    <a:pt x="15991" y="31764"/>
                  </a:lnTo>
                  <a:lnTo>
                    <a:pt x="10435" y="33683"/>
                  </a:lnTo>
                  <a:lnTo>
                    <a:pt x="6635" y="28247"/>
                  </a:lnTo>
                  <a:lnTo>
                    <a:pt x="5185" y="30387"/>
                  </a:lnTo>
                  <a:lnTo>
                    <a:pt x="0" y="26436"/>
                  </a:lnTo>
                  <a:lnTo>
                    <a:pt x="449" y="22902"/>
                  </a:lnTo>
                  <a:lnTo>
                    <a:pt x="3948" y="23180"/>
                  </a:lnTo>
                  <a:lnTo>
                    <a:pt x="3914" y="11570"/>
                  </a:lnTo>
                  <a:lnTo>
                    <a:pt x="6026" y="9401"/>
                  </a:lnTo>
                  <a:lnTo>
                    <a:pt x="6648" y="7663"/>
                  </a:lnTo>
                  <a:lnTo>
                    <a:pt x="5794" y="5058"/>
                  </a:lnTo>
                  <a:lnTo>
                    <a:pt x="9956" y="3874"/>
                  </a:lnTo>
                  <a:lnTo>
                    <a:pt x="16099" y="5435"/>
                  </a:lnTo>
                  <a:lnTo>
                    <a:pt x="16156" y="1978"/>
                  </a:lnTo>
                  <a:lnTo>
                    <a:pt x="32387" y="1946"/>
                  </a:lnTo>
                  <a:lnTo>
                    <a:pt x="3238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h2824"/>
            <p:cNvSpPr/>
            <p:nvPr/>
          </p:nvSpPr>
          <p:spPr>
            <a:xfrm>
              <a:off x="2143979" y="2507148"/>
              <a:ext cx="64376" cy="49163"/>
            </a:xfrm>
            <a:custGeom>
              <a:avLst/>
              <a:pathLst>
                <a:path w="64376" h="49163">
                  <a:moveTo>
                    <a:pt x="33543" y="12993"/>
                  </a:moveTo>
                  <a:lnTo>
                    <a:pt x="37048" y="13777"/>
                  </a:lnTo>
                  <a:lnTo>
                    <a:pt x="39005" y="11340"/>
                  </a:lnTo>
                  <a:lnTo>
                    <a:pt x="47585" y="11978"/>
                  </a:lnTo>
                  <a:lnTo>
                    <a:pt x="45537" y="19552"/>
                  </a:lnTo>
                  <a:lnTo>
                    <a:pt x="46997" y="20319"/>
                  </a:lnTo>
                  <a:lnTo>
                    <a:pt x="51997" y="20276"/>
                  </a:lnTo>
                  <a:lnTo>
                    <a:pt x="56192" y="22225"/>
                  </a:lnTo>
                  <a:lnTo>
                    <a:pt x="57580" y="25216"/>
                  </a:lnTo>
                  <a:lnTo>
                    <a:pt x="64376" y="24711"/>
                  </a:lnTo>
                  <a:lnTo>
                    <a:pt x="64256" y="41504"/>
                  </a:lnTo>
                  <a:lnTo>
                    <a:pt x="57671" y="40286"/>
                  </a:lnTo>
                  <a:lnTo>
                    <a:pt x="53877" y="43087"/>
                  </a:lnTo>
                  <a:lnTo>
                    <a:pt x="47010" y="44948"/>
                  </a:lnTo>
                  <a:lnTo>
                    <a:pt x="36475" y="49163"/>
                  </a:lnTo>
                  <a:lnTo>
                    <a:pt x="31050" y="48208"/>
                  </a:lnTo>
                  <a:lnTo>
                    <a:pt x="31661" y="46327"/>
                  </a:lnTo>
                  <a:lnTo>
                    <a:pt x="31211" y="45375"/>
                  </a:lnTo>
                  <a:lnTo>
                    <a:pt x="28846" y="43927"/>
                  </a:lnTo>
                  <a:lnTo>
                    <a:pt x="23499" y="43718"/>
                  </a:lnTo>
                  <a:lnTo>
                    <a:pt x="21927" y="43717"/>
                  </a:lnTo>
                  <a:lnTo>
                    <a:pt x="20167" y="46976"/>
                  </a:lnTo>
                  <a:lnTo>
                    <a:pt x="17595" y="49022"/>
                  </a:lnTo>
                  <a:lnTo>
                    <a:pt x="11421" y="48880"/>
                  </a:lnTo>
                  <a:lnTo>
                    <a:pt x="10499" y="47747"/>
                  </a:lnTo>
                  <a:lnTo>
                    <a:pt x="620" y="48286"/>
                  </a:lnTo>
                  <a:lnTo>
                    <a:pt x="1438" y="43282"/>
                  </a:lnTo>
                  <a:lnTo>
                    <a:pt x="2565" y="41269"/>
                  </a:lnTo>
                  <a:lnTo>
                    <a:pt x="5305" y="39376"/>
                  </a:lnTo>
                  <a:lnTo>
                    <a:pt x="2581" y="32192"/>
                  </a:lnTo>
                  <a:lnTo>
                    <a:pt x="0" y="29815"/>
                  </a:lnTo>
                  <a:lnTo>
                    <a:pt x="1527" y="22636"/>
                  </a:lnTo>
                  <a:lnTo>
                    <a:pt x="9310" y="22848"/>
                  </a:lnTo>
                  <a:lnTo>
                    <a:pt x="13268" y="20752"/>
                  </a:lnTo>
                  <a:lnTo>
                    <a:pt x="13916" y="19405"/>
                  </a:lnTo>
                  <a:lnTo>
                    <a:pt x="11103" y="12269"/>
                  </a:lnTo>
                  <a:lnTo>
                    <a:pt x="11551" y="10195"/>
                  </a:lnTo>
                  <a:lnTo>
                    <a:pt x="16225" y="4522"/>
                  </a:lnTo>
                  <a:lnTo>
                    <a:pt x="24280" y="1501"/>
                  </a:lnTo>
                  <a:lnTo>
                    <a:pt x="33099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h2825"/>
            <p:cNvSpPr/>
            <p:nvPr/>
          </p:nvSpPr>
          <p:spPr>
            <a:xfrm>
              <a:off x="2165336" y="2827049"/>
              <a:ext cx="31945" cy="37351"/>
            </a:xfrm>
            <a:custGeom>
              <a:avLst/>
              <a:pathLst>
                <a:path w="31945" h="37351">
                  <a:moveTo>
                    <a:pt x="9953" y="0"/>
                  </a:moveTo>
                  <a:lnTo>
                    <a:pt x="22239" y="3566"/>
                  </a:lnTo>
                  <a:lnTo>
                    <a:pt x="23596" y="4613"/>
                  </a:lnTo>
                  <a:lnTo>
                    <a:pt x="31945" y="5797"/>
                  </a:lnTo>
                  <a:lnTo>
                    <a:pt x="29906" y="10102"/>
                  </a:lnTo>
                  <a:lnTo>
                    <a:pt x="27942" y="11076"/>
                  </a:lnTo>
                  <a:lnTo>
                    <a:pt x="26256" y="18076"/>
                  </a:lnTo>
                  <a:lnTo>
                    <a:pt x="27119" y="24550"/>
                  </a:lnTo>
                  <a:lnTo>
                    <a:pt x="26277" y="26237"/>
                  </a:lnTo>
                  <a:lnTo>
                    <a:pt x="23749" y="27376"/>
                  </a:lnTo>
                  <a:lnTo>
                    <a:pt x="24845" y="29274"/>
                  </a:lnTo>
                  <a:lnTo>
                    <a:pt x="28671" y="31698"/>
                  </a:lnTo>
                  <a:lnTo>
                    <a:pt x="24937" y="35959"/>
                  </a:lnTo>
                  <a:lnTo>
                    <a:pt x="20867" y="36365"/>
                  </a:lnTo>
                  <a:lnTo>
                    <a:pt x="20307" y="37351"/>
                  </a:lnTo>
                  <a:lnTo>
                    <a:pt x="10268" y="32273"/>
                  </a:lnTo>
                  <a:lnTo>
                    <a:pt x="7480" y="33876"/>
                  </a:lnTo>
                  <a:lnTo>
                    <a:pt x="4071" y="33518"/>
                  </a:lnTo>
                  <a:lnTo>
                    <a:pt x="5739" y="29047"/>
                  </a:lnTo>
                  <a:lnTo>
                    <a:pt x="742" y="26690"/>
                  </a:lnTo>
                  <a:lnTo>
                    <a:pt x="0" y="18971"/>
                  </a:lnTo>
                  <a:lnTo>
                    <a:pt x="5706" y="17689"/>
                  </a:lnTo>
                  <a:lnTo>
                    <a:pt x="6852" y="16484"/>
                  </a:lnTo>
                  <a:lnTo>
                    <a:pt x="7383" y="12193"/>
                  </a:lnTo>
                  <a:lnTo>
                    <a:pt x="4662" y="10294"/>
                  </a:lnTo>
                  <a:lnTo>
                    <a:pt x="3929" y="8297"/>
                  </a:lnTo>
                  <a:lnTo>
                    <a:pt x="4416" y="5894"/>
                  </a:lnTo>
                  <a:lnTo>
                    <a:pt x="6896" y="4743"/>
                  </a:lnTo>
                  <a:lnTo>
                    <a:pt x="7007" y="1664"/>
                  </a:lnTo>
                  <a:lnTo>
                    <a:pt x="8333" y="34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h2826"/>
            <p:cNvSpPr/>
            <p:nvPr/>
          </p:nvSpPr>
          <p:spPr>
            <a:xfrm>
              <a:off x="2173113" y="2619753"/>
              <a:ext cx="59001" cy="55996"/>
            </a:xfrm>
            <a:custGeom>
              <a:avLst/>
              <a:pathLst>
                <a:path w="59001" h="55996">
                  <a:moveTo>
                    <a:pt x="31903" y="3350"/>
                  </a:moveTo>
                  <a:lnTo>
                    <a:pt x="39430" y="2082"/>
                  </a:lnTo>
                  <a:lnTo>
                    <a:pt x="42186" y="2565"/>
                  </a:lnTo>
                  <a:lnTo>
                    <a:pt x="46881" y="4484"/>
                  </a:lnTo>
                  <a:lnTo>
                    <a:pt x="48910" y="9631"/>
                  </a:lnTo>
                  <a:lnTo>
                    <a:pt x="48683" y="11312"/>
                  </a:lnTo>
                  <a:lnTo>
                    <a:pt x="48995" y="13528"/>
                  </a:lnTo>
                  <a:lnTo>
                    <a:pt x="47873" y="14868"/>
                  </a:lnTo>
                  <a:lnTo>
                    <a:pt x="54754" y="17026"/>
                  </a:lnTo>
                  <a:lnTo>
                    <a:pt x="59001" y="19607"/>
                  </a:lnTo>
                  <a:lnTo>
                    <a:pt x="58745" y="20719"/>
                  </a:lnTo>
                  <a:lnTo>
                    <a:pt x="56383" y="20829"/>
                  </a:lnTo>
                  <a:lnTo>
                    <a:pt x="55771" y="21657"/>
                  </a:lnTo>
                  <a:lnTo>
                    <a:pt x="56480" y="25475"/>
                  </a:lnTo>
                  <a:lnTo>
                    <a:pt x="58469" y="26545"/>
                  </a:lnTo>
                  <a:lnTo>
                    <a:pt x="55346" y="32704"/>
                  </a:lnTo>
                  <a:lnTo>
                    <a:pt x="56287" y="41469"/>
                  </a:lnTo>
                  <a:lnTo>
                    <a:pt x="51216" y="46968"/>
                  </a:lnTo>
                  <a:lnTo>
                    <a:pt x="50107" y="49093"/>
                  </a:lnTo>
                  <a:lnTo>
                    <a:pt x="40072" y="48141"/>
                  </a:lnTo>
                  <a:lnTo>
                    <a:pt x="37966" y="50172"/>
                  </a:lnTo>
                  <a:lnTo>
                    <a:pt x="36531" y="54425"/>
                  </a:lnTo>
                  <a:lnTo>
                    <a:pt x="34745" y="55996"/>
                  </a:lnTo>
                  <a:lnTo>
                    <a:pt x="28776" y="51760"/>
                  </a:lnTo>
                  <a:lnTo>
                    <a:pt x="24472" y="53012"/>
                  </a:lnTo>
                  <a:lnTo>
                    <a:pt x="22647" y="50309"/>
                  </a:lnTo>
                  <a:lnTo>
                    <a:pt x="16117" y="45919"/>
                  </a:lnTo>
                  <a:lnTo>
                    <a:pt x="19584" y="41672"/>
                  </a:lnTo>
                  <a:lnTo>
                    <a:pt x="18820" y="37016"/>
                  </a:lnTo>
                  <a:lnTo>
                    <a:pt x="15699" y="35418"/>
                  </a:lnTo>
                  <a:lnTo>
                    <a:pt x="14954" y="37521"/>
                  </a:lnTo>
                  <a:lnTo>
                    <a:pt x="10433" y="32901"/>
                  </a:lnTo>
                  <a:lnTo>
                    <a:pt x="10747" y="32268"/>
                  </a:lnTo>
                  <a:lnTo>
                    <a:pt x="6575" y="31460"/>
                  </a:lnTo>
                  <a:lnTo>
                    <a:pt x="3259" y="29678"/>
                  </a:lnTo>
                  <a:lnTo>
                    <a:pt x="1353" y="28702"/>
                  </a:lnTo>
                  <a:lnTo>
                    <a:pt x="360" y="26416"/>
                  </a:lnTo>
                  <a:lnTo>
                    <a:pt x="0" y="21197"/>
                  </a:lnTo>
                  <a:lnTo>
                    <a:pt x="1313" y="14437"/>
                  </a:lnTo>
                  <a:lnTo>
                    <a:pt x="4093" y="11390"/>
                  </a:lnTo>
                  <a:lnTo>
                    <a:pt x="5049" y="4591"/>
                  </a:lnTo>
                  <a:lnTo>
                    <a:pt x="9240" y="5887"/>
                  </a:lnTo>
                  <a:lnTo>
                    <a:pt x="9516" y="8104"/>
                  </a:lnTo>
                  <a:lnTo>
                    <a:pt x="10545" y="9087"/>
                  </a:lnTo>
                  <a:lnTo>
                    <a:pt x="14330" y="7065"/>
                  </a:lnTo>
                  <a:lnTo>
                    <a:pt x="16645" y="1955"/>
                  </a:lnTo>
                  <a:lnTo>
                    <a:pt x="18615" y="660"/>
                  </a:lnTo>
                  <a:lnTo>
                    <a:pt x="23854" y="2735"/>
                  </a:lnTo>
                  <a:lnTo>
                    <a:pt x="25211" y="0"/>
                  </a:lnTo>
                  <a:lnTo>
                    <a:pt x="28625" y="1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h2827"/>
            <p:cNvSpPr/>
            <p:nvPr/>
          </p:nvSpPr>
          <p:spPr>
            <a:xfrm>
              <a:off x="2140394" y="2531859"/>
              <a:ext cx="125027" cy="96981"/>
            </a:xfrm>
            <a:custGeom>
              <a:avLst/>
              <a:pathLst>
                <a:path w="125027" h="96981">
                  <a:moveTo>
                    <a:pt x="71176" y="437"/>
                  </a:moveTo>
                  <a:lnTo>
                    <a:pt x="75468" y="4282"/>
                  </a:lnTo>
                  <a:lnTo>
                    <a:pt x="77861" y="4712"/>
                  </a:lnTo>
                  <a:lnTo>
                    <a:pt x="79246" y="7427"/>
                  </a:lnTo>
                  <a:lnTo>
                    <a:pt x="77669" y="14185"/>
                  </a:lnTo>
                  <a:lnTo>
                    <a:pt x="78653" y="15726"/>
                  </a:lnTo>
                  <a:lnTo>
                    <a:pt x="82197" y="17120"/>
                  </a:lnTo>
                  <a:lnTo>
                    <a:pt x="89545" y="15181"/>
                  </a:lnTo>
                  <a:lnTo>
                    <a:pt x="91318" y="8831"/>
                  </a:lnTo>
                  <a:lnTo>
                    <a:pt x="93570" y="7544"/>
                  </a:lnTo>
                  <a:lnTo>
                    <a:pt x="101317" y="10563"/>
                  </a:lnTo>
                  <a:lnTo>
                    <a:pt x="115203" y="10476"/>
                  </a:lnTo>
                  <a:lnTo>
                    <a:pt x="119203" y="12268"/>
                  </a:lnTo>
                  <a:lnTo>
                    <a:pt x="118300" y="15761"/>
                  </a:lnTo>
                  <a:lnTo>
                    <a:pt x="125027" y="17896"/>
                  </a:lnTo>
                  <a:lnTo>
                    <a:pt x="124764" y="20385"/>
                  </a:lnTo>
                  <a:lnTo>
                    <a:pt x="123501" y="22682"/>
                  </a:lnTo>
                  <a:lnTo>
                    <a:pt x="120526" y="26901"/>
                  </a:lnTo>
                  <a:lnTo>
                    <a:pt x="116208" y="30579"/>
                  </a:lnTo>
                  <a:lnTo>
                    <a:pt x="115899" y="34024"/>
                  </a:lnTo>
                  <a:lnTo>
                    <a:pt x="122716" y="38018"/>
                  </a:lnTo>
                  <a:lnTo>
                    <a:pt x="123047" y="40484"/>
                  </a:lnTo>
                  <a:lnTo>
                    <a:pt x="121115" y="45811"/>
                  </a:lnTo>
                  <a:lnTo>
                    <a:pt x="117806" y="49583"/>
                  </a:lnTo>
                  <a:lnTo>
                    <a:pt x="124871" y="54758"/>
                  </a:lnTo>
                  <a:lnTo>
                    <a:pt x="121002" y="56020"/>
                  </a:lnTo>
                  <a:lnTo>
                    <a:pt x="117136" y="64170"/>
                  </a:lnTo>
                  <a:lnTo>
                    <a:pt x="114020" y="67741"/>
                  </a:lnTo>
                  <a:lnTo>
                    <a:pt x="109858" y="68924"/>
                  </a:lnTo>
                  <a:lnTo>
                    <a:pt x="108955" y="66563"/>
                  </a:lnTo>
                  <a:lnTo>
                    <a:pt x="104212" y="62391"/>
                  </a:lnTo>
                  <a:lnTo>
                    <a:pt x="103068" y="62400"/>
                  </a:lnTo>
                  <a:lnTo>
                    <a:pt x="100251" y="67611"/>
                  </a:lnTo>
                  <a:lnTo>
                    <a:pt x="97554" y="70538"/>
                  </a:lnTo>
                  <a:lnTo>
                    <a:pt x="94217" y="70862"/>
                  </a:lnTo>
                  <a:lnTo>
                    <a:pt x="90841" y="68701"/>
                  </a:lnTo>
                  <a:lnTo>
                    <a:pt x="84641" y="68673"/>
                  </a:lnTo>
                  <a:lnTo>
                    <a:pt x="80787" y="69556"/>
                  </a:lnTo>
                  <a:lnTo>
                    <a:pt x="82071" y="71530"/>
                  </a:lnTo>
                  <a:lnTo>
                    <a:pt x="74470" y="74980"/>
                  </a:lnTo>
                  <a:lnTo>
                    <a:pt x="74103" y="80612"/>
                  </a:lnTo>
                  <a:lnTo>
                    <a:pt x="75276" y="80695"/>
                  </a:lnTo>
                  <a:lnTo>
                    <a:pt x="74488" y="88425"/>
                  </a:lnTo>
                  <a:lnTo>
                    <a:pt x="74905" y="90459"/>
                  </a:lnTo>
                  <a:lnTo>
                    <a:pt x="72150" y="89977"/>
                  </a:lnTo>
                  <a:lnTo>
                    <a:pt x="64623" y="91244"/>
                  </a:lnTo>
                  <a:lnTo>
                    <a:pt x="61344" y="88076"/>
                  </a:lnTo>
                  <a:lnTo>
                    <a:pt x="57930" y="87894"/>
                  </a:lnTo>
                  <a:lnTo>
                    <a:pt x="56573" y="90629"/>
                  </a:lnTo>
                  <a:lnTo>
                    <a:pt x="51334" y="88554"/>
                  </a:lnTo>
                  <a:lnTo>
                    <a:pt x="49364" y="89850"/>
                  </a:lnTo>
                  <a:lnTo>
                    <a:pt x="47049" y="94959"/>
                  </a:lnTo>
                  <a:lnTo>
                    <a:pt x="43264" y="96981"/>
                  </a:lnTo>
                  <a:lnTo>
                    <a:pt x="42235" y="95999"/>
                  </a:lnTo>
                  <a:lnTo>
                    <a:pt x="41959" y="93782"/>
                  </a:lnTo>
                  <a:lnTo>
                    <a:pt x="37769" y="92486"/>
                  </a:lnTo>
                  <a:lnTo>
                    <a:pt x="32821" y="90302"/>
                  </a:lnTo>
                  <a:lnTo>
                    <a:pt x="35698" y="84597"/>
                  </a:lnTo>
                  <a:lnTo>
                    <a:pt x="35295" y="83537"/>
                  </a:lnTo>
                  <a:lnTo>
                    <a:pt x="32395" y="81862"/>
                  </a:lnTo>
                  <a:lnTo>
                    <a:pt x="33275" y="76380"/>
                  </a:lnTo>
                  <a:lnTo>
                    <a:pt x="21618" y="71754"/>
                  </a:lnTo>
                  <a:lnTo>
                    <a:pt x="14560" y="70171"/>
                  </a:lnTo>
                  <a:lnTo>
                    <a:pt x="12090" y="66612"/>
                  </a:lnTo>
                  <a:lnTo>
                    <a:pt x="10279" y="61642"/>
                  </a:lnTo>
                  <a:lnTo>
                    <a:pt x="4376" y="61320"/>
                  </a:lnTo>
                  <a:lnTo>
                    <a:pt x="0" y="56027"/>
                  </a:lnTo>
                  <a:lnTo>
                    <a:pt x="5871" y="37400"/>
                  </a:lnTo>
                  <a:lnTo>
                    <a:pt x="2983" y="34172"/>
                  </a:lnTo>
                  <a:lnTo>
                    <a:pt x="1495" y="34070"/>
                  </a:lnTo>
                  <a:lnTo>
                    <a:pt x="30" y="32028"/>
                  </a:lnTo>
                  <a:lnTo>
                    <a:pt x="176" y="27397"/>
                  </a:lnTo>
                  <a:lnTo>
                    <a:pt x="1954" y="27226"/>
                  </a:lnTo>
                  <a:lnTo>
                    <a:pt x="4205" y="23575"/>
                  </a:lnTo>
                  <a:lnTo>
                    <a:pt x="14084" y="23036"/>
                  </a:lnTo>
                  <a:lnTo>
                    <a:pt x="15006" y="24169"/>
                  </a:lnTo>
                  <a:lnTo>
                    <a:pt x="21180" y="24311"/>
                  </a:lnTo>
                  <a:lnTo>
                    <a:pt x="23752" y="22265"/>
                  </a:lnTo>
                  <a:lnTo>
                    <a:pt x="25512" y="19006"/>
                  </a:lnTo>
                  <a:lnTo>
                    <a:pt x="27084" y="19007"/>
                  </a:lnTo>
                  <a:lnTo>
                    <a:pt x="32431" y="19216"/>
                  </a:lnTo>
                  <a:lnTo>
                    <a:pt x="34796" y="20664"/>
                  </a:lnTo>
                  <a:lnTo>
                    <a:pt x="35246" y="21616"/>
                  </a:lnTo>
                  <a:lnTo>
                    <a:pt x="34635" y="23497"/>
                  </a:lnTo>
                  <a:lnTo>
                    <a:pt x="40060" y="24452"/>
                  </a:lnTo>
                  <a:lnTo>
                    <a:pt x="50595" y="20237"/>
                  </a:lnTo>
                  <a:lnTo>
                    <a:pt x="57462" y="18376"/>
                  </a:lnTo>
                  <a:lnTo>
                    <a:pt x="61256" y="15575"/>
                  </a:lnTo>
                  <a:lnTo>
                    <a:pt x="67841" y="16793"/>
                  </a:lnTo>
                  <a:lnTo>
                    <a:pt x="67961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h2828"/>
            <p:cNvSpPr/>
            <p:nvPr/>
          </p:nvSpPr>
          <p:spPr>
            <a:xfrm>
              <a:off x="2195243" y="2784394"/>
              <a:ext cx="44034" cy="59857"/>
            </a:xfrm>
            <a:custGeom>
              <a:avLst/>
              <a:pathLst>
                <a:path w="44034" h="59857">
                  <a:moveTo>
                    <a:pt x="34196" y="1230"/>
                  </a:moveTo>
                  <a:lnTo>
                    <a:pt x="33932" y="6041"/>
                  </a:lnTo>
                  <a:lnTo>
                    <a:pt x="35214" y="9389"/>
                  </a:lnTo>
                  <a:lnTo>
                    <a:pt x="40271" y="11169"/>
                  </a:lnTo>
                  <a:lnTo>
                    <a:pt x="40987" y="12638"/>
                  </a:lnTo>
                  <a:lnTo>
                    <a:pt x="39263" y="12478"/>
                  </a:lnTo>
                  <a:lnTo>
                    <a:pt x="37469" y="14923"/>
                  </a:lnTo>
                  <a:lnTo>
                    <a:pt x="36998" y="16286"/>
                  </a:lnTo>
                  <a:lnTo>
                    <a:pt x="37494" y="17677"/>
                  </a:lnTo>
                  <a:lnTo>
                    <a:pt x="35436" y="22146"/>
                  </a:lnTo>
                  <a:lnTo>
                    <a:pt x="36858" y="27448"/>
                  </a:lnTo>
                  <a:lnTo>
                    <a:pt x="37699" y="28141"/>
                  </a:lnTo>
                  <a:lnTo>
                    <a:pt x="41016" y="27408"/>
                  </a:lnTo>
                  <a:lnTo>
                    <a:pt x="44034" y="33123"/>
                  </a:lnTo>
                  <a:lnTo>
                    <a:pt x="43078" y="34119"/>
                  </a:lnTo>
                  <a:lnTo>
                    <a:pt x="38598" y="35147"/>
                  </a:lnTo>
                  <a:lnTo>
                    <a:pt x="39438" y="36754"/>
                  </a:lnTo>
                  <a:lnTo>
                    <a:pt x="39561" y="40721"/>
                  </a:lnTo>
                  <a:lnTo>
                    <a:pt x="36185" y="45149"/>
                  </a:lnTo>
                  <a:lnTo>
                    <a:pt x="34149" y="46075"/>
                  </a:lnTo>
                  <a:lnTo>
                    <a:pt x="28531" y="45712"/>
                  </a:lnTo>
                  <a:lnTo>
                    <a:pt x="24683" y="49013"/>
                  </a:lnTo>
                  <a:lnTo>
                    <a:pt x="22837" y="54274"/>
                  </a:lnTo>
                  <a:lnTo>
                    <a:pt x="15688" y="59857"/>
                  </a:lnTo>
                  <a:lnTo>
                    <a:pt x="12455" y="59232"/>
                  </a:lnTo>
                  <a:lnTo>
                    <a:pt x="11961" y="56787"/>
                  </a:lnTo>
                  <a:lnTo>
                    <a:pt x="7371" y="53684"/>
                  </a:lnTo>
                  <a:lnTo>
                    <a:pt x="4853" y="53733"/>
                  </a:lnTo>
                  <a:lnTo>
                    <a:pt x="4227" y="55496"/>
                  </a:lnTo>
                  <a:lnTo>
                    <a:pt x="2890" y="55591"/>
                  </a:lnTo>
                  <a:lnTo>
                    <a:pt x="0" y="52757"/>
                  </a:lnTo>
                  <a:lnTo>
                    <a:pt x="2039" y="48452"/>
                  </a:lnTo>
                  <a:lnTo>
                    <a:pt x="2023" y="46680"/>
                  </a:lnTo>
                  <a:lnTo>
                    <a:pt x="3766" y="43552"/>
                  </a:lnTo>
                  <a:lnTo>
                    <a:pt x="9874" y="40470"/>
                  </a:lnTo>
                  <a:lnTo>
                    <a:pt x="8582" y="39921"/>
                  </a:lnTo>
                  <a:lnTo>
                    <a:pt x="12223" y="33336"/>
                  </a:lnTo>
                  <a:lnTo>
                    <a:pt x="12936" y="28050"/>
                  </a:lnTo>
                  <a:lnTo>
                    <a:pt x="12175" y="25846"/>
                  </a:lnTo>
                  <a:lnTo>
                    <a:pt x="12868" y="23957"/>
                  </a:lnTo>
                  <a:lnTo>
                    <a:pt x="13655" y="22054"/>
                  </a:lnTo>
                  <a:lnTo>
                    <a:pt x="21764" y="12422"/>
                  </a:lnTo>
                  <a:lnTo>
                    <a:pt x="24355" y="4823"/>
                  </a:lnTo>
                  <a:lnTo>
                    <a:pt x="28891" y="6135"/>
                  </a:lnTo>
                  <a:lnTo>
                    <a:pt x="29320" y="1000"/>
                  </a:lnTo>
                  <a:lnTo>
                    <a:pt x="3060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h2829"/>
            <p:cNvSpPr/>
            <p:nvPr/>
          </p:nvSpPr>
          <p:spPr>
            <a:xfrm>
              <a:off x="2214883" y="2594250"/>
              <a:ext cx="36224" cy="37168"/>
            </a:xfrm>
            <a:custGeom>
              <a:avLst/>
              <a:pathLst>
                <a:path w="36224" h="37168">
                  <a:moveTo>
                    <a:pt x="29723" y="0"/>
                  </a:moveTo>
                  <a:lnTo>
                    <a:pt x="34467" y="4172"/>
                  </a:lnTo>
                  <a:lnTo>
                    <a:pt x="35370" y="6533"/>
                  </a:lnTo>
                  <a:lnTo>
                    <a:pt x="36224" y="9138"/>
                  </a:lnTo>
                  <a:lnTo>
                    <a:pt x="35602" y="10877"/>
                  </a:lnTo>
                  <a:lnTo>
                    <a:pt x="33490" y="13046"/>
                  </a:lnTo>
                  <a:lnTo>
                    <a:pt x="33524" y="24655"/>
                  </a:lnTo>
                  <a:lnTo>
                    <a:pt x="30025" y="24377"/>
                  </a:lnTo>
                  <a:lnTo>
                    <a:pt x="27335" y="26345"/>
                  </a:lnTo>
                  <a:lnTo>
                    <a:pt x="25804" y="29159"/>
                  </a:lnTo>
                  <a:lnTo>
                    <a:pt x="22872" y="31736"/>
                  </a:lnTo>
                  <a:lnTo>
                    <a:pt x="14697" y="31433"/>
                  </a:lnTo>
                  <a:lnTo>
                    <a:pt x="12772" y="37168"/>
                  </a:lnTo>
                  <a:lnTo>
                    <a:pt x="6914" y="36815"/>
                  </a:lnTo>
                  <a:lnTo>
                    <a:pt x="7140" y="35134"/>
                  </a:lnTo>
                  <a:lnTo>
                    <a:pt x="5112" y="29987"/>
                  </a:lnTo>
                  <a:lnTo>
                    <a:pt x="417" y="28068"/>
                  </a:lnTo>
                  <a:lnTo>
                    <a:pt x="0" y="26034"/>
                  </a:lnTo>
                  <a:lnTo>
                    <a:pt x="787" y="18303"/>
                  </a:lnTo>
                  <a:lnTo>
                    <a:pt x="10131" y="18046"/>
                  </a:lnTo>
                  <a:lnTo>
                    <a:pt x="10091" y="19585"/>
                  </a:lnTo>
                  <a:lnTo>
                    <a:pt x="15917" y="21326"/>
                  </a:lnTo>
                  <a:lnTo>
                    <a:pt x="25073" y="18086"/>
                  </a:lnTo>
                  <a:lnTo>
                    <a:pt x="26671" y="13477"/>
                  </a:lnTo>
                  <a:lnTo>
                    <a:pt x="24533" y="9410"/>
                  </a:lnTo>
                  <a:lnTo>
                    <a:pt x="23066" y="8147"/>
                  </a:lnTo>
                  <a:lnTo>
                    <a:pt x="25762" y="5220"/>
                  </a:lnTo>
                  <a:lnTo>
                    <a:pt x="28580" y="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h2830"/>
            <p:cNvSpPr/>
            <p:nvPr/>
          </p:nvSpPr>
          <p:spPr>
            <a:xfrm>
              <a:off x="2133634" y="2775846"/>
              <a:ext cx="48608" cy="29984"/>
            </a:xfrm>
            <a:custGeom>
              <a:avLst/>
              <a:pathLst>
                <a:path w="48608" h="29984">
                  <a:moveTo>
                    <a:pt x="23945" y="2138"/>
                  </a:moveTo>
                  <a:lnTo>
                    <a:pt x="25456" y="3237"/>
                  </a:lnTo>
                  <a:lnTo>
                    <a:pt x="30770" y="2666"/>
                  </a:lnTo>
                  <a:lnTo>
                    <a:pt x="32794" y="3872"/>
                  </a:lnTo>
                  <a:lnTo>
                    <a:pt x="34173" y="6162"/>
                  </a:lnTo>
                  <a:lnTo>
                    <a:pt x="37625" y="8401"/>
                  </a:lnTo>
                  <a:lnTo>
                    <a:pt x="43610" y="9226"/>
                  </a:lnTo>
                  <a:lnTo>
                    <a:pt x="47834" y="10907"/>
                  </a:lnTo>
                  <a:lnTo>
                    <a:pt x="48608" y="12760"/>
                  </a:lnTo>
                  <a:lnTo>
                    <a:pt x="43238" y="16802"/>
                  </a:lnTo>
                  <a:lnTo>
                    <a:pt x="43762" y="18979"/>
                  </a:lnTo>
                  <a:lnTo>
                    <a:pt x="39299" y="23050"/>
                  </a:lnTo>
                  <a:lnTo>
                    <a:pt x="37958" y="29984"/>
                  </a:lnTo>
                  <a:lnTo>
                    <a:pt x="21009" y="20403"/>
                  </a:lnTo>
                  <a:lnTo>
                    <a:pt x="5301" y="17693"/>
                  </a:lnTo>
                  <a:lnTo>
                    <a:pt x="6574" y="22534"/>
                  </a:lnTo>
                  <a:lnTo>
                    <a:pt x="19" y="19699"/>
                  </a:lnTo>
                  <a:lnTo>
                    <a:pt x="660" y="15939"/>
                  </a:lnTo>
                  <a:lnTo>
                    <a:pt x="0" y="12173"/>
                  </a:lnTo>
                  <a:lnTo>
                    <a:pt x="853" y="10108"/>
                  </a:lnTo>
                  <a:lnTo>
                    <a:pt x="4986" y="9442"/>
                  </a:lnTo>
                  <a:lnTo>
                    <a:pt x="8578" y="5304"/>
                  </a:lnTo>
                  <a:lnTo>
                    <a:pt x="1585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h2831"/>
            <p:cNvSpPr/>
            <p:nvPr/>
          </p:nvSpPr>
          <p:spPr>
            <a:xfrm>
              <a:off x="2345775" y="2643052"/>
              <a:ext cx="65289" cy="124287"/>
            </a:xfrm>
            <a:custGeom>
              <a:avLst/>
              <a:pathLst>
                <a:path w="65289" h="124287">
                  <a:moveTo>
                    <a:pt x="57441" y="4669"/>
                  </a:moveTo>
                  <a:lnTo>
                    <a:pt x="55449" y="7265"/>
                  </a:lnTo>
                  <a:lnTo>
                    <a:pt x="53721" y="9392"/>
                  </a:lnTo>
                  <a:lnTo>
                    <a:pt x="56242" y="12302"/>
                  </a:lnTo>
                  <a:lnTo>
                    <a:pt x="58967" y="11606"/>
                  </a:lnTo>
                  <a:lnTo>
                    <a:pt x="64283" y="21303"/>
                  </a:lnTo>
                  <a:lnTo>
                    <a:pt x="65289" y="31338"/>
                  </a:lnTo>
                  <a:lnTo>
                    <a:pt x="61916" y="38474"/>
                  </a:lnTo>
                  <a:lnTo>
                    <a:pt x="54482" y="38119"/>
                  </a:lnTo>
                  <a:lnTo>
                    <a:pt x="53670" y="51085"/>
                  </a:lnTo>
                  <a:lnTo>
                    <a:pt x="47447" y="50352"/>
                  </a:lnTo>
                  <a:lnTo>
                    <a:pt x="47232" y="53580"/>
                  </a:lnTo>
                  <a:lnTo>
                    <a:pt x="53303" y="63187"/>
                  </a:lnTo>
                  <a:lnTo>
                    <a:pt x="55180" y="64727"/>
                  </a:lnTo>
                  <a:lnTo>
                    <a:pt x="57286" y="67870"/>
                  </a:lnTo>
                  <a:lnTo>
                    <a:pt x="60785" y="70383"/>
                  </a:lnTo>
                  <a:lnTo>
                    <a:pt x="57506" y="74738"/>
                  </a:lnTo>
                  <a:lnTo>
                    <a:pt x="58746" y="77958"/>
                  </a:lnTo>
                  <a:lnTo>
                    <a:pt x="60400" y="79001"/>
                  </a:lnTo>
                  <a:lnTo>
                    <a:pt x="57625" y="86395"/>
                  </a:lnTo>
                  <a:lnTo>
                    <a:pt x="56237" y="93507"/>
                  </a:lnTo>
                  <a:lnTo>
                    <a:pt x="57539" y="92154"/>
                  </a:lnTo>
                  <a:lnTo>
                    <a:pt x="60081" y="93253"/>
                  </a:lnTo>
                  <a:lnTo>
                    <a:pt x="60454" y="95719"/>
                  </a:lnTo>
                  <a:lnTo>
                    <a:pt x="51854" y="102479"/>
                  </a:lnTo>
                  <a:lnTo>
                    <a:pt x="48134" y="106527"/>
                  </a:lnTo>
                  <a:lnTo>
                    <a:pt x="50242" y="108576"/>
                  </a:lnTo>
                  <a:lnTo>
                    <a:pt x="50463" y="109880"/>
                  </a:lnTo>
                  <a:lnTo>
                    <a:pt x="41563" y="115287"/>
                  </a:lnTo>
                  <a:lnTo>
                    <a:pt x="39096" y="120215"/>
                  </a:lnTo>
                  <a:lnTo>
                    <a:pt x="39984" y="122856"/>
                  </a:lnTo>
                  <a:lnTo>
                    <a:pt x="38250" y="124287"/>
                  </a:lnTo>
                  <a:lnTo>
                    <a:pt x="37353" y="122234"/>
                  </a:lnTo>
                  <a:lnTo>
                    <a:pt x="36835" y="121808"/>
                  </a:lnTo>
                  <a:lnTo>
                    <a:pt x="35893" y="122455"/>
                  </a:lnTo>
                  <a:lnTo>
                    <a:pt x="31840" y="116929"/>
                  </a:lnTo>
                  <a:lnTo>
                    <a:pt x="30954" y="108851"/>
                  </a:lnTo>
                  <a:lnTo>
                    <a:pt x="21203" y="108457"/>
                  </a:lnTo>
                  <a:lnTo>
                    <a:pt x="20278" y="105975"/>
                  </a:lnTo>
                  <a:lnTo>
                    <a:pt x="17116" y="102887"/>
                  </a:lnTo>
                  <a:lnTo>
                    <a:pt x="11072" y="98684"/>
                  </a:lnTo>
                  <a:lnTo>
                    <a:pt x="2569" y="94408"/>
                  </a:lnTo>
                  <a:lnTo>
                    <a:pt x="5093" y="93716"/>
                  </a:lnTo>
                  <a:lnTo>
                    <a:pt x="6088" y="91744"/>
                  </a:lnTo>
                  <a:lnTo>
                    <a:pt x="6281" y="89563"/>
                  </a:lnTo>
                  <a:lnTo>
                    <a:pt x="2842" y="84678"/>
                  </a:lnTo>
                  <a:lnTo>
                    <a:pt x="4742" y="76302"/>
                  </a:lnTo>
                  <a:lnTo>
                    <a:pt x="5054" y="74716"/>
                  </a:lnTo>
                  <a:lnTo>
                    <a:pt x="3051" y="73611"/>
                  </a:lnTo>
                  <a:lnTo>
                    <a:pt x="1211" y="73833"/>
                  </a:lnTo>
                  <a:lnTo>
                    <a:pt x="504" y="73058"/>
                  </a:lnTo>
                  <a:lnTo>
                    <a:pt x="0" y="68485"/>
                  </a:lnTo>
                  <a:lnTo>
                    <a:pt x="3015" y="63407"/>
                  </a:lnTo>
                  <a:lnTo>
                    <a:pt x="3694" y="58838"/>
                  </a:lnTo>
                  <a:lnTo>
                    <a:pt x="5434" y="58713"/>
                  </a:lnTo>
                  <a:lnTo>
                    <a:pt x="10771" y="59670"/>
                  </a:lnTo>
                  <a:lnTo>
                    <a:pt x="13911" y="58753"/>
                  </a:lnTo>
                  <a:lnTo>
                    <a:pt x="16613" y="56238"/>
                  </a:lnTo>
                  <a:lnTo>
                    <a:pt x="21266" y="55020"/>
                  </a:lnTo>
                  <a:lnTo>
                    <a:pt x="23163" y="53148"/>
                  </a:lnTo>
                  <a:lnTo>
                    <a:pt x="21992" y="50590"/>
                  </a:lnTo>
                  <a:lnTo>
                    <a:pt x="22308" y="48062"/>
                  </a:lnTo>
                  <a:lnTo>
                    <a:pt x="28711" y="41825"/>
                  </a:lnTo>
                  <a:lnTo>
                    <a:pt x="24755" y="39394"/>
                  </a:lnTo>
                  <a:lnTo>
                    <a:pt x="20045" y="33710"/>
                  </a:lnTo>
                  <a:lnTo>
                    <a:pt x="20232" y="30724"/>
                  </a:lnTo>
                  <a:lnTo>
                    <a:pt x="28224" y="20851"/>
                  </a:lnTo>
                  <a:lnTo>
                    <a:pt x="28496" y="15929"/>
                  </a:lnTo>
                  <a:lnTo>
                    <a:pt x="30956" y="11972"/>
                  </a:lnTo>
                  <a:lnTo>
                    <a:pt x="39492" y="6082"/>
                  </a:lnTo>
                  <a:lnTo>
                    <a:pt x="40181" y="791"/>
                  </a:lnTo>
                  <a:lnTo>
                    <a:pt x="4990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h2832"/>
            <p:cNvSpPr/>
            <p:nvPr/>
          </p:nvSpPr>
          <p:spPr>
            <a:xfrm>
              <a:off x="2236145" y="2477061"/>
              <a:ext cx="152319" cy="127607"/>
            </a:xfrm>
            <a:custGeom>
              <a:avLst/>
              <a:pathLst>
                <a:path w="152319" h="127607">
                  <a:moveTo>
                    <a:pt x="29311" y="5427"/>
                  </a:moveTo>
                  <a:lnTo>
                    <a:pt x="30503" y="2403"/>
                  </a:lnTo>
                  <a:lnTo>
                    <a:pt x="29168" y="1973"/>
                  </a:lnTo>
                  <a:lnTo>
                    <a:pt x="31171" y="712"/>
                  </a:lnTo>
                  <a:lnTo>
                    <a:pt x="48876" y="4805"/>
                  </a:lnTo>
                  <a:lnTo>
                    <a:pt x="51354" y="4745"/>
                  </a:lnTo>
                  <a:lnTo>
                    <a:pt x="54352" y="959"/>
                  </a:lnTo>
                  <a:lnTo>
                    <a:pt x="55511" y="3074"/>
                  </a:lnTo>
                  <a:lnTo>
                    <a:pt x="68663" y="10254"/>
                  </a:lnTo>
                  <a:lnTo>
                    <a:pt x="71252" y="14868"/>
                  </a:lnTo>
                  <a:lnTo>
                    <a:pt x="76248" y="13028"/>
                  </a:lnTo>
                  <a:lnTo>
                    <a:pt x="77697" y="20303"/>
                  </a:lnTo>
                  <a:lnTo>
                    <a:pt x="82857" y="19948"/>
                  </a:lnTo>
                  <a:lnTo>
                    <a:pt x="85820" y="23881"/>
                  </a:lnTo>
                  <a:lnTo>
                    <a:pt x="86811" y="26632"/>
                  </a:lnTo>
                  <a:lnTo>
                    <a:pt x="96443" y="23710"/>
                  </a:lnTo>
                  <a:lnTo>
                    <a:pt x="109015" y="24025"/>
                  </a:lnTo>
                  <a:lnTo>
                    <a:pt x="115394" y="25834"/>
                  </a:lnTo>
                  <a:lnTo>
                    <a:pt x="120217" y="25871"/>
                  </a:lnTo>
                  <a:lnTo>
                    <a:pt x="123945" y="23987"/>
                  </a:lnTo>
                  <a:lnTo>
                    <a:pt x="127080" y="23395"/>
                  </a:lnTo>
                  <a:lnTo>
                    <a:pt x="133354" y="24250"/>
                  </a:lnTo>
                  <a:lnTo>
                    <a:pt x="138652" y="27064"/>
                  </a:lnTo>
                  <a:lnTo>
                    <a:pt x="146259" y="25217"/>
                  </a:lnTo>
                  <a:lnTo>
                    <a:pt x="146257" y="36234"/>
                  </a:lnTo>
                  <a:lnTo>
                    <a:pt x="152319" y="42134"/>
                  </a:lnTo>
                  <a:lnTo>
                    <a:pt x="115176" y="74453"/>
                  </a:lnTo>
                  <a:lnTo>
                    <a:pt x="86561" y="84280"/>
                  </a:lnTo>
                  <a:lnTo>
                    <a:pt x="73189" y="86748"/>
                  </a:lnTo>
                  <a:lnTo>
                    <a:pt x="67596" y="85804"/>
                  </a:lnTo>
                  <a:lnTo>
                    <a:pt x="64878" y="80515"/>
                  </a:lnTo>
                  <a:lnTo>
                    <a:pt x="64611" y="74463"/>
                  </a:lnTo>
                  <a:lnTo>
                    <a:pt x="59230" y="74546"/>
                  </a:lnTo>
                  <a:lnTo>
                    <a:pt x="57343" y="85274"/>
                  </a:lnTo>
                  <a:lnTo>
                    <a:pt x="55566" y="88241"/>
                  </a:lnTo>
                  <a:lnTo>
                    <a:pt x="52201" y="91086"/>
                  </a:lnTo>
                  <a:lnTo>
                    <a:pt x="55397" y="96407"/>
                  </a:lnTo>
                  <a:lnTo>
                    <a:pt x="57192" y="96290"/>
                  </a:lnTo>
                  <a:lnTo>
                    <a:pt x="58848" y="91821"/>
                  </a:lnTo>
                  <a:lnTo>
                    <a:pt x="59994" y="91805"/>
                  </a:lnTo>
                  <a:lnTo>
                    <a:pt x="58404" y="96824"/>
                  </a:lnTo>
                  <a:lnTo>
                    <a:pt x="57420" y="97547"/>
                  </a:lnTo>
                  <a:lnTo>
                    <a:pt x="53424" y="97267"/>
                  </a:lnTo>
                  <a:lnTo>
                    <a:pt x="52984" y="102718"/>
                  </a:lnTo>
                  <a:lnTo>
                    <a:pt x="59020" y="105636"/>
                  </a:lnTo>
                  <a:lnTo>
                    <a:pt x="58828" y="110888"/>
                  </a:lnTo>
                  <a:lnTo>
                    <a:pt x="62067" y="115878"/>
                  </a:lnTo>
                  <a:lnTo>
                    <a:pt x="57746" y="123186"/>
                  </a:lnTo>
                  <a:lnTo>
                    <a:pt x="56488" y="127053"/>
                  </a:lnTo>
                  <a:lnTo>
                    <a:pt x="44459" y="127607"/>
                  </a:lnTo>
                  <a:lnTo>
                    <a:pt x="45815" y="123912"/>
                  </a:lnTo>
                  <a:lnTo>
                    <a:pt x="48825" y="121215"/>
                  </a:lnTo>
                  <a:lnTo>
                    <a:pt x="49484" y="121780"/>
                  </a:lnTo>
                  <a:lnTo>
                    <a:pt x="50918" y="120542"/>
                  </a:lnTo>
                  <a:lnTo>
                    <a:pt x="40694" y="118664"/>
                  </a:lnTo>
                  <a:lnTo>
                    <a:pt x="40701" y="120610"/>
                  </a:lnTo>
                  <a:lnTo>
                    <a:pt x="24470" y="120642"/>
                  </a:lnTo>
                  <a:lnTo>
                    <a:pt x="24413" y="124099"/>
                  </a:lnTo>
                  <a:lnTo>
                    <a:pt x="18270" y="122538"/>
                  </a:lnTo>
                  <a:lnTo>
                    <a:pt x="21386" y="118968"/>
                  </a:lnTo>
                  <a:lnTo>
                    <a:pt x="25251" y="110818"/>
                  </a:lnTo>
                  <a:lnTo>
                    <a:pt x="29120" y="109556"/>
                  </a:lnTo>
                  <a:lnTo>
                    <a:pt x="22055" y="104380"/>
                  </a:lnTo>
                  <a:lnTo>
                    <a:pt x="25364" y="100608"/>
                  </a:lnTo>
                  <a:lnTo>
                    <a:pt x="27297" y="95282"/>
                  </a:lnTo>
                  <a:lnTo>
                    <a:pt x="26966" y="92816"/>
                  </a:lnTo>
                  <a:lnTo>
                    <a:pt x="20148" y="88822"/>
                  </a:lnTo>
                  <a:lnTo>
                    <a:pt x="20458" y="85376"/>
                  </a:lnTo>
                  <a:lnTo>
                    <a:pt x="24776" y="81698"/>
                  </a:lnTo>
                  <a:lnTo>
                    <a:pt x="27751" y="77480"/>
                  </a:lnTo>
                  <a:lnTo>
                    <a:pt x="29014" y="75182"/>
                  </a:lnTo>
                  <a:lnTo>
                    <a:pt x="29277" y="72693"/>
                  </a:lnTo>
                  <a:lnTo>
                    <a:pt x="22549" y="70558"/>
                  </a:lnTo>
                  <a:lnTo>
                    <a:pt x="23453" y="67066"/>
                  </a:lnTo>
                  <a:lnTo>
                    <a:pt x="19453" y="65274"/>
                  </a:lnTo>
                  <a:lnTo>
                    <a:pt x="21036" y="61949"/>
                  </a:lnTo>
                  <a:lnTo>
                    <a:pt x="19296" y="59434"/>
                  </a:lnTo>
                  <a:lnTo>
                    <a:pt x="14493" y="55410"/>
                  </a:lnTo>
                  <a:lnTo>
                    <a:pt x="10225" y="45334"/>
                  </a:lnTo>
                  <a:lnTo>
                    <a:pt x="3385" y="44750"/>
                  </a:lnTo>
                  <a:lnTo>
                    <a:pt x="5226" y="44115"/>
                  </a:lnTo>
                  <a:lnTo>
                    <a:pt x="5744" y="42105"/>
                  </a:lnTo>
                  <a:lnTo>
                    <a:pt x="4067" y="36752"/>
                  </a:lnTo>
                  <a:lnTo>
                    <a:pt x="619" y="34546"/>
                  </a:lnTo>
                  <a:lnTo>
                    <a:pt x="0" y="28347"/>
                  </a:lnTo>
                  <a:lnTo>
                    <a:pt x="7396" y="28655"/>
                  </a:lnTo>
                  <a:lnTo>
                    <a:pt x="7570" y="29451"/>
                  </a:lnTo>
                  <a:lnTo>
                    <a:pt x="13389" y="28240"/>
                  </a:lnTo>
                  <a:lnTo>
                    <a:pt x="22561" y="21089"/>
                  </a:lnTo>
                  <a:lnTo>
                    <a:pt x="23551" y="19553"/>
                  </a:lnTo>
                  <a:lnTo>
                    <a:pt x="24376" y="14940"/>
                  </a:lnTo>
                  <a:lnTo>
                    <a:pt x="22907" y="9084"/>
                  </a:lnTo>
                  <a:lnTo>
                    <a:pt x="17816" y="8995"/>
                  </a:lnTo>
                  <a:lnTo>
                    <a:pt x="14797" y="6412"/>
                  </a:lnTo>
                  <a:lnTo>
                    <a:pt x="15316" y="5630"/>
                  </a:lnTo>
                  <a:lnTo>
                    <a:pt x="16964" y="5510"/>
                  </a:lnTo>
                  <a:lnTo>
                    <a:pt x="17483" y="6181"/>
                  </a:lnTo>
                  <a:lnTo>
                    <a:pt x="18700" y="5611"/>
                  </a:lnTo>
                  <a:lnTo>
                    <a:pt x="20140" y="3742"/>
                  </a:lnTo>
                  <a:lnTo>
                    <a:pt x="2095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h2833"/>
            <p:cNvSpPr/>
            <p:nvPr/>
          </p:nvSpPr>
          <p:spPr>
            <a:xfrm>
              <a:off x="2253077" y="2614213"/>
              <a:ext cx="23643" cy="25431"/>
            </a:xfrm>
            <a:custGeom>
              <a:avLst/>
              <a:pathLst>
                <a:path w="23643" h="25431">
                  <a:moveTo>
                    <a:pt x="21336" y="1820"/>
                  </a:moveTo>
                  <a:lnTo>
                    <a:pt x="20621" y="8425"/>
                  </a:lnTo>
                  <a:lnTo>
                    <a:pt x="21209" y="9153"/>
                  </a:lnTo>
                  <a:lnTo>
                    <a:pt x="23643" y="8956"/>
                  </a:lnTo>
                  <a:lnTo>
                    <a:pt x="21954" y="15810"/>
                  </a:lnTo>
                  <a:lnTo>
                    <a:pt x="16003" y="21705"/>
                  </a:lnTo>
                  <a:lnTo>
                    <a:pt x="12226" y="21884"/>
                  </a:lnTo>
                  <a:lnTo>
                    <a:pt x="6702" y="25431"/>
                  </a:lnTo>
                  <a:lnTo>
                    <a:pt x="5579" y="25100"/>
                  </a:lnTo>
                  <a:lnTo>
                    <a:pt x="0" y="20484"/>
                  </a:lnTo>
                  <a:lnTo>
                    <a:pt x="1817" y="15196"/>
                  </a:lnTo>
                  <a:lnTo>
                    <a:pt x="7373" y="13276"/>
                  </a:lnTo>
                  <a:lnTo>
                    <a:pt x="14258" y="12453"/>
                  </a:lnTo>
                  <a:lnTo>
                    <a:pt x="19236" y="9839"/>
                  </a:lnTo>
                  <a:lnTo>
                    <a:pt x="18335" y="7045"/>
                  </a:lnTo>
                  <a:lnTo>
                    <a:pt x="19023" y="959"/>
                  </a:lnTo>
                  <a:lnTo>
                    <a:pt x="2132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h2834"/>
            <p:cNvSpPr/>
            <p:nvPr/>
          </p:nvSpPr>
          <p:spPr>
            <a:xfrm>
              <a:off x="2037547" y="2587887"/>
              <a:ext cx="140615" cy="129900"/>
            </a:xfrm>
            <a:custGeom>
              <a:avLst/>
              <a:pathLst>
                <a:path w="140615" h="129900">
                  <a:moveTo>
                    <a:pt x="97823" y="1652"/>
                  </a:moveTo>
                  <a:lnTo>
                    <a:pt x="102846" y="0"/>
                  </a:lnTo>
                  <a:lnTo>
                    <a:pt x="107223" y="5292"/>
                  </a:lnTo>
                  <a:lnTo>
                    <a:pt x="113126" y="5614"/>
                  </a:lnTo>
                  <a:lnTo>
                    <a:pt x="114937" y="10584"/>
                  </a:lnTo>
                  <a:lnTo>
                    <a:pt x="117407" y="14143"/>
                  </a:lnTo>
                  <a:lnTo>
                    <a:pt x="124465" y="15727"/>
                  </a:lnTo>
                  <a:lnTo>
                    <a:pt x="136122" y="20353"/>
                  </a:lnTo>
                  <a:lnTo>
                    <a:pt x="135242" y="25834"/>
                  </a:lnTo>
                  <a:lnTo>
                    <a:pt x="138142" y="27509"/>
                  </a:lnTo>
                  <a:lnTo>
                    <a:pt x="138545" y="28569"/>
                  </a:lnTo>
                  <a:lnTo>
                    <a:pt x="135668" y="34274"/>
                  </a:lnTo>
                  <a:lnTo>
                    <a:pt x="140615" y="36458"/>
                  </a:lnTo>
                  <a:lnTo>
                    <a:pt x="139659" y="43256"/>
                  </a:lnTo>
                  <a:lnTo>
                    <a:pt x="136879" y="46303"/>
                  </a:lnTo>
                  <a:lnTo>
                    <a:pt x="135565" y="53064"/>
                  </a:lnTo>
                  <a:lnTo>
                    <a:pt x="135926" y="58283"/>
                  </a:lnTo>
                  <a:lnTo>
                    <a:pt x="136919" y="60569"/>
                  </a:lnTo>
                  <a:lnTo>
                    <a:pt x="138825" y="61545"/>
                  </a:lnTo>
                  <a:lnTo>
                    <a:pt x="136233" y="63596"/>
                  </a:lnTo>
                  <a:lnTo>
                    <a:pt x="130617" y="64081"/>
                  </a:lnTo>
                  <a:lnTo>
                    <a:pt x="128380" y="68785"/>
                  </a:lnTo>
                  <a:lnTo>
                    <a:pt x="117354" y="65612"/>
                  </a:lnTo>
                  <a:lnTo>
                    <a:pt x="111183" y="69949"/>
                  </a:lnTo>
                  <a:lnTo>
                    <a:pt x="108717" y="72996"/>
                  </a:lnTo>
                  <a:lnTo>
                    <a:pt x="108026" y="78062"/>
                  </a:lnTo>
                  <a:lnTo>
                    <a:pt x="104637" y="79977"/>
                  </a:lnTo>
                  <a:lnTo>
                    <a:pt x="101102" y="79475"/>
                  </a:lnTo>
                  <a:lnTo>
                    <a:pt x="97769" y="77996"/>
                  </a:lnTo>
                  <a:lnTo>
                    <a:pt x="90743" y="78854"/>
                  </a:lnTo>
                  <a:lnTo>
                    <a:pt x="89271" y="78306"/>
                  </a:lnTo>
                  <a:lnTo>
                    <a:pt x="84065" y="79649"/>
                  </a:lnTo>
                  <a:lnTo>
                    <a:pt x="76618" y="76774"/>
                  </a:lnTo>
                  <a:lnTo>
                    <a:pt x="71414" y="79115"/>
                  </a:lnTo>
                  <a:lnTo>
                    <a:pt x="69470" y="85076"/>
                  </a:lnTo>
                  <a:lnTo>
                    <a:pt x="69112" y="89305"/>
                  </a:lnTo>
                  <a:lnTo>
                    <a:pt x="66707" y="93982"/>
                  </a:lnTo>
                  <a:lnTo>
                    <a:pt x="66004" y="102497"/>
                  </a:lnTo>
                  <a:lnTo>
                    <a:pt x="63928" y="105418"/>
                  </a:lnTo>
                  <a:lnTo>
                    <a:pt x="61771" y="106895"/>
                  </a:lnTo>
                  <a:lnTo>
                    <a:pt x="61686" y="108519"/>
                  </a:lnTo>
                  <a:lnTo>
                    <a:pt x="63726" y="114274"/>
                  </a:lnTo>
                  <a:lnTo>
                    <a:pt x="59340" y="129900"/>
                  </a:lnTo>
                  <a:lnTo>
                    <a:pt x="54738" y="120645"/>
                  </a:lnTo>
                  <a:lnTo>
                    <a:pt x="51934" y="108225"/>
                  </a:lnTo>
                  <a:lnTo>
                    <a:pt x="59266" y="98137"/>
                  </a:lnTo>
                  <a:lnTo>
                    <a:pt x="59392" y="97372"/>
                  </a:lnTo>
                  <a:lnTo>
                    <a:pt x="56482" y="93853"/>
                  </a:lnTo>
                  <a:lnTo>
                    <a:pt x="58594" y="89956"/>
                  </a:lnTo>
                  <a:lnTo>
                    <a:pt x="58453" y="83431"/>
                  </a:lnTo>
                  <a:lnTo>
                    <a:pt x="60958" y="76473"/>
                  </a:lnTo>
                  <a:lnTo>
                    <a:pt x="65338" y="73827"/>
                  </a:lnTo>
                  <a:lnTo>
                    <a:pt x="70975" y="71813"/>
                  </a:lnTo>
                  <a:lnTo>
                    <a:pt x="72377" y="70025"/>
                  </a:lnTo>
                  <a:lnTo>
                    <a:pt x="71818" y="66936"/>
                  </a:lnTo>
                  <a:lnTo>
                    <a:pt x="73745" y="58731"/>
                  </a:lnTo>
                  <a:lnTo>
                    <a:pt x="71380" y="55867"/>
                  </a:lnTo>
                  <a:lnTo>
                    <a:pt x="55613" y="55448"/>
                  </a:lnTo>
                  <a:lnTo>
                    <a:pt x="54696" y="53448"/>
                  </a:lnTo>
                  <a:lnTo>
                    <a:pt x="42524" y="53636"/>
                  </a:lnTo>
                  <a:lnTo>
                    <a:pt x="40552" y="54151"/>
                  </a:lnTo>
                  <a:lnTo>
                    <a:pt x="36893" y="57130"/>
                  </a:lnTo>
                  <a:lnTo>
                    <a:pt x="35887" y="61212"/>
                  </a:lnTo>
                  <a:lnTo>
                    <a:pt x="41652" y="63906"/>
                  </a:lnTo>
                  <a:lnTo>
                    <a:pt x="39434" y="68679"/>
                  </a:lnTo>
                  <a:lnTo>
                    <a:pt x="40736" y="72679"/>
                  </a:lnTo>
                  <a:lnTo>
                    <a:pt x="43277" y="73998"/>
                  </a:lnTo>
                  <a:lnTo>
                    <a:pt x="43787" y="76933"/>
                  </a:lnTo>
                  <a:lnTo>
                    <a:pt x="43444" y="80343"/>
                  </a:lnTo>
                  <a:lnTo>
                    <a:pt x="42617" y="81249"/>
                  </a:lnTo>
                  <a:lnTo>
                    <a:pt x="50323" y="85862"/>
                  </a:lnTo>
                  <a:lnTo>
                    <a:pt x="51502" y="89168"/>
                  </a:lnTo>
                  <a:lnTo>
                    <a:pt x="50712" y="91032"/>
                  </a:lnTo>
                  <a:lnTo>
                    <a:pt x="44907" y="96540"/>
                  </a:lnTo>
                  <a:lnTo>
                    <a:pt x="41138" y="103729"/>
                  </a:lnTo>
                  <a:lnTo>
                    <a:pt x="40158" y="103757"/>
                  </a:lnTo>
                  <a:lnTo>
                    <a:pt x="37065" y="102147"/>
                  </a:lnTo>
                  <a:lnTo>
                    <a:pt x="34258" y="104025"/>
                  </a:lnTo>
                  <a:lnTo>
                    <a:pt x="31111" y="104500"/>
                  </a:lnTo>
                  <a:lnTo>
                    <a:pt x="31137" y="102798"/>
                  </a:lnTo>
                  <a:lnTo>
                    <a:pt x="33161" y="100345"/>
                  </a:lnTo>
                  <a:lnTo>
                    <a:pt x="36898" y="90233"/>
                  </a:lnTo>
                  <a:lnTo>
                    <a:pt x="34899" y="83052"/>
                  </a:lnTo>
                  <a:lnTo>
                    <a:pt x="33833" y="81686"/>
                  </a:lnTo>
                  <a:lnTo>
                    <a:pt x="32582" y="81529"/>
                  </a:lnTo>
                  <a:lnTo>
                    <a:pt x="30692" y="81799"/>
                  </a:lnTo>
                  <a:lnTo>
                    <a:pt x="28563" y="83608"/>
                  </a:lnTo>
                  <a:lnTo>
                    <a:pt x="29549" y="84646"/>
                  </a:lnTo>
                  <a:lnTo>
                    <a:pt x="29410" y="86297"/>
                  </a:lnTo>
                  <a:lnTo>
                    <a:pt x="25826" y="85191"/>
                  </a:lnTo>
                  <a:lnTo>
                    <a:pt x="24202" y="83783"/>
                  </a:lnTo>
                  <a:lnTo>
                    <a:pt x="20097" y="84716"/>
                  </a:lnTo>
                  <a:lnTo>
                    <a:pt x="18476" y="87494"/>
                  </a:lnTo>
                  <a:lnTo>
                    <a:pt x="18820" y="91417"/>
                  </a:lnTo>
                  <a:lnTo>
                    <a:pt x="21321" y="95237"/>
                  </a:lnTo>
                  <a:lnTo>
                    <a:pt x="22879" y="99150"/>
                  </a:lnTo>
                  <a:lnTo>
                    <a:pt x="22674" y="100472"/>
                  </a:lnTo>
                  <a:lnTo>
                    <a:pt x="19444" y="98672"/>
                  </a:lnTo>
                  <a:lnTo>
                    <a:pt x="17779" y="95867"/>
                  </a:lnTo>
                  <a:lnTo>
                    <a:pt x="16124" y="96019"/>
                  </a:lnTo>
                  <a:lnTo>
                    <a:pt x="13728" y="97040"/>
                  </a:lnTo>
                  <a:lnTo>
                    <a:pt x="11556" y="100689"/>
                  </a:lnTo>
                  <a:lnTo>
                    <a:pt x="11921" y="105392"/>
                  </a:lnTo>
                  <a:lnTo>
                    <a:pt x="10465" y="106095"/>
                  </a:lnTo>
                  <a:lnTo>
                    <a:pt x="7304" y="105905"/>
                  </a:lnTo>
                  <a:lnTo>
                    <a:pt x="8160" y="104341"/>
                  </a:lnTo>
                  <a:lnTo>
                    <a:pt x="7279" y="103178"/>
                  </a:lnTo>
                  <a:lnTo>
                    <a:pt x="393" y="100280"/>
                  </a:lnTo>
                  <a:lnTo>
                    <a:pt x="0" y="98321"/>
                  </a:lnTo>
                  <a:lnTo>
                    <a:pt x="589" y="97230"/>
                  </a:lnTo>
                  <a:lnTo>
                    <a:pt x="4227" y="93871"/>
                  </a:lnTo>
                  <a:lnTo>
                    <a:pt x="7140" y="89049"/>
                  </a:lnTo>
                  <a:lnTo>
                    <a:pt x="4390" y="83153"/>
                  </a:lnTo>
                  <a:lnTo>
                    <a:pt x="4238" y="80812"/>
                  </a:lnTo>
                  <a:lnTo>
                    <a:pt x="10488" y="73913"/>
                  </a:lnTo>
                  <a:lnTo>
                    <a:pt x="8660" y="63550"/>
                  </a:lnTo>
                  <a:lnTo>
                    <a:pt x="11310" y="54596"/>
                  </a:lnTo>
                  <a:lnTo>
                    <a:pt x="16900" y="49067"/>
                  </a:lnTo>
                  <a:lnTo>
                    <a:pt x="19448" y="49465"/>
                  </a:lnTo>
                  <a:lnTo>
                    <a:pt x="21683" y="51834"/>
                  </a:lnTo>
                  <a:lnTo>
                    <a:pt x="29942" y="51269"/>
                  </a:lnTo>
                  <a:lnTo>
                    <a:pt x="32341" y="49228"/>
                  </a:lnTo>
                  <a:lnTo>
                    <a:pt x="30469" y="43921"/>
                  </a:lnTo>
                  <a:lnTo>
                    <a:pt x="30888" y="35477"/>
                  </a:lnTo>
                  <a:lnTo>
                    <a:pt x="29875" y="33126"/>
                  </a:lnTo>
                  <a:lnTo>
                    <a:pt x="25809" y="30578"/>
                  </a:lnTo>
                  <a:lnTo>
                    <a:pt x="23989" y="27914"/>
                  </a:lnTo>
                  <a:lnTo>
                    <a:pt x="23677" y="24967"/>
                  </a:lnTo>
                  <a:lnTo>
                    <a:pt x="24357" y="23572"/>
                  </a:lnTo>
                  <a:lnTo>
                    <a:pt x="25426" y="24001"/>
                  </a:lnTo>
                  <a:lnTo>
                    <a:pt x="28308" y="23164"/>
                  </a:lnTo>
                  <a:lnTo>
                    <a:pt x="29864" y="21482"/>
                  </a:lnTo>
                  <a:lnTo>
                    <a:pt x="28840" y="16826"/>
                  </a:lnTo>
                  <a:lnTo>
                    <a:pt x="29777" y="16344"/>
                  </a:lnTo>
                  <a:lnTo>
                    <a:pt x="37268" y="15986"/>
                  </a:lnTo>
                  <a:lnTo>
                    <a:pt x="39989" y="13738"/>
                  </a:lnTo>
                  <a:lnTo>
                    <a:pt x="44134" y="12203"/>
                  </a:lnTo>
                  <a:lnTo>
                    <a:pt x="48802" y="11983"/>
                  </a:lnTo>
                  <a:lnTo>
                    <a:pt x="55473" y="12281"/>
                  </a:lnTo>
                  <a:lnTo>
                    <a:pt x="55476" y="14762"/>
                  </a:lnTo>
                  <a:lnTo>
                    <a:pt x="54260" y="15665"/>
                  </a:lnTo>
                  <a:lnTo>
                    <a:pt x="54579" y="16450"/>
                  </a:lnTo>
                  <a:lnTo>
                    <a:pt x="56849" y="16251"/>
                  </a:lnTo>
                  <a:lnTo>
                    <a:pt x="58968" y="12761"/>
                  </a:lnTo>
                  <a:lnTo>
                    <a:pt x="70351" y="10343"/>
                  </a:lnTo>
                  <a:lnTo>
                    <a:pt x="73540" y="7802"/>
                  </a:lnTo>
                  <a:lnTo>
                    <a:pt x="79210" y="6604"/>
                  </a:lnTo>
                  <a:lnTo>
                    <a:pt x="83581" y="6356"/>
                  </a:lnTo>
                  <a:lnTo>
                    <a:pt x="83970" y="7686"/>
                  </a:lnTo>
                  <a:lnTo>
                    <a:pt x="85330" y="8302"/>
                  </a:lnTo>
                  <a:lnTo>
                    <a:pt x="88825" y="6450"/>
                  </a:lnTo>
                  <a:lnTo>
                    <a:pt x="91425" y="2177"/>
                  </a:lnTo>
                  <a:lnTo>
                    <a:pt x="94224" y="127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h2835"/>
            <p:cNvSpPr/>
            <p:nvPr/>
          </p:nvSpPr>
          <p:spPr>
            <a:xfrm>
              <a:off x="2149491" y="2751322"/>
              <a:ext cx="43498" cy="37284"/>
            </a:xfrm>
            <a:custGeom>
              <a:avLst/>
              <a:pathLst>
                <a:path w="43498" h="37284">
                  <a:moveTo>
                    <a:pt x="34041" y="105"/>
                  </a:moveTo>
                  <a:lnTo>
                    <a:pt x="35852" y="3396"/>
                  </a:lnTo>
                  <a:lnTo>
                    <a:pt x="38894" y="5886"/>
                  </a:lnTo>
                  <a:lnTo>
                    <a:pt x="41707" y="7027"/>
                  </a:lnTo>
                  <a:lnTo>
                    <a:pt x="42601" y="10121"/>
                  </a:lnTo>
                  <a:lnTo>
                    <a:pt x="41934" y="13155"/>
                  </a:lnTo>
                  <a:lnTo>
                    <a:pt x="42153" y="18465"/>
                  </a:lnTo>
                  <a:lnTo>
                    <a:pt x="41275" y="19845"/>
                  </a:lnTo>
                  <a:lnTo>
                    <a:pt x="42922" y="21043"/>
                  </a:lnTo>
                  <a:lnTo>
                    <a:pt x="43498" y="22609"/>
                  </a:lnTo>
                  <a:lnTo>
                    <a:pt x="42700" y="25852"/>
                  </a:lnTo>
                  <a:lnTo>
                    <a:pt x="37217" y="33918"/>
                  </a:lnTo>
                  <a:lnTo>
                    <a:pt x="35929" y="37259"/>
                  </a:lnTo>
                  <a:lnTo>
                    <a:pt x="32752" y="37284"/>
                  </a:lnTo>
                  <a:lnTo>
                    <a:pt x="31978" y="35431"/>
                  </a:lnTo>
                  <a:lnTo>
                    <a:pt x="27754" y="33751"/>
                  </a:lnTo>
                  <a:lnTo>
                    <a:pt x="21768" y="32926"/>
                  </a:lnTo>
                  <a:lnTo>
                    <a:pt x="18317" y="30687"/>
                  </a:lnTo>
                  <a:lnTo>
                    <a:pt x="16938" y="28397"/>
                  </a:lnTo>
                  <a:lnTo>
                    <a:pt x="14914" y="27191"/>
                  </a:lnTo>
                  <a:lnTo>
                    <a:pt x="9600" y="27761"/>
                  </a:lnTo>
                  <a:lnTo>
                    <a:pt x="8089" y="26662"/>
                  </a:lnTo>
                  <a:lnTo>
                    <a:pt x="0" y="24524"/>
                  </a:lnTo>
                  <a:lnTo>
                    <a:pt x="316" y="22517"/>
                  </a:lnTo>
                  <a:lnTo>
                    <a:pt x="4688" y="15911"/>
                  </a:lnTo>
                  <a:lnTo>
                    <a:pt x="11390" y="13942"/>
                  </a:lnTo>
                  <a:lnTo>
                    <a:pt x="14378" y="11789"/>
                  </a:lnTo>
                  <a:lnTo>
                    <a:pt x="14614" y="10786"/>
                  </a:lnTo>
                  <a:lnTo>
                    <a:pt x="13816" y="7772"/>
                  </a:lnTo>
                  <a:lnTo>
                    <a:pt x="3317" y="5724"/>
                  </a:lnTo>
                  <a:lnTo>
                    <a:pt x="1202" y="2543"/>
                  </a:lnTo>
                  <a:lnTo>
                    <a:pt x="4852" y="2243"/>
                  </a:lnTo>
                  <a:lnTo>
                    <a:pt x="15745" y="3241"/>
                  </a:lnTo>
                  <a:lnTo>
                    <a:pt x="21289" y="0"/>
                  </a:lnTo>
                  <a:lnTo>
                    <a:pt x="29300" y="9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h2836"/>
            <p:cNvSpPr/>
            <p:nvPr/>
          </p:nvSpPr>
          <p:spPr>
            <a:xfrm>
              <a:off x="2165171" y="2660943"/>
              <a:ext cx="43726" cy="48547"/>
            </a:xfrm>
            <a:custGeom>
              <a:avLst/>
              <a:pathLst>
                <a:path w="43726" h="48547">
                  <a:moveTo>
                    <a:pt x="21146" y="2278"/>
                  </a:moveTo>
                  <a:lnTo>
                    <a:pt x="22128" y="4255"/>
                  </a:lnTo>
                  <a:lnTo>
                    <a:pt x="24059" y="4729"/>
                  </a:lnTo>
                  <a:lnTo>
                    <a:pt x="30589" y="9119"/>
                  </a:lnTo>
                  <a:lnTo>
                    <a:pt x="32413" y="11821"/>
                  </a:lnTo>
                  <a:lnTo>
                    <a:pt x="36718" y="10570"/>
                  </a:lnTo>
                  <a:lnTo>
                    <a:pt x="42687" y="14806"/>
                  </a:lnTo>
                  <a:lnTo>
                    <a:pt x="43726" y="15836"/>
                  </a:lnTo>
                  <a:lnTo>
                    <a:pt x="43171" y="19848"/>
                  </a:lnTo>
                  <a:lnTo>
                    <a:pt x="40549" y="21046"/>
                  </a:lnTo>
                  <a:lnTo>
                    <a:pt x="35424" y="20151"/>
                  </a:lnTo>
                  <a:lnTo>
                    <a:pt x="34298" y="26263"/>
                  </a:lnTo>
                  <a:lnTo>
                    <a:pt x="31407" y="29940"/>
                  </a:lnTo>
                  <a:lnTo>
                    <a:pt x="28719" y="30117"/>
                  </a:lnTo>
                  <a:lnTo>
                    <a:pt x="27985" y="31412"/>
                  </a:lnTo>
                  <a:lnTo>
                    <a:pt x="30182" y="38543"/>
                  </a:lnTo>
                  <a:lnTo>
                    <a:pt x="33114" y="43439"/>
                  </a:lnTo>
                  <a:lnTo>
                    <a:pt x="34171" y="43964"/>
                  </a:lnTo>
                  <a:lnTo>
                    <a:pt x="32538" y="46646"/>
                  </a:lnTo>
                  <a:lnTo>
                    <a:pt x="30026" y="48547"/>
                  </a:lnTo>
                  <a:lnTo>
                    <a:pt x="27474" y="45868"/>
                  </a:lnTo>
                  <a:lnTo>
                    <a:pt x="26972" y="43388"/>
                  </a:lnTo>
                  <a:lnTo>
                    <a:pt x="24792" y="41159"/>
                  </a:lnTo>
                  <a:lnTo>
                    <a:pt x="16984" y="40989"/>
                  </a:lnTo>
                  <a:lnTo>
                    <a:pt x="10949" y="43204"/>
                  </a:lnTo>
                  <a:lnTo>
                    <a:pt x="10007" y="42552"/>
                  </a:lnTo>
                  <a:lnTo>
                    <a:pt x="11573" y="38355"/>
                  </a:lnTo>
                  <a:lnTo>
                    <a:pt x="16618" y="33152"/>
                  </a:lnTo>
                  <a:lnTo>
                    <a:pt x="16652" y="29171"/>
                  </a:lnTo>
                  <a:lnTo>
                    <a:pt x="10304" y="25900"/>
                  </a:lnTo>
                  <a:lnTo>
                    <a:pt x="5518" y="25561"/>
                  </a:lnTo>
                  <a:lnTo>
                    <a:pt x="2444" y="26310"/>
                  </a:lnTo>
                  <a:lnTo>
                    <a:pt x="0" y="28322"/>
                  </a:lnTo>
                  <a:lnTo>
                    <a:pt x="1113" y="24389"/>
                  </a:lnTo>
                  <a:lnTo>
                    <a:pt x="989" y="18150"/>
                  </a:lnTo>
                  <a:lnTo>
                    <a:pt x="7810" y="5035"/>
                  </a:lnTo>
                  <a:lnTo>
                    <a:pt x="13524" y="5049"/>
                  </a:lnTo>
                  <a:lnTo>
                    <a:pt x="12797" y="2861"/>
                  </a:lnTo>
                  <a:lnTo>
                    <a:pt x="1465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h2837"/>
            <p:cNvSpPr/>
            <p:nvPr/>
          </p:nvSpPr>
          <p:spPr>
            <a:xfrm>
              <a:off x="2286798" y="2673096"/>
              <a:ext cx="23812" cy="22367"/>
            </a:xfrm>
            <a:custGeom>
              <a:avLst/>
              <a:pathLst>
                <a:path w="23812" h="22367">
                  <a:moveTo>
                    <a:pt x="9496" y="239"/>
                  </a:moveTo>
                  <a:lnTo>
                    <a:pt x="13389" y="2999"/>
                  </a:lnTo>
                  <a:lnTo>
                    <a:pt x="13635" y="5489"/>
                  </a:lnTo>
                  <a:lnTo>
                    <a:pt x="11422" y="9971"/>
                  </a:lnTo>
                  <a:lnTo>
                    <a:pt x="10912" y="13594"/>
                  </a:lnTo>
                  <a:lnTo>
                    <a:pt x="23638" y="15421"/>
                  </a:lnTo>
                  <a:lnTo>
                    <a:pt x="23812" y="17477"/>
                  </a:lnTo>
                  <a:lnTo>
                    <a:pt x="23670" y="18219"/>
                  </a:lnTo>
                  <a:lnTo>
                    <a:pt x="21169" y="18422"/>
                  </a:lnTo>
                  <a:lnTo>
                    <a:pt x="17599" y="22367"/>
                  </a:lnTo>
                  <a:lnTo>
                    <a:pt x="14326" y="20539"/>
                  </a:lnTo>
                  <a:lnTo>
                    <a:pt x="11529" y="20532"/>
                  </a:lnTo>
                  <a:lnTo>
                    <a:pt x="11530" y="19192"/>
                  </a:lnTo>
                  <a:lnTo>
                    <a:pt x="6510" y="18948"/>
                  </a:lnTo>
                  <a:lnTo>
                    <a:pt x="6867" y="17282"/>
                  </a:lnTo>
                  <a:lnTo>
                    <a:pt x="4789" y="14745"/>
                  </a:lnTo>
                  <a:lnTo>
                    <a:pt x="2049" y="12982"/>
                  </a:lnTo>
                  <a:lnTo>
                    <a:pt x="1039" y="7793"/>
                  </a:lnTo>
                  <a:lnTo>
                    <a:pt x="0" y="2278"/>
                  </a:lnTo>
                  <a:lnTo>
                    <a:pt x="1826" y="590"/>
                  </a:lnTo>
                  <a:lnTo>
                    <a:pt x="3808" y="893"/>
                  </a:lnTo>
                  <a:lnTo>
                    <a:pt x="6959" y="1447"/>
                  </a:lnTo>
                  <a:lnTo>
                    <a:pt x="692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h2838"/>
            <p:cNvSpPr/>
            <p:nvPr/>
          </p:nvSpPr>
          <p:spPr>
            <a:xfrm>
              <a:off x="2191198" y="2732627"/>
              <a:ext cx="34564" cy="31938"/>
            </a:xfrm>
            <a:custGeom>
              <a:avLst/>
              <a:pathLst>
                <a:path w="34564" h="31938">
                  <a:moveTo>
                    <a:pt x="14590" y="1214"/>
                  </a:moveTo>
                  <a:lnTo>
                    <a:pt x="17799" y="0"/>
                  </a:lnTo>
                  <a:lnTo>
                    <a:pt x="20097" y="527"/>
                  </a:lnTo>
                  <a:lnTo>
                    <a:pt x="21085" y="3613"/>
                  </a:lnTo>
                  <a:lnTo>
                    <a:pt x="29542" y="7894"/>
                  </a:lnTo>
                  <a:lnTo>
                    <a:pt x="34564" y="8702"/>
                  </a:lnTo>
                  <a:lnTo>
                    <a:pt x="30515" y="16145"/>
                  </a:lnTo>
                  <a:lnTo>
                    <a:pt x="26763" y="26439"/>
                  </a:lnTo>
                  <a:lnTo>
                    <a:pt x="25105" y="27475"/>
                  </a:lnTo>
                  <a:lnTo>
                    <a:pt x="24664" y="30262"/>
                  </a:lnTo>
                  <a:lnTo>
                    <a:pt x="18786" y="31938"/>
                  </a:lnTo>
                  <a:lnTo>
                    <a:pt x="15010" y="31219"/>
                  </a:lnTo>
                  <a:lnTo>
                    <a:pt x="14115" y="28888"/>
                  </a:lnTo>
                  <a:lnTo>
                    <a:pt x="0" y="25722"/>
                  </a:lnTo>
                  <a:lnTo>
                    <a:pt x="782" y="24418"/>
                  </a:lnTo>
                  <a:lnTo>
                    <a:pt x="2330" y="23914"/>
                  </a:lnTo>
                  <a:lnTo>
                    <a:pt x="8311" y="23436"/>
                  </a:lnTo>
                  <a:lnTo>
                    <a:pt x="9069" y="21702"/>
                  </a:lnTo>
                  <a:lnTo>
                    <a:pt x="8059" y="17379"/>
                  </a:lnTo>
                  <a:lnTo>
                    <a:pt x="8792" y="1230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h2839"/>
            <p:cNvSpPr/>
            <p:nvPr/>
          </p:nvSpPr>
          <p:spPr>
            <a:xfrm>
              <a:off x="2165795" y="2649432"/>
              <a:ext cx="26902" cy="16561"/>
            </a:xfrm>
            <a:custGeom>
              <a:avLst/>
              <a:pathLst>
                <a:path w="26902" h="16561">
                  <a:moveTo>
                    <a:pt x="18065" y="2589"/>
                  </a:moveTo>
                  <a:lnTo>
                    <a:pt x="17751" y="3222"/>
                  </a:lnTo>
                  <a:lnTo>
                    <a:pt x="22272" y="7842"/>
                  </a:lnTo>
                  <a:lnTo>
                    <a:pt x="23017" y="5739"/>
                  </a:lnTo>
                  <a:lnTo>
                    <a:pt x="26138" y="7337"/>
                  </a:lnTo>
                  <a:lnTo>
                    <a:pt x="26902" y="11993"/>
                  </a:lnTo>
                  <a:lnTo>
                    <a:pt x="23435" y="16240"/>
                  </a:lnTo>
                  <a:lnTo>
                    <a:pt x="21504" y="15766"/>
                  </a:lnTo>
                  <a:lnTo>
                    <a:pt x="20522" y="13789"/>
                  </a:lnTo>
                  <a:lnTo>
                    <a:pt x="14035" y="11511"/>
                  </a:lnTo>
                  <a:lnTo>
                    <a:pt x="12173" y="14372"/>
                  </a:lnTo>
                  <a:lnTo>
                    <a:pt x="12900" y="16561"/>
                  </a:lnTo>
                  <a:lnTo>
                    <a:pt x="7186" y="16547"/>
                  </a:lnTo>
                  <a:lnTo>
                    <a:pt x="7410" y="12783"/>
                  </a:lnTo>
                  <a:lnTo>
                    <a:pt x="0" y="9239"/>
                  </a:lnTo>
                  <a:lnTo>
                    <a:pt x="132" y="7240"/>
                  </a:lnTo>
                  <a:lnTo>
                    <a:pt x="2369" y="2535"/>
                  </a:lnTo>
                  <a:lnTo>
                    <a:pt x="7985" y="2051"/>
                  </a:lnTo>
                  <a:lnTo>
                    <a:pt x="10577" y="0"/>
                  </a:lnTo>
                  <a:lnTo>
                    <a:pt x="13893" y="178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h2840"/>
            <p:cNvSpPr/>
            <p:nvPr/>
          </p:nvSpPr>
          <p:spPr>
            <a:xfrm>
              <a:off x="2342794" y="2672922"/>
              <a:ext cx="31692" cy="29800"/>
            </a:xfrm>
            <a:custGeom>
              <a:avLst/>
              <a:pathLst>
                <a:path w="31692" h="29800">
                  <a:moveTo>
                    <a:pt x="20975" y="1821"/>
                  </a:moveTo>
                  <a:lnTo>
                    <a:pt x="22740" y="1967"/>
                  </a:lnTo>
                  <a:lnTo>
                    <a:pt x="23213" y="854"/>
                  </a:lnTo>
                  <a:lnTo>
                    <a:pt x="23026" y="3840"/>
                  </a:lnTo>
                  <a:lnTo>
                    <a:pt x="27736" y="9525"/>
                  </a:lnTo>
                  <a:lnTo>
                    <a:pt x="31692" y="11956"/>
                  </a:lnTo>
                  <a:lnTo>
                    <a:pt x="25289" y="18193"/>
                  </a:lnTo>
                  <a:lnTo>
                    <a:pt x="24973" y="20721"/>
                  </a:lnTo>
                  <a:lnTo>
                    <a:pt x="26144" y="23278"/>
                  </a:lnTo>
                  <a:lnTo>
                    <a:pt x="24247" y="25150"/>
                  </a:lnTo>
                  <a:lnTo>
                    <a:pt x="19594" y="26369"/>
                  </a:lnTo>
                  <a:lnTo>
                    <a:pt x="16892" y="28883"/>
                  </a:lnTo>
                  <a:lnTo>
                    <a:pt x="13752" y="29800"/>
                  </a:lnTo>
                  <a:lnTo>
                    <a:pt x="8415" y="28844"/>
                  </a:lnTo>
                  <a:lnTo>
                    <a:pt x="10690" y="21964"/>
                  </a:lnTo>
                  <a:lnTo>
                    <a:pt x="0" y="21854"/>
                  </a:lnTo>
                  <a:lnTo>
                    <a:pt x="1494" y="18996"/>
                  </a:lnTo>
                  <a:lnTo>
                    <a:pt x="5318" y="19438"/>
                  </a:lnTo>
                  <a:lnTo>
                    <a:pt x="5985" y="17001"/>
                  </a:lnTo>
                  <a:lnTo>
                    <a:pt x="3677" y="14838"/>
                  </a:lnTo>
                  <a:lnTo>
                    <a:pt x="5968" y="6613"/>
                  </a:lnTo>
                  <a:lnTo>
                    <a:pt x="7725" y="7273"/>
                  </a:lnTo>
                  <a:lnTo>
                    <a:pt x="9160" y="4241"/>
                  </a:lnTo>
                  <a:lnTo>
                    <a:pt x="12242" y="1547"/>
                  </a:lnTo>
                  <a:lnTo>
                    <a:pt x="1834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h2841"/>
            <p:cNvSpPr/>
            <p:nvPr/>
          </p:nvSpPr>
          <p:spPr>
            <a:xfrm>
              <a:off x="2096516" y="2466266"/>
              <a:ext cx="71731" cy="134381"/>
            </a:xfrm>
            <a:custGeom>
              <a:avLst/>
              <a:pathLst>
                <a:path w="71731" h="134381">
                  <a:moveTo>
                    <a:pt x="16221" y="2173"/>
                  </a:moveTo>
                  <a:lnTo>
                    <a:pt x="17418" y="5379"/>
                  </a:lnTo>
                  <a:lnTo>
                    <a:pt x="22823" y="10403"/>
                  </a:lnTo>
                  <a:lnTo>
                    <a:pt x="28174" y="13223"/>
                  </a:lnTo>
                  <a:lnTo>
                    <a:pt x="39059" y="13624"/>
                  </a:lnTo>
                  <a:lnTo>
                    <a:pt x="38605" y="10816"/>
                  </a:lnTo>
                  <a:lnTo>
                    <a:pt x="42711" y="10010"/>
                  </a:lnTo>
                  <a:lnTo>
                    <a:pt x="50168" y="12681"/>
                  </a:lnTo>
                  <a:lnTo>
                    <a:pt x="54411" y="11873"/>
                  </a:lnTo>
                  <a:lnTo>
                    <a:pt x="57076" y="13519"/>
                  </a:lnTo>
                  <a:lnTo>
                    <a:pt x="57552" y="16178"/>
                  </a:lnTo>
                  <a:lnTo>
                    <a:pt x="61856" y="15893"/>
                  </a:lnTo>
                  <a:lnTo>
                    <a:pt x="66516" y="10981"/>
                  </a:lnTo>
                  <a:lnTo>
                    <a:pt x="70026" y="14166"/>
                  </a:lnTo>
                  <a:lnTo>
                    <a:pt x="67819" y="17707"/>
                  </a:lnTo>
                  <a:lnTo>
                    <a:pt x="71303" y="19049"/>
                  </a:lnTo>
                  <a:lnTo>
                    <a:pt x="71731" y="21649"/>
                  </a:lnTo>
                  <a:lnTo>
                    <a:pt x="67091" y="22431"/>
                  </a:lnTo>
                  <a:lnTo>
                    <a:pt x="65364" y="28764"/>
                  </a:lnTo>
                  <a:lnTo>
                    <a:pt x="60768" y="33477"/>
                  </a:lnTo>
                  <a:lnTo>
                    <a:pt x="63901" y="38470"/>
                  </a:lnTo>
                  <a:lnTo>
                    <a:pt x="64515" y="42282"/>
                  </a:lnTo>
                  <a:lnTo>
                    <a:pt x="63688" y="45403"/>
                  </a:lnTo>
                  <a:lnTo>
                    <a:pt x="59014" y="51077"/>
                  </a:lnTo>
                  <a:lnTo>
                    <a:pt x="58566" y="53151"/>
                  </a:lnTo>
                  <a:lnTo>
                    <a:pt x="61379" y="60286"/>
                  </a:lnTo>
                  <a:lnTo>
                    <a:pt x="60731" y="61634"/>
                  </a:lnTo>
                  <a:lnTo>
                    <a:pt x="56772" y="63729"/>
                  </a:lnTo>
                  <a:lnTo>
                    <a:pt x="48990" y="63517"/>
                  </a:lnTo>
                  <a:lnTo>
                    <a:pt x="47462" y="70696"/>
                  </a:lnTo>
                  <a:lnTo>
                    <a:pt x="50044" y="73073"/>
                  </a:lnTo>
                  <a:lnTo>
                    <a:pt x="52767" y="80257"/>
                  </a:lnTo>
                  <a:lnTo>
                    <a:pt x="50028" y="82150"/>
                  </a:lnTo>
                  <a:lnTo>
                    <a:pt x="48901" y="84164"/>
                  </a:lnTo>
                  <a:lnTo>
                    <a:pt x="48083" y="89167"/>
                  </a:lnTo>
                  <a:lnTo>
                    <a:pt x="45832" y="92818"/>
                  </a:lnTo>
                  <a:lnTo>
                    <a:pt x="44054" y="92990"/>
                  </a:lnTo>
                  <a:lnTo>
                    <a:pt x="43907" y="97620"/>
                  </a:lnTo>
                  <a:lnTo>
                    <a:pt x="45373" y="99663"/>
                  </a:lnTo>
                  <a:lnTo>
                    <a:pt x="46861" y="99764"/>
                  </a:lnTo>
                  <a:lnTo>
                    <a:pt x="49749" y="102993"/>
                  </a:lnTo>
                  <a:lnTo>
                    <a:pt x="43877" y="121620"/>
                  </a:lnTo>
                  <a:lnTo>
                    <a:pt x="38854" y="123273"/>
                  </a:lnTo>
                  <a:lnTo>
                    <a:pt x="35255" y="122893"/>
                  </a:lnTo>
                  <a:lnTo>
                    <a:pt x="32456" y="123797"/>
                  </a:lnTo>
                  <a:lnTo>
                    <a:pt x="29857" y="128071"/>
                  </a:lnTo>
                  <a:lnTo>
                    <a:pt x="26361" y="129922"/>
                  </a:lnTo>
                  <a:lnTo>
                    <a:pt x="25001" y="129306"/>
                  </a:lnTo>
                  <a:lnTo>
                    <a:pt x="24613" y="127976"/>
                  </a:lnTo>
                  <a:lnTo>
                    <a:pt x="20242" y="128224"/>
                  </a:lnTo>
                  <a:lnTo>
                    <a:pt x="14571" y="129422"/>
                  </a:lnTo>
                  <a:lnTo>
                    <a:pt x="11383" y="131964"/>
                  </a:lnTo>
                  <a:lnTo>
                    <a:pt x="0" y="134381"/>
                  </a:lnTo>
                  <a:lnTo>
                    <a:pt x="3772" y="130951"/>
                  </a:lnTo>
                  <a:lnTo>
                    <a:pt x="11280" y="128476"/>
                  </a:lnTo>
                  <a:lnTo>
                    <a:pt x="11895" y="127505"/>
                  </a:lnTo>
                  <a:lnTo>
                    <a:pt x="11559" y="125080"/>
                  </a:lnTo>
                  <a:lnTo>
                    <a:pt x="13363" y="121769"/>
                  </a:lnTo>
                  <a:lnTo>
                    <a:pt x="14964" y="121299"/>
                  </a:lnTo>
                  <a:lnTo>
                    <a:pt x="16871" y="121994"/>
                  </a:lnTo>
                  <a:lnTo>
                    <a:pt x="21503" y="117801"/>
                  </a:lnTo>
                  <a:lnTo>
                    <a:pt x="23387" y="116950"/>
                  </a:lnTo>
                  <a:lnTo>
                    <a:pt x="26865" y="117717"/>
                  </a:lnTo>
                  <a:lnTo>
                    <a:pt x="27679" y="112258"/>
                  </a:lnTo>
                  <a:lnTo>
                    <a:pt x="20580" y="109801"/>
                  </a:lnTo>
                  <a:lnTo>
                    <a:pt x="18275" y="107238"/>
                  </a:lnTo>
                  <a:lnTo>
                    <a:pt x="18748" y="103535"/>
                  </a:lnTo>
                  <a:lnTo>
                    <a:pt x="19135" y="99795"/>
                  </a:lnTo>
                  <a:lnTo>
                    <a:pt x="16849" y="85122"/>
                  </a:lnTo>
                  <a:lnTo>
                    <a:pt x="12950" y="86659"/>
                  </a:lnTo>
                  <a:lnTo>
                    <a:pt x="10124" y="86989"/>
                  </a:lnTo>
                  <a:lnTo>
                    <a:pt x="9608" y="86419"/>
                  </a:lnTo>
                  <a:lnTo>
                    <a:pt x="9824" y="82083"/>
                  </a:lnTo>
                  <a:lnTo>
                    <a:pt x="12504" y="71163"/>
                  </a:lnTo>
                  <a:lnTo>
                    <a:pt x="5188" y="63505"/>
                  </a:lnTo>
                  <a:lnTo>
                    <a:pt x="880" y="62315"/>
                  </a:lnTo>
                  <a:lnTo>
                    <a:pt x="1109" y="60038"/>
                  </a:lnTo>
                  <a:lnTo>
                    <a:pt x="4536" y="58628"/>
                  </a:lnTo>
                  <a:lnTo>
                    <a:pt x="9062" y="62147"/>
                  </a:lnTo>
                  <a:lnTo>
                    <a:pt x="11233" y="59921"/>
                  </a:lnTo>
                  <a:lnTo>
                    <a:pt x="12326" y="53948"/>
                  </a:lnTo>
                  <a:lnTo>
                    <a:pt x="4374" y="53450"/>
                  </a:lnTo>
                  <a:lnTo>
                    <a:pt x="5623" y="50628"/>
                  </a:lnTo>
                  <a:lnTo>
                    <a:pt x="3137" y="43868"/>
                  </a:lnTo>
                  <a:lnTo>
                    <a:pt x="8244" y="38296"/>
                  </a:lnTo>
                  <a:lnTo>
                    <a:pt x="8809" y="36735"/>
                  </a:lnTo>
                  <a:lnTo>
                    <a:pt x="6883" y="31304"/>
                  </a:lnTo>
                  <a:lnTo>
                    <a:pt x="5081" y="29704"/>
                  </a:lnTo>
                  <a:lnTo>
                    <a:pt x="4459" y="27909"/>
                  </a:lnTo>
                  <a:lnTo>
                    <a:pt x="7202" y="23597"/>
                  </a:lnTo>
                  <a:lnTo>
                    <a:pt x="8180" y="17907"/>
                  </a:lnTo>
                  <a:lnTo>
                    <a:pt x="6926" y="15494"/>
                  </a:lnTo>
                  <a:lnTo>
                    <a:pt x="2364" y="10539"/>
                  </a:lnTo>
                  <a:lnTo>
                    <a:pt x="5917" y="7972"/>
                  </a:lnTo>
                  <a:lnTo>
                    <a:pt x="9500" y="8672"/>
                  </a:lnTo>
                  <a:lnTo>
                    <a:pt x="9890" y="6304"/>
                  </a:lnTo>
                  <a:lnTo>
                    <a:pt x="1774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h2842"/>
            <p:cNvSpPr/>
            <p:nvPr/>
          </p:nvSpPr>
          <p:spPr>
            <a:xfrm>
              <a:off x="2434288" y="2401407"/>
              <a:ext cx="40655" cy="40493"/>
            </a:xfrm>
            <a:custGeom>
              <a:avLst/>
              <a:pathLst>
                <a:path w="40655" h="40493">
                  <a:moveTo>
                    <a:pt x="14623" y="6253"/>
                  </a:moveTo>
                  <a:lnTo>
                    <a:pt x="21359" y="801"/>
                  </a:lnTo>
                  <a:lnTo>
                    <a:pt x="27908" y="4457"/>
                  </a:lnTo>
                  <a:lnTo>
                    <a:pt x="32392" y="4948"/>
                  </a:lnTo>
                  <a:lnTo>
                    <a:pt x="33643" y="4336"/>
                  </a:lnTo>
                  <a:lnTo>
                    <a:pt x="40655" y="16819"/>
                  </a:lnTo>
                  <a:lnTo>
                    <a:pt x="27822" y="32239"/>
                  </a:lnTo>
                  <a:lnTo>
                    <a:pt x="16493" y="40493"/>
                  </a:lnTo>
                  <a:lnTo>
                    <a:pt x="9073" y="33389"/>
                  </a:lnTo>
                  <a:lnTo>
                    <a:pt x="8645" y="26936"/>
                  </a:lnTo>
                  <a:lnTo>
                    <a:pt x="11249" y="22638"/>
                  </a:lnTo>
                  <a:lnTo>
                    <a:pt x="11306" y="207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h2843"/>
            <p:cNvSpPr/>
            <p:nvPr/>
          </p:nvSpPr>
          <p:spPr>
            <a:xfrm>
              <a:off x="2294255" y="2625508"/>
              <a:ext cx="36189" cy="46973"/>
            </a:xfrm>
            <a:custGeom>
              <a:avLst/>
              <a:pathLst>
                <a:path w="36189" h="46973">
                  <a:moveTo>
                    <a:pt x="6578" y="2324"/>
                  </a:moveTo>
                  <a:lnTo>
                    <a:pt x="14728" y="13065"/>
                  </a:lnTo>
                  <a:lnTo>
                    <a:pt x="36189" y="30219"/>
                  </a:lnTo>
                  <a:lnTo>
                    <a:pt x="29828" y="29050"/>
                  </a:lnTo>
                  <a:lnTo>
                    <a:pt x="25750" y="35240"/>
                  </a:lnTo>
                  <a:lnTo>
                    <a:pt x="19320" y="42885"/>
                  </a:lnTo>
                  <a:lnTo>
                    <a:pt x="19974" y="46973"/>
                  </a:lnTo>
                  <a:lnTo>
                    <a:pt x="14118" y="46173"/>
                  </a:lnTo>
                  <a:lnTo>
                    <a:pt x="13172" y="40856"/>
                  </a:lnTo>
                  <a:lnTo>
                    <a:pt x="10364" y="38762"/>
                  </a:lnTo>
                  <a:lnTo>
                    <a:pt x="7038" y="31590"/>
                  </a:lnTo>
                  <a:lnTo>
                    <a:pt x="7402" y="29028"/>
                  </a:lnTo>
                  <a:lnTo>
                    <a:pt x="10743" y="22292"/>
                  </a:lnTo>
                  <a:lnTo>
                    <a:pt x="10409" y="21524"/>
                  </a:lnTo>
                  <a:lnTo>
                    <a:pt x="5927" y="17972"/>
                  </a:lnTo>
                  <a:lnTo>
                    <a:pt x="2279" y="18377"/>
                  </a:lnTo>
                  <a:lnTo>
                    <a:pt x="2132" y="19903"/>
                  </a:lnTo>
                  <a:lnTo>
                    <a:pt x="0" y="19389"/>
                  </a:lnTo>
                  <a:lnTo>
                    <a:pt x="3515" y="6297"/>
                  </a:lnTo>
                  <a:lnTo>
                    <a:pt x="4707" y="6022"/>
                  </a:lnTo>
                  <a:lnTo>
                    <a:pt x="4100" y="3731"/>
                  </a:lnTo>
                  <a:lnTo>
                    <a:pt x="599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h2844"/>
            <p:cNvSpPr/>
            <p:nvPr/>
          </p:nvSpPr>
          <p:spPr>
            <a:xfrm>
              <a:off x="2172818" y="2417638"/>
              <a:ext cx="117678" cy="88874"/>
            </a:xfrm>
            <a:custGeom>
              <a:avLst/>
              <a:pathLst>
                <a:path w="117678" h="88874">
                  <a:moveTo>
                    <a:pt x="33376" y="4404"/>
                  </a:moveTo>
                  <a:lnTo>
                    <a:pt x="35333" y="1215"/>
                  </a:lnTo>
                  <a:lnTo>
                    <a:pt x="43382" y="5093"/>
                  </a:lnTo>
                  <a:lnTo>
                    <a:pt x="44443" y="863"/>
                  </a:lnTo>
                  <a:lnTo>
                    <a:pt x="47707" y="4080"/>
                  </a:lnTo>
                  <a:lnTo>
                    <a:pt x="49859" y="9117"/>
                  </a:lnTo>
                  <a:lnTo>
                    <a:pt x="51665" y="10809"/>
                  </a:lnTo>
                  <a:lnTo>
                    <a:pt x="57840" y="9461"/>
                  </a:lnTo>
                  <a:lnTo>
                    <a:pt x="61156" y="12095"/>
                  </a:lnTo>
                  <a:lnTo>
                    <a:pt x="69844" y="11598"/>
                  </a:lnTo>
                  <a:lnTo>
                    <a:pt x="77979" y="8963"/>
                  </a:lnTo>
                  <a:lnTo>
                    <a:pt x="82590" y="10426"/>
                  </a:lnTo>
                  <a:lnTo>
                    <a:pt x="83117" y="15059"/>
                  </a:lnTo>
                  <a:lnTo>
                    <a:pt x="85958" y="17994"/>
                  </a:lnTo>
                  <a:lnTo>
                    <a:pt x="89293" y="16246"/>
                  </a:lnTo>
                  <a:lnTo>
                    <a:pt x="91215" y="17595"/>
                  </a:lnTo>
                  <a:lnTo>
                    <a:pt x="93695" y="22191"/>
                  </a:lnTo>
                  <a:lnTo>
                    <a:pt x="97636" y="25185"/>
                  </a:lnTo>
                  <a:lnTo>
                    <a:pt x="100672" y="29947"/>
                  </a:lnTo>
                  <a:lnTo>
                    <a:pt x="105753" y="32624"/>
                  </a:lnTo>
                  <a:lnTo>
                    <a:pt x="108029" y="36805"/>
                  </a:lnTo>
                  <a:lnTo>
                    <a:pt x="108016" y="39561"/>
                  </a:lnTo>
                  <a:lnTo>
                    <a:pt x="109004" y="41915"/>
                  </a:lnTo>
                  <a:lnTo>
                    <a:pt x="111841" y="41796"/>
                  </a:lnTo>
                  <a:lnTo>
                    <a:pt x="117365" y="44126"/>
                  </a:lnTo>
                  <a:lnTo>
                    <a:pt x="117678" y="60382"/>
                  </a:lnTo>
                  <a:lnTo>
                    <a:pt x="114680" y="64168"/>
                  </a:lnTo>
                  <a:lnTo>
                    <a:pt x="112202" y="64228"/>
                  </a:lnTo>
                  <a:lnTo>
                    <a:pt x="94497" y="60135"/>
                  </a:lnTo>
                  <a:lnTo>
                    <a:pt x="92494" y="61396"/>
                  </a:lnTo>
                  <a:lnTo>
                    <a:pt x="93829" y="61826"/>
                  </a:lnTo>
                  <a:lnTo>
                    <a:pt x="92637" y="64850"/>
                  </a:lnTo>
                  <a:lnTo>
                    <a:pt x="84285" y="59423"/>
                  </a:lnTo>
                  <a:lnTo>
                    <a:pt x="83466" y="63165"/>
                  </a:lnTo>
                  <a:lnTo>
                    <a:pt x="82026" y="65034"/>
                  </a:lnTo>
                  <a:lnTo>
                    <a:pt x="80809" y="65604"/>
                  </a:lnTo>
                  <a:lnTo>
                    <a:pt x="80290" y="64933"/>
                  </a:lnTo>
                  <a:lnTo>
                    <a:pt x="78642" y="65053"/>
                  </a:lnTo>
                  <a:lnTo>
                    <a:pt x="78124" y="65835"/>
                  </a:lnTo>
                  <a:lnTo>
                    <a:pt x="81142" y="68418"/>
                  </a:lnTo>
                  <a:lnTo>
                    <a:pt x="86233" y="68507"/>
                  </a:lnTo>
                  <a:lnTo>
                    <a:pt x="87702" y="74363"/>
                  </a:lnTo>
                  <a:lnTo>
                    <a:pt x="86877" y="78976"/>
                  </a:lnTo>
                  <a:lnTo>
                    <a:pt x="85887" y="80512"/>
                  </a:lnTo>
                  <a:lnTo>
                    <a:pt x="76715" y="87663"/>
                  </a:lnTo>
                  <a:lnTo>
                    <a:pt x="70896" y="88874"/>
                  </a:lnTo>
                  <a:lnTo>
                    <a:pt x="70722" y="88078"/>
                  </a:lnTo>
                  <a:lnTo>
                    <a:pt x="63326" y="87770"/>
                  </a:lnTo>
                  <a:lnTo>
                    <a:pt x="62635" y="80497"/>
                  </a:lnTo>
                  <a:lnTo>
                    <a:pt x="60205" y="78554"/>
                  </a:lnTo>
                  <a:lnTo>
                    <a:pt x="56815" y="77270"/>
                  </a:lnTo>
                  <a:lnTo>
                    <a:pt x="53605" y="76597"/>
                  </a:lnTo>
                  <a:lnTo>
                    <a:pt x="34271" y="76105"/>
                  </a:lnTo>
                  <a:lnTo>
                    <a:pt x="33208" y="78618"/>
                  </a:lnTo>
                  <a:lnTo>
                    <a:pt x="32048" y="78878"/>
                  </a:lnTo>
                  <a:lnTo>
                    <a:pt x="28829" y="76564"/>
                  </a:lnTo>
                  <a:lnTo>
                    <a:pt x="26658" y="73752"/>
                  </a:lnTo>
                  <a:lnTo>
                    <a:pt x="19114" y="75182"/>
                  </a:lnTo>
                  <a:lnTo>
                    <a:pt x="13984" y="73257"/>
                  </a:lnTo>
                  <a:lnTo>
                    <a:pt x="12164" y="71735"/>
                  </a:lnTo>
                  <a:lnTo>
                    <a:pt x="0" y="52545"/>
                  </a:lnTo>
                  <a:lnTo>
                    <a:pt x="2331" y="52597"/>
                  </a:lnTo>
                  <a:lnTo>
                    <a:pt x="2023" y="34856"/>
                  </a:lnTo>
                  <a:lnTo>
                    <a:pt x="6877" y="32293"/>
                  </a:lnTo>
                  <a:lnTo>
                    <a:pt x="3752" y="25112"/>
                  </a:lnTo>
                  <a:lnTo>
                    <a:pt x="2412" y="18741"/>
                  </a:lnTo>
                  <a:lnTo>
                    <a:pt x="9052" y="19822"/>
                  </a:lnTo>
                  <a:lnTo>
                    <a:pt x="11713" y="18701"/>
                  </a:lnTo>
                  <a:lnTo>
                    <a:pt x="13852" y="16179"/>
                  </a:lnTo>
                  <a:lnTo>
                    <a:pt x="4962" y="13823"/>
                  </a:lnTo>
                  <a:lnTo>
                    <a:pt x="6681" y="10029"/>
                  </a:lnTo>
                  <a:lnTo>
                    <a:pt x="7120" y="5761"/>
                  </a:lnTo>
                  <a:lnTo>
                    <a:pt x="8936" y="5525"/>
                  </a:lnTo>
                  <a:lnTo>
                    <a:pt x="11671" y="4004"/>
                  </a:lnTo>
                  <a:lnTo>
                    <a:pt x="15603" y="5397"/>
                  </a:lnTo>
                  <a:lnTo>
                    <a:pt x="19559" y="8448"/>
                  </a:lnTo>
                  <a:lnTo>
                    <a:pt x="22392" y="5718"/>
                  </a:lnTo>
                  <a:lnTo>
                    <a:pt x="2626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h2845"/>
            <p:cNvSpPr/>
            <p:nvPr/>
          </p:nvSpPr>
          <p:spPr>
            <a:xfrm>
              <a:off x="2214497" y="2600532"/>
              <a:ext cx="27056" cy="15044"/>
            </a:xfrm>
            <a:custGeom>
              <a:avLst/>
              <a:pathLst>
                <a:path w="27056" h="15044">
                  <a:moveTo>
                    <a:pt x="16737" y="28"/>
                  </a:moveTo>
                  <a:lnTo>
                    <a:pt x="20114" y="2189"/>
                  </a:lnTo>
                  <a:lnTo>
                    <a:pt x="23451" y="1865"/>
                  </a:lnTo>
                  <a:lnTo>
                    <a:pt x="24918" y="3128"/>
                  </a:lnTo>
                  <a:lnTo>
                    <a:pt x="27056" y="7195"/>
                  </a:lnTo>
                  <a:lnTo>
                    <a:pt x="25458" y="11804"/>
                  </a:lnTo>
                  <a:lnTo>
                    <a:pt x="16302" y="15044"/>
                  </a:lnTo>
                  <a:lnTo>
                    <a:pt x="10476" y="13303"/>
                  </a:lnTo>
                  <a:lnTo>
                    <a:pt x="10516" y="11763"/>
                  </a:lnTo>
                  <a:lnTo>
                    <a:pt x="1173" y="12021"/>
                  </a:lnTo>
                  <a:lnTo>
                    <a:pt x="0" y="11939"/>
                  </a:lnTo>
                  <a:lnTo>
                    <a:pt x="367" y="6307"/>
                  </a:lnTo>
                  <a:lnTo>
                    <a:pt x="7968" y="2857"/>
                  </a:lnTo>
                  <a:lnTo>
                    <a:pt x="6684" y="883"/>
                  </a:lnTo>
                  <a:lnTo>
                    <a:pt x="1053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h2846"/>
            <p:cNvSpPr/>
            <p:nvPr/>
          </p:nvSpPr>
          <p:spPr>
            <a:xfrm>
              <a:off x="2068435" y="2528581"/>
              <a:ext cx="47217" cy="43755"/>
            </a:xfrm>
            <a:custGeom>
              <a:avLst/>
              <a:pathLst>
                <a:path w="47217" h="43755">
                  <a:moveTo>
                    <a:pt x="33270" y="1189"/>
                  </a:moveTo>
                  <a:lnTo>
                    <a:pt x="40585" y="8848"/>
                  </a:lnTo>
                  <a:lnTo>
                    <a:pt x="37906" y="19767"/>
                  </a:lnTo>
                  <a:lnTo>
                    <a:pt x="37690" y="24103"/>
                  </a:lnTo>
                  <a:lnTo>
                    <a:pt x="38206" y="24673"/>
                  </a:lnTo>
                  <a:lnTo>
                    <a:pt x="41032" y="24344"/>
                  </a:lnTo>
                  <a:lnTo>
                    <a:pt x="44930" y="22807"/>
                  </a:lnTo>
                  <a:lnTo>
                    <a:pt x="47217" y="37480"/>
                  </a:lnTo>
                  <a:lnTo>
                    <a:pt x="46829" y="41220"/>
                  </a:lnTo>
                  <a:lnTo>
                    <a:pt x="43583" y="40544"/>
                  </a:lnTo>
                  <a:lnTo>
                    <a:pt x="40627" y="41524"/>
                  </a:lnTo>
                  <a:lnTo>
                    <a:pt x="40255" y="43463"/>
                  </a:lnTo>
                  <a:lnTo>
                    <a:pt x="38474" y="43258"/>
                  </a:lnTo>
                  <a:lnTo>
                    <a:pt x="37335" y="39909"/>
                  </a:lnTo>
                  <a:lnTo>
                    <a:pt x="37978" y="37870"/>
                  </a:lnTo>
                  <a:lnTo>
                    <a:pt x="29331" y="39262"/>
                  </a:lnTo>
                  <a:lnTo>
                    <a:pt x="25729" y="43755"/>
                  </a:lnTo>
                  <a:lnTo>
                    <a:pt x="20084" y="43707"/>
                  </a:lnTo>
                  <a:lnTo>
                    <a:pt x="17843" y="41759"/>
                  </a:lnTo>
                  <a:lnTo>
                    <a:pt x="17044" y="39796"/>
                  </a:lnTo>
                  <a:lnTo>
                    <a:pt x="15005" y="38728"/>
                  </a:lnTo>
                  <a:lnTo>
                    <a:pt x="4899" y="39132"/>
                  </a:lnTo>
                  <a:lnTo>
                    <a:pt x="0" y="38151"/>
                  </a:lnTo>
                  <a:lnTo>
                    <a:pt x="449" y="33703"/>
                  </a:lnTo>
                  <a:lnTo>
                    <a:pt x="6233" y="19075"/>
                  </a:lnTo>
                  <a:lnTo>
                    <a:pt x="27616" y="3471"/>
                  </a:lnTo>
                  <a:lnTo>
                    <a:pt x="28513" y="2521"/>
                  </a:lnTo>
                  <a:lnTo>
                    <a:pt x="2896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h2847"/>
            <p:cNvSpPr/>
            <p:nvPr/>
          </p:nvSpPr>
          <p:spPr>
            <a:xfrm>
              <a:off x="2244245" y="2606867"/>
              <a:ext cx="56002" cy="63440"/>
            </a:xfrm>
            <a:custGeom>
              <a:avLst/>
              <a:pathLst>
                <a:path w="56002" h="63440">
                  <a:moveTo>
                    <a:pt x="56002" y="18641"/>
                  </a:moveTo>
                  <a:lnTo>
                    <a:pt x="54109" y="22372"/>
                  </a:lnTo>
                  <a:lnTo>
                    <a:pt x="54716" y="24663"/>
                  </a:lnTo>
                  <a:lnTo>
                    <a:pt x="53525" y="24938"/>
                  </a:lnTo>
                  <a:lnTo>
                    <a:pt x="33335" y="29974"/>
                  </a:lnTo>
                  <a:lnTo>
                    <a:pt x="30969" y="34178"/>
                  </a:lnTo>
                  <a:lnTo>
                    <a:pt x="32220" y="39362"/>
                  </a:lnTo>
                  <a:lnTo>
                    <a:pt x="33665" y="42459"/>
                  </a:lnTo>
                  <a:lnTo>
                    <a:pt x="34962" y="42566"/>
                  </a:lnTo>
                  <a:lnTo>
                    <a:pt x="36002" y="45641"/>
                  </a:lnTo>
                  <a:lnTo>
                    <a:pt x="34737" y="45423"/>
                  </a:lnTo>
                  <a:lnTo>
                    <a:pt x="31279" y="47570"/>
                  </a:lnTo>
                  <a:lnTo>
                    <a:pt x="27844" y="51647"/>
                  </a:lnTo>
                  <a:lnTo>
                    <a:pt x="27193" y="52566"/>
                  </a:lnTo>
                  <a:lnTo>
                    <a:pt x="27809" y="55528"/>
                  </a:lnTo>
                  <a:lnTo>
                    <a:pt x="22446" y="52493"/>
                  </a:lnTo>
                  <a:lnTo>
                    <a:pt x="23117" y="56073"/>
                  </a:lnTo>
                  <a:lnTo>
                    <a:pt x="22230" y="58495"/>
                  </a:lnTo>
                  <a:lnTo>
                    <a:pt x="19233" y="61030"/>
                  </a:lnTo>
                  <a:lnTo>
                    <a:pt x="19320" y="63206"/>
                  </a:lnTo>
                  <a:lnTo>
                    <a:pt x="17724" y="63440"/>
                  </a:lnTo>
                  <a:lnTo>
                    <a:pt x="11481" y="60832"/>
                  </a:lnTo>
                  <a:lnTo>
                    <a:pt x="11542" y="57948"/>
                  </a:lnTo>
                  <a:lnTo>
                    <a:pt x="13090" y="54545"/>
                  </a:lnTo>
                  <a:lnTo>
                    <a:pt x="5705" y="54522"/>
                  </a:lnTo>
                  <a:lnTo>
                    <a:pt x="1164" y="55452"/>
                  </a:lnTo>
                  <a:lnTo>
                    <a:pt x="0" y="53229"/>
                  </a:lnTo>
                  <a:lnTo>
                    <a:pt x="1176" y="51616"/>
                  </a:lnTo>
                  <a:lnTo>
                    <a:pt x="4971" y="51344"/>
                  </a:lnTo>
                  <a:lnTo>
                    <a:pt x="7449" y="46470"/>
                  </a:lnTo>
                  <a:lnTo>
                    <a:pt x="10274" y="46125"/>
                  </a:lnTo>
                  <a:lnTo>
                    <a:pt x="14410" y="32446"/>
                  </a:lnTo>
                  <a:lnTo>
                    <a:pt x="15534" y="32776"/>
                  </a:lnTo>
                  <a:lnTo>
                    <a:pt x="21057" y="29230"/>
                  </a:lnTo>
                  <a:lnTo>
                    <a:pt x="24834" y="29050"/>
                  </a:lnTo>
                  <a:lnTo>
                    <a:pt x="30785" y="23156"/>
                  </a:lnTo>
                  <a:lnTo>
                    <a:pt x="32475" y="16301"/>
                  </a:lnTo>
                  <a:lnTo>
                    <a:pt x="30041" y="16499"/>
                  </a:lnTo>
                  <a:lnTo>
                    <a:pt x="29453" y="15770"/>
                  </a:lnTo>
                  <a:lnTo>
                    <a:pt x="30167" y="9165"/>
                  </a:lnTo>
                  <a:lnTo>
                    <a:pt x="38341" y="9015"/>
                  </a:lnTo>
                  <a:lnTo>
                    <a:pt x="38431" y="6870"/>
                  </a:lnTo>
                  <a:lnTo>
                    <a:pt x="40975" y="5305"/>
                  </a:lnTo>
                  <a:lnTo>
                    <a:pt x="48200" y="4709"/>
                  </a:lnTo>
                  <a:lnTo>
                    <a:pt x="48190" y="2341"/>
                  </a:lnTo>
                  <a:lnTo>
                    <a:pt x="5159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h2848"/>
            <p:cNvSpPr/>
            <p:nvPr/>
          </p:nvSpPr>
          <p:spPr>
            <a:xfrm>
              <a:off x="2275215" y="2631806"/>
              <a:ext cx="22555" cy="20702"/>
            </a:xfrm>
            <a:custGeom>
              <a:avLst/>
              <a:pathLst>
                <a:path w="22555" h="20702">
                  <a:moveTo>
                    <a:pt x="19039" y="13091"/>
                  </a:moveTo>
                  <a:lnTo>
                    <a:pt x="18938" y="16804"/>
                  </a:lnTo>
                  <a:lnTo>
                    <a:pt x="17894" y="18979"/>
                  </a:lnTo>
                  <a:lnTo>
                    <a:pt x="10905" y="18850"/>
                  </a:lnTo>
                  <a:lnTo>
                    <a:pt x="5032" y="20702"/>
                  </a:lnTo>
                  <a:lnTo>
                    <a:pt x="3992" y="17627"/>
                  </a:lnTo>
                  <a:lnTo>
                    <a:pt x="2695" y="17520"/>
                  </a:lnTo>
                  <a:lnTo>
                    <a:pt x="1250" y="14423"/>
                  </a:lnTo>
                  <a:lnTo>
                    <a:pt x="0" y="9239"/>
                  </a:lnTo>
                  <a:lnTo>
                    <a:pt x="2365" y="5035"/>
                  </a:lnTo>
                  <a:lnTo>
                    <a:pt x="2255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h2849"/>
            <p:cNvSpPr/>
            <p:nvPr/>
          </p:nvSpPr>
          <p:spPr>
            <a:xfrm>
              <a:off x="2154273" y="2740752"/>
              <a:ext cx="30621" cy="13811"/>
            </a:xfrm>
            <a:custGeom>
              <a:avLst/>
              <a:pathLst>
                <a:path w="30621" h="13811">
                  <a:moveTo>
                    <a:pt x="26653" y="226"/>
                  </a:moveTo>
                  <a:lnTo>
                    <a:pt x="29656" y="3206"/>
                  </a:lnTo>
                  <a:lnTo>
                    <a:pt x="30621" y="5401"/>
                  </a:lnTo>
                  <a:lnTo>
                    <a:pt x="29259" y="10675"/>
                  </a:lnTo>
                  <a:lnTo>
                    <a:pt x="24518" y="11485"/>
                  </a:lnTo>
                  <a:lnTo>
                    <a:pt x="16507" y="10569"/>
                  </a:lnTo>
                  <a:lnTo>
                    <a:pt x="10963" y="13811"/>
                  </a:lnTo>
                  <a:lnTo>
                    <a:pt x="70" y="12813"/>
                  </a:lnTo>
                  <a:lnTo>
                    <a:pt x="0" y="11927"/>
                  </a:lnTo>
                  <a:lnTo>
                    <a:pt x="5667" y="8677"/>
                  </a:lnTo>
                  <a:lnTo>
                    <a:pt x="6285" y="7163"/>
                  </a:lnTo>
                  <a:lnTo>
                    <a:pt x="14318" y="2418"/>
                  </a:lnTo>
                  <a:lnTo>
                    <a:pt x="17798" y="4083"/>
                  </a:lnTo>
                  <a:lnTo>
                    <a:pt x="24178" y="3706"/>
                  </a:lnTo>
                  <a:lnTo>
                    <a:pt x="2303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h2850"/>
            <p:cNvSpPr/>
            <p:nvPr/>
          </p:nvSpPr>
          <p:spPr>
            <a:xfrm>
              <a:off x="2227655" y="2618628"/>
              <a:ext cx="27239" cy="19088"/>
            </a:xfrm>
            <a:custGeom>
              <a:avLst/>
              <a:pathLst>
                <a:path w="27239" h="19088">
                  <a:moveTo>
                    <a:pt x="17252" y="0"/>
                  </a:moveTo>
                  <a:lnTo>
                    <a:pt x="16803" y="3534"/>
                  </a:lnTo>
                  <a:lnTo>
                    <a:pt x="21989" y="7485"/>
                  </a:lnTo>
                  <a:lnTo>
                    <a:pt x="23438" y="5345"/>
                  </a:lnTo>
                  <a:lnTo>
                    <a:pt x="27239" y="10781"/>
                  </a:lnTo>
                  <a:lnTo>
                    <a:pt x="25421" y="16070"/>
                  </a:lnTo>
                  <a:lnTo>
                    <a:pt x="22959" y="18934"/>
                  </a:lnTo>
                  <a:lnTo>
                    <a:pt x="21976" y="19088"/>
                  </a:lnTo>
                  <a:lnTo>
                    <a:pt x="20797" y="18596"/>
                  </a:lnTo>
                  <a:lnTo>
                    <a:pt x="20180" y="15550"/>
                  </a:lnTo>
                  <a:lnTo>
                    <a:pt x="19042" y="15125"/>
                  </a:lnTo>
                  <a:lnTo>
                    <a:pt x="13354" y="15282"/>
                  </a:lnTo>
                  <a:lnTo>
                    <a:pt x="6248" y="16758"/>
                  </a:lnTo>
                  <a:lnTo>
                    <a:pt x="5884" y="12883"/>
                  </a:lnTo>
                  <a:lnTo>
                    <a:pt x="3409" y="12039"/>
                  </a:lnTo>
                  <a:lnTo>
                    <a:pt x="0" y="12790"/>
                  </a:lnTo>
                  <a:lnTo>
                    <a:pt x="1924" y="7055"/>
                  </a:lnTo>
                  <a:lnTo>
                    <a:pt x="10100" y="7358"/>
                  </a:lnTo>
                  <a:lnTo>
                    <a:pt x="13031" y="4781"/>
                  </a:lnTo>
                  <a:lnTo>
                    <a:pt x="14562" y="196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h2851"/>
            <p:cNvSpPr/>
            <p:nvPr/>
          </p:nvSpPr>
          <p:spPr>
            <a:xfrm>
              <a:off x="2220987" y="2630667"/>
              <a:ext cx="37668" cy="29429"/>
            </a:xfrm>
            <a:custGeom>
              <a:avLst/>
              <a:pathLst>
                <a:path w="37668" h="29429">
                  <a:moveTo>
                    <a:pt x="12552" y="843"/>
                  </a:moveTo>
                  <a:lnTo>
                    <a:pt x="12916" y="4718"/>
                  </a:lnTo>
                  <a:lnTo>
                    <a:pt x="20022" y="3242"/>
                  </a:lnTo>
                  <a:lnTo>
                    <a:pt x="25710" y="3085"/>
                  </a:lnTo>
                  <a:lnTo>
                    <a:pt x="26849" y="3511"/>
                  </a:lnTo>
                  <a:lnTo>
                    <a:pt x="27465" y="6557"/>
                  </a:lnTo>
                  <a:lnTo>
                    <a:pt x="28644" y="7048"/>
                  </a:lnTo>
                  <a:lnTo>
                    <a:pt x="29627" y="6894"/>
                  </a:lnTo>
                  <a:lnTo>
                    <a:pt x="32089" y="4030"/>
                  </a:lnTo>
                  <a:lnTo>
                    <a:pt x="37668" y="8645"/>
                  </a:lnTo>
                  <a:lnTo>
                    <a:pt x="33532" y="22325"/>
                  </a:lnTo>
                  <a:lnTo>
                    <a:pt x="30707" y="22670"/>
                  </a:lnTo>
                  <a:lnTo>
                    <a:pt x="28229" y="27544"/>
                  </a:lnTo>
                  <a:lnTo>
                    <a:pt x="24434" y="27816"/>
                  </a:lnTo>
                  <a:lnTo>
                    <a:pt x="23258" y="29429"/>
                  </a:lnTo>
                  <a:lnTo>
                    <a:pt x="18753" y="28747"/>
                  </a:lnTo>
                  <a:lnTo>
                    <a:pt x="13899" y="23333"/>
                  </a:lnTo>
                  <a:lnTo>
                    <a:pt x="11619" y="22068"/>
                  </a:lnTo>
                  <a:lnTo>
                    <a:pt x="10280" y="22946"/>
                  </a:lnTo>
                  <a:lnTo>
                    <a:pt x="7472" y="21789"/>
                  </a:lnTo>
                  <a:lnTo>
                    <a:pt x="10595" y="15631"/>
                  </a:lnTo>
                  <a:lnTo>
                    <a:pt x="8607" y="14561"/>
                  </a:lnTo>
                  <a:lnTo>
                    <a:pt x="7897" y="10743"/>
                  </a:lnTo>
                  <a:lnTo>
                    <a:pt x="8509" y="9915"/>
                  </a:lnTo>
                  <a:lnTo>
                    <a:pt x="10872" y="9804"/>
                  </a:lnTo>
                  <a:lnTo>
                    <a:pt x="11127" y="8692"/>
                  </a:lnTo>
                  <a:lnTo>
                    <a:pt x="6880" y="6112"/>
                  </a:lnTo>
                  <a:lnTo>
                    <a:pt x="0" y="3954"/>
                  </a:lnTo>
                  <a:lnTo>
                    <a:pt x="1121" y="2614"/>
                  </a:lnTo>
                  <a:lnTo>
                    <a:pt x="810" y="398"/>
                  </a:lnTo>
                  <a:lnTo>
                    <a:pt x="6668" y="751"/>
                  </a:lnTo>
                  <a:lnTo>
                    <a:pt x="1007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h2852"/>
            <p:cNvSpPr/>
            <p:nvPr/>
          </p:nvSpPr>
          <p:spPr>
            <a:xfrm>
              <a:off x="2191198" y="2758350"/>
              <a:ext cx="41725" cy="25588"/>
            </a:xfrm>
            <a:custGeom>
              <a:avLst/>
              <a:pathLst>
                <a:path w="41725" h="25588">
                  <a:moveTo>
                    <a:pt x="14115" y="3165"/>
                  </a:moveTo>
                  <a:lnTo>
                    <a:pt x="15010" y="5496"/>
                  </a:lnTo>
                  <a:lnTo>
                    <a:pt x="18786" y="6215"/>
                  </a:lnTo>
                  <a:lnTo>
                    <a:pt x="24664" y="4540"/>
                  </a:lnTo>
                  <a:lnTo>
                    <a:pt x="25105" y="1752"/>
                  </a:lnTo>
                  <a:lnTo>
                    <a:pt x="26763" y="717"/>
                  </a:lnTo>
                  <a:lnTo>
                    <a:pt x="26056" y="1730"/>
                  </a:lnTo>
                  <a:lnTo>
                    <a:pt x="26449" y="2600"/>
                  </a:lnTo>
                  <a:lnTo>
                    <a:pt x="29286" y="6181"/>
                  </a:lnTo>
                  <a:lnTo>
                    <a:pt x="32993" y="13075"/>
                  </a:lnTo>
                  <a:lnTo>
                    <a:pt x="35996" y="14596"/>
                  </a:lnTo>
                  <a:lnTo>
                    <a:pt x="41725" y="19204"/>
                  </a:lnTo>
                  <a:lnTo>
                    <a:pt x="41432" y="19735"/>
                  </a:lnTo>
                  <a:lnTo>
                    <a:pt x="39363" y="23156"/>
                  </a:lnTo>
                  <a:lnTo>
                    <a:pt x="36771" y="25021"/>
                  </a:lnTo>
                  <a:lnTo>
                    <a:pt x="34347" y="25588"/>
                  </a:lnTo>
                  <a:lnTo>
                    <a:pt x="29201" y="20450"/>
                  </a:lnTo>
                  <a:lnTo>
                    <a:pt x="29572" y="19228"/>
                  </a:lnTo>
                  <a:lnTo>
                    <a:pt x="26589" y="16626"/>
                  </a:lnTo>
                  <a:lnTo>
                    <a:pt x="23724" y="19270"/>
                  </a:lnTo>
                  <a:lnTo>
                    <a:pt x="20597" y="20218"/>
                  </a:lnTo>
                  <a:lnTo>
                    <a:pt x="10532" y="19605"/>
                  </a:lnTo>
                  <a:lnTo>
                    <a:pt x="4669" y="12369"/>
                  </a:lnTo>
                  <a:lnTo>
                    <a:pt x="3394" y="11527"/>
                  </a:lnTo>
                  <a:lnTo>
                    <a:pt x="446" y="11437"/>
                  </a:lnTo>
                  <a:lnTo>
                    <a:pt x="226" y="6127"/>
                  </a:lnTo>
                  <a:lnTo>
                    <a:pt x="893" y="30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h2853"/>
            <p:cNvSpPr/>
            <p:nvPr/>
          </p:nvSpPr>
          <p:spPr>
            <a:xfrm>
              <a:off x="2152184" y="2419957"/>
              <a:ext cx="34486" cy="50277"/>
            </a:xfrm>
            <a:custGeom>
              <a:avLst/>
              <a:pathLst>
                <a:path w="34486" h="50277">
                  <a:moveTo>
                    <a:pt x="22640" y="305"/>
                  </a:moveTo>
                  <a:lnTo>
                    <a:pt x="23995" y="3131"/>
                  </a:lnTo>
                  <a:lnTo>
                    <a:pt x="27754" y="3442"/>
                  </a:lnTo>
                  <a:lnTo>
                    <a:pt x="27315" y="7710"/>
                  </a:lnTo>
                  <a:lnTo>
                    <a:pt x="25596" y="11504"/>
                  </a:lnTo>
                  <a:lnTo>
                    <a:pt x="34486" y="13860"/>
                  </a:lnTo>
                  <a:lnTo>
                    <a:pt x="32347" y="16382"/>
                  </a:lnTo>
                  <a:lnTo>
                    <a:pt x="29686" y="17503"/>
                  </a:lnTo>
                  <a:lnTo>
                    <a:pt x="23046" y="16422"/>
                  </a:lnTo>
                  <a:lnTo>
                    <a:pt x="24386" y="22793"/>
                  </a:lnTo>
                  <a:lnTo>
                    <a:pt x="27511" y="29974"/>
                  </a:lnTo>
                  <a:lnTo>
                    <a:pt x="22657" y="32536"/>
                  </a:lnTo>
                  <a:lnTo>
                    <a:pt x="22965" y="50277"/>
                  </a:lnTo>
                  <a:lnTo>
                    <a:pt x="20634" y="50226"/>
                  </a:lnTo>
                  <a:lnTo>
                    <a:pt x="20378" y="49993"/>
                  </a:lnTo>
                  <a:lnTo>
                    <a:pt x="5292" y="26690"/>
                  </a:lnTo>
                  <a:lnTo>
                    <a:pt x="0" y="11433"/>
                  </a:lnTo>
                  <a:lnTo>
                    <a:pt x="882" y="8257"/>
                  </a:lnTo>
                  <a:lnTo>
                    <a:pt x="414" y="4824"/>
                  </a:lnTo>
                  <a:lnTo>
                    <a:pt x="1750" y="2010"/>
                  </a:lnTo>
                  <a:lnTo>
                    <a:pt x="4783" y="1829"/>
                  </a:lnTo>
                  <a:lnTo>
                    <a:pt x="5713" y="3035"/>
                  </a:lnTo>
                  <a:lnTo>
                    <a:pt x="16257" y="2188"/>
                  </a:lnTo>
                  <a:lnTo>
                    <a:pt x="2165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h2854"/>
            <p:cNvSpPr/>
            <p:nvPr/>
          </p:nvSpPr>
          <p:spPr>
            <a:xfrm>
              <a:off x="2230679" y="2796860"/>
              <a:ext cx="16863" cy="30632"/>
            </a:xfrm>
            <a:custGeom>
              <a:avLst/>
              <a:pathLst>
                <a:path w="16863" h="30632">
                  <a:moveTo>
                    <a:pt x="5550" y="172"/>
                  </a:moveTo>
                  <a:lnTo>
                    <a:pt x="8294" y="0"/>
                  </a:lnTo>
                  <a:lnTo>
                    <a:pt x="9821" y="3805"/>
                  </a:lnTo>
                  <a:lnTo>
                    <a:pt x="16096" y="5927"/>
                  </a:lnTo>
                  <a:lnTo>
                    <a:pt x="16863" y="9406"/>
                  </a:lnTo>
                  <a:lnTo>
                    <a:pt x="15223" y="11849"/>
                  </a:lnTo>
                  <a:lnTo>
                    <a:pt x="13532" y="17270"/>
                  </a:lnTo>
                  <a:lnTo>
                    <a:pt x="13546" y="27450"/>
                  </a:lnTo>
                  <a:lnTo>
                    <a:pt x="9773" y="30632"/>
                  </a:lnTo>
                  <a:lnTo>
                    <a:pt x="4001" y="24288"/>
                  </a:lnTo>
                  <a:lnTo>
                    <a:pt x="3161" y="22681"/>
                  </a:lnTo>
                  <a:lnTo>
                    <a:pt x="7641" y="21653"/>
                  </a:lnTo>
                  <a:lnTo>
                    <a:pt x="8597" y="20657"/>
                  </a:lnTo>
                  <a:lnTo>
                    <a:pt x="5579" y="14942"/>
                  </a:lnTo>
                  <a:lnTo>
                    <a:pt x="2263" y="15675"/>
                  </a:lnTo>
                  <a:lnTo>
                    <a:pt x="1421" y="14982"/>
                  </a:lnTo>
                  <a:lnTo>
                    <a:pt x="0" y="9680"/>
                  </a:lnTo>
                  <a:lnTo>
                    <a:pt x="2058" y="5211"/>
                  </a:lnTo>
                  <a:lnTo>
                    <a:pt x="1561" y="3820"/>
                  </a:lnTo>
                  <a:lnTo>
                    <a:pt x="2032" y="2457"/>
                  </a:lnTo>
                  <a:lnTo>
                    <a:pt x="3827" y="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h2855"/>
            <p:cNvSpPr/>
            <p:nvPr/>
          </p:nvSpPr>
          <p:spPr>
            <a:xfrm>
              <a:off x="2174556" y="2797751"/>
              <a:ext cx="33623" cy="26563"/>
            </a:xfrm>
            <a:custGeom>
              <a:avLst/>
              <a:pathLst>
                <a:path w="33623" h="26563">
                  <a:moveTo>
                    <a:pt x="11232" y="3804"/>
                  </a:moveTo>
                  <a:lnTo>
                    <a:pt x="25854" y="7547"/>
                  </a:lnTo>
                  <a:lnTo>
                    <a:pt x="29677" y="8905"/>
                  </a:lnTo>
                  <a:lnTo>
                    <a:pt x="30544" y="10080"/>
                  </a:lnTo>
                  <a:lnTo>
                    <a:pt x="33554" y="10599"/>
                  </a:lnTo>
                  <a:lnTo>
                    <a:pt x="32861" y="12488"/>
                  </a:lnTo>
                  <a:lnTo>
                    <a:pt x="33623" y="14693"/>
                  </a:lnTo>
                  <a:lnTo>
                    <a:pt x="32909" y="19978"/>
                  </a:lnTo>
                  <a:lnTo>
                    <a:pt x="29269" y="26563"/>
                  </a:lnTo>
                  <a:lnTo>
                    <a:pt x="27461" y="24976"/>
                  </a:lnTo>
                  <a:lnTo>
                    <a:pt x="27900" y="22142"/>
                  </a:lnTo>
                  <a:lnTo>
                    <a:pt x="26878" y="20526"/>
                  </a:lnTo>
                  <a:lnTo>
                    <a:pt x="22135" y="18084"/>
                  </a:lnTo>
                  <a:lnTo>
                    <a:pt x="16679" y="18006"/>
                  </a:lnTo>
                  <a:lnTo>
                    <a:pt x="9204" y="14990"/>
                  </a:lnTo>
                  <a:lnTo>
                    <a:pt x="3228" y="16425"/>
                  </a:lnTo>
                  <a:lnTo>
                    <a:pt x="298" y="14997"/>
                  </a:lnTo>
                  <a:lnTo>
                    <a:pt x="0" y="14151"/>
                  </a:lnTo>
                  <a:lnTo>
                    <a:pt x="533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h2856"/>
            <p:cNvSpPr/>
            <p:nvPr/>
          </p:nvSpPr>
          <p:spPr>
            <a:xfrm>
              <a:off x="2180926" y="2722419"/>
              <a:ext cx="31548" cy="35930"/>
            </a:xfrm>
            <a:custGeom>
              <a:avLst/>
              <a:pathLst>
                <a:path w="31548" h="35930">
                  <a:moveTo>
                    <a:pt x="25993" y="1252"/>
                  </a:moveTo>
                  <a:lnTo>
                    <a:pt x="30894" y="6981"/>
                  </a:lnTo>
                  <a:lnTo>
                    <a:pt x="31548" y="8381"/>
                  </a:lnTo>
                  <a:lnTo>
                    <a:pt x="30370" y="10735"/>
                  </a:lnTo>
                  <a:lnTo>
                    <a:pt x="28071" y="10207"/>
                  </a:lnTo>
                  <a:lnTo>
                    <a:pt x="24862" y="11422"/>
                  </a:lnTo>
                  <a:lnTo>
                    <a:pt x="19064" y="22514"/>
                  </a:lnTo>
                  <a:lnTo>
                    <a:pt x="18332" y="27586"/>
                  </a:lnTo>
                  <a:lnTo>
                    <a:pt x="19341" y="31910"/>
                  </a:lnTo>
                  <a:lnTo>
                    <a:pt x="18583" y="33644"/>
                  </a:lnTo>
                  <a:lnTo>
                    <a:pt x="12602" y="34122"/>
                  </a:lnTo>
                  <a:lnTo>
                    <a:pt x="11054" y="34626"/>
                  </a:lnTo>
                  <a:lnTo>
                    <a:pt x="10272" y="35930"/>
                  </a:lnTo>
                  <a:lnTo>
                    <a:pt x="7459" y="34789"/>
                  </a:lnTo>
                  <a:lnTo>
                    <a:pt x="4417" y="32298"/>
                  </a:lnTo>
                  <a:lnTo>
                    <a:pt x="2606" y="29007"/>
                  </a:lnTo>
                  <a:lnTo>
                    <a:pt x="3968" y="23733"/>
                  </a:lnTo>
                  <a:lnTo>
                    <a:pt x="3003" y="21539"/>
                  </a:lnTo>
                  <a:lnTo>
                    <a:pt x="0" y="18559"/>
                  </a:lnTo>
                  <a:lnTo>
                    <a:pt x="4879" y="17675"/>
                  </a:lnTo>
                  <a:lnTo>
                    <a:pt x="7474" y="16307"/>
                  </a:lnTo>
                  <a:lnTo>
                    <a:pt x="8157" y="12023"/>
                  </a:lnTo>
                  <a:lnTo>
                    <a:pt x="14970" y="12773"/>
                  </a:lnTo>
                  <a:lnTo>
                    <a:pt x="14391" y="10946"/>
                  </a:lnTo>
                  <a:lnTo>
                    <a:pt x="15700" y="3679"/>
                  </a:lnTo>
                  <a:lnTo>
                    <a:pt x="20368" y="408"/>
                  </a:lnTo>
                  <a:lnTo>
                    <a:pt x="2283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h2857"/>
            <p:cNvSpPr/>
            <p:nvPr/>
          </p:nvSpPr>
          <p:spPr>
            <a:xfrm>
              <a:off x="2142948" y="2826080"/>
              <a:ext cx="29771" cy="39475"/>
            </a:xfrm>
            <a:custGeom>
              <a:avLst/>
              <a:pathLst>
                <a:path w="29771" h="39475">
                  <a:moveTo>
                    <a:pt x="26703" y="700"/>
                  </a:moveTo>
                  <a:lnTo>
                    <a:pt x="29394" y="2632"/>
                  </a:lnTo>
                  <a:lnTo>
                    <a:pt x="29284" y="5711"/>
                  </a:lnTo>
                  <a:lnTo>
                    <a:pt x="26804" y="6862"/>
                  </a:lnTo>
                  <a:lnTo>
                    <a:pt x="26317" y="9265"/>
                  </a:lnTo>
                  <a:lnTo>
                    <a:pt x="27050" y="11263"/>
                  </a:lnTo>
                  <a:lnTo>
                    <a:pt x="29771" y="13162"/>
                  </a:lnTo>
                  <a:lnTo>
                    <a:pt x="29240" y="17452"/>
                  </a:lnTo>
                  <a:lnTo>
                    <a:pt x="28094" y="18658"/>
                  </a:lnTo>
                  <a:lnTo>
                    <a:pt x="22387" y="19940"/>
                  </a:lnTo>
                  <a:lnTo>
                    <a:pt x="23130" y="27658"/>
                  </a:lnTo>
                  <a:lnTo>
                    <a:pt x="28127" y="30015"/>
                  </a:lnTo>
                  <a:lnTo>
                    <a:pt x="26459" y="34487"/>
                  </a:lnTo>
                  <a:lnTo>
                    <a:pt x="26035" y="37056"/>
                  </a:lnTo>
                  <a:lnTo>
                    <a:pt x="24270" y="38611"/>
                  </a:lnTo>
                  <a:lnTo>
                    <a:pt x="21724" y="36833"/>
                  </a:lnTo>
                  <a:lnTo>
                    <a:pt x="15495" y="39475"/>
                  </a:lnTo>
                  <a:lnTo>
                    <a:pt x="12874" y="37822"/>
                  </a:lnTo>
                  <a:lnTo>
                    <a:pt x="9460" y="33975"/>
                  </a:lnTo>
                  <a:lnTo>
                    <a:pt x="6223" y="28923"/>
                  </a:lnTo>
                  <a:lnTo>
                    <a:pt x="7094" y="27202"/>
                  </a:lnTo>
                  <a:lnTo>
                    <a:pt x="639" y="26327"/>
                  </a:lnTo>
                  <a:lnTo>
                    <a:pt x="0" y="25649"/>
                  </a:lnTo>
                  <a:lnTo>
                    <a:pt x="1478" y="23712"/>
                  </a:lnTo>
                  <a:lnTo>
                    <a:pt x="4593" y="21891"/>
                  </a:lnTo>
                  <a:lnTo>
                    <a:pt x="7114" y="18231"/>
                  </a:lnTo>
                  <a:lnTo>
                    <a:pt x="8731" y="12046"/>
                  </a:lnTo>
                  <a:lnTo>
                    <a:pt x="7563" y="8696"/>
                  </a:lnTo>
                  <a:lnTo>
                    <a:pt x="8704" y="5772"/>
                  </a:lnTo>
                  <a:lnTo>
                    <a:pt x="9506" y="5852"/>
                  </a:lnTo>
                  <a:lnTo>
                    <a:pt x="9205" y="7337"/>
                  </a:lnTo>
                  <a:lnTo>
                    <a:pt x="10713" y="9017"/>
                  </a:lnTo>
                  <a:lnTo>
                    <a:pt x="15563" y="4980"/>
                  </a:lnTo>
                  <a:lnTo>
                    <a:pt x="16442" y="830"/>
                  </a:lnTo>
                  <a:lnTo>
                    <a:pt x="17232" y="171"/>
                  </a:lnTo>
                  <a:lnTo>
                    <a:pt x="2312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h2858"/>
            <p:cNvSpPr/>
            <p:nvPr/>
          </p:nvSpPr>
          <p:spPr>
            <a:xfrm>
              <a:off x="2243746" y="2339282"/>
              <a:ext cx="177613" cy="179913"/>
            </a:xfrm>
            <a:custGeom>
              <a:avLst/>
              <a:pathLst>
                <a:path w="177613" h="179913">
                  <a:moveTo>
                    <a:pt x="27056" y="8898"/>
                  </a:moveTo>
                  <a:lnTo>
                    <a:pt x="26251" y="2524"/>
                  </a:lnTo>
                  <a:lnTo>
                    <a:pt x="27826" y="3785"/>
                  </a:lnTo>
                  <a:lnTo>
                    <a:pt x="35421" y="4064"/>
                  </a:lnTo>
                  <a:lnTo>
                    <a:pt x="43064" y="12489"/>
                  </a:lnTo>
                  <a:lnTo>
                    <a:pt x="43635" y="16265"/>
                  </a:lnTo>
                  <a:lnTo>
                    <a:pt x="46655" y="16559"/>
                  </a:lnTo>
                  <a:lnTo>
                    <a:pt x="50482" y="15299"/>
                  </a:lnTo>
                  <a:lnTo>
                    <a:pt x="55264" y="17029"/>
                  </a:lnTo>
                  <a:lnTo>
                    <a:pt x="59129" y="20071"/>
                  </a:lnTo>
                  <a:lnTo>
                    <a:pt x="65657" y="27195"/>
                  </a:lnTo>
                  <a:lnTo>
                    <a:pt x="68342" y="32581"/>
                  </a:lnTo>
                  <a:lnTo>
                    <a:pt x="83825" y="38920"/>
                  </a:lnTo>
                  <a:lnTo>
                    <a:pt x="95774" y="45566"/>
                  </a:lnTo>
                  <a:lnTo>
                    <a:pt x="104679" y="48536"/>
                  </a:lnTo>
                  <a:lnTo>
                    <a:pt x="113357" y="45831"/>
                  </a:lnTo>
                  <a:lnTo>
                    <a:pt x="118567" y="46802"/>
                  </a:lnTo>
                  <a:lnTo>
                    <a:pt x="119263" y="48606"/>
                  </a:lnTo>
                  <a:lnTo>
                    <a:pt x="118902" y="49889"/>
                  </a:lnTo>
                  <a:lnTo>
                    <a:pt x="119712" y="50879"/>
                  </a:lnTo>
                  <a:lnTo>
                    <a:pt x="123527" y="51455"/>
                  </a:lnTo>
                  <a:lnTo>
                    <a:pt x="126151" y="50002"/>
                  </a:lnTo>
                  <a:lnTo>
                    <a:pt x="129084" y="46291"/>
                  </a:lnTo>
                  <a:lnTo>
                    <a:pt x="128524" y="41079"/>
                  </a:lnTo>
                  <a:lnTo>
                    <a:pt x="144817" y="43286"/>
                  </a:lnTo>
                  <a:lnTo>
                    <a:pt x="146377" y="42044"/>
                  </a:lnTo>
                  <a:lnTo>
                    <a:pt x="149716" y="46476"/>
                  </a:lnTo>
                  <a:lnTo>
                    <a:pt x="148932" y="52942"/>
                  </a:lnTo>
                  <a:lnTo>
                    <a:pt x="145684" y="57475"/>
                  </a:lnTo>
                  <a:lnTo>
                    <a:pt x="143441" y="57966"/>
                  </a:lnTo>
                  <a:lnTo>
                    <a:pt x="144127" y="61475"/>
                  </a:lnTo>
                  <a:lnTo>
                    <a:pt x="147153" y="62250"/>
                  </a:lnTo>
                  <a:lnTo>
                    <a:pt x="150123" y="64901"/>
                  </a:lnTo>
                  <a:lnTo>
                    <a:pt x="148617" y="68386"/>
                  </a:lnTo>
                  <a:lnTo>
                    <a:pt x="148749" y="70590"/>
                  </a:lnTo>
                  <a:lnTo>
                    <a:pt x="151539" y="72403"/>
                  </a:lnTo>
                  <a:lnTo>
                    <a:pt x="154040" y="71778"/>
                  </a:lnTo>
                  <a:lnTo>
                    <a:pt x="155872" y="72579"/>
                  </a:lnTo>
                  <a:lnTo>
                    <a:pt x="154006" y="90786"/>
                  </a:lnTo>
                  <a:lnTo>
                    <a:pt x="148439" y="106832"/>
                  </a:lnTo>
                  <a:lnTo>
                    <a:pt x="152170" y="112021"/>
                  </a:lnTo>
                  <a:lnTo>
                    <a:pt x="161699" y="122590"/>
                  </a:lnTo>
                  <a:lnTo>
                    <a:pt x="175463" y="128274"/>
                  </a:lnTo>
                  <a:lnTo>
                    <a:pt x="177613" y="150305"/>
                  </a:lnTo>
                  <a:lnTo>
                    <a:pt x="159894" y="166296"/>
                  </a:lnTo>
                  <a:lnTo>
                    <a:pt x="144717" y="179913"/>
                  </a:lnTo>
                  <a:lnTo>
                    <a:pt x="138656" y="174013"/>
                  </a:lnTo>
                  <a:lnTo>
                    <a:pt x="138658" y="162996"/>
                  </a:lnTo>
                  <a:lnTo>
                    <a:pt x="131050" y="164843"/>
                  </a:lnTo>
                  <a:lnTo>
                    <a:pt x="125753" y="162029"/>
                  </a:lnTo>
                  <a:lnTo>
                    <a:pt x="119479" y="161174"/>
                  </a:lnTo>
                  <a:lnTo>
                    <a:pt x="116344" y="161765"/>
                  </a:lnTo>
                  <a:lnTo>
                    <a:pt x="112615" y="163649"/>
                  </a:lnTo>
                  <a:lnTo>
                    <a:pt x="107792" y="163613"/>
                  </a:lnTo>
                  <a:lnTo>
                    <a:pt x="101414" y="161804"/>
                  </a:lnTo>
                  <a:lnTo>
                    <a:pt x="88841" y="161489"/>
                  </a:lnTo>
                  <a:lnTo>
                    <a:pt x="79210" y="164411"/>
                  </a:lnTo>
                  <a:lnTo>
                    <a:pt x="78218" y="161660"/>
                  </a:lnTo>
                  <a:lnTo>
                    <a:pt x="75256" y="157727"/>
                  </a:lnTo>
                  <a:lnTo>
                    <a:pt x="70095" y="158082"/>
                  </a:lnTo>
                  <a:lnTo>
                    <a:pt x="68646" y="150807"/>
                  </a:lnTo>
                  <a:lnTo>
                    <a:pt x="63651" y="152647"/>
                  </a:lnTo>
                  <a:lnTo>
                    <a:pt x="61061" y="148033"/>
                  </a:lnTo>
                  <a:lnTo>
                    <a:pt x="47910" y="140853"/>
                  </a:lnTo>
                  <a:lnTo>
                    <a:pt x="46750" y="138738"/>
                  </a:lnTo>
                  <a:lnTo>
                    <a:pt x="46438" y="122482"/>
                  </a:lnTo>
                  <a:lnTo>
                    <a:pt x="40913" y="120152"/>
                  </a:lnTo>
                  <a:lnTo>
                    <a:pt x="38076" y="120271"/>
                  </a:lnTo>
                  <a:lnTo>
                    <a:pt x="37089" y="117916"/>
                  </a:lnTo>
                  <a:lnTo>
                    <a:pt x="37102" y="115161"/>
                  </a:lnTo>
                  <a:lnTo>
                    <a:pt x="34825" y="110980"/>
                  </a:lnTo>
                  <a:lnTo>
                    <a:pt x="29745" y="108303"/>
                  </a:lnTo>
                  <a:lnTo>
                    <a:pt x="26708" y="103541"/>
                  </a:lnTo>
                  <a:lnTo>
                    <a:pt x="22767" y="100547"/>
                  </a:lnTo>
                  <a:lnTo>
                    <a:pt x="20288" y="95951"/>
                  </a:lnTo>
                  <a:lnTo>
                    <a:pt x="18366" y="94601"/>
                  </a:lnTo>
                  <a:lnTo>
                    <a:pt x="15031" y="96350"/>
                  </a:lnTo>
                  <a:lnTo>
                    <a:pt x="12189" y="93415"/>
                  </a:lnTo>
                  <a:lnTo>
                    <a:pt x="11662" y="88781"/>
                  </a:lnTo>
                  <a:lnTo>
                    <a:pt x="7051" y="87319"/>
                  </a:lnTo>
                  <a:lnTo>
                    <a:pt x="7645" y="85904"/>
                  </a:lnTo>
                  <a:lnTo>
                    <a:pt x="16359" y="86390"/>
                  </a:lnTo>
                  <a:lnTo>
                    <a:pt x="22805" y="83755"/>
                  </a:lnTo>
                  <a:lnTo>
                    <a:pt x="23668" y="81505"/>
                  </a:lnTo>
                  <a:lnTo>
                    <a:pt x="19109" y="46839"/>
                  </a:lnTo>
                  <a:lnTo>
                    <a:pt x="12824" y="26295"/>
                  </a:lnTo>
                  <a:lnTo>
                    <a:pt x="12740" y="21595"/>
                  </a:lnTo>
                  <a:lnTo>
                    <a:pt x="0" y="16230"/>
                  </a:lnTo>
                  <a:lnTo>
                    <a:pt x="31" y="11504"/>
                  </a:lnTo>
                  <a:lnTo>
                    <a:pt x="3617" y="11543"/>
                  </a:lnTo>
                  <a:lnTo>
                    <a:pt x="5314" y="7662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h2859"/>
            <p:cNvSpPr/>
            <p:nvPr/>
          </p:nvSpPr>
          <p:spPr>
            <a:xfrm>
              <a:off x="2318632" y="2712351"/>
              <a:ext cx="33423" cy="25110"/>
            </a:xfrm>
            <a:custGeom>
              <a:avLst/>
              <a:pathLst>
                <a:path w="33423" h="25110">
                  <a:moveTo>
                    <a:pt x="18277" y="0"/>
                  </a:moveTo>
                  <a:lnTo>
                    <a:pt x="19160" y="3287"/>
                  </a:lnTo>
                  <a:lnTo>
                    <a:pt x="21225" y="6164"/>
                  </a:lnTo>
                  <a:lnTo>
                    <a:pt x="28254" y="6072"/>
                  </a:lnTo>
                  <a:lnTo>
                    <a:pt x="31884" y="7003"/>
                  </a:lnTo>
                  <a:lnTo>
                    <a:pt x="29984" y="15379"/>
                  </a:lnTo>
                  <a:lnTo>
                    <a:pt x="33423" y="20264"/>
                  </a:lnTo>
                  <a:lnTo>
                    <a:pt x="33230" y="22445"/>
                  </a:lnTo>
                  <a:lnTo>
                    <a:pt x="32235" y="24417"/>
                  </a:lnTo>
                  <a:lnTo>
                    <a:pt x="29711" y="25110"/>
                  </a:lnTo>
                  <a:lnTo>
                    <a:pt x="22410" y="24979"/>
                  </a:lnTo>
                  <a:lnTo>
                    <a:pt x="23117" y="22796"/>
                  </a:lnTo>
                  <a:lnTo>
                    <a:pt x="19785" y="21497"/>
                  </a:lnTo>
                  <a:lnTo>
                    <a:pt x="7222" y="12944"/>
                  </a:lnTo>
                  <a:lnTo>
                    <a:pt x="2354" y="11773"/>
                  </a:lnTo>
                  <a:lnTo>
                    <a:pt x="0" y="8634"/>
                  </a:lnTo>
                  <a:lnTo>
                    <a:pt x="1922" y="6678"/>
                  </a:lnTo>
                  <a:lnTo>
                    <a:pt x="5396" y="6751"/>
                  </a:lnTo>
                  <a:lnTo>
                    <a:pt x="5588" y="2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h2860"/>
            <p:cNvSpPr/>
            <p:nvPr/>
          </p:nvSpPr>
          <p:spPr>
            <a:xfrm>
              <a:off x="2304397" y="2691315"/>
              <a:ext cx="46432" cy="28038"/>
            </a:xfrm>
            <a:custGeom>
              <a:avLst/>
              <a:pathLst>
                <a:path w="46432" h="28038">
                  <a:moveTo>
                    <a:pt x="6071" y="0"/>
                  </a:moveTo>
                  <a:lnTo>
                    <a:pt x="9509" y="2537"/>
                  </a:lnTo>
                  <a:lnTo>
                    <a:pt x="25837" y="3635"/>
                  </a:lnTo>
                  <a:lnTo>
                    <a:pt x="28021" y="4347"/>
                  </a:lnTo>
                  <a:lnTo>
                    <a:pt x="36986" y="8823"/>
                  </a:lnTo>
                  <a:lnTo>
                    <a:pt x="39001" y="10994"/>
                  </a:lnTo>
                  <a:lnTo>
                    <a:pt x="45072" y="10575"/>
                  </a:lnTo>
                  <a:lnTo>
                    <a:pt x="44392" y="15143"/>
                  </a:lnTo>
                  <a:lnTo>
                    <a:pt x="41377" y="20221"/>
                  </a:lnTo>
                  <a:lnTo>
                    <a:pt x="41882" y="24794"/>
                  </a:lnTo>
                  <a:lnTo>
                    <a:pt x="42589" y="25570"/>
                  </a:lnTo>
                  <a:lnTo>
                    <a:pt x="44429" y="25348"/>
                  </a:lnTo>
                  <a:lnTo>
                    <a:pt x="46432" y="26453"/>
                  </a:lnTo>
                  <a:lnTo>
                    <a:pt x="46120" y="28038"/>
                  </a:lnTo>
                  <a:lnTo>
                    <a:pt x="42490" y="27108"/>
                  </a:lnTo>
                  <a:lnTo>
                    <a:pt x="35460" y="27200"/>
                  </a:lnTo>
                  <a:lnTo>
                    <a:pt x="33395" y="24322"/>
                  </a:lnTo>
                  <a:lnTo>
                    <a:pt x="32513" y="21035"/>
                  </a:lnTo>
                  <a:lnTo>
                    <a:pt x="19824" y="21055"/>
                  </a:lnTo>
                  <a:lnTo>
                    <a:pt x="19450" y="18182"/>
                  </a:lnTo>
                  <a:lnTo>
                    <a:pt x="15210" y="10646"/>
                  </a:lnTo>
                  <a:lnTo>
                    <a:pt x="10536" y="9715"/>
                  </a:lnTo>
                  <a:lnTo>
                    <a:pt x="6761" y="12425"/>
                  </a:lnTo>
                  <a:lnTo>
                    <a:pt x="4625" y="12215"/>
                  </a:lnTo>
                  <a:lnTo>
                    <a:pt x="1076" y="11759"/>
                  </a:lnTo>
                  <a:lnTo>
                    <a:pt x="1496" y="4325"/>
                  </a:lnTo>
                  <a:lnTo>
                    <a:pt x="0" y="4148"/>
                  </a:lnTo>
                  <a:lnTo>
                    <a:pt x="3570" y="20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h2861"/>
            <p:cNvSpPr/>
            <p:nvPr/>
          </p:nvSpPr>
          <p:spPr>
            <a:xfrm>
              <a:off x="2116718" y="2794456"/>
              <a:ext cx="26395" cy="25187"/>
            </a:xfrm>
            <a:custGeom>
              <a:avLst/>
              <a:pathLst>
                <a:path w="26395" h="25187">
                  <a:moveTo>
                    <a:pt x="14156" y="0"/>
                  </a:moveTo>
                  <a:lnTo>
                    <a:pt x="16935" y="1090"/>
                  </a:lnTo>
                  <a:lnTo>
                    <a:pt x="23490" y="3924"/>
                  </a:lnTo>
                  <a:lnTo>
                    <a:pt x="25210" y="9987"/>
                  </a:lnTo>
                  <a:lnTo>
                    <a:pt x="26395" y="16477"/>
                  </a:lnTo>
                  <a:lnTo>
                    <a:pt x="23020" y="23914"/>
                  </a:lnTo>
                  <a:lnTo>
                    <a:pt x="21580" y="24753"/>
                  </a:lnTo>
                  <a:lnTo>
                    <a:pt x="19299" y="21556"/>
                  </a:lnTo>
                  <a:lnTo>
                    <a:pt x="18450" y="18559"/>
                  </a:lnTo>
                  <a:lnTo>
                    <a:pt x="14133" y="19514"/>
                  </a:lnTo>
                  <a:lnTo>
                    <a:pt x="12781" y="25187"/>
                  </a:lnTo>
                  <a:lnTo>
                    <a:pt x="11643" y="25142"/>
                  </a:lnTo>
                  <a:lnTo>
                    <a:pt x="8165" y="21711"/>
                  </a:lnTo>
                  <a:lnTo>
                    <a:pt x="7919" y="19614"/>
                  </a:lnTo>
                  <a:lnTo>
                    <a:pt x="798" y="15721"/>
                  </a:lnTo>
                  <a:lnTo>
                    <a:pt x="0" y="11617"/>
                  </a:lnTo>
                  <a:lnTo>
                    <a:pt x="767" y="3547"/>
                  </a:lnTo>
                  <a:lnTo>
                    <a:pt x="4007" y="2497"/>
                  </a:lnTo>
                  <a:lnTo>
                    <a:pt x="9327" y="3591"/>
                  </a:lnTo>
                  <a:lnTo>
                    <a:pt x="12029" y="331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h2862"/>
            <p:cNvSpPr/>
            <p:nvPr/>
          </p:nvSpPr>
          <p:spPr>
            <a:xfrm>
              <a:off x="2112738" y="2431391"/>
              <a:ext cx="59824" cy="51053"/>
            </a:xfrm>
            <a:custGeom>
              <a:avLst/>
              <a:pathLst>
                <a:path w="59824" h="51053">
                  <a:moveTo>
                    <a:pt x="44738" y="15256"/>
                  </a:moveTo>
                  <a:lnTo>
                    <a:pt x="59824" y="38559"/>
                  </a:lnTo>
                  <a:lnTo>
                    <a:pt x="54910" y="50046"/>
                  </a:lnTo>
                  <a:lnTo>
                    <a:pt x="53804" y="49041"/>
                  </a:lnTo>
                  <a:lnTo>
                    <a:pt x="50294" y="45856"/>
                  </a:lnTo>
                  <a:lnTo>
                    <a:pt x="45634" y="50768"/>
                  </a:lnTo>
                  <a:lnTo>
                    <a:pt x="41330" y="51053"/>
                  </a:lnTo>
                  <a:lnTo>
                    <a:pt x="40854" y="48394"/>
                  </a:lnTo>
                  <a:lnTo>
                    <a:pt x="38189" y="46748"/>
                  </a:lnTo>
                  <a:lnTo>
                    <a:pt x="33946" y="47556"/>
                  </a:lnTo>
                  <a:lnTo>
                    <a:pt x="26489" y="44885"/>
                  </a:lnTo>
                  <a:lnTo>
                    <a:pt x="22384" y="45691"/>
                  </a:lnTo>
                  <a:lnTo>
                    <a:pt x="22837" y="48499"/>
                  </a:lnTo>
                  <a:lnTo>
                    <a:pt x="11952" y="48098"/>
                  </a:lnTo>
                  <a:lnTo>
                    <a:pt x="6602" y="45278"/>
                  </a:lnTo>
                  <a:lnTo>
                    <a:pt x="1196" y="40254"/>
                  </a:lnTo>
                  <a:lnTo>
                    <a:pt x="0" y="37048"/>
                  </a:lnTo>
                  <a:lnTo>
                    <a:pt x="1521" y="34874"/>
                  </a:lnTo>
                  <a:lnTo>
                    <a:pt x="7646" y="29535"/>
                  </a:lnTo>
                  <a:lnTo>
                    <a:pt x="11866" y="27091"/>
                  </a:lnTo>
                  <a:lnTo>
                    <a:pt x="14739" y="32237"/>
                  </a:lnTo>
                  <a:lnTo>
                    <a:pt x="16428" y="31317"/>
                  </a:lnTo>
                  <a:lnTo>
                    <a:pt x="21619" y="23385"/>
                  </a:lnTo>
                  <a:lnTo>
                    <a:pt x="23378" y="19194"/>
                  </a:lnTo>
                  <a:lnTo>
                    <a:pt x="24313" y="15253"/>
                  </a:lnTo>
                  <a:lnTo>
                    <a:pt x="23702" y="13099"/>
                  </a:lnTo>
                  <a:lnTo>
                    <a:pt x="23120" y="9266"/>
                  </a:lnTo>
                  <a:lnTo>
                    <a:pt x="30517" y="9137"/>
                  </a:lnTo>
                  <a:lnTo>
                    <a:pt x="35849" y="4934"/>
                  </a:lnTo>
                  <a:lnTo>
                    <a:pt x="3944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h2863"/>
            <p:cNvSpPr/>
            <p:nvPr/>
          </p:nvSpPr>
          <p:spPr>
            <a:xfrm>
              <a:off x="2313575" y="2654558"/>
              <a:ext cx="35006" cy="30521"/>
            </a:xfrm>
            <a:custGeom>
              <a:avLst/>
              <a:pathLst>
                <a:path w="35006" h="30521">
                  <a:moveTo>
                    <a:pt x="16869" y="1168"/>
                  </a:moveTo>
                  <a:lnTo>
                    <a:pt x="17131" y="1377"/>
                  </a:lnTo>
                  <a:lnTo>
                    <a:pt x="17898" y="1990"/>
                  </a:lnTo>
                  <a:lnTo>
                    <a:pt x="28408" y="634"/>
                  </a:lnTo>
                  <a:lnTo>
                    <a:pt x="26027" y="12809"/>
                  </a:lnTo>
                  <a:lnTo>
                    <a:pt x="32484" y="14345"/>
                  </a:lnTo>
                  <a:lnTo>
                    <a:pt x="30393" y="21106"/>
                  </a:lnTo>
                  <a:lnTo>
                    <a:pt x="35006" y="24915"/>
                  </a:lnTo>
                  <a:lnTo>
                    <a:pt x="32815" y="24358"/>
                  </a:lnTo>
                  <a:lnTo>
                    <a:pt x="29437" y="20835"/>
                  </a:lnTo>
                  <a:lnTo>
                    <a:pt x="26677" y="24532"/>
                  </a:lnTo>
                  <a:lnTo>
                    <a:pt x="24534" y="26154"/>
                  </a:lnTo>
                  <a:lnTo>
                    <a:pt x="22120" y="25180"/>
                  </a:lnTo>
                  <a:lnTo>
                    <a:pt x="12750" y="24331"/>
                  </a:lnTo>
                  <a:lnTo>
                    <a:pt x="9647" y="26220"/>
                  </a:lnTo>
                  <a:lnTo>
                    <a:pt x="7924" y="29203"/>
                  </a:lnTo>
                  <a:lnTo>
                    <a:pt x="5087" y="30521"/>
                  </a:lnTo>
                  <a:lnTo>
                    <a:pt x="4330" y="27256"/>
                  </a:lnTo>
                  <a:lnTo>
                    <a:pt x="1428" y="23119"/>
                  </a:lnTo>
                  <a:lnTo>
                    <a:pt x="2927" y="21604"/>
                  </a:lnTo>
                  <a:lnTo>
                    <a:pt x="5199" y="20912"/>
                  </a:lnTo>
                  <a:lnTo>
                    <a:pt x="5605" y="16873"/>
                  </a:lnTo>
                  <a:lnTo>
                    <a:pt x="3851" y="15353"/>
                  </a:lnTo>
                  <a:lnTo>
                    <a:pt x="0" y="13835"/>
                  </a:lnTo>
                  <a:lnTo>
                    <a:pt x="6430" y="6189"/>
                  </a:lnTo>
                  <a:lnTo>
                    <a:pt x="1050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h2864"/>
            <p:cNvSpPr/>
            <p:nvPr/>
          </p:nvSpPr>
          <p:spPr>
            <a:xfrm>
              <a:off x="2169135" y="2811903"/>
              <a:ext cx="35981" cy="20942"/>
            </a:xfrm>
            <a:custGeom>
              <a:avLst/>
              <a:pathLst>
                <a:path w="35981" h="20942">
                  <a:moveTo>
                    <a:pt x="14625" y="839"/>
                  </a:moveTo>
                  <a:lnTo>
                    <a:pt x="22101" y="3855"/>
                  </a:lnTo>
                  <a:lnTo>
                    <a:pt x="27557" y="3932"/>
                  </a:lnTo>
                  <a:lnTo>
                    <a:pt x="32300" y="6374"/>
                  </a:lnTo>
                  <a:lnTo>
                    <a:pt x="33322" y="7990"/>
                  </a:lnTo>
                  <a:lnTo>
                    <a:pt x="32883" y="10824"/>
                  </a:lnTo>
                  <a:lnTo>
                    <a:pt x="34690" y="12411"/>
                  </a:lnTo>
                  <a:lnTo>
                    <a:pt x="35981" y="12960"/>
                  </a:lnTo>
                  <a:lnTo>
                    <a:pt x="29874" y="16042"/>
                  </a:lnTo>
                  <a:lnTo>
                    <a:pt x="28130" y="19170"/>
                  </a:lnTo>
                  <a:lnTo>
                    <a:pt x="28146" y="20942"/>
                  </a:lnTo>
                  <a:lnTo>
                    <a:pt x="19797" y="19758"/>
                  </a:lnTo>
                  <a:lnTo>
                    <a:pt x="18440" y="18711"/>
                  </a:lnTo>
                  <a:lnTo>
                    <a:pt x="6154" y="15145"/>
                  </a:lnTo>
                  <a:lnTo>
                    <a:pt x="4534" y="15485"/>
                  </a:lnTo>
                  <a:lnTo>
                    <a:pt x="3208" y="16809"/>
                  </a:lnTo>
                  <a:lnTo>
                    <a:pt x="516" y="14877"/>
                  </a:lnTo>
                  <a:lnTo>
                    <a:pt x="0" y="13709"/>
                  </a:lnTo>
                  <a:lnTo>
                    <a:pt x="533" y="7616"/>
                  </a:lnTo>
                  <a:lnTo>
                    <a:pt x="5063" y="4772"/>
                  </a:lnTo>
                  <a:lnTo>
                    <a:pt x="5201" y="3579"/>
                  </a:lnTo>
                  <a:lnTo>
                    <a:pt x="3876" y="3065"/>
                  </a:lnTo>
                  <a:lnTo>
                    <a:pt x="5421" y="0"/>
                  </a:lnTo>
                  <a:lnTo>
                    <a:pt x="5719" y="846"/>
                  </a:lnTo>
                  <a:lnTo>
                    <a:pt x="8649" y="227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h2865"/>
            <p:cNvSpPr/>
            <p:nvPr/>
          </p:nvSpPr>
          <p:spPr>
            <a:xfrm>
              <a:off x="2157285" y="2469951"/>
              <a:ext cx="84604" cy="66620"/>
            </a:xfrm>
            <a:custGeom>
              <a:avLst/>
              <a:pathLst>
                <a:path w="84604" h="66620">
                  <a:moveTo>
                    <a:pt x="15533" y="232"/>
                  </a:moveTo>
                  <a:lnTo>
                    <a:pt x="27698" y="19423"/>
                  </a:lnTo>
                  <a:lnTo>
                    <a:pt x="29518" y="20944"/>
                  </a:lnTo>
                  <a:lnTo>
                    <a:pt x="34648" y="22870"/>
                  </a:lnTo>
                  <a:lnTo>
                    <a:pt x="42191" y="21439"/>
                  </a:lnTo>
                  <a:lnTo>
                    <a:pt x="44362" y="24251"/>
                  </a:lnTo>
                  <a:lnTo>
                    <a:pt x="47582" y="26565"/>
                  </a:lnTo>
                  <a:lnTo>
                    <a:pt x="48742" y="26305"/>
                  </a:lnTo>
                  <a:lnTo>
                    <a:pt x="49805" y="23792"/>
                  </a:lnTo>
                  <a:lnTo>
                    <a:pt x="69139" y="24284"/>
                  </a:lnTo>
                  <a:lnTo>
                    <a:pt x="72349" y="24957"/>
                  </a:lnTo>
                  <a:lnTo>
                    <a:pt x="75739" y="26241"/>
                  </a:lnTo>
                  <a:lnTo>
                    <a:pt x="78169" y="28185"/>
                  </a:lnTo>
                  <a:lnTo>
                    <a:pt x="78859" y="35457"/>
                  </a:lnTo>
                  <a:lnTo>
                    <a:pt x="79479" y="41656"/>
                  </a:lnTo>
                  <a:lnTo>
                    <a:pt x="82927" y="43862"/>
                  </a:lnTo>
                  <a:lnTo>
                    <a:pt x="84604" y="49216"/>
                  </a:lnTo>
                  <a:lnTo>
                    <a:pt x="84086" y="51225"/>
                  </a:lnTo>
                  <a:lnTo>
                    <a:pt x="82245" y="51860"/>
                  </a:lnTo>
                  <a:lnTo>
                    <a:pt x="72715" y="50506"/>
                  </a:lnTo>
                  <a:lnTo>
                    <a:pt x="68987" y="54918"/>
                  </a:lnTo>
                  <a:lnTo>
                    <a:pt x="64961" y="64630"/>
                  </a:lnTo>
                  <a:lnTo>
                    <a:pt x="60971" y="66620"/>
                  </a:lnTo>
                  <a:lnTo>
                    <a:pt x="58578" y="66190"/>
                  </a:lnTo>
                  <a:lnTo>
                    <a:pt x="54285" y="62345"/>
                  </a:lnTo>
                  <a:lnTo>
                    <a:pt x="51071" y="61907"/>
                  </a:lnTo>
                  <a:lnTo>
                    <a:pt x="44274" y="62413"/>
                  </a:lnTo>
                  <a:lnTo>
                    <a:pt x="42886" y="59422"/>
                  </a:lnTo>
                  <a:lnTo>
                    <a:pt x="38692" y="57473"/>
                  </a:lnTo>
                  <a:lnTo>
                    <a:pt x="33691" y="57516"/>
                  </a:lnTo>
                  <a:lnTo>
                    <a:pt x="32231" y="56749"/>
                  </a:lnTo>
                  <a:lnTo>
                    <a:pt x="34279" y="49174"/>
                  </a:lnTo>
                  <a:lnTo>
                    <a:pt x="25700" y="48537"/>
                  </a:lnTo>
                  <a:lnTo>
                    <a:pt x="23742" y="50974"/>
                  </a:lnTo>
                  <a:lnTo>
                    <a:pt x="20238" y="50190"/>
                  </a:lnTo>
                  <a:lnTo>
                    <a:pt x="19794" y="37196"/>
                  </a:lnTo>
                  <a:lnTo>
                    <a:pt x="10974" y="38698"/>
                  </a:lnTo>
                  <a:lnTo>
                    <a:pt x="2919" y="41719"/>
                  </a:lnTo>
                  <a:lnTo>
                    <a:pt x="3746" y="38598"/>
                  </a:lnTo>
                  <a:lnTo>
                    <a:pt x="3132" y="34785"/>
                  </a:lnTo>
                  <a:lnTo>
                    <a:pt x="0" y="29792"/>
                  </a:lnTo>
                  <a:lnTo>
                    <a:pt x="4596" y="25079"/>
                  </a:lnTo>
                  <a:lnTo>
                    <a:pt x="6323" y="18746"/>
                  </a:lnTo>
                  <a:lnTo>
                    <a:pt x="10963" y="17964"/>
                  </a:lnTo>
                  <a:lnTo>
                    <a:pt x="10535" y="15364"/>
                  </a:lnTo>
                  <a:lnTo>
                    <a:pt x="7050" y="14023"/>
                  </a:lnTo>
                  <a:lnTo>
                    <a:pt x="9257" y="10481"/>
                  </a:lnTo>
                  <a:lnTo>
                    <a:pt x="10363" y="11487"/>
                  </a:lnTo>
                  <a:lnTo>
                    <a:pt x="1527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h2866"/>
            <p:cNvSpPr/>
            <p:nvPr/>
          </p:nvSpPr>
          <p:spPr>
            <a:xfrm>
              <a:off x="2183177" y="2652457"/>
              <a:ext cx="67722" cy="88872"/>
            </a:xfrm>
            <a:custGeom>
              <a:avLst/>
              <a:pathLst>
                <a:path w="67722" h="88872">
                  <a:moveTo>
                    <a:pt x="48090" y="1156"/>
                  </a:moveTo>
                  <a:lnTo>
                    <a:pt x="49429" y="278"/>
                  </a:lnTo>
                  <a:lnTo>
                    <a:pt x="51709" y="1543"/>
                  </a:lnTo>
                  <a:lnTo>
                    <a:pt x="56563" y="6957"/>
                  </a:lnTo>
                  <a:lnTo>
                    <a:pt x="54822" y="7115"/>
                  </a:lnTo>
                  <a:lnTo>
                    <a:pt x="53372" y="8312"/>
                  </a:lnTo>
                  <a:lnTo>
                    <a:pt x="50714" y="16458"/>
                  </a:lnTo>
                  <a:lnTo>
                    <a:pt x="54098" y="19232"/>
                  </a:lnTo>
                  <a:lnTo>
                    <a:pt x="59690" y="21582"/>
                  </a:lnTo>
                  <a:lnTo>
                    <a:pt x="60092" y="24609"/>
                  </a:lnTo>
                  <a:lnTo>
                    <a:pt x="58986" y="27345"/>
                  </a:lnTo>
                  <a:lnTo>
                    <a:pt x="57424" y="28278"/>
                  </a:lnTo>
                  <a:lnTo>
                    <a:pt x="55795" y="32474"/>
                  </a:lnTo>
                  <a:lnTo>
                    <a:pt x="61200" y="37507"/>
                  </a:lnTo>
                  <a:lnTo>
                    <a:pt x="62585" y="42493"/>
                  </a:lnTo>
                  <a:lnTo>
                    <a:pt x="66929" y="45050"/>
                  </a:lnTo>
                  <a:lnTo>
                    <a:pt x="67722" y="47347"/>
                  </a:lnTo>
                  <a:lnTo>
                    <a:pt x="66375" y="50324"/>
                  </a:lnTo>
                  <a:lnTo>
                    <a:pt x="59466" y="50246"/>
                  </a:lnTo>
                  <a:lnTo>
                    <a:pt x="59282" y="56292"/>
                  </a:lnTo>
                  <a:lnTo>
                    <a:pt x="63016" y="58884"/>
                  </a:lnTo>
                  <a:lnTo>
                    <a:pt x="61497" y="63186"/>
                  </a:lnTo>
                  <a:lnTo>
                    <a:pt x="60339" y="63473"/>
                  </a:lnTo>
                  <a:lnTo>
                    <a:pt x="58522" y="65473"/>
                  </a:lnTo>
                  <a:lnTo>
                    <a:pt x="56332" y="74742"/>
                  </a:lnTo>
                  <a:lnTo>
                    <a:pt x="48704" y="78772"/>
                  </a:lnTo>
                  <a:lnTo>
                    <a:pt x="46982" y="83113"/>
                  </a:lnTo>
                  <a:lnTo>
                    <a:pt x="42585" y="88872"/>
                  </a:lnTo>
                  <a:lnTo>
                    <a:pt x="37563" y="88063"/>
                  </a:lnTo>
                  <a:lnTo>
                    <a:pt x="29106" y="83783"/>
                  </a:lnTo>
                  <a:lnTo>
                    <a:pt x="28119" y="80697"/>
                  </a:lnTo>
                  <a:lnTo>
                    <a:pt x="29297" y="78343"/>
                  </a:lnTo>
                  <a:lnTo>
                    <a:pt x="28643" y="76943"/>
                  </a:lnTo>
                  <a:lnTo>
                    <a:pt x="23741" y="71214"/>
                  </a:lnTo>
                  <a:lnTo>
                    <a:pt x="20587" y="69962"/>
                  </a:lnTo>
                  <a:lnTo>
                    <a:pt x="18117" y="70371"/>
                  </a:lnTo>
                  <a:lnTo>
                    <a:pt x="13449" y="73642"/>
                  </a:lnTo>
                  <a:lnTo>
                    <a:pt x="12139" y="80908"/>
                  </a:lnTo>
                  <a:lnTo>
                    <a:pt x="12718" y="82735"/>
                  </a:lnTo>
                  <a:lnTo>
                    <a:pt x="5906" y="81985"/>
                  </a:lnTo>
                  <a:lnTo>
                    <a:pt x="5710" y="79837"/>
                  </a:lnTo>
                  <a:lnTo>
                    <a:pt x="0" y="78581"/>
                  </a:lnTo>
                  <a:lnTo>
                    <a:pt x="257" y="76621"/>
                  </a:lnTo>
                  <a:lnTo>
                    <a:pt x="3470" y="74497"/>
                  </a:lnTo>
                  <a:lnTo>
                    <a:pt x="6506" y="74814"/>
                  </a:lnTo>
                  <a:lnTo>
                    <a:pt x="9541" y="71466"/>
                  </a:lnTo>
                  <a:lnTo>
                    <a:pt x="9342" y="70218"/>
                  </a:lnTo>
                  <a:lnTo>
                    <a:pt x="7891" y="69361"/>
                  </a:lnTo>
                  <a:lnTo>
                    <a:pt x="5683" y="69235"/>
                  </a:lnTo>
                  <a:lnTo>
                    <a:pt x="6065" y="63080"/>
                  </a:lnTo>
                  <a:lnTo>
                    <a:pt x="11731" y="59735"/>
                  </a:lnTo>
                  <a:lnTo>
                    <a:pt x="12020" y="57033"/>
                  </a:lnTo>
                  <a:lnTo>
                    <a:pt x="14532" y="55132"/>
                  </a:lnTo>
                  <a:lnTo>
                    <a:pt x="16165" y="52450"/>
                  </a:lnTo>
                  <a:lnTo>
                    <a:pt x="15109" y="51925"/>
                  </a:lnTo>
                  <a:lnTo>
                    <a:pt x="12177" y="47029"/>
                  </a:lnTo>
                  <a:lnTo>
                    <a:pt x="9980" y="39898"/>
                  </a:lnTo>
                  <a:lnTo>
                    <a:pt x="10713" y="38603"/>
                  </a:lnTo>
                  <a:lnTo>
                    <a:pt x="13402" y="38426"/>
                  </a:lnTo>
                  <a:lnTo>
                    <a:pt x="16292" y="34749"/>
                  </a:lnTo>
                  <a:lnTo>
                    <a:pt x="17419" y="28637"/>
                  </a:lnTo>
                  <a:lnTo>
                    <a:pt x="22544" y="29532"/>
                  </a:lnTo>
                  <a:lnTo>
                    <a:pt x="25166" y="28334"/>
                  </a:lnTo>
                  <a:lnTo>
                    <a:pt x="25721" y="24322"/>
                  </a:lnTo>
                  <a:lnTo>
                    <a:pt x="24681" y="23292"/>
                  </a:lnTo>
                  <a:lnTo>
                    <a:pt x="26467" y="21721"/>
                  </a:lnTo>
                  <a:lnTo>
                    <a:pt x="27902" y="17467"/>
                  </a:lnTo>
                  <a:lnTo>
                    <a:pt x="30009" y="15436"/>
                  </a:lnTo>
                  <a:lnTo>
                    <a:pt x="40043" y="16389"/>
                  </a:lnTo>
                  <a:lnTo>
                    <a:pt x="41153" y="14263"/>
                  </a:lnTo>
                  <a:lnTo>
                    <a:pt x="46223" y="8765"/>
                  </a:lnTo>
                  <a:lnTo>
                    <a:pt x="4528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h2867"/>
            <p:cNvSpPr/>
            <p:nvPr/>
          </p:nvSpPr>
          <p:spPr>
            <a:xfrm>
              <a:off x="2117826" y="2653499"/>
              <a:ext cx="55380" cy="73799"/>
            </a:xfrm>
            <a:custGeom>
              <a:avLst/>
              <a:pathLst>
                <a:path w="55380" h="73799">
                  <a:moveTo>
                    <a:pt x="48102" y="3173"/>
                  </a:moveTo>
                  <a:lnTo>
                    <a:pt x="47969" y="5172"/>
                  </a:lnTo>
                  <a:lnTo>
                    <a:pt x="55380" y="8716"/>
                  </a:lnTo>
                  <a:lnTo>
                    <a:pt x="55155" y="12480"/>
                  </a:lnTo>
                  <a:lnTo>
                    <a:pt x="48334" y="25594"/>
                  </a:lnTo>
                  <a:lnTo>
                    <a:pt x="48458" y="31833"/>
                  </a:lnTo>
                  <a:lnTo>
                    <a:pt x="47345" y="35766"/>
                  </a:lnTo>
                  <a:lnTo>
                    <a:pt x="46164" y="33888"/>
                  </a:lnTo>
                  <a:lnTo>
                    <a:pt x="40090" y="38431"/>
                  </a:lnTo>
                  <a:lnTo>
                    <a:pt x="39827" y="40851"/>
                  </a:lnTo>
                  <a:lnTo>
                    <a:pt x="41794" y="46578"/>
                  </a:lnTo>
                  <a:lnTo>
                    <a:pt x="47059" y="46781"/>
                  </a:lnTo>
                  <a:lnTo>
                    <a:pt x="48157" y="47831"/>
                  </a:lnTo>
                  <a:lnTo>
                    <a:pt x="46913" y="49997"/>
                  </a:lnTo>
                  <a:lnTo>
                    <a:pt x="47022" y="52988"/>
                  </a:lnTo>
                  <a:lnTo>
                    <a:pt x="47943" y="54277"/>
                  </a:lnTo>
                  <a:lnTo>
                    <a:pt x="46356" y="56339"/>
                  </a:lnTo>
                  <a:lnTo>
                    <a:pt x="43229" y="54750"/>
                  </a:lnTo>
                  <a:lnTo>
                    <a:pt x="40279" y="55508"/>
                  </a:lnTo>
                  <a:lnTo>
                    <a:pt x="34502" y="58570"/>
                  </a:lnTo>
                  <a:lnTo>
                    <a:pt x="32458" y="63645"/>
                  </a:lnTo>
                  <a:lnTo>
                    <a:pt x="32211" y="68491"/>
                  </a:lnTo>
                  <a:lnTo>
                    <a:pt x="30747" y="71245"/>
                  </a:lnTo>
                  <a:lnTo>
                    <a:pt x="29419" y="71746"/>
                  </a:lnTo>
                  <a:lnTo>
                    <a:pt x="25114" y="72116"/>
                  </a:lnTo>
                  <a:lnTo>
                    <a:pt x="21507" y="69735"/>
                  </a:lnTo>
                  <a:lnTo>
                    <a:pt x="18612" y="70708"/>
                  </a:lnTo>
                  <a:lnTo>
                    <a:pt x="16956" y="68798"/>
                  </a:lnTo>
                  <a:lnTo>
                    <a:pt x="15133" y="68753"/>
                  </a:lnTo>
                  <a:lnTo>
                    <a:pt x="13523" y="69948"/>
                  </a:lnTo>
                  <a:lnTo>
                    <a:pt x="12850" y="72224"/>
                  </a:lnTo>
                  <a:lnTo>
                    <a:pt x="9706" y="73799"/>
                  </a:lnTo>
                  <a:lnTo>
                    <a:pt x="818" y="72112"/>
                  </a:lnTo>
                  <a:lnTo>
                    <a:pt x="0" y="69604"/>
                  </a:lnTo>
                  <a:lnTo>
                    <a:pt x="3694" y="64581"/>
                  </a:lnTo>
                  <a:lnTo>
                    <a:pt x="7474" y="55198"/>
                  </a:lnTo>
                  <a:lnTo>
                    <a:pt x="10944" y="51171"/>
                  </a:lnTo>
                  <a:lnTo>
                    <a:pt x="6718" y="47814"/>
                  </a:lnTo>
                  <a:lnTo>
                    <a:pt x="5899" y="45219"/>
                  </a:lnTo>
                  <a:lnTo>
                    <a:pt x="6259" y="41831"/>
                  </a:lnTo>
                  <a:lnTo>
                    <a:pt x="11072" y="39262"/>
                  </a:lnTo>
                  <a:lnTo>
                    <a:pt x="15793" y="29592"/>
                  </a:lnTo>
                  <a:lnTo>
                    <a:pt x="11440" y="14248"/>
                  </a:lnTo>
                  <a:lnTo>
                    <a:pt x="10464" y="13242"/>
                  </a:lnTo>
                  <a:lnTo>
                    <a:pt x="17490" y="12383"/>
                  </a:lnTo>
                  <a:lnTo>
                    <a:pt x="20823" y="13863"/>
                  </a:lnTo>
                  <a:lnTo>
                    <a:pt x="24358" y="14364"/>
                  </a:lnTo>
                  <a:lnTo>
                    <a:pt x="27747" y="12449"/>
                  </a:lnTo>
                  <a:lnTo>
                    <a:pt x="28438" y="7384"/>
                  </a:lnTo>
                  <a:lnTo>
                    <a:pt x="30905" y="4337"/>
                  </a:lnTo>
                  <a:lnTo>
                    <a:pt x="3707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h2868"/>
            <p:cNvSpPr/>
            <p:nvPr/>
          </p:nvSpPr>
          <p:spPr>
            <a:xfrm>
              <a:off x="2060609" y="2566452"/>
              <a:ext cx="63586" cy="45436"/>
            </a:xfrm>
            <a:custGeom>
              <a:avLst/>
              <a:pathLst>
                <a:path w="63586" h="45436">
                  <a:moveTo>
                    <a:pt x="45804" y="0"/>
                  </a:moveTo>
                  <a:lnTo>
                    <a:pt x="45161" y="2039"/>
                  </a:lnTo>
                  <a:lnTo>
                    <a:pt x="46300" y="5387"/>
                  </a:lnTo>
                  <a:lnTo>
                    <a:pt x="48081" y="5592"/>
                  </a:lnTo>
                  <a:lnTo>
                    <a:pt x="48453" y="3654"/>
                  </a:lnTo>
                  <a:lnTo>
                    <a:pt x="51409" y="2673"/>
                  </a:lnTo>
                  <a:lnTo>
                    <a:pt x="54656" y="3349"/>
                  </a:lnTo>
                  <a:lnTo>
                    <a:pt x="54183" y="7052"/>
                  </a:lnTo>
                  <a:lnTo>
                    <a:pt x="56488" y="9615"/>
                  </a:lnTo>
                  <a:lnTo>
                    <a:pt x="63586" y="12072"/>
                  </a:lnTo>
                  <a:lnTo>
                    <a:pt x="62772" y="17531"/>
                  </a:lnTo>
                  <a:lnTo>
                    <a:pt x="59295" y="16764"/>
                  </a:lnTo>
                  <a:lnTo>
                    <a:pt x="57411" y="17615"/>
                  </a:lnTo>
                  <a:lnTo>
                    <a:pt x="52778" y="21808"/>
                  </a:lnTo>
                  <a:lnTo>
                    <a:pt x="50871" y="21113"/>
                  </a:lnTo>
                  <a:lnTo>
                    <a:pt x="49270" y="21583"/>
                  </a:lnTo>
                  <a:lnTo>
                    <a:pt x="47467" y="24894"/>
                  </a:lnTo>
                  <a:lnTo>
                    <a:pt x="47802" y="27319"/>
                  </a:lnTo>
                  <a:lnTo>
                    <a:pt x="47187" y="28290"/>
                  </a:lnTo>
                  <a:lnTo>
                    <a:pt x="39680" y="30765"/>
                  </a:lnTo>
                  <a:lnTo>
                    <a:pt x="35907" y="34195"/>
                  </a:lnTo>
                  <a:lnTo>
                    <a:pt x="33787" y="37686"/>
                  </a:lnTo>
                  <a:lnTo>
                    <a:pt x="31518" y="37884"/>
                  </a:lnTo>
                  <a:lnTo>
                    <a:pt x="31199" y="37099"/>
                  </a:lnTo>
                  <a:lnTo>
                    <a:pt x="32414" y="36197"/>
                  </a:lnTo>
                  <a:lnTo>
                    <a:pt x="32411" y="33715"/>
                  </a:lnTo>
                  <a:lnTo>
                    <a:pt x="25741" y="33417"/>
                  </a:lnTo>
                  <a:lnTo>
                    <a:pt x="21073" y="33637"/>
                  </a:lnTo>
                  <a:lnTo>
                    <a:pt x="16928" y="35172"/>
                  </a:lnTo>
                  <a:lnTo>
                    <a:pt x="14207" y="37421"/>
                  </a:lnTo>
                  <a:lnTo>
                    <a:pt x="6716" y="37779"/>
                  </a:lnTo>
                  <a:lnTo>
                    <a:pt x="5779" y="38261"/>
                  </a:lnTo>
                  <a:lnTo>
                    <a:pt x="6803" y="42916"/>
                  </a:lnTo>
                  <a:lnTo>
                    <a:pt x="5246" y="44599"/>
                  </a:lnTo>
                  <a:lnTo>
                    <a:pt x="2365" y="45436"/>
                  </a:lnTo>
                  <a:lnTo>
                    <a:pt x="1296" y="45007"/>
                  </a:lnTo>
                  <a:lnTo>
                    <a:pt x="0" y="44005"/>
                  </a:lnTo>
                  <a:lnTo>
                    <a:pt x="469" y="24895"/>
                  </a:lnTo>
                  <a:lnTo>
                    <a:pt x="5794" y="17928"/>
                  </a:lnTo>
                  <a:lnTo>
                    <a:pt x="7826" y="280"/>
                  </a:lnTo>
                  <a:lnTo>
                    <a:pt x="12725" y="1261"/>
                  </a:lnTo>
                  <a:lnTo>
                    <a:pt x="22831" y="857"/>
                  </a:lnTo>
                  <a:lnTo>
                    <a:pt x="24870" y="1925"/>
                  </a:lnTo>
                  <a:lnTo>
                    <a:pt x="25669" y="3888"/>
                  </a:lnTo>
                  <a:lnTo>
                    <a:pt x="27910" y="5836"/>
                  </a:lnTo>
                  <a:lnTo>
                    <a:pt x="33555" y="5885"/>
                  </a:lnTo>
                  <a:lnTo>
                    <a:pt x="37157" y="139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h2869"/>
            <p:cNvSpPr/>
            <p:nvPr/>
          </p:nvSpPr>
          <p:spPr>
            <a:xfrm>
              <a:off x="2258397" y="2664297"/>
              <a:ext cx="32978" cy="32688"/>
            </a:xfrm>
            <a:custGeom>
              <a:avLst/>
              <a:pathLst>
                <a:path w="32978" h="32688">
                  <a:moveTo>
                    <a:pt x="27114" y="4154"/>
                  </a:moveTo>
                  <a:lnTo>
                    <a:pt x="32978" y="3030"/>
                  </a:lnTo>
                  <a:lnTo>
                    <a:pt x="32210" y="9691"/>
                  </a:lnTo>
                  <a:lnTo>
                    <a:pt x="30227" y="9389"/>
                  </a:lnTo>
                  <a:lnTo>
                    <a:pt x="28401" y="11077"/>
                  </a:lnTo>
                  <a:lnTo>
                    <a:pt x="29440" y="16592"/>
                  </a:lnTo>
                  <a:lnTo>
                    <a:pt x="27797" y="16939"/>
                  </a:lnTo>
                  <a:lnTo>
                    <a:pt x="26613" y="25892"/>
                  </a:lnTo>
                  <a:lnTo>
                    <a:pt x="21998" y="26350"/>
                  </a:lnTo>
                  <a:lnTo>
                    <a:pt x="19652" y="29497"/>
                  </a:lnTo>
                  <a:lnTo>
                    <a:pt x="18503" y="29066"/>
                  </a:lnTo>
                  <a:lnTo>
                    <a:pt x="9024" y="30865"/>
                  </a:lnTo>
                  <a:lnTo>
                    <a:pt x="8343" y="32688"/>
                  </a:lnTo>
                  <a:lnTo>
                    <a:pt x="3865" y="28315"/>
                  </a:lnTo>
                  <a:lnTo>
                    <a:pt x="0" y="27685"/>
                  </a:lnTo>
                  <a:lnTo>
                    <a:pt x="5543" y="19794"/>
                  </a:lnTo>
                  <a:lnTo>
                    <a:pt x="7742" y="15239"/>
                  </a:lnTo>
                  <a:lnTo>
                    <a:pt x="8965" y="15458"/>
                  </a:lnTo>
                  <a:lnTo>
                    <a:pt x="11868" y="17909"/>
                  </a:lnTo>
                  <a:lnTo>
                    <a:pt x="11802" y="19687"/>
                  </a:lnTo>
                  <a:lnTo>
                    <a:pt x="17920" y="18379"/>
                  </a:lnTo>
                  <a:lnTo>
                    <a:pt x="15626" y="15285"/>
                  </a:lnTo>
                  <a:lnTo>
                    <a:pt x="18990" y="13647"/>
                  </a:lnTo>
                  <a:lnTo>
                    <a:pt x="17173" y="8206"/>
                  </a:lnTo>
                  <a:lnTo>
                    <a:pt x="21706" y="5185"/>
                  </a:lnTo>
                  <a:lnTo>
                    <a:pt x="21663" y="3747"/>
                  </a:lnTo>
                  <a:lnTo>
                    <a:pt x="19657" y="1535"/>
                  </a:lnTo>
                  <a:lnTo>
                    <a:pt x="2137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h2870"/>
            <p:cNvSpPr/>
            <p:nvPr/>
          </p:nvSpPr>
          <p:spPr>
            <a:xfrm>
              <a:off x="2387188" y="2372474"/>
              <a:ext cx="58407" cy="95082"/>
            </a:xfrm>
            <a:custGeom>
              <a:avLst/>
              <a:pathLst>
                <a:path w="58407" h="95082">
                  <a:moveTo>
                    <a:pt x="30853" y="4926"/>
                  </a:moveTo>
                  <a:lnTo>
                    <a:pt x="34855" y="9640"/>
                  </a:lnTo>
                  <a:lnTo>
                    <a:pt x="36952" y="17155"/>
                  </a:lnTo>
                  <a:lnTo>
                    <a:pt x="41430" y="24752"/>
                  </a:lnTo>
                  <a:lnTo>
                    <a:pt x="47100" y="28932"/>
                  </a:lnTo>
                  <a:lnTo>
                    <a:pt x="58407" y="49641"/>
                  </a:lnTo>
                  <a:lnTo>
                    <a:pt x="55403" y="55124"/>
                  </a:lnTo>
                  <a:lnTo>
                    <a:pt x="49236" y="79240"/>
                  </a:lnTo>
                  <a:lnTo>
                    <a:pt x="36315" y="84937"/>
                  </a:lnTo>
                  <a:lnTo>
                    <a:pt x="31089" y="85543"/>
                  </a:lnTo>
                  <a:lnTo>
                    <a:pt x="32021" y="95082"/>
                  </a:lnTo>
                  <a:lnTo>
                    <a:pt x="18258" y="89398"/>
                  </a:lnTo>
                  <a:lnTo>
                    <a:pt x="8729" y="78829"/>
                  </a:lnTo>
                  <a:lnTo>
                    <a:pt x="4998" y="73640"/>
                  </a:lnTo>
                  <a:lnTo>
                    <a:pt x="10565" y="57594"/>
                  </a:lnTo>
                  <a:lnTo>
                    <a:pt x="12430" y="39387"/>
                  </a:lnTo>
                  <a:lnTo>
                    <a:pt x="10598" y="38586"/>
                  </a:lnTo>
                  <a:lnTo>
                    <a:pt x="8097" y="39211"/>
                  </a:lnTo>
                  <a:lnTo>
                    <a:pt x="5308" y="37398"/>
                  </a:lnTo>
                  <a:lnTo>
                    <a:pt x="5175" y="35194"/>
                  </a:lnTo>
                  <a:lnTo>
                    <a:pt x="6682" y="31709"/>
                  </a:lnTo>
                  <a:lnTo>
                    <a:pt x="3711" y="29058"/>
                  </a:lnTo>
                  <a:lnTo>
                    <a:pt x="685" y="28283"/>
                  </a:lnTo>
                  <a:lnTo>
                    <a:pt x="0" y="24774"/>
                  </a:lnTo>
                  <a:lnTo>
                    <a:pt x="2243" y="24283"/>
                  </a:lnTo>
                  <a:lnTo>
                    <a:pt x="5490" y="19750"/>
                  </a:lnTo>
                  <a:lnTo>
                    <a:pt x="6274" y="13284"/>
                  </a:lnTo>
                  <a:lnTo>
                    <a:pt x="2936" y="8852"/>
                  </a:lnTo>
                  <a:lnTo>
                    <a:pt x="7217" y="5447"/>
                  </a:lnTo>
                  <a:lnTo>
                    <a:pt x="8464" y="3323"/>
                  </a:lnTo>
                  <a:lnTo>
                    <a:pt x="1562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h2871"/>
            <p:cNvSpPr/>
            <p:nvPr/>
          </p:nvSpPr>
          <p:spPr>
            <a:xfrm>
              <a:off x="2112749" y="2804443"/>
              <a:ext cx="61587" cy="41248"/>
            </a:xfrm>
            <a:custGeom>
              <a:avLst/>
              <a:pathLst>
                <a:path w="61587" h="41248">
                  <a:moveTo>
                    <a:pt x="36566" y="3183"/>
                  </a:moveTo>
                  <a:lnTo>
                    <a:pt x="49655" y="4008"/>
                  </a:lnTo>
                  <a:lnTo>
                    <a:pt x="54507" y="5263"/>
                  </a:lnTo>
                  <a:lnTo>
                    <a:pt x="60262" y="10525"/>
                  </a:lnTo>
                  <a:lnTo>
                    <a:pt x="61587" y="11039"/>
                  </a:lnTo>
                  <a:lnTo>
                    <a:pt x="61449" y="12232"/>
                  </a:lnTo>
                  <a:lnTo>
                    <a:pt x="56919" y="15076"/>
                  </a:lnTo>
                  <a:lnTo>
                    <a:pt x="56386" y="21169"/>
                  </a:lnTo>
                  <a:lnTo>
                    <a:pt x="56903" y="22337"/>
                  </a:lnTo>
                  <a:lnTo>
                    <a:pt x="53326" y="21636"/>
                  </a:lnTo>
                  <a:lnTo>
                    <a:pt x="47431" y="21808"/>
                  </a:lnTo>
                  <a:lnTo>
                    <a:pt x="46641" y="22467"/>
                  </a:lnTo>
                  <a:lnTo>
                    <a:pt x="45763" y="26616"/>
                  </a:lnTo>
                  <a:lnTo>
                    <a:pt x="40913" y="30654"/>
                  </a:lnTo>
                  <a:lnTo>
                    <a:pt x="39404" y="28973"/>
                  </a:lnTo>
                  <a:lnTo>
                    <a:pt x="39705" y="27489"/>
                  </a:lnTo>
                  <a:lnTo>
                    <a:pt x="38904" y="27409"/>
                  </a:lnTo>
                  <a:lnTo>
                    <a:pt x="37762" y="30333"/>
                  </a:lnTo>
                  <a:lnTo>
                    <a:pt x="37076" y="28978"/>
                  </a:lnTo>
                  <a:lnTo>
                    <a:pt x="37293" y="25213"/>
                  </a:lnTo>
                  <a:lnTo>
                    <a:pt x="36490" y="24088"/>
                  </a:lnTo>
                  <a:lnTo>
                    <a:pt x="35100" y="23659"/>
                  </a:lnTo>
                  <a:lnTo>
                    <a:pt x="30622" y="25078"/>
                  </a:lnTo>
                  <a:lnTo>
                    <a:pt x="18188" y="33638"/>
                  </a:lnTo>
                  <a:lnTo>
                    <a:pt x="17237" y="40888"/>
                  </a:lnTo>
                  <a:lnTo>
                    <a:pt x="11774" y="41248"/>
                  </a:lnTo>
                  <a:lnTo>
                    <a:pt x="10759" y="41205"/>
                  </a:lnTo>
                  <a:lnTo>
                    <a:pt x="6960" y="37913"/>
                  </a:lnTo>
                  <a:lnTo>
                    <a:pt x="7052" y="37129"/>
                  </a:lnTo>
                  <a:lnTo>
                    <a:pt x="9894" y="37436"/>
                  </a:lnTo>
                  <a:lnTo>
                    <a:pt x="10746" y="29555"/>
                  </a:lnTo>
                  <a:lnTo>
                    <a:pt x="6744" y="28438"/>
                  </a:lnTo>
                  <a:lnTo>
                    <a:pt x="2843" y="29528"/>
                  </a:lnTo>
                  <a:lnTo>
                    <a:pt x="940" y="31485"/>
                  </a:lnTo>
                  <a:lnTo>
                    <a:pt x="0" y="28788"/>
                  </a:lnTo>
                  <a:lnTo>
                    <a:pt x="122" y="26067"/>
                  </a:lnTo>
                  <a:lnTo>
                    <a:pt x="2083" y="23793"/>
                  </a:lnTo>
                  <a:lnTo>
                    <a:pt x="13265" y="20701"/>
                  </a:lnTo>
                  <a:lnTo>
                    <a:pt x="16532" y="21931"/>
                  </a:lnTo>
                  <a:lnTo>
                    <a:pt x="26076" y="20210"/>
                  </a:lnTo>
                  <a:lnTo>
                    <a:pt x="26350" y="15689"/>
                  </a:lnTo>
                  <a:lnTo>
                    <a:pt x="25550" y="14765"/>
                  </a:lnTo>
                  <a:lnTo>
                    <a:pt x="26989" y="13927"/>
                  </a:lnTo>
                  <a:lnTo>
                    <a:pt x="30365" y="6490"/>
                  </a:lnTo>
                  <a:lnTo>
                    <a:pt x="2917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h2872"/>
            <p:cNvSpPr/>
            <p:nvPr/>
          </p:nvSpPr>
          <p:spPr>
            <a:xfrm>
              <a:off x="2233891" y="2659361"/>
              <a:ext cx="46212" cy="43420"/>
            </a:xfrm>
            <a:custGeom>
              <a:avLst/>
              <a:pathLst>
                <a:path w="46212" h="43420">
                  <a:moveTo>
                    <a:pt x="5849" y="53"/>
                  </a:moveTo>
                  <a:lnTo>
                    <a:pt x="10354" y="735"/>
                  </a:lnTo>
                  <a:lnTo>
                    <a:pt x="11518" y="2958"/>
                  </a:lnTo>
                  <a:lnTo>
                    <a:pt x="16059" y="2028"/>
                  </a:lnTo>
                  <a:lnTo>
                    <a:pt x="23444" y="2051"/>
                  </a:lnTo>
                  <a:lnTo>
                    <a:pt x="21897" y="5454"/>
                  </a:lnTo>
                  <a:lnTo>
                    <a:pt x="21835" y="8339"/>
                  </a:lnTo>
                  <a:lnTo>
                    <a:pt x="28079" y="10946"/>
                  </a:lnTo>
                  <a:lnTo>
                    <a:pt x="29675" y="10712"/>
                  </a:lnTo>
                  <a:lnTo>
                    <a:pt x="29588" y="8537"/>
                  </a:lnTo>
                  <a:lnTo>
                    <a:pt x="32584" y="6001"/>
                  </a:lnTo>
                  <a:lnTo>
                    <a:pt x="33472" y="3579"/>
                  </a:lnTo>
                  <a:lnTo>
                    <a:pt x="32800" y="0"/>
                  </a:lnTo>
                  <a:lnTo>
                    <a:pt x="38163" y="3034"/>
                  </a:lnTo>
                  <a:lnTo>
                    <a:pt x="43452" y="3316"/>
                  </a:lnTo>
                  <a:lnTo>
                    <a:pt x="45880" y="4936"/>
                  </a:lnTo>
                  <a:lnTo>
                    <a:pt x="44163" y="6472"/>
                  </a:lnTo>
                  <a:lnTo>
                    <a:pt x="46169" y="8684"/>
                  </a:lnTo>
                  <a:lnTo>
                    <a:pt x="46212" y="10122"/>
                  </a:lnTo>
                  <a:lnTo>
                    <a:pt x="41678" y="13142"/>
                  </a:lnTo>
                  <a:lnTo>
                    <a:pt x="43496" y="18583"/>
                  </a:lnTo>
                  <a:lnTo>
                    <a:pt x="40132" y="20222"/>
                  </a:lnTo>
                  <a:lnTo>
                    <a:pt x="42425" y="23316"/>
                  </a:lnTo>
                  <a:lnTo>
                    <a:pt x="36307" y="24623"/>
                  </a:lnTo>
                  <a:lnTo>
                    <a:pt x="36374" y="22845"/>
                  </a:lnTo>
                  <a:lnTo>
                    <a:pt x="33470" y="20394"/>
                  </a:lnTo>
                  <a:lnTo>
                    <a:pt x="32247" y="20176"/>
                  </a:lnTo>
                  <a:lnTo>
                    <a:pt x="30048" y="24730"/>
                  </a:lnTo>
                  <a:lnTo>
                    <a:pt x="24505" y="32622"/>
                  </a:lnTo>
                  <a:lnTo>
                    <a:pt x="28371" y="33251"/>
                  </a:lnTo>
                  <a:lnTo>
                    <a:pt x="32849" y="37625"/>
                  </a:lnTo>
                  <a:lnTo>
                    <a:pt x="33941" y="39385"/>
                  </a:lnTo>
                  <a:lnTo>
                    <a:pt x="32957" y="41167"/>
                  </a:lnTo>
                  <a:lnTo>
                    <a:pt x="27785" y="43357"/>
                  </a:lnTo>
                  <a:lnTo>
                    <a:pt x="15661" y="43420"/>
                  </a:lnTo>
                  <a:lnTo>
                    <a:pt x="17007" y="40444"/>
                  </a:lnTo>
                  <a:lnTo>
                    <a:pt x="16215" y="38146"/>
                  </a:lnTo>
                  <a:lnTo>
                    <a:pt x="11871" y="35589"/>
                  </a:lnTo>
                  <a:lnTo>
                    <a:pt x="10486" y="30603"/>
                  </a:lnTo>
                  <a:lnTo>
                    <a:pt x="5081" y="25571"/>
                  </a:lnTo>
                  <a:lnTo>
                    <a:pt x="6710" y="21375"/>
                  </a:lnTo>
                  <a:lnTo>
                    <a:pt x="8272" y="20441"/>
                  </a:lnTo>
                  <a:lnTo>
                    <a:pt x="9378" y="17706"/>
                  </a:lnTo>
                  <a:lnTo>
                    <a:pt x="8976" y="14678"/>
                  </a:lnTo>
                  <a:lnTo>
                    <a:pt x="3384" y="12328"/>
                  </a:lnTo>
                  <a:lnTo>
                    <a:pt x="0" y="9554"/>
                  </a:lnTo>
                  <a:lnTo>
                    <a:pt x="2658" y="1408"/>
                  </a:lnTo>
                  <a:lnTo>
                    <a:pt x="4108" y="21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h2873"/>
            <p:cNvSpPr/>
            <p:nvPr/>
          </p:nvSpPr>
          <p:spPr>
            <a:xfrm>
              <a:off x="2218064" y="2520457"/>
              <a:ext cx="39117" cy="28522"/>
            </a:xfrm>
            <a:custGeom>
              <a:avLst/>
              <a:pathLst>
                <a:path w="39117" h="28522">
                  <a:moveTo>
                    <a:pt x="11936" y="0"/>
                  </a:moveTo>
                  <a:lnTo>
                    <a:pt x="21466" y="1354"/>
                  </a:lnTo>
                  <a:lnTo>
                    <a:pt x="28306" y="1939"/>
                  </a:lnTo>
                  <a:lnTo>
                    <a:pt x="32574" y="12014"/>
                  </a:lnTo>
                  <a:lnTo>
                    <a:pt x="37377" y="16039"/>
                  </a:lnTo>
                  <a:lnTo>
                    <a:pt x="39117" y="18553"/>
                  </a:lnTo>
                  <a:lnTo>
                    <a:pt x="37534" y="21878"/>
                  </a:lnTo>
                  <a:lnTo>
                    <a:pt x="23648" y="21965"/>
                  </a:lnTo>
                  <a:lnTo>
                    <a:pt x="15900" y="18946"/>
                  </a:lnTo>
                  <a:lnTo>
                    <a:pt x="13649" y="20233"/>
                  </a:lnTo>
                  <a:lnTo>
                    <a:pt x="11876" y="26583"/>
                  </a:lnTo>
                  <a:lnTo>
                    <a:pt x="4527" y="28522"/>
                  </a:lnTo>
                  <a:lnTo>
                    <a:pt x="983" y="27128"/>
                  </a:lnTo>
                  <a:lnTo>
                    <a:pt x="0" y="25587"/>
                  </a:lnTo>
                  <a:lnTo>
                    <a:pt x="1576" y="18829"/>
                  </a:lnTo>
                  <a:lnTo>
                    <a:pt x="192" y="16114"/>
                  </a:lnTo>
                  <a:lnTo>
                    <a:pt x="4182" y="14124"/>
                  </a:lnTo>
                  <a:lnTo>
                    <a:pt x="8208" y="441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h2874"/>
            <p:cNvSpPr/>
            <p:nvPr/>
          </p:nvSpPr>
          <p:spPr>
            <a:xfrm>
              <a:off x="2124524" y="2828102"/>
              <a:ext cx="27155" cy="27679"/>
            </a:xfrm>
            <a:custGeom>
              <a:avLst/>
              <a:pathLst>
                <a:path w="27155" h="27679">
                  <a:moveTo>
                    <a:pt x="24715" y="429"/>
                  </a:moveTo>
                  <a:lnTo>
                    <a:pt x="25519" y="1553"/>
                  </a:lnTo>
                  <a:lnTo>
                    <a:pt x="25301" y="5319"/>
                  </a:lnTo>
                  <a:lnTo>
                    <a:pt x="25988" y="6674"/>
                  </a:lnTo>
                  <a:lnTo>
                    <a:pt x="27155" y="10024"/>
                  </a:lnTo>
                  <a:lnTo>
                    <a:pt x="25538" y="16209"/>
                  </a:lnTo>
                  <a:lnTo>
                    <a:pt x="23018" y="19869"/>
                  </a:lnTo>
                  <a:lnTo>
                    <a:pt x="19903" y="21690"/>
                  </a:lnTo>
                  <a:lnTo>
                    <a:pt x="18424" y="23627"/>
                  </a:lnTo>
                  <a:lnTo>
                    <a:pt x="19063" y="24305"/>
                  </a:lnTo>
                  <a:lnTo>
                    <a:pt x="14715" y="26320"/>
                  </a:lnTo>
                  <a:lnTo>
                    <a:pt x="10163" y="26462"/>
                  </a:lnTo>
                  <a:lnTo>
                    <a:pt x="6719" y="27679"/>
                  </a:lnTo>
                  <a:lnTo>
                    <a:pt x="3943" y="26089"/>
                  </a:lnTo>
                  <a:lnTo>
                    <a:pt x="2710" y="23054"/>
                  </a:lnTo>
                  <a:lnTo>
                    <a:pt x="1175" y="22178"/>
                  </a:lnTo>
                  <a:lnTo>
                    <a:pt x="0" y="17589"/>
                  </a:lnTo>
                  <a:lnTo>
                    <a:pt x="5462" y="17229"/>
                  </a:lnTo>
                  <a:lnTo>
                    <a:pt x="6413" y="9979"/>
                  </a:lnTo>
                  <a:lnTo>
                    <a:pt x="18847" y="1419"/>
                  </a:lnTo>
                  <a:lnTo>
                    <a:pt x="233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h2875"/>
            <p:cNvSpPr/>
            <p:nvPr/>
          </p:nvSpPr>
          <p:spPr>
            <a:xfrm>
              <a:off x="725098" y="3146008"/>
              <a:ext cx="10041" cy="4180"/>
            </a:xfrm>
            <a:custGeom>
              <a:avLst/>
              <a:pathLst>
                <a:path w="10041" h="4180">
                  <a:moveTo>
                    <a:pt x="8026" y="3586"/>
                  </a:moveTo>
                  <a:lnTo>
                    <a:pt x="830" y="4180"/>
                  </a:lnTo>
                  <a:lnTo>
                    <a:pt x="0" y="3199"/>
                  </a:lnTo>
                  <a:lnTo>
                    <a:pt x="604" y="672"/>
                  </a:lnTo>
                  <a:lnTo>
                    <a:pt x="3062" y="0"/>
                  </a:lnTo>
                  <a:lnTo>
                    <a:pt x="4846" y="962"/>
                  </a:lnTo>
                  <a:lnTo>
                    <a:pt x="9017" y="651"/>
                  </a:lnTo>
                  <a:lnTo>
                    <a:pt x="10041" y="203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h2876"/>
            <p:cNvSpPr/>
            <p:nvPr/>
          </p:nvSpPr>
          <p:spPr>
            <a:xfrm>
              <a:off x="1193344" y="3117495"/>
              <a:ext cx="16338" cy="18874"/>
            </a:xfrm>
            <a:custGeom>
              <a:avLst/>
              <a:pathLst>
                <a:path w="16338" h="18874">
                  <a:moveTo>
                    <a:pt x="16338" y="8873"/>
                  </a:moveTo>
                  <a:lnTo>
                    <a:pt x="15215" y="17442"/>
                  </a:lnTo>
                  <a:lnTo>
                    <a:pt x="11283" y="18874"/>
                  </a:lnTo>
                  <a:lnTo>
                    <a:pt x="10491" y="18226"/>
                  </a:lnTo>
                  <a:lnTo>
                    <a:pt x="10837" y="17244"/>
                  </a:lnTo>
                  <a:lnTo>
                    <a:pt x="9081" y="15306"/>
                  </a:lnTo>
                  <a:lnTo>
                    <a:pt x="4690" y="14051"/>
                  </a:lnTo>
                  <a:lnTo>
                    <a:pt x="0" y="9392"/>
                  </a:lnTo>
                  <a:lnTo>
                    <a:pt x="261" y="5737"/>
                  </a:lnTo>
                  <a:lnTo>
                    <a:pt x="8096" y="0"/>
                  </a:lnTo>
                  <a:lnTo>
                    <a:pt x="10104" y="101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h2877"/>
            <p:cNvSpPr/>
            <p:nvPr/>
          </p:nvSpPr>
          <p:spPr>
            <a:xfrm>
              <a:off x="1067949" y="3091215"/>
              <a:ext cx="224" cy="251"/>
            </a:xfrm>
            <a:custGeom>
              <a:avLst/>
              <a:pathLst>
                <a:path w="224" h="251">
                  <a:moveTo>
                    <a:pt x="2" y="160"/>
                  </a:moveTo>
                  <a:lnTo>
                    <a:pt x="0" y="0"/>
                  </a:lnTo>
                  <a:lnTo>
                    <a:pt x="224" y="25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h2878"/>
            <p:cNvSpPr/>
            <p:nvPr/>
          </p:nvSpPr>
          <p:spPr>
            <a:xfrm>
              <a:off x="1226132" y="3056856"/>
              <a:ext cx="3279" cy="4624"/>
            </a:xfrm>
            <a:custGeom>
              <a:avLst/>
              <a:pathLst>
                <a:path w="3279" h="4624">
                  <a:moveTo>
                    <a:pt x="2245" y="0"/>
                  </a:moveTo>
                  <a:lnTo>
                    <a:pt x="3043" y="235"/>
                  </a:lnTo>
                  <a:lnTo>
                    <a:pt x="3279" y="1541"/>
                  </a:lnTo>
                  <a:lnTo>
                    <a:pt x="2528" y="4282"/>
                  </a:lnTo>
                  <a:lnTo>
                    <a:pt x="314" y="4624"/>
                  </a:lnTo>
                  <a:lnTo>
                    <a:pt x="0" y="3130"/>
                  </a:lnTo>
                  <a:lnTo>
                    <a:pt x="1749" y="183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h2879"/>
            <p:cNvSpPr/>
            <p:nvPr/>
          </p:nvSpPr>
          <p:spPr>
            <a:xfrm>
              <a:off x="1164713" y="2391049"/>
              <a:ext cx="27477" cy="8256"/>
            </a:xfrm>
            <a:custGeom>
              <a:avLst/>
              <a:pathLst>
                <a:path w="27477" h="8256">
                  <a:moveTo>
                    <a:pt x="11000" y="1634"/>
                  </a:moveTo>
                  <a:lnTo>
                    <a:pt x="7688" y="1493"/>
                  </a:lnTo>
                  <a:lnTo>
                    <a:pt x="736" y="2810"/>
                  </a:lnTo>
                  <a:lnTo>
                    <a:pt x="0" y="2073"/>
                  </a:lnTo>
                  <a:lnTo>
                    <a:pt x="1928" y="0"/>
                  </a:lnTo>
                  <a:lnTo>
                    <a:pt x="3502" y="945"/>
                  </a:lnTo>
                  <a:lnTo>
                    <a:pt x="6763" y="75"/>
                  </a:lnTo>
                  <a:lnTo>
                    <a:pt x="11906" y="607"/>
                  </a:lnTo>
                  <a:lnTo>
                    <a:pt x="16482" y="2208"/>
                  </a:lnTo>
                  <a:lnTo>
                    <a:pt x="27477" y="8256"/>
                  </a:lnTo>
                  <a:lnTo>
                    <a:pt x="17464" y="356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h2880"/>
            <p:cNvSpPr/>
            <p:nvPr/>
          </p:nvSpPr>
          <p:spPr>
            <a:xfrm>
              <a:off x="1125863" y="2368667"/>
              <a:ext cx="35846" cy="29250"/>
            </a:xfrm>
            <a:custGeom>
              <a:avLst/>
              <a:pathLst>
                <a:path w="35846" h="29250">
                  <a:moveTo>
                    <a:pt x="12946" y="2027"/>
                  </a:moveTo>
                  <a:lnTo>
                    <a:pt x="16522" y="1579"/>
                  </a:lnTo>
                  <a:lnTo>
                    <a:pt x="19261" y="3457"/>
                  </a:lnTo>
                  <a:lnTo>
                    <a:pt x="21953" y="9050"/>
                  </a:lnTo>
                  <a:lnTo>
                    <a:pt x="26497" y="9971"/>
                  </a:lnTo>
                  <a:lnTo>
                    <a:pt x="29994" y="12907"/>
                  </a:lnTo>
                  <a:lnTo>
                    <a:pt x="35846" y="25435"/>
                  </a:lnTo>
                  <a:lnTo>
                    <a:pt x="33680" y="29250"/>
                  </a:lnTo>
                  <a:lnTo>
                    <a:pt x="6440" y="4990"/>
                  </a:lnTo>
                  <a:lnTo>
                    <a:pt x="188" y="1747"/>
                  </a:lnTo>
                  <a:lnTo>
                    <a:pt x="0" y="1181"/>
                  </a:lnTo>
                  <a:lnTo>
                    <a:pt x="1860" y="0"/>
                  </a:lnTo>
                  <a:lnTo>
                    <a:pt x="4813" y="118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h2881"/>
            <p:cNvSpPr/>
            <p:nvPr/>
          </p:nvSpPr>
          <p:spPr>
            <a:xfrm>
              <a:off x="1094514" y="2270917"/>
              <a:ext cx="25541" cy="95166"/>
            </a:xfrm>
            <a:custGeom>
              <a:avLst/>
              <a:pathLst>
                <a:path w="25541" h="95166">
                  <a:moveTo>
                    <a:pt x="16579" y="82244"/>
                  </a:moveTo>
                  <a:lnTo>
                    <a:pt x="20645" y="84951"/>
                  </a:lnTo>
                  <a:lnTo>
                    <a:pt x="25541" y="93237"/>
                  </a:lnTo>
                  <a:lnTo>
                    <a:pt x="25223" y="95166"/>
                  </a:lnTo>
                  <a:lnTo>
                    <a:pt x="23353" y="94786"/>
                  </a:lnTo>
                  <a:lnTo>
                    <a:pt x="20312" y="92514"/>
                  </a:lnTo>
                  <a:lnTo>
                    <a:pt x="20572" y="90499"/>
                  </a:lnTo>
                  <a:lnTo>
                    <a:pt x="19151" y="86993"/>
                  </a:lnTo>
                  <a:lnTo>
                    <a:pt x="12506" y="79603"/>
                  </a:lnTo>
                  <a:lnTo>
                    <a:pt x="13600" y="77293"/>
                  </a:lnTo>
                  <a:lnTo>
                    <a:pt x="15907" y="77850"/>
                  </a:lnTo>
                  <a:lnTo>
                    <a:pt x="17329" y="75390"/>
                  </a:lnTo>
                  <a:lnTo>
                    <a:pt x="17329" y="70779"/>
                  </a:lnTo>
                  <a:lnTo>
                    <a:pt x="15896" y="67735"/>
                  </a:lnTo>
                  <a:lnTo>
                    <a:pt x="11941" y="63669"/>
                  </a:lnTo>
                  <a:lnTo>
                    <a:pt x="9066" y="61878"/>
                  </a:lnTo>
                  <a:lnTo>
                    <a:pt x="3453" y="61680"/>
                  </a:lnTo>
                  <a:lnTo>
                    <a:pt x="1671" y="62800"/>
                  </a:lnTo>
                  <a:lnTo>
                    <a:pt x="0" y="61042"/>
                  </a:lnTo>
                  <a:lnTo>
                    <a:pt x="254" y="57815"/>
                  </a:lnTo>
                  <a:lnTo>
                    <a:pt x="10593" y="35386"/>
                  </a:lnTo>
                  <a:lnTo>
                    <a:pt x="19182" y="12005"/>
                  </a:lnTo>
                  <a:lnTo>
                    <a:pt x="22302" y="1195"/>
                  </a:lnTo>
                  <a:lnTo>
                    <a:pt x="23793" y="0"/>
                  </a:lnTo>
                  <a:lnTo>
                    <a:pt x="23887" y="6544"/>
                  </a:lnTo>
                  <a:lnTo>
                    <a:pt x="19466" y="15597"/>
                  </a:lnTo>
                  <a:lnTo>
                    <a:pt x="18054" y="21212"/>
                  </a:lnTo>
                  <a:lnTo>
                    <a:pt x="16584" y="28432"/>
                  </a:lnTo>
                  <a:lnTo>
                    <a:pt x="17607" y="37163"/>
                  </a:lnTo>
                  <a:lnTo>
                    <a:pt x="14019" y="38999"/>
                  </a:lnTo>
                  <a:lnTo>
                    <a:pt x="13571" y="39978"/>
                  </a:lnTo>
                  <a:lnTo>
                    <a:pt x="14066" y="43332"/>
                  </a:lnTo>
                  <a:lnTo>
                    <a:pt x="15872" y="45812"/>
                  </a:lnTo>
                  <a:lnTo>
                    <a:pt x="14442" y="48931"/>
                  </a:lnTo>
                  <a:lnTo>
                    <a:pt x="13077" y="47935"/>
                  </a:lnTo>
                  <a:lnTo>
                    <a:pt x="11068" y="51957"/>
                  </a:lnTo>
                  <a:lnTo>
                    <a:pt x="9154" y="54057"/>
                  </a:lnTo>
                  <a:lnTo>
                    <a:pt x="10033" y="56736"/>
                  </a:lnTo>
                  <a:lnTo>
                    <a:pt x="18013" y="69169"/>
                  </a:lnTo>
                  <a:lnTo>
                    <a:pt x="19840" y="75335"/>
                  </a:lnTo>
                  <a:lnTo>
                    <a:pt x="16161" y="8018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h2882"/>
            <p:cNvSpPr/>
            <p:nvPr/>
          </p:nvSpPr>
          <p:spPr>
            <a:xfrm>
              <a:off x="1267762" y="2298599"/>
              <a:ext cx="47" cy="179"/>
            </a:xfrm>
            <a:custGeom>
              <a:avLst/>
              <a:pathLst>
                <a:path w="47" h="179">
                  <a:moveTo>
                    <a:pt x="0" y="179"/>
                  </a:moveTo>
                  <a:lnTo>
                    <a:pt x="47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h2883"/>
            <p:cNvSpPr/>
            <p:nvPr/>
          </p:nvSpPr>
          <p:spPr>
            <a:xfrm>
              <a:off x="1261772" y="2287624"/>
              <a:ext cx="200" cy="29"/>
            </a:xfrm>
            <a:custGeom>
              <a:avLst/>
              <a:pathLst>
                <a:path w="200" h="29">
                  <a:moveTo>
                    <a:pt x="200" y="0"/>
                  </a:moveTo>
                  <a:lnTo>
                    <a:pt x="0" y="2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h2884"/>
            <p:cNvSpPr/>
            <p:nvPr/>
          </p:nvSpPr>
          <p:spPr>
            <a:xfrm>
              <a:off x="1261480" y="2282680"/>
              <a:ext cx="155" cy="98"/>
            </a:xfrm>
            <a:custGeom>
              <a:avLst/>
              <a:pathLst>
                <a:path w="155" h="98">
                  <a:moveTo>
                    <a:pt x="0" y="0"/>
                  </a:moveTo>
                  <a:lnTo>
                    <a:pt x="155" y="9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h2885"/>
            <p:cNvSpPr/>
            <p:nvPr/>
          </p:nvSpPr>
          <p:spPr>
            <a:xfrm>
              <a:off x="1258486" y="227187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h2886"/>
            <p:cNvSpPr/>
            <p:nvPr/>
          </p:nvSpPr>
          <p:spPr>
            <a:xfrm>
              <a:off x="1117167" y="2241796"/>
              <a:ext cx="6396" cy="26511"/>
            </a:xfrm>
            <a:custGeom>
              <a:avLst/>
              <a:pathLst>
                <a:path w="6396" h="26511">
                  <a:moveTo>
                    <a:pt x="0" y="24817"/>
                  </a:moveTo>
                  <a:lnTo>
                    <a:pt x="3380" y="16108"/>
                  </a:lnTo>
                  <a:lnTo>
                    <a:pt x="5638" y="5339"/>
                  </a:lnTo>
                  <a:lnTo>
                    <a:pt x="5592" y="575"/>
                  </a:lnTo>
                  <a:lnTo>
                    <a:pt x="6396" y="0"/>
                  </a:lnTo>
                  <a:lnTo>
                    <a:pt x="6261" y="8200"/>
                  </a:lnTo>
                  <a:lnTo>
                    <a:pt x="4272" y="14956"/>
                  </a:lnTo>
                  <a:lnTo>
                    <a:pt x="4630" y="20468"/>
                  </a:lnTo>
                  <a:lnTo>
                    <a:pt x="1983" y="26511"/>
                  </a:lnTo>
                  <a:lnTo>
                    <a:pt x="527" y="2620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h2887"/>
            <p:cNvSpPr/>
            <p:nvPr/>
          </p:nvSpPr>
          <p:spPr>
            <a:xfrm>
              <a:off x="1239382" y="2236605"/>
              <a:ext cx="281" cy="485"/>
            </a:xfrm>
            <a:custGeom>
              <a:avLst/>
              <a:pathLst>
                <a:path w="281" h="485">
                  <a:moveTo>
                    <a:pt x="173" y="485"/>
                  </a:moveTo>
                  <a:lnTo>
                    <a:pt x="0" y="0"/>
                  </a:lnTo>
                  <a:lnTo>
                    <a:pt x="281" y="18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h2888"/>
            <p:cNvSpPr/>
            <p:nvPr/>
          </p:nvSpPr>
          <p:spPr>
            <a:xfrm>
              <a:off x="1236823" y="2236386"/>
              <a:ext cx="1053" cy="719"/>
            </a:xfrm>
            <a:custGeom>
              <a:avLst/>
              <a:pathLst>
                <a:path w="1053" h="719">
                  <a:moveTo>
                    <a:pt x="0" y="719"/>
                  </a:moveTo>
                  <a:lnTo>
                    <a:pt x="178" y="0"/>
                  </a:lnTo>
                  <a:lnTo>
                    <a:pt x="1053" y="44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h2889"/>
            <p:cNvSpPr/>
            <p:nvPr/>
          </p:nvSpPr>
          <p:spPr>
            <a:xfrm>
              <a:off x="625418" y="1266269"/>
              <a:ext cx="3569945" cy="2414076"/>
            </a:xfrm>
            <a:custGeom>
              <a:avLst/>
              <a:pathLst>
                <a:path w="3569945" h="2414076">
                  <a:moveTo>
                    <a:pt x="526155" y="1101419"/>
                  </a:moveTo>
                  <a:lnTo>
                    <a:pt x="527729" y="1104583"/>
                  </a:lnTo>
                  <a:lnTo>
                    <a:pt x="523052" y="1106326"/>
                  </a:lnTo>
                  <a:lnTo>
                    <a:pt x="522471" y="1104616"/>
                  </a:lnTo>
                  <a:lnTo>
                    <a:pt x="523619" y="1097211"/>
                  </a:lnTo>
                  <a:lnTo>
                    <a:pt x="521332" y="1089130"/>
                  </a:lnTo>
                  <a:lnTo>
                    <a:pt x="512467" y="1075928"/>
                  </a:lnTo>
                  <a:lnTo>
                    <a:pt x="513683" y="1077113"/>
                  </a:lnTo>
                  <a:lnTo>
                    <a:pt x="512068" y="1073750"/>
                  </a:lnTo>
                  <a:lnTo>
                    <a:pt x="507636" y="1069289"/>
                  </a:lnTo>
                  <a:lnTo>
                    <a:pt x="506546" y="1069218"/>
                  </a:lnTo>
                  <a:lnTo>
                    <a:pt x="506616" y="1072538"/>
                  </a:lnTo>
                  <a:lnTo>
                    <a:pt x="507771" y="1073635"/>
                  </a:lnTo>
                  <a:lnTo>
                    <a:pt x="507352" y="1074933"/>
                  </a:lnTo>
                  <a:lnTo>
                    <a:pt x="499575" y="1074567"/>
                  </a:lnTo>
                  <a:lnTo>
                    <a:pt x="499218" y="1068467"/>
                  </a:lnTo>
                  <a:lnTo>
                    <a:pt x="500372" y="1063925"/>
                  </a:lnTo>
                  <a:lnTo>
                    <a:pt x="501083" y="1064299"/>
                  </a:lnTo>
                  <a:lnTo>
                    <a:pt x="501081" y="1061361"/>
                  </a:lnTo>
                  <a:lnTo>
                    <a:pt x="500278" y="1060768"/>
                  </a:lnTo>
                  <a:lnTo>
                    <a:pt x="497272" y="1062132"/>
                  </a:lnTo>
                  <a:lnTo>
                    <a:pt x="498283" y="1071935"/>
                  </a:lnTo>
                  <a:lnTo>
                    <a:pt x="495407" y="1072975"/>
                  </a:lnTo>
                  <a:lnTo>
                    <a:pt x="491936" y="1066725"/>
                  </a:lnTo>
                  <a:lnTo>
                    <a:pt x="489702" y="1056056"/>
                  </a:lnTo>
                  <a:lnTo>
                    <a:pt x="493445" y="1048626"/>
                  </a:lnTo>
                  <a:lnTo>
                    <a:pt x="493706" y="1038238"/>
                  </a:lnTo>
                  <a:lnTo>
                    <a:pt x="490203" y="1043439"/>
                  </a:lnTo>
                  <a:lnTo>
                    <a:pt x="488622" y="1047709"/>
                  </a:lnTo>
                  <a:lnTo>
                    <a:pt x="488216" y="1057224"/>
                  </a:lnTo>
                  <a:lnTo>
                    <a:pt x="486648" y="1064601"/>
                  </a:lnTo>
                  <a:lnTo>
                    <a:pt x="485580" y="1061325"/>
                  </a:lnTo>
                  <a:lnTo>
                    <a:pt x="484014" y="1063476"/>
                  </a:lnTo>
                  <a:lnTo>
                    <a:pt x="482914" y="1062686"/>
                  </a:lnTo>
                  <a:lnTo>
                    <a:pt x="481744" y="1059399"/>
                  </a:lnTo>
                  <a:lnTo>
                    <a:pt x="482097" y="1057104"/>
                  </a:lnTo>
                  <a:lnTo>
                    <a:pt x="484017" y="1055986"/>
                  </a:lnTo>
                  <a:lnTo>
                    <a:pt x="485949" y="1050694"/>
                  </a:lnTo>
                  <a:lnTo>
                    <a:pt x="486033" y="1047826"/>
                  </a:lnTo>
                  <a:lnTo>
                    <a:pt x="483574" y="1046847"/>
                  </a:lnTo>
                  <a:lnTo>
                    <a:pt x="483387" y="1044027"/>
                  </a:lnTo>
                  <a:lnTo>
                    <a:pt x="488071" y="1042487"/>
                  </a:lnTo>
                  <a:lnTo>
                    <a:pt x="490055" y="1037943"/>
                  </a:lnTo>
                  <a:lnTo>
                    <a:pt x="491976" y="1029847"/>
                  </a:lnTo>
                  <a:lnTo>
                    <a:pt x="489189" y="1029343"/>
                  </a:lnTo>
                  <a:lnTo>
                    <a:pt x="487835" y="1030532"/>
                  </a:lnTo>
                  <a:lnTo>
                    <a:pt x="487797" y="1026678"/>
                  </a:lnTo>
                  <a:lnTo>
                    <a:pt x="489109" y="1021126"/>
                  </a:lnTo>
                  <a:lnTo>
                    <a:pt x="494845" y="1008969"/>
                  </a:lnTo>
                  <a:lnTo>
                    <a:pt x="497563" y="1008778"/>
                  </a:lnTo>
                  <a:lnTo>
                    <a:pt x="498485" y="1006019"/>
                  </a:lnTo>
                  <a:lnTo>
                    <a:pt x="500310" y="991672"/>
                  </a:lnTo>
                  <a:lnTo>
                    <a:pt x="500110" y="990555"/>
                  </a:lnTo>
                  <a:lnTo>
                    <a:pt x="497914" y="990969"/>
                  </a:lnTo>
                  <a:lnTo>
                    <a:pt x="498134" y="987298"/>
                  </a:lnTo>
                  <a:lnTo>
                    <a:pt x="501079" y="974658"/>
                  </a:lnTo>
                  <a:lnTo>
                    <a:pt x="501765" y="975737"/>
                  </a:lnTo>
                  <a:lnTo>
                    <a:pt x="502551" y="975347"/>
                  </a:lnTo>
                  <a:lnTo>
                    <a:pt x="502963" y="971190"/>
                  </a:lnTo>
                  <a:lnTo>
                    <a:pt x="503410" y="949614"/>
                  </a:lnTo>
                  <a:lnTo>
                    <a:pt x="500964" y="946036"/>
                  </a:lnTo>
                  <a:lnTo>
                    <a:pt x="500472" y="941606"/>
                  </a:lnTo>
                  <a:lnTo>
                    <a:pt x="491822" y="909593"/>
                  </a:lnTo>
                  <a:lnTo>
                    <a:pt x="487392" y="902996"/>
                  </a:lnTo>
                  <a:lnTo>
                    <a:pt x="482535" y="899199"/>
                  </a:lnTo>
                  <a:lnTo>
                    <a:pt x="481030" y="899922"/>
                  </a:lnTo>
                  <a:lnTo>
                    <a:pt x="480371" y="899532"/>
                  </a:lnTo>
                  <a:lnTo>
                    <a:pt x="478950" y="897598"/>
                  </a:lnTo>
                  <a:lnTo>
                    <a:pt x="478256" y="891053"/>
                  </a:lnTo>
                  <a:lnTo>
                    <a:pt x="476232" y="884788"/>
                  </a:lnTo>
                  <a:lnTo>
                    <a:pt x="472512" y="878378"/>
                  </a:lnTo>
                  <a:lnTo>
                    <a:pt x="468584" y="874029"/>
                  </a:lnTo>
                  <a:lnTo>
                    <a:pt x="464313" y="871712"/>
                  </a:lnTo>
                  <a:lnTo>
                    <a:pt x="462079" y="871450"/>
                  </a:lnTo>
                  <a:lnTo>
                    <a:pt x="460746" y="872277"/>
                  </a:lnTo>
                  <a:lnTo>
                    <a:pt x="460229" y="874622"/>
                  </a:lnTo>
                  <a:lnTo>
                    <a:pt x="458135" y="875068"/>
                  </a:lnTo>
                  <a:lnTo>
                    <a:pt x="442826" y="862225"/>
                  </a:lnTo>
                  <a:lnTo>
                    <a:pt x="440744" y="861469"/>
                  </a:lnTo>
                  <a:lnTo>
                    <a:pt x="439716" y="862146"/>
                  </a:lnTo>
                  <a:lnTo>
                    <a:pt x="437336" y="861901"/>
                  </a:lnTo>
                  <a:lnTo>
                    <a:pt x="432624" y="855200"/>
                  </a:lnTo>
                  <a:lnTo>
                    <a:pt x="425180" y="849533"/>
                  </a:lnTo>
                  <a:lnTo>
                    <a:pt x="414071" y="838299"/>
                  </a:lnTo>
                  <a:lnTo>
                    <a:pt x="405503" y="831774"/>
                  </a:lnTo>
                  <a:lnTo>
                    <a:pt x="404070" y="831686"/>
                  </a:lnTo>
                  <a:lnTo>
                    <a:pt x="392818" y="819231"/>
                  </a:lnTo>
                  <a:lnTo>
                    <a:pt x="387118" y="816487"/>
                  </a:lnTo>
                  <a:lnTo>
                    <a:pt x="390041" y="813656"/>
                  </a:lnTo>
                  <a:lnTo>
                    <a:pt x="391328" y="814159"/>
                  </a:lnTo>
                  <a:lnTo>
                    <a:pt x="393798" y="818041"/>
                  </a:lnTo>
                  <a:lnTo>
                    <a:pt x="396650" y="816957"/>
                  </a:lnTo>
                  <a:lnTo>
                    <a:pt x="387381" y="802065"/>
                  </a:lnTo>
                  <a:lnTo>
                    <a:pt x="386987" y="795824"/>
                  </a:lnTo>
                  <a:lnTo>
                    <a:pt x="387889" y="795471"/>
                  </a:lnTo>
                  <a:lnTo>
                    <a:pt x="389392" y="796179"/>
                  </a:lnTo>
                  <a:lnTo>
                    <a:pt x="389840" y="795647"/>
                  </a:lnTo>
                  <a:lnTo>
                    <a:pt x="387936" y="794852"/>
                  </a:lnTo>
                  <a:lnTo>
                    <a:pt x="384643" y="795303"/>
                  </a:lnTo>
                  <a:lnTo>
                    <a:pt x="383505" y="799112"/>
                  </a:lnTo>
                  <a:lnTo>
                    <a:pt x="382556" y="799615"/>
                  </a:lnTo>
                  <a:lnTo>
                    <a:pt x="379556" y="799236"/>
                  </a:lnTo>
                  <a:lnTo>
                    <a:pt x="375740" y="795664"/>
                  </a:lnTo>
                  <a:lnTo>
                    <a:pt x="377959" y="794706"/>
                  </a:lnTo>
                  <a:lnTo>
                    <a:pt x="381629" y="794904"/>
                  </a:lnTo>
                  <a:lnTo>
                    <a:pt x="388971" y="787430"/>
                  </a:lnTo>
                  <a:lnTo>
                    <a:pt x="390110" y="782970"/>
                  </a:lnTo>
                  <a:lnTo>
                    <a:pt x="389747" y="777022"/>
                  </a:lnTo>
                  <a:lnTo>
                    <a:pt x="388734" y="772604"/>
                  </a:lnTo>
                  <a:lnTo>
                    <a:pt x="387139" y="769539"/>
                  </a:lnTo>
                  <a:lnTo>
                    <a:pt x="385971" y="769526"/>
                  </a:lnTo>
                  <a:lnTo>
                    <a:pt x="384265" y="772557"/>
                  </a:lnTo>
                  <a:lnTo>
                    <a:pt x="382164" y="778728"/>
                  </a:lnTo>
                  <a:lnTo>
                    <a:pt x="382527" y="781991"/>
                  </a:lnTo>
                  <a:lnTo>
                    <a:pt x="381211" y="787804"/>
                  </a:lnTo>
                  <a:lnTo>
                    <a:pt x="377829" y="789552"/>
                  </a:lnTo>
                  <a:lnTo>
                    <a:pt x="376635" y="789411"/>
                  </a:lnTo>
                  <a:lnTo>
                    <a:pt x="375388" y="788032"/>
                  </a:lnTo>
                  <a:lnTo>
                    <a:pt x="374412" y="789005"/>
                  </a:lnTo>
                  <a:lnTo>
                    <a:pt x="372990" y="794355"/>
                  </a:lnTo>
                  <a:lnTo>
                    <a:pt x="372563" y="800096"/>
                  </a:lnTo>
                  <a:lnTo>
                    <a:pt x="370636" y="799907"/>
                  </a:lnTo>
                  <a:lnTo>
                    <a:pt x="366000" y="795878"/>
                  </a:lnTo>
                  <a:lnTo>
                    <a:pt x="361308" y="793216"/>
                  </a:lnTo>
                  <a:lnTo>
                    <a:pt x="355123" y="791513"/>
                  </a:lnTo>
                  <a:lnTo>
                    <a:pt x="354123" y="790072"/>
                  </a:lnTo>
                  <a:lnTo>
                    <a:pt x="355459" y="789035"/>
                  </a:lnTo>
                  <a:lnTo>
                    <a:pt x="357769" y="791058"/>
                  </a:lnTo>
                  <a:lnTo>
                    <a:pt x="358857" y="790764"/>
                  </a:lnTo>
                  <a:lnTo>
                    <a:pt x="358375" y="789250"/>
                  </a:lnTo>
                  <a:lnTo>
                    <a:pt x="351649" y="787981"/>
                  </a:lnTo>
                  <a:lnTo>
                    <a:pt x="347850" y="789265"/>
                  </a:lnTo>
                  <a:lnTo>
                    <a:pt x="339548" y="801825"/>
                  </a:lnTo>
                  <a:lnTo>
                    <a:pt x="335489" y="803160"/>
                  </a:lnTo>
                  <a:lnTo>
                    <a:pt x="330704" y="800989"/>
                  </a:lnTo>
                  <a:lnTo>
                    <a:pt x="328581" y="799282"/>
                  </a:lnTo>
                  <a:lnTo>
                    <a:pt x="323011" y="791770"/>
                  </a:lnTo>
                  <a:lnTo>
                    <a:pt x="326186" y="793320"/>
                  </a:lnTo>
                  <a:lnTo>
                    <a:pt x="328429" y="798354"/>
                  </a:lnTo>
                  <a:lnTo>
                    <a:pt x="334502" y="802043"/>
                  </a:lnTo>
                  <a:lnTo>
                    <a:pt x="325256" y="791589"/>
                  </a:lnTo>
                  <a:lnTo>
                    <a:pt x="323316" y="790454"/>
                  </a:lnTo>
                  <a:lnTo>
                    <a:pt x="321114" y="791060"/>
                  </a:lnTo>
                  <a:lnTo>
                    <a:pt x="318757" y="789395"/>
                  </a:lnTo>
                  <a:lnTo>
                    <a:pt x="313478" y="773474"/>
                  </a:lnTo>
                  <a:lnTo>
                    <a:pt x="309795" y="769011"/>
                  </a:lnTo>
                  <a:lnTo>
                    <a:pt x="306068" y="765913"/>
                  </a:lnTo>
                  <a:lnTo>
                    <a:pt x="300213" y="762712"/>
                  </a:lnTo>
                  <a:lnTo>
                    <a:pt x="295012" y="761280"/>
                  </a:lnTo>
                  <a:lnTo>
                    <a:pt x="292181" y="761811"/>
                  </a:lnTo>
                  <a:lnTo>
                    <a:pt x="291115" y="764481"/>
                  </a:lnTo>
                  <a:lnTo>
                    <a:pt x="288606" y="764357"/>
                  </a:lnTo>
                  <a:lnTo>
                    <a:pt x="284542" y="758395"/>
                  </a:lnTo>
                  <a:lnTo>
                    <a:pt x="282913" y="753522"/>
                  </a:lnTo>
                  <a:lnTo>
                    <a:pt x="279768" y="748474"/>
                  </a:lnTo>
                  <a:lnTo>
                    <a:pt x="272409" y="742284"/>
                  </a:lnTo>
                  <a:lnTo>
                    <a:pt x="263130" y="738636"/>
                  </a:lnTo>
                  <a:lnTo>
                    <a:pt x="259028" y="738346"/>
                  </a:lnTo>
                  <a:lnTo>
                    <a:pt x="257061" y="739026"/>
                  </a:lnTo>
                  <a:lnTo>
                    <a:pt x="241532" y="731659"/>
                  </a:lnTo>
                  <a:lnTo>
                    <a:pt x="240912" y="728968"/>
                  </a:lnTo>
                  <a:lnTo>
                    <a:pt x="238999" y="727463"/>
                  </a:lnTo>
                  <a:lnTo>
                    <a:pt x="235958" y="727585"/>
                  </a:lnTo>
                  <a:lnTo>
                    <a:pt x="234889" y="725932"/>
                  </a:lnTo>
                  <a:lnTo>
                    <a:pt x="236179" y="710558"/>
                  </a:lnTo>
                  <a:lnTo>
                    <a:pt x="235373" y="704427"/>
                  </a:lnTo>
                  <a:lnTo>
                    <a:pt x="233973" y="700996"/>
                  </a:lnTo>
                  <a:lnTo>
                    <a:pt x="224993" y="692389"/>
                  </a:lnTo>
                  <a:lnTo>
                    <a:pt x="209052" y="684436"/>
                  </a:lnTo>
                  <a:lnTo>
                    <a:pt x="205071" y="674026"/>
                  </a:lnTo>
                  <a:lnTo>
                    <a:pt x="200708" y="669972"/>
                  </a:lnTo>
                  <a:lnTo>
                    <a:pt x="198152" y="669883"/>
                  </a:lnTo>
                  <a:lnTo>
                    <a:pt x="197149" y="668351"/>
                  </a:lnTo>
                  <a:lnTo>
                    <a:pt x="198269" y="664365"/>
                  </a:lnTo>
                  <a:lnTo>
                    <a:pt x="197854" y="662704"/>
                  </a:lnTo>
                  <a:lnTo>
                    <a:pt x="196175" y="660924"/>
                  </a:lnTo>
                  <a:lnTo>
                    <a:pt x="194788" y="660289"/>
                  </a:lnTo>
                  <a:lnTo>
                    <a:pt x="192999" y="661245"/>
                  </a:lnTo>
                  <a:lnTo>
                    <a:pt x="191646" y="663253"/>
                  </a:lnTo>
                  <a:lnTo>
                    <a:pt x="191657" y="664611"/>
                  </a:lnTo>
                  <a:lnTo>
                    <a:pt x="188082" y="662417"/>
                  </a:lnTo>
                  <a:lnTo>
                    <a:pt x="187970" y="659787"/>
                  </a:lnTo>
                  <a:lnTo>
                    <a:pt x="186181" y="657249"/>
                  </a:lnTo>
                  <a:lnTo>
                    <a:pt x="182995" y="655493"/>
                  </a:lnTo>
                  <a:lnTo>
                    <a:pt x="179881" y="655269"/>
                  </a:lnTo>
                  <a:lnTo>
                    <a:pt x="178401" y="652873"/>
                  </a:lnTo>
                  <a:lnTo>
                    <a:pt x="176407" y="645955"/>
                  </a:lnTo>
                  <a:lnTo>
                    <a:pt x="172795" y="638764"/>
                  </a:lnTo>
                  <a:lnTo>
                    <a:pt x="176157" y="637295"/>
                  </a:lnTo>
                  <a:lnTo>
                    <a:pt x="179206" y="639407"/>
                  </a:lnTo>
                  <a:lnTo>
                    <a:pt x="181088" y="641955"/>
                  </a:lnTo>
                  <a:lnTo>
                    <a:pt x="184881" y="642764"/>
                  </a:lnTo>
                  <a:lnTo>
                    <a:pt x="192165" y="642182"/>
                  </a:lnTo>
                  <a:lnTo>
                    <a:pt x="197748" y="643299"/>
                  </a:lnTo>
                  <a:lnTo>
                    <a:pt x="199314" y="644328"/>
                  </a:lnTo>
                  <a:lnTo>
                    <a:pt x="211758" y="647764"/>
                  </a:lnTo>
                  <a:lnTo>
                    <a:pt x="216284" y="650465"/>
                  </a:lnTo>
                  <a:lnTo>
                    <a:pt x="223588" y="652602"/>
                  </a:lnTo>
                  <a:lnTo>
                    <a:pt x="227428" y="653334"/>
                  </a:lnTo>
                  <a:lnTo>
                    <a:pt x="235983" y="652470"/>
                  </a:lnTo>
                  <a:lnTo>
                    <a:pt x="239576" y="654638"/>
                  </a:lnTo>
                  <a:lnTo>
                    <a:pt x="251040" y="650080"/>
                  </a:lnTo>
                  <a:lnTo>
                    <a:pt x="252262" y="651383"/>
                  </a:lnTo>
                  <a:lnTo>
                    <a:pt x="259630" y="650520"/>
                  </a:lnTo>
                  <a:lnTo>
                    <a:pt x="260859" y="647229"/>
                  </a:lnTo>
                  <a:lnTo>
                    <a:pt x="259947" y="644794"/>
                  </a:lnTo>
                  <a:lnTo>
                    <a:pt x="255962" y="646958"/>
                  </a:lnTo>
                  <a:lnTo>
                    <a:pt x="253838" y="649483"/>
                  </a:lnTo>
                  <a:lnTo>
                    <a:pt x="253017" y="649874"/>
                  </a:lnTo>
                  <a:lnTo>
                    <a:pt x="252924" y="649157"/>
                  </a:lnTo>
                  <a:lnTo>
                    <a:pt x="259131" y="644283"/>
                  </a:lnTo>
                  <a:lnTo>
                    <a:pt x="261695" y="643293"/>
                  </a:lnTo>
                  <a:lnTo>
                    <a:pt x="263260" y="643484"/>
                  </a:lnTo>
                  <a:lnTo>
                    <a:pt x="264734" y="645440"/>
                  </a:lnTo>
                  <a:lnTo>
                    <a:pt x="264368" y="647008"/>
                  </a:lnTo>
                  <a:lnTo>
                    <a:pt x="262843" y="648056"/>
                  </a:lnTo>
                  <a:lnTo>
                    <a:pt x="261234" y="650957"/>
                  </a:lnTo>
                  <a:lnTo>
                    <a:pt x="261017" y="655137"/>
                  </a:lnTo>
                  <a:lnTo>
                    <a:pt x="262840" y="659852"/>
                  </a:lnTo>
                  <a:lnTo>
                    <a:pt x="269068" y="667273"/>
                  </a:lnTo>
                  <a:lnTo>
                    <a:pt x="270972" y="668341"/>
                  </a:lnTo>
                  <a:lnTo>
                    <a:pt x="273728" y="668280"/>
                  </a:lnTo>
                  <a:lnTo>
                    <a:pt x="278664" y="672125"/>
                  </a:lnTo>
                  <a:lnTo>
                    <a:pt x="279443" y="673255"/>
                  </a:lnTo>
                  <a:lnTo>
                    <a:pt x="280914" y="682496"/>
                  </a:lnTo>
                  <a:lnTo>
                    <a:pt x="285318" y="682707"/>
                  </a:lnTo>
                  <a:lnTo>
                    <a:pt x="286896" y="681326"/>
                  </a:lnTo>
                  <a:lnTo>
                    <a:pt x="285510" y="679969"/>
                  </a:lnTo>
                  <a:lnTo>
                    <a:pt x="286407" y="678908"/>
                  </a:lnTo>
                  <a:lnTo>
                    <a:pt x="294365" y="674027"/>
                  </a:lnTo>
                  <a:lnTo>
                    <a:pt x="301057" y="675263"/>
                  </a:lnTo>
                  <a:lnTo>
                    <a:pt x="305484" y="672630"/>
                  </a:lnTo>
                  <a:lnTo>
                    <a:pt x="306877" y="668336"/>
                  </a:lnTo>
                  <a:lnTo>
                    <a:pt x="305895" y="666329"/>
                  </a:lnTo>
                  <a:lnTo>
                    <a:pt x="299875" y="661489"/>
                  </a:lnTo>
                  <a:lnTo>
                    <a:pt x="298063" y="661233"/>
                  </a:lnTo>
                  <a:lnTo>
                    <a:pt x="297273" y="662278"/>
                  </a:lnTo>
                  <a:lnTo>
                    <a:pt x="294036" y="663092"/>
                  </a:lnTo>
                  <a:lnTo>
                    <a:pt x="292620" y="657017"/>
                  </a:lnTo>
                  <a:lnTo>
                    <a:pt x="290056" y="653689"/>
                  </a:lnTo>
                  <a:lnTo>
                    <a:pt x="288256" y="655060"/>
                  </a:lnTo>
                  <a:lnTo>
                    <a:pt x="290433" y="657214"/>
                  </a:lnTo>
                  <a:lnTo>
                    <a:pt x="291849" y="660283"/>
                  </a:lnTo>
                  <a:lnTo>
                    <a:pt x="292360" y="663748"/>
                  </a:lnTo>
                  <a:lnTo>
                    <a:pt x="284647" y="666780"/>
                  </a:lnTo>
                  <a:lnTo>
                    <a:pt x="282866" y="666372"/>
                  </a:lnTo>
                  <a:lnTo>
                    <a:pt x="280339" y="664211"/>
                  </a:lnTo>
                  <a:lnTo>
                    <a:pt x="277672" y="651223"/>
                  </a:lnTo>
                  <a:lnTo>
                    <a:pt x="284114" y="643952"/>
                  </a:lnTo>
                  <a:lnTo>
                    <a:pt x="283975" y="642201"/>
                  </a:lnTo>
                  <a:lnTo>
                    <a:pt x="280855" y="641119"/>
                  </a:lnTo>
                  <a:lnTo>
                    <a:pt x="278703" y="639256"/>
                  </a:lnTo>
                  <a:lnTo>
                    <a:pt x="280090" y="639066"/>
                  </a:lnTo>
                  <a:lnTo>
                    <a:pt x="282439" y="640469"/>
                  </a:lnTo>
                  <a:lnTo>
                    <a:pt x="281968" y="638764"/>
                  </a:lnTo>
                  <a:lnTo>
                    <a:pt x="279432" y="636003"/>
                  </a:lnTo>
                  <a:lnTo>
                    <a:pt x="276758" y="637485"/>
                  </a:lnTo>
                  <a:lnTo>
                    <a:pt x="272268" y="638025"/>
                  </a:lnTo>
                  <a:lnTo>
                    <a:pt x="268475" y="641930"/>
                  </a:lnTo>
                  <a:lnTo>
                    <a:pt x="267405" y="639909"/>
                  </a:lnTo>
                  <a:lnTo>
                    <a:pt x="267771" y="636295"/>
                  </a:lnTo>
                  <a:lnTo>
                    <a:pt x="276523" y="627773"/>
                  </a:lnTo>
                  <a:lnTo>
                    <a:pt x="285511" y="617311"/>
                  </a:lnTo>
                  <a:lnTo>
                    <a:pt x="287393" y="617951"/>
                  </a:lnTo>
                  <a:lnTo>
                    <a:pt x="287675" y="620830"/>
                  </a:lnTo>
                  <a:lnTo>
                    <a:pt x="287562" y="622339"/>
                  </a:lnTo>
                  <a:lnTo>
                    <a:pt x="284991" y="624599"/>
                  </a:lnTo>
                  <a:lnTo>
                    <a:pt x="285730" y="626864"/>
                  </a:lnTo>
                  <a:lnTo>
                    <a:pt x="288812" y="626504"/>
                  </a:lnTo>
                  <a:lnTo>
                    <a:pt x="292478" y="622995"/>
                  </a:lnTo>
                  <a:lnTo>
                    <a:pt x="292675" y="621948"/>
                  </a:lnTo>
                  <a:lnTo>
                    <a:pt x="289529" y="621075"/>
                  </a:lnTo>
                  <a:lnTo>
                    <a:pt x="288955" y="613072"/>
                  </a:lnTo>
                  <a:lnTo>
                    <a:pt x="295084" y="602032"/>
                  </a:lnTo>
                  <a:lnTo>
                    <a:pt x="295817" y="601871"/>
                  </a:lnTo>
                  <a:lnTo>
                    <a:pt x="295202" y="606739"/>
                  </a:lnTo>
                  <a:lnTo>
                    <a:pt x="293061" y="609954"/>
                  </a:lnTo>
                  <a:lnTo>
                    <a:pt x="292825" y="613985"/>
                  </a:lnTo>
                  <a:lnTo>
                    <a:pt x="294236" y="618431"/>
                  </a:lnTo>
                  <a:lnTo>
                    <a:pt x="295691" y="618851"/>
                  </a:lnTo>
                  <a:lnTo>
                    <a:pt x="296708" y="617514"/>
                  </a:lnTo>
                  <a:lnTo>
                    <a:pt x="295486" y="613112"/>
                  </a:lnTo>
                  <a:lnTo>
                    <a:pt x="297128" y="606307"/>
                  </a:lnTo>
                  <a:lnTo>
                    <a:pt x="296211" y="596763"/>
                  </a:lnTo>
                  <a:lnTo>
                    <a:pt x="294194" y="594367"/>
                  </a:lnTo>
                  <a:lnTo>
                    <a:pt x="292154" y="597170"/>
                  </a:lnTo>
                  <a:lnTo>
                    <a:pt x="291065" y="597501"/>
                  </a:lnTo>
                  <a:lnTo>
                    <a:pt x="289690" y="596835"/>
                  </a:lnTo>
                  <a:lnTo>
                    <a:pt x="288742" y="594998"/>
                  </a:lnTo>
                  <a:lnTo>
                    <a:pt x="294775" y="583887"/>
                  </a:lnTo>
                  <a:lnTo>
                    <a:pt x="299783" y="571337"/>
                  </a:lnTo>
                  <a:lnTo>
                    <a:pt x="300205" y="568422"/>
                  </a:lnTo>
                  <a:lnTo>
                    <a:pt x="298026" y="561711"/>
                  </a:lnTo>
                  <a:lnTo>
                    <a:pt x="295271" y="557314"/>
                  </a:lnTo>
                  <a:lnTo>
                    <a:pt x="291164" y="554682"/>
                  </a:lnTo>
                  <a:lnTo>
                    <a:pt x="288743" y="551504"/>
                  </a:lnTo>
                  <a:lnTo>
                    <a:pt x="289132" y="547088"/>
                  </a:lnTo>
                  <a:lnTo>
                    <a:pt x="288482" y="544250"/>
                  </a:lnTo>
                  <a:lnTo>
                    <a:pt x="287188" y="542563"/>
                  </a:lnTo>
                  <a:lnTo>
                    <a:pt x="280754" y="540114"/>
                  </a:lnTo>
                  <a:lnTo>
                    <a:pt x="279007" y="541054"/>
                  </a:lnTo>
                  <a:lnTo>
                    <a:pt x="276525" y="540657"/>
                  </a:lnTo>
                  <a:lnTo>
                    <a:pt x="276605" y="536380"/>
                  </a:lnTo>
                  <a:lnTo>
                    <a:pt x="271877" y="531424"/>
                  </a:lnTo>
                  <a:lnTo>
                    <a:pt x="268989" y="527114"/>
                  </a:lnTo>
                  <a:lnTo>
                    <a:pt x="266228" y="519781"/>
                  </a:lnTo>
                  <a:lnTo>
                    <a:pt x="265571" y="519484"/>
                  </a:lnTo>
                  <a:lnTo>
                    <a:pt x="264663" y="520280"/>
                  </a:lnTo>
                  <a:lnTo>
                    <a:pt x="263541" y="518910"/>
                  </a:lnTo>
                  <a:lnTo>
                    <a:pt x="262983" y="512737"/>
                  </a:lnTo>
                  <a:lnTo>
                    <a:pt x="261885" y="510401"/>
                  </a:lnTo>
                  <a:lnTo>
                    <a:pt x="254251" y="502796"/>
                  </a:lnTo>
                  <a:lnTo>
                    <a:pt x="250874" y="502399"/>
                  </a:lnTo>
                  <a:lnTo>
                    <a:pt x="243594" y="496952"/>
                  </a:lnTo>
                  <a:lnTo>
                    <a:pt x="242239" y="491281"/>
                  </a:lnTo>
                  <a:lnTo>
                    <a:pt x="241876" y="485145"/>
                  </a:lnTo>
                  <a:lnTo>
                    <a:pt x="240106" y="480647"/>
                  </a:lnTo>
                  <a:lnTo>
                    <a:pt x="234778" y="477139"/>
                  </a:lnTo>
                  <a:lnTo>
                    <a:pt x="231294" y="477871"/>
                  </a:lnTo>
                  <a:lnTo>
                    <a:pt x="230387" y="476990"/>
                  </a:lnTo>
                  <a:lnTo>
                    <a:pt x="227689" y="467360"/>
                  </a:lnTo>
                  <a:lnTo>
                    <a:pt x="220059" y="461609"/>
                  </a:lnTo>
                  <a:lnTo>
                    <a:pt x="204318" y="439767"/>
                  </a:lnTo>
                  <a:lnTo>
                    <a:pt x="192648" y="433239"/>
                  </a:lnTo>
                  <a:lnTo>
                    <a:pt x="183435" y="431838"/>
                  </a:lnTo>
                  <a:lnTo>
                    <a:pt x="180652" y="430149"/>
                  </a:lnTo>
                  <a:lnTo>
                    <a:pt x="179078" y="428847"/>
                  </a:lnTo>
                  <a:lnTo>
                    <a:pt x="177462" y="424446"/>
                  </a:lnTo>
                  <a:lnTo>
                    <a:pt x="173176" y="418242"/>
                  </a:lnTo>
                  <a:lnTo>
                    <a:pt x="163574" y="412091"/>
                  </a:lnTo>
                  <a:lnTo>
                    <a:pt x="159310" y="411406"/>
                  </a:lnTo>
                  <a:lnTo>
                    <a:pt x="151029" y="401759"/>
                  </a:lnTo>
                  <a:lnTo>
                    <a:pt x="148707" y="401315"/>
                  </a:lnTo>
                  <a:lnTo>
                    <a:pt x="146824" y="402427"/>
                  </a:lnTo>
                  <a:lnTo>
                    <a:pt x="145409" y="402296"/>
                  </a:lnTo>
                  <a:lnTo>
                    <a:pt x="137176" y="391463"/>
                  </a:lnTo>
                  <a:lnTo>
                    <a:pt x="132802" y="389935"/>
                  </a:lnTo>
                  <a:lnTo>
                    <a:pt x="125158" y="382170"/>
                  </a:lnTo>
                  <a:lnTo>
                    <a:pt x="127644" y="371906"/>
                  </a:lnTo>
                  <a:lnTo>
                    <a:pt x="126517" y="363025"/>
                  </a:lnTo>
                  <a:lnTo>
                    <a:pt x="122432" y="356284"/>
                  </a:lnTo>
                  <a:lnTo>
                    <a:pt x="117379" y="354271"/>
                  </a:lnTo>
                  <a:lnTo>
                    <a:pt x="115602" y="354254"/>
                  </a:lnTo>
                  <a:lnTo>
                    <a:pt x="119847" y="337089"/>
                  </a:lnTo>
                  <a:lnTo>
                    <a:pt x="118153" y="329303"/>
                  </a:lnTo>
                  <a:lnTo>
                    <a:pt x="120127" y="317515"/>
                  </a:lnTo>
                  <a:lnTo>
                    <a:pt x="119030" y="309231"/>
                  </a:lnTo>
                  <a:lnTo>
                    <a:pt x="115510" y="301447"/>
                  </a:lnTo>
                  <a:lnTo>
                    <a:pt x="109453" y="295626"/>
                  </a:lnTo>
                  <a:lnTo>
                    <a:pt x="105322" y="294187"/>
                  </a:lnTo>
                  <a:lnTo>
                    <a:pt x="102302" y="294648"/>
                  </a:lnTo>
                  <a:lnTo>
                    <a:pt x="105560" y="292101"/>
                  </a:lnTo>
                  <a:lnTo>
                    <a:pt x="106527" y="287605"/>
                  </a:lnTo>
                  <a:lnTo>
                    <a:pt x="101394" y="279668"/>
                  </a:lnTo>
                  <a:lnTo>
                    <a:pt x="100151" y="281244"/>
                  </a:lnTo>
                  <a:lnTo>
                    <a:pt x="103871" y="286154"/>
                  </a:lnTo>
                  <a:lnTo>
                    <a:pt x="104385" y="288490"/>
                  </a:lnTo>
                  <a:lnTo>
                    <a:pt x="102958" y="290565"/>
                  </a:lnTo>
                  <a:lnTo>
                    <a:pt x="101677" y="290712"/>
                  </a:lnTo>
                  <a:lnTo>
                    <a:pt x="100152" y="288768"/>
                  </a:lnTo>
                  <a:lnTo>
                    <a:pt x="100043" y="287360"/>
                  </a:lnTo>
                  <a:lnTo>
                    <a:pt x="96916" y="287188"/>
                  </a:lnTo>
                  <a:lnTo>
                    <a:pt x="100667" y="298787"/>
                  </a:lnTo>
                  <a:lnTo>
                    <a:pt x="99995" y="299834"/>
                  </a:lnTo>
                  <a:lnTo>
                    <a:pt x="97658" y="298536"/>
                  </a:lnTo>
                  <a:lnTo>
                    <a:pt x="97704" y="291692"/>
                  </a:lnTo>
                  <a:lnTo>
                    <a:pt x="97149" y="289816"/>
                  </a:lnTo>
                  <a:lnTo>
                    <a:pt x="95731" y="288926"/>
                  </a:lnTo>
                  <a:lnTo>
                    <a:pt x="94532" y="281328"/>
                  </a:lnTo>
                  <a:lnTo>
                    <a:pt x="97430" y="270779"/>
                  </a:lnTo>
                  <a:lnTo>
                    <a:pt x="99063" y="258934"/>
                  </a:lnTo>
                  <a:lnTo>
                    <a:pt x="97719" y="242738"/>
                  </a:lnTo>
                  <a:lnTo>
                    <a:pt x="95731" y="238413"/>
                  </a:lnTo>
                  <a:lnTo>
                    <a:pt x="92205" y="237168"/>
                  </a:lnTo>
                  <a:lnTo>
                    <a:pt x="87634" y="231795"/>
                  </a:lnTo>
                  <a:lnTo>
                    <a:pt x="84787" y="231216"/>
                  </a:lnTo>
                  <a:lnTo>
                    <a:pt x="81871" y="227695"/>
                  </a:lnTo>
                  <a:lnTo>
                    <a:pt x="80390" y="223481"/>
                  </a:lnTo>
                  <a:lnTo>
                    <a:pt x="75383" y="216340"/>
                  </a:lnTo>
                  <a:lnTo>
                    <a:pt x="73911" y="215969"/>
                  </a:lnTo>
                  <a:lnTo>
                    <a:pt x="69576" y="217373"/>
                  </a:lnTo>
                  <a:lnTo>
                    <a:pt x="67838" y="214990"/>
                  </a:lnTo>
                  <a:lnTo>
                    <a:pt x="72552" y="198106"/>
                  </a:lnTo>
                  <a:lnTo>
                    <a:pt x="73500" y="191619"/>
                  </a:lnTo>
                  <a:lnTo>
                    <a:pt x="68522" y="178274"/>
                  </a:lnTo>
                  <a:lnTo>
                    <a:pt x="63299" y="170594"/>
                  </a:lnTo>
                  <a:lnTo>
                    <a:pt x="59640" y="166634"/>
                  </a:lnTo>
                  <a:lnTo>
                    <a:pt x="55337" y="155799"/>
                  </a:lnTo>
                  <a:lnTo>
                    <a:pt x="53420" y="152891"/>
                  </a:lnTo>
                  <a:lnTo>
                    <a:pt x="48098" y="147489"/>
                  </a:lnTo>
                  <a:lnTo>
                    <a:pt x="46487" y="147196"/>
                  </a:lnTo>
                  <a:lnTo>
                    <a:pt x="44279" y="142793"/>
                  </a:lnTo>
                  <a:lnTo>
                    <a:pt x="36381" y="134902"/>
                  </a:lnTo>
                  <a:lnTo>
                    <a:pt x="39430" y="128605"/>
                  </a:lnTo>
                  <a:lnTo>
                    <a:pt x="41882" y="120274"/>
                  </a:lnTo>
                  <a:lnTo>
                    <a:pt x="37782" y="113924"/>
                  </a:lnTo>
                  <a:lnTo>
                    <a:pt x="34707" y="111684"/>
                  </a:lnTo>
                  <a:lnTo>
                    <a:pt x="32359" y="108727"/>
                  </a:lnTo>
                  <a:lnTo>
                    <a:pt x="32710" y="107966"/>
                  </a:lnTo>
                  <a:lnTo>
                    <a:pt x="34630" y="108403"/>
                  </a:lnTo>
                  <a:lnTo>
                    <a:pt x="40108" y="112847"/>
                  </a:lnTo>
                  <a:lnTo>
                    <a:pt x="41268" y="112942"/>
                  </a:lnTo>
                  <a:lnTo>
                    <a:pt x="43565" y="111156"/>
                  </a:lnTo>
                  <a:lnTo>
                    <a:pt x="46079" y="106351"/>
                  </a:lnTo>
                  <a:lnTo>
                    <a:pt x="46865" y="106007"/>
                  </a:lnTo>
                  <a:lnTo>
                    <a:pt x="42835" y="113487"/>
                  </a:lnTo>
                  <a:lnTo>
                    <a:pt x="44908" y="111420"/>
                  </a:lnTo>
                  <a:lnTo>
                    <a:pt x="47310" y="106037"/>
                  </a:lnTo>
                  <a:lnTo>
                    <a:pt x="48531" y="100205"/>
                  </a:lnTo>
                  <a:lnTo>
                    <a:pt x="47728" y="95339"/>
                  </a:lnTo>
                  <a:lnTo>
                    <a:pt x="42971" y="94110"/>
                  </a:lnTo>
                  <a:lnTo>
                    <a:pt x="39431" y="89355"/>
                  </a:lnTo>
                  <a:lnTo>
                    <a:pt x="34248" y="87848"/>
                  </a:lnTo>
                  <a:lnTo>
                    <a:pt x="33286" y="86207"/>
                  </a:lnTo>
                  <a:lnTo>
                    <a:pt x="33417" y="80318"/>
                  </a:lnTo>
                  <a:lnTo>
                    <a:pt x="31761" y="77710"/>
                  </a:lnTo>
                  <a:lnTo>
                    <a:pt x="29294" y="76670"/>
                  </a:lnTo>
                  <a:lnTo>
                    <a:pt x="25705" y="76840"/>
                  </a:lnTo>
                  <a:lnTo>
                    <a:pt x="22771" y="74294"/>
                  </a:lnTo>
                  <a:lnTo>
                    <a:pt x="20708" y="70904"/>
                  </a:lnTo>
                  <a:lnTo>
                    <a:pt x="20289" y="68710"/>
                  </a:lnTo>
                  <a:lnTo>
                    <a:pt x="20424" y="66878"/>
                  </a:lnTo>
                  <a:lnTo>
                    <a:pt x="21371" y="65864"/>
                  </a:lnTo>
                  <a:lnTo>
                    <a:pt x="21266" y="61678"/>
                  </a:lnTo>
                  <a:lnTo>
                    <a:pt x="21432" y="55809"/>
                  </a:lnTo>
                  <a:lnTo>
                    <a:pt x="18827" y="42837"/>
                  </a:lnTo>
                  <a:lnTo>
                    <a:pt x="16857" y="40198"/>
                  </a:lnTo>
                  <a:lnTo>
                    <a:pt x="10238" y="37095"/>
                  </a:lnTo>
                  <a:lnTo>
                    <a:pt x="6985" y="34409"/>
                  </a:lnTo>
                  <a:lnTo>
                    <a:pt x="2038" y="15992"/>
                  </a:lnTo>
                  <a:lnTo>
                    <a:pt x="0" y="6310"/>
                  </a:lnTo>
                  <a:lnTo>
                    <a:pt x="547" y="0"/>
                  </a:lnTo>
                  <a:lnTo>
                    <a:pt x="44139" y="206"/>
                  </a:lnTo>
                  <a:lnTo>
                    <a:pt x="141209" y="678"/>
                  </a:lnTo>
                  <a:lnTo>
                    <a:pt x="271951" y="1820"/>
                  </a:lnTo>
                  <a:lnTo>
                    <a:pt x="266033" y="11361"/>
                  </a:lnTo>
                  <a:lnTo>
                    <a:pt x="260919" y="13946"/>
                  </a:lnTo>
                  <a:lnTo>
                    <a:pt x="260421" y="24038"/>
                  </a:lnTo>
                  <a:lnTo>
                    <a:pt x="258787" y="30614"/>
                  </a:lnTo>
                  <a:lnTo>
                    <a:pt x="393433" y="92516"/>
                  </a:lnTo>
                  <a:lnTo>
                    <a:pt x="408677" y="99573"/>
                  </a:lnTo>
                  <a:lnTo>
                    <a:pt x="528331" y="153408"/>
                  </a:lnTo>
                  <a:lnTo>
                    <a:pt x="553196" y="164522"/>
                  </a:lnTo>
                  <a:lnTo>
                    <a:pt x="604218" y="187441"/>
                  </a:lnTo>
                  <a:lnTo>
                    <a:pt x="653138" y="209426"/>
                  </a:lnTo>
                  <a:lnTo>
                    <a:pt x="668504" y="216318"/>
                  </a:lnTo>
                  <a:lnTo>
                    <a:pt x="710944" y="218859"/>
                  </a:lnTo>
                  <a:lnTo>
                    <a:pt x="751934" y="221283"/>
                  </a:lnTo>
                  <a:lnTo>
                    <a:pt x="819170" y="224957"/>
                  </a:lnTo>
                  <a:lnTo>
                    <a:pt x="931546" y="230870"/>
                  </a:lnTo>
                  <a:lnTo>
                    <a:pt x="993675" y="233555"/>
                  </a:lnTo>
                  <a:lnTo>
                    <a:pt x="996269" y="173969"/>
                  </a:lnTo>
                  <a:lnTo>
                    <a:pt x="1147900" y="179815"/>
                  </a:lnTo>
                  <a:lnTo>
                    <a:pt x="1186265" y="181076"/>
                  </a:lnTo>
                  <a:lnTo>
                    <a:pt x="1190752" y="186003"/>
                  </a:lnTo>
                  <a:lnTo>
                    <a:pt x="1194838" y="183889"/>
                  </a:lnTo>
                  <a:lnTo>
                    <a:pt x="1198773" y="185743"/>
                  </a:lnTo>
                  <a:lnTo>
                    <a:pt x="1202716" y="188412"/>
                  </a:lnTo>
                  <a:lnTo>
                    <a:pt x="1206091" y="193132"/>
                  </a:lnTo>
                  <a:lnTo>
                    <a:pt x="1212638" y="207941"/>
                  </a:lnTo>
                  <a:lnTo>
                    <a:pt x="1220037" y="222160"/>
                  </a:lnTo>
                  <a:lnTo>
                    <a:pt x="1222033" y="224685"/>
                  </a:lnTo>
                  <a:lnTo>
                    <a:pt x="1224064" y="225373"/>
                  </a:lnTo>
                  <a:lnTo>
                    <a:pt x="1235534" y="233594"/>
                  </a:lnTo>
                  <a:lnTo>
                    <a:pt x="1242309" y="234423"/>
                  </a:lnTo>
                  <a:lnTo>
                    <a:pt x="1244225" y="234693"/>
                  </a:lnTo>
                  <a:lnTo>
                    <a:pt x="1247759" y="238173"/>
                  </a:lnTo>
                  <a:lnTo>
                    <a:pt x="1249786" y="238563"/>
                  </a:lnTo>
                  <a:lnTo>
                    <a:pt x="1251891" y="245288"/>
                  </a:lnTo>
                  <a:lnTo>
                    <a:pt x="1258312" y="248372"/>
                  </a:lnTo>
                  <a:lnTo>
                    <a:pt x="1265740" y="258222"/>
                  </a:lnTo>
                  <a:lnTo>
                    <a:pt x="1268813" y="263050"/>
                  </a:lnTo>
                  <a:lnTo>
                    <a:pt x="1276730" y="269435"/>
                  </a:lnTo>
                  <a:lnTo>
                    <a:pt x="1283602" y="272377"/>
                  </a:lnTo>
                  <a:lnTo>
                    <a:pt x="1288356" y="276571"/>
                  </a:lnTo>
                  <a:lnTo>
                    <a:pt x="1290544" y="280244"/>
                  </a:lnTo>
                  <a:lnTo>
                    <a:pt x="1291180" y="285023"/>
                  </a:lnTo>
                  <a:lnTo>
                    <a:pt x="1293509" y="289208"/>
                  </a:lnTo>
                  <a:lnTo>
                    <a:pt x="1297499" y="291138"/>
                  </a:lnTo>
                  <a:lnTo>
                    <a:pt x="1300287" y="294064"/>
                  </a:lnTo>
                  <a:lnTo>
                    <a:pt x="1300021" y="294561"/>
                  </a:lnTo>
                  <a:lnTo>
                    <a:pt x="1309600" y="301694"/>
                  </a:lnTo>
                  <a:lnTo>
                    <a:pt x="1311188" y="303616"/>
                  </a:lnTo>
                  <a:lnTo>
                    <a:pt x="1311615" y="307005"/>
                  </a:lnTo>
                  <a:lnTo>
                    <a:pt x="1327226" y="315877"/>
                  </a:lnTo>
                  <a:lnTo>
                    <a:pt x="1332446" y="315440"/>
                  </a:lnTo>
                  <a:lnTo>
                    <a:pt x="1338331" y="320646"/>
                  </a:lnTo>
                  <a:lnTo>
                    <a:pt x="1343314" y="322661"/>
                  </a:lnTo>
                  <a:lnTo>
                    <a:pt x="1345454" y="326533"/>
                  </a:lnTo>
                  <a:lnTo>
                    <a:pt x="1349098" y="330714"/>
                  </a:lnTo>
                  <a:lnTo>
                    <a:pt x="1350798" y="331537"/>
                  </a:lnTo>
                  <a:lnTo>
                    <a:pt x="1355381" y="330852"/>
                  </a:lnTo>
                  <a:lnTo>
                    <a:pt x="1357770" y="334076"/>
                  </a:lnTo>
                  <a:lnTo>
                    <a:pt x="1357836" y="337593"/>
                  </a:lnTo>
                  <a:lnTo>
                    <a:pt x="1359029" y="340751"/>
                  </a:lnTo>
                  <a:lnTo>
                    <a:pt x="1364119" y="342031"/>
                  </a:lnTo>
                  <a:lnTo>
                    <a:pt x="1367374" y="346331"/>
                  </a:lnTo>
                  <a:lnTo>
                    <a:pt x="1370906" y="356505"/>
                  </a:lnTo>
                  <a:lnTo>
                    <a:pt x="1370604" y="359325"/>
                  </a:lnTo>
                  <a:lnTo>
                    <a:pt x="1370858" y="363019"/>
                  </a:lnTo>
                  <a:lnTo>
                    <a:pt x="1373932" y="372436"/>
                  </a:lnTo>
                  <a:lnTo>
                    <a:pt x="1387730" y="390578"/>
                  </a:lnTo>
                  <a:lnTo>
                    <a:pt x="1390671" y="398477"/>
                  </a:lnTo>
                  <a:lnTo>
                    <a:pt x="1389190" y="413495"/>
                  </a:lnTo>
                  <a:lnTo>
                    <a:pt x="1390828" y="432489"/>
                  </a:lnTo>
                  <a:lnTo>
                    <a:pt x="1403633" y="452670"/>
                  </a:lnTo>
                  <a:lnTo>
                    <a:pt x="1407054" y="466034"/>
                  </a:lnTo>
                  <a:lnTo>
                    <a:pt x="1409455" y="469060"/>
                  </a:lnTo>
                  <a:lnTo>
                    <a:pt x="1422334" y="478986"/>
                  </a:lnTo>
                  <a:lnTo>
                    <a:pt x="1422956" y="481566"/>
                  </a:lnTo>
                  <a:lnTo>
                    <a:pt x="1424451" y="483131"/>
                  </a:lnTo>
                  <a:lnTo>
                    <a:pt x="1431120" y="485817"/>
                  </a:lnTo>
                  <a:lnTo>
                    <a:pt x="1437803" y="486994"/>
                  </a:lnTo>
                  <a:lnTo>
                    <a:pt x="1443595" y="490916"/>
                  </a:lnTo>
                  <a:lnTo>
                    <a:pt x="1444055" y="491505"/>
                  </a:lnTo>
                  <a:lnTo>
                    <a:pt x="1443496" y="494016"/>
                  </a:lnTo>
                  <a:lnTo>
                    <a:pt x="1448856" y="503051"/>
                  </a:lnTo>
                  <a:lnTo>
                    <a:pt x="1455492" y="505791"/>
                  </a:lnTo>
                  <a:lnTo>
                    <a:pt x="1458295" y="509389"/>
                  </a:lnTo>
                  <a:lnTo>
                    <a:pt x="1463460" y="512978"/>
                  </a:lnTo>
                  <a:lnTo>
                    <a:pt x="1471203" y="516125"/>
                  </a:lnTo>
                  <a:lnTo>
                    <a:pt x="1484409" y="518262"/>
                  </a:lnTo>
                  <a:lnTo>
                    <a:pt x="1492759" y="520533"/>
                  </a:lnTo>
                  <a:lnTo>
                    <a:pt x="1493630" y="522646"/>
                  </a:lnTo>
                  <a:lnTo>
                    <a:pt x="1500718" y="531227"/>
                  </a:lnTo>
                  <a:lnTo>
                    <a:pt x="1514513" y="535965"/>
                  </a:lnTo>
                  <a:lnTo>
                    <a:pt x="1519499" y="535473"/>
                  </a:lnTo>
                  <a:lnTo>
                    <a:pt x="1529664" y="546936"/>
                  </a:lnTo>
                  <a:lnTo>
                    <a:pt x="1534725" y="550842"/>
                  </a:lnTo>
                  <a:lnTo>
                    <a:pt x="1541571" y="553536"/>
                  </a:lnTo>
                  <a:lnTo>
                    <a:pt x="1542379" y="552351"/>
                  </a:lnTo>
                  <a:lnTo>
                    <a:pt x="1544500" y="552282"/>
                  </a:lnTo>
                  <a:lnTo>
                    <a:pt x="1545117" y="553954"/>
                  </a:lnTo>
                  <a:lnTo>
                    <a:pt x="1547463" y="555575"/>
                  </a:lnTo>
                  <a:lnTo>
                    <a:pt x="1548196" y="555034"/>
                  </a:lnTo>
                  <a:lnTo>
                    <a:pt x="1553968" y="558749"/>
                  </a:lnTo>
                  <a:lnTo>
                    <a:pt x="1556864" y="557512"/>
                  </a:lnTo>
                  <a:lnTo>
                    <a:pt x="1562988" y="558790"/>
                  </a:lnTo>
                  <a:lnTo>
                    <a:pt x="1563990" y="559914"/>
                  </a:lnTo>
                  <a:lnTo>
                    <a:pt x="1568478" y="558567"/>
                  </a:lnTo>
                  <a:lnTo>
                    <a:pt x="1570431" y="554538"/>
                  </a:lnTo>
                  <a:lnTo>
                    <a:pt x="1571407" y="548457"/>
                  </a:lnTo>
                  <a:lnTo>
                    <a:pt x="1573775" y="544839"/>
                  </a:lnTo>
                  <a:lnTo>
                    <a:pt x="1579171" y="543024"/>
                  </a:lnTo>
                  <a:lnTo>
                    <a:pt x="1583582" y="535230"/>
                  </a:lnTo>
                  <a:lnTo>
                    <a:pt x="1596236" y="528787"/>
                  </a:lnTo>
                  <a:lnTo>
                    <a:pt x="1598440" y="527129"/>
                  </a:lnTo>
                  <a:lnTo>
                    <a:pt x="1598095" y="524807"/>
                  </a:lnTo>
                  <a:lnTo>
                    <a:pt x="1594046" y="522300"/>
                  </a:lnTo>
                  <a:lnTo>
                    <a:pt x="1597125" y="511531"/>
                  </a:lnTo>
                  <a:lnTo>
                    <a:pt x="1601224" y="507195"/>
                  </a:lnTo>
                  <a:lnTo>
                    <a:pt x="1603545" y="496189"/>
                  </a:lnTo>
                  <a:lnTo>
                    <a:pt x="1605744" y="489714"/>
                  </a:lnTo>
                  <a:lnTo>
                    <a:pt x="1615523" y="470789"/>
                  </a:lnTo>
                  <a:lnTo>
                    <a:pt x="1618091" y="467984"/>
                  </a:lnTo>
                  <a:lnTo>
                    <a:pt x="1619214" y="461629"/>
                  </a:lnTo>
                  <a:lnTo>
                    <a:pt x="1620973" y="458703"/>
                  </a:lnTo>
                  <a:lnTo>
                    <a:pt x="1621787" y="458304"/>
                  </a:lnTo>
                  <a:lnTo>
                    <a:pt x="1622415" y="459589"/>
                  </a:lnTo>
                  <a:lnTo>
                    <a:pt x="1626204" y="459910"/>
                  </a:lnTo>
                  <a:lnTo>
                    <a:pt x="1632687" y="457171"/>
                  </a:lnTo>
                  <a:lnTo>
                    <a:pt x="1635672" y="458556"/>
                  </a:lnTo>
                  <a:lnTo>
                    <a:pt x="1639637" y="455784"/>
                  </a:lnTo>
                  <a:lnTo>
                    <a:pt x="1639973" y="454750"/>
                  </a:lnTo>
                  <a:lnTo>
                    <a:pt x="1638991" y="453739"/>
                  </a:lnTo>
                  <a:lnTo>
                    <a:pt x="1639456" y="453300"/>
                  </a:lnTo>
                  <a:lnTo>
                    <a:pt x="1648784" y="454311"/>
                  </a:lnTo>
                  <a:lnTo>
                    <a:pt x="1653887" y="456302"/>
                  </a:lnTo>
                  <a:lnTo>
                    <a:pt x="1657350" y="444706"/>
                  </a:lnTo>
                  <a:lnTo>
                    <a:pt x="1659476" y="442173"/>
                  </a:lnTo>
                  <a:lnTo>
                    <a:pt x="1662371" y="440779"/>
                  </a:lnTo>
                  <a:lnTo>
                    <a:pt x="1664163" y="441090"/>
                  </a:lnTo>
                  <a:lnTo>
                    <a:pt x="1672521" y="445586"/>
                  </a:lnTo>
                  <a:lnTo>
                    <a:pt x="1678246" y="446530"/>
                  </a:lnTo>
                  <a:lnTo>
                    <a:pt x="1682219" y="450891"/>
                  </a:lnTo>
                  <a:lnTo>
                    <a:pt x="1690993" y="453061"/>
                  </a:lnTo>
                  <a:lnTo>
                    <a:pt x="1694005" y="452692"/>
                  </a:lnTo>
                  <a:lnTo>
                    <a:pt x="1696240" y="451007"/>
                  </a:lnTo>
                  <a:lnTo>
                    <a:pt x="1702796" y="450123"/>
                  </a:lnTo>
                  <a:lnTo>
                    <a:pt x="1708427" y="451963"/>
                  </a:lnTo>
                  <a:lnTo>
                    <a:pt x="1714067" y="451634"/>
                  </a:lnTo>
                  <a:lnTo>
                    <a:pt x="1724577" y="452779"/>
                  </a:lnTo>
                  <a:lnTo>
                    <a:pt x="1731754" y="456088"/>
                  </a:lnTo>
                  <a:lnTo>
                    <a:pt x="1743848" y="454773"/>
                  </a:lnTo>
                  <a:lnTo>
                    <a:pt x="1747654" y="452819"/>
                  </a:lnTo>
                  <a:lnTo>
                    <a:pt x="1751097" y="449681"/>
                  </a:lnTo>
                  <a:lnTo>
                    <a:pt x="1752214" y="451601"/>
                  </a:lnTo>
                  <a:lnTo>
                    <a:pt x="1752039" y="456808"/>
                  </a:lnTo>
                  <a:lnTo>
                    <a:pt x="1755998" y="455998"/>
                  </a:lnTo>
                  <a:lnTo>
                    <a:pt x="1757810" y="454640"/>
                  </a:lnTo>
                  <a:lnTo>
                    <a:pt x="1761373" y="455120"/>
                  </a:lnTo>
                  <a:lnTo>
                    <a:pt x="1766049" y="457486"/>
                  </a:lnTo>
                  <a:lnTo>
                    <a:pt x="1770857" y="467368"/>
                  </a:lnTo>
                  <a:lnTo>
                    <a:pt x="1774047" y="469295"/>
                  </a:lnTo>
                  <a:lnTo>
                    <a:pt x="1777138" y="469560"/>
                  </a:lnTo>
                  <a:lnTo>
                    <a:pt x="1779133" y="470826"/>
                  </a:lnTo>
                  <a:lnTo>
                    <a:pt x="1779285" y="472542"/>
                  </a:lnTo>
                  <a:lnTo>
                    <a:pt x="1777903" y="476772"/>
                  </a:lnTo>
                  <a:lnTo>
                    <a:pt x="1778223" y="479477"/>
                  </a:lnTo>
                  <a:lnTo>
                    <a:pt x="1779355" y="480930"/>
                  </a:lnTo>
                  <a:lnTo>
                    <a:pt x="1780491" y="481126"/>
                  </a:lnTo>
                  <a:lnTo>
                    <a:pt x="1781805" y="479156"/>
                  </a:lnTo>
                  <a:lnTo>
                    <a:pt x="1781572" y="475271"/>
                  </a:lnTo>
                  <a:lnTo>
                    <a:pt x="1782669" y="473919"/>
                  </a:lnTo>
                  <a:lnTo>
                    <a:pt x="1783564" y="473493"/>
                  </a:lnTo>
                  <a:lnTo>
                    <a:pt x="1785209" y="474500"/>
                  </a:lnTo>
                  <a:lnTo>
                    <a:pt x="1785955" y="481968"/>
                  </a:lnTo>
                  <a:lnTo>
                    <a:pt x="1784206" y="485062"/>
                  </a:lnTo>
                  <a:lnTo>
                    <a:pt x="1784022" y="487567"/>
                  </a:lnTo>
                  <a:lnTo>
                    <a:pt x="1792612" y="488281"/>
                  </a:lnTo>
                  <a:lnTo>
                    <a:pt x="1797017" y="493993"/>
                  </a:lnTo>
                  <a:lnTo>
                    <a:pt x="1803927" y="494183"/>
                  </a:lnTo>
                  <a:lnTo>
                    <a:pt x="1806922" y="495278"/>
                  </a:lnTo>
                  <a:lnTo>
                    <a:pt x="1807497" y="498369"/>
                  </a:lnTo>
                  <a:lnTo>
                    <a:pt x="1812977" y="507849"/>
                  </a:lnTo>
                  <a:lnTo>
                    <a:pt x="1819900" y="510512"/>
                  </a:lnTo>
                  <a:lnTo>
                    <a:pt x="1822497" y="513290"/>
                  </a:lnTo>
                  <a:lnTo>
                    <a:pt x="1827306" y="515748"/>
                  </a:lnTo>
                  <a:lnTo>
                    <a:pt x="1828164" y="519203"/>
                  </a:lnTo>
                  <a:lnTo>
                    <a:pt x="1837443" y="523474"/>
                  </a:lnTo>
                  <a:lnTo>
                    <a:pt x="1841221" y="530397"/>
                  </a:lnTo>
                  <a:lnTo>
                    <a:pt x="1841322" y="531820"/>
                  </a:lnTo>
                  <a:lnTo>
                    <a:pt x="1840200" y="533436"/>
                  </a:lnTo>
                  <a:lnTo>
                    <a:pt x="1840586" y="534000"/>
                  </a:lnTo>
                  <a:lnTo>
                    <a:pt x="1846218" y="539365"/>
                  </a:lnTo>
                  <a:lnTo>
                    <a:pt x="1850869" y="541415"/>
                  </a:lnTo>
                  <a:lnTo>
                    <a:pt x="1852131" y="542906"/>
                  </a:lnTo>
                  <a:lnTo>
                    <a:pt x="1855503" y="557634"/>
                  </a:lnTo>
                  <a:lnTo>
                    <a:pt x="1855301" y="563843"/>
                  </a:lnTo>
                  <a:lnTo>
                    <a:pt x="1864096" y="575867"/>
                  </a:lnTo>
                  <a:lnTo>
                    <a:pt x="1867178" y="578905"/>
                  </a:lnTo>
                  <a:lnTo>
                    <a:pt x="1870239" y="587802"/>
                  </a:lnTo>
                  <a:lnTo>
                    <a:pt x="1872780" y="600373"/>
                  </a:lnTo>
                  <a:lnTo>
                    <a:pt x="1877314" y="603095"/>
                  </a:lnTo>
                  <a:lnTo>
                    <a:pt x="1879087" y="602964"/>
                  </a:lnTo>
                  <a:lnTo>
                    <a:pt x="1878970" y="607133"/>
                  </a:lnTo>
                  <a:lnTo>
                    <a:pt x="1884682" y="610312"/>
                  </a:lnTo>
                  <a:lnTo>
                    <a:pt x="1884849" y="611697"/>
                  </a:lnTo>
                  <a:lnTo>
                    <a:pt x="1883502" y="614142"/>
                  </a:lnTo>
                  <a:lnTo>
                    <a:pt x="1883728" y="616225"/>
                  </a:lnTo>
                  <a:lnTo>
                    <a:pt x="1886024" y="619562"/>
                  </a:lnTo>
                  <a:lnTo>
                    <a:pt x="1892340" y="621551"/>
                  </a:lnTo>
                  <a:lnTo>
                    <a:pt x="1891140" y="623292"/>
                  </a:lnTo>
                  <a:lnTo>
                    <a:pt x="1888362" y="624572"/>
                  </a:lnTo>
                  <a:lnTo>
                    <a:pt x="1892008" y="628956"/>
                  </a:lnTo>
                  <a:lnTo>
                    <a:pt x="1892209" y="630648"/>
                  </a:lnTo>
                  <a:lnTo>
                    <a:pt x="1890672" y="634183"/>
                  </a:lnTo>
                  <a:lnTo>
                    <a:pt x="1891458" y="636310"/>
                  </a:lnTo>
                  <a:lnTo>
                    <a:pt x="1898107" y="645953"/>
                  </a:lnTo>
                  <a:lnTo>
                    <a:pt x="1897463" y="650664"/>
                  </a:lnTo>
                  <a:lnTo>
                    <a:pt x="1901980" y="655818"/>
                  </a:lnTo>
                  <a:lnTo>
                    <a:pt x="1905933" y="656442"/>
                  </a:lnTo>
                  <a:lnTo>
                    <a:pt x="1907337" y="661886"/>
                  </a:lnTo>
                  <a:lnTo>
                    <a:pt x="1921926" y="667772"/>
                  </a:lnTo>
                  <a:lnTo>
                    <a:pt x="1925276" y="673022"/>
                  </a:lnTo>
                  <a:lnTo>
                    <a:pt x="1925392" y="674894"/>
                  </a:lnTo>
                  <a:lnTo>
                    <a:pt x="1926409" y="676287"/>
                  </a:lnTo>
                  <a:lnTo>
                    <a:pt x="1929862" y="678168"/>
                  </a:lnTo>
                  <a:lnTo>
                    <a:pt x="1931120" y="683891"/>
                  </a:lnTo>
                  <a:lnTo>
                    <a:pt x="1933171" y="687523"/>
                  </a:lnTo>
                  <a:lnTo>
                    <a:pt x="1936396" y="688768"/>
                  </a:lnTo>
                  <a:lnTo>
                    <a:pt x="1939276" y="692885"/>
                  </a:lnTo>
                  <a:lnTo>
                    <a:pt x="1946157" y="706263"/>
                  </a:lnTo>
                  <a:lnTo>
                    <a:pt x="1947122" y="711072"/>
                  </a:lnTo>
                  <a:lnTo>
                    <a:pt x="1949865" y="713530"/>
                  </a:lnTo>
                  <a:lnTo>
                    <a:pt x="1950793" y="716675"/>
                  </a:lnTo>
                  <a:lnTo>
                    <a:pt x="1953222" y="717076"/>
                  </a:lnTo>
                  <a:lnTo>
                    <a:pt x="1959504" y="721663"/>
                  </a:lnTo>
                  <a:lnTo>
                    <a:pt x="1964430" y="728387"/>
                  </a:lnTo>
                  <a:lnTo>
                    <a:pt x="1965104" y="729918"/>
                  </a:lnTo>
                  <a:lnTo>
                    <a:pt x="1967128" y="731481"/>
                  </a:lnTo>
                  <a:lnTo>
                    <a:pt x="1976302" y="733427"/>
                  </a:lnTo>
                  <a:lnTo>
                    <a:pt x="1984843" y="736554"/>
                  </a:lnTo>
                  <a:lnTo>
                    <a:pt x="1986571" y="737846"/>
                  </a:lnTo>
                  <a:lnTo>
                    <a:pt x="1989210" y="744532"/>
                  </a:lnTo>
                  <a:lnTo>
                    <a:pt x="1988223" y="751770"/>
                  </a:lnTo>
                  <a:lnTo>
                    <a:pt x="1992295" y="751768"/>
                  </a:lnTo>
                  <a:lnTo>
                    <a:pt x="1993729" y="752864"/>
                  </a:lnTo>
                  <a:lnTo>
                    <a:pt x="1994054" y="754118"/>
                  </a:lnTo>
                  <a:lnTo>
                    <a:pt x="1992188" y="758476"/>
                  </a:lnTo>
                  <a:lnTo>
                    <a:pt x="1993174" y="763126"/>
                  </a:lnTo>
                  <a:lnTo>
                    <a:pt x="1992740" y="766715"/>
                  </a:lnTo>
                  <a:lnTo>
                    <a:pt x="1991361" y="772649"/>
                  </a:lnTo>
                  <a:lnTo>
                    <a:pt x="1989381" y="774540"/>
                  </a:lnTo>
                  <a:lnTo>
                    <a:pt x="1992602" y="777226"/>
                  </a:lnTo>
                  <a:lnTo>
                    <a:pt x="1993470" y="778915"/>
                  </a:lnTo>
                  <a:lnTo>
                    <a:pt x="1992458" y="781488"/>
                  </a:lnTo>
                  <a:lnTo>
                    <a:pt x="1993865" y="783028"/>
                  </a:lnTo>
                  <a:lnTo>
                    <a:pt x="1996214" y="781824"/>
                  </a:lnTo>
                  <a:lnTo>
                    <a:pt x="1997573" y="782299"/>
                  </a:lnTo>
                  <a:lnTo>
                    <a:pt x="1998946" y="784176"/>
                  </a:lnTo>
                  <a:lnTo>
                    <a:pt x="2000093" y="789417"/>
                  </a:lnTo>
                  <a:lnTo>
                    <a:pt x="2000923" y="793840"/>
                  </a:lnTo>
                  <a:lnTo>
                    <a:pt x="2000840" y="804858"/>
                  </a:lnTo>
                  <a:lnTo>
                    <a:pt x="1998074" y="808604"/>
                  </a:lnTo>
                  <a:lnTo>
                    <a:pt x="1999072" y="814336"/>
                  </a:lnTo>
                  <a:lnTo>
                    <a:pt x="2000886" y="815584"/>
                  </a:lnTo>
                  <a:lnTo>
                    <a:pt x="2002567" y="814654"/>
                  </a:lnTo>
                  <a:lnTo>
                    <a:pt x="2005975" y="819230"/>
                  </a:lnTo>
                  <a:lnTo>
                    <a:pt x="2005249" y="822108"/>
                  </a:lnTo>
                  <a:lnTo>
                    <a:pt x="2006326" y="824795"/>
                  </a:lnTo>
                  <a:lnTo>
                    <a:pt x="2013534" y="827768"/>
                  </a:lnTo>
                  <a:lnTo>
                    <a:pt x="2013184" y="832784"/>
                  </a:lnTo>
                  <a:lnTo>
                    <a:pt x="2014491" y="834377"/>
                  </a:lnTo>
                  <a:lnTo>
                    <a:pt x="2017149" y="834390"/>
                  </a:lnTo>
                  <a:lnTo>
                    <a:pt x="2018822" y="835263"/>
                  </a:lnTo>
                  <a:lnTo>
                    <a:pt x="2020329" y="837264"/>
                  </a:lnTo>
                  <a:lnTo>
                    <a:pt x="2023473" y="844464"/>
                  </a:lnTo>
                  <a:lnTo>
                    <a:pt x="2023918" y="849975"/>
                  </a:lnTo>
                  <a:lnTo>
                    <a:pt x="2027624" y="852634"/>
                  </a:lnTo>
                  <a:lnTo>
                    <a:pt x="2027582" y="856684"/>
                  </a:lnTo>
                  <a:lnTo>
                    <a:pt x="2028816" y="861621"/>
                  </a:lnTo>
                  <a:lnTo>
                    <a:pt x="2031477" y="866149"/>
                  </a:lnTo>
                  <a:lnTo>
                    <a:pt x="2032904" y="874153"/>
                  </a:lnTo>
                  <a:lnTo>
                    <a:pt x="2032423" y="876037"/>
                  </a:lnTo>
                  <a:lnTo>
                    <a:pt x="2032906" y="877135"/>
                  </a:lnTo>
                  <a:lnTo>
                    <a:pt x="2037672" y="878564"/>
                  </a:lnTo>
                  <a:lnTo>
                    <a:pt x="2042025" y="884785"/>
                  </a:lnTo>
                  <a:lnTo>
                    <a:pt x="2040822" y="889490"/>
                  </a:lnTo>
                  <a:lnTo>
                    <a:pt x="2039569" y="890479"/>
                  </a:lnTo>
                  <a:lnTo>
                    <a:pt x="2041667" y="893323"/>
                  </a:lnTo>
                  <a:lnTo>
                    <a:pt x="2043470" y="895344"/>
                  </a:lnTo>
                  <a:lnTo>
                    <a:pt x="2045795" y="895152"/>
                  </a:lnTo>
                  <a:lnTo>
                    <a:pt x="2048649" y="893007"/>
                  </a:lnTo>
                  <a:lnTo>
                    <a:pt x="2059325" y="898403"/>
                  </a:lnTo>
                  <a:lnTo>
                    <a:pt x="2062334" y="897278"/>
                  </a:lnTo>
                  <a:lnTo>
                    <a:pt x="2066282" y="900050"/>
                  </a:lnTo>
                  <a:lnTo>
                    <a:pt x="2073935" y="898066"/>
                  </a:lnTo>
                  <a:lnTo>
                    <a:pt x="2076261" y="898442"/>
                  </a:lnTo>
                  <a:lnTo>
                    <a:pt x="2080639" y="903934"/>
                  </a:lnTo>
                  <a:lnTo>
                    <a:pt x="2087642" y="909805"/>
                  </a:lnTo>
                  <a:lnTo>
                    <a:pt x="2091165" y="911838"/>
                  </a:lnTo>
                  <a:lnTo>
                    <a:pt x="2091390" y="913741"/>
                  </a:lnTo>
                  <a:lnTo>
                    <a:pt x="2092305" y="915102"/>
                  </a:lnTo>
                  <a:lnTo>
                    <a:pt x="2094163" y="915341"/>
                  </a:lnTo>
                  <a:lnTo>
                    <a:pt x="2096806" y="914352"/>
                  </a:lnTo>
                  <a:lnTo>
                    <a:pt x="2097879" y="912101"/>
                  </a:lnTo>
                  <a:lnTo>
                    <a:pt x="2101041" y="912245"/>
                  </a:lnTo>
                  <a:lnTo>
                    <a:pt x="2107498" y="914013"/>
                  </a:lnTo>
                  <a:lnTo>
                    <a:pt x="2109985" y="916964"/>
                  </a:lnTo>
                  <a:lnTo>
                    <a:pt x="2112639" y="916655"/>
                  </a:lnTo>
                  <a:lnTo>
                    <a:pt x="2120006" y="917835"/>
                  </a:lnTo>
                  <a:lnTo>
                    <a:pt x="2123840" y="921512"/>
                  </a:lnTo>
                  <a:lnTo>
                    <a:pt x="2140996" y="933890"/>
                  </a:lnTo>
                  <a:lnTo>
                    <a:pt x="2143905" y="935176"/>
                  </a:lnTo>
                  <a:lnTo>
                    <a:pt x="2154001" y="937387"/>
                  </a:lnTo>
                  <a:lnTo>
                    <a:pt x="2157985" y="936282"/>
                  </a:lnTo>
                  <a:lnTo>
                    <a:pt x="2160837" y="936670"/>
                  </a:lnTo>
                  <a:lnTo>
                    <a:pt x="2164752" y="938583"/>
                  </a:lnTo>
                  <a:lnTo>
                    <a:pt x="2167049" y="938595"/>
                  </a:lnTo>
                  <a:lnTo>
                    <a:pt x="2169093" y="935563"/>
                  </a:lnTo>
                  <a:lnTo>
                    <a:pt x="2174813" y="935952"/>
                  </a:lnTo>
                  <a:lnTo>
                    <a:pt x="2176424" y="937365"/>
                  </a:lnTo>
                  <a:lnTo>
                    <a:pt x="2183293" y="936408"/>
                  </a:lnTo>
                  <a:lnTo>
                    <a:pt x="2184006" y="935938"/>
                  </a:lnTo>
                  <a:lnTo>
                    <a:pt x="2202277" y="939421"/>
                  </a:lnTo>
                  <a:lnTo>
                    <a:pt x="2210959" y="939751"/>
                  </a:lnTo>
                  <a:lnTo>
                    <a:pt x="2215494" y="941197"/>
                  </a:lnTo>
                  <a:lnTo>
                    <a:pt x="2219945" y="948459"/>
                  </a:lnTo>
                  <a:lnTo>
                    <a:pt x="2226665" y="951287"/>
                  </a:lnTo>
                  <a:lnTo>
                    <a:pt x="2228303" y="953022"/>
                  </a:lnTo>
                  <a:lnTo>
                    <a:pt x="2229812" y="957472"/>
                  </a:lnTo>
                  <a:lnTo>
                    <a:pt x="2234208" y="958318"/>
                  </a:lnTo>
                  <a:lnTo>
                    <a:pt x="2236089" y="957584"/>
                  </a:lnTo>
                  <a:lnTo>
                    <a:pt x="2237714" y="958253"/>
                  </a:lnTo>
                  <a:lnTo>
                    <a:pt x="2239123" y="962125"/>
                  </a:lnTo>
                  <a:lnTo>
                    <a:pt x="2243735" y="963417"/>
                  </a:lnTo>
                  <a:lnTo>
                    <a:pt x="2247738" y="962727"/>
                  </a:lnTo>
                  <a:lnTo>
                    <a:pt x="2248828" y="959077"/>
                  </a:lnTo>
                  <a:lnTo>
                    <a:pt x="2247033" y="954116"/>
                  </a:lnTo>
                  <a:lnTo>
                    <a:pt x="2249892" y="951800"/>
                  </a:lnTo>
                  <a:lnTo>
                    <a:pt x="2254235" y="950828"/>
                  </a:lnTo>
                  <a:lnTo>
                    <a:pt x="2258550" y="947912"/>
                  </a:lnTo>
                  <a:lnTo>
                    <a:pt x="2270223" y="946264"/>
                  </a:lnTo>
                  <a:lnTo>
                    <a:pt x="2272475" y="946190"/>
                  </a:lnTo>
                  <a:lnTo>
                    <a:pt x="2273946" y="947041"/>
                  </a:lnTo>
                  <a:lnTo>
                    <a:pt x="2274416" y="955196"/>
                  </a:lnTo>
                  <a:lnTo>
                    <a:pt x="2273548" y="967582"/>
                  </a:lnTo>
                  <a:lnTo>
                    <a:pt x="2272297" y="977510"/>
                  </a:lnTo>
                  <a:lnTo>
                    <a:pt x="2269683" y="987165"/>
                  </a:lnTo>
                  <a:lnTo>
                    <a:pt x="2242019" y="1045815"/>
                  </a:lnTo>
                  <a:lnTo>
                    <a:pt x="2233784" y="1068203"/>
                  </a:lnTo>
                  <a:lnTo>
                    <a:pt x="2225802" y="1096811"/>
                  </a:lnTo>
                  <a:lnTo>
                    <a:pt x="2219825" y="1123337"/>
                  </a:lnTo>
                  <a:lnTo>
                    <a:pt x="2216466" y="1142418"/>
                  </a:lnTo>
                  <a:lnTo>
                    <a:pt x="2213998" y="1163679"/>
                  </a:lnTo>
                  <a:lnTo>
                    <a:pt x="2211808" y="1208129"/>
                  </a:lnTo>
                  <a:lnTo>
                    <a:pt x="2212516" y="1231977"/>
                  </a:lnTo>
                  <a:lnTo>
                    <a:pt x="2212253" y="1249551"/>
                  </a:lnTo>
                  <a:lnTo>
                    <a:pt x="2210197" y="1286880"/>
                  </a:lnTo>
                  <a:lnTo>
                    <a:pt x="2210551" y="1300675"/>
                  </a:lnTo>
                  <a:lnTo>
                    <a:pt x="2212537" y="1333594"/>
                  </a:lnTo>
                  <a:lnTo>
                    <a:pt x="2212366" y="1350362"/>
                  </a:lnTo>
                  <a:lnTo>
                    <a:pt x="2209998" y="1363802"/>
                  </a:lnTo>
                  <a:lnTo>
                    <a:pt x="2203681" y="1381063"/>
                  </a:lnTo>
                  <a:lnTo>
                    <a:pt x="2202334" y="1395677"/>
                  </a:lnTo>
                  <a:lnTo>
                    <a:pt x="2202972" y="1408039"/>
                  </a:lnTo>
                  <a:lnTo>
                    <a:pt x="2208041" y="1424759"/>
                  </a:lnTo>
                  <a:lnTo>
                    <a:pt x="2212547" y="1432938"/>
                  </a:lnTo>
                  <a:lnTo>
                    <a:pt x="2211486" y="1434627"/>
                  </a:lnTo>
                  <a:lnTo>
                    <a:pt x="2212839" y="1445519"/>
                  </a:lnTo>
                  <a:lnTo>
                    <a:pt x="2216357" y="1456681"/>
                  </a:lnTo>
                  <a:lnTo>
                    <a:pt x="2220055" y="1465085"/>
                  </a:lnTo>
                  <a:lnTo>
                    <a:pt x="2224293" y="1472669"/>
                  </a:lnTo>
                  <a:lnTo>
                    <a:pt x="2235157" y="1488800"/>
                  </a:lnTo>
                  <a:lnTo>
                    <a:pt x="2243922" y="1499115"/>
                  </a:lnTo>
                  <a:lnTo>
                    <a:pt x="2258030" y="1511673"/>
                  </a:lnTo>
                  <a:lnTo>
                    <a:pt x="2268546" y="1519345"/>
                  </a:lnTo>
                  <a:lnTo>
                    <a:pt x="2271161" y="1522225"/>
                  </a:lnTo>
                  <a:lnTo>
                    <a:pt x="2270915" y="1523377"/>
                  </a:lnTo>
                  <a:lnTo>
                    <a:pt x="2270924" y="1529711"/>
                  </a:lnTo>
                  <a:lnTo>
                    <a:pt x="2266067" y="1544405"/>
                  </a:lnTo>
                  <a:lnTo>
                    <a:pt x="2261994" y="1552582"/>
                  </a:lnTo>
                  <a:lnTo>
                    <a:pt x="2260976" y="1558368"/>
                  </a:lnTo>
                  <a:lnTo>
                    <a:pt x="2260943" y="1564598"/>
                  </a:lnTo>
                  <a:lnTo>
                    <a:pt x="2262103" y="1569744"/>
                  </a:lnTo>
                  <a:lnTo>
                    <a:pt x="2268603" y="1583859"/>
                  </a:lnTo>
                  <a:lnTo>
                    <a:pt x="2279741" y="1607586"/>
                  </a:lnTo>
                  <a:lnTo>
                    <a:pt x="2286561" y="1618326"/>
                  </a:lnTo>
                  <a:lnTo>
                    <a:pt x="2287979" y="1622784"/>
                  </a:lnTo>
                  <a:lnTo>
                    <a:pt x="2289657" y="1625323"/>
                  </a:lnTo>
                  <a:lnTo>
                    <a:pt x="2291072" y="1630612"/>
                  </a:lnTo>
                  <a:lnTo>
                    <a:pt x="2291331" y="1635161"/>
                  </a:lnTo>
                  <a:lnTo>
                    <a:pt x="2293142" y="1639031"/>
                  </a:lnTo>
                  <a:lnTo>
                    <a:pt x="2295192" y="1642800"/>
                  </a:lnTo>
                  <a:lnTo>
                    <a:pt x="2299510" y="1648113"/>
                  </a:lnTo>
                  <a:lnTo>
                    <a:pt x="2308992" y="1657768"/>
                  </a:lnTo>
                  <a:lnTo>
                    <a:pt x="2318122" y="1665311"/>
                  </a:lnTo>
                  <a:lnTo>
                    <a:pt x="2326110" y="1675765"/>
                  </a:lnTo>
                  <a:lnTo>
                    <a:pt x="2344021" y="1693291"/>
                  </a:lnTo>
                  <a:lnTo>
                    <a:pt x="2354205" y="1704275"/>
                  </a:lnTo>
                  <a:lnTo>
                    <a:pt x="2371236" y="1723718"/>
                  </a:lnTo>
                  <a:lnTo>
                    <a:pt x="2372624" y="1727915"/>
                  </a:lnTo>
                  <a:lnTo>
                    <a:pt x="2377547" y="1733869"/>
                  </a:lnTo>
                  <a:lnTo>
                    <a:pt x="2387849" y="1745884"/>
                  </a:lnTo>
                  <a:lnTo>
                    <a:pt x="2392805" y="1756337"/>
                  </a:lnTo>
                  <a:lnTo>
                    <a:pt x="2393648" y="1759050"/>
                  </a:lnTo>
                  <a:lnTo>
                    <a:pt x="2393465" y="1762085"/>
                  </a:lnTo>
                  <a:lnTo>
                    <a:pt x="2398064" y="1780117"/>
                  </a:lnTo>
                  <a:lnTo>
                    <a:pt x="2400081" y="1783919"/>
                  </a:lnTo>
                  <a:lnTo>
                    <a:pt x="2404084" y="1788927"/>
                  </a:lnTo>
                  <a:lnTo>
                    <a:pt x="2406248" y="1791026"/>
                  </a:lnTo>
                  <a:lnTo>
                    <a:pt x="2406926" y="1793379"/>
                  </a:lnTo>
                  <a:lnTo>
                    <a:pt x="2405648" y="1794742"/>
                  </a:lnTo>
                  <a:lnTo>
                    <a:pt x="2405551" y="1799796"/>
                  </a:lnTo>
                  <a:lnTo>
                    <a:pt x="2407646" y="1805126"/>
                  </a:lnTo>
                  <a:lnTo>
                    <a:pt x="2407216" y="1807292"/>
                  </a:lnTo>
                  <a:lnTo>
                    <a:pt x="2408642" y="1810634"/>
                  </a:lnTo>
                  <a:lnTo>
                    <a:pt x="2413390" y="1815654"/>
                  </a:lnTo>
                  <a:lnTo>
                    <a:pt x="2418801" y="1818832"/>
                  </a:lnTo>
                  <a:lnTo>
                    <a:pt x="2423003" y="1820555"/>
                  </a:lnTo>
                  <a:lnTo>
                    <a:pt x="2430392" y="1825869"/>
                  </a:lnTo>
                  <a:lnTo>
                    <a:pt x="2429867" y="1826765"/>
                  </a:lnTo>
                  <a:lnTo>
                    <a:pt x="2432164" y="1830593"/>
                  </a:lnTo>
                  <a:lnTo>
                    <a:pt x="2435464" y="1833109"/>
                  </a:lnTo>
                  <a:lnTo>
                    <a:pt x="2434039" y="1836296"/>
                  </a:lnTo>
                  <a:lnTo>
                    <a:pt x="2435012" y="1839596"/>
                  </a:lnTo>
                  <a:lnTo>
                    <a:pt x="2436388" y="1842096"/>
                  </a:lnTo>
                  <a:lnTo>
                    <a:pt x="2440615" y="1844587"/>
                  </a:lnTo>
                  <a:lnTo>
                    <a:pt x="2445418" y="1845230"/>
                  </a:lnTo>
                  <a:lnTo>
                    <a:pt x="2449673" y="1844021"/>
                  </a:lnTo>
                  <a:lnTo>
                    <a:pt x="2451043" y="1845053"/>
                  </a:lnTo>
                  <a:lnTo>
                    <a:pt x="2453059" y="1857172"/>
                  </a:lnTo>
                  <a:lnTo>
                    <a:pt x="2455769" y="1864644"/>
                  </a:lnTo>
                  <a:lnTo>
                    <a:pt x="2459713" y="1869214"/>
                  </a:lnTo>
                  <a:lnTo>
                    <a:pt x="2464654" y="1872965"/>
                  </a:lnTo>
                  <a:lnTo>
                    <a:pt x="2473196" y="1876657"/>
                  </a:lnTo>
                  <a:lnTo>
                    <a:pt x="2481175" y="1878853"/>
                  </a:lnTo>
                  <a:lnTo>
                    <a:pt x="2484087" y="1881336"/>
                  </a:lnTo>
                  <a:lnTo>
                    <a:pt x="2490789" y="1884356"/>
                  </a:lnTo>
                  <a:lnTo>
                    <a:pt x="2499067" y="1886449"/>
                  </a:lnTo>
                  <a:lnTo>
                    <a:pt x="2508770" y="1887339"/>
                  </a:lnTo>
                  <a:lnTo>
                    <a:pt x="2519827" y="1887355"/>
                  </a:lnTo>
                  <a:lnTo>
                    <a:pt x="2538522" y="1885914"/>
                  </a:lnTo>
                  <a:lnTo>
                    <a:pt x="2543278" y="1887188"/>
                  </a:lnTo>
                  <a:lnTo>
                    <a:pt x="2551579" y="1886986"/>
                  </a:lnTo>
                  <a:lnTo>
                    <a:pt x="2556353" y="1889600"/>
                  </a:lnTo>
                  <a:lnTo>
                    <a:pt x="2568988" y="1899649"/>
                  </a:lnTo>
                  <a:lnTo>
                    <a:pt x="2569111" y="1901961"/>
                  </a:lnTo>
                  <a:lnTo>
                    <a:pt x="2574005" y="1904163"/>
                  </a:lnTo>
                  <a:lnTo>
                    <a:pt x="2581610" y="1905506"/>
                  </a:lnTo>
                  <a:lnTo>
                    <a:pt x="2588192" y="1905408"/>
                  </a:lnTo>
                  <a:lnTo>
                    <a:pt x="2598527" y="1906239"/>
                  </a:lnTo>
                  <a:lnTo>
                    <a:pt x="2602168" y="1910113"/>
                  </a:lnTo>
                  <a:lnTo>
                    <a:pt x="2604484" y="1917696"/>
                  </a:lnTo>
                  <a:lnTo>
                    <a:pt x="2609376" y="1924559"/>
                  </a:lnTo>
                  <a:lnTo>
                    <a:pt x="2616473" y="1929995"/>
                  </a:lnTo>
                  <a:lnTo>
                    <a:pt x="2624029" y="1939696"/>
                  </a:lnTo>
                  <a:lnTo>
                    <a:pt x="2626937" y="1948692"/>
                  </a:lnTo>
                  <a:lnTo>
                    <a:pt x="2628318" y="1950131"/>
                  </a:lnTo>
                  <a:lnTo>
                    <a:pt x="2635804" y="1954003"/>
                  </a:lnTo>
                  <a:lnTo>
                    <a:pt x="2644018" y="1954940"/>
                  </a:lnTo>
                  <a:lnTo>
                    <a:pt x="2658910" y="1952407"/>
                  </a:lnTo>
                  <a:lnTo>
                    <a:pt x="2673160" y="1948478"/>
                  </a:lnTo>
                  <a:lnTo>
                    <a:pt x="2686789" y="1944464"/>
                  </a:lnTo>
                  <a:lnTo>
                    <a:pt x="2760952" y="1914513"/>
                  </a:lnTo>
                  <a:lnTo>
                    <a:pt x="2776814" y="1910268"/>
                  </a:lnTo>
                  <a:lnTo>
                    <a:pt x="2814463" y="1906704"/>
                  </a:lnTo>
                  <a:lnTo>
                    <a:pt x="2820304" y="1907625"/>
                  </a:lnTo>
                  <a:lnTo>
                    <a:pt x="2828092" y="1907254"/>
                  </a:lnTo>
                  <a:lnTo>
                    <a:pt x="2835790" y="1906066"/>
                  </a:lnTo>
                  <a:lnTo>
                    <a:pt x="2842755" y="1903799"/>
                  </a:lnTo>
                  <a:lnTo>
                    <a:pt x="2849972" y="1899800"/>
                  </a:lnTo>
                  <a:lnTo>
                    <a:pt x="2855553" y="1894746"/>
                  </a:lnTo>
                  <a:lnTo>
                    <a:pt x="2860317" y="1888533"/>
                  </a:lnTo>
                  <a:lnTo>
                    <a:pt x="2862520" y="1884326"/>
                  </a:lnTo>
                  <a:lnTo>
                    <a:pt x="2866177" y="1881238"/>
                  </a:lnTo>
                  <a:lnTo>
                    <a:pt x="2883614" y="1877193"/>
                  </a:lnTo>
                  <a:lnTo>
                    <a:pt x="2891250" y="1874374"/>
                  </a:lnTo>
                  <a:lnTo>
                    <a:pt x="2904205" y="1871048"/>
                  </a:lnTo>
                  <a:lnTo>
                    <a:pt x="2952369" y="1863829"/>
                  </a:lnTo>
                  <a:lnTo>
                    <a:pt x="2955552" y="1864456"/>
                  </a:lnTo>
                  <a:lnTo>
                    <a:pt x="2962384" y="1872237"/>
                  </a:lnTo>
                  <a:lnTo>
                    <a:pt x="2968067" y="1874144"/>
                  </a:lnTo>
                  <a:lnTo>
                    <a:pt x="2971753" y="1871569"/>
                  </a:lnTo>
                  <a:lnTo>
                    <a:pt x="2968206" y="1869062"/>
                  </a:lnTo>
                  <a:lnTo>
                    <a:pt x="2969469" y="1867268"/>
                  </a:lnTo>
                  <a:lnTo>
                    <a:pt x="2975427" y="1866447"/>
                  </a:lnTo>
                  <a:lnTo>
                    <a:pt x="2981576" y="1864433"/>
                  </a:lnTo>
                  <a:lnTo>
                    <a:pt x="2994082" y="1856439"/>
                  </a:lnTo>
                  <a:lnTo>
                    <a:pt x="3003942" y="1851428"/>
                  </a:lnTo>
                  <a:lnTo>
                    <a:pt x="3007570" y="1850710"/>
                  </a:lnTo>
                  <a:lnTo>
                    <a:pt x="3010871" y="1848247"/>
                  </a:lnTo>
                  <a:lnTo>
                    <a:pt x="3016772" y="1841935"/>
                  </a:lnTo>
                  <a:lnTo>
                    <a:pt x="3023247" y="1833311"/>
                  </a:lnTo>
                  <a:lnTo>
                    <a:pt x="3030841" y="1827953"/>
                  </a:lnTo>
                  <a:lnTo>
                    <a:pt x="3048291" y="1818056"/>
                  </a:lnTo>
                  <a:lnTo>
                    <a:pt x="3056141" y="1812459"/>
                  </a:lnTo>
                  <a:lnTo>
                    <a:pt x="3056885" y="1810790"/>
                  </a:lnTo>
                  <a:lnTo>
                    <a:pt x="3060466" y="1807395"/>
                  </a:lnTo>
                  <a:lnTo>
                    <a:pt x="3080830" y="1791444"/>
                  </a:lnTo>
                  <a:lnTo>
                    <a:pt x="3097274" y="1774022"/>
                  </a:lnTo>
                  <a:lnTo>
                    <a:pt x="3102004" y="1765865"/>
                  </a:lnTo>
                  <a:lnTo>
                    <a:pt x="3101259" y="1760359"/>
                  </a:lnTo>
                  <a:lnTo>
                    <a:pt x="3102695" y="1755201"/>
                  </a:lnTo>
                  <a:lnTo>
                    <a:pt x="3102876" y="1747274"/>
                  </a:lnTo>
                  <a:lnTo>
                    <a:pt x="3101876" y="1745387"/>
                  </a:lnTo>
                  <a:lnTo>
                    <a:pt x="3101768" y="1738292"/>
                  </a:lnTo>
                  <a:lnTo>
                    <a:pt x="3103410" y="1733714"/>
                  </a:lnTo>
                  <a:lnTo>
                    <a:pt x="3103726" y="1729857"/>
                  </a:lnTo>
                  <a:lnTo>
                    <a:pt x="3100976" y="1727017"/>
                  </a:lnTo>
                  <a:lnTo>
                    <a:pt x="3100415" y="1724978"/>
                  </a:lnTo>
                  <a:lnTo>
                    <a:pt x="3104845" y="1718117"/>
                  </a:lnTo>
                  <a:lnTo>
                    <a:pt x="3105478" y="1712945"/>
                  </a:lnTo>
                  <a:lnTo>
                    <a:pt x="3109829" y="1708026"/>
                  </a:lnTo>
                  <a:lnTo>
                    <a:pt x="3123396" y="1697051"/>
                  </a:lnTo>
                  <a:lnTo>
                    <a:pt x="3129854" y="1684602"/>
                  </a:lnTo>
                  <a:lnTo>
                    <a:pt x="3126849" y="1681532"/>
                  </a:lnTo>
                  <a:lnTo>
                    <a:pt x="3126584" y="1680136"/>
                  </a:lnTo>
                  <a:lnTo>
                    <a:pt x="3127587" y="1679164"/>
                  </a:lnTo>
                  <a:lnTo>
                    <a:pt x="3127372" y="1678475"/>
                  </a:lnTo>
                  <a:lnTo>
                    <a:pt x="3123361" y="1671768"/>
                  </a:lnTo>
                  <a:lnTo>
                    <a:pt x="3124347" y="1664819"/>
                  </a:lnTo>
                  <a:lnTo>
                    <a:pt x="3122798" y="1661099"/>
                  </a:lnTo>
                  <a:lnTo>
                    <a:pt x="3121832" y="1658852"/>
                  </a:lnTo>
                  <a:lnTo>
                    <a:pt x="3122554" y="1657493"/>
                  </a:lnTo>
                  <a:lnTo>
                    <a:pt x="3122906" y="1652117"/>
                  </a:lnTo>
                  <a:lnTo>
                    <a:pt x="3122093" y="1651058"/>
                  </a:lnTo>
                  <a:lnTo>
                    <a:pt x="3120781" y="1637819"/>
                  </a:lnTo>
                  <a:lnTo>
                    <a:pt x="3120982" y="1630519"/>
                  </a:lnTo>
                  <a:lnTo>
                    <a:pt x="3117664" y="1618155"/>
                  </a:lnTo>
                  <a:lnTo>
                    <a:pt x="3117405" y="1614800"/>
                  </a:lnTo>
                  <a:lnTo>
                    <a:pt x="3122704" y="1595534"/>
                  </a:lnTo>
                  <a:lnTo>
                    <a:pt x="3122253" y="1585465"/>
                  </a:lnTo>
                  <a:lnTo>
                    <a:pt x="3126203" y="1578401"/>
                  </a:lnTo>
                  <a:lnTo>
                    <a:pt x="3126210" y="1577446"/>
                  </a:lnTo>
                  <a:lnTo>
                    <a:pt x="3125267" y="1577002"/>
                  </a:lnTo>
                  <a:lnTo>
                    <a:pt x="3124705" y="1573389"/>
                  </a:lnTo>
                  <a:lnTo>
                    <a:pt x="3125748" y="1568226"/>
                  </a:lnTo>
                  <a:lnTo>
                    <a:pt x="3128946" y="1553857"/>
                  </a:lnTo>
                  <a:lnTo>
                    <a:pt x="3132098" y="1546957"/>
                  </a:lnTo>
                  <a:lnTo>
                    <a:pt x="3135245" y="1543612"/>
                  </a:lnTo>
                  <a:lnTo>
                    <a:pt x="3148252" y="1534069"/>
                  </a:lnTo>
                  <a:lnTo>
                    <a:pt x="3160446" y="1524775"/>
                  </a:lnTo>
                  <a:lnTo>
                    <a:pt x="3172222" y="1521071"/>
                  </a:lnTo>
                  <a:lnTo>
                    <a:pt x="3183718" y="1512747"/>
                  </a:lnTo>
                  <a:lnTo>
                    <a:pt x="3187680" y="1511097"/>
                  </a:lnTo>
                  <a:lnTo>
                    <a:pt x="3211573" y="1502955"/>
                  </a:lnTo>
                  <a:lnTo>
                    <a:pt x="3232937" y="1497279"/>
                  </a:lnTo>
                  <a:lnTo>
                    <a:pt x="3237077" y="1496309"/>
                  </a:lnTo>
                  <a:lnTo>
                    <a:pt x="3252854" y="1492761"/>
                  </a:lnTo>
                  <a:lnTo>
                    <a:pt x="3264588" y="1490457"/>
                  </a:lnTo>
                  <a:lnTo>
                    <a:pt x="3272804" y="1488833"/>
                  </a:lnTo>
                  <a:lnTo>
                    <a:pt x="3279127" y="1487790"/>
                  </a:lnTo>
                  <a:lnTo>
                    <a:pt x="3283616" y="1486200"/>
                  </a:lnTo>
                  <a:lnTo>
                    <a:pt x="3295292" y="1483256"/>
                  </a:lnTo>
                  <a:lnTo>
                    <a:pt x="3311233" y="1479554"/>
                  </a:lnTo>
                  <a:lnTo>
                    <a:pt x="3316207" y="1476325"/>
                  </a:lnTo>
                  <a:lnTo>
                    <a:pt x="3323286" y="1474203"/>
                  </a:lnTo>
                  <a:lnTo>
                    <a:pt x="3327860" y="1471209"/>
                  </a:lnTo>
                  <a:lnTo>
                    <a:pt x="3336800" y="1461070"/>
                  </a:lnTo>
                  <a:lnTo>
                    <a:pt x="3345521" y="1458437"/>
                  </a:lnTo>
                  <a:lnTo>
                    <a:pt x="3347261" y="1458548"/>
                  </a:lnTo>
                  <a:lnTo>
                    <a:pt x="3350864" y="1457006"/>
                  </a:lnTo>
                  <a:lnTo>
                    <a:pt x="3363450" y="1452739"/>
                  </a:lnTo>
                  <a:lnTo>
                    <a:pt x="3367903" y="1452528"/>
                  </a:lnTo>
                  <a:lnTo>
                    <a:pt x="3373071" y="1453747"/>
                  </a:lnTo>
                  <a:lnTo>
                    <a:pt x="3378775" y="1452515"/>
                  </a:lnTo>
                  <a:lnTo>
                    <a:pt x="3381800" y="1451317"/>
                  </a:lnTo>
                  <a:lnTo>
                    <a:pt x="3382466" y="1449773"/>
                  </a:lnTo>
                  <a:lnTo>
                    <a:pt x="3388111" y="1445352"/>
                  </a:lnTo>
                  <a:lnTo>
                    <a:pt x="3391376" y="1442939"/>
                  </a:lnTo>
                  <a:lnTo>
                    <a:pt x="3394552" y="1441942"/>
                  </a:lnTo>
                  <a:lnTo>
                    <a:pt x="3405515" y="1442694"/>
                  </a:lnTo>
                  <a:lnTo>
                    <a:pt x="3415570" y="1441872"/>
                  </a:lnTo>
                  <a:lnTo>
                    <a:pt x="3428425" y="1445602"/>
                  </a:lnTo>
                  <a:lnTo>
                    <a:pt x="3445310" y="1449754"/>
                  </a:lnTo>
                  <a:lnTo>
                    <a:pt x="3469333" y="1452264"/>
                  </a:lnTo>
                  <a:lnTo>
                    <a:pt x="3475118" y="1452369"/>
                  </a:lnTo>
                  <a:lnTo>
                    <a:pt x="3480043" y="1454532"/>
                  </a:lnTo>
                  <a:lnTo>
                    <a:pt x="3485859" y="1454907"/>
                  </a:lnTo>
                  <a:lnTo>
                    <a:pt x="3493749" y="1457409"/>
                  </a:lnTo>
                  <a:lnTo>
                    <a:pt x="3502193" y="1455732"/>
                  </a:lnTo>
                  <a:lnTo>
                    <a:pt x="3507544" y="1456226"/>
                  </a:lnTo>
                  <a:lnTo>
                    <a:pt x="3518753" y="1451238"/>
                  </a:lnTo>
                  <a:lnTo>
                    <a:pt x="3520985" y="1449543"/>
                  </a:lnTo>
                  <a:lnTo>
                    <a:pt x="3521195" y="1442313"/>
                  </a:lnTo>
                  <a:lnTo>
                    <a:pt x="3520901" y="1439495"/>
                  </a:lnTo>
                  <a:lnTo>
                    <a:pt x="3518004" y="1438879"/>
                  </a:lnTo>
                  <a:lnTo>
                    <a:pt x="3520479" y="1435456"/>
                  </a:lnTo>
                  <a:lnTo>
                    <a:pt x="3522769" y="1433709"/>
                  </a:lnTo>
                  <a:lnTo>
                    <a:pt x="3533970" y="1439435"/>
                  </a:lnTo>
                  <a:lnTo>
                    <a:pt x="3536977" y="1441884"/>
                  </a:lnTo>
                  <a:lnTo>
                    <a:pt x="3537644" y="1439801"/>
                  </a:lnTo>
                  <a:lnTo>
                    <a:pt x="3535061" y="1438498"/>
                  </a:lnTo>
                  <a:lnTo>
                    <a:pt x="3534160" y="1438847"/>
                  </a:lnTo>
                  <a:lnTo>
                    <a:pt x="3534620" y="1435876"/>
                  </a:lnTo>
                  <a:lnTo>
                    <a:pt x="3540053" y="1441740"/>
                  </a:lnTo>
                  <a:lnTo>
                    <a:pt x="3540819" y="1444668"/>
                  </a:lnTo>
                  <a:lnTo>
                    <a:pt x="3545144" y="1451017"/>
                  </a:lnTo>
                  <a:lnTo>
                    <a:pt x="3549580" y="1455376"/>
                  </a:lnTo>
                  <a:lnTo>
                    <a:pt x="3555990" y="1474155"/>
                  </a:lnTo>
                  <a:lnTo>
                    <a:pt x="3559507" y="1475346"/>
                  </a:lnTo>
                  <a:lnTo>
                    <a:pt x="3558203" y="1471742"/>
                  </a:lnTo>
                  <a:lnTo>
                    <a:pt x="3558772" y="1465939"/>
                  </a:lnTo>
                  <a:lnTo>
                    <a:pt x="3560984" y="1464412"/>
                  </a:lnTo>
                  <a:lnTo>
                    <a:pt x="3561920" y="1462128"/>
                  </a:lnTo>
                  <a:lnTo>
                    <a:pt x="3561315" y="1459142"/>
                  </a:lnTo>
                  <a:lnTo>
                    <a:pt x="3556625" y="1453384"/>
                  </a:lnTo>
                  <a:lnTo>
                    <a:pt x="3557241" y="1452384"/>
                  </a:lnTo>
                  <a:lnTo>
                    <a:pt x="3560553" y="1453064"/>
                  </a:lnTo>
                  <a:lnTo>
                    <a:pt x="3561606" y="1456050"/>
                  </a:lnTo>
                  <a:lnTo>
                    <a:pt x="3562136" y="1461673"/>
                  </a:lnTo>
                  <a:lnTo>
                    <a:pt x="3559891" y="1470131"/>
                  </a:lnTo>
                  <a:lnTo>
                    <a:pt x="3562324" y="1475744"/>
                  </a:lnTo>
                  <a:lnTo>
                    <a:pt x="3562593" y="1479240"/>
                  </a:lnTo>
                  <a:lnTo>
                    <a:pt x="3562382" y="1483360"/>
                  </a:lnTo>
                  <a:lnTo>
                    <a:pt x="3563391" y="1485969"/>
                  </a:lnTo>
                  <a:lnTo>
                    <a:pt x="3565039" y="1487485"/>
                  </a:lnTo>
                  <a:lnTo>
                    <a:pt x="3568491" y="1488525"/>
                  </a:lnTo>
                  <a:lnTo>
                    <a:pt x="3569945" y="1489979"/>
                  </a:lnTo>
                  <a:lnTo>
                    <a:pt x="3567335" y="1500170"/>
                  </a:lnTo>
                  <a:lnTo>
                    <a:pt x="3563849" y="1503998"/>
                  </a:lnTo>
                  <a:lnTo>
                    <a:pt x="3562027" y="1515727"/>
                  </a:lnTo>
                  <a:lnTo>
                    <a:pt x="3561385" y="1519844"/>
                  </a:lnTo>
                  <a:lnTo>
                    <a:pt x="3558707" y="1527704"/>
                  </a:lnTo>
                  <a:lnTo>
                    <a:pt x="3553606" y="1533536"/>
                  </a:lnTo>
                  <a:lnTo>
                    <a:pt x="3549125" y="1541830"/>
                  </a:lnTo>
                  <a:lnTo>
                    <a:pt x="3549543" y="1544120"/>
                  </a:lnTo>
                  <a:lnTo>
                    <a:pt x="3543254" y="1549967"/>
                  </a:lnTo>
                  <a:lnTo>
                    <a:pt x="3534780" y="1563506"/>
                  </a:lnTo>
                  <a:lnTo>
                    <a:pt x="3532287" y="1566090"/>
                  </a:lnTo>
                  <a:lnTo>
                    <a:pt x="3531685" y="1566994"/>
                  </a:lnTo>
                  <a:lnTo>
                    <a:pt x="3531323" y="1567318"/>
                  </a:lnTo>
                  <a:lnTo>
                    <a:pt x="3529732" y="1568291"/>
                  </a:lnTo>
                  <a:lnTo>
                    <a:pt x="3527129" y="1571848"/>
                  </a:lnTo>
                  <a:lnTo>
                    <a:pt x="3519740" y="1577899"/>
                  </a:lnTo>
                  <a:lnTo>
                    <a:pt x="3517356" y="1580761"/>
                  </a:lnTo>
                  <a:lnTo>
                    <a:pt x="3512022" y="1590134"/>
                  </a:lnTo>
                  <a:lnTo>
                    <a:pt x="3509968" y="1593516"/>
                  </a:lnTo>
                  <a:lnTo>
                    <a:pt x="3506912" y="1601357"/>
                  </a:lnTo>
                  <a:lnTo>
                    <a:pt x="3507277" y="1602263"/>
                  </a:lnTo>
                  <a:lnTo>
                    <a:pt x="3506801" y="1603251"/>
                  </a:lnTo>
                  <a:lnTo>
                    <a:pt x="3506910" y="1603714"/>
                  </a:lnTo>
                  <a:lnTo>
                    <a:pt x="3506221" y="1606008"/>
                  </a:lnTo>
                  <a:lnTo>
                    <a:pt x="3499752" y="1615715"/>
                  </a:lnTo>
                  <a:lnTo>
                    <a:pt x="3496846" y="1624771"/>
                  </a:lnTo>
                  <a:lnTo>
                    <a:pt x="3495307" y="1632469"/>
                  </a:lnTo>
                  <a:lnTo>
                    <a:pt x="3495008" y="1635970"/>
                  </a:lnTo>
                  <a:lnTo>
                    <a:pt x="3496208" y="1645846"/>
                  </a:lnTo>
                  <a:lnTo>
                    <a:pt x="3500055" y="1654278"/>
                  </a:lnTo>
                  <a:lnTo>
                    <a:pt x="3502172" y="1654881"/>
                  </a:lnTo>
                  <a:lnTo>
                    <a:pt x="3503478" y="1660286"/>
                  </a:lnTo>
                  <a:lnTo>
                    <a:pt x="3501556" y="1666989"/>
                  </a:lnTo>
                  <a:lnTo>
                    <a:pt x="3499587" y="1668198"/>
                  </a:lnTo>
                  <a:lnTo>
                    <a:pt x="3498970" y="1669551"/>
                  </a:lnTo>
                  <a:lnTo>
                    <a:pt x="3498781" y="1671540"/>
                  </a:lnTo>
                  <a:lnTo>
                    <a:pt x="3500092" y="1674020"/>
                  </a:lnTo>
                  <a:lnTo>
                    <a:pt x="3499098" y="1674946"/>
                  </a:lnTo>
                  <a:lnTo>
                    <a:pt x="3497798" y="1673794"/>
                  </a:lnTo>
                  <a:lnTo>
                    <a:pt x="3498509" y="1667825"/>
                  </a:lnTo>
                  <a:lnTo>
                    <a:pt x="3499111" y="1667077"/>
                  </a:lnTo>
                  <a:lnTo>
                    <a:pt x="3501389" y="1666834"/>
                  </a:lnTo>
                  <a:lnTo>
                    <a:pt x="3503283" y="1659879"/>
                  </a:lnTo>
                  <a:lnTo>
                    <a:pt x="3502436" y="1656572"/>
                  </a:lnTo>
                  <a:lnTo>
                    <a:pt x="3499338" y="1653685"/>
                  </a:lnTo>
                  <a:lnTo>
                    <a:pt x="3497542" y="1653138"/>
                  </a:lnTo>
                  <a:lnTo>
                    <a:pt x="3500659" y="1660470"/>
                  </a:lnTo>
                  <a:lnTo>
                    <a:pt x="3495860" y="1671335"/>
                  </a:lnTo>
                  <a:lnTo>
                    <a:pt x="3494110" y="1672584"/>
                  </a:lnTo>
                  <a:lnTo>
                    <a:pt x="3490422" y="1673385"/>
                  </a:lnTo>
                  <a:lnTo>
                    <a:pt x="3489098" y="1671839"/>
                  </a:lnTo>
                  <a:lnTo>
                    <a:pt x="3486366" y="1674516"/>
                  </a:lnTo>
                  <a:lnTo>
                    <a:pt x="3479780" y="1688657"/>
                  </a:lnTo>
                  <a:lnTo>
                    <a:pt x="3479036" y="1693747"/>
                  </a:lnTo>
                  <a:lnTo>
                    <a:pt x="3477668" y="1698402"/>
                  </a:lnTo>
                  <a:lnTo>
                    <a:pt x="3476134" y="1698608"/>
                  </a:lnTo>
                  <a:lnTo>
                    <a:pt x="3475275" y="1697223"/>
                  </a:lnTo>
                  <a:lnTo>
                    <a:pt x="3476762" y="1697172"/>
                  </a:lnTo>
                  <a:lnTo>
                    <a:pt x="3478294" y="1695770"/>
                  </a:lnTo>
                  <a:lnTo>
                    <a:pt x="3478966" y="1689092"/>
                  </a:lnTo>
                  <a:lnTo>
                    <a:pt x="3473613" y="1690192"/>
                  </a:lnTo>
                  <a:lnTo>
                    <a:pt x="3467992" y="1692720"/>
                  </a:lnTo>
                  <a:lnTo>
                    <a:pt x="3467932" y="1701584"/>
                  </a:lnTo>
                  <a:lnTo>
                    <a:pt x="3474330" y="1707360"/>
                  </a:lnTo>
                  <a:lnTo>
                    <a:pt x="3476679" y="1706100"/>
                  </a:lnTo>
                  <a:lnTo>
                    <a:pt x="3477252" y="1705292"/>
                  </a:lnTo>
                  <a:lnTo>
                    <a:pt x="3476679" y="1705085"/>
                  </a:lnTo>
                  <a:lnTo>
                    <a:pt x="3475203" y="1705784"/>
                  </a:lnTo>
                  <a:lnTo>
                    <a:pt x="3477133" y="1704570"/>
                  </a:lnTo>
                  <a:lnTo>
                    <a:pt x="3479262" y="1709627"/>
                  </a:lnTo>
                  <a:lnTo>
                    <a:pt x="3479327" y="1710712"/>
                  </a:lnTo>
                  <a:lnTo>
                    <a:pt x="3478262" y="1711097"/>
                  </a:lnTo>
                  <a:lnTo>
                    <a:pt x="3478571" y="1712584"/>
                  </a:lnTo>
                  <a:lnTo>
                    <a:pt x="3480208" y="1713383"/>
                  </a:lnTo>
                  <a:lnTo>
                    <a:pt x="3481233" y="1712625"/>
                  </a:lnTo>
                  <a:lnTo>
                    <a:pt x="3483167" y="1707855"/>
                  </a:lnTo>
                  <a:lnTo>
                    <a:pt x="3485055" y="1705963"/>
                  </a:lnTo>
                  <a:lnTo>
                    <a:pt x="3492290" y="1703778"/>
                  </a:lnTo>
                  <a:lnTo>
                    <a:pt x="3494446" y="1704101"/>
                  </a:lnTo>
                  <a:lnTo>
                    <a:pt x="3501001" y="1699718"/>
                  </a:lnTo>
                  <a:lnTo>
                    <a:pt x="3504630" y="1698280"/>
                  </a:lnTo>
                  <a:lnTo>
                    <a:pt x="3503920" y="1692336"/>
                  </a:lnTo>
                  <a:lnTo>
                    <a:pt x="3509746" y="1697447"/>
                  </a:lnTo>
                  <a:lnTo>
                    <a:pt x="3508770" y="1710701"/>
                  </a:lnTo>
                  <a:lnTo>
                    <a:pt x="3507809" y="1714073"/>
                  </a:lnTo>
                  <a:lnTo>
                    <a:pt x="3504234" y="1718246"/>
                  </a:lnTo>
                  <a:lnTo>
                    <a:pt x="3501778" y="1719616"/>
                  </a:lnTo>
                  <a:lnTo>
                    <a:pt x="3498128" y="1725415"/>
                  </a:lnTo>
                  <a:lnTo>
                    <a:pt x="3494137" y="1726293"/>
                  </a:lnTo>
                  <a:lnTo>
                    <a:pt x="3493332" y="1726083"/>
                  </a:lnTo>
                  <a:lnTo>
                    <a:pt x="3494704" y="1726086"/>
                  </a:lnTo>
                  <a:lnTo>
                    <a:pt x="3496193" y="1724866"/>
                  </a:lnTo>
                  <a:lnTo>
                    <a:pt x="3496437" y="1721222"/>
                  </a:lnTo>
                  <a:lnTo>
                    <a:pt x="3495000" y="1721454"/>
                  </a:lnTo>
                  <a:lnTo>
                    <a:pt x="3484755" y="1729645"/>
                  </a:lnTo>
                  <a:lnTo>
                    <a:pt x="3482250" y="1740796"/>
                  </a:lnTo>
                  <a:lnTo>
                    <a:pt x="3483232" y="1741845"/>
                  </a:lnTo>
                  <a:lnTo>
                    <a:pt x="3483104" y="1744681"/>
                  </a:lnTo>
                  <a:lnTo>
                    <a:pt x="3480261" y="1748388"/>
                  </a:lnTo>
                  <a:lnTo>
                    <a:pt x="3482442" y="1753550"/>
                  </a:lnTo>
                  <a:lnTo>
                    <a:pt x="3487288" y="1755205"/>
                  </a:lnTo>
                  <a:lnTo>
                    <a:pt x="3492521" y="1745656"/>
                  </a:lnTo>
                  <a:lnTo>
                    <a:pt x="3493324" y="1742446"/>
                  </a:lnTo>
                  <a:lnTo>
                    <a:pt x="3491003" y="1745958"/>
                  </a:lnTo>
                  <a:lnTo>
                    <a:pt x="3489478" y="1746755"/>
                  </a:lnTo>
                  <a:lnTo>
                    <a:pt x="3495896" y="1738679"/>
                  </a:lnTo>
                  <a:lnTo>
                    <a:pt x="3502127" y="1734377"/>
                  </a:lnTo>
                  <a:lnTo>
                    <a:pt x="3506044" y="1733948"/>
                  </a:lnTo>
                  <a:lnTo>
                    <a:pt x="3509094" y="1735354"/>
                  </a:lnTo>
                  <a:lnTo>
                    <a:pt x="3504370" y="1742529"/>
                  </a:lnTo>
                  <a:lnTo>
                    <a:pt x="3500081" y="1747390"/>
                  </a:lnTo>
                  <a:lnTo>
                    <a:pt x="3498986" y="1751111"/>
                  </a:lnTo>
                  <a:lnTo>
                    <a:pt x="3498777" y="1761850"/>
                  </a:lnTo>
                  <a:lnTo>
                    <a:pt x="3498882" y="1767769"/>
                  </a:lnTo>
                  <a:lnTo>
                    <a:pt x="3497446" y="1769376"/>
                  </a:lnTo>
                  <a:lnTo>
                    <a:pt x="3492848" y="1783042"/>
                  </a:lnTo>
                  <a:lnTo>
                    <a:pt x="3491172" y="1787977"/>
                  </a:lnTo>
                  <a:lnTo>
                    <a:pt x="3488565" y="1801998"/>
                  </a:lnTo>
                  <a:lnTo>
                    <a:pt x="3488344" y="1810722"/>
                  </a:lnTo>
                  <a:lnTo>
                    <a:pt x="3484022" y="1817241"/>
                  </a:lnTo>
                  <a:lnTo>
                    <a:pt x="3482888" y="1822842"/>
                  </a:lnTo>
                  <a:lnTo>
                    <a:pt x="3482630" y="1838899"/>
                  </a:lnTo>
                  <a:lnTo>
                    <a:pt x="3480548" y="1845680"/>
                  </a:lnTo>
                  <a:lnTo>
                    <a:pt x="3481133" y="1856838"/>
                  </a:lnTo>
                  <a:lnTo>
                    <a:pt x="3478711" y="1860860"/>
                  </a:lnTo>
                  <a:lnTo>
                    <a:pt x="3474741" y="1870920"/>
                  </a:lnTo>
                  <a:lnTo>
                    <a:pt x="3474095" y="1886971"/>
                  </a:lnTo>
                  <a:lnTo>
                    <a:pt x="3472861" y="1888175"/>
                  </a:lnTo>
                  <a:lnTo>
                    <a:pt x="3472266" y="1887108"/>
                  </a:lnTo>
                  <a:lnTo>
                    <a:pt x="3471371" y="1887407"/>
                  </a:lnTo>
                  <a:lnTo>
                    <a:pt x="3467593" y="1893796"/>
                  </a:lnTo>
                  <a:lnTo>
                    <a:pt x="3464488" y="1891784"/>
                  </a:lnTo>
                  <a:lnTo>
                    <a:pt x="3451374" y="1893054"/>
                  </a:lnTo>
                  <a:lnTo>
                    <a:pt x="3448114" y="1859775"/>
                  </a:lnTo>
                  <a:lnTo>
                    <a:pt x="3420731" y="1862330"/>
                  </a:lnTo>
                  <a:lnTo>
                    <a:pt x="3419950" y="1854812"/>
                  </a:lnTo>
                  <a:lnTo>
                    <a:pt x="3412277" y="1853946"/>
                  </a:lnTo>
                  <a:lnTo>
                    <a:pt x="3402757" y="1855327"/>
                  </a:lnTo>
                  <a:lnTo>
                    <a:pt x="3391435" y="1854681"/>
                  </a:lnTo>
                  <a:lnTo>
                    <a:pt x="3386361" y="1859835"/>
                  </a:lnTo>
                  <a:lnTo>
                    <a:pt x="3384611" y="1873095"/>
                  </a:lnTo>
                  <a:lnTo>
                    <a:pt x="3377889" y="1882890"/>
                  </a:lnTo>
                  <a:lnTo>
                    <a:pt x="3378564" y="1889306"/>
                  </a:lnTo>
                  <a:lnTo>
                    <a:pt x="3376975" y="1891801"/>
                  </a:lnTo>
                  <a:lnTo>
                    <a:pt x="3370503" y="1896301"/>
                  </a:lnTo>
                  <a:lnTo>
                    <a:pt x="3369341" y="1898578"/>
                  </a:lnTo>
                  <a:lnTo>
                    <a:pt x="3365006" y="1915910"/>
                  </a:lnTo>
                  <a:lnTo>
                    <a:pt x="3360974" y="1920714"/>
                  </a:lnTo>
                  <a:lnTo>
                    <a:pt x="3355820" y="1929694"/>
                  </a:lnTo>
                  <a:lnTo>
                    <a:pt x="3351033" y="1934244"/>
                  </a:lnTo>
                  <a:lnTo>
                    <a:pt x="3350808" y="1937703"/>
                  </a:lnTo>
                  <a:lnTo>
                    <a:pt x="3347881" y="1937738"/>
                  </a:lnTo>
                  <a:lnTo>
                    <a:pt x="3343883" y="1935739"/>
                  </a:lnTo>
                  <a:lnTo>
                    <a:pt x="3339376" y="1930210"/>
                  </a:lnTo>
                  <a:lnTo>
                    <a:pt x="3334198" y="1932246"/>
                  </a:lnTo>
                  <a:lnTo>
                    <a:pt x="3331309" y="1927160"/>
                  </a:lnTo>
                  <a:lnTo>
                    <a:pt x="3328421" y="1925563"/>
                  </a:lnTo>
                  <a:lnTo>
                    <a:pt x="3322011" y="1927352"/>
                  </a:lnTo>
                  <a:lnTo>
                    <a:pt x="3313632" y="1935033"/>
                  </a:lnTo>
                  <a:lnTo>
                    <a:pt x="3315129" y="1951356"/>
                  </a:lnTo>
                  <a:lnTo>
                    <a:pt x="3177845" y="1963137"/>
                  </a:lnTo>
                  <a:lnTo>
                    <a:pt x="3084651" y="1970591"/>
                  </a:lnTo>
                  <a:lnTo>
                    <a:pt x="3088585" y="2022062"/>
                  </a:lnTo>
                  <a:lnTo>
                    <a:pt x="3090371" y="2044640"/>
                  </a:lnTo>
                  <a:lnTo>
                    <a:pt x="3033329" y="2048946"/>
                  </a:lnTo>
                  <a:lnTo>
                    <a:pt x="3035021" y="2053100"/>
                  </a:lnTo>
                  <a:lnTo>
                    <a:pt x="3036367" y="2054222"/>
                  </a:lnTo>
                  <a:lnTo>
                    <a:pt x="3041762" y="2054408"/>
                  </a:lnTo>
                  <a:lnTo>
                    <a:pt x="3044672" y="2056085"/>
                  </a:lnTo>
                  <a:lnTo>
                    <a:pt x="3045753" y="2057815"/>
                  </a:lnTo>
                  <a:lnTo>
                    <a:pt x="3047736" y="2057669"/>
                  </a:lnTo>
                  <a:lnTo>
                    <a:pt x="3048535" y="2056824"/>
                  </a:lnTo>
                  <a:lnTo>
                    <a:pt x="3054290" y="2056805"/>
                  </a:lnTo>
                  <a:lnTo>
                    <a:pt x="3055979" y="2057932"/>
                  </a:lnTo>
                  <a:lnTo>
                    <a:pt x="3056490" y="2059262"/>
                  </a:lnTo>
                  <a:lnTo>
                    <a:pt x="3055497" y="2061572"/>
                  </a:lnTo>
                  <a:lnTo>
                    <a:pt x="3055679" y="2063765"/>
                  </a:lnTo>
                  <a:lnTo>
                    <a:pt x="3056315" y="2065820"/>
                  </a:lnTo>
                  <a:lnTo>
                    <a:pt x="3057402" y="2066693"/>
                  </a:lnTo>
                  <a:lnTo>
                    <a:pt x="3060703" y="2066760"/>
                  </a:lnTo>
                  <a:lnTo>
                    <a:pt x="3061705" y="2067415"/>
                  </a:lnTo>
                  <a:lnTo>
                    <a:pt x="3064223" y="2072769"/>
                  </a:lnTo>
                  <a:lnTo>
                    <a:pt x="3069022" y="2077343"/>
                  </a:lnTo>
                  <a:lnTo>
                    <a:pt x="3071764" y="2078566"/>
                  </a:lnTo>
                  <a:lnTo>
                    <a:pt x="3075856" y="2078530"/>
                  </a:lnTo>
                  <a:lnTo>
                    <a:pt x="3079142" y="2083258"/>
                  </a:lnTo>
                  <a:lnTo>
                    <a:pt x="3083926" y="2088174"/>
                  </a:lnTo>
                  <a:lnTo>
                    <a:pt x="3082832" y="2089776"/>
                  </a:lnTo>
                  <a:lnTo>
                    <a:pt x="3084005" y="2091110"/>
                  </a:lnTo>
                  <a:lnTo>
                    <a:pt x="3093338" y="2093803"/>
                  </a:lnTo>
                  <a:lnTo>
                    <a:pt x="3094142" y="2091804"/>
                  </a:lnTo>
                  <a:lnTo>
                    <a:pt x="3097897" y="2093246"/>
                  </a:lnTo>
                  <a:lnTo>
                    <a:pt x="3103017" y="2100340"/>
                  </a:lnTo>
                  <a:lnTo>
                    <a:pt x="3110771" y="2101098"/>
                  </a:lnTo>
                  <a:lnTo>
                    <a:pt x="3124308" y="2106942"/>
                  </a:lnTo>
                  <a:lnTo>
                    <a:pt x="3129177" y="2110482"/>
                  </a:lnTo>
                  <a:lnTo>
                    <a:pt x="3134772" y="2115482"/>
                  </a:lnTo>
                  <a:lnTo>
                    <a:pt x="3138334" y="2121692"/>
                  </a:lnTo>
                  <a:lnTo>
                    <a:pt x="3139098" y="2127878"/>
                  </a:lnTo>
                  <a:lnTo>
                    <a:pt x="3137596" y="2128554"/>
                  </a:lnTo>
                  <a:lnTo>
                    <a:pt x="3137763" y="2129360"/>
                  </a:lnTo>
                  <a:lnTo>
                    <a:pt x="3140605" y="2129495"/>
                  </a:lnTo>
                  <a:lnTo>
                    <a:pt x="3142434" y="2138019"/>
                  </a:lnTo>
                  <a:lnTo>
                    <a:pt x="3145504" y="2141090"/>
                  </a:lnTo>
                  <a:lnTo>
                    <a:pt x="3148149" y="2142613"/>
                  </a:lnTo>
                  <a:lnTo>
                    <a:pt x="3158281" y="2142523"/>
                  </a:lnTo>
                  <a:lnTo>
                    <a:pt x="3162965" y="2143478"/>
                  </a:lnTo>
                  <a:lnTo>
                    <a:pt x="3162538" y="2148382"/>
                  </a:lnTo>
                  <a:lnTo>
                    <a:pt x="3170615" y="2147481"/>
                  </a:lnTo>
                  <a:lnTo>
                    <a:pt x="3173155" y="2149636"/>
                  </a:lnTo>
                  <a:lnTo>
                    <a:pt x="3175462" y="2153300"/>
                  </a:lnTo>
                  <a:lnTo>
                    <a:pt x="3168339" y="2176163"/>
                  </a:lnTo>
                  <a:lnTo>
                    <a:pt x="3169195" y="2179331"/>
                  </a:lnTo>
                  <a:lnTo>
                    <a:pt x="3172641" y="2185101"/>
                  </a:lnTo>
                  <a:lnTo>
                    <a:pt x="3169737" y="2187418"/>
                  </a:lnTo>
                  <a:lnTo>
                    <a:pt x="3169352" y="2189403"/>
                  </a:lnTo>
                  <a:lnTo>
                    <a:pt x="3169701" y="2191414"/>
                  </a:lnTo>
                  <a:lnTo>
                    <a:pt x="3172277" y="2190868"/>
                  </a:lnTo>
                  <a:lnTo>
                    <a:pt x="3171787" y="2193793"/>
                  </a:lnTo>
                  <a:lnTo>
                    <a:pt x="3127195" y="2197340"/>
                  </a:lnTo>
                  <a:lnTo>
                    <a:pt x="3105612" y="2199037"/>
                  </a:lnTo>
                  <a:lnTo>
                    <a:pt x="3079576" y="2200994"/>
                  </a:lnTo>
                  <a:lnTo>
                    <a:pt x="3062934" y="2202237"/>
                  </a:lnTo>
                  <a:lnTo>
                    <a:pt x="3052104" y="2203045"/>
                  </a:lnTo>
                  <a:lnTo>
                    <a:pt x="3007626" y="2206333"/>
                  </a:lnTo>
                  <a:lnTo>
                    <a:pt x="2986373" y="2250517"/>
                  </a:lnTo>
                  <a:lnTo>
                    <a:pt x="2978740" y="2266376"/>
                  </a:lnTo>
                  <a:lnTo>
                    <a:pt x="2963181" y="2298689"/>
                  </a:lnTo>
                  <a:lnTo>
                    <a:pt x="2954033" y="2317698"/>
                  </a:lnTo>
                  <a:lnTo>
                    <a:pt x="2957671" y="2321890"/>
                  </a:lnTo>
                  <a:lnTo>
                    <a:pt x="2960616" y="2325197"/>
                  </a:lnTo>
                  <a:lnTo>
                    <a:pt x="2968286" y="2333841"/>
                  </a:lnTo>
                  <a:lnTo>
                    <a:pt x="2975091" y="2341537"/>
                  </a:lnTo>
                  <a:lnTo>
                    <a:pt x="2973382" y="2342825"/>
                  </a:lnTo>
                  <a:lnTo>
                    <a:pt x="2973600" y="2345102"/>
                  </a:lnTo>
                  <a:lnTo>
                    <a:pt x="2972774" y="2347247"/>
                  </a:lnTo>
                  <a:lnTo>
                    <a:pt x="2970617" y="2349861"/>
                  </a:lnTo>
                  <a:lnTo>
                    <a:pt x="2966425" y="2349711"/>
                  </a:lnTo>
                  <a:lnTo>
                    <a:pt x="2964380" y="2353035"/>
                  </a:lnTo>
                  <a:lnTo>
                    <a:pt x="2966842" y="2365799"/>
                  </a:lnTo>
                  <a:lnTo>
                    <a:pt x="2965708" y="2368721"/>
                  </a:lnTo>
                  <a:lnTo>
                    <a:pt x="2961427" y="2372042"/>
                  </a:lnTo>
                  <a:lnTo>
                    <a:pt x="2962263" y="2377602"/>
                  </a:lnTo>
                  <a:lnTo>
                    <a:pt x="2964767" y="2381613"/>
                  </a:lnTo>
                  <a:lnTo>
                    <a:pt x="2965821" y="2387188"/>
                  </a:lnTo>
                  <a:lnTo>
                    <a:pt x="2966906" y="2388538"/>
                  </a:lnTo>
                  <a:lnTo>
                    <a:pt x="2967681" y="2396092"/>
                  </a:lnTo>
                  <a:lnTo>
                    <a:pt x="2964004" y="2401205"/>
                  </a:lnTo>
                  <a:lnTo>
                    <a:pt x="2963575" y="2402795"/>
                  </a:lnTo>
                  <a:lnTo>
                    <a:pt x="2964472" y="2403111"/>
                  </a:lnTo>
                  <a:lnTo>
                    <a:pt x="2963740" y="2407579"/>
                  </a:lnTo>
                  <a:lnTo>
                    <a:pt x="2959162" y="2413645"/>
                  </a:lnTo>
                  <a:lnTo>
                    <a:pt x="2958461" y="2414076"/>
                  </a:lnTo>
                  <a:lnTo>
                    <a:pt x="2945738" y="2403495"/>
                  </a:lnTo>
                  <a:lnTo>
                    <a:pt x="2925640" y="2386378"/>
                  </a:lnTo>
                  <a:lnTo>
                    <a:pt x="2896840" y="2359683"/>
                  </a:lnTo>
                  <a:lnTo>
                    <a:pt x="2889086" y="2352540"/>
                  </a:lnTo>
                  <a:lnTo>
                    <a:pt x="2861962" y="2327733"/>
                  </a:lnTo>
                  <a:lnTo>
                    <a:pt x="2835828" y="2305803"/>
                  </a:lnTo>
                  <a:lnTo>
                    <a:pt x="2807680" y="2283439"/>
                  </a:lnTo>
                  <a:lnTo>
                    <a:pt x="2783297" y="2265955"/>
                  </a:lnTo>
                  <a:lnTo>
                    <a:pt x="2758909" y="2250229"/>
                  </a:lnTo>
                  <a:lnTo>
                    <a:pt x="2744331" y="2242234"/>
                  </a:lnTo>
                  <a:lnTo>
                    <a:pt x="2731376" y="2236551"/>
                  </a:lnTo>
                  <a:lnTo>
                    <a:pt x="2724917" y="2236228"/>
                  </a:lnTo>
                  <a:lnTo>
                    <a:pt x="2719292" y="2234100"/>
                  </a:lnTo>
                  <a:lnTo>
                    <a:pt x="2692857" y="2223175"/>
                  </a:lnTo>
                  <a:lnTo>
                    <a:pt x="2669286" y="2216320"/>
                  </a:lnTo>
                  <a:lnTo>
                    <a:pt x="2649102" y="2212930"/>
                  </a:lnTo>
                  <a:lnTo>
                    <a:pt x="2628741" y="2211609"/>
                  </a:lnTo>
                  <a:lnTo>
                    <a:pt x="2623705" y="2212106"/>
                  </a:lnTo>
                  <a:lnTo>
                    <a:pt x="2621507" y="2211950"/>
                  </a:lnTo>
                  <a:lnTo>
                    <a:pt x="2607959" y="2212100"/>
                  </a:lnTo>
                  <a:lnTo>
                    <a:pt x="2600263" y="2213345"/>
                  </a:lnTo>
                  <a:lnTo>
                    <a:pt x="2582705" y="2217319"/>
                  </a:lnTo>
                  <a:lnTo>
                    <a:pt x="2572998" y="2217164"/>
                  </a:lnTo>
                  <a:lnTo>
                    <a:pt x="2560922" y="2222045"/>
                  </a:lnTo>
                  <a:lnTo>
                    <a:pt x="2555420" y="2226921"/>
                  </a:lnTo>
                  <a:lnTo>
                    <a:pt x="2555422" y="2227649"/>
                  </a:lnTo>
                  <a:lnTo>
                    <a:pt x="2555952" y="2228628"/>
                  </a:lnTo>
                  <a:lnTo>
                    <a:pt x="2554654" y="2229542"/>
                  </a:lnTo>
                  <a:lnTo>
                    <a:pt x="2546177" y="2232980"/>
                  </a:lnTo>
                  <a:lnTo>
                    <a:pt x="2543393" y="2237358"/>
                  </a:lnTo>
                  <a:lnTo>
                    <a:pt x="2544806" y="2240683"/>
                  </a:lnTo>
                  <a:lnTo>
                    <a:pt x="2537800" y="2243776"/>
                  </a:lnTo>
                  <a:lnTo>
                    <a:pt x="2536439" y="2246952"/>
                  </a:lnTo>
                  <a:lnTo>
                    <a:pt x="2530022" y="2247314"/>
                  </a:lnTo>
                  <a:lnTo>
                    <a:pt x="2526590" y="2249025"/>
                  </a:lnTo>
                  <a:lnTo>
                    <a:pt x="2519635" y="2250139"/>
                  </a:lnTo>
                  <a:lnTo>
                    <a:pt x="2513984" y="2253634"/>
                  </a:lnTo>
                  <a:lnTo>
                    <a:pt x="2508237" y="2256055"/>
                  </a:lnTo>
                  <a:lnTo>
                    <a:pt x="2501611" y="2257544"/>
                  </a:lnTo>
                  <a:lnTo>
                    <a:pt x="2494296" y="2259606"/>
                  </a:lnTo>
                  <a:lnTo>
                    <a:pt x="2489829" y="2263135"/>
                  </a:lnTo>
                  <a:lnTo>
                    <a:pt x="2471990" y="2268883"/>
                  </a:lnTo>
                  <a:lnTo>
                    <a:pt x="2464987" y="2272280"/>
                  </a:lnTo>
                  <a:lnTo>
                    <a:pt x="2459764" y="2275069"/>
                  </a:lnTo>
                  <a:lnTo>
                    <a:pt x="2450173" y="2278732"/>
                  </a:lnTo>
                  <a:lnTo>
                    <a:pt x="2448933" y="2280315"/>
                  </a:lnTo>
                  <a:lnTo>
                    <a:pt x="2449941" y="2281818"/>
                  </a:lnTo>
                  <a:lnTo>
                    <a:pt x="2435120" y="2289813"/>
                  </a:lnTo>
                  <a:lnTo>
                    <a:pt x="2423513" y="2289888"/>
                  </a:lnTo>
                  <a:lnTo>
                    <a:pt x="2419101" y="2290316"/>
                  </a:lnTo>
                  <a:lnTo>
                    <a:pt x="2410680" y="2289446"/>
                  </a:lnTo>
                  <a:lnTo>
                    <a:pt x="2406770" y="2291206"/>
                  </a:lnTo>
                  <a:lnTo>
                    <a:pt x="2404733" y="2293648"/>
                  </a:lnTo>
                  <a:lnTo>
                    <a:pt x="2402881" y="2294567"/>
                  </a:lnTo>
                  <a:lnTo>
                    <a:pt x="2399109" y="2294211"/>
                  </a:lnTo>
                  <a:lnTo>
                    <a:pt x="2392758" y="2293768"/>
                  </a:lnTo>
                  <a:lnTo>
                    <a:pt x="2387613" y="2292374"/>
                  </a:lnTo>
                  <a:lnTo>
                    <a:pt x="2376243" y="2287828"/>
                  </a:lnTo>
                  <a:lnTo>
                    <a:pt x="2356841" y="2285857"/>
                  </a:lnTo>
                  <a:lnTo>
                    <a:pt x="2346091" y="2280172"/>
                  </a:lnTo>
                  <a:lnTo>
                    <a:pt x="2334636" y="2277081"/>
                  </a:lnTo>
                  <a:lnTo>
                    <a:pt x="2331375" y="2274770"/>
                  </a:lnTo>
                  <a:lnTo>
                    <a:pt x="2331615" y="2273718"/>
                  </a:lnTo>
                  <a:lnTo>
                    <a:pt x="2329507" y="2270567"/>
                  </a:lnTo>
                  <a:lnTo>
                    <a:pt x="2328474" y="2271209"/>
                  </a:lnTo>
                  <a:lnTo>
                    <a:pt x="2327023" y="2270850"/>
                  </a:lnTo>
                  <a:lnTo>
                    <a:pt x="2319471" y="2266244"/>
                  </a:lnTo>
                  <a:lnTo>
                    <a:pt x="2310292" y="2262969"/>
                  </a:lnTo>
                  <a:lnTo>
                    <a:pt x="2302161" y="2261192"/>
                  </a:lnTo>
                  <a:lnTo>
                    <a:pt x="2294464" y="2260452"/>
                  </a:lnTo>
                  <a:lnTo>
                    <a:pt x="2291294" y="2260722"/>
                  </a:lnTo>
                  <a:lnTo>
                    <a:pt x="2290064" y="2261679"/>
                  </a:lnTo>
                  <a:lnTo>
                    <a:pt x="2283214" y="2261376"/>
                  </a:lnTo>
                  <a:lnTo>
                    <a:pt x="2269152" y="2258154"/>
                  </a:lnTo>
                  <a:lnTo>
                    <a:pt x="2264899" y="2259113"/>
                  </a:lnTo>
                  <a:lnTo>
                    <a:pt x="2253246" y="2257509"/>
                  </a:lnTo>
                  <a:lnTo>
                    <a:pt x="2251334" y="2258088"/>
                  </a:lnTo>
                  <a:lnTo>
                    <a:pt x="2250626" y="2259482"/>
                  </a:lnTo>
                  <a:lnTo>
                    <a:pt x="2249010" y="2259535"/>
                  </a:lnTo>
                  <a:lnTo>
                    <a:pt x="2238602" y="2258048"/>
                  </a:lnTo>
                  <a:lnTo>
                    <a:pt x="2236016" y="2256975"/>
                  </a:lnTo>
                  <a:lnTo>
                    <a:pt x="2220885" y="2247274"/>
                  </a:lnTo>
                  <a:lnTo>
                    <a:pt x="2210129" y="2240631"/>
                  </a:lnTo>
                  <a:lnTo>
                    <a:pt x="2194888" y="2232590"/>
                  </a:lnTo>
                  <a:lnTo>
                    <a:pt x="2185050" y="2228550"/>
                  </a:lnTo>
                  <a:lnTo>
                    <a:pt x="2182058" y="2226295"/>
                  </a:lnTo>
                  <a:lnTo>
                    <a:pt x="2166469" y="2222975"/>
                  </a:lnTo>
                  <a:lnTo>
                    <a:pt x="2153256" y="2221231"/>
                  </a:lnTo>
                  <a:lnTo>
                    <a:pt x="2137718" y="2216021"/>
                  </a:lnTo>
                  <a:lnTo>
                    <a:pt x="2135577" y="2212589"/>
                  </a:lnTo>
                  <a:lnTo>
                    <a:pt x="2129879" y="2207166"/>
                  </a:lnTo>
                  <a:lnTo>
                    <a:pt x="2118947" y="2197524"/>
                  </a:lnTo>
                  <a:lnTo>
                    <a:pt x="2115450" y="2192916"/>
                  </a:lnTo>
                  <a:lnTo>
                    <a:pt x="2109042" y="2185222"/>
                  </a:lnTo>
                  <a:lnTo>
                    <a:pt x="2103821" y="2185336"/>
                  </a:lnTo>
                  <a:lnTo>
                    <a:pt x="2099969" y="2186345"/>
                  </a:lnTo>
                  <a:lnTo>
                    <a:pt x="2098359" y="2188927"/>
                  </a:lnTo>
                  <a:lnTo>
                    <a:pt x="2090021" y="2187315"/>
                  </a:lnTo>
                  <a:lnTo>
                    <a:pt x="2069835" y="2180917"/>
                  </a:lnTo>
                  <a:lnTo>
                    <a:pt x="2050427" y="2175953"/>
                  </a:lnTo>
                  <a:lnTo>
                    <a:pt x="2043489" y="2174262"/>
                  </a:lnTo>
                  <a:lnTo>
                    <a:pt x="2020718" y="2170111"/>
                  </a:lnTo>
                  <a:lnTo>
                    <a:pt x="2008661" y="2169506"/>
                  </a:lnTo>
                  <a:lnTo>
                    <a:pt x="2002461" y="2170350"/>
                  </a:lnTo>
                  <a:lnTo>
                    <a:pt x="1995395" y="2168528"/>
                  </a:lnTo>
                  <a:lnTo>
                    <a:pt x="1983235" y="2162755"/>
                  </a:lnTo>
                  <a:lnTo>
                    <a:pt x="1975514" y="2156892"/>
                  </a:lnTo>
                  <a:lnTo>
                    <a:pt x="1970337" y="2154504"/>
                  </a:lnTo>
                  <a:lnTo>
                    <a:pt x="1970610" y="2151027"/>
                  </a:lnTo>
                  <a:lnTo>
                    <a:pt x="1971330" y="2150615"/>
                  </a:lnTo>
                  <a:lnTo>
                    <a:pt x="1970465" y="2148559"/>
                  </a:lnTo>
                  <a:lnTo>
                    <a:pt x="1967475" y="2147649"/>
                  </a:lnTo>
                  <a:lnTo>
                    <a:pt x="1965724" y="2148249"/>
                  </a:lnTo>
                  <a:lnTo>
                    <a:pt x="1963746" y="2149954"/>
                  </a:lnTo>
                  <a:lnTo>
                    <a:pt x="1964541" y="2150740"/>
                  </a:lnTo>
                  <a:lnTo>
                    <a:pt x="1963143" y="2149739"/>
                  </a:lnTo>
                  <a:lnTo>
                    <a:pt x="1957560" y="2143424"/>
                  </a:lnTo>
                  <a:lnTo>
                    <a:pt x="1952054" y="2140711"/>
                  </a:lnTo>
                  <a:lnTo>
                    <a:pt x="1936849" y="2136301"/>
                  </a:lnTo>
                  <a:lnTo>
                    <a:pt x="1923204" y="2131048"/>
                  </a:lnTo>
                  <a:lnTo>
                    <a:pt x="1873988" y="2114066"/>
                  </a:lnTo>
                  <a:lnTo>
                    <a:pt x="1866371" y="2112255"/>
                  </a:lnTo>
                  <a:lnTo>
                    <a:pt x="1820323" y="2095337"/>
                  </a:lnTo>
                  <a:lnTo>
                    <a:pt x="1818065" y="2090340"/>
                  </a:lnTo>
                  <a:lnTo>
                    <a:pt x="1815204" y="2087664"/>
                  </a:lnTo>
                  <a:lnTo>
                    <a:pt x="1804628" y="2080123"/>
                  </a:lnTo>
                  <a:lnTo>
                    <a:pt x="1802097" y="2076715"/>
                  </a:lnTo>
                  <a:lnTo>
                    <a:pt x="1797524" y="2073609"/>
                  </a:lnTo>
                  <a:lnTo>
                    <a:pt x="1768101" y="2061526"/>
                  </a:lnTo>
                  <a:lnTo>
                    <a:pt x="1769325" y="2057936"/>
                  </a:lnTo>
                  <a:lnTo>
                    <a:pt x="1766851" y="2054083"/>
                  </a:lnTo>
                  <a:lnTo>
                    <a:pt x="1760974" y="2049318"/>
                  </a:lnTo>
                  <a:lnTo>
                    <a:pt x="1752667" y="2047756"/>
                  </a:lnTo>
                  <a:lnTo>
                    <a:pt x="1743805" y="2043332"/>
                  </a:lnTo>
                  <a:lnTo>
                    <a:pt x="1743176" y="2038807"/>
                  </a:lnTo>
                  <a:lnTo>
                    <a:pt x="1740697" y="2034526"/>
                  </a:lnTo>
                  <a:lnTo>
                    <a:pt x="1735046" y="2030007"/>
                  </a:lnTo>
                  <a:lnTo>
                    <a:pt x="1734578" y="2029321"/>
                  </a:lnTo>
                  <a:lnTo>
                    <a:pt x="1730758" y="2026055"/>
                  </a:lnTo>
                  <a:lnTo>
                    <a:pt x="1727703" y="2019939"/>
                  </a:lnTo>
                  <a:lnTo>
                    <a:pt x="1723517" y="2015031"/>
                  </a:lnTo>
                  <a:lnTo>
                    <a:pt x="1703818" y="2004139"/>
                  </a:lnTo>
                  <a:lnTo>
                    <a:pt x="1696001" y="2001495"/>
                  </a:lnTo>
                  <a:lnTo>
                    <a:pt x="1690355" y="2001157"/>
                  </a:lnTo>
                  <a:lnTo>
                    <a:pt x="1685968" y="2001973"/>
                  </a:lnTo>
                  <a:lnTo>
                    <a:pt x="1681510" y="2007438"/>
                  </a:lnTo>
                  <a:lnTo>
                    <a:pt x="1675894" y="2010712"/>
                  </a:lnTo>
                  <a:lnTo>
                    <a:pt x="1674643" y="2010680"/>
                  </a:lnTo>
                  <a:lnTo>
                    <a:pt x="1659826" y="2003531"/>
                  </a:lnTo>
                  <a:lnTo>
                    <a:pt x="1622489" y="1993156"/>
                  </a:lnTo>
                  <a:lnTo>
                    <a:pt x="1611783" y="1992088"/>
                  </a:lnTo>
                  <a:lnTo>
                    <a:pt x="1605878" y="1989796"/>
                  </a:lnTo>
                  <a:lnTo>
                    <a:pt x="1599393" y="1988363"/>
                  </a:lnTo>
                  <a:lnTo>
                    <a:pt x="1569535" y="1974548"/>
                  </a:lnTo>
                  <a:lnTo>
                    <a:pt x="1565199" y="1973546"/>
                  </a:lnTo>
                  <a:lnTo>
                    <a:pt x="1558632" y="1973461"/>
                  </a:lnTo>
                  <a:lnTo>
                    <a:pt x="1546473" y="1968415"/>
                  </a:lnTo>
                  <a:lnTo>
                    <a:pt x="1541926" y="1968061"/>
                  </a:lnTo>
                  <a:lnTo>
                    <a:pt x="1530536" y="1963183"/>
                  </a:lnTo>
                  <a:lnTo>
                    <a:pt x="1526589" y="1962804"/>
                  </a:lnTo>
                  <a:lnTo>
                    <a:pt x="1513174" y="1956082"/>
                  </a:lnTo>
                  <a:lnTo>
                    <a:pt x="1509186" y="1953209"/>
                  </a:lnTo>
                  <a:lnTo>
                    <a:pt x="1507004" y="1948243"/>
                  </a:lnTo>
                  <a:lnTo>
                    <a:pt x="1506893" y="1945311"/>
                  </a:lnTo>
                  <a:lnTo>
                    <a:pt x="1505440" y="1941831"/>
                  </a:lnTo>
                  <a:lnTo>
                    <a:pt x="1500307" y="1931975"/>
                  </a:lnTo>
                  <a:lnTo>
                    <a:pt x="1493772" y="1925567"/>
                  </a:lnTo>
                  <a:lnTo>
                    <a:pt x="1489540" y="1922216"/>
                  </a:lnTo>
                  <a:lnTo>
                    <a:pt x="1485708" y="1920354"/>
                  </a:lnTo>
                  <a:lnTo>
                    <a:pt x="1487640" y="1916255"/>
                  </a:lnTo>
                  <a:lnTo>
                    <a:pt x="1485456" y="1912117"/>
                  </a:lnTo>
                  <a:lnTo>
                    <a:pt x="1481187" y="1908354"/>
                  </a:lnTo>
                  <a:lnTo>
                    <a:pt x="1473094" y="1899731"/>
                  </a:lnTo>
                  <a:lnTo>
                    <a:pt x="1455234" y="1887259"/>
                  </a:lnTo>
                  <a:lnTo>
                    <a:pt x="1452144" y="1884246"/>
                  </a:lnTo>
                  <a:lnTo>
                    <a:pt x="1433873" y="1873546"/>
                  </a:lnTo>
                  <a:lnTo>
                    <a:pt x="1413567" y="1864764"/>
                  </a:lnTo>
                  <a:lnTo>
                    <a:pt x="1407947" y="1863190"/>
                  </a:lnTo>
                  <a:lnTo>
                    <a:pt x="1409405" y="1858661"/>
                  </a:lnTo>
                  <a:lnTo>
                    <a:pt x="1410950" y="1858342"/>
                  </a:lnTo>
                  <a:lnTo>
                    <a:pt x="1411155" y="1856433"/>
                  </a:lnTo>
                  <a:lnTo>
                    <a:pt x="1409882" y="1854054"/>
                  </a:lnTo>
                  <a:lnTo>
                    <a:pt x="1404636" y="1850515"/>
                  </a:lnTo>
                  <a:lnTo>
                    <a:pt x="1402142" y="1850016"/>
                  </a:lnTo>
                  <a:lnTo>
                    <a:pt x="1394887" y="1852868"/>
                  </a:lnTo>
                  <a:lnTo>
                    <a:pt x="1388132" y="1849130"/>
                  </a:lnTo>
                  <a:lnTo>
                    <a:pt x="1373895" y="1845422"/>
                  </a:lnTo>
                  <a:lnTo>
                    <a:pt x="1363204" y="1841853"/>
                  </a:lnTo>
                  <a:lnTo>
                    <a:pt x="1362888" y="1842310"/>
                  </a:lnTo>
                  <a:lnTo>
                    <a:pt x="1361563" y="1841319"/>
                  </a:lnTo>
                  <a:lnTo>
                    <a:pt x="1363980" y="1838665"/>
                  </a:lnTo>
                  <a:lnTo>
                    <a:pt x="1362581" y="1836376"/>
                  </a:lnTo>
                  <a:lnTo>
                    <a:pt x="1358437" y="1834569"/>
                  </a:lnTo>
                  <a:lnTo>
                    <a:pt x="1353699" y="1834639"/>
                  </a:lnTo>
                  <a:lnTo>
                    <a:pt x="1352762" y="1833436"/>
                  </a:lnTo>
                  <a:lnTo>
                    <a:pt x="1348344" y="1833966"/>
                  </a:lnTo>
                  <a:lnTo>
                    <a:pt x="1349012" y="1830396"/>
                  </a:lnTo>
                  <a:lnTo>
                    <a:pt x="1351197" y="1827809"/>
                  </a:lnTo>
                  <a:lnTo>
                    <a:pt x="1349652" y="1825286"/>
                  </a:lnTo>
                  <a:lnTo>
                    <a:pt x="1345768" y="1824408"/>
                  </a:lnTo>
                  <a:lnTo>
                    <a:pt x="1340107" y="1827280"/>
                  </a:lnTo>
                  <a:lnTo>
                    <a:pt x="1330386" y="1821732"/>
                  </a:lnTo>
                  <a:lnTo>
                    <a:pt x="1322907" y="1814388"/>
                  </a:lnTo>
                  <a:lnTo>
                    <a:pt x="1322049" y="1812583"/>
                  </a:lnTo>
                  <a:lnTo>
                    <a:pt x="1323033" y="1810578"/>
                  </a:lnTo>
                  <a:lnTo>
                    <a:pt x="1321953" y="1806768"/>
                  </a:lnTo>
                  <a:lnTo>
                    <a:pt x="1318030" y="1802219"/>
                  </a:lnTo>
                  <a:lnTo>
                    <a:pt x="1314567" y="1790480"/>
                  </a:lnTo>
                  <a:lnTo>
                    <a:pt x="1312538" y="1787922"/>
                  </a:lnTo>
                  <a:lnTo>
                    <a:pt x="1307015" y="1785080"/>
                  </a:lnTo>
                  <a:lnTo>
                    <a:pt x="1298485" y="1778940"/>
                  </a:lnTo>
                  <a:lnTo>
                    <a:pt x="1293484" y="1774464"/>
                  </a:lnTo>
                  <a:lnTo>
                    <a:pt x="1293260" y="1772272"/>
                  </a:lnTo>
                  <a:lnTo>
                    <a:pt x="1286560" y="1763900"/>
                  </a:lnTo>
                  <a:lnTo>
                    <a:pt x="1283521" y="1757705"/>
                  </a:lnTo>
                  <a:lnTo>
                    <a:pt x="1275441" y="1747255"/>
                  </a:lnTo>
                  <a:lnTo>
                    <a:pt x="1264346" y="1730266"/>
                  </a:lnTo>
                  <a:lnTo>
                    <a:pt x="1259426" y="1719502"/>
                  </a:lnTo>
                  <a:lnTo>
                    <a:pt x="1259298" y="1710585"/>
                  </a:lnTo>
                  <a:lnTo>
                    <a:pt x="1260094" y="1707757"/>
                  </a:lnTo>
                  <a:lnTo>
                    <a:pt x="1258231" y="1701070"/>
                  </a:lnTo>
                  <a:lnTo>
                    <a:pt x="1244972" y="1686900"/>
                  </a:lnTo>
                  <a:lnTo>
                    <a:pt x="1243046" y="1683020"/>
                  </a:lnTo>
                  <a:lnTo>
                    <a:pt x="1242082" y="1677414"/>
                  </a:lnTo>
                  <a:lnTo>
                    <a:pt x="1252253" y="1669498"/>
                  </a:lnTo>
                  <a:lnTo>
                    <a:pt x="1262789" y="1667071"/>
                  </a:lnTo>
                  <a:lnTo>
                    <a:pt x="1273170" y="1666868"/>
                  </a:lnTo>
                  <a:lnTo>
                    <a:pt x="1278676" y="1665394"/>
                  </a:lnTo>
                  <a:lnTo>
                    <a:pt x="1282854" y="1665845"/>
                  </a:lnTo>
                  <a:lnTo>
                    <a:pt x="1288042" y="1665027"/>
                  </a:lnTo>
                  <a:lnTo>
                    <a:pt x="1296496" y="1659291"/>
                  </a:lnTo>
                  <a:lnTo>
                    <a:pt x="1299767" y="1651734"/>
                  </a:lnTo>
                  <a:lnTo>
                    <a:pt x="1299742" y="1649173"/>
                  </a:lnTo>
                  <a:lnTo>
                    <a:pt x="1298396" y="1646770"/>
                  </a:lnTo>
                  <a:lnTo>
                    <a:pt x="1294021" y="1644225"/>
                  </a:lnTo>
                  <a:lnTo>
                    <a:pt x="1293266" y="1643978"/>
                  </a:lnTo>
                  <a:lnTo>
                    <a:pt x="1289938" y="1636269"/>
                  </a:lnTo>
                  <a:lnTo>
                    <a:pt x="1286066" y="1632540"/>
                  </a:lnTo>
                  <a:lnTo>
                    <a:pt x="1284094" y="1632170"/>
                  </a:lnTo>
                  <a:lnTo>
                    <a:pt x="1280794" y="1634908"/>
                  </a:lnTo>
                  <a:lnTo>
                    <a:pt x="1278107" y="1635557"/>
                  </a:lnTo>
                  <a:lnTo>
                    <a:pt x="1264862" y="1630562"/>
                  </a:lnTo>
                  <a:lnTo>
                    <a:pt x="1277787" y="1614202"/>
                  </a:lnTo>
                  <a:lnTo>
                    <a:pt x="1279881" y="1610099"/>
                  </a:lnTo>
                  <a:lnTo>
                    <a:pt x="1285693" y="1606236"/>
                  </a:lnTo>
                  <a:lnTo>
                    <a:pt x="1287568" y="1603873"/>
                  </a:lnTo>
                  <a:lnTo>
                    <a:pt x="1291111" y="1596547"/>
                  </a:lnTo>
                  <a:lnTo>
                    <a:pt x="1296091" y="1598165"/>
                  </a:lnTo>
                  <a:lnTo>
                    <a:pt x="1299685" y="1595046"/>
                  </a:lnTo>
                  <a:lnTo>
                    <a:pt x="1301076" y="1591990"/>
                  </a:lnTo>
                  <a:lnTo>
                    <a:pt x="1301742" y="1587151"/>
                  </a:lnTo>
                  <a:lnTo>
                    <a:pt x="1301556" y="1578967"/>
                  </a:lnTo>
                  <a:lnTo>
                    <a:pt x="1303556" y="1574567"/>
                  </a:lnTo>
                  <a:lnTo>
                    <a:pt x="1302522" y="1563730"/>
                  </a:lnTo>
                  <a:lnTo>
                    <a:pt x="1300495" y="1556116"/>
                  </a:lnTo>
                  <a:lnTo>
                    <a:pt x="1301240" y="1553962"/>
                  </a:lnTo>
                  <a:lnTo>
                    <a:pt x="1307655" y="1543222"/>
                  </a:lnTo>
                  <a:lnTo>
                    <a:pt x="1306617" y="1537070"/>
                  </a:lnTo>
                  <a:lnTo>
                    <a:pt x="1302391" y="1532477"/>
                  </a:lnTo>
                  <a:lnTo>
                    <a:pt x="1301342" y="1532351"/>
                  </a:lnTo>
                  <a:lnTo>
                    <a:pt x="1299865" y="1533925"/>
                  </a:lnTo>
                  <a:lnTo>
                    <a:pt x="1298438" y="1534239"/>
                  </a:lnTo>
                  <a:lnTo>
                    <a:pt x="1280925" y="1522041"/>
                  </a:lnTo>
                  <a:lnTo>
                    <a:pt x="1276863" y="1517984"/>
                  </a:lnTo>
                  <a:lnTo>
                    <a:pt x="1269681" y="1501193"/>
                  </a:lnTo>
                  <a:lnTo>
                    <a:pt x="1258353" y="1480432"/>
                  </a:lnTo>
                  <a:lnTo>
                    <a:pt x="1253506" y="1469829"/>
                  </a:lnTo>
                  <a:lnTo>
                    <a:pt x="1252561" y="1463554"/>
                  </a:lnTo>
                  <a:lnTo>
                    <a:pt x="1254116" y="1443404"/>
                  </a:lnTo>
                  <a:lnTo>
                    <a:pt x="1252369" y="1430872"/>
                  </a:lnTo>
                  <a:lnTo>
                    <a:pt x="1248533" y="1415763"/>
                  </a:lnTo>
                  <a:lnTo>
                    <a:pt x="1241402" y="1398451"/>
                  </a:lnTo>
                  <a:lnTo>
                    <a:pt x="1241342" y="1396694"/>
                  </a:lnTo>
                  <a:lnTo>
                    <a:pt x="1238559" y="1390508"/>
                  </a:lnTo>
                  <a:lnTo>
                    <a:pt x="1232805" y="1381077"/>
                  </a:lnTo>
                  <a:lnTo>
                    <a:pt x="1222920" y="1369808"/>
                  </a:lnTo>
                  <a:lnTo>
                    <a:pt x="1213418" y="1361596"/>
                  </a:lnTo>
                  <a:lnTo>
                    <a:pt x="1209985" y="1359105"/>
                  </a:lnTo>
                  <a:lnTo>
                    <a:pt x="1196006" y="1341700"/>
                  </a:lnTo>
                  <a:lnTo>
                    <a:pt x="1182871" y="1327266"/>
                  </a:lnTo>
                  <a:lnTo>
                    <a:pt x="1166804" y="1311913"/>
                  </a:lnTo>
                  <a:lnTo>
                    <a:pt x="1165125" y="1311203"/>
                  </a:lnTo>
                  <a:lnTo>
                    <a:pt x="1158189" y="1300251"/>
                  </a:lnTo>
                  <a:lnTo>
                    <a:pt x="1156717" y="1292262"/>
                  </a:lnTo>
                  <a:lnTo>
                    <a:pt x="1150231" y="1282583"/>
                  </a:lnTo>
                  <a:lnTo>
                    <a:pt x="1140920" y="1272896"/>
                  </a:lnTo>
                  <a:lnTo>
                    <a:pt x="1140031" y="1270425"/>
                  </a:lnTo>
                  <a:lnTo>
                    <a:pt x="1133114" y="1261560"/>
                  </a:lnTo>
                  <a:lnTo>
                    <a:pt x="1120901" y="1250369"/>
                  </a:lnTo>
                  <a:lnTo>
                    <a:pt x="1120427" y="1244746"/>
                  </a:lnTo>
                  <a:lnTo>
                    <a:pt x="1115176" y="1237721"/>
                  </a:lnTo>
                  <a:lnTo>
                    <a:pt x="1114906" y="1235290"/>
                  </a:lnTo>
                  <a:lnTo>
                    <a:pt x="1112850" y="1232548"/>
                  </a:lnTo>
                  <a:lnTo>
                    <a:pt x="1110546" y="1229547"/>
                  </a:lnTo>
                  <a:lnTo>
                    <a:pt x="1109371" y="1223604"/>
                  </a:lnTo>
                  <a:lnTo>
                    <a:pt x="1095637" y="1208570"/>
                  </a:lnTo>
                  <a:lnTo>
                    <a:pt x="1083457" y="1197058"/>
                  </a:lnTo>
                  <a:lnTo>
                    <a:pt x="1074099" y="1189348"/>
                  </a:lnTo>
                  <a:lnTo>
                    <a:pt x="1069335" y="1184444"/>
                  </a:lnTo>
                  <a:lnTo>
                    <a:pt x="1049670" y="1170306"/>
                  </a:lnTo>
                  <a:lnTo>
                    <a:pt x="1047692" y="1167716"/>
                  </a:lnTo>
                  <a:lnTo>
                    <a:pt x="1041593" y="1162110"/>
                  </a:lnTo>
                  <a:lnTo>
                    <a:pt x="1020610" y="1145791"/>
                  </a:lnTo>
                  <a:lnTo>
                    <a:pt x="1008511" y="1137347"/>
                  </a:lnTo>
                  <a:lnTo>
                    <a:pt x="1001246" y="1133190"/>
                  </a:lnTo>
                  <a:lnTo>
                    <a:pt x="1001751" y="1131138"/>
                  </a:lnTo>
                  <a:lnTo>
                    <a:pt x="1001056" y="1130333"/>
                  </a:lnTo>
                  <a:lnTo>
                    <a:pt x="998759" y="1126282"/>
                  </a:lnTo>
                  <a:lnTo>
                    <a:pt x="985132" y="1116547"/>
                  </a:lnTo>
                  <a:lnTo>
                    <a:pt x="980690" y="1112322"/>
                  </a:lnTo>
                  <a:lnTo>
                    <a:pt x="978395" y="1108157"/>
                  </a:lnTo>
                  <a:lnTo>
                    <a:pt x="978440" y="1102376"/>
                  </a:lnTo>
                  <a:lnTo>
                    <a:pt x="972963" y="1094721"/>
                  </a:lnTo>
                  <a:lnTo>
                    <a:pt x="970640" y="1090558"/>
                  </a:lnTo>
                  <a:lnTo>
                    <a:pt x="966882" y="1086277"/>
                  </a:lnTo>
                  <a:lnTo>
                    <a:pt x="955417" y="1063398"/>
                  </a:lnTo>
                  <a:lnTo>
                    <a:pt x="949674" y="1056411"/>
                  </a:lnTo>
                  <a:lnTo>
                    <a:pt x="942306" y="1050593"/>
                  </a:lnTo>
                  <a:lnTo>
                    <a:pt x="942334" y="1049584"/>
                  </a:lnTo>
                  <a:lnTo>
                    <a:pt x="943327" y="1048896"/>
                  </a:lnTo>
                  <a:lnTo>
                    <a:pt x="940834" y="1042960"/>
                  </a:lnTo>
                  <a:lnTo>
                    <a:pt x="937813" y="1040534"/>
                  </a:lnTo>
                  <a:lnTo>
                    <a:pt x="937050" y="1040514"/>
                  </a:lnTo>
                  <a:lnTo>
                    <a:pt x="930290" y="1031023"/>
                  </a:lnTo>
                  <a:lnTo>
                    <a:pt x="919421" y="1024218"/>
                  </a:lnTo>
                  <a:lnTo>
                    <a:pt x="903674" y="1017389"/>
                  </a:lnTo>
                  <a:lnTo>
                    <a:pt x="889209" y="1013770"/>
                  </a:lnTo>
                  <a:lnTo>
                    <a:pt x="876735" y="1007118"/>
                  </a:lnTo>
                  <a:lnTo>
                    <a:pt x="863650" y="1004049"/>
                  </a:lnTo>
                  <a:lnTo>
                    <a:pt x="861839" y="1000831"/>
                  </a:lnTo>
                  <a:lnTo>
                    <a:pt x="861000" y="1000711"/>
                  </a:lnTo>
                  <a:lnTo>
                    <a:pt x="856920" y="996145"/>
                  </a:lnTo>
                  <a:lnTo>
                    <a:pt x="856142" y="994100"/>
                  </a:lnTo>
                  <a:lnTo>
                    <a:pt x="852535" y="989503"/>
                  </a:lnTo>
                  <a:lnTo>
                    <a:pt x="847594" y="987056"/>
                  </a:lnTo>
                  <a:lnTo>
                    <a:pt x="844220" y="981373"/>
                  </a:lnTo>
                  <a:lnTo>
                    <a:pt x="841180" y="978721"/>
                  </a:lnTo>
                  <a:lnTo>
                    <a:pt x="837424" y="976912"/>
                  </a:lnTo>
                  <a:lnTo>
                    <a:pt x="829073" y="974962"/>
                  </a:lnTo>
                  <a:lnTo>
                    <a:pt x="820180" y="975609"/>
                  </a:lnTo>
                  <a:lnTo>
                    <a:pt x="819854" y="963400"/>
                  </a:lnTo>
                  <a:lnTo>
                    <a:pt x="817129" y="953454"/>
                  </a:lnTo>
                  <a:lnTo>
                    <a:pt x="818818" y="946359"/>
                  </a:lnTo>
                  <a:lnTo>
                    <a:pt x="818657" y="941892"/>
                  </a:lnTo>
                  <a:lnTo>
                    <a:pt x="816623" y="934793"/>
                  </a:lnTo>
                  <a:lnTo>
                    <a:pt x="818255" y="928223"/>
                  </a:lnTo>
                  <a:lnTo>
                    <a:pt x="822475" y="919517"/>
                  </a:lnTo>
                  <a:lnTo>
                    <a:pt x="826724" y="914199"/>
                  </a:lnTo>
                  <a:lnTo>
                    <a:pt x="834236" y="902269"/>
                  </a:lnTo>
                  <a:lnTo>
                    <a:pt x="836181" y="897931"/>
                  </a:lnTo>
                  <a:lnTo>
                    <a:pt x="837186" y="892865"/>
                  </a:lnTo>
                  <a:lnTo>
                    <a:pt x="841863" y="888252"/>
                  </a:lnTo>
                  <a:lnTo>
                    <a:pt x="841155" y="887199"/>
                  </a:lnTo>
                  <a:lnTo>
                    <a:pt x="842510" y="875144"/>
                  </a:lnTo>
                  <a:lnTo>
                    <a:pt x="841816" y="866027"/>
                  </a:lnTo>
                  <a:lnTo>
                    <a:pt x="840511" y="861260"/>
                  </a:lnTo>
                  <a:lnTo>
                    <a:pt x="836764" y="854840"/>
                  </a:lnTo>
                  <a:lnTo>
                    <a:pt x="831238" y="850017"/>
                  </a:lnTo>
                  <a:lnTo>
                    <a:pt x="828592" y="845224"/>
                  </a:lnTo>
                  <a:lnTo>
                    <a:pt x="826308" y="842607"/>
                  </a:lnTo>
                  <a:lnTo>
                    <a:pt x="822417" y="840172"/>
                  </a:lnTo>
                  <a:lnTo>
                    <a:pt x="823253" y="840108"/>
                  </a:lnTo>
                  <a:lnTo>
                    <a:pt x="822726" y="833905"/>
                  </a:lnTo>
                  <a:lnTo>
                    <a:pt x="818707" y="833899"/>
                  </a:lnTo>
                  <a:lnTo>
                    <a:pt x="813393" y="828169"/>
                  </a:lnTo>
                  <a:lnTo>
                    <a:pt x="812330" y="828015"/>
                  </a:lnTo>
                  <a:lnTo>
                    <a:pt x="809234" y="831730"/>
                  </a:lnTo>
                  <a:lnTo>
                    <a:pt x="808750" y="833368"/>
                  </a:lnTo>
                  <a:lnTo>
                    <a:pt x="811315" y="835272"/>
                  </a:lnTo>
                  <a:lnTo>
                    <a:pt x="813999" y="838880"/>
                  </a:lnTo>
                  <a:lnTo>
                    <a:pt x="808663" y="837144"/>
                  </a:lnTo>
                  <a:lnTo>
                    <a:pt x="800625" y="835760"/>
                  </a:lnTo>
                  <a:lnTo>
                    <a:pt x="796784" y="836095"/>
                  </a:lnTo>
                  <a:lnTo>
                    <a:pt x="795909" y="838138"/>
                  </a:lnTo>
                  <a:lnTo>
                    <a:pt x="795128" y="838366"/>
                  </a:lnTo>
                  <a:lnTo>
                    <a:pt x="784040" y="833574"/>
                  </a:lnTo>
                  <a:lnTo>
                    <a:pt x="777927" y="827158"/>
                  </a:lnTo>
                  <a:lnTo>
                    <a:pt x="774589" y="821604"/>
                  </a:lnTo>
                  <a:lnTo>
                    <a:pt x="771417" y="806570"/>
                  </a:lnTo>
                  <a:lnTo>
                    <a:pt x="769982" y="802371"/>
                  </a:lnTo>
                  <a:lnTo>
                    <a:pt x="765066" y="794816"/>
                  </a:lnTo>
                  <a:lnTo>
                    <a:pt x="764836" y="793167"/>
                  </a:lnTo>
                  <a:lnTo>
                    <a:pt x="765715" y="792613"/>
                  </a:lnTo>
                  <a:lnTo>
                    <a:pt x="765565" y="791471"/>
                  </a:lnTo>
                  <a:lnTo>
                    <a:pt x="764269" y="788357"/>
                  </a:lnTo>
                  <a:lnTo>
                    <a:pt x="762304" y="786148"/>
                  </a:lnTo>
                  <a:lnTo>
                    <a:pt x="756327" y="782974"/>
                  </a:lnTo>
                  <a:lnTo>
                    <a:pt x="753909" y="782090"/>
                  </a:lnTo>
                  <a:lnTo>
                    <a:pt x="752529" y="782479"/>
                  </a:lnTo>
                  <a:lnTo>
                    <a:pt x="748887" y="779430"/>
                  </a:lnTo>
                  <a:lnTo>
                    <a:pt x="734092" y="774452"/>
                  </a:lnTo>
                  <a:lnTo>
                    <a:pt x="723768" y="771034"/>
                  </a:lnTo>
                  <a:lnTo>
                    <a:pt x="720412" y="768146"/>
                  </a:lnTo>
                  <a:lnTo>
                    <a:pt x="709900" y="755414"/>
                  </a:lnTo>
                  <a:lnTo>
                    <a:pt x="704943" y="752811"/>
                  </a:lnTo>
                  <a:lnTo>
                    <a:pt x="699317" y="751408"/>
                  </a:lnTo>
                  <a:lnTo>
                    <a:pt x="699704" y="750645"/>
                  </a:lnTo>
                  <a:lnTo>
                    <a:pt x="701756" y="750677"/>
                  </a:lnTo>
                  <a:lnTo>
                    <a:pt x="706486" y="751840"/>
                  </a:lnTo>
                  <a:lnTo>
                    <a:pt x="708561" y="750914"/>
                  </a:lnTo>
                  <a:lnTo>
                    <a:pt x="704604" y="747568"/>
                  </a:lnTo>
                  <a:lnTo>
                    <a:pt x="705574" y="744626"/>
                  </a:lnTo>
                  <a:lnTo>
                    <a:pt x="705128" y="741101"/>
                  </a:lnTo>
                  <a:lnTo>
                    <a:pt x="696201" y="735835"/>
                  </a:lnTo>
                  <a:lnTo>
                    <a:pt x="695648" y="729799"/>
                  </a:lnTo>
                  <a:lnTo>
                    <a:pt x="692749" y="731540"/>
                  </a:lnTo>
                  <a:lnTo>
                    <a:pt x="693648" y="721753"/>
                  </a:lnTo>
                  <a:lnTo>
                    <a:pt x="690297" y="707624"/>
                  </a:lnTo>
                  <a:lnTo>
                    <a:pt x="693521" y="697547"/>
                  </a:lnTo>
                  <a:lnTo>
                    <a:pt x="692810" y="683042"/>
                  </a:lnTo>
                  <a:lnTo>
                    <a:pt x="696313" y="680350"/>
                  </a:lnTo>
                  <a:lnTo>
                    <a:pt x="703648" y="680074"/>
                  </a:lnTo>
                  <a:lnTo>
                    <a:pt x="704180" y="679450"/>
                  </a:lnTo>
                  <a:lnTo>
                    <a:pt x="699833" y="675191"/>
                  </a:lnTo>
                  <a:lnTo>
                    <a:pt x="696124" y="673435"/>
                  </a:lnTo>
                  <a:lnTo>
                    <a:pt x="688491" y="672300"/>
                  </a:lnTo>
                  <a:lnTo>
                    <a:pt x="680506" y="669382"/>
                  </a:lnTo>
                  <a:lnTo>
                    <a:pt x="672577" y="667504"/>
                  </a:lnTo>
                  <a:lnTo>
                    <a:pt x="671109" y="666890"/>
                  </a:lnTo>
                  <a:lnTo>
                    <a:pt x="669150" y="662636"/>
                  </a:lnTo>
                  <a:lnTo>
                    <a:pt x="661658" y="666494"/>
                  </a:lnTo>
                  <a:lnTo>
                    <a:pt x="659459" y="669489"/>
                  </a:lnTo>
                  <a:lnTo>
                    <a:pt x="659825" y="670152"/>
                  </a:lnTo>
                  <a:lnTo>
                    <a:pt x="664081" y="669158"/>
                  </a:lnTo>
                  <a:lnTo>
                    <a:pt x="665440" y="669574"/>
                  </a:lnTo>
                  <a:lnTo>
                    <a:pt x="661755" y="676828"/>
                  </a:lnTo>
                  <a:lnTo>
                    <a:pt x="657227" y="672233"/>
                  </a:lnTo>
                  <a:lnTo>
                    <a:pt x="655372" y="672765"/>
                  </a:lnTo>
                  <a:lnTo>
                    <a:pt x="652999" y="669495"/>
                  </a:lnTo>
                  <a:lnTo>
                    <a:pt x="653081" y="665482"/>
                  </a:lnTo>
                  <a:lnTo>
                    <a:pt x="650913" y="660931"/>
                  </a:lnTo>
                  <a:lnTo>
                    <a:pt x="646195" y="660129"/>
                  </a:lnTo>
                  <a:lnTo>
                    <a:pt x="642341" y="661725"/>
                  </a:lnTo>
                  <a:lnTo>
                    <a:pt x="638441" y="661717"/>
                  </a:lnTo>
                  <a:lnTo>
                    <a:pt x="637554" y="659738"/>
                  </a:lnTo>
                  <a:lnTo>
                    <a:pt x="634569" y="657166"/>
                  </a:lnTo>
                  <a:lnTo>
                    <a:pt x="629189" y="655199"/>
                  </a:lnTo>
                  <a:lnTo>
                    <a:pt x="627656" y="651289"/>
                  </a:lnTo>
                  <a:lnTo>
                    <a:pt x="620713" y="645731"/>
                  </a:lnTo>
                  <a:lnTo>
                    <a:pt x="614071" y="633413"/>
                  </a:lnTo>
                  <a:lnTo>
                    <a:pt x="612401" y="628267"/>
                  </a:lnTo>
                  <a:lnTo>
                    <a:pt x="608448" y="623776"/>
                  </a:lnTo>
                  <a:lnTo>
                    <a:pt x="606338" y="619809"/>
                  </a:lnTo>
                  <a:lnTo>
                    <a:pt x="606757" y="618806"/>
                  </a:lnTo>
                  <a:lnTo>
                    <a:pt x="605936" y="616514"/>
                  </a:lnTo>
                  <a:lnTo>
                    <a:pt x="601820" y="613635"/>
                  </a:lnTo>
                  <a:lnTo>
                    <a:pt x="598952" y="610514"/>
                  </a:lnTo>
                  <a:lnTo>
                    <a:pt x="599240" y="604917"/>
                  </a:lnTo>
                  <a:lnTo>
                    <a:pt x="596611" y="601709"/>
                  </a:lnTo>
                  <a:lnTo>
                    <a:pt x="591462" y="598794"/>
                  </a:lnTo>
                  <a:lnTo>
                    <a:pt x="585349" y="596541"/>
                  </a:lnTo>
                  <a:lnTo>
                    <a:pt x="578338" y="592324"/>
                  </a:lnTo>
                  <a:lnTo>
                    <a:pt x="570851" y="590050"/>
                  </a:lnTo>
                  <a:lnTo>
                    <a:pt x="570532" y="585061"/>
                  </a:lnTo>
                  <a:lnTo>
                    <a:pt x="568282" y="581317"/>
                  </a:lnTo>
                  <a:lnTo>
                    <a:pt x="564735" y="569830"/>
                  </a:lnTo>
                  <a:lnTo>
                    <a:pt x="550147" y="556245"/>
                  </a:lnTo>
                  <a:lnTo>
                    <a:pt x="545924" y="548954"/>
                  </a:lnTo>
                  <a:lnTo>
                    <a:pt x="546369" y="548009"/>
                  </a:lnTo>
                  <a:lnTo>
                    <a:pt x="551757" y="545199"/>
                  </a:lnTo>
                  <a:lnTo>
                    <a:pt x="553635" y="550667"/>
                  </a:lnTo>
                  <a:lnTo>
                    <a:pt x="554152" y="551076"/>
                  </a:lnTo>
                  <a:lnTo>
                    <a:pt x="556452" y="549424"/>
                  </a:lnTo>
                  <a:lnTo>
                    <a:pt x="557055" y="545177"/>
                  </a:lnTo>
                  <a:lnTo>
                    <a:pt x="553645" y="540363"/>
                  </a:lnTo>
                  <a:lnTo>
                    <a:pt x="551277" y="541549"/>
                  </a:lnTo>
                  <a:lnTo>
                    <a:pt x="548947" y="541401"/>
                  </a:lnTo>
                  <a:lnTo>
                    <a:pt x="544250" y="537430"/>
                  </a:lnTo>
                  <a:lnTo>
                    <a:pt x="537782" y="534725"/>
                  </a:lnTo>
                  <a:lnTo>
                    <a:pt x="535723" y="529898"/>
                  </a:lnTo>
                  <a:lnTo>
                    <a:pt x="530018" y="521487"/>
                  </a:lnTo>
                  <a:lnTo>
                    <a:pt x="522126" y="519284"/>
                  </a:lnTo>
                  <a:lnTo>
                    <a:pt x="521949" y="518773"/>
                  </a:lnTo>
                  <a:lnTo>
                    <a:pt x="524732" y="516727"/>
                  </a:lnTo>
                  <a:lnTo>
                    <a:pt x="521434" y="504963"/>
                  </a:lnTo>
                  <a:lnTo>
                    <a:pt x="524193" y="500103"/>
                  </a:lnTo>
                  <a:lnTo>
                    <a:pt x="519134" y="487345"/>
                  </a:lnTo>
                  <a:lnTo>
                    <a:pt x="520356" y="482435"/>
                  </a:lnTo>
                  <a:lnTo>
                    <a:pt x="519860" y="478774"/>
                  </a:lnTo>
                  <a:lnTo>
                    <a:pt x="517340" y="472877"/>
                  </a:lnTo>
                  <a:lnTo>
                    <a:pt x="513910" y="470737"/>
                  </a:lnTo>
                  <a:lnTo>
                    <a:pt x="509501" y="470818"/>
                  </a:lnTo>
                  <a:lnTo>
                    <a:pt x="505875" y="471860"/>
                  </a:lnTo>
                  <a:lnTo>
                    <a:pt x="499832" y="469511"/>
                  </a:lnTo>
                  <a:lnTo>
                    <a:pt x="498127" y="467730"/>
                  </a:lnTo>
                  <a:lnTo>
                    <a:pt x="497143" y="463576"/>
                  </a:lnTo>
                  <a:lnTo>
                    <a:pt x="502303" y="454351"/>
                  </a:lnTo>
                  <a:lnTo>
                    <a:pt x="502879" y="449373"/>
                  </a:lnTo>
                  <a:lnTo>
                    <a:pt x="501838" y="447434"/>
                  </a:lnTo>
                  <a:lnTo>
                    <a:pt x="499316" y="446458"/>
                  </a:lnTo>
                  <a:lnTo>
                    <a:pt x="497663" y="444705"/>
                  </a:lnTo>
                  <a:lnTo>
                    <a:pt x="497923" y="441144"/>
                  </a:lnTo>
                  <a:lnTo>
                    <a:pt x="497199" y="439314"/>
                  </a:lnTo>
                  <a:lnTo>
                    <a:pt x="489564" y="429374"/>
                  </a:lnTo>
                  <a:lnTo>
                    <a:pt x="486072" y="421319"/>
                  </a:lnTo>
                  <a:lnTo>
                    <a:pt x="482103" y="418142"/>
                  </a:lnTo>
                  <a:lnTo>
                    <a:pt x="479763" y="408998"/>
                  </a:lnTo>
                  <a:lnTo>
                    <a:pt x="475119" y="401365"/>
                  </a:lnTo>
                  <a:lnTo>
                    <a:pt x="475493" y="397697"/>
                  </a:lnTo>
                  <a:lnTo>
                    <a:pt x="474114" y="393797"/>
                  </a:lnTo>
                  <a:lnTo>
                    <a:pt x="472120" y="391904"/>
                  </a:lnTo>
                  <a:lnTo>
                    <a:pt x="469453" y="390878"/>
                  </a:lnTo>
                  <a:lnTo>
                    <a:pt x="466762" y="391694"/>
                  </a:lnTo>
                  <a:lnTo>
                    <a:pt x="465114" y="390234"/>
                  </a:lnTo>
                  <a:lnTo>
                    <a:pt x="467436" y="378825"/>
                  </a:lnTo>
                  <a:lnTo>
                    <a:pt x="466483" y="374055"/>
                  </a:lnTo>
                  <a:lnTo>
                    <a:pt x="464835" y="370735"/>
                  </a:lnTo>
                  <a:lnTo>
                    <a:pt x="466278" y="363169"/>
                  </a:lnTo>
                  <a:lnTo>
                    <a:pt x="466666" y="354119"/>
                  </a:lnTo>
                  <a:lnTo>
                    <a:pt x="464993" y="349296"/>
                  </a:lnTo>
                  <a:lnTo>
                    <a:pt x="461508" y="344494"/>
                  </a:lnTo>
                  <a:lnTo>
                    <a:pt x="458417" y="342451"/>
                  </a:lnTo>
                  <a:lnTo>
                    <a:pt x="457457" y="337622"/>
                  </a:lnTo>
                  <a:lnTo>
                    <a:pt x="457606" y="328050"/>
                  </a:lnTo>
                  <a:lnTo>
                    <a:pt x="456353" y="323033"/>
                  </a:lnTo>
                  <a:lnTo>
                    <a:pt x="453241" y="317155"/>
                  </a:lnTo>
                  <a:lnTo>
                    <a:pt x="442603" y="304426"/>
                  </a:lnTo>
                  <a:lnTo>
                    <a:pt x="433780" y="285249"/>
                  </a:lnTo>
                  <a:lnTo>
                    <a:pt x="432646" y="276091"/>
                  </a:lnTo>
                  <a:lnTo>
                    <a:pt x="430623" y="268549"/>
                  </a:lnTo>
                  <a:lnTo>
                    <a:pt x="432384" y="265444"/>
                  </a:lnTo>
                  <a:lnTo>
                    <a:pt x="434100" y="259555"/>
                  </a:lnTo>
                  <a:lnTo>
                    <a:pt x="435497" y="250461"/>
                  </a:lnTo>
                  <a:lnTo>
                    <a:pt x="435559" y="245868"/>
                  </a:lnTo>
                  <a:lnTo>
                    <a:pt x="433011" y="235997"/>
                  </a:lnTo>
                  <a:lnTo>
                    <a:pt x="433957" y="235303"/>
                  </a:lnTo>
                  <a:lnTo>
                    <a:pt x="433817" y="238290"/>
                  </a:lnTo>
                  <a:lnTo>
                    <a:pt x="436501" y="244709"/>
                  </a:lnTo>
                  <a:lnTo>
                    <a:pt x="440285" y="239940"/>
                  </a:lnTo>
                  <a:lnTo>
                    <a:pt x="441032" y="234836"/>
                  </a:lnTo>
                  <a:lnTo>
                    <a:pt x="439392" y="226104"/>
                  </a:lnTo>
                  <a:lnTo>
                    <a:pt x="436511" y="217601"/>
                  </a:lnTo>
                  <a:lnTo>
                    <a:pt x="435830" y="217286"/>
                  </a:lnTo>
                  <a:lnTo>
                    <a:pt x="435281" y="218560"/>
                  </a:lnTo>
                  <a:lnTo>
                    <a:pt x="427814" y="213852"/>
                  </a:lnTo>
                  <a:lnTo>
                    <a:pt x="409300" y="206724"/>
                  </a:lnTo>
                  <a:lnTo>
                    <a:pt x="389164" y="201060"/>
                  </a:lnTo>
                  <a:lnTo>
                    <a:pt x="386966" y="197995"/>
                  </a:lnTo>
                  <a:lnTo>
                    <a:pt x="379578" y="196038"/>
                  </a:lnTo>
                  <a:lnTo>
                    <a:pt x="377558" y="193851"/>
                  </a:lnTo>
                  <a:lnTo>
                    <a:pt x="381139" y="194125"/>
                  </a:lnTo>
                  <a:lnTo>
                    <a:pt x="381714" y="191414"/>
                  </a:lnTo>
                  <a:lnTo>
                    <a:pt x="379363" y="175681"/>
                  </a:lnTo>
                  <a:lnTo>
                    <a:pt x="375272" y="170872"/>
                  </a:lnTo>
                  <a:lnTo>
                    <a:pt x="351735" y="156707"/>
                  </a:lnTo>
                  <a:lnTo>
                    <a:pt x="349820" y="156863"/>
                  </a:lnTo>
                  <a:lnTo>
                    <a:pt x="349105" y="157625"/>
                  </a:lnTo>
                  <a:lnTo>
                    <a:pt x="345889" y="155796"/>
                  </a:lnTo>
                  <a:lnTo>
                    <a:pt x="344304" y="153226"/>
                  </a:lnTo>
                  <a:lnTo>
                    <a:pt x="342760" y="152692"/>
                  </a:lnTo>
                  <a:lnTo>
                    <a:pt x="342822" y="158350"/>
                  </a:lnTo>
                  <a:lnTo>
                    <a:pt x="344284" y="160319"/>
                  </a:lnTo>
                  <a:lnTo>
                    <a:pt x="344029" y="162212"/>
                  </a:lnTo>
                  <a:lnTo>
                    <a:pt x="340881" y="166020"/>
                  </a:lnTo>
                  <a:lnTo>
                    <a:pt x="338567" y="166640"/>
                  </a:lnTo>
                  <a:lnTo>
                    <a:pt x="337074" y="165711"/>
                  </a:lnTo>
                  <a:lnTo>
                    <a:pt x="335894" y="170658"/>
                  </a:lnTo>
                  <a:lnTo>
                    <a:pt x="323480" y="169595"/>
                  </a:lnTo>
                  <a:lnTo>
                    <a:pt x="319490" y="168358"/>
                  </a:lnTo>
                  <a:lnTo>
                    <a:pt x="307898" y="161276"/>
                  </a:lnTo>
                  <a:lnTo>
                    <a:pt x="306026" y="159689"/>
                  </a:lnTo>
                  <a:lnTo>
                    <a:pt x="302512" y="153879"/>
                  </a:lnTo>
                  <a:lnTo>
                    <a:pt x="284649" y="141611"/>
                  </a:lnTo>
                  <a:lnTo>
                    <a:pt x="279086" y="133390"/>
                  </a:lnTo>
                  <a:lnTo>
                    <a:pt x="276035" y="130904"/>
                  </a:lnTo>
                  <a:lnTo>
                    <a:pt x="272050" y="129132"/>
                  </a:lnTo>
                  <a:lnTo>
                    <a:pt x="263757" y="128370"/>
                  </a:lnTo>
                  <a:lnTo>
                    <a:pt x="260550" y="126231"/>
                  </a:lnTo>
                  <a:lnTo>
                    <a:pt x="258632" y="122311"/>
                  </a:lnTo>
                  <a:lnTo>
                    <a:pt x="256805" y="120416"/>
                  </a:lnTo>
                  <a:lnTo>
                    <a:pt x="253835" y="119507"/>
                  </a:lnTo>
                  <a:lnTo>
                    <a:pt x="251527" y="120154"/>
                  </a:lnTo>
                  <a:lnTo>
                    <a:pt x="248886" y="130552"/>
                  </a:lnTo>
                  <a:lnTo>
                    <a:pt x="249311" y="133938"/>
                  </a:lnTo>
                  <a:lnTo>
                    <a:pt x="251579" y="138741"/>
                  </a:lnTo>
                  <a:lnTo>
                    <a:pt x="252027" y="144043"/>
                  </a:lnTo>
                  <a:lnTo>
                    <a:pt x="249955" y="147396"/>
                  </a:lnTo>
                  <a:lnTo>
                    <a:pt x="248646" y="147522"/>
                  </a:lnTo>
                  <a:lnTo>
                    <a:pt x="246756" y="145952"/>
                  </a:lnTo>
                  <a:lnTo>
                    <a:pt x="245897" y="146163"/>
                  </a:lnTo>
                  <a:lnTo>
                    <a:pt x="243335" y="151374"/>
                  </a:lnTo>
                  <a:lnTo>
                    <a:pt x="241435" y="158100"/>
                  </a:lnTo>
                  <a:lnTo>
                    <a:pt x="242062" y="165801"/>
                  </a:lnTo>
                  <a:lnTo>
                    <a:pt x="241053" y="171164"/>
                  </a:lnTo>
                  <a:lnTo>
                    <a:pt x="239890" y="171826"/>
                  </a:lnTo>
                  <a:lnTo>
                    <a:pt x="239046" y="174391"/>
                  </a:lnTo>
                  <a:lnTo>
                    <a:pt x="240798" y="175982"/>
                  </a:lnTo>
                  <a:lnTo>
                    <a:pt x="237795" y="182239"/>
                  </a:lnTo>
                  <a:lnTo>
                    <a:pt x="235878" y="189611"/>
                  </a:lnTo>
                  <a:lnTo>
                    <a:pt x="235512" y="192172"/>
                  </a:lnTo>
                  <a:lnTo>
                    <a:pt x="236360" y="194679"/>
                  </a:lnTo>
                  <a:lnTo>
                    <a:pt x="234213" y="208148"/>
                  </a:lnTo>
                  <a:lnTo>
                    <a:pt x="234543" y="211507"/>
                  </a:lnTo>
                  <a:lnTo>
                    <a:pt x="236033" y="215200"/>
                  </a:lnTo>
                  <a:lnTo>
                    <a:pt x="240380" y="222446"/>
                  </a:lnTo>
                  <a:lnTo>
                    <a:pt x="238776" y="226767"/>
                  </a:lnTo>
                  <a:lnTo>
                    <a:pt x="239245" y="228370"/>
                  </a:lnTo>
                  <a:lnTo>
                    <a:pt x="242176" y="231334"/>
                  </a:lnTo>
                  <a:lnTo>
                    <a:pt x="250981" y="237003"/>
                  </a:lnTo>
                  <a:lnTo>
                    <a:pt x="251755" y="240895"/>
                  </a:lnTo>
                  <a:lnTo>
                    <a:pt x="250875" y="271443"/>
                  </a:lnTo>
                  <a:lnTo>
                    <a:pt x="249881" y="277355"/>
                  </a:lnTo>
                  <a:lnTo>
                    <a:pt x="251726" y="283280"/>
                  </a:lnTo>
                  <a:lnTo>
                    <a:pt x="254240" y="287684"/>
                  </a:lnTo>
                  <a:lnTo>
                    <a:pt x="255897" y="296969"/>
                  </a:lnTo>
                  <a:lnTo>
                    <a:pt x="254556" y="301427"/>
                  </a:lnTo>
                  <a:lnTo>
                    <a:pt x="255141" y="305804"/>
                  </a:lnTo>
                  <a:lnTo>
                    <a:pt x="253168" y="311470"/>
                  </a:lnTo>
                  <a:lnTo>
                    <a:pt x="251996" y="320397"/>
                  </a:lnTo>
                  <a:lnTo>
                    <a:pt x="252254" y="326960"/>
                  </a:lnTo>
                  <a:lnTo>
                    <a:pt x="248215" y="334693"/>
                  </a:lnTo>
                  <a:lnTo>
                    <a:pt x="251396" y="344451"/>
                  </a:lnTo>
                  <a:lnTo>
                    <a:pt x="254776" y="347670"/>
                  </a:lnTo>
                  <a:lnTo>
                    <a:pt x="256508" y="352267"/>
                  </a:lnTo>
                  <a:lnTo>
                    <a:pt x="256876" y="357362"/>
                  </a:lnTo>
                  <a:lnTo>
                    <a:pt x="260729" y="366028"/>
                  </a:lnTo>
                  <a:lnTo>
                    <a:pt x="266054" y="369340"/>
                  </a:lnTo>
                  <a:lnTo>
                    <a:pt x="267549" y="374136"/>
                  </a:lnTo>
                  <a:lnTo>
                    <a:pt x="271448" y="374862"/>
                  </a:lnTo>
                  <a:lnTo>
                    <a:pt x="273917" y="377714"/>
                  </a:lnTo>
                  <a:lnTo>
                    <a:pt x="274216" y="379384"/>
                  </a:lnTo>
                  <a:lnTo>
                    <a:pt x="273328" y="382153"/>
                  </a:lnTo>
                  <a:lnTo>
                    <a:pt x="273897" y="388187"/>
                  </a:lnTo>
                  <a:lnTo>
                    <a:pt x="275535" y="392685"/>
                  </a:lnTo>
                  <a:lnTo>
                    <a:pt x="281758" y="397981"/>
                  </a:lnTo>
                  <a:lnTo>
                    <a:pt x="285717" y="398339"/>
                  </a:lnTo>
                  <a:lnTo>
                    <a:pt x="287500" y="396226"/>
                  </a:lnTo>
                  <a:lnTo>
                    <a:pt x="286365" y="396529"/>
                  </a:lnTo>
                  <a:lnTo>
                    <a:pt x="286320" y="395366"/>
                  </a:lnTo>
                  <a:lnTo>
                    <a:pt x="287848" y="394589"/>
                  </a:lnTo>
                  <a:lnTo>
                    <a:pt x="291558" y="396127"/>
                  </a:lnTo>
                  <a:lnTo>
                    <a:pt x="295141" y="398907"/>
                  </a:lnTo>
                  <a:lnTo>
                    <a:pt x="300738" y="406438"/>
                  </a:lnTo>
                  <a:lnTo>
                    <a:pt x="311399" y="417271"/>
                  </a:lnTo>
                  <a:lnTo>
                    <a:pt x="312618" y="419907"/>
                  </a:lnTo>
                  <a:lnTo>
                    <a:pt x="320477" y="425930"/>
                  </a:lnTo>
                  <a:lnTo>
                    <a:pt x="328584" y="436052"/>
                  </a:lnTo>
                  <a:lnTo>
                    <a:pt x="335282" y="440484"/>
                  </a:lnTo>
                  <a:lnTo>
                    <a:pt x="338445" y="444632"/>
                  </a:lnTo>
                  <a:lnTo>
                    <a:pt x="342100" y="447110"/>
                  </a:lnTo>
                  <a:lnTo>
                    <a:pt x="347292" y="453750"/>
                  </a:lnTo>
                  <a:lnTo>
                    <a:pt x="350078" y="459027"/>
                  </a:lnTo>
                  <a:lnTo>
                    <a:pt x="356240" y="464937"/>
                  </a:lnTo>
                  <a:lnTo>
                    <a:pt x="357325" y="469030"/>
                  </a:lnTo>
                  <a:lnTo>
                    <a:pt x="353827" y="472587"/>
                  </a:lnTo>
                  <a:lnTo>
                    <a:pt x="353284" y="474511"/>
                  </a:lnTo>
                  <a:lnTo>
                    <a:pt x="355692" y="479618"/>
                  </a:lnTo>
                  <a:lnTo>
                    <a:pt x="362485" y="488770"/>
                  </a:lnTo>
                  <a:lnTo>
                    <a:pt x="365021" y="495108"/>
                  </a:lnTo>
                  <a:lnTo>
                    <a:pt x="365190" y="498304"/>
                  </a:lnTo>
                  <a:lnTo>
                    <a:pt x="362068" y="502969"/>
                  </a:lnTo>
                  <a:lnTo>
                    <a:pt x="361895" y="509899"/>
                  </a:lnTo>
                  <a:lnTo>
                    <a:pt x="364939" y="517232"/>
                  </a:lnTo>
                  <a:lnTo>
                    <a:pt x="367511" y="517927"/>
                  </a:lnTo>
                  <a:lnTo>
                    <a:pt x="370331" y="517499"/>
                  </a:lnTo>
                  <a:lnTo>
                    <a:pt x="371466" y="514963"/>
                  </a:lnTo>
                  <a:lnTo>
                    <a:pt x="369798" y="512763"/>
                  </a:lnTo>
                  <a:lnTo>
                    <a:pt x="371310" y="510497"/>
                  </a:lnTo>
                  <a:lnTo>
                    <a:pt x="375667" y="509801"/>
                  </a:lnTo>
                  <a:lnTo>
                    <a:pt x="380898" y="513752"/>
                  </a:lnTo>
                  <a:lnTo>
                    <a:pt x="382595" y="522848"/>
                  </a:lnTo>
                  <a:lnTo>
                    <a:pt x="382297" y="526005"/>
                  </a:lnTo>
                  <a:lnTo>
                    <a:pt x="383914" y="530312"/>
                  </a:lnTo>
                  <a:lnTo>
                    <a:pt x="388731" y="530966"/>
                  </a:lnTo>
                  <a:lnTo>
                    <a:pt x="395147" y="526549"/>
                  </a:lnTo>
                  <a:lnTo>
                    <a:pt x="399499" y="528969"/>
                  </a:lnTo>
                  <a:lnTo>
                    <a:pt x="401974" y="533445"/>
                  </a:lnTo>
                  <a:lnTo>
                    <a:pt x="401729" y="539605"/>
                  </a:lnTo>
                  <a:lnTo>
                    <a:pt x="404967" y="551165"/>
                  </a:lnTo>
                  <a:lnTo>
                    <a:pt x="408159" y="555078"/>
                  </a:lnTo>
                  <a:lnTo>
                    <a:pt x="407650" y="559564"/>
                  </a:lnTo>
                  <a:lnTo>
                    <a:pt x="409759" y="571952"/>
                  </a:lnTo>
                  <a:lnTo>
                    <a:pt x="419523" y="579029"/>
                  </a:lnTo>
                  <a:lnTo>
                    <a:pt x="424660" y="579508"/>
                  </a:lnTo>
                  <a:lnTo>
                    <a:pt x="432716" y="577715"/>
                  </a:lnTo>
                  <a:lnTo>
                    <a:pt x="435229" y="580988"/>
                  </a:lnTo>
                  <a:lnTo>
                    <a:pt x="437481" y="582665"/>
                  </a:lnTo>
                  <a:lnTo>
                    <a:pt x="438961" y="582765"/>
                  </a:lnTo>
                  <a:lnTo>
                    <a:pt x="438019" y="590382"/>
                  </a:lnTo>
                  <a:lnTo>
                    <a:pt x="434240" y="599703"/>
                  </a:lnTo>
                  <a:lnTo>
                    <a:pt x="434258" y="603225"/>
                  </a:lnTo>
                  <a:lnTo>
                    <a:pt x="443081" y="615914"/>
                  </a:lnTo>
                  <a:lnTo>
                    <a:pt x="439947" y="622771"/>
                  </a:lnTo>
                  <a:lnTo>
                    <a:pt x="439666" y="625479"/>
                  </a:lnTo>
                  <a:lnTo>
                    <a:pt x="441927" y="632116"/>
                  </a:lnTo>
                  <a:lnTo>
                    <a:pt x="440422" y="634037"/>
                  </a:lnTo>
                  <a:lnTo>
                    <a:pt x="439693" y="637257"/>
                  </a:lnTo>
                  <a:lnTo>
                    <a:pt x="441115" y="640121"/>
                  </a:lnTo>
                  <a:lnTo>
                    <a:pt x="444056" y="641218"/>
                  </a:lnTo>
                  <a:lnTo>
                    <a:pt x="444721" y="645546"/>
                  </a:lnTo>
                  <a:lnTo>
                    <a:pt x="441913" y="659092"/>
                  </a:lnTo>
                  <a:lnTo>
                    <a:pt x="443111" y="661209"/>
                  </a:lnTo>
                  <a:lnTo>
                    <a:pt x="447377" y="665316"/>
                  </a:lnTo>
                  <a:lnTo>
                    <a:pt x="448372" y="672560"/>
                  </a:lnTo>
                  <a:lnTo>
                    <a:pt x="451666" y="678471"/>
                  </a:lnTo>
                  <a:lnTo>
                    <a:pt x="453265" y="680183"/>
                  </a:lnTo>
                  <a:lnTo>
                    <a:pt x="455442" y="680369"/>
                  </a:lnTo>
                  <a:lnTo>
                    <a:pt x="460374" y="688491"/>
                  </a:lnTo>
                  <a:lnTo>
                    <a:pt x="462886" y="689734"/>
                  </a:lnTo>
                  <a:lnTo>
                    <a:pt x="464355" y="689497"/>
                  </a:lnTo>
                  <a:lnTo>
                    <a:pt x="472681" y="693269"/>
                  </a:lnTo>
                  <a:lnTo>
                    <a:pt x="482253" y="699145"/>
                  </a:lnTo>
                  <a:lnTo>
                    <a:pt x="486876" y="703324"/>
                  </a:lnTo>
                  <a:lnTo>
                    <a:pt x="490558" y="710698"/>
                  </a:lnTo>
                  <a:lnTo>
                    <a:pt x="490648" y="719879"/>
                  </a:lnTo>
                  <a:lnTo>
                    <a:pt x="492065" y="725910"/>
                  </a:lnTo>
                  <a:lnTo>
                    <a:pt x="495646" y="731277"/>
                  </a:lnTo>
                  <a:lnTo>
                    <a:pt x="498642" y="734033"/>
                  </a:lnTo>
                  <a:lnTo>
                    <a:pt x="501314" y="741915"/>
                  </a:lnTo>
                  <a:lnTo>
                    <a:pt x="502900" y="744182"/>
                  </a:lnTo>
                  <a:lnTo>
                    <a:pt x="500690" y="748734"/>
                  </a:lnTo>
                  <a:lnTo>
                    <a:pt x="500829" y="750177"/>
                  </a:lnTo>
                  <a:lnTo>
                    <a:pt x="513684" y="760464"/>
                  </a:lnTo>
                  <a:lnTo>
                    <a:pt x="522874" y="762852"/>
                  </a:lnTo>
                  <a:lnTo>
                    <a:pt x="529407" y="766586"/>
                  </a:lnTo>
                  <a:lnTo>
                    <a:pt x="530734" y="768774"/>
                  </a:lnTo>
                  <a:lnTo>
                    <a:pt x="530589" y="769892"/>
                  </a:lnTo>
                  <a:lnTo>
                    <a:pt x="529372" y="770549"/>
                  </a:lnTo>
                  <a:lnTo>
                    <a:pt x="527611" y="769992"/>
                  </a:lnTo>
                  <a:lnTo>
                    <a:pt x="523439" y="774317"/>
                  </a:lnTo>
                  <a:lnTo>
                    <a:pt x="522226" y="778050"/>
                  </a:lnTo>
                  <a:lnTo>
                    <a:pt x="521960" y="782073"/>
                  </a:lnTo>
                  <a:lnTo>
                    <a:pt x="522618" y="784196"/>
                  </a:lnTo>
                  <a:lnTo>
                    <a:pt x="528104" y="790530"/>
                  </a:lnTo>
                  <a:lnTo>
                    <a:pt x="527982" y="792180"/>
                  </a:lnTo>
                  <a:lnTo>
                    <a:pt x="528882" y="793420"/>
                  </a:lnTo>
                  <a:lnTo>
                    <a:pt x="534856" y="800113"/>
                  </a:lnTo>
                  <a:lnTo>
                    <a:pt x="537256" y="801825"/>
                  </a:lnTo>
                  <a:lnTo>
                    <a:pt x="538173" y="808084"/>
                  </a:lnTo>
                  <a:lnTo>
                    <a:pt x="534499" y="810576"/>
                  </a:lnTo>
                  <a:lnTo>
                    <a:pt x="532022" y="816134"/>
                  </a:lnTo>
                  <a:lnTo>
                    <a:pt x="538332" y="822784"/>
                  </a:lnTo>
                  <a:lnTo>
                    <a:pt x="547581" y="839008"/>
                  </a:lnTo>
                  <a:lnTo>
                    <a:pt x="553796" y="839631"/>
                  </a:lnTo>
                  <a:lnTo>
                    <a:pt x="557637" y="836231"/>
                  </a:lnTo>
                  <a:lnTo>
                    <a:pt x="557878" y="834204"/>
                  </a:lnTo>
                  <a:lnTo>
                    <a:pt x="551152" y="826220"/>
                  </a:lnTo>
                  <a:lnTo>
                    <a:pt x="545004" y="820834"/>
                  </a:lnTo>
                  <a:lnTo>
                    <a:pt x="543828" y="817474"/>
                  </a:lnTo>
                  <a:lnTo>
                    <a:pt x="542395" y="805066"/>
                  </a:lnTo>
                  <a:lnTo>
                    <a:pt x="540157" y="796335"/>
                  </a:lnTo>
                  <a:lnTo>
                    <a:pt x="540261" y="795705"/>
                  </a:lnTo>
                  <a:lnTo>
                    <a:pt x="542510" y="795259"/>
                  </a:lnTo>
                  <a:lnTo>
                    <a:pt x="543847" y="793725"/>
                  </a:lnTo>
                  <a:lnTo>
                    <a:pt x="551978" y="800829"/>
                  </a:lnTo>
                  <a:lnTo>
                    <a:pt x="555447" y="806719"/>
                  </a:lnTo>
                  <a:lnTo>
                    <a:pt x="560954" y="811121"/>
                  </a:lnTo>
                  <a:lnTo>
                    <a:pt x="563053" y="814923"/>
                  </a:lnTo>
                  <a:lnTo>
                    <a:pt x="572719" y="821885"/>
                  </a:lnTo>
                  <a:lnTo>
                    <a:pt x="571529" y="827370"/>
                  </a:lnTo>
                  <a:lnTo>
                    <a:pt x="571002" y="839955"/>
                  </a:lnTo>
                  <a:lnTo>
                    <a:pt x="575792" y="843111"/>
                  </a:lnTo>
                  <a:lnTo>
                    <a:pt x="585165" y="846324"/>
                  </a:lnTo>
                  <a:lnTo>
                    <a:pt x="583911" y="846561"/>
                  </a:lnTo>
                  <a:lnTo>
                    <a:pt x="581156" y="853679"/>
                  </a:lnTo>
                  <a:lnTo>
                    <a:pt x="581100" y="859858"/>
                  </a:lnTo>
                  <a:lnTo>
                    <a:pt x="589072" y="869792"/>
                  </a:lnTo>
                  <a:lnTo>
                    <a:pt x="590258" y="875521"/>
                  </a:lnTo>
                  <a:lnTo>
                    <a:pt x="589145" y="882696"/>
                  </a:lnTo>
                  <a:lnTo>
                    <a:pt x="590344" y="891185"/>
                  </a:lnTo>
                  <a:lnTo>
                    <a:pt x="593202" y="900233"/>
                  </a:lnTo>
                  <a:lnTo>
                    <a:pt x="595331" y="902497"/>
                  </a:lnTo>
                  <a:lnTo>
                    <a:pt x="595951" y="905072"/>
                  </a:lnTo>
                  <a:lnTo>
                    <a:pt x="590242" y="919840"/>
                  </a:lnTo>
                  <a:lnTo>
                    <a:pt x="591311" y="925062"/>
                  </a:lnTo>
                  <a:lnTo>
                    <a:pt x="592377" y="926960"/>
                  </a:lnTo>
                  <a:lnTo>
                    <a:pt x="592450" y="935907"/>
                  </a:lnTo>
                  <a:lnTo>
                    <a:pt x="594014" y="937253"/>
                  </a:lnTo>
                  <a:lnTo>
                    <a:pt x="594830" y="944665"/>
                  </a:lnTo>
                  <a:lnTo>
                    <a:pt x="601609" y="950985"/>
                  </a:lnTo>
                  <a:lnTo>
                    <a:pt x="604195" y="951661"/>
                  </a:lnTo>
                  <a:lnTo>
                    <a:pt x="605434" y="954744"/>
                  </a:lnTo>
                  <a:lnTo>
                    <a:pt x="606870" y="966528"/>
                  </a:lnTo>
                  <a:lnTo>
                    <a:pt x="609940" y="972005"/>
                  </a:lnTo>
                  <a:lnTo>
                    <a:pt x="614707" y="978230"/>
                  </a:lnTo>
                  <a:lnTo>
                    <a:pt x="627040" y="981032"/>
                  </a:lnTo>
                  <a:lnTo>
                    <a:pt x="625293" y="989030"/>
                  </a:lnTo>
                  <a:lnTo>
                    <a:pt x="629990" y="1003716"/>
                  </a:lnTo>
                  <a:lnTo>
                    <a:pt x="632336" y="1005580"/>
                  </a:lnTo>
                  <a:lnTo>
                    <a:pt x="634877" y="1010601"/>
                  </a:lnTo>
                  <a:lnTo>
                    <a:pt x="634706" y="1012795"/>
                  </a:lnTo>
                  <a:lnTo>
                    <a:pt x="633400" y="1013697"/>
                  </a:lnTo>
                  <a:lnTo>
                    <a:pt x="633741" y="1017758"/>
                  </a:lnTo>
                  <a:lnTo>
                    <a:pt x="638566" y="1031910"/>
                  </a:lnTo>
                  <a:lnTo>
                    <a:pt x="642379" y="1039204"/>
                  </a:lnTo>
                  <a:lnTo>
                    <a:pt x="645651" y="1041227"/>
                  </a:lnTo>
                  <a:lnTo>
                    <a:pt x="653329" y="1048034"/>
                  </a:lnTo>
                  <a:lnTo>
                    <a:pt x="654326" y="1054521"/>
                  </a:lnTo>
                  <a:lnTo>
                    <a:pt x="660446" y="1064500"/>
                  </a:lnTo>
                  <a:lnTo>
                    <a:pt x="662342" y="1072979"/>
                  </a:lnTo>
                  <a:lnTo>
                    <a:pt x="663665" y="1075653"/>
                  </a:lnTo>
                  <a:lnTo>
                    <a:pt x="662808" y="1081329"/>
                  </a:lnTo>
                  <a:lnTo>
                    <a:pt x="654478" y="1093448"/>
                  </a:lnTo>
                  <a:lnTo>
                    <a:pt x="652654" y="1100062"/>
                  </a:lnTo>
                  <a:lnTo>
                    <a:pt x="652410" y="1108770"/>
                  </a:lnTo>
                  <a:lnTo>
                    <a:pt x="653179" y="1113668"/>
                  </a:lnTo>
                  <a:lnTo>
                    <a:pt x="657807" y="1120784"/>
                  </a:lnTo>
                  <a:lnTo>
                    <a:pt x="656624" y="1128144"/>
                  </a:lnTo>
                  <a:lnTo>
                    <a:pt x="657639" y="1134522"/>
                  </a:lnTo>
                  <a:lnTo>
                    <a:pt x="665224" y="1148411"/>
                  </a:lnTo>
                  <a:lnTo>
                    <a:pt x="671004" y="1154487"/>
                  </a:lnTo>
                  <a:lnTo>
                    <a:pt x="674165" y="1155906"/>
                  </a:lnTo>
                  <a:lnTo>
                    <a:pt x="689942" y="1160544"/>
                  </a:lnTo>
                  <a:lnTo>
                    <a:pt x="698984" y="1160781"/>
                  </a:lnTo>
                  <a:lnTo>
                    <a:pt x="698485" y="1162101"/>
                  </a:lnTo>
                  <a:lnTo>
                    <a:pt x="693229" y="1164059"/>
                  </a:lnTo>
                  <a:lnTo>
                    <a:pt x="688845" y="1160698"/>
                  </a:lnTo>
                  <a:lnTo>
                    <a:pt x="685942" y="1160669"/>
                  </a:lnTo>
                  <a:lnTo>
                    <a:pt x="687390" y="1168925"/>
                  </a:lnTo>
                  <a:lnTo>
                    <a:pt x="690290" y="1169761"/>
                  </a:lnTo>
                  <a:lnTo>
                    <a:pt x="694885" y="1168948"/>
                  </a:lnTo>
                  <a:lnTo>
                    <a:pt x="701386" y="1161112"/>
                  </a:lnTo>
                  <a:lnTo>
                    <a:pt x="702258" y="1156348"/>
                  </a:lnTo>
                  <a:lnTo>
                    <a:pt x="700195" y="1152083"/>
                  </a:lnTo>
                  <a:lnTo>
                    <a:pt x="698236" y="1142446"/>
                  </a:lnTo>
                  <a:lnTo>
                    <a:pt x="699206" y="1140739"/>
                  </a:lnTo>
                  <a:lnTo>
                    <a:pt x="703633" y="1137978"/>
                  </a:lnTo>
                  <a:lnTo>
                    <a:pt x="711142" y="1139477"/>
                  </a:lnTo>
                  <a:lnTo>
                    <a:pt x="712904" y="1144984"/>
                  </a:lnTo>
                  <a:lnTo>
                    <a:pt x="716478" y="1149650"/>
                  </a:lnTo>
                  <a:lnTo>
                    <a:pt x="722270" y="1154539"/>
                  </a:lnTo>
                  <a:lnTo>
                    <a:pt x="727386" y="1157240"/>
                  </a:lnTo>
                  <a:lnTo>
                    <a:pt x="736844" y="1165182"/>
                  </a:lnTo>
                  <a:lnTo>
                    <a:pt x="738877" y="1180474"/>
                  </a:lnTo>
                  <a:lnTo>
                    <a:pt x="745308" y="1182757"/>
                  </a:lnTo>
                  <a:lnTo>
                    <a:pt x="751076" y="1181827"/>
                  </a:lnTo>
                  <a:lnTo>
                    <a:pt x="757936" y="1179300"/>
                  </a:lnTo>
                  <a:lnTo>
                    <a:pt x="760367" y="1184526"/>
                  </a:lnTo>
                  <a:lnTo>
                    <a:pt x="758589" y="1187940"/>
                  </a:lnTo>
                  <a:lnTo>
                    <a:pt x="756321" y="1189162"/>
                  </a:lnTo>
                  <a:lnTo>
                    <a:pt x="755703" y="1195960"/>
                  </a:lnTo>
                  <a:lnTo>
                    <a:pt x="757119" y="1198920"/>
                  </a:lnTo>
                  <a:lnTo>
                    <a:pt x="763067" y="1203925"/>
                  </a:lnTo>
                  <a:lnTo>
                    <a:pt x="769098" y="1212008"/>
                  </a:lnTo>
                  <a:lnTo>
                    <a:pt x="770014" y="1217217"/>
                  </a:lnTo>
                  <a:lnTo>
                    <a:pt x="769268" y="1222283"/>
                  </a:lnTo>
                  <a:lnTo>
                    <a:pt x="771060" y="1228349"/>
                  </a:lnTo>
                  <a:lnTo>
                    <a:pt x="770664" y="1231043"/>
                  </a:lnTo>
                  <a:lnTo>
                    <a:pt x="770741" y="1232277"/>
                  </a:lnTo>
                  <a:lnTo>
                    <a:pt x="773082" y="1234613"/>
                  </a:lnTo>
                  <a:lnTo>
                    <a:pt x="791467" y="1243537"/>
                  </a:lnTo>
                  <a:lnTo>
                    <a:pt x="797508" y="1247732"/>
                  </a:lnTo>
                  <a:lnTo>
                    <a:pt x="796048" y="1250430"/>
                  </a:lnTo>
                  <a:lnTo>
                    <a:pt x="795914" y="1252254"/>
                  </a:lnTo>
                  <a:lnTo>
                    <a:pt x="800406" y="1260024"/>
                  </a:lnTo>
                  <a:lnTo>
                    <a:pt x="801424" y="1267542"/>
                  </a:lnTo>
                  <a:lnTo>
                    <a:pt x="801301" y="1273335"/>
                  </a:lnTo>
                  <a:lnTo>
                    <a:pt x="801048" y="1280627"/>
                  </a:lnTo>
                  <a:lnTo>
                    <a:pt x="799315" y="1288317"/>
                  </a:lnTo>
                  <a:lnTo>
                    <a:pt x="796254" y="1294735"/>
                  </a:lnTo>
                  <a:lnTo>
                    <a:pt x="786249" y="1305659"/>
                  </a:lnTo>
                  <a:lnTo>
                    <a:pt x="781224" y="1308636"/>
                  </a:lnTo>
                  <a:lnTo>
                    <a:pt x="769902" y="1311097"/>
                  </a:lnTo>
                  <a:lnTo>
                    <a:pt x="764162" y="1314901"/>
                  </a:lnTo>
                  <a:lnTo>
                    <a:pt x="763094" y="1318457"/>
                  </a:lnTo>
                  <a:lnTo>
                    <a:pt x="761827" y="1319862"/>
                  </a:lnTo>
                  <a:lnTo>
                    <a:pt x="758336" y="1320554"/>
                  </a:lnTo>
                  <a:lnTo>
                    <a:pt x="753948" y="1322915"/>
                  </a:lnTo>
                  <a:lnTo>
                    <a:pt x="752398" y="1324675"/>
                  </a:lnTo>
                  <a:lnTo>
                    <a:pt x="752063" y="1326854"/>
                  </a:lnTo>
                  <a:lnTo>
                    <a:pt x="747681" y="1330628"/>
                  </a:lnTo>
                  <a:lnTo>
                    <a:pt x="741571" y="1331288"/>
                  </a:lnTo>
                  <a:lnTo>
                    <a:pt x="739816" y="1333105"/>
                  </a:lnTo>
                  <a:lnTo>
                    <a:pt x="741244" y="1333765"/>
                  </a:lnTo>
                  <a:lnTo>
                    <a:pt x="738540" y="1334127"/>
                  </a:lnTo>
                  <a:lnTo>
                    <a:pt x="732661" y="1333685"/>
                  </a:lnTo>
                  <a:lnTo>
                    <a:pt x="730559" y="1332621"/>
                  </a:lnTo>
                  <a:lnTo>
                    <a:pt x="726695" y="1329359"/>
                  </a:lnTo>
                  <a:lnTo>
                    <a:pt x="722707" y="1324224"/>
                  </a:lnTo>
                  <a:lnTo>
                    <a:pt x="717569" y="1313631"/>
                  </a:lnTo>
                  <a:lnTo>
                    <a:pt x="715674" y="1301287"/>
                  </a:lnTo>
                  <a:lnTo>
                    <a:pt x="712508" y="1285796"/>
                  </a:lnTo>
                  <a:lnTo>
                    <a:pt x="711279" y="1274015"/>
                  </a:lnTo>
                  <a:lnTo>
                    <a:pt x="704993" y="1262913"/>
                  </a:lnTo>
                  <a:lnTo>
                    <a:pt x="704083" y="1259132"/>
                  </a:lnTo>
                  <a:lnTo>
                    <a:pt x="700966" y="1252698"/>
                  </a:lnTo>
                  <a:lnTo>
                    <a:pt x="694798" y="1242513"/>
                  </a:lnTo>
                  <a:lnTo>
                    <a:pt x="687218" y="1235729"/>
                  </a:lnTo>
                  <a:lnTo>
                    <a:pt x="667170" y="1225067"/>
                  </a:lnTo>
                  <a:lnTo>
                    <a:pt x="660786" y="1220067"/>
                  </a:lnTo>
                  <a:lnTo>
                    <a:pt x="652758" y="1211540"/>
                  </a:lnTo>
                  <a:lnTo>
                    <a:pt x="637090" y="1191117"/>
                  </a:lnTo>
                  <a:lnTo>
                    <a:pt x="613446" y="1165580"/>
                  </a:lnTo>
                  <a:lnTo>
                    <a:pt x="588947" y="1147431"/>
                  </a:lnTo>
                  <a:lnTo>
                    <a:pt x="567098" y="1133267"/>
                  </a:lnTo>
                  <a:lnTo>
                    <a:pt x="576147" y="1138470"/>
                  </a:lnTo>
                  <a:lnTo>
                    <a:pt x="573533" y="1136225"/>
                  </a:lnTo>
                  <a:lnTo>
                    <a:pt x="562169" y="1129633"/>
                  </a:lnTo>
                  <a:lnTo>
                    <a:pt x="561348" y="1126903"/>
                  </a:lnTo>
                  <a:lnTo>
                    <a:pt x="556835" y="1121225"/>
                  </a:lnTo>
                  <a:lnTo>
                    <a:pt x="555063" y="1120571"/>
                  </a:lnTo>
                  <a:lnTo>
                    <a:pt x="551495" y="1121001"/>
                  </a:lnTo>
                  <a:lnTo>
                    <a:pt x="550142" y="1120192"/>
                  </a:lnTo>
                  <a:lnTo>
                    <a:pt x="547091" y="1116611"/>
                  </a:lnTo>
                  <a:lnTo>
                    <a:pt x="544903" y="1102297"/>
                  </a:lnTo>
                  <a:lnTo>
                    <a:pt x="542680" y="1099391"/>
                  </a:lnTo>
                  <a:lnTo>
                    <a:pt x="539597" y="1097350"/>
                  </a:lnTo>
                  <a:lnTo>
                    <a:pt x="538647" y="1097064"/>
                  </a:lnTo>
                  <a:lnTo>
                    <a:pt x="537866" y="1098835"/>
                  </a:lnTo>
                  <a:lnTo>
                    <a:pt x="538486" y="1100627"/>
                  </a:lnTo>
                  <a:lnTo>
                    <a:pt x="537350" y="1102690"/>
                  </a:lnTo>
                  <a:lnTo>
                    <a:pt x="536066" y="1103035"/>
                  </a:lnTo>
                  <a:close/>
                  <a:moveTo>
                    <a:pt x="669334" y="661688"/>
                  </a:moveTo>
                  <a:lnTo>
                    <a:pt x="669014" y="660783"/>
                  </a:lnTo>
                  <a:lnTo>
                    <a:pt x="664389" y="660371"/>
                  </a:lnTo>
                  <a:lnTo>
                    <a:pt x="669225" y="662508"/>
                  </a:lnTo>
                  <a:close/>
                  <a:moveTo>
                    <a:pt x="667131" y="662704"/>
                  </a:moveTo>
                  <a:lnTo>
                    <a:pt x="669142" y="662548"/>
                  </a:lnTo>
                  <a:close/>
                  <a:moveTo>
                    <a:pt x="2165641" y="1830164"/>
                  </a:moveTo>
                  <a:lnTo>
                    <a:pt x="2165843" y="1830071"/>
                  </a:lnTo>
                  <a:close/>
                  <a:moveTo>
                    <a:pt x="2186412" y="1819654"/>
                  </a:moveTo>
                  <a:lnTo>
                    <a:pt x="2186181" y="1817353"/>
                  </a:lnTo>
                  <a:close/>
                  <a:moveTo>
                    <a:pt x="3228360" y="1573247"/>
                  </a:moveTo>
                  <a:lnTo>
                    <a:pt x="3228197" y="1573274"/>
                  </a:lnTo>
                  <a:close/>
                  <a:moveTo>
                    <a:pt x="3227524" y="1527485"/>
                  </a:moveTo>
                  <a:lnTo>
                    <a:pt x="3227542" y="1526819"/>
                  </a:lnTo>
                  <a:lnTo>
                    <a:pt x="3227533" y="1527158"/>
                  </a:lnTo>
                  <a:close/>
                  <a:moveTo>
                    <a:pt x="3233447" y="1534851"/>
                  </a:moveTo>
                  <a:lnTo>
                    <a:pt x="3233419" y="1534461"/>
                  </a:lnTo>
                  <a:lnTo>
                    <a:pt x="3233437" y="1534711"/>
                  </a:lnTo>
                  <a:close/>
                  <a:moveTo>
                    <a:pt x="3237564" y="1544153"/>
                  </a:moveTo>
                  <a:lnTo>
                    <a:pt x="3237566" y="154390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h2890"/>
            <p:cNvSpPr/>
            <p:nvPr/>
          </p:nvSpPr>
          <p:spPr>
            <a:xfrm>
              <a:off x="1123550" y="2216309"/>
              <a:ext cx="2723" cy="24955"/>
            </a:xfrm>
            <a:custGeom>
              <a:avLst/>
              <a:pathLst>
                <a:path w="2723" h="24955">
                  <a:moveTo>
                    <a:pt x="0" y="21923"/>
                  </a:moveTo>
                  <a:lnTo>
                    <a:pt x="2076" y="500"/>
                  </a:lnTo>
                  <a:lnTo>
                    <a:pt x="2723" y="0"/>
                  </a:lnTo>
                  <a:lnTo>
                    <a:pt x="1966" y="6498"/>
                  </a:lnTo>
                  <a:lnTo>
                    <a:pt x="2505" y="9992"/>
                  </a:lnTo>
                  <a:lnTo>
                    <a:pt x="607" y="2495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h2891"/>
            <p:cNvSpPr/>
            <p:nvPr/>
          </p:nvSpPr>
          <p:spPr>
            <a:xfrm>
              <a:off x="1249061" y="2220802"/>
              <a:ext cx="5125" cy="8478"/>
            </a:xfrm>
            <a:custGeom>
              <a:avLst/>
              <a:pathLst>
                <a:path w="5125" h="8478">
                  <a:moveTo>
                    <a:pt x="5125" y="4811"/>
                  </a:moveTo>
                  <a:lnTo>
                    <a:pt x="5020" y="6025"/>
                  </a:lnTo>
                  <a:lnTo>
                    <a:pt x="2932" y="8478"/>
                  </a:lnTo>
                  <a:lnTo>
                    <a:pt x="1023" y="6441"/>
                  </a:lnTo>
                  <a:lnTo>
                    <a:pt x="0" y="926"/>
                  </a:lnTo>
                  <a:lnTo>
                    <a:pt x="2851" y="0"/>
                  </a:lnTo>
                  <a:lnTo>
                    <a:pt x="4764" y="289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h2892"/>
            <p:cNvSpPr/>
            <p:nvPr/>
          </p:nvSpPr>
          <p:spPr>
            <a:xfrm>
              <a:off x="1126149" y="2218078"/>
              <a:ext cx="1422" cy="1865"/>
            </a:xfrm>
            <a:custGeom>
              <a:avLst/>
              <a:pathLst>
                <a:path w="1422" h="1865">
                  <a:moveTo>
                    <a:pt x="0" y="756"/>
                  </a:moveTo>
                  <a:lnTo>
                    <a:pt x="507" y="0"/>
                  </a:lnTo>
                  <a:lnTo>
                    <a:pt x="1422" y="258"/>
                  </a:lnTo>
                  <a:lnTo>
                    <a:pt x="716" y="186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h2893"/>
            <p:cNvSpPr/>
            <p:nvPr/>
          </p:nvSpPr>
          <p:spPr>
            <a:xfrm>
              <a:off x="1250994" y="2216956"/>
              <a:ext cx="135" cy="647"/>
            </a:xfrm>
            <a:custGeom>
              <a:avLst/>
              <a:pathLst>
                <a:path w="135" h="647">
                  <a:moveTo>
                    <a:pt x="135" y="647"/>
                  </a:moveTo>
                  <a:lnTo>
                    <a:pt x="0" y="486"/>
                  </a:lnTo>
                  <a:lnTo>
                    <a:pt x="10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h2894"/>
            <p:cNvSpPr/>
            <p:nvPr/>
          </p:nvSpPr>
          <p:spPr>
            <a:xfrm>
              <a:off x="1229446" y="2217016"/>
              <a:ext cx="224" cy="305"/>
            </a:xfrm>
            <a:custGeom>
              <a:avLst/>
              <a:pathLst>
                <a:path w="224" h="305">
                  <a:moveTo>
                    <a:pt x="224" y="305"/>
                  </a:moveTo>
                  <a:lnTo>
                    <a:pt x="0" y="245"/>
                  </a:lnTo>
                  <a:lnTo>
                    <a:pt x="10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h2895"/>
            <p:cNvSpPr/>
            <p:nvPr/>
          </p:nvSpPr>
          <p:spPr>
            <a:xfrm>
              <a:off x="1250374" y="2216938"/>
              <a:ext cx="154" cy="274"/>
            </a:xfrm>
            <a:custGeom>
              <a:avLst/>
              <a:pathLst>
                <a:path w="154" h="274">
                  <a:moveTo>
                    <a:pt x="0" y="0"/>
                  </a:moveTo>
                  <a:lnTo>
                    <a:pt x="154" y="75"/>
                  </a:lnTo>
                  <a:lnTo>
                    <a:pt x="139" y="27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h2896"/>
            <p:cNvSpPr/>
            <p:nvPr/>
          </p:nvSpPr>
          <p:spPr>
            <a:xfrm>
              <a:off x="1229268" y="2215349"/>
              <a:ext cx="174" cy="217"/>
            </a:xfrm>
            <a:custGeom>
              <a:avLst/>
              <a:pathLst>
                <a:path w="174" h="217">
                  <a:moveTo>
                    <a:pt x="117" y="217"/>
                  </a:moveTo>
                  <a:lnTo>
                    <a:pt x="0" y="55"/>
                  </a:lnTo>
                  <a:lnTo>
                    <a:pt x="17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h2897"/>
            <p:cNvSpPr/>
            <p:nvPr/>
          </p:nvSpPr>
          <p:spPr>
            <a:xfrm>
              <a:off x="1223779" y="2213391"/>
              <a:ext cx="172" cy="183"/>
            </a:xfrm>
            <a:custGeom>
              <a:avLst/>
              <a:pathLst>
                <a:path w="172" h="183">
                  <a:moveTo>
                    <a:pt x="172" y="0"/>
                  </a:moveTo>
                  <a:lnTo>
                    <a:pt x="0" y="18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h2898"/>
            <p:cNvSpPr/>
            <p:nvPr/>
          </p:nvSpPr>
          <p:spPr>
            <a:xfrm>
              <a:off x="1223134" y="221189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h2899"/>
            <p:cNvSpPr/>
            <p:nvPr/>
          </p:nvSpPr>
          <p:spPr>
            <a:xfrm>
              <a:off x="1225912" y="2206489"/>
              <a:ext cx="1646" cy="6129"/>
            </a:xfrm>
            <a:custGeom>
              <a:avLst/>
              <a:pathLst>
                <a:path w="1646" h="6129">
                  <a:moveTo>
                    <a:pt x="420" y="0"/>
                  </a:moveTo>
                  <a:lnTo>
                    <a:pt x="1646" y="2873"/>
                  </a:lnTo>
                  <a:lnTo>
                    <a:pt x="1503" y="6129"/>
                  </a:lnTo>
                  <a:lnTo>
                    <a:pt x="0" y="361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h2900"/>
            <p:cNvSpPr/>
            <p:nvPr/>
          </p:nvSpPr>
          <p:spPr>
            <a:xfrm>
              <a:off x="1219504" y="2202020"/>
              <a:ext cx="178" cy="195"/>
            </a:xfrm>
            <a:custGeom>
              <a:avLst/>
              <a:pathLst>
                <a:path w="178" h="195">
                  <a:moveTo>
                    <a:pt x="178" y="0"/>
                  </a:moveTo>
                  <a:lnTo>
                    <a:pt x="0" y="19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h2901"/>
            <p:cNvSpPr/>
            <p:nvPr/>
          </p:nvSpPr>
          <p:spPr>
            <a:xfrm>
              <a:off x="1229538" y="2174293"/>
              <a:ext cx="21163" cy="33205"/>
            </a:xfrm>
            <a:custGeom>
              <a:avLst/>
              <a:pathLst>
                <a:path w="21163" h="33205">
                  <a:moveTo>
                    <a:pt x="19048" y="6631"/>
                  </a:moveTo>
                  <a:lnTo>
                    <a:pt x="19383" y="9049"/>
                  </a:lnTo>
                  <a:lnTo>
                    <a:pt x="17624" y="10609"/>
                  </a:lnTo>
                  <a:lnTo>
                    <a:pt x="14255" y="11244"/>
                  </a:lnTo>
                  <a:lnTo>
                    <a:pt x="9885" y="17266"/>
                  </a:lnTo>
                  <a:lnTo>
                    <a:pt x="4593" y="26499"/>
                  </a:lnTo>
                  <a:lnTo>
                    <a:pt x="3051" y="33205"/>
                  </a:lnTo>
                  <a:lnTo>
                    <a:pt x="299" y="30886"/>
                  </a:lnTo>
                  <a:lnTo>
                    <a:pt x="0" y="27498"/>
                  </a:lnTo>
                  <a:lnTo>
                    <a:pt x="5108" y="13688"/>
                  </a:lnTo>
                  <a:lnTo>
                    <a:pt x="7330" y="11159"/>
                  </a:lnTo>
                  <a:lnTo>
                    <a:pt x="8851" y="4399"/>
                  </a:lnTo>
                  <a:lnTo>
                    <a:pt x="10336" y="2496"/>
                  </a:lnTo>
                  <a:lnTo>
                    <a:pt x="14721" y="430"/>
                  </a:lnTo>
                  <a:lnTo>
                    <a:pt x="21122" y="0"/>
                  </a:lnTo>
                  <a:lnTo>
                    <a:pt x="21163" y="118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h2902"/>
            <p:cNvSpPr/>
            <p:nvPr/>
          </p:nvSpPr>
          <p:spPr>
            <a:xfrm>
              <a:off x="1237411" y="2176308"/>
              <a:ext cx="330" cy="290"/>
            </a:xfrm>
            <a:custGeom>
              <a:avLst/>
              <a:pathLst>
                <a:path w="330" h="290">
                  <a:moveTo>
                    <a:pt x="330" y="290"/>
                  </a:moveTo>
                  <a:lnTo>
                    <a:pt x="0" y="146"/>
                  </a:lnTo>
                  <a:lnTo>
                    <a:pt x="4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h2903"/>
            <p:cNvSpPr/>
            <p:nvPr/>
          </p:nvSpPr>
          <p:spPr>
            <a:xfrm>
              <a:off x="1223069" y="2167460"/>
              <a:ext cx="330" cy="197"/>
            </a:xfrm>
            <a:custGeom>
              <a:avLst/>
              <a:pathLst>
                <a:path w="330" h="197">
                  <a:moveTo>
                    <a:pt x="99" y="0"/>
                  </a:moveTo>
                  <a:lnTo>
                    <a:pt x="330" y="135"/>
                  </a:lnTo>
                  <a:lnTo>
                    <a:pt x="0" y="19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h2904"/>
            <p:cNvSpPr/>
            <p:nvPr/>
          </p:nvSpPr>
          <p:spPr>
            <a:xfrm>
              <a:off x="1225371" y="2163710"/>
              <a:ext cx="2801" cy="4095"/>
            </a:xfrm>
            <a:custGeom>
              <a:avLst/>
              <a:pathLst>
                <a:path w="2801" h="4095">
                  <a:moveTo>
                    <a:pt x="291" y="1398"/>
                  </a:moveTo>
                  <a:lnTo>
                    <a:pt x="1320" y="240"/>
                  </a:lnTo>
                  <a:lnTo>
                    <a:pt x="2794" y="0"/>
                  </a:lnTo>
                  <a:lnTo>
                    <a:pt x="2801" y="4095"/>
                  </a:lnTo>
                  <a:lnTo>
                    <a:pt x="879" y="3925"/>
                  </a:lnTo>
                  <a:lnTo>
                    <a:pt x="0" y="227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h2905"/>
            <p:cNvSpPr/>
            <p:nvPr/>
          </p:nvSpPr>
          <p:spPr>
            <a:xfrm>
              <a:off x="1212382" y="2096385"/>
              <a:ext cx="1080" cy="2270"/>
            </a:xfrm>
            <a:custGeom>
              <a:avLst/>
              <a:pathLst>
                <a:path w="1080" h="2270">
                  <a:moveTo>
                    <a:pt x="872" y="676"/>
                  </a:moveTo>
                  <a:lnTo>
                    <a:pt x="1080" y="227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h2906"/>
            <p:cNvSpPr/>
            <p:nvPr/>
          </p:nvSpPr>
          <p:spPr>
            <a:xfrm>
              <a:off x="998293" y="2069133"/>
              <a:ext cx="14384" cy="10727"/>
            </a:xfrm>
            <a:custGeom>
              <a:avLst/>
              <a:pathLst>
                <a:path w="14384" h="10727">
                  <a:moveTo>
                    <a:pt x="2493" y="4670"/>
                  </a:moveTo>
                  <a:lnTo>
                    <a:pt x="167" y="3039"/>
                  </a:lnTo>
                  <a:lnTo>
                    <a:pt x="0" y="2133"/>
                  </a:lnTo>
                  <a:lnTo>
                    <a:pt x="3141" y="0"/>
                  </a:lnTo>
                  <a:lnTo>
                    <a:pt x="4394" y="184"/>
                  </a:lnTo>
                  <a:lnTo>
                    <a:pt x="7085" y="1728"/>
                  </a:lnTo>
                  <a:lnTo>
                    <a:pt x="10277" y="2425"/>
                  </a:lnTo>
                  <a:lnTo>
                    <a:pt x="14384" y="10727"/>
                  </a:lnTo>
                  <a:lnTo>
                    <a:pt x="13357" y="10726"/>
                  </a:lnTo>
                  <a:lnTo>
                    <a:pt x="8215" y="667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h2907"/>
            <p:cNvSpPr/>
            <p:nvPr/>
          </p:nvSpPr>
          <p:spPr>
            <a:xfrm>
              <a:off x="1001997" y="2064040"/>
              <a:ext cx="4812" cy="4751"/>
            </a:xfrm>
            <a:custGeom>
              <a:avLst/>
              <a:pathLst>
                <a:path w="4812" h="4751">
                  <a:moveTo>
                    <a:pt x="4566" y="3293"/>
                  </a:moveTo>
                  <a:lnTo>
                    <a:pt x="4812" y="4751"/>
                  </a:lnTo>
                  <a:lnTo>
                    <a:pt x="2160" y="4566"/>
                  </a:lnTo>
                  <a:lnTo>
                    <a:pt x="1906" y="177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h2908"/>
            <p:cNvSpPr/>
            <p:nvPr/>
          </p:nvSpPr>
          <p:spPr>
            <a:xfrm>
              <a:off x="1158126" y="2061436"/>
              <a:ext cx="219" cy="249"/>
            </a:xfrm>
            <a:custGeom>
              <a:avLst/>
              <a:pathLst>
                <a:path w="219" h="249">
                  <a:moveTo>
                    <a:pt x="210" y="169"/>
                  </a:moveTo>
                  <a:lnTo>
                    <a:pt x="0" y="249"/>
                  </a:lnTo>
                  <a:lnTo>
                    <a:pt x="21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h2909"/>
            <p:cNvSpPr/>
            <p:nvPr/>
          </p:nvSpPr>
          <p:spPr>
            <a:xfrm>
              <a:off x="1012168" y="2045913"/>
              <a:ext cx="1252" cy="3308"/>
            </a:xfrm>
            <a:custGeom>
              <a:avLst/>
              <a:pathLst>
                <a:path w="1252" h="3308">
                  <a:moveTo>
                    <a:pt x="633" y="3308"/>
                  </a:moveTo>
                  <a:lnTo>
                    <a:pt x="0" y="526"/>
                  </a:lnTo>
                  <a:lnTo>
                    <a:pt x="648" y="0"/>
                  </a:lnTo>
                  <a:lnTo>
                    <a:pt x="970" y="1035"/>
                  </a:lnTo>
                  <a:lnTo>
                    <a:pt x="1252" y="286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h2910"/>
            <p:cNvSpPr/>
            <p:nvPr/>
          </p:nvSpPr>
          <p:spPr>
            <a:xfrm>
              <a:off x="1011637" y="2043808"/>
              <a:ext cx="719" cy="1117"/>
            </a:xfrm>
            <a:custGeom>
              <a:avLst/>
              <a:pathLst>
                <a:path w="719" h="1117">
                  <a:moveTo>
                    <a:pt x="687" y="1117"/>
                  </a:moveTo>
                  <a:lnTo>
                    <a:pt x="0" y="476"/>
                  </a:lnTo>
                  <a:lnTo>
                    <a:pt x="71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h2911"/>
            <p:cNvSpPr/>
            <p:nvPr/>
          </p:nvSpPr>
          <p:spPr>
            <a:xfrm>
              <a:off x="1159486" y="2040098"/>
              <a:ext cx="906" cy="1108"/>
            </a:xfrm>
            <a:custGeom>
              <a:avLst/>
              <a:pathLst>
                <a:path w="906" h="1108">
                  <a:moveTo>
                    <a:pt x="0" y="1108"/>
                  </a:moveTo>
                  <a:lnTo>
                    <a:pt x="906" y="0"/>
                  </a:lnTo>
                  <a:lnTo>
                    <a:pt x="602" y="83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h2912"/>
            <p:cNvSpPr/>
            <p:nvPr/>
          </p:nvSpPr>
          <p:spPr>
            <a:xfrm>
              <a:off x="1160445" y="2037859"/>
              <a:ext cx="55" cy="230"/>
            </a:xfrm>
            <a:custGeom>
              <a:avLst/>
              <a:pathLst>
                <a:path w="55" h="230">
                  <a:moveTo>
                    <a:pt x="55" y="0"/>
                  </a:moveTo>
                  <a:lnTo>
                    <a:pt x="0" y="23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h2913"/>
            <p:cNvSpPr/>
            <p:nvPr/>
          </p:nvSpPr>
          <p:spPr>
            <a:xfrm>
              <a:off x="1142787" y="2022714"/>
              <a:ext cx="93" cy="209"/>
            </a:xfrm>
            <a:custGeom>
              <a:avLst/>
              <a:pathLst>
                <a:path w="93" h="209">
                  <a:moveTo>
                    <a:pt x="93" y="20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h2914"/>
            <p:cNvSpPr/>
            <p:nvPr/>
          </p:nvSpPr>
          <p:spPr>
            <a:xfrm>
              <a:off x="1139105" y="2010341"/>
              <a:ext cx="6801" cy="10702"/>
            </a:xfrm>
            <a:custGeom>
              <a:avLst/>
              <a:pathLst>
                <a:path w="6801" h="10702">
                  <a:moveTo>
                    <a:pt x="2051" y="9407"/>
                  </a:moveTo>
                  <a:lnTo>
                    <a:pt x="0" y="2361"/>
                  </a:lnTo>
                  <a:lnTo>
                    <a:pt x="2248" y="0"/>
                  </a:lnTo>
                  <a:lnTo>
                    <a:pt x="6801" y="4835"/>
                  </a:lnTo>
                  <a:lnTo>
                    <a:pt x="4894" y="10611"/>
                  </a:lnTo>
                  <a:lnTo>
                    <a:pt x="2984" y="1070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h2915"/>
            <p:cNvSpPr/>
            <p:nvPr/>
          </p:nvSpPr>
          <p:spPr>
            <a:xfrm>
              <a:off x="881389" y="2009572"/>
              <a:ext cx="473" cy="1630"/>
            </a:xfrm>
            <a:custGeom>
              <a:avLst/>
              <a:pathLst>
                <a:path w="473" h="1630">
                  <a:moveTo>
                    <a:pt x="473" y="1630"/>
                  </a:moveTo>
                  <a:lnTo>
                    <a:pt x="0" y="1164"/>
                  </a:lnTo>
                  <a:lnTo>
                    <a:pt x="34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h2916"/>
            <p:cNvSpPr/>
            <p:nvPr/>
          </p:nvSpPr>
          <p:spPr>
            <a:xfrm>
              <a:off x="871576" y="2003733"/>
              <a:ext cx="1277" cy="511"/>
            </a:xfrm>
            <a:custGeom>
              <a:avLst/>
              <a:pathLst>
                <a:path w="1277" h="511">
                  <a:moveTo>
                    <a:pt x="0" y="278"/>
                  </a:moveTo>
                  <a:lnTo>
                    <a:pt x="1112" y="0"/>
                  </a:lnTo>
                  <a:lnTo>
                    <a:pt x="1277" y="51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h2917"/>
            <p:cNvSpPr/>
            <p:nvPr/>
          </p:nvSpPr>
          <p:spPr>
            <a:xfrm>
              <a:off x="1164958" y="1986206"/>
              <a:ext cx="5232" cy="3491"/>
            </a:xfrm>
            <a:custGeom>
              <a:avLst/>
              <a:pathLst>
                <a:path w="5232" h="3491">
                  <a:moveTo>
                    <a:pt x="0" y="714"/>
                  </a:moveTo>
                  <a:lnTo>
                    <a:pt x="1850" y="0"/>
                  </a:lnTo>
                  <a:lnTo>
                    <a:pt x="3808" y="290"/>
                  </a:lnTo>
                  <a:lnTo>
                    <a:pt x="5232" y="2202"/>
                  </a:lnTo>
                  <a:lnTo>
                    <a:pt x="4665" y="3491"/>
                  </a:lnTo>
                  <a:lnTo>
                    <a:pt x="526" y="320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h2918"/>
            <p:cNvSpPr/>
            <p:nvPr/>
          </p:nvSpPr>
          <p:spPr>
            <a:xfrm>
              <a:off x="1279283" y="1938169"/>
              <a:ext cx="121" cy="161"/>
            </a:xfrm>
            <a:custGeom>
              <a:avLst/>
              <a:pathLst>
                <a:path w="121" h="161">
                  <a:moveTo>
                    <a:pt x="121" y="0"/>
                  </a:moveTo>
                  <a:lnTo>
                    <a:pt x="0" y="16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h2919"/>
            <p:cNvSpPr/>
            <p:nvPr/>
          </p:nvSpPr>
          <p:spPr>
            <a:xfrm>
              <a:off x="1277509" y="1933735"/>
              <a:ext cx="273" cy="155"/>
            </a:xfrm>
            <a:custGeom>
              <a:avLst/>
              <a:pathLst>
                <a:path w="273" h="155">
                  <a:moveTo>
                    <a:pt x="273" y="155"/>
                  </a:moveTo>
                  <a:lnTo>
                    <a:pt x="0" y="44"/>
                  </a:lnTo>
                  <a:lnTo>
                    <a:pt x="21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h2920"/>
            <p:cNvSpPr/>
            <p:nvPr/>
          </p:nvSpPr>
          <p:spPr>
            <a:xfrm>
              <a:off x="1275144" y="19314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h2921"/>
            <p:cNvSpPr/>
            <p:nvPr/>
          </p:nvSpPr>
          <p:spPr>
            <a:xfrm>
              <a:off x="1267339" y="1930283"/>
              <a:ext cx="2" cy="165"/>
            </a:xfrm>
            <a:custGeom>
              <a:avLst/>
              <a:pathLst>
                <a:path w="2" h="165">
                  <a:moveTo>
                    <a:pt x="2" y="165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h2922"/>
            <p:cNvSpPr/>
            <p:nvPr/>
          </p:nvSpPr>
          <p:spPr>
            <a:xfrm>
              <a:off x="1275268" y="1930222"/>
              <a:ext cx="230" cy="302"/>
            </a:xfrm>
            <a:custGeom>
              <a:avLst/>
              <a:pathLst>
                <a:path w="230" h="302">
                  <a:moveTo>
                    <a:pt x="230" y="49"/>
                  </a:moveTo>
                  <a:lnTo>
                    <a:pt x="135" y="30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h2923"/>
            <p:cNvSpPr/>
            <p:nvPr/>
          </p:nvSpPr>
          <p:spPr>
            <a:xfrm>
              <a:off x="1268335" y="192961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h2924"/>
            <p:cNvSpPr/>
            <p:nvPr/>
          </p:nvSpPr>
          <p:spPr>
            <a:xfrm>
              <a:off x="1268301" y="1928939"/>
              <a:ext cx="148" cy="354"/>
            </a:xfrm>
            <a:custGeom>
              <a:avLst/>
              <a:pathLst>
                <a:path w="148" h="354">
                  <a:moveTo>
                    <a:pt x="0" y="0"/>
                  </a:moveTo>
                  <a:lnTo>
                    <a:pt x="148" y="194"/>
                  </a:lnTo>
                  <a:lnTo>
                    <a:pt x="79" y="35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h2925"/>
            <p:cNvSpPr/>
            <p:nvPr/>
          </p:nvSpPr>
          <p:spPr>
            <a:xfrm>
              <a:off x="1070643" y="1928337"/>
              <a:ext cx="564" cy="208"/>
            </a:xfrm>
            <a:custGeom>
              <a:avLst/>
              <a:pathLst>
                <a:path w="564" h="208">
                  <a:moveTo>
                    <a:pt x="0" y="8"/>
                  </a:moveTo>
                  <a:lnTo>
                    <a:pt x="228" y="0"/>
                  </a:lnTo>
                  <a:lnTo>
                    <a:pt x="564" y="20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h2926"/>
            <p:cNvSpPr/>
            <p:nvPr/>
          </p:nvSpPr>
          <p:spPr>
            <a:xfrm>
              <a:off x="1270695" y="1927660"/>
              <a:ext cx="435" cy="712"/>
            </a:xfrm>
            <a:custGeom>
              <a:avLst/>
              <a:pathLst>
                <a:path w="435" h="712">
                  <a:moveTo>
                    <a:pt x="323" y="535"/>
                  </a:moveTo>
                  <a:lnTo>
                    <a:pt x="0" y="712"/>
                  </a:lnTo>
                  <a:lnTo>
                    <a:pt x="43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h2927"/>
            <p:cNvSpPr/>
            <p:nvPr/>
          </p:nvSpPr>
          <p:spPr>
            <a:xfrm>
              <a:off x="901746" y="1924496"/>
              <a:ext cx="3741" cy="6405"/>
            </a:xfrm>
            <a:custGeom>
              <a:avLst/>
              <a:pathLst>
                <a:path w="3741" h="6405">
                  <a:moveTo>
                    <a:pt x="2149" y="920"/>
                  </a:moveTo>
                  <a:lnTo>
                    <a:pt x="3741" y="6405"/>
                  </a:lnTo>
                  <a:lnTo>
                    <a:pt x="0" y="2132"/>
                  </a:lnTo>
                  <a:lnTo>
                    <a:pt x="45" y="152"/>
                  </a:lnTo>
                  <a:lnTo>
                    <a:pt x="88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h2928"/>
            <p:cNvSpPr/>
            <p:nvPr/>
          </p:nvSpPr>
          <p:spPr>
            <a:xfrm>
              <a:off x="894148" y="1924449"/>
              <a:ext cx="7037" cy="6281"/>
            </a:xfrm>
            <a:custGeom>
              <a:avLst/>
              <a:pathLst>
                <a:path w="7037" h="6281">
                  <a:moveTo>
                    <a:pt x="2758" y="3497"/>
                  </a:moveTo>
                  <a:lnTo>
                    <a:pt x="26" y="2757"/>
                  </a:lnTo>
                  <a:lnTo>
                    <a:pt x="0" y="1192"/>
                  </a:lnTo>
                  <a:lnTo>
                    <a:pt x="2947" y="0"/>
                  </a:lnTo>
                  <a:lnTo>
                    <a:pt x="7037" y="628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h2929"/>
            <p:cNvSpPr/>
            <p:nvPr/>
          </p:nvSpPr>
          <p:spPr>
            <a:xfrm>
              <a:off x="1259944" y="1926085"/>
              <a:ext cx="715" cy="856"/>
            </a:xfrm>
            <a:custGeom>
              <a:avLst/>
              <a:pathLst>
                <a:path w="715" h="856">
                  <a:moveTo>
                    <a:pt x="0" y="856"/>
                  </a:moveTo>
                  <a:lnTo>
                    <a:pt x="715" y="0"/>
                  </a:lnTo>
                  <a:lnTo>
                    <a:pt x="462" y="80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h2930"/>
            <p:cNvSpPr/>
            <p:nvPr/>
          </p:nvSpPr>
          <p:spPr>
            <a:xfrm>
              <a:off x="1229327" y="1920700"/>
              <a:ext cx="2357" cy="4442"/>
            </a:xfrm>
            <a:custGeom>
              <a:avLst/>
              <a:pathLst>
                <a:path w="2357" h="4442">
                  <a:moveTo>
                    <a:pt x="0" y="0"/>
                  </a:moveTo>
                  <a:lnTo>
                    <a:pt x="1238" y="1532"/>
                  </a:lnTo>
                  <a:lnTo>
                    <a:pt x="2357" y="4442"/>
                  </a:lnTo>
                  <a:lnTo>
                    <a:pt x="752" y="328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h2931"/>
            <p:cNvSpPr/>
            <p:nvPr/>
          </p:nvSpPr>
          <p:spPr>
            <a:xfrm>
              <a:off x="1069114" y="19201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h2932"/>
            <p:cNvSpPr/>
            <p:nvPr/>
          </p:nvSpPr>
          <p:spPr>
            <a:xfrm>
              <a:off x="782838" y="1897196"/>
              <a:ext cx="6370" cy="6490"/>
            </a:xfrm>
            <a:custGeom>
              <a:avLst/>
              <a:pathLst>
                <a:path w="6370" h="6490">
                  <a:moveTo>
                    <a:pt x="4238" y="6490"/>
                  </a:moveTo>
                  <a:lnTo>
                    <a:pt x="4215" y="4306"/>
                  </a:lnTo>
                  <a:lnTo>
                    <a:pt x="2632" y="2263"/>
                  </a:lnTo>
                  <a:lnTo>
                    <a:pt x="0" y="1013"/>
                  </a:lnTo>
                  <a:lnTo>
                    <a:pt x="453" y="0"/>
                  </a:lnTo>
                  <a:lnTo>
                    <a:pt x="6370" y="3952"/>
                  </a:lnTo>
                  <a:lnTo>
                    <a:pt x="5630" y="624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h2933"/>
            <p:cNvSpPr/>
            <p:nvPr/>
          </p:nvSpPr>
          <p:spPr>
            <a:xfrm>
              <a:off x="782376" y="189741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h2934"/>
            <p:cNvSpPr/>
            <p:nvPr/>
          </p:nvSpPr>
          <p:spPr>
            <a:xfrm>
              <a:off x="912723" y="1882304"/>
              <a:ext cx="729" cy="1136"/>
            </a:xfrm>
            <a:custGeom>
              <a:avLst/>
              <a:pathLst>
                <a:path w="729" h="1136">
                  <a:moveTo>
                    <a:pt x="313" y="1136"/>
                  </a:moveTo>
                  <a:lnTo>
                    <a:pt x="0" y="152"/>
                  </a:lnTo>
                  <a:lnTo>
                    <a:pt x="72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h2935"/>
            <p:cNvSpPr/>
            <p:nvPr/>
          </p:nvSpPr>
          <p:spPr>
            <a:xfrm>
              <a:off x="1124895" y="1860705"/>
              <a:ext cx="2229" cy="1857"/>
            </a:xfrm>
            <a:custGeom>
              <a:avLst/>
              <a:pathLst>
                <a:path w="2229" h="1857">
                  <a:moveTo>
                    <a:pt x="0" y="970"/>
                  </a:moveTo>
                  <a:lnTo>
                    <a:pt x="479" y="45"/>
                  </a:lnTo>
                  <a:lnTo>
                    <a:pt x="2229" y="0"/>
                  </a:lnTo>
                  <a:lnTo>
                    <a:pt x="2204" y="185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h2936"/>
            <p:cNvSpPr/>
            <p:nvPr/>
          </p:nvSpPr>
          <p:spPr>
            <a:xfrm>
              <a:off x="768810" y="1834135"/>
              <a:ext cx="24587" cy="45300"/>
            </a:xfrm>
            <a:custGeom>
              <a:avLst/>
              <a:pathLst>
                <a:path w="24587" h="45300">
                  <a:moveTo>
                    <a:pt x="1990" y="32731"/>
                  </a:moveTo>
                  <a:lnTo>
                    <a:pt x="5735" y="30349"/>
                  </a:lnTo>
                  <a:lnTo>
                    <a:pt x="15246" y="20265"/>
                  </a:lnTo>
                  <a:lnTo>
                    <a:pt x="15950" y="18879"/>
                  </a:lnTo>
                  <a:lnTo>
                    <a:pt x="14549" y="15411"/>
                  </a:lnTo>
                  <a:lnTo>
                    <a:pt x="14341" y="9621"/>
                  </a:lnTo>
                  <a:lnTo>
                    <a:pt x="16838" y="2943"/>
                  </a:lnTo>
                  <a:lnTo>
                    <a:pt x="18447" y="828"/>
                  </a:lnTo>
                  <a:lnTo>
                    <a:pt x="20079" y="0"/>
                  </a:lnTo>
                  <a:lnTo>
                    <a:pt x="22421" y="2420"/>
                  </a:lnTo>
                  <a:lnTo>
                    <a:pt x="23950" y="10836"/>
                  </a:lnTo>
                  <a:lnTo>
                    <a:pt x="24587" y="26177"/>
                  </a:lnTo>
                  <a:lnTo>
                    <a:pt x="23958" y="32037"/>
                  </a:lnTo>
                  <a:lnTo>
                    <a:pt x="20426" y="35997"/>
                  </a:lnTo>
                  <a:lnTo>
                    <a:pt x="19280" y="45300"/>
                  </a:lnTo>
                  <a:lnTo>
                    <a:pt x="11581" y="44140"/>
                  </a:lnTo>
                  <a:lnTo>
                    <a:pt x="12025" y="43429"/>
                  </a:lnTo>
                  <a:lnTo>
                    <a:pt x="10839" y="39401"/>
                  </a:lnTo>
                  <a:lnTo>
                    <a:pt x="7657" y="36263"/>
                  </a:lnTo>
                  <a:lnTo>
                    <a:pt x="4962" y="36440"/>
                  </a:lnTo>
                  <a:lnTo>
                    <a:pt x="1578" y="38352"/>
                  </a:lnTo>
                  <a:lnTo>
                    <a:pt x="0" y="3732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h2937"/>
            <p:cNvSpPr/>
            <p:nvPr/>
          </p:nvSpPr>
          <p:spPr>
            <a:xfrm>
              <a:off x="750061" y="1839256"/>
              <a:ext cx="962" cy="2653"/>
            </a:xfrm>
            <a:custGeom>
              <a:avLst/>
              <a:pathLst>
                <a:path w="962" h="2653">
                  <a:moveTo>
                    <a:pt x="0" y="2653"/>
                  </a:moveTo>
                  <a:lnTo>
                    <a:pt x="56" y="0"/>
                  </a:lnTo>
                  <a:lnTo>
                    <a:pt x="962" y="98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h2938"/>
            <p:cNvSpPr/>
            <p:nvPr/>
          </p:nvSpPr>
          <p:spPr>
            <a:xfrm>
              <a:off x="742896" y="1838051"/>
              <a:ext cx="3864" cy="2689"/>
            </a:xfrm>
            <a:custGeom>
              <a:avLst/>
              <a:pathLst>
                <a:path w="3864" h="2689">
                  <a:moveTo>
                    <a:pt x="0" y="2012"/>
                  </a:moveTo>
                  <a:lnTo>
                    <a:pt x="765" y="199"/>
                  </a:lnTo>
                  <a:lnTo>
                    <a:pt x="1838" y="0"/>
                  </a:lnTo>
                  <a:lnTo>
                    <a:pt x="3864" y="1357"/>
                  </a:lnTo>
                  <a:lnTo>
                    <a:pt x="2838" y="268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h2939"/>
            <p:cNvSpPr/>
            <p:nvPr/>
          </p:nvSpPr>
          <p:spPr>
            <a:xfrm>
              <a:off x="747045" y="1838826"/>
              <a:ext cx="1223" cy="707"/>
            </a:xfrm>
            <a:custGeom>
              <a:avLst/>
              <a:pathLst>
                <a:path w="1223" h="707">
                  <a:moveTo>
                    <a:pt x="108" y="575"/>
                  </a:moveTo>
                  <a:lnTo>
                    <a:pt x="0" y="0"/>
                  </a:lnTo>
                  <a:lnTo>
                    <a:pt x="1223" y="70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h2940"/>
            <p:cNvSpPr/>
            <p:nvPr/>
          </p:nvSpPr>
          <p:spPr>
            <a:xfrm>
              <a:off x="1061404" y="1817424"/>
              <a:ext cx="15318" cy="14356"/>
            </a:xfrm>
            <a:custGeom>
              <a:avLst/>
              <a:pathLst>
                <a:path w="15318" h="14356">
                  <a:moveTo>
                    <a:pt x="3660" y="972"/>
                  </a:moveTo>
                  <a:lnTo>
                    <a:pt x="15318" y="12602"/>
                  </a:lnTo>
                  <a:lnTo>
                    <a:pt x="12903" y="14356"/>
                  </a:lnTo>
                  <a:lnTo>
                    <a:pt x="11863" y="13827"/>
                  </a:lnTo>
                  <a:lnTo>
                    <a:pt x="10140" y="9699"/>
                  </a:lnTo>
                  <a:lnTo>
                    <a:pt x="5240" y="5423"/>
                  </a:lnTo>
                  <a:lnTo>
                    <a:pt x="3206" y="468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h2941"/>
            <p:cNvSpPr/>
            <p:nvPr/>
          </p:nvSpPr>
          <p:spPr>
            <a:xfrm>
              <a:off x="1093983" y="1812964"/>
              <a:ext cx="8269" cy="8523"/>
            </a:xfrm>
            <a:custGeom>
              <a:avLst/>
              <a:pathLst>
                <a:path w="8269" h="8523">
                  <a:moveTo>
                    <a:pt x="312" y="555"/>
                  </a:moveTo>
                  <a:lnTo>
                    <a:pt x="2372" y="0"/>
                  </a:lnTo>
                  <a:lnTo>
                    <a:pt x="7148" y="513"/>
                  </a:lnTo>
                  <a:lnTo>
                    <a:pt x="8269" y="3135"/>
                  </a:lnTo>
                  <a:lnTo>
                    <a:pt x="6718" y="7923"/>
                  </a:lnTo>
                  <a:lnTo>
                    <a:pt x="4326" y="8523"/>
                  </a:lnTo>
                  <a:lnTo>
                    <a:pt x="1483" y="7781"/>
                  </a:lnTo>
                  <a:lnTo>
                    <a:pt x="0" y="335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h2942"/>
            <p:cNvSpPr/>
            <p:nvPr/>
          </p:nvSpPr>
          <p:spPr>
            <a:xfrm>
              <a:off x="1130693" y="1815037"/>
              <a:ext cx="1150" cy="3495"/>
            </a:xfrm>
            <a:custGeom>
              <a:avLst/>
              <a:pathLst>
                <a:path w="1150" h="3495">
                  <a:moveTo>
                    <a:pt x="0" y="0"/>
                  </a:moveTo>
                  <a:lnTo>
                    <a:pt x="573" y="922"/>
                  </a:lnTo>
                  <a:lnTo>
                    <a:pt x="1150" y="349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h2943"/>
            <p:cNvSpPr/>
            <p:nvPr/>
          </p:nvSpPr>
          <p:spPr>
            <a:xfrm>
              <a:off x="1057037" y="1813000"/>
              <a:ext cx="3945" cy="3860"/>
            </a:xfrm>
            <a:custGeom>
              <a:avLst/>
              <a:pathLst>
                <a:path w="3945" h="3860">
                  <a:moveTo>
                    <a:pt x="3945" y="1888"/>
                  </a:moveTo>
                  <a:lnTo>
                    <a:pt x="3808" y="3860"/>
                  </a:lnTo>
                  <a:lnTo>
                    <a:pt x="0" y="1648"/>
                  </a:lnTo>
                  <a:lnTo>
                    <a:pt x="159" y="0"/>
                  </a:lnTo>
                  <a:lnTo>
                    <a:pt x="1420" y="138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h2944"/>
            <p:cNvSpPr/>
            <p:nvPr/>
          </p:nvSpPr>
          <p:spPr>
            <a:xfrm>
              <a:off x="1060170" y="1814556"/>
              <a:ext cx="75" cy="130"/>
            </a:xfrm>
            <a:custGeom>
              <a:avLst/>
              <a:pathLst>
                <a:path w="75" h="130">
                  <a:moveTo>
                    <a:pt x="0" y="130"/>
                  </a:moveTo>
                  <a:lnTo>
                    <a:pt x="7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h2945"/>
            <p:cNvSpPr/>
            <p:nvPr/>
          </p:nvSpPr>
          <p:spPr>
            <a:xfrm>
              <a:off x="1053528" y="1810719"/>
              <a:ext cx="274" cy="178"/>
            </a:xfrm>
            <a:custGeom>
              <a:avLst/>
              <a:pathLst>
                <a:path w="274" h="178">
                  <a:moveTo>
                    <a:pt x="0" y="106"/>
                  </a:moveTo>
                  <a:lnTo>
                    <a:pt x="214" y="0"/>
                  </a:lnTo>
                  <a:lnTo>
                    <a:pt x="274" y="17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h2946"/>
            <p:cNvSpPr/>
            <p:nvPr/>
          </p:nvSpPr>
          <p:spPr>
            <a:xfrm>
              <a:off x="1053450" y="1809427"/>
              <a:ext cx="2101" cy="2416"/>
            </a:xfrm>
            <a:custGeom>
              <a:avLst/>
              <a:pathLst>
                <a:path w="2101" h="2416">
                  <a:moveTo>
                    <a:pt x="0" y="412"/>
                  </a:moveTo>
                  <a:lnTo>
                    <a:pt x="593" y="0"/>
                  </a:lnTo>
                  <a:lnTo>
                    <a:pt x="2101" y="241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h2947"/>
            <p:cNvSpPr/>
            <p:nvPr/>
          </p:nvSpPr>
          <p:spPr>
            <a:xfrm>
              <a:off x="1168935" y="1807061"/>
              <a:ext cx="986" cy="1031"/>
            </a:xfrm>
            <a:custGeom>
              <a:avLst/>
              <a:pathLst>
                <a:path w="986" h="1031">
                  <a:moveTo>
                    <a:pt x="986" y="0"/>
                  </a:moveTo>
                  <a:lnTo>
                    <a:pt x="833" y="1031"/>
                  </a:lnTo>
                  <a:lnTo>
                    <a:pt x="0" y="93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h2948"/>
            <p:cNvSpPr/>
            <p:nvPr/>
          </p:nvSpPr>
          <p:spPr>
            <a:xfrm>
              <a:off x="900887" y="1805459"/>
              <a:ext cx="247" cy="201"/>
            </a:xfrm>
            <a:custGeom>
              <a:avLst/>
              <a:pathLst>
                <a:path w="247" h="201">
                  <a:moveTo>
                    <a:pt x="0" y="148"/>
                  </a:moveTo>
                  <a:lnTo>
                    <a:pt x="211" y="0"/>
                  </a:lnTo>
                  <a:lnTo>
                    <a:pt x="247" y="20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h2949"/>
            <p:cNvSpPr/>
            <p:nvPr/>
          </p:nvSpPr>
          <p:spPr>
            <a:xfrm>
              <a:off x="901104" y="1802379"/>
              <a:ext cx="124" cy="134"/>
            </a:xfrm>
            <a:custGeom>
              <a:avLst/>
              <a:pathLst>
                <a:path w="124" h="134">
                  <a:moveTo>
                    <a:pt x="0" y="0"/>
                  </a:moveTo>
                  <a:lnTo>
                    <a:pt x="124" y="13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h2950"/>
            <p:cNvSpPr/>
            <p:nvPr/>
          </p:nvSpPr>
          <p:spPr>
            <a:xfrm>
              <a:off x="1052162" y="1797165"/>
              <a:ext cx="1072" cy="683"/>
            </a:xfrm>
            <a:custGeom>
              <a:avLst/>
              <a:pathLst>
                <a:path w="1072" h="683">
                  <a:moveTo>
                    <a:pt x="1025" y="683"/>
                  </a:moveTo>
                  <a:lnTo>
                    <a:pt x="0" y="0"/>
                  </a:lnTo>
                  <a:lnTo>
                    <a:pt x="1072" y="20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h2951"/>
            <p:cNvSpPr/>
            <p:nvPr/>
          </p:nvSpPr>
          <p:spPr>
            <a:xfrm>
              <a:off x="1050592" y="17957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h2952"/>
            <p:cNvSpPr/>
            <p:nvPr/>
          </p:nvSpPr>
          <p:spPr>
            <a:xfrm>
              <a:off x="1009055" y="1793606"/>
              <a:ext cx="107" cy="244"/>
            </a:xfrm>
            <a:custGeom>
              <a:avLst/>
              <a:pathLst>
                <a:path w="107" h="244">
                  <a:moveTo>
                    <a:pt x="107" y="0"/>
                  </a:moveTo>
                  <a:lnTo>
                    <a:pt x="0" y="24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h2953"/>
            <p:cNvSpPr/>
            <p:nvPr/>
          </p:nvSpPr>
          <p:spPr>
            <a:xfrm>
              <a:off x="893686" y="179206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h2954"/>
            <p:cNvSpPr/>
            <p:nvPr/>
          </p:nvSpPr>
          <p:spPr>
            <a:xfrm>
              <a:off x="1047577" y="1788626"/>
              <a:ext cx="360" cy="366"/>
            </a:xfrm>
            <a:custGeom>
              <a:avLst/>
              <a:pathLst>
                <a:path w="360" h="366">
                  <a:moveTo>
                    <a:pt x="0" y="338"/>
                  </a:moveTo>
                  <a:lnTo>
                    <a:pt x="57" y="0"/>
                  </a:lnTo>
                  <a:lnTo>
                    <a:pt x="360" y="36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h2955"/>
            <p:cNvSpPr/>
            <p:nvPr/>
          </p:nvSpPr>
          <p:spPr>
            <a:xfrm>
              <a:off x="1045882" y="1786969"/>
              <a:ext cx="1475" cy="2154"/>
            </a:xfrm>
            <a:custGeom>
              <a:avLst/>
              <a:pathLst>
                <a:path w="1475" h="2154">
                  <a:moveTo>
                    <a:pt x="0" y="2154"/>
                  </a:moveTo>
                  <a:lnTo>
                    <a:pt x="1087" y="0"/>
                  </a:lnTo>
                  <a:lnTo>
                    <a:pt x="1475" y="67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h2956"/>
            <p:cNvSpPr/>
            <p:nvPr/>
          </p:nvSpPr>
          <p:spPr>
            <a:xfrm>
              <a:off x="1009508" y="1786372"/>
              <a:ext cx="150" cy="70"/>
            </a:xfrm>
            <a:custGeom>
              <a:avLst/>
              <a:pathLst>
                <a:path w="150" h="70">
                  <a:moveTo>
                    <a:pt x="150" y="7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h2957"/>
            <p:cNvSpPr/>
            <p:nvPr/>
          </p:nvSpPr>
          <p:spPr>
            <a:xfrm>
              <a:off x="1046179" y="1785420"/>
              <a:ext cx="145" cy="90"/>
            </a:xfrm>
            <a:custGeom>
              <a:avLst/>
              <a:pathLst>
                <a:path w="145" h="90">
                  <a:moveTo>
                    <a:pt x="145" y="0"/>
                  </a:moveTo>
                  <a:lnTo>
                    <a:pt x="0" y="9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h2958"/>
            <p:cNvSpPr/>
            <p:nvPr/>
          </p:nvSpPr>
          <p:spPr>
            <a:xfrm>
              <a:off x="1100652" y="1750721"/>
              <a:ext cx="44423" cy="61834"/>
            </a:xfrm>
            <a:custGeom>
              <a:avLst/>
              <a:pathLst>
                <a:path w="44423" h="61834">
                  <a:moveTo>
                    <a:pt x="2430" y="46220"/>
                  </a:moveTo>
                  <a:lnTo>
                    <a:pt x="0" y="43044"/>
                  </a:lnTo>
                  <a:lnTo>
                    <a:pt x="6435" y="38810"/>
                  </a:lnTo>
                  <a:lnTo>
                    <a:pt x="9932" y="34621"/>
                  </a:lnTo>
                  <a:lnTo>
                    <a:pt x="10201" y="31106"/>
                  </a:lnTo>
                  <a:lnTo>
                    <a:pt x="8819" y="26442"/>
                  </a:lnTo>
                  <a:lnTo>
                    <a:pt x="9501" y="19475"/>
                  </a:lnTo>
                  <a:lnTo>
                    <a:pt x="13846" y="5883"/>
                  </a:lnTo>
                  <a:lnTo>
                    <a:pt x="16099" y="2678"/>
                  </a:lnTo>
                  <a:lnTo>
                    <a:pt x="18773" y="2430"/>
                  </a:lnTo>
                  <a:lnTo>
                    <a:pt x="19622" y="3637"/>
                  </a:lnTo>
                  <a:lnTo>
                    <a:pt x="21516" y="4201"/>
                  </a:lnTo>
                  <a:lnTo>
                    <a:pt x="27507" y="112"/>
                  </a:lnTo>
                  <a:lnTo>
                    <a:pt x="35461" y="0"/>
                  </a:lnTo>
                  <a:lnTo>
                    <a:pt x="37599" y="6231"/>
                  </a:lnTo>
                  <a:lnTo>
                    <a:pt x="36596" y="11730"/>
                  </a:lnTo>
                  <a:lnTo>
                    <a:pt x="40753" y="18665"/>
                  </a:lnTo>
                  <a:lnTo>
                    <a:pt x="44423" y="29616"/>
                  </a:lnTo>
                  <a:lnTo>
                    <a:pt x="38287" y="45932"/>
                  </a:lnTo>
                  <a:lnTo>
                    <a:pt x="33508" y="53840"/>
                  </a:lnTo>
                  <a:lnTo>
                    <a:pt x="33705" y="58738"/>
                  </a:lnTo>
                  <a:lnTo>
                    <a:pt x="32863" y="60021"/>
                  </a:lnTo>
                  <a:lnTo>
                    <a:pt x="28499" y="61834"/>
                  </a:lnTo>
                  <a:lnTo>
                    <a:pt x="20546" y="58253"/>
                  </a:lnTo>
                  <a:lnTo>
                    <a:pt x="18057" y="54974"/>
                  </a:lnTo>
                  <a:lnTo>
                    <a:pt x="11776" y="54091"/>
                  </a:lnTo>
                  <a:lnTo>
                    <a:pt x="10761" y="5153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h2959"/>
            <p:cNvSpPr/>
            <p:nvPr/>
          </p:nvSpPr>
          <p:spPr>
            <a:xfrm>
              <a:off x="1006947" y="1780416"/>
              <a:ext cx="176" cy="445"/>
            </a:xfrm>
            <a:custGeom>
              <a:avLst/>
              <a:pathLst>
                <a:path w="176" h="445">
                  <a:moveTo>
                    <a:pt x="176" y="445"/>
                  </a:moveTo>
                  <a:lnTo>
                    <a:pt x="0" y="235"/>
                  </a:lnTo>
                  <a:lnTo>
                    <a:pt x="103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h2960"/>
            <p:cNvSpPr/>
            <p:nvPr/>
          </p:nvSpPr>
          <p:spPr>
            <a:xfrm>
              <a:off x="996081" y="1775593"/>
              <a:ext cx="137" cy="165"/>
            </a:xfrm>
            <a:custGeom>
              <a:avLst/>
              <a:pathLst>
                <a:path w="137" h="165">
                  <a:moveTo>
                    <a:pt x="137" y="165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h2961"/>
            <p:cNvSpPr/>
            <p:nvPr/>
          </p:nvSpPr>
          <p:spPr>
            <a:xfrm>
              <a:off x="996639" y="1775675"/>
              <a:ext cx="447" cy="34"/>
            </a:xfrm>
            <a:custGeom>
              <a:avLst/>
              <a:pathLst>
                <a:path w="447" h="34">
                  <a:moveTo>
                    <a:pt x="0" y="34"/>
                  </a:moveTo>
                  <a:lnTo>
                    <a:pt x="447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h2962"/>
            <p:cNvSpPr/>
            <p:nvPr/>
          </p:nvSpPr>
          <p:spPr>
            <a:xfrm>
              <a:off x="995992" y="1772620"/>
              <a:ext cx="995" cy="1539"/>
            </a:xfrm>
            <a:custGeom>
              <a:avLst/>
              <a:pathLst>
                <a:path w="995" h="1539">
                  <a:moveTo>
                    <a:pt x="0" y="0"/>
                  </a:moveTo>
                  <a:lnTo>
                    <a:pt x="995" y="1539"/>
                  </a:lnTo>
                  <a:lnTo>
                    <a:pt x="318" y="149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h2963"/>
            <p:cNvSpPr/>
            <p:nvPr/>
          </p:nvSpPr>
          <p:spPr>
            <a:xfrm>
              <a:off x="993057" y="1769239"/>
              <a:ext cx="1147" cy="1847"/>
            </a:xfrm>
            <a:custGeom>
              <a:avLst/>
              <a:pathLst>
                <a:path w="1147" h="1847">
                  <a:moveTo>
                    <a:pt x="0" y="1847"/>
                  </a:moveTo>
                  <a:lnTo>
                    <a:pt x="21" y="0"/>
                  </a:lnTo>
                  <a:lnTo>
                    <a:pt x="1147" y="124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h2964"/>
            <p:cNvSpPr/>
            <p:nvPr/>
          </p:nvSpPr>
          <p:spPr>
            <a:xfrm>
              <a:off x="992076" y="1769803"/>
              <a:ext cx="282" cy="381"/>
            </a:xfrm>
            <a:custGeom>
              <a:avLst/>
              <a:pathLst>
                <a:path w="282" h="381">
                  <a:moveTo>
                    <a:pt x="208" y="0"/>
                  </a:moveTo>
                  <a:lnTo>
                    <a:pt x="282" y="381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h2965"/>
            <p:cNvSpPr/>
            <p:nvPr/>
          </p:nvSpPr>
          <p:spPr>
            <a:xfrm>
              <a:off x="992160" y="17695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h2966"/>
            <p:cNvSpPr/>
            <p:nvPr/>
          </p:nvSpPr>
          <p:spPr>
            <a:xfrm>
              <a:off x="991732" y="1768601"/>
              <a:ext cx="385" cy="601"/>
            </a:xfrm>
            <a:custGeom>
              <a:avLst/>
              <a:pathLst>
                <a:path w="385" h="601">
                  <a:moveTo>
                    <a:pt x="0" y="601"/>
                  </a:moveTo>
                  <a:lnTo>
                    <a:pt x="287" y="0"/>
                  </a:lnTo>
                  <a:lnTo>
                    <a:pt x="385" y="22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h2967"/>
            <p:cNvSpPr/>
            <p:nvPr/>
          </p:nvSpPr>
          <p:spPr>
            <a:xfrm>
              <a:off x="992768" y="1768048"/>
              <a:ext cx="574" cy="243"/>
            </a:xfrm>
            <a:custGeom>
              <a:avLst/>
              <a:pathLst>
                <a:path w="574" h="243">
                  <a:moveTo>
                    <a:pt x="574" y="17"/>
                  </a:moveTo>
                  <a:lnTo>
                    <a:pt x="0" y="243"/>
                  </a:lnTo>
                  <a:lnTo>
                    <a:pt x="10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h2968"/>
            <p:cNvSpPr/>
            <p:nvPr/>
          </p:nvSpPr>
          <p:spPr>
            <a:xfrm>
              <a:off x="991726" y="1767737"/>
              <a:ext cx="117" cy="336"/>
            </a:xfrm>
            <a:custGeom>
              <a:avLst/>
              <a:pathLst>
                <a:path w="117" h="336">
                  <a:moveTo>
                    <a:pt x="0" y="336"/>
                  </a:moveTo>
                  <a:lnTo>
                    <a:pt x="99" y="0"/>
                  </a:lnTo>
                  <a:lnTo>
                    <a:pt x="117" y="18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h2969"/>
            <p:cNvSpPr/>
            <p:nvPr/>
          </p:nvSpPr>
          <p:spPr>
            <a:xfrm>
              <a:off x="993889" y="1767706"/>
              <a:ext cx="174" cy="125"/>
            </a:xfrm>
            <a:custGeom>
              <a:avLst/>
              <a:pathLst>
                <a:path w="174" h="125">
                  <a:moveTo>
                    <a:pt x="174" y="0"/>
                  </a:moveTo>
                  <a:lnTo>
                    <a:pt x="0" y="12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h2970"/>
            <p:cNvSpPr/>
            <p:nvPr/>
          </p:nvSpPr>
          <p:spPr>
            <a:xfrm>
              <a:off x="992751" y="1767440"/>
              <a:ext cx="470" cy="364"/>
            </a:xfrm>
            <a:custGeom>
              <a:avLst/>
              <a:pathLst>
                <a:path w="470" h="364">
                  <a:moveTo>
                    <a:pt x="265" y="0"/>
                  </a:moveTo>
                  <a:lnTo>
                    <a:pt x="470" y="364"/>
                  </a:lnTo>
                  <a:lnTo>
                    <a:pt x="0" y="36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h2971"/>
            <p:cNvSpPr/>
            <p:nvPr/>
          </p:nvSpPr>
          <p:spPr>
            <a:xfrm>
              <a:off x="998280" y="1766822"/>
              <a:ext cx="941" cy="1514"/>
            </a:xfrm>
            <a:custGeom>
              <a:avLst/>
              <a:pathLst>
                <a:path w="941" h="1514">
                  <a:moveTo>
                    <a:pt x="182" y="1246"/>
                  </a:moveTo>
                  <a:lnTo>
                    <a:pt x="0" y="0"/>
                  </a:lnTo>
                  <a:lnTo>
                    <a:pt x="941" y="151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h2972"/>
            <p:cNvSpPr/>
            <p:nvPr/>
          </p:nvSpPr>
          <p:spPr>
            <a:xfrm>
              <a:off x="1041520" y="1764460"/>
              <a:ext cx="1740" cy="836"/>
            </a:xfrm>
            <a:custGeom>
              <a:avLst/>
              <a:pathLst>
                <a:path w="1740" h="836">
                  <a:moveTo>
                    <a:pt x="0" y="612"/>
                  </a:moveTo>
                  <a:lnTo>
                    <a:pt x="1740" y="0"/>
                  </a:lnTo>
                  <a:lnTo>
                    <a:pt x="1313" y="83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h2973"/>
            <p:cNvSpPr/>
            <p:nvPr/>
          </p:nvSpPr>
          <p:spPr>
            <a:xfrm>
              <a:off x="993709" y="17614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h2974"/>
            <p:cNvSpPr/>
            <p:nvPr/>
          </p:nvSpPr>
          <p:spPr>
            <a:xfrm>
              <a:off x="993002" y="1760480"/>
              <a:ext cx="461" cy="587"/>
            </a:xfrm>
            <a:custGeom>
              <a:avLst/>
              <a:pathLst>
                <a:path w="461" h="587">
                  <a:moveTo>
                    <a:pt x="77" y="472"/>
                  </a:moveTo>
                  <a:lnTo>
                    <a:pt x="0" y="0"/>
                  </a:lnTo>
                  <a:lnTo>
                    <a:pt x="461" y="58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h2975"/>
            <p:cNvSpPr/>
            <p:nvPr/>
          </p:nvSpPr>
          <p:spPr>
            <a:xfrm>
              <a:off x="992664" y="1756948"/>
              <a:ext cx="2516" cy="5960"/>
            </a:xfrm>
            <a:custGeom>
              <a:avLst/>
              <a:pathLst>
                <a:path w="2516" h="5960">
                  <a:moveTo>
                    <a:pt x="2516" y="876"/>
                  </a:moveTo>
                  <a:lnTo>
                    <a:pt x="1735" y="2158"/>
                  </a:lnTo>
                  <a:lnTo>
                    <a:pt x="2298" y="5960"/>
                  </a:lnTo>
                  <a:lnTo>
                    <a:pt x="0" y="0"/>
                  </a:lnTo>
                  <a:lnTo>
                    <a:pt x="1758" y="6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h2976"/>
            <p:cNvSpPr/>
            <p:nvPr/>
          </p:nvSpPr>
          <p:spPr>
            <a:xfrm>
              <a:off x="991955" y="1756584"/>
              <a:ext cx="431" cy="221"/>
            </a:xfrm>
            <a:custGeom>
              <a:avLst/>
              <a:pathLst>
                <a:path w="431" h="221">
                  <a:moveTo>
                    <a:pt x="431" y="0"/>
                  </a:moveTo>
                  <a:lnTo>
                    <a:pt x="0" y="22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h2977"/>
            <p:cNvSpPr/>
            <p:nvPr/>
          </p:nvSpPr>
          <p:spPr>
            <a:xfrm>
              <a:off x="983797" y="1746631"/>
              <a:ext cx="179" cy="282"/>
            </a:xfrm>
            <a:custGeom>
              <a:avLst/>
              <a:pathLst>
                <a:path w="179" h="282">
                  <a:moveTo>
                    <a:pt x="179" y="0"/>
                  </a:moveTo>
                  <a:lnTo>
                    <a:pt x="0" y="282"/>
                  </a:lnTo>
                  <a:lnTo>
                    <a:pt x="4" y="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h2978"/>
            <p:cNvSpPr/>
            <p:nvPr/>
          </p:nvSpPr>
          <p:spPr>
            <a:xfrm>
              <a:off x="988649" y="1697172"/>
              <a:ext cx="50544" cy="77748"/>
            </a:xfrm>
            <a:custGeom>
              <a:avLst/>
              <a:pathLst>
                <a:path w="50544" h="77748">
                  <a:moveTo>
                    <a:pt x="35949" y="65870"/>
                  </a:moveTo>
                  <a:lnTo>
                    <a:pt x="34154" y="60981"/>
                  </a:lnTo>
                  <a:lnTo>
                    <a:pt x="30347" y="55325"/>
                  </a:lnTo>
                  <a:lnTo>
                    <a:pt x="24926" y="51843"/>
                  </a:lnTo>
                  <a:lnTo>
                    <a:pt x="19130" y="45646"/>
                  </a:lnTo>
                  <a:lnTo>
                    <a:pt x="15337" y="36879"/>
                  </a:lnTo>
                  <a:lnTo>
                    <a:pt x="9421" y="35258"/>
                  </a:lnTo>
                  <a:lnTo>
                    <a:pt x="4506" y="23337"/>
                  </a:lnTo>
                  <a:lnTo>
                    <a:pt x="2026" y="19358"/>
                  </a:lnTo>
                  <a:lnTo>
                    <a:pt x="16" y="18035"/>
                  </a:lnTo>
                  <a:lnTo>
                    <a:pt x="0" y="12467"/>
                  </a:lnTo>
                  <a:lnTo>
                    <a:pt x="1834" y="10345"/>
                  </a:lnTo>
                  <a:lnTo>
                    <a:pt x="3866" y="5619"/>
                  </a:lnTo>
                  <a:lnTo>
                    <a:pt x="4570" y="1578"/>
                  </a:lnTo>
                  <a:lnTo>
                    <a:pt x="10067" y="0"/>
                  </a:lnTo>
                  <a:lnTo>
                    <a:pt x="17364" y="6520"/>
                  </a:lnTo>
                  <a:lnTo>
                    <a:pt x="24925" y="18316"/>
                  </a:lnTo>
                  <a:lnTo>
                    <a:pt x="25668" y="24741"/>
                  </a:lnTo>
                  <a:lnTo>
                    <a:pt x="23785" y="27795"/>
                  </a:lnTo>
                  <a:lnTo>
                    <a:pt x="24426" y="33352"/>
                  </a:lnTo>
                  <a:lnTo>
                    <a:pt x="26812" y="35141"/>
                  </a:lnTo>
                  <a:lnTo>
                    <a:pt x="33188" y="37376"/>
                  </a:lnTo>
                  <a:lnTo>
                    <a:pt x="45332" y="37417"/>
                  </a:lnTo>
                  <a:lnTo>
                    <a:pt x="47059" y="38960"/>
                  </a:lnTo>
                  <a:lnTo>
                    <a:pt x="45638" y="41942"/>
                  </a:lnTo>
                  <a:lnTo>
                    <a:pt x="45879" y="48142"/>
                  </a:lnTo>
                  <a:lnTo>
                    <a:pt x="44707" y="58740"/>
                  </a:lnTo>
                  <a:lnTo>
                    <a:pt x="46599" y="66293"/>
                  </a:lnTo>
                  <a:lnTo>
                    <a:pt x="49864" y="68573"/>
                  </a:lnTo>
                  <a:lnTo>
                    <a:pt x="50544" y="72299"/>
                  </a:lnTo>
                  <a:lnTo>
                    <a:pt x="50005" y="7774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h2979"/>
            <p:cNvSpPr/>
            <p:nvPr/>
          </p:nvSpPr>
          <p:spPr>
            <a:xfrm>
              <a:off x="435276" y="1691475"/>
              <a:ext cx="15466" cy="40231"/>
            </a:xfrm>
            <a:custGeom>
              <a:avLst/>
              <a:pathLst>
                <a:path w="15466" h="40231">
                  <a:moveTo>
                    <a:pt x="13178" y="0"/>
                  </a:moveTo>
                  <a:lnTo>
                    <a:pt x="13455" y="797"/>
                  </a:lnTo>
                  <a:lnTo>
                    <a:pt x="10651" y="4069"/>
                  </a:lnTo>
                  <a:lnTo>
                    <a:pt x="9690" y="6977"/>
                  </a:lnTo>
                  <a:lnTo>
                    <a:pt x="9917" y="10500"/>
                  </a:lnTo>
                  <a:lnTo>
                    <a:pt x="13025" y="12703"/>
                  </a:lnTo>
                  <a:lnTo>
                    <a:pt x="15466" y="17310"/>
                  </a:lnTo>
                  <a:lnTo>
                    <a:pt x="14804" y="30410"/>
                  </a:lnTo>
                  <a:lnTo>
                    <a:pt x="13395" y="35509"/>
                  </a:lnTo>
                  <a:lnTo>
                    <a:pt x="10982" y="38776"/>
                  </a:lnTo>
                  <a:lnTo>
                    <a:pt x="8690" y="40231"/>
                  </a:lnTo>
                  <a:lnTo>
                    <a:pt x="6218" y="39135"/>
                  </a:lnTo>
                  <a:lnTo>
                    <a:pt x="5764" y="23828"/>
                  </a:lnTo>
                  <a:lnTo>
                    <a:pt x="4870" y="19303"/>
                  </a:lnTo>
                  <a:lnTo>
                    <a:pt x="0" y="13483"/>
                  </a:lnTo>
                  <a:lnTo>
                    <a:pt x="2102" y="8812"/>
                  </a:lnTo>
                  <a:lnTo>
                    <a:pt x="961" y="4471"/>
                  </a:lnTo>
                  <a:lnTo>
                    <a:pt x="4743" y="212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h2980"/>
            <p:cNvSpPr/>
            <p:nvPr/>
          </p:nvSpPr>
          <p:spPr>
            <a:xfrm>
              <a:off x="993478" y="1696392"/>
              <a:ext cx="317" cy="1069"/>
            </a:xfrm>
            <a:custGeom>
              <a:avLst/>
              <a:pathLst>
                <a:path w="317" h="1069">
                  <a:moveTo>
                    <a:pt x="122" y="0"/>
                  </a:moveTo>
                  <a:lnTo>
                    <a:pt x="317" y="330"/>
                  </a:lnTo>
                  <a:lnTo>
                    <a:pt x="0" y="106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h2981"/>
            <p:cNvSpPr/>
            <p:nvPr/>
          </p:nvSpPr>
          <p:spPr>
            <a:xfrm>
              <a:off x="991302" y="1695049"/>
              <a:ext cx="2103" cy="2270"/>
            </a:xfrm>
            <a:custGeom>
              <a:avLst/>
              <a:pathLst>
                <a:path w="2103" h="2270">
                  <a:moveTo>
                    <a:pt x="2103" y="1187"/>
                  </a:moveTo>
                  <a:lnTo>
                    <a:pt x="258" y="2270"/>
                  </a:lnTo>
                  <a:lnTo>
                    <a:pt x="0" y="266"/>
                  </a:lnTo>
                  <a:lnTo>
                    <a:pt x="1637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h2982"/>
            <p:cNvSpPr/>
            <p:nvPr/>
          </p:nvSpPr>
          <p:spPr>
            <a:xfrm>
              <a:off x="995392" y="1695009"/>
              <a:ext cx="856" cy="233"/>
            </a:xfrm>
            <a:custGeom>
              <a:avLst/>
              <a:pathLst>
                <a:path w="856" h="233">
                  <a:moveTo>
                    <a:pt x="675" y="100"/>
                  </a:moveTo>
                  <a:lnTo>
                    <a:pt x="856" y="23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h2983"/>
            <p:cNvSpPr/>
            <p:nvPr/>
          </p:nvSpPr>
          <p:spPr>
            <a:xfrm>
              <a:off x="900920" y="1653236"/>
              <a:ext cx="1502" cy="1179"/>
            </a:xfrm>
            <a:custGeom>
              <a:avLst/>
              <a:pathLst>
                <a:path w="1502" h="1179">
                  <a:moveTo>
                    <a:pt x="0" y="423"/>
                  </a:moveTo>
                  <a:lnTo>
                    <a:pt x="1177" y="0"/>
                  </a:lnTo>
                  <a:lnTo>
                    <a:pt x="1502" y="1179"/>
                  </a:lnTo>
                  <a:lnTo>
                    <a:pt x="8" y="112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h2984"/>
            <p:cNvSpPr/>
            <p:nvPr/>
          </p:nvSpPr>
          <p:spPr>
            <a:xfrm>
              <a:off x="739836" y="1641809"/>
              <a:ext cx="852" cy="1349"/>
            </a:xfrm>
            <a:custGeom>
              <a:avLst/>
              <a:pathLst>
                <a:path w="852" h="1349">
                  <a:moveTo>
                    <a:pt x="0" y="1349"/>
                  </a:moveTo>
                  <a:lnTo>
                    <a:pt x="563" y="0"/>
                  </a:lnTo>
                  <a:lnTo>
                    <a:pt x="852" y="50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h2985"/>
            <p:cNvSpPr/>
            <p:nvPr/>
          </p:nvSpPr>
          <p:spPr>
            <a:xfrm>
              <a:off x="898976" y="1631149"/>
              <a:ext cx="2983" cy="4016"/>
            </a:xfrm>
            <a:custGeom>
              <a:avLst/>
              <a:pathLst>
                <a:path w="2983" h="4016">
                  <a:moveTo>
                    <a:pt x="955" y="0"/>
                  </a:moveTo>
                  <a:lnTo>
                    <a:pt x="2983" y="1377"/>
                  </a:lnTo>
                  <a:lnTo>
                    <a:pt x="2969" y="3766"/>
                  </a:lnTo>
                  <a:lnTo>
                    <a:pt x="1320" y="4016"/>
                  </a:lnTo>
                  <a:lnTo>
                    <a:pt x="0" y="270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h2986"/>
            <p:cNvSpPr/>
            <p:nvPr/>
          </p:nvSpPr>
          <p:spPr>
            <a:xfrm>
              <a:off x="903131" y="1630517"/>
              <a:ext cx="332" cy="820"/>
            </a:xfrm>
            <a:custGeom>
              <a:avLst/>
              <a:pathLst>
                <a:path w="332" h="820">
                  <a:moveTo>
                    <a:pt x="0" y="820"/>
                  </a:moveTo>
                  <a:lnTo>
                    <a:pt x="46" y="0"/>
                  </a:lnTo>
                  <a:lnTo>
                    <a:pt x="332" y="40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h2987"/>
            <p:cNvSpPr/>
            <p:nvPr/>
          </p:nvSpPr>
          <p:spPr>
            <a:xfrm>
              <a:off x="893152" y="1626016"/>
              <a:ext cx="755" cy="1282"/>
            </a:xfrm>
            <a:custGeom>
              <a:avLst/>
              <a:pathLst>
                <a:path w="755" h="1282">
                  <a:moveTo>
                    <a:pt x="755" y="0"/>
                  </a:moveTo>
                  <a:lnTo>
                    <a:pt x="485" y="1282"/>
                  </a:lnTo>
                  <a:lnTo>
                    <a:pt x="0" y="27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h2988"/>
            <p:cNvSpPr/>
            <p:nvPr/>
          </p:nvSpPr>
          <p:spPr>
            <a:xfrm>
              <a:off x="892191" y="1621667"/>
              <a:ext cx="566" cy="938"/>
            </a:xfrm>
            <a:custGeom>
              <a:avLst/>
              <a:pathLst>
                <a:path w="566" h="938">
                  <a:moveTo>
                    <a:pt x="0" y="938"/>
                  </a:moveTo>
                  <a:lnTo>
                    <a:pt x="294" y="0"/>
                  </a:lnTo>
                  <a:lnTo>
                    <a:pt x="566" y="48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h2989"/>
            <p:cNvSpPr/>
            <p:nvPr/>
          </p:nvSpPr>
          <p:spPr>
            <a:xfrm>
              <a:off x="885498" y="1615896"/>
              <a:ext cx="2063" cy="1560"/>
            </a:xfrm>
            <a:custGeom>
              <a:avLst/>
              <a:pathLst>
                <a:path w="2063" h="1560">
                  <a:moveTo>
                    <a:pt x="2063" y="1560"/>
                  </a:moveTo>
                  <a:lnTo>
                    <a:pt x="0" y="518"/>
                  </a:lnTo>
                  <a:lnTo>
                    <a:pt x="449" y="0"/>
                  </a:lnTo>
                  <a:lnTo>
                    <a:pt x="1601" y="32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h2990"/>
            <p:cNvSpPr/>
            <p:nvPr/>
          </p:nvSpPr>
          <p:spPr>
            <a:xfrm>
              <a:off x="877647" y="1610249"/>
              <a:ext cx="141" cy="277"/>
            </a:xfrm>
            <a:custGeom>
              <a:avLst/>
              <a:pathLst>
                <a:path w="141" h="277">
                  <a:moveTo>
                    <a:pt x="141" y="0"/>
                  </a:moveTo>
                  <a:lnTo>
                    <a:pt x="0" y="27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h2991"/>
            <p:cNvSpPr/>
            <p:nvPr/>
          </p:nvSpPr>
          <p:spPr>
            <a:xfrm>
              <a:off x="711305" y="1546272"/>
              <a:ext cx="2596" cy="2273"/>
            </a:xfrm>
            <a:custGeom>
              <a:avLst/>
              <a:pathLst>
                <a:path w="2596" h="2273">
                  <a:moveTo>
                    <a:pt x="2596" y="1824"/>
                  </a:moveTo>
                  <a:lnTo>
                    <a:pt x="1706" y="2273"/>
                  </a:lnTo>
                  <a:lnTo>
                    <a:pt x="0" y="1379"/>
                  </a:lnTo>
                  <a:lnTo>
                    <a:pt x="140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h2992"/>
            <p:cNvSpPr/>
            <p:nvPr/>
          </p:nvSpPr>
          <p:spPr>
            <a:xfrm>
              <a:off x="890036" y="1395573"/>
              <a:ext cx="9901" cy="4372"/>
            </a:xfrm>
            <a:custGeom>
              <a:avLst/>
              <a:pathLst>
                <a:path w="9901" h="4372">
                  <a:moveTo>
                    <a:pt x="1328" y="1212"/>
                  </a:moveTo>
                  <a:lnTo>
                    <a:pt x="0" y="0"/>
                  </a:lnTo>
                  <a:lnTo>
                    <a:pt x="542" y="5"/>
                  </a:lnTo>
                  <a:lnTo>
                    <a:pt x="6733" y="477"/>
                  </a:lnTo>
                  <a:lnTo>
                    <a:pt x="9901" y="2127"/>
                  </a:lnTo>
                  <a:lnTo>
                    <a:pt x="8800" y="3966"/>
                  </a:lnTo>
                  <a:lnTo>
                    <a:pt x="7019" y="437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h2993"/>
            <p:cNvSpPr/>
            <p:nvPr/>
          </p:nvSpPr>
          <p:spPr>
            <a:xfrm>
              <a:off x="877062" y="1386364"/>
              <a:ext cx="15888" cy="19980"/>
            </a:xfrm>
            <a:custGeom>
              <a:avLst/>
              <a:pathLst>
                <a:path w="15888" h="19980">
                  <a:moveTo>
                    <a:pt x="4075" y="414"/>
                  </a:moveTo>
                  <a:lnTo>
                    <a:pt x="6511" y="2623"/>
                  </a:lnTo>
                  <a:lnTo>
                    <a:pt x="7886" y="7666"/>
                  </a:lnTo>
                  <a:lnTo>
                    <a:pt x="14488" y="14632"/>
                  </a:lnTo>
                  <a:lnTo>
                    <a:pt x="15888" y="18219"/>
                  </a:lnTo>
                  <a:lnTo>
                    <a:pt x="15693" y="19816"/>
                  </a:lnTo>
                  <a:lnTo>
                    <a:pt x="13875" y="19980"/>
                  </a:lnTo>
                  <a:lnTo>
                    <a:pt x="7550" y="18079"/>
                  </a:lnTo>
                  <a:lnTo>
                    <a:pt x="3425" y="15143"/>
                  </a:lnTo>
                  <a:lnTo>
                    <a:pt x="638" y="11658"/>
                  </a:lnTo>
                  <a:lnTo>
                    <a:pt x="0" y="7198"/>
                  </a:lnTo>
                  <a:lnTo>
                    <a:pt x="314" y="1825"/>
                  </a:lnTo>
                  <a:lnTo>
                    <a:pt x="991" y="548"/>
                  </a:lnTo>
                  <a:lnTo>
                    <a:pt x="2242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h2994"/>
            <p:cNvSpPr/>
            <p:nvPr/>
          </p:nvSpPr>
          <p:spPr>
            <a:xfrm>
              <a:off x="652773" y="1366133"/>
              <a:ext cx="885" cy="2115"/>
            </a:xfrm>
            <a:custGeom>
              <a:avLst/>
              <a:pathLst>
                <a:path w="885" h="2115">
                  <a:moveTo>
                    <a:pt x="885" y="2115"/>
                  </a:moveTo>
                  <a:lnTo>
                    <a:pt x="0" y="0"/>
                  </a:lnTo>
                  <a:lnTo>
                    <a:pt x="870" y="27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h2995"/>
            <p:cNvSpPr/>
            <p:nvPr/>
          </p:nvSpPr>
          <p:spPr>
            <a:xfrm>
              <a:off x="651326" y="1365119"/>
              <a:ext cx="831" cy="1036"/>
            </a:xfrm>
            <a:custGeom>
              <a:avLst/>
              <a:pathLst>
                <a:path w="831" h="1036">
                  <a:moveTo>
                    <a:pt x="0" y="418"/>
                  </a:moveTo>
                  <a:lnTo>
                    <a:pt x="519" y="0"/>
                  </a:lnTo>
                  <a:lnTo>
                    <a:pt x="831" y="103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h2996"/>
            <p:cNvSpPr/>
            <p:nvPr/>
          </p:nvSpPr>
          <p:spPr>
            <a:xfrm>
              <a:off x="610718" y="1280717"/>
              <a:ext cx="459" cy="3102"/>
            </a:xfrm>
            <a:custGeom>
              <a:avLst/>
              <a:pathLst>
                <a:path w="459" h="3102">
                  <a:moveTo>
                    <a:pt x="459" y="2336"/>
                  </a:moveTo>
                  <a:lnTo>
                    <a:pt x="136" y="310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h2997"/>
            <p:cNvSpPr/>
            <p:nvPr/>
          </p:nvSpPr>
          <p:spPr>
            <a:xfrm>
              <a:off x="609167" y="1279891"/>
              <a:ext cx="313" cy="552"/>
            </a:xfrm>
            <a:custGeom>
              <a:avLst/>
              <a:pathLst>
                <a:path w="313" h="552">
                  <a:moveTo>
                    <a:pt x="313" y="80"/>
                  </a:moveTo>
                  <a:lnTo>
                    <a:pt x="0" y="552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h2998"/>
            <p:cNvSpPr/>
            <p:nvPr/>
          </p:nvSpPr>
          <p:spPr>
            <a:xfrm>
              <a:off x="605032" y="1275905"/>
              <a:ext cx="543" cy="1616"/>
            </a:xfrm>
            <a:custGeom>
              <a:avLst/>
              <a:pathLst>
                <a:path w="543" h="1616">
                  <a:moveTo>
                    <a:pt x="543" y="1616"/>
                  </a:moveTo>
                  <a:lnTo>
                    <a:pt x="0" y="575"/>
                  </a:lnTo>
                  <a:lnTo>
                    <a:pt x="166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h2999"/>
            <p:cNvSpPr/>
            <p:nvPr/>
          </p:nvSpPr>
          <p:spPr>
            <a:xfrm>
              <a:off x="1799058" y="2820503"/>
              <a:ext cx="6134" cy="5726"/>
            </a:xfrm>
            <a:custGeom>
              <a:avLst/>
              <a:pathLst>
                <a:path w="6134" h="5726">
                  <a:moveTo>
                    <a:pt x="2477" y="5489"/>
                  </a:moveTo>
                  <a:lnTo>
                    <a:pt x="365" y="3644"/>
                  </a:lnTo>
                  <a:lnTo>
                    <a:pt x="0" y="2319"/>
                  </a:lnTo>
                  <a:lnTo>
                    <a:pt x="2446" y="0"/>
                  </a:lnTo>
                  <a:lnTo>
                    <a:pt x="6134" y="398"/>
                  </a:lnTo>
                  <a:lnTo>
                    <a:pt x="5774" y="572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h3000"/>
            <p:cNvSpPr/>
            <p:nvPr/>
          </p:nvSpPr>
          <p:spPr>
            <a:xfrm>
              <a:off x="1773118" y="2798828"/>
              <a:ext cx="16162" cy="10075"/>
            </a:xfrm>
            <a:custGeom>
              <a:avLst/>
              <a:pathLst>
                <a:path w="16162" h="10075">
                  <a:moveTo>
                    <a:pt x="0" y="3584"/>
                  </a:moveTo>
                  <a:lnTo>
                    <a:pt x="4218" y="0"/>
                  </a:lnTo>
                  <a:lnTo>
                    <a:pt x="7387" y="138"/>
                  </a:lnTo>
                  <a:lnTo>
                    <a:pt x="11444" y="1692"/>
                  </a:lnTo>
                  <a:lnTo>
                    <a:pt x="15111" y="2153"/>
                  </a:lnTo>
                  <a:lnTo>
                    <a:pt x="16162" y="5405"/>
                  </a:lnTo>
                  <a:lnTo>
                    <a:pt x="13007" y="10075"/>
                  </a:lnTo>
                  <a:lnTo>
                    <a:pt x="1707" y="548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h3001"/>
            <p:cNvSpPr/>
            <p:nvPr/>
          </p:nvSpPr>
          <p:spPr>
            <a:xfrm>
              <a:off x="1754553" y="2772034"/>
              <a:ext cx="17265" cy="19139"/>
            </a:xfrm>
            <a:custGeom>
              <a:avLst/>
              <a:pathLst>
                <a:path w="17265" h="19139">
                  <a:moveTo>
                    <a:pt x="14071" y="19139"/>
                  </a:moveTo>
                  <a:lnTo>
                    <a:pt x="2581" y="12514"/>
                  </a:lnTo>
                  <a:lnTo>
                    <a:pt x="0" y="0"/>
                  </a:lnTo>
                  <a:lnTo>
                    <a:pt x="6376" y="591"/>
                  </a:lnTo>
                  <a:lnTo>
                    <a:pt x="12482" y="3503"/>
                  </a:lnTo>
                  <a:lnTo>
                    <a:pt x="14175" y="5089"/>
                  </a:lnTo>
                  <a:lnTo>
                    <a:pt x="17265" y="12704"/>
                  </a:lnTo>
                  <a:lnTo>
                    <a:pt x="16412" y="1655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h3002"/>
            <p:cNvSpPr/>
            <p:nvPr/>
          </p:nvSpPr>
          <p:spPr>
            <a:xfrm>
              <a:off x="1750628" y="2761298"/>
              <a:ext cx="3586" cy="6040"/>
            </a:xfrm>
            <a:custGeom>
              <a:avLst/>
              <a:pathLst>
                <a:path w="3586" h="6040">
                  <a:moveTo>
                    <a:pt x="0" y="3141"/>
                  </a:moveTo>
                  <a:lnTo>
                    <a:pt x="1842" y="0"/>
                  </a:lnTo>
                  <a:lnTo>
                    <a:pt x="3586" y="4696"/>
                  </a:lnTo>
                  <a:lnTo>
                    <a:pt x="1185" y="604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h3003"/>
            <p:cNvSpPr/>
            <p:nvPr/>
          </p:nvSpPr>
          <p:spPr>
            <a:xfrm>
              <a:off x="1791046" y="2578438"/>
              <a:ext cx="137" cy="123"/>
            </a:xfrm>
            <a:custGeom>
              <a:avLst/>
              <a:pathLst>
                <a:path w="137" h="123">
                  <a:moveTo>
                    <a:pt x="137" y="0"/>
                  </a:moveTo>
                  <a:lnTo>
                    <a:pt x="0" y="12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h3004"/>
            <p:cNvSpPr/>
            <p:nvPr/>
          </p:nvSpPr>
          <p:spPr>
            <a:xfrm>
              <a:off x="1786624" y="2577701"/>
              <a:ext cx="182" cy="65"/>
            </a:xfrm>
            <a:custGeom>
              <a:avLst/>
              <a:pathLst>
                <a:path w="182" h="65">
                  <a:moveTo>
                    <a:pt x="0" y="65"/>
                  </a:moveTo>
                  <a:lnTo>
                    <a:pt x="182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h3005"/>
            <p:cNvSpPr/>
            <p:nvPr/>
          </p:nvSpPr>
          <p:spPr>
            <a:xfrm>
              <a:off x="1783564" y="2571928"/>
              <a:ext cx="466" cy="693"/>
            </a:xfrm>
            <a:custGeom>
              <a:avLst/>
              <a:pathLst>
                <a:path w="466" h="693">
                  <a:moveTo>
                    <a:pt x="222" y="598"/>
                  </a:moveTo>
                  <a:lnTo>
                    <a:pt x="0" y="693"/>
                  </a:lnTo>
                  <a:lnTo>
                    <a:pt x="466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h3006"/>
            <p:cNvSpPr/>
            <p:nvPr/>
          </p:nvSpPr>
          <p:spPr>
            <a:xfrm>
              <a:off x="1783119" y="2570700"/>
              <a:ext cx="853" cy="1217"/>
            </a:xfrm>
            <a:custGeom>
              <a:avLst/>
              <a:pathLst>
                <a:path w="853" h="1217">
                  <a:moveTo>
                    <a:pt x="0" y="364"/>
                  </a:moveTo>
                  <a:lnTo>
                    <a:pt x="814" y="0"/>
                  </a:lnTo>
                  <a:lnTo>
                    <a:pt x="853" y="121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h3007"/>
            <p:cNvSpPr/>
            <p:nvPr/>
          </p:nvSpPr>
          <p:spPr>
            <a:xfrm>
              <a:off x="1782194" y="2567865"/>
              <a:ext cx="723" cy="1040"/>
            </a:xfrm>
            <a:custGeom>
              <a:avLst/>
              <a:pathLst>
                <a:path w="723" h="1040">
                  <a:moveTo>
                    <a:pt x="555" y="0"/>
                  </a:moveTo>
                  <a:lnTo>
                    <a:pt x="723" y="906"/>
                  </a:lnTo>
                  <a:lnTo>
                    <a:pt x="0" y="104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h3008"/>
            <p:cNvSpPr/>
            <p:nvPr/>
          </p:nvSpPr>
          <p:spPr>
            <a:xfrm>
              <a:off x="1371897" y="2403632"/>
              <a:ext cx="15241" cy="32153"/>
            </a:xfrm>
            <a:custGeom>
              <a:avLst/>
              <a:pathLst>
                <a:path w="15241" h="32153">
                  <a:moveTo>
                    <a:pt x="804" y="0"/>
                  </a:moveTo>
                  <a:lnTo>
                    <a:pt x="5674" y="8546"/>
                  </a:lnTo>
                  <a:lnTo>
                    <a:pt x="10733" y="20052"/>
                  </a:lnTo>
                  <a:lnTo>
                    <a:pt x="13301" y="23135"/>
                  </a:lnTo>
                  <a:lnTo>
                    <a:pt x="15241" y="30179"/>
                  </a:lnTo>
                  <a:lnTo>
                    <a:pt x="14884" y="32153"/>
                  </a:lnTo>
                  <a:lnTo>
                    <a:pt x="8536" y="30334"/>
                  </a:lnTo>
                  <a:lnTo>
                    <a:pt x="4362" y="25002"/>
                  </a:lnTo>
                  <a:lnTo>
                    <a:pt x="1390" y="14907"/>
                  </a:lnTo>
                  <a:lnTo>
                    <a:pt x="0" y="589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h3009"/>
            <p:cNvSpPr/>
            <p:nvPr/>
          </p:nvSpPr>
          <p:spPr>
            <a:xfrm>
              <a:off x="1323233" y="2412230"/>
              <a:ext cx="527" cy="403"/>
            </a:xfrm>
            <a:custGeom>
              <a:avLst/>
              <a:pathLst>
                <a:path w="527" h="403">
                  <a:moveTo>
                    <a:pt x="353" y="0"/>
                  </a:moveTo>
                  <a:lnTo>
                    <a:pt x="527" y="110"/>
                  </a:lnTo>
                  <a:lnTo>
                    <a:pt x="0" y="40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h3010"/>
            <p:cNvSpPr/>
            <p:nvPr/>
          </p:nvSpPr>
          <p:spPr>
            <a:xfrm>
              <a:off x="1319345" y="2389941"/>
              <a:ext cx="151" cy="36"/>
            </a:xfrm>
            <a:custGeom>
              <a:avLst/>
              <a:pathLst>
                <a:path w="151" h="36">
                  <a:moveTo>
                    <a:pt x="0" y="0"/>
                  </a:moveTo>
                  <a:lnTo>
                    <a:pt x="151" y="3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h3011"/>
            <p:cNvSpPr/>
            <p:nvPr/>
          </p:nvSpPr>
          <p:spPr>
            <a:xfrm>
              <a:off x="1318073" y="2380435"/>
              <a:ext cx="12854" cy="17064"/>
            </a:xfrm>
            <a:custGeom>
              <a:avLst/>
              <a:pathLst>
                <a:path w="12854" h="17064">
                  <a:moveTo>
                    <a:pt x="4122" y="10217"/>
                  </a:moveTo>
                  <a:lnTo>
                    <a:pt x="0" y="1372"/>
                  </a:lnTo>
                  <a:lnTo>
                    <a:pt x="5523" y="0"/>
                  </a:lnTo>
                  <a:lnTo>
                    <a:pt x="7658" y="1164"/>
                  </a:lnTo>
                  <a:lnTo>
                    <a:pt x="12854" y="8115"/>
                  </a:lnTo>
                  <a:lnTo>
                    <a:pt x="10019" y="13819"/>
                  </a:lnTo>
                  <a:lnTo>
                    <a:pt x="7960" y="16315"/>
                  </a:lnTo>
                  <a:lnTo>
                    <a:pt x="5246" y="17064"/>
                  </a:lnTo>
                  <a:lnTo>
                    <a:pt x="3774" y="1228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h3012"/>
            <p:cNvSpPr/>
            <p:nvPr/>
          </p:nvSpPr>
          <p:spPr>
            <a:xfrm>
              <a:off x="1318975" y="2388750"/>
              <a:ext cx="776" cy="73"/>
            </a:xfrm>
            <a:custGeom>
              <a:avLst/>
              <a:pathLst>
                <a:path w="776" h="73">
                  <a:moveTo>
                    <a:pt x="776" y="0"/>
                  </a:moveTo>
                  <a:lnTo>
                    <a:pt x="0" y="7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h3013"/>
            <p:cNvSpPr/>
            <p:nvPr/>
          </p:nvSpPr>
          <p:spPr>
            <a:xfrm>
              <a:off x="1316696" y="2386023"/>
              <a:ext cx="1171" cy="774"/>
            </a:xfrm>
            <a:custGeom>
              <a:avLst/>
              <a:pathLst>
                <a:path w="1171" h="774">
                  <a:moveTo>
                    <a:pt x="813" y="588"/>
                  </a:moveTo>
                  <a:lnTo>
                    <a:pt x="0" y="774"/>
                  </a:lnTo>
                  <a:lnTo>
                    <a:pt x="117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h3014"/>
            <p:cNvSpPr/>
            <p:nvPr/>
          </p:nvSpPr>
          <p:spPr>
            <a:xfrm>
              <a:off x="1316503" y="2372489"/>
              <a:ext cx="6403" cy="7943"/>
            </a:xfrm>
            <a:custGeom>
              <a:avLst/>
              <a:pathLst>
                <a:path w="6403" h="7943">
                  <a:moveTo>
                    <a:pt x="3103" y="0"/>
                  </a:moveTo>
                  <a:lnTo>
                    <a:pt x="6403" y="4945"/>
                  </a:lnTo>
                  <a:lnTo>
                    <a:pt x="5432" y="7943"/>
                  </a:lnTo>
                  <a:lnTo>
                    <a:pt x="1751" y="6991"/>
                  </a:lnTo>
                  <a:lnTo>
                    <a:pt x="2737" y="6172"/>
                  </a:lnTo>
                  <a:lnTo>
                    <a:pt x="2759" y="3514"/>
                  </a:lnTo>
                  <a:lnTo>
                    <a:pt x="0" y="3145"/>
                  </a:lnTo>
                  <a:lnTo>
                    <a:pt x="1792" y="53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h3015"/>
            <p:cNvSpPr/>
            <p:nvPr/>
          </p:nvSpPr>
          <p:spPr>
            <a:xfrm>
              <a:off x="1318088" y="2371259"/>
              <a:ext cx="589" cy="148"/>
            </a:xfrm>
            <a:custGeom>
              <a:avLst/>
              <a:pathLst>
                <a:path w="589" h="148">
                  <a:moveTo>
                    <a:pt x="0" y="148"/>
                  </a:moveTo>
                  <a:lnTo>
                    <a:pt x="169" y="0"/>
                  </a:lnTo>
                  <a:lnTo>
                    <a:pt x="589" y="5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h3016"/>
            <p:cNvSpPr/>
            <p:nvPr/>
          </p:nvSpPr>
          <p:spPr>
            <a:xfrm>
              <a:off x="1298070" y="2338087"/>
              <a:ext cx="2560" cy="3498"/>
            </a:xfrm>
            <a:custGeom>
              <a:avLst/>
              <a:pathLst>
                <a:path w="2560" h="3498">
                  <a:moveTo>
                    <a:pt x="2560" y="490"/>
                  </a:moveTo>
                  <a:lnTo>
                    <a:pt x="2201" y="3498"/>
                  </a:lnTo>
                  <a:lnTo>
                    <a:pt x="0" y="1895"/>
                  </a:lnTo>
                  <a:lnTo>
                    <a:pt x="752" y="687"/>
                  </a:lnTo>
                  <a:lnTo>
                    <a:pt x="210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h3017"/>
            <p:cNvSpPr/>
            <p:nvPr/>
          </p:nvSpPr>
          <p:spPr>
            <a:xfrm>
              <a:off x="1299062" y="233672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h3018"/>
            <p:cNvSpPr/>
            <p:nvPr/>
          </p:nvSpPr>
          <p:spPr>
            <a:xfrm>
              <a:off x="1296414" y="2333458"/>
              <a:ext cx="48" cy="362"/>
            </a:xfrm>
            <a:custGeom>
              <a:avLst/>
              <a:pathLst>
                <a:path w="48" h="362">
                  <a:moveTo>
                    <a:pt x="0" y="362"/>
                  </a:moveTo>
                  <a:lnTo>
                    <a:pt x="48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h3019"/>
            <p:cNvSpPr/>
            <p:nvPr/>
          </p:nvSpPr>
          <p:spPr>
            <a:xfrm>
              <a:off x="1284325" y="2302917"/>
              <a:ext cx="21444" cy="31943"/>
            </a:xfrm>
            <a:custGeom>
              <a:avLst/>
              <a:pathLst>
                <a:path w="21444" h="31943">
                  <a:moveTo>
                    <a:pt x="0" y="6710"/>
                  </a:moveTo>
                  <a:lnTo>
                    <a:pt x="1636" y="0"/>
                  </a:lnTo>
                  <a:lnTo>
                    <a:pt x="3038" y="1646"/>
                  </a:lnTo>
                  <a:lnTo>
                    <a:pt x="3495" y="4447"/>
                  </a:lnTo>
                  <a:lnTo>
                    <a:pt x="5708" y="7141"/>
                  </a:lnTo>
                  <a:lnTo>
                    <a:pt x="14948" y="10354"/>
                  </a:lnTo>
                  <a:lnTo>
                    <a:pt x="17478" y="16282"/>
                  </a:lnTo>
                  <a:lnTo>
                    <a:pt x="16710" y="20714"/>
                  </a:lnTo>
                  <a:lnTo>
                    <a:pt x="19121" y="26875"/>
                  </a:lnTo>
                  <a:lnTo>
                    <a:pt x="21444" y="30348"/>
                  </a:lnTo>
                  <a:lnTo>
                    <a:pt x="20802" y="31065"/>
                  </a:lnTo>
                  <a:lnTo>
                    <a:pt x="14588" y="31943"/>
                  </a:lnTo>
                  <a:lnTo>
                    <a:pt x="15883" y="29525"/>
                  </a:lnTo>
                  <a:lnTo>
                    <a:pt x="8617" y="24015"/>
                  </a:lnTo>
                  <a:lnTo>
                    <a:pt x="6214" y="19328"/>
                  </a:lnTo>
                  <a:lnTo>
                    <a:pt x="4345" y="11698"/>
                  </a:lnTo>
                  <a:lnTo>
                    <a:pt x="237" y="955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h3020"/>
            <p:cNvSpPr/>
            <p:nvPr/>
          </p:nvSpPr>
          <p:spPr>
            <a:xfrm>
              <a:off x="1563674" y="2309276"/>
              <a:ext cx="2931" cy="2554"/>
            </a:xfrm>
            <a:custGeom>
              <a:avLst/>
              <a:pathLst>
                <a:path w="2931" h="2554">
                  <a:moveTo>
                    <a:pt x="229" y="137"/>
                  </a:moveTo>
                  <a:lnTo>
                    <a:pt x="1910" y="0"/>
                  </a:lnTo>
                  <a:lnTo>
                    <a:pt x="2931" y="933"/>
                  </a:lnTo>
                  <a:lnTo>
                    <a:pt x="1115" y="2554"/>
                  </a:lnTo>
                  <a:lnTo>
                    <a:pt x="0" y="99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h3021"/>
            <p:cNvSpPr/>
            <p:nvPr/>
          </p:nvSpPr>
          <p:spPr>
            <a:xfrm>
              <a:off x="1562861" y="2307476"/>
              <a:ext cx="1291" cy="3668"/>
            </a:xfrm>
            <a:custGeom>
              <a:avLst/>
              <a:pathLst>
                <a:path w="1291" h="3668">
                  <a:moveTo>
                    <a:pt x="1291" y="3668"/>
                  </a:moveTo>
                  <a:lnTo>
                    <a:pt x="311" y="2821"/>
                  </a:lnTo>
                  <a:lnTo>
                    <a:pt x="0" y="778"/>
                  </a:lnTo>
                  <a:lnTo>
                    <a:pt x="665" y="0"/>
                  </a:lnTo>
                  <a:lnTo>
                    <a:pt x="839" y="1604"/>
                  </a:lnTo>
                  <a:lnTo>
                    <a:pt x="632" y="260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h3022"/>
            <p:cNvSpPr/>
            <p:nvPr/>
          </p:nvSpPr>
          <p:spPr>
            <a:xfrm>
              <a:off x="1563678" y="2307219"/>
              <a:ext cx="517" cy="2078"/>
            </a:xfrm>
            <a:custGeom>
              <a:avLst/>
              <a:pathLst>
                <a:path w="517" h="2078">
                  <a:moveTo>
                    <a:pt x="0" y="0"/>
                  </a:moveTo>
                  <a:lnTo>
                    <a:pt x="517" y="1356"/>
                  </a:lnTo>
                  <a:lnTo>
                    <a:pt x="343" y="207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h3023"/>
            <p:cNvSpPr/>
            <p:nvPr/>
          </p:nvSpPr>
          <p:spPr>
            <a:xfrm>
              <a:off x="1309283" y="2303014"/>
              <a:ext cx="220" cy="450"/>
            </a:xfrm>
            <a:custGeom>
              <a:avLst/>
              <a:pathLst>
                <a:path w="220" h="450">
                  <a:moveTo>
                    <a:pt x="220" y="359"/>
                  </a:moveTo>
                  <a:lnTo>
                    <a:pt x="0" y="450"/>
                  </a:lnTo>
                  <a:lnTo>
                    <a:pt x="83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h3024"/>
            <p:cNvSpPr/>
            <p:nvPr/>
          </p:nvSpPr>
          <p:spPr>
            <a:xfrm>
              <a:off x="1286925" y="2289833"/>
              <a:ext cx="1220" cy="1449"/>
            </a:xfrm>
            <a:custGeom>
              <a:avLst/>
              <a:pathLst>
                <a:path w="1220" h="1449">
                  <a:moveTo>
                    <a:pt x="1220" y="322"/>
                  </a:moveTo>
                  <a:lnTo>
                    <a:pt x="0" y="1449"/>
                  </a:lnTo>
                  <a:lnTo>
                    <a:pt x="94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h3025"/>
            <p:cNvSpPr/>
            <p:nvPr/>
          </p:nvSpPr>
          <p:spPr>
            <a:xfrm>
              <a:off x="1283943" y="2276027"/>
              <a:ext cx="5749" cy="6429"/>
            </a:xfrm>
            <a:custGeom>
              <a:avLst/>
              <a:pathLst>
                <a:path w="5749" h="6429">
                  <a:moveTo>
                    <a:pt x="5749" y="0"/>
                  </a:moveTo>
                  <a:lnTo>
                    <a:pt x="5406" y="762"/>
                  </a:lnTo>
                  <a:lnTo>
                    <a:pt x="2831" y="5618"/>
                  </a:lnTo>
                  <a:lnTo>
                    <a:pt x="1731" y="6429"/>
                  </a:lnTo>
                  <a:lnTo>
                    <a:pt x="486" y="6211"/>
                  </a:lnTo>
                  <a:lnTo>
                    <a:pt x="0" y="3482"/>
                  </a:lnTo>
                  <a:lnTo>
                    <a:pt x="564" y="2257"/>
                  </a:lnTo>
                  <a:lnTo>
                    <a:pt x="2494" y="73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h3026"/>
            <p:cNvSpPr/>
            <p:nvPr/>
          </p:nvSpPr>
          <p:spPr>
            <a:xfrm>
              <a:off x="1278691" y="2222989"/>
              <a:ext cx="5483" cy="15265"/>
            </a:xfrm>
            <a:custGeom>
              <a:avLst/>
              <a:pathLst>
                <a:path w="5483" h="15265">
                  <a:moveTo>
                    <a:pt x="1828" y="13807"/>
                  </a:moveTo>
                  <a:lnTo>
                    <a:pt x="0" y="8411"/>
                  </a:lnTo>
                  <a:lnTo>
                    <a:pt x="838" y="3909"/>
                  </a:lnTo>
                  <a:lnTo>
                    <a:pt x="3247" y="158"/>
                  </a:lnTo>
                  <a:lnTo>
                    <a:pt x="4266" y="0"/>
                  </a:lnTo>
                  <a:lnTo>
                    <a:pt x="5483" y="14671"/>
                  </a:lnTo>
                  <a:lnTo>
                    <a:pt x="4842" y="1526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h3027"/>
            <p:cNvSpPr/>
            <p:nvPr/>
          </p:nvSpPr>
          <p:spPr>
            <a:xfrm>
              <a:off x="1315590" y="2001065"/>
              <a:ext cx="8338" cy="17251"/>
            </a:xfrm>
            <a:custGeom>
              <a:avLst/>
              <a:pathLst>
                <a:path w="8338" h="17251">
                  <a:moveTo>
                    <a:pt x="2226" y="12485"/>
                  </a:moveTo>
                  <a:lnTo>
                    <a:pt x="3799" y="13937"/>
                  </a:lnTo>
                  <a:lnTo>
                    <a:pt x="8338" y="15378"/>
                  </a:lnTo>
                  <a:lnTo>
                    <a:pt x="7952" y="17251"/>
                  </a:lnTo>
                  <a:lnTo>
                    <a:pt x="2400" y="14906"/>
                  </a:lnTo>
                  <a:lnTo>
                    <a:pt x="291" y="12790"/>
                  </a:lnTo>
                  <a:lnTo>
                    <a:pt x="0" y="9071"/>
                  </a:lnTo>
                  <a:lnTo>
                    <a:pt x="1831" y="0"/>
                  </a:lnTo>
                  <a:lnTo>
                    <a:pt x="2452" y="202"/>
                  </a:lnTo>
                  <a:lnTo>
                    <a:pt x="2193" y="1157"/>
                  </a:lnTo>
                  <a:lnTo>
                    <a:pt x="535" y="712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h3028"/>
            <p:cNvSpPr/>
            <p:nvPr/>
          </p:nvSpPr>
          <p:spPr>
            <a:xfrm>
              <a:off x="1289804" y="1938312"/>
              <a:ext cx="467" cy="584"/>
            </a:xfrm>
            <a:custGeom>
              <a:avLst/>
              <a:pathLst>
                <a:path w="467" h="584">
                  <a:moveTo>
                    <a:pt x="0" y="584"/>
                  </a:moveTo>
                  <a:lnTo>
                    <a:pt x="446" y="0"/>
                  </a:lnTo>
                  <a:lnTo>
                    <a:pt x="467" y="26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h3029"/>
            <p:cNvSpPr/>
            <p:nvPr/>
          </p:nvSpPr>
          <p:spPr>
            <a:xfrm>
              <a:off x="1291615" y="1935875"/>
              <a:ext cx="1889" cy="1702"/>
            </a:xfrm>
            <a:custGeom>
              <a:avLst/>
              <a:pathLst>
                <a:path w="1889" h="1702">
                  <a:moveTo>
                    <a:pt x="149" y="1702"/>
                  </a:moveTo>
                  <a:lnTo>
                    <a:pt x="0" y="1152"/>
                  </a:lnTo>
                  <a:lnTo>
                    <a:pt x="188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h3030"/>
            <p:cNvSpPr/>
            <p:nvPr/>
          </p:nvSpPr>
          <p:spPr>
            <a:xfrm>
              <a:off x="1288667" y="1934097"/>
              <a:ext cx="599" cy="722"/>
            </a:xfrm>
            <a:custGeom>
              <a:avLst/>
              <a:pathLst>
                <a:path w="599" h="722">
                  <a:moveTo>
                    <a:pt x="599" y="0"/>
                  </a:moveTo>
                  <a:lnTo>
                    <a:pt x="0" y="722"/>
                  </a:lnTo>
                  <a:lnTo>
                    <a:pt x="63" y="9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h3031"/>
            <p:cNvSpPr/>
            <p:nvPr/>
          </p:nvSpPr>
          <p:spPr>
            <a:xfrm>
              <a:off x="1287888" y="1934218"/>
              <a:ext cx="305" cy="388"/>
            </a:xfrm>
            <a:custGeom>
              <a:avLst/>
              <a:pathLst>
                <a:path w="305" h="388">
                  <a:moveTo>
                    <a:pt x="0" y="129"/>
                  </a:moveTo>
                  <a:lnTo>
                    <a:pt x="305" y="0"/>
                  </a:lnTo>
                  <a:lnTo>
                    <a:pt x="154" y="38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h3032"/>
            <p:cNvSpPr/>
            <p:nvPr/>
          </p:nvSpPr>
          <p:spPr>
            <a:xfrm>
              <a:off x="2013573" y="3117993"/>
              <a:ext cx="346" cy="474"/>
            </a:xfrm>
            <a:custGeom>
              <a:avLst/>
              <a:pathLst>
                <a:path w="346" h="474">
                  <a:moveTo>
                    <a:pt x="179" y="474"/>
                  </a:moveTo>
                  <a:lnTo>
                    <a:pt x="0" y="161"/>
                  </a:lnTo>
                  <a:lnTo>
                    <a:pt x="346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h3033"/>
            <p:cNvSpPr/>
            <p:nvPr/>
          </p:nvSpPr>
          <p:spPr>
            <a:xfrm>
              <a:off x="1972934" y="3100936"/>
              <a:ext cx="331" cy="1063"/>
            </a:xfrm>
            <a:custGeom>
              <a:avLst/>
              <a:pathLst>
                <a:path w="331" h="1063">
                  <a:moveTo>
                    <a:pt x="331" y="0"/>
                  </a:moveTo>
                  <a:lnTo>
                    <a:pt x="73" y="1063"/>
                  </a:lnTo>
                  <a:lnTo>
                    <a:pt x="0" y="38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h3034"/>
            <p:cNvSpPr/>
            <p:nvPr/>
          </p:nvSpPr>
          <p:spPr>
            <a:xfrm>
              <a:off x="1973390" y="3100251"/>
              <a:ext cx="128" cy="439"/>
            </a:xfrm>
            <a:custGeom>
              <a:avLst/>
              <a:pathLst>
                <a:path w="128" h="439">
                  <a:moveTo>
                    <a:pt x="0" y="0"/>
                  </a:moveTo>
                  <a:lnTo>
                    <a:pt x="128" y="167"/>
                  </a:lnTo>
                  <a:lnTo>
                    <a:pt x="13" y="43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h3035"/>
            <p:cNvSpPr/>
            <p:nvPr/>
          </p:nvSpPr>
          <p:spPr>
            <a:xfrm>
              <a:off x="1965722" y="309498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h3036"/>
            <p:cNvSpPr/>
            <p:nvPr/>
          </p:nvSpPr>
          <p:spPr>
            <a:xfrm>
              <a:off x="1955263" y="3090191"/>
              <a:ext cx="128" cy="273"/>
            </a:xfrm>
            <a:custGeom>
              <a:avLst/>
              <a:pathLst>
                <a:path w="128" h="273">
                  <a:moveTo>
                    <a:pt x="128" y="138"/>
                  </a:moveTo>
                  <a:lnTo>
                    <a:pt x="79" y="27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h3037"/>
            <p:cNvSpPr/>
            <p:nvPr/>
          </p:nvSpPr>
          <p:spPr>
            <a:xfrm>
              <a:off x="1955769" y="308991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h3038"/>
            <p:cNvSpPr/>
            <p:nvPr/>
          </p:nvSpPr>
          <p:spPr>
            <a:xfrm>
              <a:off x="1956415" y="308941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h3039"/>
            <p:cNvSpPr/>
            <p:nvPr/>
          </p:nvSpPr>
          <p:spPr>
            <a:xfrm>
              <a:off x="1946093" y="3079134"/>
              <a:ext cx="237" cy="256"/>
            </a:xfrm>
            <a:custGeom>
              <a:avLst/>
              <a:pathLst>
                <a:path w="237" h="256">
                  <a:moveTo>
                    <a:pt x="237" y="256"/>
                  </a:moveTo>
                  <a:lnTo>
                    <a:pt x="0" y="244"/>
                  </a:lnTo>
                  <a:lnTo>
                    <a:pt x="9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h3040"/>
            <p:cNvSpPr/>
            <p:nvPr/>
          </p:nvSpPr>
          <p:spPr>
            <a:xfrm>
              <a:off x="1946268" y="30727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h3041"/>
            <p:cNvSpPr/>
            <p:nvPr/>
          </p:nvSpPr>
          <p:spPr>
            <a:xfrm>
              <a:off x="1942570" y="3067748"/>
              <a:ext cx="342" cy="94"/>
            </a:xfrm>
            <a:custGeom>
              <a:avLst/>
              <a:pathLst>
                <a:path w="342" h="94">
                  <a:moveTo>
                    <a:pt x="0" y="94"/>
                  </a:moveTo>
                  <a:lnTo>
                    <a:pt x="206" y="0"/>
                  </a:lnTo>
                  <a:lnTo>
                    <a:pt x="342" y="4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h3042"/>
            <p:cNvSpPr/>
            <p:nvPr/>
          </p:nvSpPr>
          <p:spPr>
            <a:xfrm>
              <a:off x="1942304" y="3067476"/>
              <a:ext cx="567" cy="176"/>
            </a:xfrm>
            <a:custGeom>
              <a:avLst/>
              <a:pathLst>
                <a:path w="567" h="176">
                  <a:moveTo>
                    <a:pt x="567" y="176"/>
                  </a:moveTo>
                  <a:lnTo>
                    <a:pt x="0" y="173"/>
                  </a:lnTo>
                  <a:lnTo>
                    <a:pt x="226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h3043"/>
            <p:cNvSpPr/>
            <p:nvPr/>
          </p:nvSpPr>
          <p:spPr>
            <a:xfrm>
              <a:off x="1940293" y="306274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h3044"/>
            <p:cNvSpPr/>
            <p:nvPr/>
          </p:nvSpPr>
          <p:spPr>
            <a:xfrm>
              <a:off x="1940204" y="3061701"/>
              <a:ext cx="82" cy="219"/>
            </a:xfrm>
            <a:custGeom>
              <a:avLst/>
              <a:pathLst>
                <a:path w="82" h="219">
                  <a:moveTo>
                    <a:pt x="0" y="0"/>
                  </a:moveTo>
                  <a:lnTo>
                    <a:pt x="82" y="21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h3045"/>
            <p:cNvSpPr/>
            <p:nvPr/>
          </p:nvSpPr>
          <p:spPr>
            <a:xfrm>
              <a:off x="1939025" y="3061197"/>
              <a:ext cx="598" cy="420"/>
            </a:xfrm>
            <a:custGeom>
              <a:avLst/>
              <a:pathLst>
                <a:path w="598" h="420">
                  <a:moveTo>
                    <a:pt x="598" y="420"/>
                  </a:moveTo>
                  <a:lnTo>
                    <a:pt x="0" y="55"/>
                  </a:lnTo>
                  <a:lnTo>
                    <a:pt x="328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h3046"/>
            <p:cNvSpPr/>
            <p:nvPr/>
          </p:nvSpPr>
          <p:spPr>
            <a:xfrm>
              <a:off x="1939385" y="30607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h3047"/>
            <p:cNvSpPr/>
            <p:nvPr/>
          </p:nvSpPr>
          <p:spPr>
            <a:xfrm>
              <a:off x="1939833" y="3060324"/>
              <a:ext cx="206" cy="208"/>
            </a:xfrm>
            <a:custGeom>
              <a:avLst/>
              <a:pathLst>
                <a:path w="206" h="208">
                  <a:moveTo>
                    <a:pt x="206" y="208"/>
                  </a:moveTo>
                  <a:lnTo>
                    <a:pt x="0" y="176"/>
                  </a:lnTo>
                  <a:lnTo>
                    <a:pt x="153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h3048"/>
            <p:cNvSpPr/>
            <p:nvPr/>
          </p:nvSpPr>
          <p:spPr>
            <a:xfrm>
              <a:off x="1939829" y="3059943"/>
              <a:ext cx="300" cy="237"/>
            </a:xfrm>
            <a:custGeom>
              <a:avLst/>
              <a:pathLst>
                <a:path w="300" h="237">
                  <a:moveTo>
                    <a:pt x="0" y="211"/>
                  </a:moveTo>
                  <a:lnTo>
                    <a:pt x="112" y="0"/>
                  </a:lnTo>
                  <a:lnTo>
                    <a:pt x="300" y="23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h3049"/>
            <p:cNvSpPr/>
            <p:nvPr/>
          </p:nvSpPr>
          <p:spPr>
            <a:xfrm>
              <a:off x="1939433" y="3059898"/>
              <a:ext cx="90" cy="145"/>
            </a:xfrm>
            <a:custGeom>
              <a:avLst/>
              <a:pathLst>
                <a:path w="90" h="145">
                  <a:moveTo>
                    <a:pt x="90" y="0"/>
                  </a:moveTo>
                  <a:lnTo>
                    <a:pt x="0" y="14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h3050"/>
            <p:cNvSpPr/>
            <p:nvPr/>
          </p:nvSpPr>
          <p:spPr>
            <a:xfrm>
              <a:off x="1939157" y="3059360"/>
              <a:ext cx="232" cy="332"/>
            </a:xfrm>
            <a:custGeom>
              <a:avLst/>
              <a:pathLst>
                <a:path w="232" h="332">
                  <a:moveTo>
                    <a:pt x="232" y="332"/>
                  </a:moveTo>
                  <a:lnTo>
                    <a:pt x="0" y="215"/>
                  </a:lnTo>
                  <a:lnTo>
                    <a:pt x="14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h3051"/>
            <p:cNvSpPr/>
            <p:nvPr/>
          </p:nvSpPr>
          <p:spPr>
            <a:xfrm>
              <a:off x="1936914" y="3057971"/>
              <a:ext cx="650" cy="815"/>
            </a:xfrm>
            <a:custGeom>
              <a:avLst/>
              <a:pathLst>
                <a:path w="650" h="815">
                  <a:moveTo>
                    <a:pt x="0" y="683"/>
                  </a:moveTo>
                  <a:lnTo>
                    <a:pt x="614" y="0"/>
                  </a:lnTo>
                  <a:lnTo>
                    <a:pt x="650" y="81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h3052"/>
            <p:cNvSpPr/>
            <p:nvPr/>
          </p:nvSpPr>
          <p:spPr>
            <a:xfrm>
              <a:off x="1936584" y="3058275"/>
              <a:ext cx="353" cy="126"/>
            </a:xfrm>
            <a:custGeom>
              <a:avLst/>
              <a:pathLst>
                <a:path w="353" h="126">
                  <a:moveTo>
                    <a:pt x="0" y="126"/>
                  </a:moveTo>
                  <a:lnTo>
                    <a:pt x="353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h3053"/>
            <p:cNvSpPr/>
            <p:nvPr/>
          </p:nvSpPr>
          <p:spPr>
            <a:xfrm>
              <a:off x="1937645" y="3057221"/>
              <a:ext cx="157" cy="53"/>
            </a:xfrm>
            <a:custGeom>
              <a:avLst/>
              <a:pathLst>
                <a:path w="157" h="53">
                  <a:moveTo>
                    <a:pt x="0" y="0"/>
                  </a:moveTo>
                  <a:lnTo>
                    <a:pt x="157" y="5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h3054"/>
            <p:cNvSpPr/>
            <p:nvPr/>
          </p:nvSpPr>
          <p:spPr>
            <a:xfrm>
              <a:off x="1936461" y="3056526"/>
              <a:ext cx="844" cy="866"/>
            </a:xfrm>
            <a:custGeom>
              <a:avLst/>
              <a:pathLst>
                <a:path w="844" h="866">
                  <a:moveTo>
                    <a:pt x="465" y="16"/>
                  </a:moveTo>
                  <a:lnTo>
                    <a:pt x="844" y="0"/>
                  </a:lnTo>
                  <a:lnTo>
                    <a:pt x="0" y="86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h3055"/>
            <p:cNvSpPr/>
            <p:nvPr/>
          </p:nvSpPr>
          <p:spPr>
            <a:xfrm>
              <a:off x="1934358" y="3054895"/>
              <a:ext cx="253" cy="3"/>
            </a:xfrm>
            <a:custGeom>
              <a:avLst/>
              <a:pathLst>
                <a:path w="253" h="3">
                  <a:moveTo>
                    <a:pt x="253" y="3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h3056"/>
            <p:cNvSpPr/>
            <p:nvPr/>
          </p:nvSpPr>
          <p:spPr>
            <a:xfrm>
              <a:off x="1934058" y="3054713"/>
              <a:ext cx="264" cy="162"/>
            </a:xfrm>
            <a:custGeom>
              <a:avLst/>
              <a:pathLst>
                <a:path w="264" h="162">
                  <a:moveTo>
                    <a:pt x="0" y="81"/>
                  </a:moveTo>
                  <a:lnTo>
                    <a:pt x="264" y="0"/>
                  </a:lnTo>
                  <a:lnTo>
                    <a:pt x="139" y="16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h3057"/>
            <p:cNvSpPr/>
            <p:nvPr/>
          </p:nvSpPr>
          <p:spPr>
            <a:xfrm>
              <a:off x="1932868" y="30541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h3058"/>
            <p:cNvSpPr/>
            <p:nvPr/>
          </p:nvSpPr>
          <p:spPr>
            <a:xfrm>
              <a:off x="1932926" y="305396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h3059"/>
            <p:cNvSpPr/>
            <p:nvPr/>
          </p:nvSpPr>
          <p:spPr>
            <a:xfrm>
              <a:off x="1917524" y="2927038"/>
              <a:ext cx="254" cy="140"/>
            </a:xfrm>
            <a:custGeom>
              <a:avLst/>
              <a:pathLst>
                <a:path w="254" h="140">
                  <a:moveTo>
                    <a:pt x="173" y="140"/>
                  </a:moveTo>
                  <a:lnTo>
                    <a:pt x="0" y="35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h3060"/>
            <p:cNvSpPr/>
            <p:nvPr/>
          </p:nvSpPr>
          <p:spPr>
            <a:xfrm>
              <a:off x="1921411" y="2860991"/>
              <a:ext cx="346" cy="471"/>
            </a:xfrm>
            <a:custGeom>
              <a:avLst/>
              <a:pathLst>
                <a:path w="346" h="471">
                  <a:moveTo>
                    <a:pt x="346" y="97"/>
                  </a:moveTo>
                  <a:lnTo>
                    <a:pt x="278" y="47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h3061"/>
            <p:cNvSpPr/>
            <p:nvPr/>
          </p:nvSpPr>
          <p:spPr>
            <a:xfrm>
              <a:off x="1848575" y="2753773"/>
              <a:ext cx="1108" cy="1553"/>
            </a:xfrm>
            <a:custGeom>
              <a:avLst/>
              <a:pathLst>
                <a:path w="1108" h="1553">
                  <a:moveTo>
                    <a:pt x="0" y="0"/>
                  </a:moveTo>
                  <a:lnTo>
                    <a:pt x="959" y="522"/>
                  </a:lnTo>
                  <a:lnTo>
                    <a:pt x="1108" y="1553"/>
                  </a:lnTo>
                  <a:lnTo>
                    <a:pt x="224" y="141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h3062"/>
            <p:cNvSpPr/>
            <p:nvPr/>
          </p:nvSpPr>
          <p:spPr>
            <a:xfrm>
              <a:off x="2367078" y="3307937"/>
              <a:ext cx="955" cy="808"/>
            </a:xfrm>
            <a:custGeom>
              <a:avLst/>
              <a:pathLst>
                <a:path w="955" h="808">
                  <a:moveTo>
                    <a:pt x="105" y="0"/>
                  </a:moveTo>
                  <a:lnTo>
                    <a:pt x="955" y="734"/>
                  </a:lnTo>
                  <a:lnTo>
                    <a:pt x="0" y="80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h3063"/>
            <p:cNvSpPr/>
            <p:nvPr/>
          </p:nvSpPr>
          <p:spPr>
            <a:xfrm>
              <a:off x="2588308" y="3418801"/>
              <a:ext cx="2113" cy="594"/>
            </a:xfrm>
            <a:custGeom>
              <a:avLst/>
              <a:pathLst>
                <a:path w="2113" h="594">
                  <a:moveTo>
                    <a:pt x="2113" y="15"/>
                  </a:moveTo>
                  <a:lnTo>
                    <a:pt x="1657" y="59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h3064"/>
            <p:cNvSpPr/>
            <p:nvPr/>
          </p:nvSpPr>
          <p:spPr>
            <a:xfrm>
              <a:off x="2917472" y="3527867"/>
              <a:ext cx="186" cy="130"/>
            </a:xfrm>
            <a:custGeom>
              <a:avLst/>
              <a:pathLst>
                <a:path w="186" h="130">
                  <a:moveTo>
                    <a:pt x="26" y="130"/>
                  </a:moveTo>
                  <a:lnTo>
                    <a:pt x="0" y="0"/>
                  </a:lnTo>
                  <a:lnTo>
                    <a:pt x="186" y="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h3065"/>
            <p:cNvSpPr/>
            <p:nvPr/>
          </p:nvSpPr>
          <p:spPr>
            <a:xfrm>
              <a:off x="2908970" y="2799921"/>
              <a:ext cx="1058" cy="1071"/>
            </a:xfrm>
            <a:custGeom>
              <a:avLst/>
              <a:pathLst>
                <a:path w="1058" h="1071">
                  <a:moveTo>
                    <a:pt x="1058" y="0"/>
                  </a:moveTo>
                  <a:lnTo>
                    <a:pt x="637" y="1045"/>
                  </a:lnTo>
                  <a:lnTo>
                    <a:pt x="0" y="107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h3066"/>
            <p:cNvSpPr/>
            <p:nvPr/>
          </p:nvSpPr>
          <p:spPr>
            <a:xfrm>
              <a:off x="3062007" y="3555641"/>
              <a:ext cx="344" cy="265"/>
            </a:xfrm>
            <a:custGeom>
              <a:avLst/>
              <a:pathLst>
                <a:path w="344" h="265">
                  <a:moveTo>
                    <a:pt x="0" y="39"/>
                  </a:moveTo>
                  <a:lnTo>
                    <a:pt x="292" y="0"/>
                  </a:lnTo>
                  <a:lnTo>
                    <a:pt x="344" y="26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h3067"/>
            <p:cNvSpPr/>
            <p:nvPr/>
          </p:nvSpPr>
          <p:spPr>
            <a:xfrm>
              <a:off x="3062943" y="3555158"/>
              <a:ext cx="155" cy="19"/>
            </a:xfrm>
            <a:custGeom>
              <a:avLst/>
              <a:pathLst>
                <a:path w="155" h="19">
                  <a:moveTo>
                    <a:pt x="0" y="19"/>
                  </a:moveTo>
                  <a:lnTo>
                    <a:pt x="15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h3068"/>
            <p:cNvSpPr/>
            <p:nvPr/>
          </p:nvSpPr>
          <p:spPr>
            <a:xfrm>
              <a:off x="3070478" y="3550878"/>
              <a:ext cx="385" cy="515"/>
            </a:xfrm>
            <a:custGeom>
              <a:avLst/>
              <a:pathLst>
                <a:path w="385" h="515">
                  <a:moveTo>
                    <a:pt x="157" y="0"/>
                  </a:moveTo>
                  <a:lnTo>
                    <a:pt x="385" y="366"/>
                  </a:lnTo>
                  <a:lnTo>
                    <a:pt x="0" y="51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h3069"/>
            <p:cNvSpPr/>
            <p:nvPr/>
          </p:nvSpPr>
          <p:spPr>
            <a:xfrm>
              <a:off x="3075875" y="3547170"/>
              <a:ext cx="150" cy="48"/>
            </a:xfrm>
            <a:custGeom>
              <a:avLst/>
              <a:pathLst>
                <a:path w="150" h="48">
                  <a:moveTo>
                    <a:pt x="150" y="48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h3070"/>
            <p:cNvSpPr/>
            <p:nvPr/>
          </p:nvSpPr>
          <p:spPr>
            <a:xfrm>
              <a:off x="3080337" y="3544670"/>
              <a:ext cx="174" cy="322"/>
            </a:xfrm>
            <a:custGeom>
              <a:avLst/>
              <a:pathLst>
                <a:path w="174" h="322">
                  <a:moveTo>
                    <a:pt x="0" y="0"/>
                  </a:moveTo>
                  <a:lnTo>
                    <a:pt x="174" y="117"/>
                  </a:lnTo>
                  <a:lnTo>
                    <a:pt x="47" y="32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h3071"/>
            <p:cNvSpPr/>
            <p:nvPr/>
          </p:nvSpPr>
          <p:spPr>
            <a:xfrm>
              <a:off x="3144085" y="3518583"/>
              <a:ext cx="328" cy="178"/>
            </a:xfrm>
            <a:custGeom>
              <a:avLst/>
              <a:pathLst>
                <a:path w="328" h="178">
                  <a:moveTo>
                    <a:pt x="208" y="178"/>
                  </a:moveTo>
                  <a:lnTo>
                    <a:pt x="0" y="33"/>
                  </a:lnTo>
                  <a:lnTo>
                    <a:pt x="328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h3072"/>
            <p:cNvSpPr/>
            <p:nvPr/>
          </p:nvSpPr>
          <p:spPr>
            <a:xfrm>
              <a:off x="3060815" y="3096003"/>
              <a:ext cx="153" cy="459"/>
            </a:xfrm>
            <a:custGeom>
              <a:avLst/>
              <a:pathLst>
                <a:path w="153" h="459">
                  <a:moveTo>
                    <a:pt x="0" y="459"/>
                  </a:moveTo>
                  <a:lnTo>
                    <a:pt x="1" y="0"/>
                  </a:lnTo>
                  <a:lnTo>
                    <a:pt x="153" y="22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h3073"/>
            <p:cNvSpPr/>
            <p:nvPr/>
          </p:nvSpPr>
          <p:spPr>
            <a:xfrm>
              <a:off x="3524520" y="2842435"/>
              <a:ext cx="2549" cy="2106"/>
            </a:xfrm>
            <a:custGeom>
              <a:avLst/>
              <a:pathLst>
                <a:path w="2549" h="2106">
                  <a:moveTo>
                    <a:pt x="815" y="2106"/>
                  </a:moveTo>
                  <a:lnTo>
                    <a:pt x="0" y="1728"/>
                  </a:lnTo>
                  <a:lnTo>
                    <a:pt x="2424" y="0"/>
                  </a:lnTo>
                  <a:lnTo>
                    <a:pt x="2549" y="74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h3074"/>
            <p:cNvSpPr/>
            <p:nvPr/>
          </p:nvSpPr>
          <p:spPr>
            <a:xfrm>
              <a:off x="3527828" y="2839501"/>
              <a:ext cx="1878" cy="2832"/>
            </a:xfrm>
            <a:custGeom>
              <a:avLst/>
              <a:pathLst>
                <a:path w="1878" h="2832">
                  <a:moveTo>
                    <a:pt x="1878" y="0"/>
                  </a:moveTo>
                  <a:lnTo>
                    <a:pt x="1546" y="1283"/>
                  </a:lnTo>
                  <a:lnTo>
                    <a:pt x="221" y="2832"/>
                  </a:lnTo>
                  <a:lnTo>
                    <a:pt x="0" y="212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h3075"/>
            <p:cNvSpPr/>
            <p:nvPr/>
          </p:nvSpPr>
          <p:spPr>
            <a:xfrm>
              <a:off x="3529729" y="2840734"/>
              <a:ext cx="95" cy="137"/>
            </a:xfrm>
            <a:custGeom>
              <a:avLst/>
              <a:pathLst>
                <a:path w="95" h="137">
                  <a:moveTo>
                    <a:pt x="95" y="13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h3076"/>
            <p:cNvSpPr/>
            <p:nvPr/>
          </p:nvSpPr>
          <p:spPr>
            <a:xfrm>
              <a:off x="3529917" y="2840230"/>
              <a:ext cx="259" cy="399"/>
            </a:xfrm>
            <a:custGeom>
              <a:avLst/>
              <a:pathLst>
                <a:path w="259" h="399">
                  <a:moveTo>
                    <a:pt x="0" y="359"/>
                  </a:moveTo>
                  <a:lnTo>
                    <a:pt x="259" y="0"/>
                  </a:lnTo>
                  <a:lnTo>
                    <a:pt x="175" y="39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h3077"/>
            <p:cNvSpPr/>
            <p:nvPr/>
          </p:nvSpPr>
          <p:spPr>
            <a:xfrm>
              <a:off x="3514015" y="2833187"/>
              <a:ext cx="3251" cy="2513"/>
            </a:xfrm>
            <a:custGeom>
              <a:avLst/>
              <a:pathLst>
                <a:path w="3251" h="2513">
                  <a:moveTo>
                    <a:pt x="885" y="2513"/>
                  </a:moveTo>
                  <a:lnTo>
                    <a:pt x="171" y="2167"/>
                  </a:lnTo>
                  <a:lnTo>
                    <a:pt x="0" y="905"/>
                  </a:lnTo>
                  <a:lnTo>
                    <a:pt x="2701" y="0"/>
                  </a:lnTo>
                  <a:lnTo>
                    <a:pt x="3251" y="278"/>
                  </a:lnTo>
                  <a:lnTo>
                    <a:pt x="2119" y="178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h3078"/>
            <p:cNvSpPr/>
            <p:nvPr/>
          </p:nvSpPr>
          <p:spPr>
            <a:xfrm>
              <a:off x="3566315" y="2933876"/>
              <a:ext cx="287" cy="106"/>
            </a:xfrm>
            <a:custGeom>
              <a:avLst/>
              <a:pathLst>
                <a:path w="287" h="106">
                  <a:moveTo>
                    <a:pt x="287" y="106"/>
                  </a:moveTo>
                  <a:lnTo>
                    <a:pt x="0" y="43"/>
                  </a:lnTo>
                  <a:lnTo>
                    <a:pt x="15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h3079"/>
            <p:cNvSpPr/>
            <p:nvPr/>
          </p:nvSpPr>
          <p:spPr>
            <a:xfrm>
              <a:off x="3563802" y="293323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h3080"/>
            <p:cNvSpPr/>
            <p:nvPr/>
          </p:nvSpPr>
          <p:spPr>
            <a:xfrm>
              <a:off x="3565606" y="2932815"/>
              <a:ext cx="201" cy="500"/>
            </a:xfrm>
            <a:custGeom>
              <a:avLst/>
              <a:pathLst>
                <a:path w="201" h="500">
                  <a:moveTo>
                    <a:pt x="201" y="429"/>
                  </a:moveTo>
                  <a:lnTo>
                    <a:pt x="0" y="500"/>
                  </a:lnTo>
                  <a:lnTo>
                    <a:pt x="16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h3081"/>
            <p:cNvSpPr/>
            <p:nvPr/>
          </p:nvSpPr>
          <p:spPr>
            <a:xfrm>
              <a:off x="3744880" y="2901096"/>
              <a:ext cx="298" cy="231"/>
            </a:xfrm>
            <a:custGeom>
              <a:avLst/>
              <a:pathLst>
                <a:path w="298" h="231">
                  <a:moveTo>
                    <a:pt x="298" y="38"/>
                  </a:moveTo>
                  <a:lnTo>
                    <a:pt x="208" y="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h3082"/>
            <p:cNvSpPr/>
            <p:nvPr/>
          </p:nvSpPr>
          <p:spPr>
            <a:xfrm>
              <a:off x="3744516" y="2860447"/>
              <a:ext cx="1386" cy="7155"/>
            </a:xfrm>
            <a:custGeom>
              <a:avLst/>
              <a:pathLst>
                <a:path w="1386" h="7155">
                  <a:moveTo>
                    <a:pt x="1386" y="1108"/>
                  </a:moveTo>
                  <a:lnTo>
                    <a:pt x="932" y="4136"/>
                  </a:lnTo>
                  <a:lnTo>
                    <a:pt x="1112" y="7155"/>
                  </a:lnTo>
                  <a:lnTo>
                    <a:pt x="0" y="4632"/>
                  </a:lnTo>
                  <a:lnTo>
                    <a:pt x="69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h3083"/>
            <p:cNvSpPr/>
            <p:nvPr/>
          </p:nvSpPr>
          <p:spPr>
            <a:xfrm>
              <a:off x="3745176" y="2859744"/>
              <a:ext cx="1063" cy="1887"/>
            </a:xfrm>
            <a:custGeom>
              <a:avLst/>
              <a:pathLst>
                <a:path w="1063" h="1887">
                  <a:moveTo>
                    <a:pt x="997" y="302"/>
                  </a:moveTo>
                  <a:lnTo>
                    <a:pt x="1063" y="188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h3084"/>
            <p:cNvSpPr/>
            <p:nvPr/>
          </p:nvSpPr>
          <p:spPr>
            <a:xfrm>
              <a:off x="3745320" y="2855023"/>
              <a:ext cx="1769" cy="4900"/>
            </a:xfrm>
            <a:custGeom>
              <a:avLst/>
              <a:pathLst>
                <a:path w="1769" h="4900">
                  <a:moveTo>
                    <a:pt x="817" y="0"/>
                  </a:moveTo>
                  <a:lnTo>
                    <a:pt x="1692" y="1429"/>
                  </a:lnTo>
                  <a:lnTo>
                    <a:pt x="1769" y="4900"/>
                  </a:lnTo>
                  <a:lnTo>
                    <a:pt x="0" y="244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h3085"/>
            <p:cNvSpPr/>
            <p:nvPr/>
          </p:nvSpPr>
          <p:spPr>
            <a:xfrm>
              <a:off x="3536153" y="2720105"/>
              <a:ext cx="298" cy="315"/>
            </a:xfrm>
            <a:custGeom>
              <a:avLst/>
              <a:pathLst>
                <a:path w="298" h="315">
                  <a:moveTo>
                    <a:pt x="117" y="0"/>
                  </a:moveTo>
                  <a:lnTo>
                    <a:pt x="298" y="315"/>
                  </a:lnTo>
                  <a:lnTo>
                    <a:pt x="0" y="25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h3086"/>
            <p:cNvSpPr/>
            <p:nvPr/>
          </p:nvSpPr>
          <p:spPr>
            <a:xfrm>
              <a:off x="3618175" y="2678501"/>
              <a:ext cx="175" cy="104"/>
            </a:xfrm>
            <a:custGeom>
              <a:avLst/>
              <a:pathLst>
                <a:path w="175" h="104">
                  <a:moveTo>
                    <a:pt x="175" y="0"/>
                  </a:moveTo>
                  <a:lnTo>
                    <a:pt x="0" y="10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h3087"/>
            <p:cNvSpPr/>
            <p:nvPr/>
          </p:nvSpPr>
          <p:spPr>
            <a:xfrm>
              <a:off x="3618597" y="2677801"/>
              <a:ext cx="325" cy="271"/>
            </a:xfrm>
            <a:custGeom>
              <a:avLst/>
              <a:pathLst>
                <a:path w="325" h="271">
                  <a:moveTo>
                    <a:pt x="325" y="0"/>
                  </a:moveTo>
                  <a:lnTo>
                    <a:pt x="27" y="271"/>
                  </a:lnTo>
                  <a:lnTo>
                    <a:pt x="0" y="6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h3088"/>
            <p:cNvSpPr/>
            <p:nvPr/>
          </p:nvSpPr>
          <p:spPr>
            <a:xfrm>
              <a:off x="3615461" y="2677822"/>
              <a:ext cx="137" cy="199"/>
            </a:xfrm>
            <a:custGeom>
              <a:avLst/>
              <a:pathLst>
                <a:path w="137" h="199">
                  <a:moveTo>
                    <a:pt x="137" y="19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h3089"/>
            <p:cNvSpPr/>
            <p:nvPr/>
          </p:nvSpPr>
          <p:spPr>
            <a:xfrm>
              <a:off x="3615911" y="2677775"/>
              <a:ext cx="137" cy="199"/>
            </a:xfrm>
            <a:custGeom>
              <a:avLst/>
              <a:pathLst>
                <a:path w="137" h="199">
                  <a:moveTo>
                    <a:pt x="1" y="183"/>
                  </a:moveTo>
                  <a:lnTo>
                    <a:pt x="0" y="0"/>
                  </a:lnTo>
                  <a:lnTo>
                    <a:pt x="137" y="19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h3090"/>
            <p:cNvSpPr/>
            <p:nvPr/>
          </p:nvSpPr>
          <p:spPr>
            <a:xfrm>
              <a:off x="3617803" y="2677057"/>
              <a:ext cx="161" cy="198"/>
            </a:xfrm>
            <a:custGeom>
              <a:avLst/>
              <a:pathLst>
                <a:path w="161" h="198">
                  <a:moveTo>
                    <a:pt x="161" y="198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h3091"/>
            <p:cNvSpPr/>
            <p:nvPr/>
          </p:nvSpPr>
          <p:spPr>
            <a:xfrm>
              <a:off x="3823748" y="2627736"/>
              <a:ext cx="954" cy="712"/>
            </a:xfrm>
            <a:custGeom>
              <a:avLst/>
              <a:pathLst>
                <a:path w="954" h="712">
                  <a:moveTo>
                    <a:pt x="954" y="0"/>
                  </a:moveTo>
                  <a:lnTo>
                    <a:pt x="721" y="509"/>
                  </a:lnTo>
                  <a:lnTo>
                    <a:pt x="0" y="71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h3092"/>
            <p:cNvSpPr/>
            <p:nvPr/>
          </p:nvSpPr>
          <p:spPr>
            <a:xfrm>
              <a:off x="3824893" y="2627862"/>
              <a:ext cx="206" cy="386"/>
            </a:xfrm>
            <a:custGeom>
              <a:avLst/>
              <a:pathLst>
                <a:path w="206" h="386">
                  <a:moveTo>
                    <a:pt x="195" y="0"/>
                  </a:moveTo>
                  <a:lnTo>
                    <a:pt x="206" y="386"/>
                  </a:lnTo>
                  <a:lnTo>
                    <a:pt x="0" y="13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h3093"/>
            <p:cNvSpPr/>
            <p:nvPr/>
          </p:nvSpPr>
          <p:spPr>
            <a:xfrm>
              <a:off x="3822863" y="2626790"/>
              <a:ext cx="711" cy="499"/>
            </a:xfrm>
            <a:custGeom>
              <a:avLst/>
              <a:pathLst>
                <a:path w="711" h="499">
                  <a:moveTo>
                    <a:pt x="664" y="0"/>
                  </a:moveTo>
                  <a:lnTo>
                    <a:pt x="711" y="499"/>
                  </a:lnTo>
                  <a:lnTo>
                    <a:pt x="0" y="11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h3094"/>
            <p:cNvSpPr/>
            <p:nvPr/>
          </p:nvSpPr>
          <p:spPr>
            <a:xfrm>
              <a:off x="3824334" y="2626733"/>
              <a:ext cx="132" cy="169"/>
            </a:xfrm>
            <a:custGeom>
              <a:avLst/>
              <a:pathLst>
                <a:path w="132" h="169">
                  <a:moveTo>
                    <a:pt x="132" y="18"/>
                  </a:moveTo>
                  <a:lnTo>
                    <a:pt x="88" y="16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h3095"/>
            <p:cNvSpPr/>
            <p:nvPr/>
          </p:nvSpPr>
          <p:spPr>
            <a:xfrm>
              <a:off x="3822764" y="2626456"/>
              <a:ext cx="203" cy="453"/>
            </a:xfrm>
            <a:custGeom>
              <a:avLst/>
              <a:pathLst>
                <a:path w="203" h="453">
                  <a:moveTo>
                    <a:pt x="203" y="193"/>
                  </a:moveTo>
                  <a:lnTo>
                    <a:pt x="0" y="453"/>
                  </a:lnTo>
                  <a:lnTo>
                    <a:pt x="7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h3096"/>
            <p:cNvSpPr/>
            <p:nvPr/>
          </p:nvSpPr>
          <p:spPr>
            <a:xfrm>
              <a:off x="3822815" y="2625615"/>
              <a:ext cx="251" cy="338"/>
            </a:xfrm>
            <a:custGeom>
              <a:avLst/>
              <a:pathLst>
                <a:path w="251" h="338">
                  <a:moveTo>
                    <a:pt x="251" y="306"/>
                  </a:moveTo>
                  <a:lnTo>
                    <a:pt x="86" y="33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h3097"/>
            <p:cNvSpPr/>
            <p:nvPr/>
          </p:nvSpPr>
          <p:spPr>
            <a:xfrm>
              <a:off x="3823284" y="2625538"/>
              <a:ext cx="168" cy="265"/>
            </a:xfrm>
            <a:custGeom>
              <a:avLst/>
              <a:pathLst>
                <a:path w="168" h="265">
                  <a:moveTo>
                    <a:pt x="22" y="0"/>
                  </a:moveTo>
                  <a:lnTo>
                    <a:pt x="168" y="265"/>
                  </a:lnTo>
                  <a:lnTo>
                    <a:pt x="0" y="21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h3098"/>
            <p:cNvSpPr/>
            <p:nvPr/>
          </p:nvSpPr>
          <p:spPr>
            <a:xfrm>
              <a:off x="3816405" y="2621118"/>
              <a:ext cx="510" cy="522"/>
            </a:xfrm>
            <a:custGeom>
              <a:avLst/>
              <a:pathLst>
                <a:path w="510" h="522">
                  <a:moveTo>
                    <a:pt x="53" y="0"/>
                  </a:moveTo>
                  <a:lnTo>
                    <a:pt x="510" y="165"/>
                  </a:lnTo>
                  <a:lnTo>
                    <a:pt x="0" y="52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h3099"/>
            <p:cNvSpPr/>
            <p:nvPr/>
          </p:nvSpPr>
          <p:spPr>
            <a:xfrm>
              <a:off x="3817403" y="2621036"/>
              <a:ext cx="127" cy="122"/>
            </a:xfrm>
            <a:custGeom>
              <a:avLst/>
              <a:pathLst>
                <a:path w="127" h="122">
                  <a:moveTo>
                    <a:pt x="127" y="122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h3100"/>
            <p:cNvSpPr/>
            <p:nvPr/>
          </p:nvSpPr>
          <p:spPr>
            <a:xfrm>
              <a:off x="3815205" y="2620421"/>
              <a:ext cx="956" cy="1225"/>
            </a:xfrm>
            <a:custGeom>
              <a:avLst/>
              <a:pathLst>
                <a:path w="956" h="1225">
                  <a:moveTo>
                    <a:pt x="0" y="0"/>
                  </a:moveTo>
                  <a:lnTo>
                    <a:pt x="956" y="12"/>
                  </a:lnTo>
                  <a:lnTo>
                    <a:pt x="904" y="122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h3101"/>
            <p:cNvSpPr/>
            <p:nvPr/>
          </p:nvSpPr>
          <p:spPr>
            <a:xfrm>
              <a:off x="3817437" y="2620556"/>
              <a:ext cx="495" cy="211"/>
            </a:xfrm>
            <a:custGeom>
              <a:avLst/>
              <a:pathLst>
                <a:path w="495" h="211">
                  <a:moveTo>
                    <a:pt x="456" y="0"/>
                  </a:moveTo>
                  <a:lnTo>
                    <a:pt x="495" y="179"/>
                  </a:lnTo>
                  <a:lnTo>
                    <a:pt x="0" y="21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h3102"/>
            <p:cNvSpPr/>
            <p:nvPr/>
          </p:nvSpPr>
          <p:spPr>
            <a:xfrm>
              <a:off x="3814526" y="2619999"/>
              <a:ext cx="975" cy="644"/>
            </a:xfrm>
            <a:custGeom>
              <a:avLst/>
              <a:pathLst>
                <a:path w="975" h="644">
                  <a:moveTo>
                    <a:pt x="566" y="204"/>
                  </a:moveTo>
                  <a:lnTo>
                    <a:pt x="534" y="644"/>
                  </a:lnTo>
                  <a:lnTo>
                    <a:pt x="0" y="424"/>
                  </a:lnTo>
                  <a:lnTo>
                    <a:pt x="97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h3103"/>
            <p:cNvSpPr/>
            <p:nvPr/>
          </p:nvSpPr>
          <p:spPr>
            <a:xfrm>
              <a:off x="3815723" y="2619538"/>
              <a:ext cx="252" cy="296"/>
            </a:xfrm>
            <a:custGeom>
              <a:avLst/>
              <a:pathLst>
                <a:path w="252" h="296">
                  <a:moveTo>
                    <a:pt x="252" y="296"/>
                  </a:moveTo>
                  <a:lnTo>
                    <a:pt x="0" y="90"/>
                  </a:lnTo>
                  <a:lnTo>
                    <a:pt x="228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h3104"/>
            <p:cNvSpPr/>
            <p:nvPr/>
          </p:nvSpPr>
          <p:spPr>
            <a:xfrm>
              <a:off x="3816396" y="2619233"/>
              <a:ext cx="273" cy="434"/>
            </a:xfrm>
            <a:custGeom>
              <a:avLst/>
              <a:pathLst>
                <a:path w="273" h="434">
                  <a:moveTo>
                    <a:pt x="0" y="51"/>
                  </a:moveTo>
                  <a:lnTo>
                    <a:pt x="273" y="0"/>
                  </a:lnTo>
                  <a:lnTo>
                    <a:pt x="42" y="43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h3105"/>
            <p:cNvSpPr/>
            <p:nvPr/>
          </p:nvSpPr>
          <p:spPr>
            <a:xfrm>
              <a:off x="3816620" y="2618845"/>
              <a:ext cx="294" cy="279"/>
            </a:xfrm>
            <a:custGeom>
              <a:avLst/>
              <a:pathLst>
                <a:path w="294" h="279">
                  <a:moveTo>
                    <a:pt x="294" y="22"/>
                  </a:moveTo>
                  <a:lnTo>
                    <a:pt x="264" y="27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h3106"/>
            <p:cNvSpPr/>
            <p:nvPr/>
          </p:nvSpPr>
          <p:spPr>
            <a:xfrm>
              <a:off x="3812260" y="2614134"/>
              <a:ext cx="1835" cy="3817"/>
            </a:xfrm>
            <a:custGeom>
              <a:avLst/>
              <a:pathLst>
                <a:path w="1835" h="3817">
                  <a:moveTo>
                    <a:pt x="0" y="1862"/>
                  </a:moveTo>
                  <a:lnTo>
                    <a:pt x="293" y="0"/>
                  </a:lnTo>
                  <a:lnTo>
                    <a:pt x="1315" y="1063"/>
                  </a:lnTo>
                  <a:lnTo>
                    <a:pt x="1283" y="2428"/>
                  </a:lnTo>
                  <a:lnTo>
                    <a:pt x="1835" y="381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h3107"/>
            <p:cNvSpPr/>
            <p:nvPr/>
          </p:nvSpPr>
          <p:spPr>
            <a:xfrm>
              <a:off x="3814046" y="2615095"/>
              <a:ext cx="508" cy="498"/>
            </a:xfrm>
            <a:custGeom>
              <a:avLst/>
              <a:pathLst>
                <a:path w="508" h="498">
                  <a:moveTo>
                    <a:pt x="209" y="498"/>
                  </a:moveTo>
                  <a:lnTo>
                    <a:pt x="0" y="0"/>
                  </a:lnTo>
                  <a:lnTo>
                    <a:pt x="508" y="38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h3108"/>
            <p:cNvSpPr/>
            <p:nvPr/>
          </p:nvSpPr>
          <p:spPr>
            <a:xfrm>
              <a:off x="3807312" y="2601437"/>
              <a:ext cx="23346" cy="27194"/>
            </a:xfrm>
            <a:custGeom>
              <a:avLst/>
              <a:pathLst>
                <a:path w="23346" h="27194">
                  <a:moveTo>
                    <a:pt x="3897" y="8133"/>
                  </a:moveTo>
                  <a:lnTo>
                    <a:pt x="879" y="10464"/>
                  </a:lnTo>
                  <a:lnTo>
                    <a:pt x="53" y="9076"/>
                  </a:lnTo>
                  <a:lnTo>
                    <a:pt x="0" y="6497"/>
                  </a:lnTo>
                  <a:lnTo>
                    <a:pt x="1771" y="3228"/>
                  </a:lnTo>
                  <a:lnTo>
                    <a:pt x="2771" y="2681"/>
                  </a:lnTo>
                  <a:lnTo>
                    <a:pt x="3658" y="2898"/>
                  </a:lnTo>
                  <a:lnTo>
                    <a:pt x="5135" y="1729"/>
                  </a:lnTo>
                  <a:lnTo>
                    <a:pt x="5459" y="0"/>
                  </a:lnTo>
                  <a:lnTo>
                    <a:pt x="11288" y="695"/>
                  </a:lnTo>
                  <a:lnTo>
                    <a:pt x="15397" y="2897"/>
                  </a:lnTo>
                  <a:lnTo>
                    <a:pt x="21654" y="9800"/>
                  </a:lnTo>
                  <a:lnTo>
                    <a:pt x="23230" y="13877"/>
                  </a:lnTo>
                  <a:lnTo>
                    <a:pt x="23346" y="18672"/>
                  </a:lnTo>
                  <a:lnTo>
                    <a:pt x="21647" y="23949"/>
                  </a:lnTo>
                  <a:lnTo>
                    <a:pt x="19723" y="26639"/>
                  </a:lnTo>
                  <a:lnTo>
                    <a:pt x="18137" y="27194"/>
                  </a:lnTo>
                  <a:lnTo>
                    <a:pt x="18476" y="25820"/>
                  </a:lnTo>
                  <a:lnTo>
                    <a:pt x="17742" y="24082"/>
                  </a:lnTo>
                  <a:lnTo>
                    <a:pt x="14505" y="23278"/>
                  </a:lnTo>
                  <a:lnTo>
                    <a:pt x="13037" y="19480"/>
                  </a:lnTo>
                  <a:lnTo>
                    <a:pt x="10117" y="16950"/>
                  </a:lnTo>
                  <a:lnTo>
                    <a:pt x="7754" y="13588"/>
                  </a:lnTo>
                  <a:lnTo>
                    <a:pt x="8007" y="12207"/>
                  </a:lnTo>
                  <a:lnTo>
                    <a:pt x="10205" y="10345"/>
                  </a:lnTo>
                  <a:lnTo>
                    <a:pt x="9412" y="6223"/>
                  </a:lnTo>
                  <a:lnTo>
                    <a:pt x="5930" y="416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h3109"/>
            <p:cNvSpPr/>
            <p:nvPr/>
          </p:nvSpPr>
          <p:spPr>
            <a:xfrm>
              <a:off x="3813005" y="2613722"/>
              <a:ext cx="448" cy="314"/>
            </a:xfrm>
            <a:custGeom>
              <a:avLst/>
              <a:pathLst>
                <a:path w="448" h="314">
                  <a:moveTo>
                    <a:pt x="448" y="314"/>
                  </a:moveTo>
                  <a:lnTo>
                    <a:pt x="0" y="86"/>
                  </a:lnTo>
                  <a:lnTo>
                    <a:pt x="36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h3110"/>
            <p:cNvSpPr/>
            <p:nvPr/>
          </p:nvSpPr>
          <p:spPr>
            <a:xfrm>
              <a:off x="3812628" y="2612731"/>
              <a:ext cx="511" cy="589"/>
            </a:xfrm>
            <a:custGeom>
              <a:avLst/>
              <a:pathLst>
                <a:path w="511" h="589">
                  <a:moveTo>
                    <a:pt x="511" y="0"/>
                  </a:moveTo>
                  <a:lnTo>
                    <a:pt x="259" y="589"/>
                  </a:lnTo>
                  <a:lnTo>
                    <a:pt x="0" y="19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h3111"/>
            <p:cNvSpPr/>
            <p:nvPr/>
          </p:nvSpPr>
          <p:spPr>
            <a:xfrm>
              <a:off x="3814737" y="2611684"/>
              <a:ext cx="1388" cy="1339"/>
            </a:xfrm>
            <a:custGeom>
              <a:avLst/>
              <a:pathLst>
                <a:path w="1388" h="1339">
                  <a:moveTo>
                    <a:pt x="1022" y="1339"/>
                  </a:moveTo>
                  <a:lnTo>
                    <a:pt x="116" y="785"/>
                  </a:lnTo>
                  <a:lnTo>
                    <a:pt x="0" y="0"/>
                  </a:lnTo>
                  <a:lnTo>
                    <a:pt x="493" y="169"/>
                  </a:lnTo>
                  <a:lnTo>
                    <a:pt x="1388" y="4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h3112"/>
            <p:cNvSpPr/>
            <p:nvPr/>
          </p:nvSpPr>
          <p:spPr>
            <a:xfrm>
              <a:off x="3808806" y="2610682"/>
              <a:ext cx="3097" cy="3168"/>
            </a:xfrm>
            <a:custGeom>
              <a:avLst/>
              <a:pathLst>
                <a:path w="3097" h="3168">
                  <a:moveTo>
                    <a:pt x="1689" y="1442"/>
                  </a:moveTo>
                  <a:lnTo>
                    <a:pt x="3097" y="3168"/>
                  </a:lnTo>
                  <a:lnTo>
                    <a:pt x="0" y="973"/>
                  </a:lnTo>
                  <a:lnTo>
                    <a:pt x="119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h3113"/>
            <p:cNvSpPr/>
            <p:nvPr/>
          </p:nvSpPr>
          <p:spPr>
            <a:xfrm>
              <a:off x="3811657" y="2610851"/>
              <a:ext cx="377" cy="519"/>
            </a:xfrm>
            <a:custGeom>
              <a:avLst/>
              <a:pathLst>
                <a:path w="377" h="519">
                  <a:moveTo>
                    <a:pt x="110" y="0"/>
                  </a:moveTo>
                  <a:lnTo>
                    <a:pt x="377" y="519"/>
                  </a:lnTo>
                  <a:lnTo>
                    <a:pt x="0" y="48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h3114"/>
            <p:cNvSpPr/>
            <p:nvPr/>
          </p:nvSpPr>
          <p:spPr>
            <a:xfrm>
              <a:off x="3814248" y="2610323"/>
              <a:ext cx="442" cy="448"/>
            </a:xfrm>
            <a:custGeom>
              <a:avLst/>
              <a:pathLst>
                <a:path w="442" h="448">
                  <a:moveTo>
                    <a:pt x="442" y="448"/>
                  </a:moveTo>
                  <a:lnTo>
                    <a:pt x="0" y="180"/>
                  </a:lnTo>
                  <a:lnTo>
                    <a:pt x="32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h3115"/>
            <p:cNvSpPr/>
            <p:nvPr/>
          </p:nvSpPr>
          <p:spPr>
            <a:xfrm>
              <a:off x="3816539" y="2610305"/>
              <a:ext cx="580" cy="482"/>
            </a:xfrm>
            <a:custGeom>
              <a:avLst/>
              <a:pathLst>
                <a:path w="580" h="482">
                  <a:moveTo>
                    <a:pt x="580" y="474"/>
                  </a:moveTo>
                  <a:lnTo>
                    <a:pt x="49" y="48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h3116"/>
            <p:cNvSpPr/>
            <p:nvPr/>
          </p:nvSpPr>
          <p:spPr>
            <a:xfrm>
              <a:off x="3812919" y="2609589"/>
              <a:ext cx="857" cy="1627"/>
            </a:xfrm>
            <a:custGeom>
              <a:avLst/>
              <a:pathLst>
                <a:path w="857" h="1627">
                  <a:moveTo>
                    <a:pt x="857" y="589"/>
                  </a:moveTo>
                  <a:lnTo>
                    <a:pt x="0" y="1627"/>
                  </a:lnTo>
                  <a:lnTo>
                    <a:pt x="75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h3117"/>
            <p:cNvSpPr/>
            <p:nvPr/>
          </p:nvSpPr>
          <p:spPr>
            <a:xfrm>
              <a:off x="3814589" y="2609563"/>
              <a:ext cx="654" cy="629"/>
            </a:xfrm>
            <a:custGeom>
              <a:avLst/>
              <a:pathLst>
                <a:path w="654" h="629">
                  <a:moveTo>
                    <a:pt x="654" y="88"/>
                  </a:moveTo>
                  <a:lnTo>
                    <a:pt x="603" y="62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h3118"/>
            <p:cNvSpPr/>
            <p:nvPr/>
          </p:nvSpPr>
          <p:spPr>
            <a:xfrm>
              <a:off x="3812329" y="2609074"/>
              <a:ext cx="364" cy="534"/>
            </a:xfrm>
            <a:custGeom>
              <a:avLst/>
              <a:pathLst>
                <a:path w="364" h="534">
                  <a:moveTo>
                    <a:pt x="364" y="522"/>
                  </a:moveTo>
                  <a:lnTo>
                    <a:pt x="113" y="53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h3119"/>
            <p:cNvSpPr/>
            <p:nvPr/>
          </p:nvSpPr>
          <p:spPr>
            <a:xfrm>
              <a:off x="3813866" y="2608231"/>
              <a:ext cx="516" cy="818"/>
            </a:xfrm>
            <a:custGeom>
              <a:avLst/>
              <a:pathLst>
                <a:path w="516" h="818">
                  <a:moveTo>
                    <a:pt x="111" y="744"/>
                  </a:moveTo>
                  <a:lnTo>
                    <a:pt x="0" y="0"/>
                  </a:lnTo>
                  <a:lnTo>
                    <a:pt x="516" y="81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h3120"/>
            <p:cNvSpPr/>
            <p:nvPr/>
          </p:nvSpPr>
          <p:spPr>
            <a:xfrm>
              <a:off x="3812491" y="2608320"/>
              <a:ext cx="399" cy="554"/>
            </a:xfrm>
            <a:custGeom>
              <a:avLst/>
              <a:pathLst>
                <a:path w="399" h="554">
                  <a:moveTo>
                    <a:pt x="0" y="0"/>
                  </a:moveTo>
                  <a:lnTo>
                    <a:pt x="399" y="531"/>
                  </a:lnTo>
                  <a:lnTo>
                    <a:pt x="125" y="55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h3121"/>
            <p:cNvSpPr/>
            <p:nvPr/>
          </p:nvSpPr>
          <p:spPr>
            <a:xfrm>
              <a:off x="3813866" y="2607750"/>
              <a:ext cx="243" cy="330"/>
            </a:xfrm>
            <a:custGeom>
              <a:avLst/>
              <a:pathLst>
                <a:path w="243" h="330">
                  <a:moveTo>
                    <a:pt x="243" y="330"/>
                  </a:moveTo>
                  <a:lnTo>
                    <a:pt x="0" y="243"/>
                  </a:lnTo>
                  <a:lnTo>
                    <a:pt x="117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h3122"/>
            <p:cNvSpPr/>
            <p:nvPr/>
          </p:nvSpPr>
          <p:spPr>
            <a:xfrm>
              <a:off x="3813460" y="2606856"/>
              <a:ext cx="357" cy="511"/>
            </a:xfrm>
            <a:custGeom>
              <a:avLst/>
              <a:pathLst>
                <a:path w="357" h="511">
                  <a:moveTo>
                    <a:pt x="0" y="0"/>
                  </a:moveTo>
                  <a:lnTo>
                    <a:pt x="357" y="247"/>
                  </a:lnTo>
                  <a:lnTo>
                    <a:pt x="110" y="51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h3123"/>
            <p:cNvSpPr/>
            <p:nvPr/>
          </p:nvSpPr>
          <p:spPr>
            <a:xfrm>
              <a:off x="3813668" y="2606568"/>
              <a:ext cx="585" cy="552"/>
            </a:xfrm>
            <a:custGeom>
              <a:avLst/>
              <a:pathLst>
                <a:path w="585" h="552">
                  <a:moveTo>
                    <a:pt x="500" y="552"/>
                  </a:moveTo>
                  <a:lnTo>
                    <a:pt x="0" y="0"/>
                  </a:lnTo>
                  <a:lnTo>
                    <a:pt x="585" y="19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h3124"/>
            <p:cNvSpPr/>
            <p:nvPr/>
          </p:nvSpPr>
          <p:spPr>
            <a:xfrm>
              <a:off x="3808949" y="2603969"/>
              <a:ext cx="1680" cy="392"/>
            </a:xfrm>
            <a:custGeom>
              <a:avLst/>
              <a:pathLst>
                <a:path w="1680" h="392">
                  <a:moveTo>
                    <a:pt x="237" y="392"/>
                  </a:moveTo>
                  <a:lnTo>
                    <a:pt x="0" y="160"/>
                  </a:lnTo>
                  <a:lnTo>
                    <a:pt x="168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h3125"/>
            <p:cNvSpPr/>
            <p:nvPr/>
          </p:nvSpPr>
          <p:spPr>
            <a:xfrm>
              <a:off x="3808635" y="2603626"/>
              <a:ext cx="308" cy="871"/>
            </a:xfrm>
            <a:custGeom>
              <a:avLst/>
              <a:pathLst>
                <a:path w="308" h="871">
                  <a:moveTo>
                    <a:pt x="171" y="871"/>
                  </a:moveTo>
                  <a:lnTo>
                    <a:pt x="0" y="0"/>
                  </a:lnTo>
                  <a:lnTo>
                    <a:pt x="308" y="68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h3126"/>
            <p:cNvSpPr/>
            <p:nvPr/>
          </p:nvSpPr>
          <p:spPr>
            <a:xfrm>
              <a:off x="3810733" y="2603936"/>
              <a:ext cx="413" cy="232"/>
            </a:xfrm>
            <a:custGeom>
              <a:avLst/>
              <a:pathLst>
                <a:path w="413" h="232">
                  <a:moveTo>
                    <a:pt x="27" y="232"/>
                  </a:moveTo>
                  <a:lnTo>
                    <a:pt x="0" y="0"/>
                  </a:lnTo>
                  <a:lnTo>
                    <a:pt x="134" y="153"/>
                  </a:lnTo>
                  <a:lnTo>
                    <a:pt x="413" y="21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h3127"/>
            <p:cNvSpPr/>
            <p:nvPr/>
          </p:nvSpPr>
          <p:spPr>
            <a:xfrm>
              <a:off x="3808978" y="2603315"/>
              <a:ext cx="231" cy="490"/>
            </a:xfrm>
            <a:custGeom>
              <a:avLst/>
              <a:pathLst>
                <a:path w="231" h="490">
                  <a:moveTo>
                    <a:pt x="0" y="241"/>
                  </a:moveTo>
                  <a:lnTo>
                    <a:pt x="76" y="0"/>
                  </a:lnTo>
                  <a:lnTo>
                    <a:pt x="231" y="49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h3128"/>
            <p:cNvSpPr/>
            <p:nvPr/>
          </p:nvSpPr>
          <p:spPr>
            <a:xfrm>
              <a:off x="3809224" y="2602787"/>
              <a:ext cx="192" cy="748"/>
            </a:xfrm>
            <a:custGeom>
              <a:avLst/>
              <a:pathLst>
                <a:path w="192" h="748">
                  <a:moveTo>
                    <a:pt x="192" y="748"/>
                  </a:moveTo>
                  <a:lnTo>
                    <a:pt x="0" y="0"/>
                  </a:lnTo>
                  <a:lnTo>
                    <a:pt x="133" y="4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h3129"/>
            <p:cNvSpPr/>
            <p:nvPr/>
          </p:nvSpPr>
          <p:spPr>
            <a:xfrm>
              <a:off x="3811354" y="2601279"/>
              <a:ext cx="416" cy="2192"/>
            </a:xfrm>
            <a:custGeom>
              <a:avLst/>
              <a:pathLst>
                <a:path w="416" h="2192">
                  <a:moveTo>
                    <a:pt x="334" y="2192"/>
                  </a:moveTo>
                  <a:lnTo>
                    <a:pt x="0" y="1659"/>
                  </a:lnTo>
                  <a:lnTo>
                    <a:pt x="416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h3130"/>
            <p:cNvSpPr/>
            <p:nvPr/>
          </p:nvSpPr>
          <p:spPr>
            <a:xfrm>
              <a:off x="3810394" y="2601554"/>
              <a:ext cx="226" cy="556"/>
            </a:xfrm>
            <a:custGeom>
              <a:avLst/>
              <a:pathLst>
                <a:path w="226" h="556">
                  <a:moveTo>
                    <a:pt x="0" y="556"/>
                  </a:moveTo>
                  <a:lnTo>
                    <a:pt x="226" y="0"/>
                  </a:lnTo>
                  <a:lnTo>
                    <a:pt x="136" y="31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h3131"/>
            <p:cNvSpPr/>
            <p:nvPr/>
          </p:nvSpPr>
          <p:spPr>
            <a:xfrm>
              <a:off x="3810870" y="2601370"/>
              <a:ext cx="486" cy="783"/>
            </a:xfrm>
            <a:custGeom>
              <a:avLst/>
              <a:pathLst>
                <a:path w="486" h="783">
                  <a:moveTo>
                    <a:pt x="486" y="0"/>
                  </a:moveTo>
                  <a:lnTo>
                    <a:pt x="297" y="783"/>
                  </a:lnTo>
                  <a:lnTo>
                    <a:pt x="0" y="15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h3132"/>
            <p:cNvSpPr/>
            <p:nvPr/>
          </p:nvSpPr>
          <p:spPr>
            <a:xfrm>
              <a:off x="4153329" y="3122562"/>
              <a:ext cx="808" cy="799"/>
            </a:xfrm>
            <a:custGeom>
              <a:avLst/>
              <a:pathLst>
                <a:path w="808" h="799">
                  <a:moveTo>
                    <a:pt x="0" y="0"/>
                  </a:moveTo>
                  <a:lnTo>
                    <a:pt x="808" y="409"/>
                  </a:lnTo>
                  <a:lnTo>
                    <a:pt x="697" y="79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h3133"/>
            <p:cNvSpPr/>
            <p:nvPr/>
          </p:nvSpPr>
          <p:spPr>
            <a:xfrm>
              <a:off x="4151437" y="3121517"/>
              <a:ext cx="1013" cy="1282"/>
            </a:xfrm>
            <a:custGeom>
              <a:avLst/>
              <a:pathLst>
                <a:path w="1013" h="1282">
                  <a:moveTo>
                    <a:pt x="180" y="1282"/>
                  </a:moveTo>
                  <a:lnTo>
                    <a:pt x="0" y="0"/>
                  </a:lnTo>
                  <a:lnTo>
                    <a:pt x="1013" y="107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h3134"/>
            <p:cNvSpPr/>
            <p:nvPr/>
          </p:nvSpPr>
          <p:spPr>
            <a:xfrm>
              <a:off x="4149749" y="3120395"/>
              <a:ext cx="1317" cy="905"/>
            </a:xfrm>
            <a:custGeom>
              <a:avLst/>
              <a:pathLst>
                <a:path w="1317" h="905">
                  <a:moveTo>
                    <a:pt x="0" y="85"/>
                  </a:moveTo>
                  <a:lnTo>
                    <a:pt x="476" y="0"/>
                  </a:lnTo>
                  <a:lnTo>
                    <a:pt x="1317" y="90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h3135"/>
            <p:cNvSpPr/>
            <p:nvPr/>
          </p:nvSpPr>
          <p:spPr>
            <a:xfrm>
              <a:off x="4148523" y="3119255"/>
              <a:ext cx="566" cy="679"/>
            </a:xfrm>
            <a:custGeom>
              <a:avLst/>
              <a:pathLst>
                <a:path w="566" h="679">
                  <a:moveTo>
                    <a:pt x="0" y="0"/>
                  </a:moveTo>
                  <a:lnTo>
                    <a:pt x="566" y="679"/>
                  </a:lnTo>
                  <a:lnTo>
                    <a:pt x="176" y="60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h3136"/>
            <p:cNvSpPr/>
            <p:nvPr/>
          </p:nvSpPr>
          <p:spPr>
            <a:xfrm>
              <a:off x="4147401" y="3117479"/>
              <a:ext cx="461" cy="580"/>
            </a:xfrm>
            <a:custGeom>
              <a:avLst/>
              <a:pathLst>
                <a:path w="461" h="580">
                  <a:moveTo>
                    <a:pt x="461" y="336"/>
                  </a:moveTo>
                  <a:lnTo>
                    <a:pt x="0" y="580"/>
                  </a:lnTo>
                  <a:lnTo>
                    <a:pt x="29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h3137"/>
            <p:cNvSpPr/>
            <p:nvPr/>
          </p:nvSpPr>
          <p:spPr>
            <a:xfrm>
              <a:off x="4146045" y="3112499"/>
              <a:ext cx="1081" cy="4396"/>
            </a:xfrm>
            <a:custGeom>
              <a:avLst/>
              <a:pathLst>
                <a:path w="1081" h="4396">
                  <a:moveTo>
                    <a:pt x="0" y="0"/>
                  </a:moveTo>
                  <a:lnTo>
                    <a:pt x="849" y="1531"/>
                  </a:lnTo>
                  <a:lnTo>
                    <a:pt x="1081" y="439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h3138"/>
            <p:cNvSpPr/>
            <p:nvPr/>
          </p:nvSpPr>
          <p:spPr>
            <a:xfrm>
              <a:off x="4154624" y="3098705"/>
              <a:ext cx="6735" cy="24459"/>
            </a:xfrm>
            <a:custGeom>
              <a:avLst/>
              <a:pathLst>
                <a:path w="6735" h="24459">
                  <a:moveTo>
                    <a:pt x="5656" y="14822"/>
                  </a:moveTo>
                  <a:lnTo>
                    <a:pt x="5712" y="10516"/>
                  </a:lnTo>
                  <a:lnTo>
                    <a:pt x="3987" y="4528"/>
                  </a:lnTo>
                  <a:lnTo>
                    <a:pt x="5221" y="931"/>
                  </a:lnTo>
                  <a:lnTo>
                    <a:pt x="6368" y="0"/>
                  </a:lnTo>
                  <a:lnTo>
                    <a:pt x="6735" y="615"/>
                  </a:lnTo>
                  <a:lnTo>
                    <a:pt x="4694" y="4004"/>
                  </a:lnTo>
                  <a:lnTo>
                    <a:pt x="6511" y="8281"/>
                  </a:lnTo>
                  <a:lnTo>
                    <a:pt x="6635" y="13033"/>
                  </a:lnTo>
                  <a:lnTo>
                    <a:pt x="2728" y="22867"/>
                  </a:lnTo>
                  <a:lnTo>
                    <a:pt x="190" y="24459"/>
                  </a:lnTo>
                  <a:lnTo>
                    <a:pt x="0" y="23804"/>
                  </a:lnTo>
                  <a:lnTo>
                    <a:pt x="2307" y="2181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h3139"/>
            <p:cNvSpPr/>
            <p:nvPr/>
          </p:nvSpPr>
          <p:spPr>
            <a:xfrm>
              <a:off x="4145757" y="3105118"/>
              <a:ext cx="460" cy="5707"/>
            </a:xfrm>
            <a:custGeom>
              <a:avLst/>
              <a:pathLst>
                <a:path w="460" h="5707">
                  <a:moveTo>
                    <a:pt x="460" y="290"/>
                  </a:moveTo>
                  <a:lnTo>
                    <a:pt x="79" y="570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h3140"/>
            <p:cNvSpPr/>
            <p:nvPr/>
          </p:nvSpPr>
          <p:spPr>
            <a:xfrm>
              <a:off x="4145373" y="3099368"/>
              <a:ext cx="399" cy="904"/>
            </a:xfrm>
            <a:custGeom>
              <a:avLst/>
              <a:pathLst>
                <a:path w="399" h="904">
                  <a:moveTo>
                    <a:pt x="0" y="287"/>
                  </a:moveTo>
                  <a:lnTo>
                    <a:pt x="281" y="0"/>
                  </a:lnTo>
                  <a:lnTo>
                    <a:pt x="399" y="90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h3141"/>
            <p:cNvSpPr/>
            <p:nvPr/>
          </p:nvSpPr>
          <p:spPr>
            <a:xfrm>
              <a:off x="4145009" y="3095785"/>
              <a:ext cx="503" cy="878"/>
            </a:xfrm>
            <a:custGeom>
              <a:avLst/>
              <a:pathLst>
                <a:path w="503" h="878">
                  <a:moveTo>
                    <a:pt x="264" y="0"/>
                  </a:moveTo>
                  <a:lnTo>
                    <a:pt x="503" y="878"/>
                  </a:lnTo>
                  <a:lnTo>
                    <a:pt x="0" y="32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h3142"/>
            <p:cNvSpPr/>
            <p:nvPr/>
          </p:nvSpPr>
          <p:spPr>
            <a:xfrm>
              <a:off x="4157435" y="3092352"/>
              <a:ext cx="4099" cy="4334"/>
            </a:xfrm>
            <a:custGeom>
              <a:avLst/>
              <a:pathLst>
                <a:path w="4099" h="4334">
                  <a:moveTo>
                    <a:pt x="2215" y="764"/>
                  </a:moveTo>
                  <a:lnTo>
                    <a:pt x="3531" y="0"/>
                  </a:lnTo>
                  <a:lnTo>
                    <a:pt x="4099" y="788"/>
                  </a:lnTo>
                  <a:lnTo>
                    <a:pt x="2929" y="3346"/>
                  </a:lnTo>
                  <a:lnTo>
                    <a:pt x="1756" y="4319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h3143"/>
            <p:cNvSpPr/>
            <p:nvPr/>
          </p:nvSpPr>
          <p:spPr>
            <a:xfrm>
              <a:off x="4144555" y="3092750"/>
              <a:ext cx="489" cy="1932"/>
            </a:xfrm>
            <a:custGeom>
              <a:avLst/>
              <a:pathLst>
                <a:path w="489" h="1932">
                  <a:moveTo>
                    <a:pt x="0" y="0"/>
                  </a:moveTo>
                  <a:lnTo>
                    <a:pt x="489" y="452"/>
                  </a:lnTo>
                  <a:lnTo>
                    <a:pt x="273" y="193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h3144"/>
            <p:cNvSpPr/>
            <p:nvPr/>
          </p:nvSpPr>
          <p:spPr>
            <a:xfrm>
              <a:off x="4144884" y="3086393"/>
              <a:ext cx="1520" cy="4954"/>
            </a:xfrm>
            <a:custGeom>
              <a:avLst/>
              <a:pathLst>
                <a:path w="1520" h="4954">
                  <a:moveTo>
                    <a:pt x="876" y="3642"/>
                  </a:moveTo>
                  <a:lnTo>
                    <a:pt x="0" y="4954"/>
                  </a:lnTo>
                  <a:lnTo>
                    <a:pt x="152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h3145"/>
            <p:cNvSpPr/>
            <p:nvPr/>
          </p:nvSpPr>
          <p:spPr>
            <a:xfrm>
              <a:off x="4147344" y="3080509"/>
              <a:ext cx="1416" cy="3545"/>
            </a:xfrm>
            <a:custGeom>
              <a:avLst/>
              <a:pathLst>
                <a:path w="1416" h="3545">
                  <a:moveTo>
                    <a:pt x="1416" y="0"/>
                  </a:moveTo>
                  <a:lnTo>
                    <a:pt x="389" y="3545"/>
                  </a:lnTo>
                  <a:lnTo>
                    <a:pt x="0" y="317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h3146"/>
            <p:cNvSpPr/>
            <p:nvPr/>
          </p:nvSpPr>
          <p:spPr>
            <a:xfrm>
              <a:off x="4163028" y="3074144"/>
              <a:ext cx="5107" cy="15644"/>
            </a:xfrm>
            <a:custGeom>
              <a:avLst/>
              <a:pathLst>
                <a:path w="5107" h="15644">
                  <a:moveTo>
                    <a:pt x="5107" y="11964"/>
                  </a:moveTo>
                  <a:lnTo>
                    <a:pt x="3329" y="15644"/>
                  </a:lnTo>
                  <a:lnTo>
                    <a:pt x="2896" y="15154"/>
                  </a:lnTo>
                  <a:lnTo>
                    <a:pt x="4145" y="9140"/>
                  </a:lnTo>
                  <a:lnTo>
                    <a:pt x="0" y="545"/>
                  </a:lnTo>
                  <a:lnTo>
                    <a:pt x="547" y="0"/>
                  </a:lnTo>
                  <a:lnTo>
                    <a:pt x="4846" y="694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h3147"/>
            <p:cNvSpPr/>
            <p:nvPr/>
          </p:nvSpPr>
          <p:spPr>
            <a:xfrm>
              <a:off x="4149247" y="3077466"/>
              <a:ext cx="386" cy="669"/>
            </a:xfrm>
            <a:custGeom>
              <a:avLst/>
              <a:pathLst>
                <a:path w="386" h="669">
                  <a:moveTo>
                    <a:pt x="386" y="368"/>
                  </a:moveTo>
                  <a:lnTo>
                    <a:pt x="0" y="669"/>
                  </a:lnTo>
                  <a:lnTo>
                    <a:pt x="116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h3148"/>
            <p:cNvSpPr/>
            <p:nvPr/>
          </p:nvSpPr>
          <p:spPr>
            <a:xfrm>
              <a:off x="4149728" y="3075965"/>
              <a:ext cx="227" cy="670"/>
            </a:xfrm>
            <a:custGeom>
              <a:avLst/>
              <a:pathLst>
                <a:path w="227" h="670">
                  <a:moveTo>
                    <a:pt x="227" y="489"/>
                  </a:moveTo>
                  <a:lnTo>
                    <a:pt x="0" y="670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h3149"/>
            <p:cNvSpPr/>
            <p:nvPr/>
          </p:nvSpPr>
          <p:spPr>
            <a:xfrm>
              <a:off x="4150341" y="3073628"/>
              <a:ext cx="786" cy="1857"/>
            </a:xfrm>
            <a:custGeom>
              <a:avLst/>
              <a:pathLst>
                <a:path w="786" h="1857">
                  <a:moveTo>
                    <a:pt x="0" y="1637"/>
                  </a:moveTo>
                  <a:lnTo>
                    <a:pt x="786" y="0"/>
                  </a:lnTo>
                  <a:lnTo>
                    <a:pt x="287" y="185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h3150"/>
            <p:cNvSpPr/>
            <p:nvPr/>
          </p:nvSpPr>
          <p:spPr>
            <a:xfrm>
              <a:off x="4159456" y="3074220"/>
              <a:ext cx="250" cy="577"/>
            </a:xfrm>
            <a:custGeom>
              <a:avLst/>
              <a:pathLst>
                <a:path w="250" h="577">
                  <a:moveTo>
                    <a:pt x="0" y="317"/>
                  </a:moveTo>
                  <a:lnTo>
                    <a:pt x="208" y="0"/>
                  </a:lnTo>
                  <a:lnTo>
                    <a:pt x="250" y="57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h3151"/>
            <p:cNvSpPr/>
            <p:nvPr/>
          </p:nvSpPr>
          <p:spPr>
            <a:xfrm>
              <a:off x="4162662" y="3073690"/>
              <a:ext cx="112" cy="456"/>
            </a:xfrm>
            <a:custGeom>
              <a:avLst/>
              <a:pathLst>
                <a:path w="112" h="456">
                  <a:moveTo>
                    <a:pt x="0" y="0"/>
                  </a:moveTo>
                  <a:lnTo>
                    <a:pt x="112" y="45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h3152"/>
            <p:cNvSpPr/>
            <p:nvPr/>
          </p:nvSpPr>
          <p:spPr>
            <a:xfrm>
              <a:off x="4157979" y="3073535"/>
              <a:ext cx="339" cy="342"/>
            </a:xfrm>
            <a:custGeom>
              <a:avLst/>
              <a:pathLst>
                <a:path w="339" h="342">
                  <a:moveTo>
                    <a:pt x="0" y="0"/>
                  </a:moveTo>
                  <a:lnTo>
                    <a:pt x="339" y="132"/>
                  </a:lnTo>
                  <a:lnTo>
                    <a:pt x="294" y="34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h3153"/>
            <p:cNvSpPr/>
            <p:nvPr/>
          </p:nvSpPr>
          <p:spPr>
            <a:xfrm>
              <a:off x="4159818" y="3072962"/>
              <a:ext cx="452" cy="860"/>
            </a:xfrm>
            <a:custGeom>
              <a:avLst/>
              <a:pathLst>
                <a:path w="452" h="860">
                  <a:moveTo>
                    <a:pt x="1" y="183"/>
                  </a:moveTo>
                  <a:lnTo>
                    <a:pt x="452" y="0"/>
                  </a:lnTo>
                  <a:lnTo>
                    <a:pt x="0" y="86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h3154"/>
            <p:cNvSpPr/>
            <p:nvPr/>
          </p:nvSpPr>
          <p:spPr>
            <a:xfrm>
              <a:off x="4157404" y="3072585"/>
              <a:ext cx="279" cy="350"/>
            </a:xfrm>
            <a:custGeom>
              <a:avLst/>
              <a:pathLst>
                <a:path w="279" h="350">
                  <a:moveTo>
                    <a:pt x="163" y="0"/>
                  </a:moveTo>
                  <a:lnTo>
                    <a:pt x="279" y="350"/>
                  </a:lnTo>
                  <a:lnTo>
                    <a:pt x="0" y="27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h3155"/>
            <p:cNvSpPr/>
            <p:nvPr/>
          </p:nvSpPr>
          <p:spPr>
            <a:xfrm>
              <a:off x="4161322" y="3072378"/>
              <a:ext cx="195" cy="353"/>
            </a:xfrm>
            <a:custGeom>
              <a:avLst/>
              <a:pathLst>
                <a:path w="195" h="353">
                  <a:moveTo>
                    <a:pt x="0" y="239"/>
                  </a:moveTo>
                  <a:lnTo>
                    <a:pt x="65" y="0"/>
                  </a:lnTo>
                  <a:lnTo>
                    <a:pt x="195" y="35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h3156"/>
            <p:cNvSpPr/>
            <p:nvPr/>
          </p:nvSpPr>
          <p:spPr>
            <a:xfrm>
              <a:off x="4156107" y="3071487"/>
              <a:ext cx="541" cy="1456"/>
            </a:xfrm>
            <a:custGeom>
              <a:avLst/>
              <a:pathLst>
                <a:path w="541" h="1456">
                  <a:moveTo>
                    <a:pt x="0" y="901"/>
                  </a:moveTo>
                  <a:lnTo>
                    <a:pt x="541" y="0"/>
                  </a:lnTo>
                  <a:lnTo>
                    <a:pt x="466" y="145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h3157"/>
            <p:cNvSpPr/>
            <p:nvPr/>
          </p:nvSpPr>
          <p:spPr>
            <a:xfrm>
              <a:off x="4157318" y="3071744"/>
              <a:ext cx="216" cy="470"/>
            </a:xfrm>
            <a:custGeom>
              <a:avLst/>
              <a:pathLst>
                <a:path w="216" h="470">
                  <a:moveTo>
                    <a:pt x="7" y="470"/>
                  </a:moveTo>
                  <a:lnTo>
                    <a:pt x="0" y="0"/>
                  </a:lnTo>
                  <a:lnTo>
                    <a:pt x="216" y="44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h3158"/>
            <p:cNvSpPr/>
            <p:nvPr/>
          </p:nvSpPr>
          <p:spPr>
            <a:xfrm>
              <a:off x="4152760" y="3071115"/>
              <a:ext cx="388" cy="675"/>
            </a:xfrm>
            <a:custGeom>
              <a:avLst/>
              <a:pathLst>
                <a:path w="388" h="675">
                  <a:moveTo>
                    <a:pt x="388" y="0"/>
                  </a:moveTo>
                  <a:lnTo>
                    <a:pt x="156" y="675"/>
                  </a:lnTo>
                  <a:lnTo>
                    <a:pt x="0" y="52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h3159"/>
            <p:cNvSpPr/>
            <p:nvPr/>
          </p:nvSpPr>
          <p:spPr>
            <a:xfrm>
              <a:off x="4152277" y="3070693"/>
              <a:ext cx="444" cy="576"/>
            </a:xfrm>
            <a:custGeom>
              <a:avLst/>
              <a:pathLst>
                <a:path w="444" h="576">
                  <a:moveTo>
                    <a:pt x="444" y="0"/>
                  </a:moveTo>
                  <a:lnTo>
                    <a:pt x="102" y="576"/>
                  </a:lnTo>
                  <a:lnTo>
                    <a:pt x="0" y="31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h3160"/>
            <p:cNvSpPr/>
            <p:nvPr/>
          </p:nvSpPr>
          <p:spPr>
            <a:xfrm>
              <a:off x="4157406" y="3070702"/>
              <a:ext cx="371" cy="445"/>
            </a:xfrm>
            <a:custGeom>
              <a:avLst/>
              <a:pathLst>
                <a:path w="371" h="445">
                  <a:moveTo>
                    <a:pt x="0" y="18"/>
                  </a:moveTo>
                  <a:lnTo>
                    <a:pt x="247" y="0"/>
                  </a:lnTo>
                  <a:lnTo>
                    <a:pt x="371" y="44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h3161"/>
            <p:cNvSpPr/>
            <p:nvPr/>
          </p:nvSpPr>
          <p:spPr>
            <a:xfrm>
              <a:off x="4153646" y="3068882"/>
              <a:ext cx="1177" cy="1102"/>
            </a:xfrm>
            <a:custGeom>
              <a:avLst/>
              <a:pathLst>
                <a:path w="1177" h="1102">
                  <a:moveTo>
                    <a:pt x="1177" y="0"/>
                  </a:moveTo>
                  <a:lnTo>
                    <a:pt x="512" y="967"/>
                  </a:lnTo>
                  <a:lnTo>
                    <a:pt x="0" y="110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h3162"/>
            <p:cNvSpPr/>
            <p:nvPr/>
          </p:nvSpPr>
          <p:spPr>
            <a:xfrm>
              <a:off x="4111247" y="3020195"/>
              <a:ext cx="867" cy="440"/>
            </a:xfrm>
            <a:custGeom>
              <a:avLst/>
              <a:pathLst>
                <a:path w="867" h="440">
                  <a:moveTo>
                    <a:pt x="867" y="440"/>
                  </a:moveTo>
                  <a:lnTo>
                    <a:pt x="0" y="283"/>
                  </a:lnTo>
                  <a:lnTo>
                    <a:pt x="71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h3163"/>
            <p:cNvSpPr/>
            <p:nvPr/>
          </p:nvSpPr>
          <p:spPr>
            <a:xfrm>
              <a:off x="4112781" y="3018889"/>
              <a:ext cx="756" cy="555"/>
            </a:xfrm>
            <a:custGeom>
              <a:avLst/>
              <a:pathLst>
                <a:path w="756" h="555">
                  <a:moveTo>
                    <a:pt x="756" y="0"/>
                  </a:moveTo>
                  <a:lnTo>
                    <a:pt x="544" y="538"/>
                  </a:lnTo>
                  <a:lnTo>
                    <a:pt x="0" y="55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h3164"/>
            <p:cNvSpPr/>
            <p:nvPr/>
          </p:nvSpPr>
          <p:spPr>
            <a:xfrm>
              <a:off x="4113024" y="3017889"/>
              <a:ext cx="355" cy="258"/>
            </a:xfrm>
            <a:custGeom>
              <a:avLst/>
              <a:pathLst>
                <a:path w="355" h="258">
                  <a:moveTo>
                    <a:pt x="271" y="0"/>
                  </a:moveTo>
                  <a:lnTo>
                    <a:pt x="355" y="221"/>
                  </a:lnTo>
                  <a:lnTo>
                    <a:pt x="0" y="25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h3165"/>
            <p:cNvSpPr/>
            <p:nvPr/>
          </p:nvSpPr>
          <p:spPr>
            <a:xfrm>
              <a:off x="4110490" y="3013591"/>
              <a:ext cx="4140" cy="3132"/>
            </a:xfrm>
            <a:custGeom>
              <a:avLst/>
              <a:pathLst>
                <a:path w="4140" h="3132">
                  <a:moveTo>
                    <a:pt x="4140" y="0"/>
                  </a:moveTo>
                  <a:lnTo>
                    <a:pt x="2253" y="2106"/>
                  </a:lnTo>
                  <a:lnTo>
                    <a:pt x="0" y="313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h3166"/>
            <p:cNvSpPr/>
            <p:nvPr/>
          </p:nvSpPr>
          <p:spPr>
            <a:xfrm>
              <a:off x="4115702" y="3013471"/>
              <a:ext cx="492" cy="140"/>
            </a:xfrm>
            <a:custGeom>
              <a:avLst/>
              <a:pathLst>
                <a:path w="492" h="140">
                  <a:moveTo>
                    <a:pt x="0" y="140"/>
                  </a:moveTo>
                  <a:lnTo>
                    <a:pt x="492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h3167"/>
            <p:cNvSpPr/>
            <p:nvPr/>
          </p:nvSpPr>
          <p:spPr>
            <a:xfrm>
              <a:off x="4131096" y="2998892"/>
              <a:ext cx="816" cy="1008"/>
            </a:xfrm>
            <a:custGeom>
              <a:avLst/>
              <a:pathLst>
                <a:path w="816" h="1008">
                  <a:moveTo>
                    <a:pt x="0" y="0"/>
                  </a:moveTo>
                  <a:lnTo>
                    <a:pt x="476" y="72"/>
                  </a:lnTo>
                  <a:lnTo>
                    <a:pt x="816" y="100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h3168"/>
            <p:cNvSpPr/>
            <p:nvPr/>
          </p:nvSpPr>
          <p:spPr>
            <a:xfrm>
              <a:off x="4124794" y="2994744"/>
              <a:ext cx="5299" cy="4172"/>
            </a:xfrm>
            <a:custGeom>
              <a:avLst/>
              <a:pathLst>
                <a:path w="5299" h="4172">
                  <a:moveTo>
                    <a:pt x="1004" y="560"/>
                  </a:moveTo>
                  <a:lnTo>
                    <a:pt x="5299" y="4172"/>
                  </a:lnTo>
                  <a:lnTo>
                    <a:pt x="583" y="176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h3169"/>
            <p:cNvSpPr/>
            <p:nvPr/>
          </p:nvSpPr>
          <p:spPr>
            <a:xfrm>
              <a:off x="4117721" y="2991870"/>
              <a:ext cx="910" cy="518"/>
            </a:xfrm>
            <a:custGeom>
              <a:avLst/>
              <a:pathLst>
                <a:path w="910" h="518">
                  <a:moveTo>
                    <a:pt x="0" y="346"/>
                  </a:moveTo>
                  <a:lnTo>
                    <a:pt x="182" y="0"/>
                  </a:lnTo>
                  <a:lnTo>
                    <a:pt x="910" y="51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h3170"/>
            <p:cNvSpPr/>
            <p:nvPr/>
          </p:nvSpPr>
          <p:spPr>
            <a:xfrm>
              <a:off x="4119651" y="2989722"/>
              <a:ext cx="779" cy="548"/>
            </a:xfrm>
            <a:custGeom>
              <a:avLst/>
              <a:pathLst>
                <a:path w="779" h="548">
                  <a:moveTo>
                    <a:pt x="0" y="320"/>
                  </a:moveTo>
                  <a:lnTo>
                    <a:pt x="413" y="0"/>
                  </a:lnTo>
                  <a:lnTo>
                    <a:pt x="779" y="54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h3171"/>
            <p:cNvSpPr/>
            <p:nvPr/>
          </p:nvSpPr>
          <p:spPr>
            <a:xfrm>
              <a:off x="4105246" y="2978656"/>
              <a:ext cx="347" cy="441"/>
            </a:xfrm>
            <a:custGeom>
              <a:avLst/>
              <a:pathLst>
                <a:path w="347" h="441">
                  <a:moveTo>
                    <a:pt x="0" y="441"/>
                  </a:moveTo>
                  <a:lnTo>
                    <a:pt x="232" y="0"/>
                  </a:lnTo>
                  <a:lnTo>
                    <a:pt x="347" y="43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h3172"/>
            <p:cNvSpPr/>
            <p:nvPr/>
          </p:nvSpPr>
          <p:spPr>
            <a:xfrm>
              <a:off x="4105333" y="2977417"/>
              <a:ext cx="386" cy="986"/>
            </a:xfrm>
            <a:custGeom>
              <a:avLst/>
              <a:pathLst>
                <a:path w="386" h="986">
                  <a:moveTo>
                    <a:pt x="386" y="598"/>
                  </a:moveTo>
                  <a:lnTo>
                    <a:pt x="0" y="986"/>
                  </a:lnTo>
                  <a:lnTo>
                    <a:pt x="31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h3173"/>
            <p:cNvSpPr/>
            <p:nvPr/>
          </p:nvSpPr>
          <p:spPr>
            <a:xfrm>
              <a:off x="4115081" y="29700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h3174"/>
            <p:cNvSpPr/>
            <p:nvPr/>
          </p:nvSpPr>
          <p:spPr>
            <a:xfrm>
              <a:off x="4097797" y="2968303"/>
              <a:ext cx="4681" cy="324"/>
            </a:xfrm>
            <a:custGeom>
              <a:avLst/>
              <a:pathLst>
                <a:path w="4681" h="324">
                  <a:moveTo>
                    <a:pt x="0" y="324"/>
                  </a:moveTo>
                  <a:lnTo>
                    <a:pt x="1606" y="0"/>
                  </a:lnTo>
                  <a:lnTo>
                    <a:pt x="4681" y="16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h3175"/>
            <p:cNvSpPr/>
            <p:nvPr/>
          </p:nvSpPr>
          <p:spPr>
            <a:xfrm>
              <a:off x="4115971" y="2968381"/>
              <a:ext cx="136" cy="79"/>
            </a:xfrm>
            <a:custGeom>
              <a:avLst/>
              <a:pathLst>
                <a:path w="136" h="79">
                  <a:moveTo>
                    <a:pt x="136" y="0"/>
                  </a:moveTo>
                  <a:lnTo>
                    <a:pt x="0" y="7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h3176"/>
            <p:cNvSpPr/>
            <p:nvPr/>
          </p:nvSpPr>
          <p:spPr>
            <a:xfrm>
              <a:off x="4105825" y="296815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h3177"/>
            <p:cNvSpPr/>
            <p:nvPr/>
          </p:nvSpPr>
          <p:spPr>
            <a:xfrm>
              <a:off x="4116659" y="29678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h3178"/>
            <p:cNvSpPr/>
            <p:nvPr/>
          </p:nvSpPr>
          <p:spPr>
            <a:xfrm>
              <a:off x="4106973" y="2967781"/>
              <a:ext cx="373" cy="159"/>
            </a:xfrm>
            <a:custGeom>
              <a:avLst/>
              <a:pathLst>
                <a:path w="373" h="159">
                  <a:moveTo>
                    <a:pt x="373" y="0"/>
                  </a:moveTo>
                  <a:lnTo>
                    <a:pt x="0" y="15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h3179"/>
            <p:cNvSpPr/>
            <p:nvPr/>
          </p:nvSpPr>
          <p:spPr>
            <a:xfrm>
              <a:off x="4124201" y="2965574"/>
              <a:ext cx="386" cy="328"/>
            </a:xfrm>
            <a:custGeom>
              <a:avLst/>
              <a:pathLst>
                <a:path w="386" h="328">
                  <a:moveTo>
                    <a:pt x="0" y="15"/>
                  </a:moveTo>
                  <a:lnTo>
                    <a:pt x="200" y="0"/>
                  </a:lnTo>
                  <a:lnTo>
                    <a:pt x="386" y="32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h3180"/>
            <p:cNvSpPr/>
            <p:nvPr/>
          </p:nvSpPr>
          <p:spPr>
            <a:xfrm>
              <a:off x="4124838" y="2964822"/>
              <a:ext cx="408" cy="372"/>
            </a:xfrm>
            <a:custGeom>
              <a:avLst/>
              <a:pathLst>
                <a:path w="408" h="372">
                  <a:moveTo>
                    <a:pt x="0" y="370"/>
                  </a:moveTo>
                  <a:lnTo>
                    <a:pt x="408" y="0"/>
                  </a:lnTo>
                  <a:lnTo>
                    <a:pt x="268" y="37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h3181"/>
            <p:cNvSpPr/>
            <p:nvPr/>
          </p:nvSpPr>
          <p:spPr>
            <a:xfrm>
              <a:off x="4128424" y="2964387"/>
              <a:ext cx="357" cy="508"/>
            </a:xfrm>
            <a:custGeom>
              <a:avLst/>
              <a:pathLst>
                <a:path w="357" h="508">
                  <a:moveTo>
                    <a:pt x="131" y="0"/>
                  </a:moveTo>
                  <a:lnTo>
                    <a:pt x="357" y="508"/>
                  </a:lnTo>
                  <a:lnTo>
                    <a:pt x="0" y="10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h3182"/>
            <p:cNvSpPr/>
            <p:nvPr/>
          </p:nvSpPr>
          <p:spPr>
            <a:xfrm>
              <a:off x="4129234" y="2964312"/>
              <a:ext cx="338" cy="311"/>
            </a:xfrm>
            <a:custGeom>
              <a:avLst/>
              <a:pathLst>
                <a:path w="338" h="311">
                  <a:moveTo>
                    <a:pt x="0" y="302"/>
                  </a:moveTo>
                  <a:lnTo>
                    <a:pt x="326" y="0"/>
                  </a:lnTo>
                  <a:lnTo>
                    <a:pt x="338" y="31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h3183"/>
            <p:cNvSpPr/>
            <p:nvPr/>
          </p:nvSpPr>
          <p:spPr>
            <a:xfrm>
              <a:off x="4124898" y="2963905"/>
              <a:ext cx="1734" cy="725"/>
            </a:xfrm>
            <a:custGeom>
              <a:avLst/>
              <a:pathLst>
                <a:path w="1734" h="725">
                  <a:moveTo>
                    <a:pt x="0" y="0"/>
                  </a:moveTo>
                  <a:lnTo>
                    <a:pt x="1734" y="488"/>
                  </a:lnTo>
                  <a:lnTo>
                    <a:pt x="1043" y="72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h3184"/>
            <p:cNvSpPr/>
            <p:nvPr/>
          </p:nvSpPr>
          <p:spPr>
            <a:xfrm>
              <a:off x="4127402" y="2964070"/>
              <a:ext cx="1249" cy="248"/>
            </a:xfrm>
            <a:custGeom>
              <a:avLst/>
              <a:pathLst>
                <a:path w="1249" h="248">
                  <a:moveTo>
                    <a:pt x="0" y="124"/>
                  </a:moveTo>
                  <a:lnTo>
                    <a:pt x="1193" y="0"/>
                  </a:lnTo>
                  <a:lnTo>
                    <a:pt x="1249" y="24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h3185"/>
            <p:cNvSpPr/>
            <p:nvPr/>
          </p:nvSpPr>
          <p:spPr>
            <a:xfrm>
              <a:off x="4120954" y="2963210"/>
              <a:ext cx="543" cy="1098"/>
            </a:xfrm>
            <a:custGeom>
              <a:avLst/>
              <a:pathLst>
                <a:path w="543" h="1098">
                  <a:moveTo>
                    <a:pt x="105" y="1098"/>
                  </a:moveTo>
                  <a:lnTo>
                    <a:pt x="0" y="33"/>
                  </a:lnTo>
                  <a:lnTo>
                    <a:pt x="543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h3186"/>
            <p:cNvSpPr/>
            <p:nvPr/>
          </p:nvSpPr>
          <p:spPr>
            <a:xfrm>
              <a:off x="4124430" y="2963108"/>
              <a:ext cx="398" cy="552"/>
            </a:xfrm>
            <a:custGeom>
              <a:avLst/>
              <a:pathLst>
                <a:path w="398" h="552">
                  <a:moveTo>
                    <a:pt x="0" y="175"/>
                  </a:moveTo>
                  <a:lnTo>
                    <a:pt x="398" y="0"/>
                  </a:lnTo>
                  <a:lnTo>
                    <a:pt x="98" y="55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h3187"/>
            <p:cNvSpPr/>
            <p:nvPr/>
          </p:nvSpPr>
          <p:spPr>
            <a:xfrm>
              <a:off x="4128041" y="2962474"/>
              <a:ext cx="340" cy="829"/>
            </a:xfrm>
            <a:custGeom>
              <a:avLst/>
              <a:pathLst>
                <a:path w="340" h="829">
                  <a:moveTo>
                    <a:pt x="340" y="828"/>
                  </a:moveTo>
                  <a:lnTo>
                    <a:pt x="42" y="82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h3188"/>
            <p:cNvSpPr/>
            <p:nvPr/>
          </p:nvSpPr>
          <p:spPr>
            <a:xfrm>
              <a:off x="4121157" y="2961047"/>
              <a:ext cx="621" cy="820"/>
            </a:xfrm>
            <a:custGeom>
              <a:avLst/>
              <a:pathLst>
                <a:path w="621" h="820">
                  <a:moveTo>
                    <a:pt x="127" y="97"/>
                  </a:moveTo>
                  <a:lnTo>
                    <a:pt x="621" y="0"/>
                  </a:lnTo>
                  <a:lnTo>
                    <a:pt x="0" y="82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h3189"/>
            <p:cNvSpPr/>
            <p:nvPr/>
          </p:nvSpPr>
          <p:spPr>
            <a:xfrm>
              <a:off x="4098750" y="2961084"/>
              <a:ext cx="336" cy="389"/>
            </a:xfrm>
            <a:custGeom>
              <a:avLst/>
              <a:pathLst>
                <a:path w="336" h="389">
                  <a:moveTo>
                    <a:pt x="336" y="69"/>
                  </a:moveTo>
                  <a:lnTo>
                    <a:pt x="265" y="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h3190"/>
            <p:cNvSpPr/>
            <p:nvPr/>
          </p:nvSpPr>
          <p:spPr>
            <a:xfrm>
              <a:off x="4101030" y="2960830"/>
              <a:ext cx="913" cy="595"/>
            </a:xfrm>
            <a:custGeom>
              <a:avLst/>
              <a:pathLst>
                <a:path w="913" h="595">
                  <a:moveTo>
                    <a:pt x="0" y="0"/>
                  </a:moveTo>
                  <a:lnTo>
                    <a:pt x="913" y="595"/>
                  </a:lnTo>
                  <a:lnTo>
                    <a:pt x="163" y="56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h3191"/>
            <p:cNvSpPr/>
            <p:nvPr/>
          </p:nvSpPr>
          <p:spPr>
            <a:xfrm>
              <a:off x="4096976" y="2960702"/>
              <a:ext cx="1166" cy="475"/>
            </a:xfrm>
            <a:custGeom>
              <a:avLst/>
              <a:pathLst>
                <a:path w="1166" h="475">
                  <a:moveTo>
                    <a:pt x="0" y="222"/>
                  </a:moveTo>
                  <a:lnTo>
                    <a:pt x="659" y="0"/>
                  </a:lnTo>
                  <a:lnTo>
                    <a:pt x="1166" y="47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h3192"/>
            <p:cNvSpPr/>
            <p:nvPr/>
          </p:nvSpPr>
          <p:spPr>
            <a:xfrm>
              <a:off x="4127183" y="2951804"/>
              <a:ext cx="797" cy="448"/>
            </a:xfrm>
            <a:custGeom>
              <a:avLst/>
              <a:pathLst>
                <a:path w="797" h="448">
                  <a:moveTo>
                    <a:pt x="0" y="20"/>
                  </a:moveTo>
                  <a:lnTo>
                    <a:pt x="650" y="0"/>
                  </a:lnTo>
                  <a:lnTo>
                    <a:pt x="797" y="44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h3193"/>
            <p:cNvSpPr/>
            <p:nvPr/>
          </p:nvSpPr>
          <p:spPr>
            <a:xfrm>
              <a:off x="4126650" y="2951349"/>
              <a:ext cx="547" cy="597"/>
            </a:xfrm>
            <a:custGeom>
              <a:avLst/>
              <a:pathLst>
                <a:path w="547" h="597">
                  <a:moveTo>
                    <a:pt x="547" y="597"/>
                  </a:moveTo>
                  <a:lnTo>
                    <a:pt x="0" y="447"/>
                  </a:lnTo>
                  <a:lnTo>
                    <a:pt x="23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h3194"/>
            <p:cNvSpPr/>
            <p:nvPr/>
          </p:nvSpPr>
          <p:spPr>
            <a:xfrm>
              <a:off x="4125402" y="2950679"/>
              <a:ext cx="1222" cy="613"/>
            </a:xfrm>
            <a:custGeom>
              <a:avLst/>
              <a:pathLst>
                <a:path w="1222" h="613">
                  <a:moveTo>
                    <a:pt x="0" y="198"/>
                  </a:moveTo>
                  <a:lnTo>
                    <a:pt x="214" y="0"/>
                  </a:lnTo>
                  <a:lnTo>
                    <a:pt x="1222" y="61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h3195"/>
            <p:cNvSpPr/>
            <p:nvPr/>
          </p:nvSpPr>
          <p:spPr>
            <a:xfrm>
              <a:off x="4125174" y="2950634"/>
              <a:ext cx="38" cy="174"/>
            </a:xfrm>
            <a:custGeom>
              <a:avLst/>
              <a:pathLst>
                <a:path w="38" h="174">
                  <a:moveTo>
                    <a:pt x="0" y="174"/>
                  </a:moveTo>
                  <a:lnTo>
                    <a:pt x="38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h3196"/>
            <p:cNvSpPr/>
            <p:nvPr/>
          </p:nvSpPr>
          <p:spPr>
            <a:xfrm>
              <a:off x="4121837" y="2950107"/>
              <a:ext cx="3301" cy="615"/>
            </a:xfrm>
            <a:custGeom>
              <a:avLst/>
              <a:pathLst>
                <a:path w="3301" h="615">
                  <a:moveTo>
                    <a:pt x="0" y="241"/>
                  </a:moveTo>
                  <a:lnTo>
                    <a:pt x="491" y="0"/>
                  </a:lnTo>
                  <a:lnTo>
                    <a:pt x="3301" y="61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h3197"/>
            <p:cNvSpPr/>
            <p:nvPr/>
          </p:nvSpPr>
          <p:spPr>
            <a:xfrm>
              <a:off x="4172485" y="2825300"/>
              <a:ext cx="33827" cy="45191"/>
            </a:xfrm>
            <a:custGeom>
              <a:avLst/>
              <a:pathLst>
                <a:path w="33827" h="45191">
                  <a:moveTo>
                    <a:pt x="15161" y="8227"/>
                  </a:moveTo>
                  <a:lnTo>
                    <a:pt x="17126" y="8967"/>
                  </a:lnTo>
                  <a:lnTo>
                    <a:pt x="20075" y="7011"/>
                  </a:lnTo>
                  <a:lnTo>
                    <a:pt x="26072" y="5498"/>
                  </a:lnTo>
                  <a:lnTo>
                    <a:pt x="33311" y="0"/>
                  </a:lnTo>
                  <a:lnTo>
                    <a:pt x="33827" y="639"/>
                  </a:lnTo>
                  <a:lnTo>
                    <a:pt x="33267" y="2987"/>
                  </a:lnTo>
                  <a:lnTo>
                    <a:pt x="30021" y="11566"/>
                  </a:lnTo>
                  <a:lnTo>
                    <a:pt x="26900" y="17468"/>
                  </a:lnTo>
                  <a:lnTo>
                    <a:pt x="20927" y="24438"/>
                  </a:lnTo>
                  <a:lnTo>
                    <a:pt x="12071" y="38981"/>
                  </a:lnTo>
                  <a:lnTo>
                    <a:pt x="5630" y="45191"/>
                  </a:lnTo>
                  <a:lnTo>
                    <a:pt x="4833" y="44890"/>
                  </a:lnTo>
                  <a:lnTo>
                    <a:pt x="2608" y="41844"/>
                  </a:lnTo>
                  <a:lnTo>
                    <a:pt x="0" y="34734"/>
                  </a:lnTo>
                  <a:lnTo>
                    <a:pt x="175" y="27306"/>
                  </a:lnTo>
                  <a:lnTo>
                    <a:pt x="9263" y="8004"/>
                  </a:lnTo>
                  <a:lnTo>
                    <a:pt x="12881" y="5750"/>
                  </a:lnTo>
                  <a:lnTo>
                    <a:pt x="14803" y="651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h3198"/>
            <p:cNvSpPr/>
            <p:nvPr/>
          </p:nvSpPr>
          <p:spPr>
            <a:xfrm>
              <a:off x="4189477" y="2832829"/>
              <a:ext cx="587" cy="298"/>
            </a:xfrm>
            <a:custGeom>
              <a:avLst/>
              <a:pathLst>
                <a:path w="587" h="298">
                  <a:moveTo>
                    <a:pt x="272" y="298"/>
                  </a:moveTo>
                  <a:lnTo>
                    <a:pt x="0" y="0"/>
                  </a:lnTo>
                  <a:lnTo>
                    <a:pt x="587" y="5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h3199"/>
            <p:cNvSpPr/>
            <p:nvPr/>
          </p:nvSpPr>
          <p:spPr>
            <a:xfrm>
              <a:off x="4193332" y="2737894"/>
              <a:ext cx="5996" cy="7790"/>
            </a:xfrm>
            <a:custGeom>
              <a:avLst/>
              <a:pathLst>
                <a:path w="5996" h="7790">
                  <a:moveTo>
                    <a:pt x="432" y="0"/>
                  </a:moveTo>
                  <a:lnTo>
                    <a:pt x="5996" y="7790"/>
                  </a:lnTo>
                  <a:lnTo>
                    <a:pt x="4956" y="7362"/>
                  </a:lnTo>
                  <a:lnTo>
                    <a:pt x="1737" y="3953"/>
                  </a:lnTo>
                  <a:lnTo>
                    <a:pt x="1836" y="3237"/>
                  </a:lnTo>
                  <a:lnTo>
                    <a:pt x="3273" y="5405"/>
                  </a:lnTo>
                  <a:lnTo>
                    <a:pt x="990" y="1356"/>
                  </a:lnTo>
                  <a:lnTo>
                    <a:pt x="0" y="100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h3200"/>
            <p:cNvSpPr/>
            <p:nvPr/>
          </p:nvSpPr>
          <p:spPr>
            <a:xfrm>
              <a:off x="4174621" y="2716968"/>
              <a:ext cx="4202" cy="2969"/>
            </a:xfrm>
            <a:custGeom>
              <a:avLst/>
              <a:pathLst>
                <a:path w="4202" h="2969">
                  <a:moveTo>
                    <a:pt x="0" y="2969"/>
                  </a:moveTo>
                  <a:lnTo>
                    <a:pt x="535" y="1549"/>
                  </a:lnTo>
                  <a:lnTo>
                    <a:pt x="4202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h3201"/>
            <p:cNvSpPr/>
            <p:nvPr/>
          </p:nvSpPr>
          <p:spPr>
            <a:xfrm>
              <a:off x="4002283" y="2717855"/>
              <a:ext cx="181" cy="237"/>
            </a:xfrm>
            <a:custGeom>
              <a:avLst/>
              <a:pathLst>
                <a:path w="181" h="237">
                  <a:moveTo>
                    <a:pt x="181" y="180"/>
                  </a:moveTo>
                  <a:lnTo>
                    <a:pt x="0" y="237"/>
                  </a:lnTo>
                  <a:lnTo>
                    <a:pt x="14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h3202"/>
            <p:cNvSpPr/>
            <p:nvPr/>
          </p:nvSpPr>
          <p:spPr>
            <a:xfrm>
              <a:off x="4171140" y="2713723"/>
              <a:ext cx="1071" cy="2299"/>
            </a:xfrm>
            <a:custGeom>
              <a:avLst/>
              <a:pathLst>
                <a:path w="1071" h="2299">
                  <a:moveTo>
                    <a:pt x="993" y="0"/>
                  </a:moveTo>
                  <a:lnTo>
                    <a:pt x="1071" y="1803"/>
                  </a:lnTo>
                  <a:lnTo>
                    <a:pt x="0" y="229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h3203"/>
            <p:cNvSpPr/>
            <p:nvPr/>
          </p:nvSpPr>
          <p:spPr>
            <a:xfrm>
              <a:off x="4167982" y="2712909"/>
              <a:ext cx="1147" cy="1100"/>
            </a:xfrm>
            <a:custGeom>
              <a:avLst/>
              <a:pathLst>
                <a:path w="1147" h="1100">
                  <a:moveTo>
                    <a:pt x="1147" y="857"/>
                  </a:moveTo>
                  <a:lnTo>
                    <a:pt x="378" y="11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h3204"/>
            <p:cNvSpPr/>
            <p:nvPr/>
          </p:nvSpPr>
          <p:spPr>
            <a:xfrm>
              <a:off x="4169686" y="2712437"/>
              <a:ext cx="1391" cy="1347"/>
            </a:xfrm>
            <a:custGeom>
              <a:avLst/>
              <a:pathLst>
                <a:path w="1391" h="1347">
                  <a:moveTo>
                    <a:pt x="1142" y="641"/>
                  </a:moveTo>
                  <a:lnTo>
                    <a:pt x="1391" y="13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h3205"/>
            <p:cNvSpPr/>
            <p:nvPr/>
          </p:nvSpPr>
          <p:spPr>
            <a:xfrm>
              <a:off x="4183343" y="2703872"/>
              <a:ext cx="3407" cy="9351"/>
            </a:xfrm>
            <a:custGeom>
              <a:avLst/>
              <a:pathLst>
                <a:path w="3407" h="9351">
                  <a:moveTo>
                    <a:pt x="1061" y="2285"/>
                  </a:moveTo>
                  <a:lnTo>
                    <a:pt x="3407" y="9351"/>
                  </a:lnTo>
                  <a:lnTo>
                    <a:pt x="1239" y="3804"/>
                  </a:lnTo>
                  <a:lnTo>
                    <a:pt x="1170" y="527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h3206"/>
            <p:cNvSpPr/>
            <p:nvPr/>
          </p:nvSpPr>
          <p:spPr>
            <a:xfrm>
              <a:off x="4111264" y="2698218"/>
              <a:ext cx="41802" cy="16844"/>
            </a:xfrm>
            <a:custGeom>
              <a:avLst/>
              <a:pathLst>
                <a:path w="41802" h="16844">
                  <a:moveTo>
                    <a:pt x="10390" y="9946"/>
                  </a:moveTo>
                  <a:lnTo>
                    <a:pt x="13780" y="10471"/>
                  </a:lnTo>
                  <a:lnTo>
                    <a:pt x="21033" y="9429"/>
                  </a:lnTo>
                  <a:lnTo>
                    <a:pt x="29688" y="4891"/>
                  </a:lnTo>
                  <a:lnTo>
                    <a:pt x="34267" y="0"/>
                  </a:lnTo>
                  <a:lnTo>
                    <a:pt x="39400" y="792"/>
                  </a:lnTo>
                  <a:lnTo>
                    <a:pt x="41802" y="1813"/>
                  </a:lnTo>
                  <a:lnTo>
                    <a:pt x="39039" y="892"/>
                  </a:lnTo>
                  <a:lnTo>
                    <a:pt x="36593" y="1730"/>
                  </a:lnTo>
                  <a:lnTo>
                    <a:pt x="34315" y="457"/>
                  </a:lnTo>
                  <a:lnTo>
                    <a:pt x="34378" y="705"/>
                  </a:lnTo>
                  <a:lnTo>
                    <a:pt x="34363" y="914"/>
                  </a:lnTo>
                  <a:lnTo>
                    <a:pt x="32880" y="1920"/>
                  </a:lnTo>
                  <a:lnTo>
                    <a:pt x="31872" y="5058"/>
                  </a:lnTo>
                  <a:lnTo>
                    <a:pt x="27367" y="7299"/>
                  </a:lnTo>
                  <a:lnTo>
                    <a:pt x="22998" y="11564"/>
                  </a:lnTo>
                  <a:lnTo>
                    <a:pt x="14124" y="13789"/>
                  </a:lnTo>
                  <a:lnTo>
                    <a:pt x="9250" y="11796"/>
                  </a:lnTo>
                  <a:lnTo>
                    <a:pt x="7874" y="10068"/>
                  </a:lnTo>
                  <a:lnTo>
                    <a:pt x="4559" y="12415"/>
                  </a:lnTo>
                  <a:lnTo>
                    <a:pt x="1538" y="16514"/>
                  </a:lnTo>
                  <a:lnTo>
                    <a:pt x="954" y="16844"/>
                  </a:lnTo>
                  <a:lnTo>
                    <a:pt x="0" y="15868"/>
                  </a:lnTo>
                  <a:lnTo>
                    <a:pt x="6866" y="793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h3207"/>
            <p:cNvSpPr/>
            <p:nvPr/>
          </p:nvSpPr>
          <p:spPr>
            <a:xfrm>
              <a:off x="4162327" y="2705750"/>
              <a:ext cx="479" cy="1020"/>
            </a:xfrm>
            <a:custGeom>
              <a:avLst/>
              <a:pathLst>
                <a:path w="479" h="1020">
                  <a:moveTo>
                    <a:pt x="479" y="457"/>
                  </a:moveTo>
                  <a:lnTo>
                    <a:pt x="258" y="102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h3208"/>
            <p:cNvSpPr/>
            <p:nvPr/>
          </p:nvSpPr>
          <p:spPr>
            <a:xfrm>
              <a:off x="4157815" y="2701772"/>
              <a:ext cx="611" cy="1101"/>
            </a:xfrm>
            <a:custGeom>
              <a:avLst/>
              <a:pathLst>
                <a:path w="611" h="1101">
                  <a:moveTo>
                    <a:pt x="88" y="1101"/>
                  </a:moveTo>
                  <a:lnTo>
                    <a:pt x="0" y="278"/>
                  </a:lnTo>
                  <a:lnTo>
                    <a:pt x="61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h3209"/>
            <p:cNvSpPr/>
            <p:nvPr/>
          </p:nvSpPr>
          <p:spPr>
            <a:xfrm>
              <a:off x="4156070" y="2701212"/>
              <a:ext cx="463" cy="555"/>
            </a:xfrm>
            <a:custGeom>
              <a:avLst/>
              <a:pathLst>
                <a:path w="463" h="555">
                  <a:moveTo>
                    <a:pt x="0" y="0"/>
                  </a:moveTo>
                  <a:lnTo>
                    <a:pt x="463" y="545"/>
                  </a:lnTo>
                  <a:lnTo>
                    <a:pt x="174" y="55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h3210"/>
            <p:cNvSpPr/>
            <p:nvPr/>
          </p:nvSpPr>
          <p:spPr>
            <a:xfrm>
              <a:off x="4153587" y="2699783"/>
              <a:ext cx="6308" cy="2316"/>
            </a:xfrm>
            <a:custGeom>
              <a:avLst/>
              <a:pathLst>
                <a:path w="6308" h="2316">
                  <a:moveTo>
                    <a:pt x="956" y="0"/>
                  </a:moveTo>
                  <a:lnTo>
                    <a:pt x="6308" y="2316"/>
                  </a:lnTo>
                  <a:lnTo>
                    <a:pt x="0" y="32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g3211"/>
            <p:cNvSpPr/>
            <p:nvPr/>
          </p:nvSpPr>
          <p:spPr>
            <a:xfrm>
              <a:off x="4121972" y="1236918"/>
              <a:ext cx="62818" cy="106185"/>
            </a:xfrm>
            <a:custGeom>
              <a:avLst/>
              <a:pathLst>
                <a:path w="62818" h="106185">
                  <a:moveTo>
                    <a:pt x="62818" y="106185"/>
                  </a:moveTo>
                  <a:lnTo>
                    <a:pt x="0" y="0"/>
                  </a:lnTo>
                  <a:lnTo>
                    <a:pt x="12535" y="9638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l3212"/>
            <p:cNvSpPr/>
            <p:nvPr/>
          </p:nvSpPr>
          <p:spPr>
            <a:xfrm>
              <a:off x="4121972" y="1236918"/>
              <a:ext cx="41783" cy="321294"/>
            </a:xfrm>
            <a:custGeom>
              <a:avLst/>
              <a:pathLst>
                <a:path w="41783" h="321294">
                  <a:moveTo>
                    <a:pt x="41783" y="32129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tx3213"/>
            <p:cNvSpPr/>
            <p:nvPr/>
          </p:nvSpPr>
          <p:spPr>
            <a:xfrm rot="-444575">
              <a:off x="4105363" y="1416332"/>
              <a:ext cx="9171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214" name="rc3214"/>
            <p:cNvSpPr/>
            <p:nvPr/>
          </p:nvSpPr>
          <p:spPr>
            <a:xfrm>
              <a:off x="336724" y="3621049"/>
              <a:ext cx="236882" cy="89999"/>
            </a:xfrm>
            <a:prstGeom prst="rect">
              <a:avLst/>
            </a:prstGeom>
            <a:solidFill>
              <a:srgbClr val="000000">
                <a:alpha val="100000"/>
              </a:srgbClr>
            </a:solidFill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rc3215"/>
            <p:cNvSpPr/>
            <p:nvPr/>
          </p:nvSpPr>
          <p:spPr>
            <a:xfrm>
              <a:off x="573607" y="3621049"/>
              <a:ext cx="236882" cy="8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rc3216"/>
            <p:cNvSpPr/>
            <p:nvPr/>
          </p:nvSpPr>
          <p:spPr>
            <a:xfrm>
              <a:off x="810489" y="3621049"/>
              <a:ext cx="236882" cy="89999"/>
            </a:xfrm>
            <a:prstGeom prst="rect">
              <a:avLst/>
            </a:prstGeom>
            <a:solidFill>
              <a:srgbClr val="000000">
                <a:alpha val="100000"/>
              </a:srgbClr>
            </a:solidFill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rc3217"/>
            <p:cNvSpPr/>
            <p:nvPr/>
          </p:nvSpPr>
          <p:spPr>
            <a:xfrm>
              <a:off x="1047372" y="3621049"/>
              <a:ext cx="236882" cy="8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tx3218"/>
            <p:cNvSpPr/>
            <p:nvPr/>
          </p:nvSpPr>
          <p:spPr>
            <a:xfrm>
              <a:off x="1338254" y="3627918"/>
              <a:ext cx="349392" cy="762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800 km</a:t>
              </a:r>
            </a:p>
          </p:txBody>
        </p:sp>
        <p:sp>
          <p:nvSpPr>
            <p:cNvPr id="3219" name="tx3219"/>
            <p:cNvSpPr/>
            <p:nvPr/>
          </p:nvSpPr>
          <p:spPr>
            <a:xfrm>
              <a:off x="1353992" y="3885028"/>
              <a:ext cx="35579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Fuente</a:t>
              </a:r>
            </a:p>
          </p:txBody>
        </p:sp>
        <p:sp>
          <p:nvSpPr>
            <p:cNvPr id="3220" name="rc3220"/>
            <p:cNvSpPr/>
            <p:nvPr/>
          </p:nvSpPr>
          <p:spPr>
            <a:xfrm>
              <a:off x="858586" y="4042108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1" name="rc3221"/>
            <p:cNvSpPr/>
            <p:nvPr/>
          </p:nvSpPr>
          <p:spPr>
            <a:xfrm>
              <a:off x="859306" y="4042828"/>
              <a:ext cx="142560" cy="14256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22" name="rc3222"/>
            <p:cNvSpPr/>
            <p:nvPr/>
          </p:nvSpPr>
          <p:spPr>
            <a:xfrm>
              <a:off x="858586" y="4249371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3" name="rc3223"/>
            <p:cNvSpPr/>
            <p:nvPr/>
          </p:nvSpPr>
          <p:spPr>
            <a:xfrm>
              <a:off x="859306" y="4250091"/>
              <a:ext cx="142560" cy="14256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24" name="rc3224"/>
            <p:cNvSpPr/>
            <p:nvPr/>
          </p:nvSpPr>
          <p:spPr>
            <a:xfrm>
              <a:off x="858586" y="4456633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5" name="rc3225"/>
            <p:cNvSpPr/>
            <p:nvPr/>
          </p:nvSpPr>
          <p:spPr>
            <a:xfrm>
              <a:off x="859306" y="4457353"/>
              <a:ext cx="142560" cy="14256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26" name="tx3226"/>
            <p:cNvSpPr/>
            <p:nvPr/>
          </p:nvSpPr>
          <p:spPr>
            <a:xfrm>
              <a:off x="1065848" y="4082287"/>
              <a:ext cx="61283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Muestra directa</a:t>
              </a:r>
            </a:p>
          </p:txBody>
        </p:sp>
        <p:sp>
          <p:nvSpPr>
            <p:cNvPr id="3227" name="tx3227"/>
            <p:cNvSpPr/>
            <p:nvPr/>
          </p:nvSpPr>
          <p:spPr>
            <a:xfrm>
              <a:off x="1065848" y="4289549"/>
              <a:ext cx="76599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Sin muestra directa</a:t>
              </a:r>
            </a:p>
          </p:txBody>
        </p:sp>
        <p:sp>
          <p:nvSpPr>
            <p:cNvPr id="3228" name="tx3228"/>
            <p:cNvSpPr/>
            <p:nvPr/>
          </p:nvSpPr>
          <p:spPr>
            <a:xfrm>
              <a:off x="1065848" y="4496812"/>
              <a:ext cx="11393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Suprimido (n&lt;10, privacidad)</a:t>
              </a:r>
            </a:p>
          </p:txBody>
        </p:sp>
        <p:sp>
          <p:nvSpPr>
            <p:cNvPr id="3229" name="tx3229"/>
            <p:cNvSpPr/>
            <p:nvPr/>
          </p:nvSpPr>
          <p:spPr>
            <a:xfrm>
              <a:off x="2665095" y="3885028"/>
              <a:ext cx="74944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Diferencia (pp)</a:t>
              </a:r>
            </a:p>
          </p:txBody>
        </p:sp>
        <p:sp>
          <p:nvSpPr>
            <p:cNvPr id="3230" name="rc3230"/>
            <p:cNvSpPr/>
            <p:nvPr/>
          </p:nvSpPr>
          <p:spPr>
            <a:xfrm>
              <a:off x="2296631" y="4042108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1" name="rc3231"/>
            <p:cNvSpPr/>
            <p:nvPr/>
          </p:nvSpPr>
          <p:spPr>
            <a:xfrm>
              <a:off x="2300231" y="4045708"/>
              <a:ext cx="136799" cy="136799"/>
            </a:xfrm>
            <a:prstGeom prst="rect">
              <a:avLst/>
            </a:prstGeom>
            <a:solidFill>
              <a:srgbClr val="A50F15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32" name="rc3232"/>
            <p:cNvSpPr/>
            <p:nvPr/>
          </p:nvSpPr>
          <p:spPr>
            <a:xfrm>
              <a:off x="3071448" y="4042108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3" name="rc3233"/>
            <p:cNvSpPr/>
            <p:nvPr/>
          </p:nvSpPr>
          <p:spPr>
            <a:xfrm>
              <a:off x="3075048" y="4045708"/>
              <a:ext cx="136799" cy="136799"/>
            </a:xfrm>
            <a:prstGeom prst="rect">
              <a:avLst/>
            </a:prstGeom>
            <a:solidFill>
              <a:srgbClr val="DE2D26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34" name="rc3234"/>
            <p:cNvSpPr/>
            <p:nvPr/>
          </p:nvSpPr>
          <p:spPr>
            <a:xfrm>
              <a:off x="2296631" y="4249371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5" name="rc3235"/>
            <p:cNvSpPr/>
            <p:nvPr/>
          </p:nvSpPr>
          <p:spPr>
            <a:xfrm>
              <a:off x="2300231" y="4252971"/>
              <a:ext cx="136799" cy="136799"/>
            </a:xfrm>
            <a:prstGeom prst="rect">
              <a:avLst/>
            </a:prstGeom>
            <a:solidFill>
              <a:srgbClr val="FB6A4A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36" name="rc3236"/>
            <p:cNvSpPr/>
            <p:nvPr/>
          </p:nvSpPr>
          <p:spPr>
            <a:xfrm>
              <a:off x="3071448" y="4249371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7" name="rc3237"/>
            <p:cNvSpPr/>
            <p:nvPr/>
          </p:nvSpPr>
          <p:spPr>
            <a:xfrm>
              <a:off x="3075048" y="4252971"/>
              <a:ext cx="136799" cy="136799"/>
            </a:xfrm>
            <a:prstGeom prst="rect">
              <a:avLst/>
            </a:prstGeom>
            <a:solidFill>
              <a:srgbClr val="FC9272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38" name="rc3238"/>
            <p:cNvSpPr/>
            <p:nvPr/>
          </p:nvSpPr>
          <p:spPr>
            <a:xfrm>
              <a:off x="2296631" y="4456633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9" name="rc3239"/>
            <p:cNvSpPr/>
            <p:nvPr/>
          </p:nvSpPr>
          <p:spPr>
            <a:xfrm>
              <a:off x="2300231" y="4460233"/>
              <a:ext cx="136799" cy="136799"/>
            </a:xfrm>
            <a:prstGeom prst="rect">
              <a:avLst/>
            </a:prstGeom>
            <a:solidFill>
              <a:srgbClr val="FCBBA1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40" name="rc3240"/>
            <p:cNvSpPr/>
            <p:nvPr/>
          </p:nvSpPr>
          <p:spPr>
            <a:xfrm>
              <a:off x="3071448" y="4456633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1" name="rc3241"/>
            <p:cNvSpPr/>
            <p:nvPr/>
          </p:nvSpPr>
          <p:spPr>
            <a:xfrm>
              <a:off x="3075048" y="4460233"/>
              <a:ext cx="136799" cy="136799"/>
            </a:xfrm>
            <a:prstGeom prst="rect">
              <a:avLst/>
            </a:prstGeom>
            <a:solidFill>
              <a:srgbClr val="FEE5D9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42" name="rc3242"/>
            <p:cNvSpPr/>
            <p:nvPr/>
          </p:nvSpPr>
          <p:spPr>
            <a:xfrm>
              <a:off x="2296631" y="4663896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3" name="rc3243"/>
            <p:cNvSpPr/>
            <p:nvPr/>
          </p:nvSpPr>
          <p:spPr>
            <a:xfrm>
              <a:off x="2300231" y="4667496"/>
              <a:ext cx="136799" cy="13679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44" name="tx3244"/>
            <p:cNvSpPr/>
            <p:nvPr/>
          </p:nvSpPr>
          <p:spPr>
            <a:xfrm>
              <a:off x="2503894" y="4082287"/>
              <a:ext cx="43013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-38,2 a -25</a:t>
              </a:r>
            </a:p>
          </p:txBody>
        </p:sp>
        <p:sp>
          <p:nvSpPr>
            <p:cNvPr id="3245" name="tx3245"/>
            <p:cNvSpPr/>
            <p:nvPr/>
          </p:nvSpPr>
          <p:spPr>
            <a:xfrm>
              <a:off x="3278711" y="4082287"/>
              <a:ext cx="355975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-25 a -24</a:t>
              </a:r>
            </a:p>
          </p:txBody>
        </p:sp>
        <p:sp>
          <p:nvSpPr>
            <p:cNvPr id="3246" name="tx3246"/>
            <p:cNvSpPr/>
            <p:nvPr/>
          </p:nvSpPr>
          <p:spPr>
            <a:xfrm>
              <a:off x="2503894" y="4289549"/>
              <a:ext cx="43013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-24 a -23,2</a:t>
              </a:r>
            </a:p>
          </p:txBody>
        </p:sp>
        <p:sp>
          <p:nvSpPr>
            <p:cNvPr id="3247" name="tx3247"/>
            <p:cNvSpPr/>
            <p:nvPr/>
          </p:nvSpPr>
          <p:spPr>
            <a:xfrm>
              <a:off x="3278711" y="4289549"/>
              <a:ext cx="50429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-23,2 a -22,3</a:t>
              </a:r>
            </a:p>
          </p:txBody>
        </p:sp>
        <p:sp>
          <p:nvSpPr>
            <p:cNvPr id="3248" name="tx3248"/>
            <p:cNvSpPr/>
            <p:nvPr/>
          </p:nvSpPr>
          <p:spPr>
            <a:xfrm>
              <a:off x="2503894" y="4496812"/>
              <a:ext cx="50429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-22,3 a -21,2</a:t>
              </a:r>
            </a:p>
          </p:txBody>
        </p:sp>
        <p:sp>
          <p:nvSpPr>
            <p:cNvPr id="3249" name="tx3249"/>
            <p:cNvSpPr/>
            <p:nvPr/>
          </p:nvSpPr>
          <p:spPr>
            <a:xfrm>
              <a:off x="3278711" y="4496812"/>
              <a:ext cx="50429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-21,2 a -10,3</a:t>
              </a:r>
            </a:p>
          </p:txBody>
        </p:sp>
        <p:sp>
          <p:nvSpPr>
            <p:cNvPr id="3250" name="tx3250"/>
            <p:cNvSpPr/>
            <p:nvPr/>
          </p:nvSpPr>
          <p:spPr>
            <a:xfrm>
              <a:off x="2503894" y="4704075"/>
              <a:ext cx="32625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Sin dato</a:t>
              </a:r>
            </a:p>
          </p:txBody>
        </p:sp>
        <p:sp>
          <p:nvSpPr>
            <p:cNvPr id="3251" name="tx3251"/>
            <p:cNvSpPr/>
            <p:nvPr/>
          </p:nvSpPr>
          <p:spPr>
            <a:xfrm>
              <a:off x="1831727" y="1016086"/>
              <a:ext cx="97813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A. Diagnóstico</a:t>
              </a:r>
            </a:p>
          </p:txBody>
        </p:sp>
        <p:sp>
          <p:nvSpPr>
            <p:cNvPr id="3252" name="rc3252"/>
            <p:cNvSpPr/>
            <p:nvPr/>
          </p:nvSpPr>
          <p:spPr>
            <a:xfrm>
              <a:off x="4749135" y="1145565"/>
              <a:ext cx="4148139" cy="26554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3" name="ph3253"/>
            <p:cNvSpPr/>
            <p:nvPr/>
          </p:nvSpPr>
          <p:spPr>
            <a:xfrm>
              <a:off x="6754418" y="2734406"/>
              <a:ext cx="39707" cy="33400"/>
            </a:xfrm>
            <a:custGeom>
              <a:avLst/>
              <a:pathLst>
                <a:path w="39707" h="33400">
                  <a:moveTo>
                    <a:pt x="31890" y="122"/>
                  </a:moveTo>
                  <a:lnTo>
                    <a:pt x="34245" y="1807"/>
                  </a:lnTo>
                  <a:lnTo>
                    <a:pt x="38060" y="2327"/>
                  </a:lnTo>
                  <a:lnTo>
                    <a:pt x="39707" y="3979"/>
                  </a:lnTo>
                  <a:lnTo>
                    <a:pt x="38077" y="12129"/>
                  </a:lnTo>
                  <a:lnTo>
                    <a:pt x="37554" y="13647"/>
                  </a:lnTo>
                  <a:lnTo>
                    <a:pt x="34451" y="15268"/>
                  </a:lnTo>
                  <a:lnTo>
                    <a:pt x="30177" y="14654"/>
                  </a:lnTo>
                  <a:lnTo>
                    <a:pt x="29827" y="18145"/>
                  </a:lnTo>
                  <a:lnTo>
                    <a:pt x="27420" y="19049"/>
                  </a:lnTo>
                  <a:lnTo>
                    <a:pt x="23663" y="18969"/>
                  </a:lnTo>
                  <a:lnTo>
                    <a:pt x="20583" y="21703"/>
                  </a:lnTo>
                  <a:lnTo>
                    <a:pt x="18751" y="27426"/>
                  </a:lnTo>
                  <a:lnTo>
                    <a:pt x="16308" y="30520"/>
                  </a:lnTo>
                  <a:lnTo>
                    <a:pt x="7543" y="31173"/>
                  </a:lnTo>
                  <a:lnTo>
                    <a:pt x="5495" y="32453"/>
                  </a:lnTo>
                  <a:lnTo>
                    <a:pt x="3396" y="32288"/>
                  </a:lnTo>
                  <a:lnTo>
                    <a:pt x="0" y="33400"/>
                  </a:lnTo>
                  <a:lnTo>
                    <a:pt x="309" y="17923"/>
                  </a:lnTo>
                  <a:lnTo>
                    <a:pt x="2288" y="10200"/>
                  </a:lnTo>
                  <a:lnTo>
                    <a:pt x="4612" y="4677"/>
                  </a:lnTo>
                  <a:lnTo>
                    <a:pt x="5712" y="5211"/>
                  </a:lnTo>
                  <a:lnTo>
                    <a:pt x="8996" y="3580"/>
                  </a:lnTo>
                  <a:lnTo>
                    <a:pt x="13352" y="3661"/>
                  </a:lnTo>
                  <a:lnTo>
                    <a:pt x="17291" y="8539"/>
                  </a:lnTo>
                  <a:lnTo>
                    <a:pt x="19336" y="7181"/>
                  </a:lnTo>
                  <a:lnTo>
                    <a:pt x="21275" y="1717"/>
                  </a:lnTo>
                  <a:lnTo>
                    <a:pt x="266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h3254"/>
            <p:cNvSpPr/>
            <p:nvPr/>
          </p:nvSpPr>
          <p:spPr>
            <a:xfrm>
              <a:off x="6741920" y="2698698"/>
              <a:ext cx="41393" cy="44247"/>
            </a:xfrm>
            <a:custGeom>
              <a:avLst/>
              <a:pathLst>
                <a:path w="41393" h="44247">
                  <a:moveTo>
                    <a:pt x="30656" y="11438"/>
                  </a:moveTo>
                  <a:lnTo>
                    <a:pt x="35013" y="12451"/>
                  </a:lnTo>
                  <a:lnTo>
                    <a:pt x="39238" y="12413"/>
                  </a:lnTo>
                  <a:lnTo>
                    <a:pt x="40099" y="13239"/>
                  </a:lnTo>
                  <a:lnTo>
                    <a:pt x="38281" y="24202"/>
                  </a:lnTo>
                  <a:lnTo>
                    <a:pt x="41334" y="25740"/>
                  </a:lnTo>
                  <a:lnTo>
                    <a:pt x="41393" y="27189"/>
                  </a:lnTo>
                  <a:lnTo>
                    <a:pt x="37977" y="25619"/>
                  </a:lnTo>
                  <a:lnTo>
                    <a:pt x="36805" y="30754"/>
                  </a:lnTo>
                  <a:lnTo>
                    <a:pt x="33519" y="31808"/>
                  </a:lnTo>
                  <a:lnTo>
                    <a:pt x="33773" y="37425"/>
                  </a:lnTo>
                  <a:lnTo>
                    <a:pt x="31834" y="42889"/>
                  </a:lnTo>
                  <a:lnTo>
                    <a:pt x="29789" y="44247"/>
                  </a:lnTo>
                  <a:lnTo>
                    <a:pt x="25851" y="39369"/>
                  </a:lnTo>
                  <a:lnTo>
                    <a:pt x="21494" y="39288"/>
                  </a:lnTo>
                  <a:lnTo>
                    <a:pt x="18211" y="40919"/>
                  </a:lnTo>
                  <a:lnTo>
                    <a:pt x="17110" y="40384"/>
                  </a:lnTo>
                  <a:lnTo>
                    <a:pt x="16171" y="38441"/>
                  </a:lnTo>
                  <a:lnTo>
                    <a:pt x="10967" y="36964"/>
                  </a:lnTo>
                  <a:lnTo>
                    <a:pt x="8860" y="31588"/>
                  </a:lnTo>
                  <a:lnTo>
                    <a:pt x="6094" y="29998"/>
                  </a:lnTo>
                  <a:lnTo>
                    <a:pt x="4151" y="30431"/>
                  </a:lnTo>
                  <a:lnTo>
                    <a:pt x="0" y="28502"/>
                  </a:lnTo>
                  <a:lnTo>
                    <a:pt x="2190" y="19233"/>
                  </a:lnTo>
                  <a:lnTo>
                    <a:pt x="4007" y="17233"/>
                  </a:lnTo>
                  <a:lnTo>
                    <a:pt x="5165" y="16946"/>
                  </a:lnTo>
                  <a:lnTo>
                    <a:pt x="6684" y="12644"/>
                  </a:lnTo>
                  <a:lnTo>
                    <a:pt x="2950" y="10051"/>
                  </a:lnTo>
                  <a:lnTo>
                    <a:pt x="3134" y="4005"/>
                  </a:lnTo>
                  <a:lnTo>
                    <a:pt x="10043" y="4084"/>
                  </a:lnTo>
                  <a:lnTo>
                    <a:pt x="22167" y="4021"/>
                  </a:lnTo>
                  <a:lnTo>
                    <a:pt x="27339" y="1830"/>
                  </a:lnTo>
                  <a:lnTo>
                    <a:pt x="28323" y="48"/>
                  </a:lnTo>
                  <a:lnTo>
                    <a:pt x="2906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h3255"/>
            <p:cNvSpPr/>
            <p:nvPr/>
          </p:nvSpPr>
          <p:spPr>
            <a:xfrm>
              <a:off x="6755195" y="2731244"/>
              <a:ext cx="63473" cy="59311"/>
            </a:xfrm>
            <a:custGeom>
              <a:avLst/>
              <a:pathLst>
                <a:path w="63473" h="59311">
                  <a:moveTo>
                    <a:pt x="58263" y="80"/>
                  </a:moveTo>
                  <a:lnTo>
                    <a:pt x="58343" y="1937"/>
                  </a:lnTo>
                  <a:lnTo>
                    <a:pt x="57103" y="4227"/>
                  </a:lnTo>
                  <a:lnTo>
                    <a:pt x="57973" y="6319"/>
                  </a:lnTo>
                  <a:lnTo>
                    <a:pt x="59530" y="6860"/>
                  </a:lnTo>
                  <a:lnTo>
                    <a:pt x="59070" y="13512"/>
                  </a:lnTo>
                  <a:lnTo>
                    <a:pt x="55249" y="12895"/>
                  </a:lnTo>
                  <a:lnTo>
                    <a:pt x="54446" y="18055"/>
                  </a:lnTo>
                  <a:lnTo>
                    <a:pt x="49989" y="26829"/>
                  </a:lnTo>
                  <a:lnTo>
                    <a:pt x="49847" y="30283"/>
                  </a:lnTo>
                  <a:lnTo>
                    <a:pt x="52594" y="37516"/>
                  </a:lnTo>
                  <a:lnTo>
                    <a:pt x="58524" y="35662"/>
                  </a:lnTo>
                  <a:lnTo>
                    <a:pt x="63473" y="36569"/>
                  </a:lnTo>
                  <a:lnTo>
                    <a:pt x="62560" y="38344"/>
                  </a:lnTo>
                  <a:lnTo>
                    <a:pt x="61201" y="37765"/>
                  </a:lnTo>
                  <a:lnTo>
                    <a:pt x="59794" y="38991"/>
                  </a:lnTo>
                  <a:lnTo>
                    <a:pt x="58557" y="42376"/>
                  </a:lnTo>
                  <a:lnTo>
                    <a:pt x="57179" y="43315"/>
                  </a:lnTo>
                  <a:lnTo>
                    <a:pt x="53969" y="48460"/>
                  </a:lnTo>
                  <a:lnTo>
                    <a:pt x="49586" y="50711"/>
                  </a:lnTo>
                  <a:lnTo>
                    <a:pt x="45136" y="50908"/>
                  </a:lnTo>
                  <a:lnTo>
                    <a:pt x="42756" y="55281"/>
                  </a:lnTo>
                  <a:lnTo>
                    <a:pt x="35192" y="55280"/>
                  </a:lnTo>
                  <a:lnTo>
                    <a:pt x="33373" y="58744"/>
                  </a:lnTo>
                  <a:lnTo>
                    <a:pt x="31466" y="59311"/>
                  </a:lnTo>
                  <a:lnTo>
                    <a:pt x="24289" y="55413"/>
                  </a:lnTo>
                  <a:lnTo>
                    <a:pt x="19982" y="53106"/>
                  </a:lnTo>
                  <a:lnTo>
                    <a:pt x="17311" y="52572"/>
                  </a:lnTo>
                  <a:lnTo>
                    <a:pt x="12080" y="48419"/>
                  </a:lnTo>
                  <a:lnTo>
                    <a:pt x="3749" y="43456"/>
                  </a:lnTo>
                  <a:lnTo>
                    <a:pt x="0" y="43283"/>
                  </a:lnTo>
                  <a:lnTo>
                    <a:pt x="6569" y="37980"/>
                  </a:lnTo>
                  <a:lnTo>
                    <a:pt x="4718" y="35614"/>
                  </a:lnTo>
                  <a:lnTo>
                    <a:pt x="6765" y="34334"/>
                  </a:lnTo>
                  <a:lnTo>
                    <a:pt x="15531" y="33681"/>
                  </a:lnTo>
                  <a:lnTo>
                    <a:pt x="17974" y="30587"/>
                  </a:lnTo>
                  <a:lnTo>
                    <a:pt x="19805" y="24864"/>
                  </a:lnTo>
                  <a:lnTo>
                    <a:pt x="22886" y="22130"/>
                  </a:lnTo>
                  <a:lnTo>
                    <a:pt x="26643" y="22210"/>
                  </a:lnTo>
                  <a:lnTo>
                    <a:pt x="29049" y="21306"/>
                  </a:lnTo>
                  <a:lnTo>
                    <a:pt x="29400" y="17815"/>
                  </a:lnTo>
                  <a:lnTo>
                    <a:pt x="33674" y="18429"/>
                  </a:lnTo>
                  <a:lnTo>
                    <a:pt x="36776" y="16808"/>
                  </a:lnTo>
                  <a:lnTo>
                    <a:pt x="37300" y="15290"/>
                  </a:lnTo>
                  <a:lnTo>
                    <a:pt x="39036" y="17266"/>
                  </a:lnTo>
                  <a:lnTo>
                    <a:pt x="46543" y="13585"/>
                  </a:lnTo>
                  <a:lnTo>
                    <a:pt x="45985" y="10550"/>
                  </a:lnTo>
                  <a:lnTo>
                    <a:pt x="43381" y="9959"/>
                  </a:lnTo>
                  <a:lnTo>
                    <a:pt x="44155" y="5734"/>
                  </a:lnTo>
                  <a:lnTo>
                    <a:pt x="45976" y="4888"/>
                  </a:lnTo>
                  <a:lnTo>
                    <a:pt x="52655" y="6916"/>
                  </a:lnTo>
                  <a:lnTo>
                    <a:pt x="54923" y="6069"/>
                  </a:lnTo>
                  <a:lnTo>
                    <a:pt x="54160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h3256"/>
            <p:cNvSpPr/>
            <p:nvPr/>
          </p:nvSpPr>
          <p:spPr>
            <a:xfrm>
              <a:off x="6780460" y="2680890"/>
              <a:ext cx="16236" cy="23305"/>
            </a:xfrm>
            <a:custGeom>
              <a:avLst/>
              <a:pathLst>
                <a:path w="16236" h="23305">
                  <a:moveTo>
                    <a:pt x="10797" y="5189"/>
                  </a:moveTo>
                  <a:lnTo>
                    <a:pt x="13538" y="6951"/>
                  </a:lnTo>
                  <a:lnTo>
                    <a:pt x="15616" y="9488"/>
                  </a:lnTo>
                  <a:lnTo>
                    <a:pt x="15259" y="11155"/>
                  </a:lnTo>
                  <a:lnTo>
                    <a:pt x="16236" y="15412"/>
                  </a:lnTo>
                  <a:lnTo>
                    <a:pt x="16096" y="21119"/>
                  </a:lnTo>
                  <a:lnTo>
                    <a:pt x="14211" y="22781"/>
                  </a:lnTo>
                  <a:lnTo>
                    <a:pt x="12269" y="23305"/>
                  </a:lnTo>
                  <a:lnTo>
                    <a:pt x="9941" y="22280"/>
                  </a:lnTo>
                  <a:lnTo>
                    <a:pt x="7654" y="19763"/>
                  </a:lnTo>
                  <a:lnTo>
                    <a:pt x="8902" y="18386"/>
                  </a:lnTo>
                  <a:lnTo>
                    <a:pt x="9038" y="16709"/>
                  </a:lnTo>
                  <a:lnTo>
                    <a:pt x="1946" y="17107"/>
                  </a:lnTo>
                  <a:lnTo>
                    <a:pt x="1918" y="14796"/>
                  </a:lnTo>
                  <a:lnTo>
                    <a:pt x="3522" y="14767"/>
                  </a:lnTo>
                  <a:lnTo>
                    <a:pt x="4763" y="12834"/>
                  </a:lnTo>
                  <a:lnTo>
                    <a:pt x="0" y="12904"/>
                  </a:lnTo>
                  <a:lnTo>
                    <a:pt x="2345" y="9757"/>
                  </a:lnTo>
                  <a:lnTo>
                    <a:pt x="6961" y="9299"/>
                  </a:lnTo>
                  <a:lnTo>
                    <a:pt x="8145" y="346"/>
                  </a:lnTo>
                  <a:lnTo>
                    <a:pt x="978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h3257"/>
            <p:cNvSpPr/>
            <p:nvPr/>
          </p:nvSpPr>
          <p:spPr>
            <a:xfrm>
              <a:off x="6788664" y="2727969"/>
              <a:ext cx="21455" cy="20541"/>
            </a:xfrm>
            <a:custGeom>
              <a:avLst/>
              <a:pathLst>
                <a:path w="21455" h="20541">
                  <a:moveTo>
                    <a:pt x="20692" y="3275"/>
                  </a:moveTo>
                  <a:lnTo>
                    <a:pt x="21455" y="9344"/>
                  </a:lnTo>
                  <a:lnTo>
                    <a:pt x="19186" y="10191"/>
                  </a:lnTo>
                  <a:lnTo>
                    <a:pt x="12507" y="8163"/>
                  </a:lnTo>
                  <a:lnTo>
                    <a:pt x="10686" y="9009"/>
                  </a:lnTo>
                  <a:lnTo>
                    <a:pt x="9913" y="13234"/>
                  </a:lnTo>
                  <a:lnTo>
                    <a:pt x="12516" y="13825"/>
                  </a:lnTo>
                  <a:lnTo>
                    <a:pt x="13074" y="16860"/>
                  </a:lnTo>
                  <a:lnTo>
                    <a:pt x="5567" y="20541"/>
                  </a:lnTo>
                  <a:lnTo>
                    <a:pt x="3831" y="18566"/>
                  </a:lnTo>
                  <a:lnTo>
                    <a:pt x="5461" y="10416"/>
                  </a:lnTo>
                  <a:lnTo>
                    <a:pt x="3814" y="8763"/>
                  </a:lnTo>
                  <a:lnTo>
                    <a:pt x="0" y="8243"/>
                  </a:lnTo>
                  <a:lnTo>
                    <a:pt x="2966" y="4865"/>
                  </a:lnTo>
                  <a:lnTo>
                    <a:pt x="2797" y="3403"/>
                  </a:lnTo>
                  <a:lnTo>
                    <a:pt x="1697" y="3228"/>
                  </a:lnTo>
                  <a:lnTo>
                    <a:pt x="1721" y="2073"/>
                  </a:lnTo>
                  <a:lnTo>
                    <a:pt x="3930" y="1468"/>
                  </a:lnTo>
                  <a:lnTo>
                    <a:pt x="9173" y="1937"/>
                  </a:lnTo>
                  <a:lnTo>
                    <a:pt x="14573" y="4478"/>
                  </a:lnTo>
                  <a:lnTo>
                    <a:pt x="1801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h3258"/>
            <p:cNvSpPr/>
            <p:nvPr/>
          </p:nvSpPr>
          <p:spPr>
            <a:xfrm>
              <a:off x="6775439" y="2717114"/>
              <a:ext cx="27798" cy="19098"/>
            </a:xfrm>
            <a:custGeom>
              <a:avLst/>
              <a:pathLst>
                <a:path w="27798" h="19098">
                  <a:moveTo>
                    <a:pt x="26213" y="2913"/>
                  </a:moveTo>
                  <a:lnTo>
                    <a:pt x="26163" y="4987"/>
                  </a:lnTo>
                  <a:lnTo>
                    <a:pt x="24556" y="7335"/>
                  </a:lnTo>
                  <a:lnTo>
                    <a:pt x="24352" y="10248"/>
                  </a:lnTo>
                  <a:lnTo>
                    <a:pt x="27798" y="15333"/>
                  </a:lnTo>
                  <a:lnTo>
                    <a:pt x="22398" y="12791"/>
                  </a:lnTo>
                  <a:lnTo>
                    <a:pt x="17154" y="12323"/>
                  </a:lnTo>
                  <a:lnTo>
                    <a:pt x="14946" y="12927"/>
                  </a:lnTo>
                  <a:lnTo>
                    <a:pt x="14922" y="14083"/>
                  </a:lnTo>
                  <a:lnTo>
                    <a:pt x="16022" y="14257"/>
                  </a:lnTo>
                  <a:lnTo>
                    <a:pt x="16190" y="15719"/>
                  </a:lnTo>
                  <a:lnTo>
                    <a:pt x="13224" y="19098"/>
                  </a:lnTo>
                  <a:lnTo>
                    <a:pt x="10869" y="17413"/>
                  </a:lnTo>
                  <a:lnTo>
                    <a:pt x="5614" y="17291"/>
                  </a:lnTo>
                  <a:lnTo>
                    <a:pt x="254" y="19008"/>
                  </a:lnTo>
                  <a:lnTo>
                    <a:pt x="0" y="13391"/>
                  </a:lnTo>
                  <a:lnTo>
                    <a:pt x="3286" y="12338"/>
                  </a:lnTo>
                  <a:lnTo>
                    <a:pt x="4458" y="7202"/>
                  </a:lnTo>
                  <a:lnTo>
                    <a:pt x="7874" y="8772"/>
                  </a:lnTo>
                  <a:lnTo>
                    <a:pt x="7814" y="7323"/>
                  </a:lnTo>
                  <a:lnTo>
                    <a:pt x="9806" y="5159"/>
                  </a:lnTo>
                  <a:lnTo>
                    <a:pt x="14945" y="3639"/>
                  </a:lnTo>
                  <a:lnTo>
                    <a:pt x="19407" y="1285"/>
                  </a:lnTo>
                  <a:lnTo>
                    <a:pt x="1945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h3259"/>
            <p:cNvSpPr/>
            <p:nvPr/>
          </p:nvSpPr>
          <p:spPr>
            <a:xfrm>
              <a:off x="6719665" y="2727200"/>
              <a:ext cx="42099" cy="50941"/>
            </a:xfrm>
            <a:custGeom>
              <a:avLst/>
              <a:pathLst>
                <a:path w="42099" h="50941">
                  <a:moveTo>
                    <a:pt x="26405" y="1928"/>
                  </a:moveTo>
                  <a:lnTo>
                    <a:pt x="28349" y="1495"/>
                  </a:lnTo>
                  <a:lnTo>
                    <a:pt x="31115" y="3086"/>
                  </a:lnTo>
                  <a:lnTo>
                    <a:pt x="33221" y="8461"/>
                  </a:lnTo>
                  <a:lnTo>
                    <a:pt x="38426" y="9939"/>
                  </a:lnTo>
                  <a:lnTo>
                    <a:pt x="39364" y="11882"/>
                  </a:lnTo>
                  <a:lnTo>
                    <a:pt x="37041" y="17405"/>
                  </a:lnTo>
                  <a:lnTo>
                    <a:pt x="35062" y="25128"/>
                  </a:lnTo>
                  <a:lnTo>
                    <a:pt x="34752" y="40606"/>
                  </a:lnTo>
                  <a:lnTo>
                    <a:pt x="38149" y="39493"/>
                  </a:lnTo>
                  <a:lnTo>
                    <a:pt x="40248" y="39659"/>
                  </a:lnTo>
                  <a:lnTo>
                    <a:pt x="42099" y="42024"/>
                  </a:lnTo>
                  <a:lnTo>
                    <a:pt x="35529" y="47327"/>
                  </a:lnTo>
                  <a:lnTo>
                    <a:pt x="33922" y="47295"/>
                  </a:lnTo>
                  <a:lnTo>
                    <a:pt x="29381" y="44225"/>
                  </a:lnTo>
                  <a:lnTo>
                    <a:pt x="25412" y="44549"/>
                  </a:lnTo>
                  <a:lnTo>
                    <a:pt x="22376" y="46145"/>
                  </a:lnTo>
                  <a:lnTo>
                    <a:pt x="21537" y="48482"/>
                  </a:lnTo>
                  <a:lnTo>
                    <a:pt x="18422" y="50491"/>
                  </a:lnTo>
                  <a:lnTo>
                    <a:pt x="16642" y="50941"/>
                  </a:lnTo>
                  <a:lnTo>
                    <a:pt x="15668" y="50353"/>
                  </a:lnTo>
                  <a:lnTo>
                    <a:pt x="9939" y="45746"/>
                  </a:lnTo>
                  <a:lnTo>
                    <a:pt x="6937" y="44225"/>
                  </a:lnTo>
                  <a:lnTo>
                    <a:pt x="3230" y="37331"/>
                  </a:lnTo>
                  <a:lnTo>
                    <a:pt x="392" y="33749"/>
                  </a:lnTo>
                  <a:lnTo>
                    <a:pt x="0" y="32880"/>
                  </a:lnTo>
                  <a:lnTo>
                    <a:pt x="706" y="31867"/>
                  </a:lnTo>
                  <a:lnTo>
                    <a:pt x="4459" y="21572"/>
                  </a:lnTo>
                  <a:lnTo>
                    <a:pt x="8508" y="14129"/>
                  </a:lnTo>
                  <a:lnTo>
                    <a:pt x="12904" y="8370"/>
                  </a:lnTo>
                  <a:lnTo>
                    <a:pt x="14626" y="4029"/>
                  </a:lnTo>
                  <a:lnTo>
                    <a:pt x="2225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h3260"/>
            <p:cNvSpPr/>
            <p:nvPr/>
          </p:nvSpPr>
          <p:spPr>
            <a:xfrm>
              <a:off x="6805042" y="2732035"/>
              <a:ext cx="41645" cy="36725"/>
            </a:xfrm>
            <a:custGeom>
              <a:avLst/>
              <a:pathLst>
                <a:path w="41645" h="36725">
                  <a:moveTo>
                    <a:pt x="20587" y="3855"/>
                  </a:moveTo>
                  <a:lnTo>
                    <a:pt x="22502" y="8045"/>
                  </a:lnTo>
                  <a:lnTo>
                    <a:pt x="26722" y="7823"/>
                  </a:lnTo>
                  <a:lnTo>
                    <a:pt x="26228" y="6713"/>
                  </a:lnTo>
                  <a:lnTo>
                    <a:pt x="34007" y="14531"/>
                  </a:lnTo>
                  <a:lnTo>
                    <a:pt x="36224" y="16428"/>
                  </a:lnTo>
                  <a:lnTo>
                    <a:pt x="41645" y="16701"/>
                  </a:lnTo>
                  <a:lnTo>
                    <a:pt x="41319" y="21211"/>
                  </a:lnTo>
                  <a:lnTo>
                    <a:pt x="36159" y="20848"/>
                  </a:lnTo>
                  <a:lnTo>
                    <a:pt x="28701" y="23559"/>
                  </a:lnTo>
                  <a:lnTo>
                    <a:pt x="16820" y="28314"/>
                  </a:lnTo>
                  <a:lnTo>
                    <a:pt x="16412" y="32260"/>
                  </a:lnTo>
                  <a:lnTo>
                    <a:pt x="13626" y="35778"/>
                  </a:lnTo>
                  <a:lnTo>
                    <a:pt x="8677" y="34871"/>
                  </a:lnTo>
                  <a:lnTo>
                    <a:pt x="2747" y="36725"/>
                  </a:lnTo>
                  <a:lnTo>
                    <a:pt x="0" y="29492"/>
                  </a:lnTo>
                  <a:lnTo>
                    <a:pt x="142" y="26038"/>
                  </a:lnTo>
                  <a:lnTo>
                    <a:pt x="4599" y="17264"/>
                  </a:lnTo>
                  <a:lnTo>
                    <a:pt x="5402" y="12104"/>
                  </a:lnTo>
                  <a:lnTo>
                    <a:pt x="9223" y="12721"/>
                  </a:lnTo>
                  <a:lnTo>
                    <a:pt x="9683" y="6069"/>
                  </a:lnTo>
                  <a:lnTo>
                    <a:pt x="13586" y="6801"/>
                  </a:lnTo>
                  <a:lnTo>
                    <a:pt x="14180" y="3268"/>
                  </a:lnTo>
                  <a:lnTo>
                    <a:pt x="15418" y="1077"/>
                  </a:lnTo>
                  <a:lnTo>
                    <a:pt x="1733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h3261"/>
            <p:cNvSpPr/>
            <p:nvPr/>
          </p:nvSpPr>
          <p:spPr>
            <a:xfrm>
              <a:off x="6799791" y="2701031"/>
              <a:ext cx="44369" cy="45536"/>
            </a:xfrm>
            <a:custGeom>
              <a:avLst/>
              <a:pathLst>
                <a:path w="44369" h="45536">
                  <a:moveTo>
                    <a:pt x="22227" y="931"/>
                  </a:moveTo>
                  <a:lnTo>
                    <a:pt x="26467" y="8466"/>
                  </a:lnTo>
                  <a:lnTo>
                    <a:pt x="26841" y="11340"/>
                  </a:lnTo>
                  <a:lnTo>
                    <a:pt x="26648" y="18071"/>
                  </a:lnTo>
                  <a:lnTo>
                    <a:pt x="23174" y="17998"/>
                  </a:lnTo>
                  <a:lnTo>
                    <a:pt x="21252" y="19953"/>
                  </a:lnTo>
                  <a:lnTo>
                    <a:pt x="23607" y="23092"/>
                  </a:lnTo>
                  <a:lnTo>
                    <a:pt x="28474" y="24264"/>
                  </a:lnTo>
                  <a:lnTo>
                    <a:pt x="41037" y="32817"/>
                  </a:lnTo>
                  <a:lnTo>
                    <a:pt x="44369" y="34115"/>
                  </a:lnTo>
                  <a:lnTo>
                    <a:pt x="43662" y="36298"/>
                  </a:lnTo>
                  <a:lnTo>
                    <a:pt x="43556" y="41214"/>
                  </a:lnTo>
                  <a:lnTo>
                    <a:pt x="40055" y="43151"/>
                  </a:lnTo>
                  <a:lnTo>
                    <a:pt x="39259" y="45536"/>
                  </a:lnTo>
                  <a:lnTo>
                    <a:pt x="31480" y="37718"/>
                  </a:lnTo>
                  <a:lnTo>
                    <a:pt x="31973" y="38827"/>
                  </a:lnTo>
                  <a:lnTo>
                    <a:pt x="27753" y="39050"/>
                  </a:lnTo>
                  <a:lnTo>
                    <a:pt x="25838" y="34860"/>
                  </a:lnTo>
                  <a:lnTo>
                    <a:pt x="22585" y="31004"/>
                  </a:lnTo>
                  <a:lnTo>
                    <a:pt x="20669" y="32081"/>
                  </a:lnTo>
                  <a:lnTo>
                    <a:pt x="19431" y="34272"/>
                  </a:lnTo>
                  <a:lnTo>
                    <a:pt x="18837" y="37805"/>
                  </a:lnTo>
                  <a:lnTo>
                    <a:pt x="14934" y="37073"/>
                  </a:lnTo>
                  <a:lnTo>
                    <a:pt x="13377" y="36533"/>
                  </a:lnTo>
                  <a:lnTo>
                    <a:pt x="12507" y="34441"/>
                  </a:lnTo>
                  <a:lnTo>
                    <a:pt x="13748" y="32150"/>
                  </a:lnTo>
                  <a:lnTo>
                    <a:pt x="13667" y="30293"/>
                  </a:lnTo>
                  <a:lnTo>
                    <a:pt x="9565" y="30213"/>
                  </a:lnTo>
                  <a:lnTo>
                    <a:pt x="6891" y="26938"/>
                  </a:lnTo>
                  <a:lnTo>
                    <a:pt x="3446" y="31416"/>
                  </a:lnTo>
                  <a:lnTo>
                    <a:pt x="0" y="26331"/>
                  </a:lnTo>
                  <a:lnTo>
                    <a:pt x="204" y="23418"/>
                  </a:lnTo>
                  <a:lnTo>
                    <a:pt x="1811" y="21070"/>
                  </a:lnTo>
                  <a:lnTo>
                    <a:pt x="1861" y="18997"/>
                  </a:lnTo>
                  <a:lnTo>
                    <a:pt x="4040" y="18955"/>
                  </a:lnTo>
                  <a:lnTo>
                    <a:pt x="5324" y="23111"/>
                  </a:lnTo>
                  <a:lnTo>
                    <a:pt x="6291" y="23660"/>
                  </a:lnTo>
                  <a:lnTo>
                    <a:pt x="10127" y="20507"/>
                  </a:lnTo>
                  <a:lnTo>
                    <a:pt x="11642" y="2499"/>
                  </a:lnTo>
                  <a:lnTo>
                    <a:pt x="13778" y="2709"/>
                  </a:lnTo>
                  <a:lnTo>
                    <a:pt x="1755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h3262"/>
            <p:cNvSpPr/>
            <p:nvPr/>
          </p:nvSpPr>
          <p:spPr>
            <a:xfrm>
              <a:off x="6792743" y="2693636"/>
              <a:ext cx="18690" cy="31054"/>
            </a:xfrm>
            <a:custGeom>
              <a:avLst/>
              <a:pathLst>
                <a:path w="18690" h="31054">
                  <a:moveTo>
                    <a:pt x="14065" y="1827"/>
                  </a:moveTo>
                  <a:lnTo>
                    <a:pt x="15562" y="2004"/>
                  </a:lnTo>
                  <a:lnTo>
                    <a:pt x="15141" y="9438"/>
                  </a:lnTo>
                  <a:lnTo>
                    <a:pt x="18690" y="9894"/>
                  </a:lnTo>
                  <a:lnTo>
                    <a:pt x="17175" y="27901"/>
                  </a:lnTo>
                  <a:lnTo>
                    <a:pt x="13339" y="31054"/>
                  </a:lnTo>
                  <a:lnTo>
                    <a:pt x="12373" y="30506"/>
                  </a:lnTo>
                  <a:lnTo>
                    <a:pt x="11088" y="26350"/>
                  </a:lnTo>
                  <a:lnTo>
                    <a:pt x="8909" y="26392"/>
                  </a:lnTo>
                  <a:lnTo>
                    <a:pt x="2150" y="23478"/>
                  </a:lnTo>
                  <a:lnTo>
                    <a:pt x="89" y="22890"/>
                  </a:lnTo>
                  <a:lnTo>
                    <a:pt x="0" y="17928"/>
                  </a:lnTo>
                  <a:lnTo>
                    <a:pt x="2839" y="17622"/>
                  </a:lnTo>
                  <a:lnTo>
                    <a:pt x="2692" y="11771"/>
                  </a:lnTo>
                  <a:lnTo>
                    <a:pt x="3687" y="9339"/>
                  </a:lnTo>
                  <a:lnTo>
                    <a:pt x="7843" y="6284"/>
                  </a:lnTo>
                  <a:lnTo>
                    <a:pt x="10552" y="5836"/>
                  </a:lnTo>
                  <a:lnTo>
                    <a:pt x="11299" y="2891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h3263"/>
            <p:cNvSpPr/>
            <p:nvPr/>
          </p:nvSpPr>
          <p:spPr>
            <a:xfrm>
              <a:off x="6769151" y="2692045"/>
              <a:ext cx="34890" cy="32392"/>
            </a:xfrm>
            <a:custGeom>
              <a:avLst/>
              <a:pathLst>
                <a:path w="34890" h="32392">
                  <a:moveTo>
                    <a:pt x="31588" y="243"/>
                  </a:moveTo>
                  <a:lnTo>
                    <a:pt x="31587" y="1583"/>
                  </a:lnTo>
                  <a:lnTo>
                    <a:pt x="34384" y="1591"/>
                  </a:lnTo>
                  <a:lnTo>
                    <a:pt x="34890" y="4482"/>
                  </a:lnTo>
                  <a:lnTo>
                    <a:pt x="34143" y="7427"/>
                  </a:lnTo>
                  <a:lnTo>
                    <a:pt x="31435" y="7875"/>
                  </a:lnTo>
                  <a:lnTo>
                    <a:pt x="27278" y="10930"/>
                  </a:lnTo>
                  <a:lnTo>
                    <a:pt x="26283" y="13362"/>
                  </a:lnTo>
                  <a:lnTo>
                    <a:pt x="26431" y="19213"/>
                  </a:lnTo>
                  <a:lnTo>
                    <a:pt x="23591" y="19519"/>
                  </a:lnTo>
                  <a:lnTo>
                    <a:pt x="23680" y="24481"/>
                  </a:lnTo>
                  <a:lnTo>
                    <a:pt x="25742" y="25069"/>
                  </a:lnTo>
                  <a:lnTo>
                    <a:pt x="25695" y="26354"/>
                  </a:lnTo>
                  <a:lnTo>
                    <a:pt x="21233" y="28709"/>
                  </a:lnTo>
                  <a:lnTo>
                    <a:pt x="16094" y="30228"/>
                  </a:lnTo>
                  <a:lnTo>
                    <a:pt x="14102" y="32392"/>
                  </a:lnTo>
                  <a:lnTo>
                    <a:pt x="11050" y="30855"/>
                  </a:lnTo>
                  <a:lnTo>
                    <a:pt x="12868" y="19892"/>
                  </a:lnTo>
                  <a:lnTo>
                    <a:pt x="12007" y="19065"/>
                  </a:lnTo>
                  <a:lnTo>
                    <a:pt x="7782" y="19103"/>
                  </a:lnTo>
                  <a:lnTo>
                    <a:pt x="3425" y="18090"/>
                  </a:lnTo>
                  <a:lnTo>
                    <a:pt x="1831" y="6652"/>
                  </a:lnTo>
                  <a:lnTo>
                    <a:pt x="1092" y="6701"/>
                  </a:lnTo>
                  <a:lnTo>
                    <a:pt x="0" y="4941"/>
                  </a:lnTo>
                  <a:lnTo>
                    <a:pt x="681" y="3117"/>
                  </a:lnTo>
                  <a:lnTo>
                    <a:pt x="10160" y="1319"/>
                  </a:lnTo>
                  <a:lnTo>
                    <a:pt x="11308" y="1749"/>
                  </a:lnTo>
                  <a:lnTo>
                    <a:pt x="16072" y="1679"/>
                  </a:lnTo>
                  <a:lnTo>
                    <a:pt x="14830" y="3612"/>
                  </a:lnTo>
                  <a:lnTo>
                    <a:pt x="13227" y="3641"/>
                  </a:lnTo>
                  <a:lnTo>
                    <a:pt x="13255" y="5952"/>
                  </a:lnTo>
                  <a:lnTo>
                    <a:pt x="20346" y="5554"/>
                  </a:lnTo>
                  <a:lnTo>
                    <a:pt x="20211" y="7231"/>
                  </a:lnTo>
                  <a:lnTo>
                    <a:pt x="18962" y="8608"/>
                  </a:lnTo>
                  <a:lnTo>
                    <a:pt x="21249" y="11125"/>
                  </a:lnTo>
                  <a:lnTo>
                    <a:pt x="23577" y="12150"/>
                  </a:lnTo>
                  <a:lnTo>
                    <a:pt x="25519" y="11626"/>
                  </a:lnTo>
                  <a:lnTo>
                    <a:pt x="27405" y="9964"/>
                  </a:lnTo>
                  <a:lnTo>
                    <a:pt x="27544" y="4257"/>
                  </a:lnTo>
                  <a:lnTo>
                    <a:pt x="2656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h3264"/>
            <p:cNvSpPr/>
            <p:nvPr/>
          </p:nvSpPr>
          <p:spPr>
            <a:xfrm>
              <a:off x="5169992" y="1266475"/>
              <a:ext cx="99046" cy="50209"/>
            </a:xfrm>
            <a:custGeom>
              <a:avLst/>
              <a:pathLst>
                <a:path w="99046" h="50209">
                  <a:moveTo>
                    <a:pt x="99046" y="472"/>
                  </a:moveTo>
                  <a:lnTo>
                    <a:pt x="96401" y="33547"/>
                  </a:lnTo>
                  <a:lnTo>
                    <a:pt x="63980" y="50209"/>
                  </a:lnTo>
                  <a:lnTo>
                    <a:pt x="21106" y="44853"/>
                  </a:lnTo>
                  <a:lnTo>
                    <a:pt x="11942" y="48473"/>
                  </a:lnTo>
                  <a:lnTo>
                    <a:pt x="11931" y="44071"/>
                  </a:lnTo>
                  <a:lnTo>
                    <a:pt x="11098" y="41171"/>
                  </a:lnTo>
                  <a:lnTo>
                    <a:pt x="9604" y="39819"/>
                  </a:lnTo>
                  <a:lnTo>
                    <a:pt x="3712" y="37641"/>
                  </a:lnTo>
                  <a:lnTo>
                    <a:pt x="4049" y="32307"/>
                  </a:lnTo>
                  <a:lnTo>
                    <a:pt x="8283" y="29045"/>
                  </a:lnTo>
                  <a:lnTo>
                    <a:pt x="7546" y="15481"/>
                  </a:lnTo>
                  <a:lnTo>
                    <a:pt x="6185" y="11559"/>
                  </a:lnTo>
                  <a:lnTo>
                    <a:pt x="3284" y="12665"/>
                  </a:lnTo>
                  <a:lnTo>
                    <a:pt x="2399" y="11629"/>
                  </a:lnTo>
                  <a:lnTo>
                    <a:pt x="4562" y="6828"/>
                  </a:lnTo>
                  <a:lnTo>
                    <a:pt x="1620" y="5114"/>
                  </a:lnTo>
                  <a:lnTo>
                    <a:pt x="306" y="3068"/>
                  </a:lnTo>
                  <a:lnTo>
                    <a:pt x="0" y="1160"/>
                  </a:lnTo>
                  <a:lnTo>
                    <a:pt x="2483" y="1203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h3265"/>
            <p:cNvSpPr/>
            <p:nvPr/>
          </p:nvSpPr>
          <p:spPr>
            <a:xfrm>
              <a:off x="5127829" y="1266269"/>
              <a:ext cx="54105" cy="51736"/>
            </a:xfrm>
            <a:custGeom>
              <a:avLst/>
              <a:pathLst>
                <a:path w="54105" h="51736">
                  <a:moveTo>
                    <a:pt x="42163" y="1367"/>
                  </a:moveTo>
                  <a:lnTo>
                    <a:pt x="42469" y="3274"/>
                  </a:lnTo>
                  <a:lnTo>
                    <a:pt x="43783" y="5321"/>
                  </a:lnTo>
                  <a:lnTo>
                    <a:pt x="46725" y="7035"/>
                  </a:lnTo>
                  <a:lnTo>
                    <a:pt x="44563" y="11835"/>
                  </a:lnTo>
                  <a:lnTo>
                    <a:pt x="45447" y="12872"/>
                  </a:lnTo>
                  <a:lnTo>
                    <a:pt x="48348" y="11766"/>
                  </a:lnTo>
                  <a:lnTo>
                    <a:pt x="49709" y="15687"/>
                  </a:lnTo>
                  <a:lnTo>
                    <a:pt x="50446" y="29252"/>
                  </a:lnTo>
                  <a:lnTo>
                    <a:pt x="46212" y="32514"/>
                  </a:lnTo>
                  <a:lnTo>
                    <a:pt x="45876" y="37847"/>
                  </a:lnTo>
                  <a:lnTo>
                    <a:pt x="51768" y="40025"/>
                  </a:lnTo>
                  <a:lnTo>
                    <a:pt x="53262" y="41377"/>
                  </a:lnTo>
                  <a:lnTo>
                    <a:pt x="54094" y="44278"/>
                  </a:lnTo>
                  <a:lnTo>
                    <a:pt x="54105" y="48680"/>
                  </a:lnTo>
                  <a:lnTo>
                    <a:pt x="46373" y="51736"/>
                  </a:lnTo>
                  <a:lnTo>
                    <a:pt x="31096" y="34696"/>
                  </a:lnTo>
                  <a:lnTo>
                    <a:pt x="16887" y="33202"/>
                  </a:lnTo>
                  <a:lnTo>
                    <a:pt x="17122" y="30973"/>
                  </a:lnTo>
                  <a:lnTo>
                    <a:pt x="22153" y="28854"/>
                  </a:lnTo>
                  <a:lnTo>
                    <a:pt x="17511" y="27269"/>
                  </a:lnTo>
                  <a:lnTo>
                    <a:pt x="16486" y="22519"/>
                  </a:lnTo>
                  <a:lnTo>
                    <a:pt x="14227" y="19106"/>
                  </a:lnTo>
                  <a:lnTo>
                    <a:pt x="7235" y="15848"/>
                  </a:lnTo>
                  <a:lnTo>
                    <a:pt x="2414" y="16957"/>
                  </a:lnTo>
                  <a:lnTo>
                    <a:pt x="2038" y="15992"/>
                  </a:lnTo>
                  <a:lnTo>
                    <a:pt x="0" y="6310"/>
                  </a:lnTo>
                  <a:lnTo>
                    <a:pt x="547" y="0"/>
                  </a:lnTo>
                  <a:lnTo>
                    <a:pt x="44139" y="206"/>
                  </a:lnTo>
                  <a:lnTo>
                    <a:pt x="44647" y="1409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h3266"/>
            <p:cNvSpPr/>
            <p:nvPr/>
          </p:nvSpPr>
          <p:spPr>
            <a:xfrm>
              <a:off x="5113129" y="1280717"/>
              <a:ext cx="459" cy="3102"/>
            </a:xfrm>
            <a:custGeom>
              <a:avLst/>
              <a:pathLst>
                <a:path w="459" h="3102">
                  <a:moveTo>
                    <a:pt x="136" y="3102"/>
                  </a:moveTo>
                  <a:lnTo>
                    <a:pt x="0" y="0"/>
                  </a:lnTo>
                  <a:lnTo>
                    <a:pt x="459" y="2336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h3267"/>
            <p:cNvSpPr/>
            <p:nvPr/>
          </p:nvSpPr>
          <p:spPr>
            <a:xfrm>
              <a:off x="5111578" y="1279891"/>
              <a:ext cx="313" cy="552"/>
            </a:xfrm>
            <a:custGeom>
              <a:avLst/>
              <a:pathLst>
                <a:path w="313" h="552">
                  <a:moveTo>
                    <a:pt x="0" y="552"/>
                  </a:moveTo>
                  <a:lnTo>
                    <a:pt x="39" y="0"/>
                  </a:lnTo>
                  <a:lnTo>
                    <a:pt x="313" y="8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h3268"/>
            <p:cNvSpPr/>
            <p:nvPr/>
          </p:nvSpPr>
          <p:spPr>
            <a:xfrm>
              <a:off x="5107443" y="1275905"/>
              <a:ext cx="543" cy="1616"/>
            </a:xfrm>
            <a:custGeom>
              <a:avLst/>
              <a:pathLst>
                <a:path w="543" h="1616">
                  <a:moveTo>
                    <a:pt x="0" y="575"/>
                  </a:moveTo>
                  <a:lnTo>
                    <a:pt x="166" y="0"/>
                  </a:lnTo>
                  <a:lnTo>
                    <a:pt x="543" y="1616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h3269"/>
            <p:cNvSpPr/>
            <p:nvPr/>
          </p:nvSpPr>
          <p:spPr>
            <a:xfrm>
              <a:off x="5271220" y="1834135"/>
              <a:ext cx="24587" cy="45300"/>
            </a:xfrm>
            <a:custGeom>
              <a:avLst/>
              <a:pathLst>
                <a:path w="24587" h="45300">
                  <a:moveTo>
                    <a:pt x="23950" y="10836"/>
                  </a:moveTo>
                  <a:lnTo>
                    <a:pt x="24587" y="26177"/>
                  </a:lnTo>
                  <a:lnTo>
                    <a:pt x="23958" y="32037"/>
                  </a:lnTo>
                  <a:lnTo>
                    <a:pt x="20426" y="35997"/>
                  </a:lnTo>
                  <a:lnTo>
                    <a:pt x="19280" y="45300"/>
                  </a:lnTo>
                  <a:lnTo>
                    <a:pt x="11581" y="44140"/>
                  </a:lnTo>
                  <a:lnTo>
                    <a:pt x="12025" y="43429"/>
                  </a:lnTo>
                  <a:lnTo>
                    <a:pt x="10839" y="39401"/>
                  </a:lnTo>
                  <a:lnTo>
                    <a:pt x="7657" y="36263"/>
                  </a:lnTo>
                  <a:lnTo>
                    <a:pt x="4962" y="36440"/>
                  </a:lnTo>
                  <a:lnTo>
                    <a:pt x="1578" y="38352"/>
                  </a:lnTo>
                  <a:lnTo>
                    <a:pt x="0" y="37321"/>
                  </a:lnTo>
                  <a:lnTo>
                    <a:pt x="1990" y="32731"/>
                  </a:lnTo>
                  <a:lnTo>
                    <a:pt x="5735" y="30349"/>
                  </a:lnTo>
                  <a:lnTo>
                    <a:pt x="15246" y="20265"/>
                  </a:lnTo>
                  <a:lnTo>
                    <a:pt x="15950" y="18879"/>
                  </a:lnTo>
                  <a:lnTo>
                    <a:pt x="14549" y="15411"/>
                  </a:lnTo>
                  <a:lnTo>
                    <a:pt x="14341" y="9621"/>
                  </a:lnTo>
                  <a:lnTo>
                    <a:pt x="16838" y="2943"/>
                  </a:lnTo>
                  <a:lnTo>
                    <a:pt x="18447" y="828"/>
                  </a:lnTo>
                  <a:lnTo>
                    <a:pt x="20079" y="0"/>
                  </a:lnTo>
                  <a:lnTo>
                    <a:pt x="22421" y="242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h3270"/>
            <p:cNvSpPr/>
            <p:nvPr/>
          </p:nvSpPr>
          <p:spPr>
            <a:xfrm>
              <a:off x="5148118" y="1300022"/>
              <a:ext cx="161992" cy="223781"/>
            </a:xfrm>
            <a:custGeom>
              <a:avLst/>
              <a:pathLst>
                <a:path w="161992" h="223781">
                  <a:moveTo>
                    <a:pt x="143101" y="112552"/>
                  </a:moveTo>
                  <a:lnTo>
                    <a:pt x="153039" y="124085"/>
                  </a:lnTo>
                  <a:lnTo>
                    <a:pt x="154584" y="191675"/>
                  </a:lnTo>
                  <a:lnTo>
                    <a:pt x="158562" y="212878"/>
                  </a:lnTo>
                  <a:lnTo>
                    <a:pt x="161992" y="218841"/>
                  </a:lnTo>
                  <a:lnTo>
                    <a:pt x="159471" y="223781"/>
                  </a:lnTo>
                  <a:lnTo>
                    <a:pt x="133418" y="223211"/>
                  </a:lnTo>
                  <a:lnTo>
                    <a:pt x="134815" y="179737"/>
                  </a:lnTo>
                  <a:lnTo>
                    <a:pt x="137397" y="176374"/>
                  </a:lnTo>
                  <a:lnTo>
                    <a:pt x="130580" y="172195"/>
                  </a:lnTo>
                  <a:lnTo>
                    <a:pt x="130096" y="169674"/>
                  </a:lnTo>
                  <a:lnTo>
                    <a:pt x="128426" y="168665"/>
                  </a:lnTo>
                  <a:lnTo>
                    <a:pt x="122655" y="168727"/>
                  </a:lnTo>
                  <a:lnTo>
                    <a:pt x="115784" y="172255"/>
                  </a:lnTo>
                  <a:lnTo>
                    <a:pt x="112693" y="175608"/>
                  </a:lnTo>
                  <a:lnTo>
                    <a:pt x="107286" y="173324"/>
                  </a:lnTo>
                  <a:lnTo>
                    <a:pt x="99588" y="171985"/>
                  </a:lnTo>
                  <a:lnTo>
                    <a:pt x="94262" y="173863"/>
                  </a:lnTo>
                  <a:lnTo>
                    <a:pt x="91304" y="175983"/>
                  </a:lnTo>
                  <a:lnTo>
                    <a:pt x="83919" y="175578"/>
                  </a:lnTo>
                  <a:lnTo>
                    <a:pt x="70043" y="184751"/>
                  </a:lnTo>
                  <a:lnTo>
                    <a:pt x="60101" y="189727"/>
                  </a:lnTo>
                  <a:lnTo>
                    <a:pt x="55094" y="182586"/>
                  </a:lnTo>
                  <a:lnTo>
                    <a:pt x="53622" y="182215"/>
                  </a:lnTo>
                  <a:lnTo>
                    <a:pt x="49287" y="183620"/>
                  </a:lnTo>
                  <a:lnTo>
                    <a:pt x="47548" y="181236"/>
                  </a:lnTo>
                  <a:lnTo>
                    <a:pt x="52262" y="164352"/>
                  </a:lnTo>
                  <a:lnTo>
                    <a:pt x="53211" y="157866"/>
                  </a:lnTo>
                  <a:lnTo>
                    <a:pt x="48233" y="144520"/>
                  </a:lnTo>
                  <a:lnTo>
                    <a:pt x="43009" y="136841"/>
                  </a:lnTo>
                  <a:lnTo>
                    <a:pt x="39351" y="132881"/>
                  </a:lnTo>
                  <a:lnTo>
                    <a:pt x="35048" y="122045"/>
                  </a:lnTo>
                  <a:lnTo>
                    <a:pt x="33130" y="119137"/>
                  </a:lnTo>
                  <a:lnTo>
                    <a:pt x="27809" y="113735"/>
                  </a:lnTo>
                  <a:lnTo>
                    <a:pt x="26198" y="113442"/>
                  </a:lnTo>
                  <a:lnTo>
                    <a:pt x="23990" y="109039"/>
                  </a:lnTo>
                  <a:lnTo>
                    <a:pt x="16091" y="101148"/>
                  </a:lnTo>
                  <a:lnTo>
                    <a:pt x="19141" y="94851"/>
                  </a:lnTo>
                  <a:lnTo>
                    <a:pt x="21592" y="86521"/>
                  </a:lnTo>
                  <a:lnTo>
                    <a:pt x="17492" y="80171"/>
                  </a:lnTo>
                  <a:lnTo>
                    <a:pt x="14418" y="77931"/>
                  </a:lnTo>
                  <a:lnTo>
                    <a:pt x="12069" y="74973"/>
                  </a:lnTo>
                  <a:lnTo>
                    <a:pt x="12420" y="74213"/>
                  </a:lnTo>
                  <a:lnTo>
                    <a:pt x="14341" y="74649"/>
                  </a:lnTo>
                  <a:lnTo>
                    <a:pt x="19819" y="79093"/>
                  </a:lnTo>
                  <a:lnTo>
                    <a:pt x="20979" y="79188"/>
                  </a:lnTo>
                  <a:lnTo>
                    <a:pt x="23275" y="77402"/>
                  </a:lnTo>
                  <a:lnTo>
                    <a:pt x="25790" y="72597"/>
                  </a:lnTo>
                  <a:lnTo>
                    <a:pt x="26576" y="72254"/>
                  </a:lnTo>
                  <a:lnTo>
                    <a:pt x="22546" y="79734"/>
                  </a:lnTo>
                  <a:lnTo>
                    <a:pt x="24619" y="77666"/>
                  </a:lnTo>
                  <a:lnTo>
                    <a:pt x="27020" y="72284"/>
                  </a:lnTo>
                  <a:lnTo>
                    <a:pt x="28241" y="66451"/>
                  </a:lnTo>
                  <a:lnTo>
                    <a:pt x="27439" y="61585"/>
                  </a:lnTo>
                  <a:lnTo>
                    <a:pt x="22682" y="60356"/>
                  </a:lnTo>
                  <a:lnTo>
                    <a:pt x="19142" y="55602"/>
                  </a:lnTo>
                  <a:lnTo>
                    <a:pt x="13959" y="54094"/>
                  </a:lnTo>
                  <a:lnTo>
                    <a:pt x="12996" y="52453"/>
                  </a:lnTo>
                  <a:lnTo>
                    <a:pt x="13127" y="46564"/>
                  </a:lnTo>
                  <a:lnTo>
                    <a:pt x="11472" y="43957"/>
                  </a:lnTo>
                  <a:lnTo>
                    <a:pt x="9005" y="42917"/>
                  </a:lnTo>
                  <a:lnTo>
                    <a:pt x="5416" y="43087"/>
                  </a:lnTo>
                  <a:lnTo>
                    <a:pt x="2481" y="40540"/>
                  </a:lnTo>
                  <a:lnTo>
                    <a:pt x="419" y="37150"/>
                  </a:lnTo>
                  <a:lnTo>
                    <a:pt x="0" y="34956"/>
                  </a:lnTo>
                  <a:lnTo>
                    <a:pt x="135" y="33125"/>
                  </a:lnTo>
                  <a:lnTo>
                    <a:pt x="1081" y="32111"/>
                  </a:lnTo>
                  <a:lnTo>
                    <a:pt x="977" y="27925"/>
                  </a:lnTo>
                  <a:lnTo>
                    <a:pt x="26084" y="17982"/>
                  </a:lnTo>
                  <a:lnTo>
                    <a:pt x="33816" y="14926"/>
                  </a:lnTo>
                  <a:lnTo>
                    <a:pt x="42979" y="11306"/>
                  </a:lnTo>
                  <a:lnTo>
                    <a:pt x="85854" y="16662"/>
                  </a:lnTo>
                  <a:lnTo>
                    <a:pt x="118275" y="0"/>
                  </a:lnTo>
                  <a:lnTo>
                    <a:pt x="116179" y="52599"/>
                  </a:lnTo>
                  <a:lnTo>
                    <a:pt x="139051" y="103464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h3271"/>
            <p:cNvSpPr/>
            <p:nvPr/>
          </p:nvSpPr>
          <p:spPr>
            <a:xfrm>
              <a:off x="5155184" y="1366133"/>
              <a:ext cx="885" cy="2115"/>
            </a:xfrm>
            <a:custGeom>
              <a:avLst/>
              <a:pathLst>
                <a:path w="885" h="2115">
                  <a:moveTo>
                    <a:pt x="885" y="2115"/>
                  </a:moveTo>
                  <a:lnTo>
                    <a:pt x="0" y="0"/>
                  </a:lnTo>
                  <a:lnTo>
                    <a:pt x="870" y="275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h3272"/>
            <p:cNvSpPr/>
            <p:nvPr/>
          </p:nvSpPr>
          <p:spPr>
            <a:xfrm>
              <a:off x="5153737" y="1365119"/>
              <a:ext cx="831" cy="1036"/>
            </a:xfrm>
            <a:custGeom>
              <a:avLst/>
              <a:pathLst>
                <a:path w="831" h="1036">
                  <a:moveTo>
                    <a:pt x="0" y="418"/>
                  </a:moveTo>
                  <a:lnTo>
                    <a:pt x="519" y="0"/>
                  </a:lnTo>
                  <a:lnTo>
                    <a:pt x="831" y="1036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h3273"/>
            <p:cNvSpPr/>
            <p:nvPr/>
          </p:nvSpPr>
          <p:spPr>
            <a:xfrm>
              <a:off x="5415134" y="1882304"/>
              <a:ext cx="729" cy="1136"/>
            </a:xfrm>
            <a:custGeom>
              <a:avLst/>
              <a:pathLst>
                <a:path w="729" h="1136">
                  <a:moveTo>
                    <a:pt x="0" y="152"/>
                  </a:moveTo>
                  <a:lnTo>
                    <a:pt x="729" y="0"/>
                  </a:lnTo>
                  <a:lnTo>
                    <a:pt x="313" y="113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h3274"/>
            <p:cNvSpPr/>
            <p:nvPr/>
          </p:nvSpPr>
          <p:spPr>
            <a:xfrm>
              <a:off x="5252472" y="1839256"/>
              <a:ext cx="962" cy="2653"/>
            </a:xfrm>
            <a:custGeom>
              <a:avLst/>
              <a:pathLst>
                <a:path w="962" h="2653">
                  <a:moveTo>
                    <a:pt x="56" y="0"/>
                  </a:moveTo>
                  <a:lnTo>
                    <a:pt x="962" y="981"/>
                  </a:lnTo>
                  <a:lnTo>
                    <a:pt x="0" y="265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h3275"/>
            <p:cNvSpPr/>
            <p:nvPr/>
          </p:nvSpPr>
          <p:spPr>
            <a:xfrm>
              <a:off x="5245307" y="1838051"/>
              <a:ext cx="3864" cy="2689"/>
            </a:xfrm>
            <a:custGeom>
              <a:avLst/>
              <a:pathLst>
                <a:path w="3864" h="2689">
                  <a:moveTo>
                    <a:pt x="3864" y="1357"/>
                  </a:moveTo>
                  <a:lnTo>
                    <a:pt x="2838" y="2689"/>
                  </a:lnTo>
                  <a:lnTo>
                    <a:pt x="0" y="2012"/>
                  </a:lnTo>
                  <a:lnTo>
                    <a:pt x="765" y="199"/>
                  </a:lnTo>
                  <a:lnTo>
                    <a:pt x="183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h3276"/>
            <p:cNvSpPr/>
            <p:nvPr/>
          </p:nvSpPr>
          <p:spPr>
            <a:xfrm>
              <a:off x="5249456" y="1838826"/>
              <a:ext cx="1223" cy="707"/>
            </a:xfrm>
            <a:custGeom>
              <a:avLst/>
              <a:pathLst>
                <a:path w="1223" h="707">
                  <a:moveTo>
                    <a:pt x="108" y="575"/>
                  </a:moveTo>
                  <a:lnTo>
                    <a:pt x="0" y="0"/>
                  </a:lnTo>
                  <a:lnTo>
                    <a:pt x="1223" y="70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h3277"/>
            <p:cNvSpPr/>
            <p:nvPr/>
          </p:nvSpPr>
          <p:spPr>
            <a:xfrm>
              <a:off x="5403298" y="1805459"/>
              <a:ext cx="247" cy="201"/>
            </a:xfrm>
            <a:custGeom>
              <a:avLst/>
              <a:pathLst>
                <a:path w="247" h="201">
                  <a:moveTo>
                    <a:pt x="211" y="0"/>
                  </a:moveTo>
                  <a:lnTo>
                    <a:pt x="247" y="201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h3278"/>
            <p:cNvSpPr/>
            <p:nvPr/>
          </p:nvSpPr>
          <p:spPr>
            <a:xfrm>
              <a:off x="5403515" y="1802379"/>
              <a:ext cx="124" cy="134"/>
            </a:xfrm>
            <a:custGeom>
              <a:avLst/>
              <a:pathLst>
                <a:path w="124" h="134">
                  <a:moveTo>
                    <a:pt x="0" y="0"/>
                  </a:moveTo>
                  <a:lnTo>
                    <a:pt x="124" y="13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h3279"/>
            <p:cNvSpPr/>
            <p:nvPr/>
          </p:nvSpPr>
          <p:spPr>
            <a:xfrm>
              <a:off x="5396097" y="179206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h3280"/>
            <p:cNvSpPr/>
            <p:nvPr/>
          </p:nvSpPr>
          <p:spPr>
            <a:xfrm>
              <a:off x="5494571" y="17695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h3281"/>
            <p:cNvSpPr/>
            <p:nvPr/>
          </p:nvSpPr>
          <p:spPr>
            <a:xfrm>
              <a:off x="5494143" y="1768601"/>
              <a:ext cx="385" cy="601"/>
            </a:xfrm>
            <a:custGeom>
              <a:avLst/>
              <a:pathLst>
                <a:path w="385" h="601">
                  <a:moveTo>
                    <a:pt x="287" y="0"/>
                  </a:moveTo>
                  <a:lnTo>
                    <a:pt x="385" y="222"/>
                  </a:lnTo>
                  <a:lnTo>
                    <a:pt x="0" y="60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h3282"/>
            <p:cNvSpPr/>
            <p:nvPr/>
          </p:nvSpPr>
          <p:spPr>
            <a:xfrm>
              <a:off x="5494137" y="1767737"/>
              <a:ext cx="117" cy="336"/>
            </a:xfrm>
            <a:custGeom>
              <a:avLst/>
              <a:pathLst>
                <a:path w="117" h="336">
                  <a:moveTo>
                    <a:pt x="0" y="336"/>
                  </a:moveTo>
                  <a:lnTo>
                    <a:pt x="99" y="0"/>
                  </a:lnTo>
                  <a:lnTo>
                    <a:pt x="117" y="18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h3283"/>
            <p:cNvSpPr/>
            <p:nvPr/>
          </p:nvSpPr>
          <p:spPr>
            <a:xfrm>
              <a:off x="5486208" y="1746631"/>
              <a:ext cx="179" cy="282"/>
            </a:xfrm>
            <a:custGeom>
              <a:avLst/>
              <a:pathLst>
                <a:path w="179" h="282">
                  <a:moveTo>
                    <a:pt x="179" y="0"/>
                  </a:moveTo>
                  <a:lnTo>
                    <a:pt x="0" y="282"/>
                  </a:lnTo>
                  <a:lnTo>
                    <a:pt x="4" y="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h3284"/>
            <p:cNvSpPr/>
            <p:nvPr/>
          </p:nvSpPr>
          <p:spPr>
            <a:xfrm>
              <a:off x="4937687" y="1691475"/>
              <a:ext cx="15466" cy="40231"/>
            </a:xfrm>
            <a:custGeom>
              <a:avLst/>
              <a:pathLst>
                <a:path w="15466" h="40231">
                  <a:moveTo>
                    <a:pt x="15466" y="17310"/>
                  </a:moveTo>
                  <a:lnTo>
                    <a:pt x="14804" y="30410"/>
                  </a:lnTo>
                  <a:lnTo>
                    <a:pt x="13395" y="35509"/>
                  </a:lnTo>
                  <a:lnTo>
                    <a:pt x="10982" y="38776"/>
                  </a:lnTo>
                  <a:lnTo>
                    <a:pt x="8690" y="40231"/>
                  </a:lnTo>
                  <a:lnTo>
                    <a:pt x="6218" y="39135"/>
                  </a:lnTo>
                  <a:lnTo>
                    <a:pt x="5764" y="23828"/>
                  </a:lnTo>
                  <a:lnTo>
                    <a:pt x="4870" y="19303"/>
                  </a:lnTo>
                  <a:lnTo>
                    <a:pt x="0" y="13483"/>
                  </a:lnTo>
                  <a:lnTo>
                    <a:pt x="2102" y="8812"/>
                  </a:lnTo>
                  <a:lnTo>
                    <a:pt x="961" y="4471"/>
                  </a:lnTo>
                  <a:lnTo>
                    <a:pt x="4743" y="2122"/>
                  </a:lnTo>
                  <a:lnTo>
                    <a:pt x="13178" y="0"/>
                  </a:lnTo>
                  <a:lnTo>
                    <a:pt x="13455" y="797"/>
                  </a:lnTo>
                  <a:lnTo>
                    <a:pt x="10651" y="4069"/>
                  </a:lnTo>
                  <a:lnTo>
                    <a:pt x="9690" y="6977"/>
                  </a:lnTo>
                  <a:lnTo>
                    <a:pt x="9917" y="10500"/>
                  </a:lnTo>
                  <a:lnTo>
                    <a:pt x="13025" y="1270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h3285"/>
            <p:cNvSpPr/>
            <p:nvPr/>
          </p:nvSpPr>
          <p:spPr>
            <a:xfrm>
              <a:off x="5208219" y="1468688"/>
              <a:ext cx="363666" cy="438798"/>
            </a:xfrm>
            <a:custGeom>
              <a:avLst/>
              <a:pathLst>
                <a:path w="363666" h="438798">
                  <a:moveTo>
                    <a:pt x="99370" y="55116"/>
                  </a:moveTo>
                  <a:lnTo>
                    <a:pt x="101891" y="50175"/>
                  </a:lnTo>
                  <a:lnTo>
                    <a:pt x="109982" y="50972"/>
                  </a:lnTo>
                  <a:lnTo>
                    <a:pt x="111315" y="63450"/>
                  </a:lnTo>
                  <a:lnTo>
                    <a:pt x="117058" y="73979"/>
                  </a:lnTo>
                  <a:lnTo>
                    <a:pt x="123350" y="80420"/>
                  </a:lnTo>
                  <a:lnTo>
                    <a:pt x="120026" y="85638"/>
                  </a:lnTo>
                  <a:lnTo>
                    <a:pt x="121499" y="88625"/>
                  </a:lnTo>
                  <a:lnTo>
                    <a:pt x="118746" y="92282"/>
                  </a:lnTo>
                  <a:lnTo>
                    <a:pt x="118764" y="98247"/>
                  </a:lnTo>
                  <a:lnTo>
                    <a:pt x="122578" y="97677"/>
                  </a:lnTo>
                  <a:lnTo>
                    <a:pt x="127485" y="95188"/>
                  </a:lnTo>
                  <a:lnTo>
                    <a:pt x="136046" y="101923"/>
                  </a:lnTo>
                  <a:lnTo>
                    <a:pt x="135757" y="108290"/>
                  </a:lnTo>
                  <a:lnTo>
                    <a:pt x="136705" y="115221"/>
                  </a:lnTo>
                  <a:lnTo>
                    <a:pt x="144556" y="126526"/>
                  </a:lnTo>
                  <a:lnTo>
                    <a:pt x="146758" y="140368"/>
                  </a:lnTo>
                  <a:lnTo>
                    <a:pt x="146697" y="146800"/>
                  </a:lnTo>
                  <a:lnTo>
                    <a:pt x="152618" y="149840"/>
                  </a:lnTo>
                  <a:lnTo>
                    <a:pt x="162902" y="158424"/>
                  </a:lnTo>
                  <a:lnTo>
                    <a:pt x="181753" y="213660"/>
                  </a:lnTo>
                  <a:lnTo>
                    <a:pt x="198059" y="220864"/>
                  </a:lnTo>
                  <a:lnTo>
                    <a:pt x="202608" y="246357"/>
                  </a:lnTo>
                  <a:lnTo>
                    <a:pt x="208718" y="251538"/>
                  </a:lnTo>
                  <a:lnTo>
                    <a:pt x="221754" y="256911"/>
                  </a:lnTo>
                  <a:lnTo>
                    <a:pt x="230948" y="258481"/>
                  </a:lnTo>
                  <a:lnTo>
                    <a:pt x="238136" y="257411"/>
                  </a:lnTo>
                  <a:lnTo>
                    <a:pt x="239674" y="249546"/>
                  </a:lnTo>
                  <a:lnTo>
                    <a:pt x="243438" y="244955"/>
                  </a:lnTo>
                  <a:lnTo>
                    <a:pt x="243461" y="242248"/>
                  </a:lnTo>
                  <a:lnTo>
                    <a:pt x="244634" y="240519"/>
                  </a:lnTo>
                  <a:lnTo>
                    <a:pt x="249488" y="239040"/>
                  </a:lnTo>
                  <a:lnTo>
                    <a:pt x="253259" y="240113"/>
                  </a:lnTo>
                  <a:lnTo>
                    <a:pt x="254892" y="238065"/>
                  </a:lnTo>
                  <a:lnTo>
                    <a:pt x="258055" y="242213"/>
                  </a:lnTo>
                  <a:lnTo>
                    <a:pt x="261709" y="244690"/>
                  </a:lnTo>
                  <a:lnTo>
                    <a:pt x="266901" y="251330"/>
                  </a:lnTo>
                  <a:lnTo>
                    <a:pt x="269688" y="256608"/>
                  </a:lnTo>
                  <a:lnTo>
                    <a:pt x="275850" y="262517"/>
                  </a:lnTo>
                  <a:lnTo>
                    <a:pt x="276935" y="266610"/>
                  </a:lnTo>
                  <a:lnTo>
                    <a:pt x="273437" y="270168"/>
                  </a:lnTo>
                  <a:lnTo>
                    <a:pt x="272894" y="272091"/>
                  </a:lnTo>
                  <a:lnTo>
                    <a:pt x="275301" y="277199"/>
                  </a:lnTo>
                  <a:lnTo>
                    <a:pt x="282095" y="286350"/>
                  </a:lnTo>
                  <a:lnTo>
                    <a:pt x="284631" y="292688"/>
                  </a:lnTo>
                  <a:lnTo>
                    <a:pt x="284799" y="295885"/>
                  </a:lnTo>
                  <a:lnTo>
                    <a:pt x="281678" y="300550"/>
                  </a:lnTo>
                  <a:lnTo>
                    <a:pt x="281505" y="307479"/>
                  </a:lnTo>
                  <a:lnTo>
                    <a:pt x="284548" y="314813"/>
                  </a:lnTo>
                  <a:lnTo>
                    <a:pt x="287121" y="315508"/>
                  </a:lnTo>
                  <a:lnTo>
                    <a:pt x="289941" y="315080"/>
                  </a:lnTo>
                  <a:lnTo>
                    <a:pt x="291076" y="312544"/>
                  </a:lnTo>
                  <a:lnTo>
                    <a:pt x="289407" y="310344"/>
                  </a:lnTo>
                  <a:lnTo>
                    <a:pt x="290919" y="308078"/>
                  </a:lnTo>
                  <a:lnTo>
                    <a:pt x="295277" y="307382"/>
                  </a:lnTo>
                  <a:lnTo>
                    <a:pt x="300507" y="311333"/>
                  </a:lnTo>
                  <a:lnTo>
                    <a:pt x="302205" y="320428"/>
                  </a:lnTo>
                  <a:lnTo>
                    <a:pt x="301906" y="323585"/>
                  </a:lnTo>
                  <a:lnTo>
                    <a:pt x="303524" y="327892"/>
                  </a:lnTo>
                  <a:lnTo>
                    <a:pt x="308341" y="328547"/>
                  </a:lnTo>
                  <a:lnTo>
                    <a:pt x="314757" y="324129"/>
                  </a:lnTo>
                  <a:lnTo>
                    <a:pt x="319108" y="326550"/>
                  </a:lnTo>
                  <a:lnTo>
                    <a:pt x="321583" y="331026"/>
                  </a:lnTo>
                  <a:lnTo>
                    <a:pt x="321338" y="337185"/>
                  </a:lnTo>
                  <a:lnTo>
                    <a:pt x="324576" y="348746"/>
                  </a:lnTo>
                  <a:lnTo>
                    <a:pt x="327768" y="352659"/>
                  </a:lnTo>
                  <a:lnTo>
                    <a:pt x="327259" y="357145"/>
                  </a:lnTo>
                  <a:lnTo>
                    <a:pt x="329368" y="369533"/>
                  </a:lnTo>
                  <a:lnTo>
                    <a:pt x="339133" y="376609"/>
                  </a:lnTo>
                  <a:lnTo>
                    <a:pt x="344270" y="377089"/>
                  </a:lnTo>
                  <a:lnTo>
                    <a:pt x="352325" y="375296"/>
                  </a:lnTo>
                  <a:lnTo>
                    <a:pt x="354839" y="378569"/>
                  </a:lnTo>
                  <a:lnTo>
                    <a:pt x="357091" y="380246"/>
                  </a:lnTo>
                  <a:lnTo>
                    <a:pt x="358571" y="380346"/>
                  </a:lnTo>
                  <a:lnTo>
                    <a:pt x="357629" y="387962"/>
                  </a:lnTo>
                  <a:lnTo>
                    <a:pt x="353850" y="397283"/>
                  </a:lnTo>
                  <a:lnTo>
                    <a:pt x="353868" y="400806"/>
                  </a:lnTo>
                  <a:lnTo>
                    <a:pt x="362690" y="413495"/>
                  </a:lnTo>
                  <a:lnTo>
                    <a:pt x="359557" y="420351"/>
                  </a:lnTo>
                  <a:lnTo>
                    <a:pt x="359276" y="423060"/>
                  </a:lnTo>
                  <a:lnTo>
                    <a:pt x="361537" y="429696"/>
                  </a:lnTo>
                  <a:lnTo>
                    <a:pt x="360032" y="431618"/>
                  </a:lnTo>
                  <a:lnTo>
                    <a:pt x="359303" y="434838"/>
                  </a:lnTo>
                  <a:lnTo>
                    <a:pt x="360725" y="437702"/>
                  </a:lnTo>
                  <a:lnTo>
                    <a:pt x="363666" y="438798"/>
                  </a:lnTo>
                  <a:lnTo>
                    <a:pt x="196133" y="425353"/>
                  </a:lnTo>
                  <a:lnTo>
                    <a:pt x="205120" y="414891"/>
                  </a:lnTo>
                  <a:lnTo>
                    <a:pt x="207003" y="415532"/>
                  </a:lnTo>
                  <a:lnTo>
                    <a:pt x="207285" y="418411"/>
                  </a:lnTo>
                  <a:lnTo>
                    <a:pt x="207172" y="419919"/>
                  </a:lnTo>
                  <a:lnTo>
                    <a:pt x="204601" y="422179"/>
                  </a:lnTo>
                  <a:lnTo>
                    <a:pt x="205340" y="424444"/>
                  </a:lnTo>
                  <a:lnTo>
                    <a:pt x="208422" y="424084"/>
                  </a:lnTo>
                  <a:lnTo>
                    <a:pt x="212087" y="420575"/>
                  </a:lnTo>
                  <a:lnTo>
                    <a:pt x="212284" y="419529"/>
                  </a:lnTo>
                  <a:lnTo>
                    <a:pt x="209138" y="418655"/>
                  </a:lnTo>
                  <a:lnTo>
                    <a:pt x="208565" y="410652"/>
                  </a:lnTo>
                  <a:lnTo>
                    <a:pt x="214694" y="399612"/>
                  </a:lnTo>
                  <a:lnTo>
                    <a:pt x="215427" y="399452"/>
                  </a:lnTo>
                  <a:lnTo>
                    <a:pt x="214811" y="404320"/>
                  </a:lnTo>
                  <a:lnTo>
                    <a:pt x="212670" y="407535"/>
                  </a:lnTo>
                  <a:lnTo>
                    <a:pt x="212434" y="411565"/>
                  </a:lnTo>
                  <a:lnTo>
                    <a:pt x="213845" y="416012"/>
                  </a:lnTo>
                  <a:lnTo>
                    <a:pt x="215300" y="416432"/>
                  </a:lnTo>
                  <a:lnTo>
                    <a:pt x="216318" y="415095"/>
                  </a:lnTo>
                  <a:lnTo>
                    <a:pt x="215095" y="410693"/>
                  </a:lnTo>
                  <a:lnTo>
                    <a:pt x="216737" y="403888"/>
                  </a:lnTo>
                  <a:lnTo>
                    <a:pt x="215821" y="394343"/>
                  </a:lnTo>
                  <a:lnTo>
                    <a:pt x="213803" y="391948"/>
                  </a:lnTo>
                  <a:lnTo>
                    <a:pt x="211764" y="394750"/>
                  </a:lnTo>
                  <a:lnTo>
                    <a:pt x="210675" y="395082"/>
                  </a:lnTo>
                  <a:lnTo>
                    <a:pt x="209300" y="394416"/>
                  </a:lnTo>
                  <a:lnTo>
                    <a:pt x="208352" y="392579"/>
                  </a:lnTo>
                  <a:lnTo>
                    <a:pt x="214384" y="381467"/>
                  </a:lnTo>
                  <a:lnTo>
                    <a:pt x="219393" y="368918"/>
                  </a:lnTo>
                  <a:lnTo>
                    <a:pt x="219814" y="366003"/>
                  </a:lnTo>
                  <a:lnTo>
                    <a:pt x="217636" y="359291"/>
                  </a:lnTo>
                  <a:lnTo>
                    <a:pt x="214880" y="354895"/>
                  </a:lnTo>
                  <a:lnTo>
                    <a:pt x="210773" y="352263"/>
                  </a:lnTo>
                  <a:lnTo>
                    <a:pt x="208352" y="349084"/>
                  </a:lnTo>
                  <a:lnTo>
                    <a:pt x="208741" y="344669"/>
                  </a:lnTo>
                  <a:lnTo>
                    <a:pt x="208092" y="341830"/>
                  </a:lnTo>
                  <a:lnTo>
                    <a:pt x="206797" y="340144"/>
                  </a:lnTo>
                  <a:lnTo>
                    <a:pt x="200363" y="337695"/>
                  </a:lnTo>
                  <a:lnTo>
                    <a:pt x="198617" y="338634"/>
                  </a:lnTo>
                  <a:lnTo>
                    <a:pt x="196135" y="338237"/>
                  </a:lnTo>
                  <a:lnTo>
                    <a:pt x="196215" y="333961"/>
                  </a:lnTo>
                  <a:lnTo>
                    <a:pt x="191487" y="329005"/>
                  </a:lnTo>
                  <a:lnTo>
                    <a:pt x="188599" y="324695"/>
                  </a:lnTo>
                  <a:lnTo>
                    <a:pt x="185838" y="317362"/>
                  </a:lnTo>
                  <a:lnTo>
                    <a:pt x="185181" y="317065"/>
                  </a:lnTo>
                  <a:lnTo>
                    <a:pt x="184272" y="317860"/>
                  </a:lnTo>
                  <a:lnTo>
                    <a:pt x="183150" y="316491"/>
                  </a:lnTo>
                  <a:lnTo>
                    <a:pt x="182592" y="310317"/>
                  </a:lnTo>
                  <a:lnTo>
                    <a:pt x="181494" y="307982"/>
                  </a:lnTo>
                  <a:lnTo>
                    <a:pt x="173861" y="300376"/>
                  </a:lnTo>
                  <a:lnTo>
                    <a:pt x="170484" y="299979"/>
                  </a:lnTo>
                  <a:lnTo>
                    <a:pt x="163204" y="294533"/>
                  </a:lnTo>
                  <a:lnTo>
                    <a:pt x="161849" y="288861"/>
                  </a:lnTo>
                  <a:lnTo>
                    <a:pt x="161486" y="282726"/>
                  </a:lnTo>
                  <a:lnTo>
                    <a:pt x="159715" y="278228"/>
                  </a:lnTo>
                  <a:lnTo>
                    <a:pt x="154388" y="274719"/>
                  </a:lnTo>
                  <a:lnTo>
                    <a:pt x="150904" y="275452"/>
                  </a:lnTo>
                  <a:lnTo>
                    <a:pt x="149997" y="274571"/>
                  </a:lnTo>
                  <a:lnTo>
                    <a:pt x="147298" y="264941"/>
                  </a:lnTo>
                  <a:lnTo>
                    <a:pt x="139668" y="259190"/>
                  </a:lnTo>
                  <a:lnTo>
                    <a:pt x="123928" y="237348"/>
                  </a:lnTo>
                  <a:lnTo>
                    <a:pt x="112257" y="230820"/>
                  </a:lnTo>
                  <a:lnTo>
                    <a:pt x="103044" y="229418"/>
                  </a:lnTo>
                  <a:lnTo>
                    <a:pt x="100262" y="227730"/>
                  </a:lnTo>
                  <a:lnTo>
                    <a:pt x="98688" y="226427"/>
                  </a:lnTo>
                  <a:lnTo>
                    <a:pt x="97071" y="222027"/>
                  </a:lnTo>
                  <a:lnTo>
                    <a:pt x="92785" y="215823"/>
                  </a:lnTo>
                  <a:lnTo>
                    <a:pt x="83184" y="209671"/>
                  </a:lnTo>
                  <a:lnTo>
                    <a:pt x="78920" y="208987"/>
                  </a:lnTo>
                  <a:lnTo>
                    <a:pt x="70638" y="199340"/>
                  </a:lnTo>
                  <a:lnTo>
                    <a:pt x="68316" y="198896"/>
                  </a:lnTo>
                  <a:lnTo>
                    <a:pt x="66434" y="200008"/>
                  </a:lnTo>
                  <a:lnTo>
                    <a:pt x="65019" y="199877"/>
                  </a:lnTo>
                  <a:lnTo>
                    <a:pt x="56785" y="189043"/>
                  </a:lnTo>
                  <a:lnTo>
                    <a:pt x="52412" y="187515"/>
                  </a:lnTo>
                  <a:lnTo>
                    <a:pt x="44767" y="179750"/>
                  </a:lnTo>
                  <a:lnTo>
                    <a:pt x="47253" y="169486"/>
                  </a:lnTo>
                  <a:lnTo>
                    <a:pt x="46126" y="160606"/>
                  </a:lnTo>
                  <a:lnTo>
                    <a:pt x="42042" y="153865"/>
                  </a:lnTo>
                  <a:lnTo>
                    <a:pt x="36989" y="151852"/>
                  </a:lnTo>
                  <a:lnTo>
                    <a:pt x="35212" y="151834"/>
                  </a:lnTo>
                  <a:lnTo>
                    <a:pt x="39457" y="134669"/>
                  </a:lnTo>
                  <a:lnTo>
                    <a:pt x="37762" y="126883"/>
                  </a:lnTo>
                  <a:lnTo>
                    <a:pt x="39736" y="115096"/>
                  </a:lnTo>
                  <a:lnTo>
                    <a:pt x="38640" y="106812"/>
                  </a:lnTo>
                  <a:lnTo>
                    <a:pt x="35119" y="99027"/>
                  </a:lnTo>
                  <a:lnTo>
                    <a:pt x="29063" y="93207"/>
                  </a:lnTo>
                  <a:lnTo>
                    <a:pt x="24931" y="91768"/>
                  </a:lnTo>
                  <a:lnTo>
                    <a:pt x="21911" y="92228"/>
                  </a:lnTo>
                  <a:lnTo>
                    <a:pt x="25170" y="89681"/>
                  </a:lnTo>
                  <a:lnTo>
                    <a:pt x="26136" y="85186"/>
                  </a:lnTo>
                  <a:lnTo>
                    <a:pt x="21004" y="77248"/>
                  </a:lnTo>
                  <a:lnTo>
                    <a:pt x="19760" y="78824"/>
                  </a:lnTo>
                  <a:lnTo>
                    <a:pt x="23481" y="83734"/>
                  </a:lnTo>
                  <a:lnTo>
                    <a:pt x="23994" y="86070"/>
                  </a:lnTo>
                  <a:lnTo>
                    <a:pt x="22568" y="88145"/>
                  </a:lnTo>
                  <a:lnTo>
                    <a:pt x="21287" y="88292"/>
                  </a:lnTo>
                  <a:lnTo>
                    <a:pt x="19761" y="86349"/>
                  </a:lnTo>
                  <a:lnTo>
                    <a:pt x="19653" y="84940"/>
                  </a:lnTo>
                  <a:lnTo>
                    <a:pt x="16525" y="84769"/>
                  </a:lnTo>
                  <a:lnTo>
                    <a:pt x="20277" y="96368"/>
                  </a:lnTo>
                  <a:lnTo>
                    <a:pt x="19604" y="97415"/>
                  </a:lnTo>
                  <a:lnTo>
                    <a:pt x="17267" y="96116"/>
                  </a:lnTo>
                  <a:lnTo>
                    <a:pt x="17314" y="89273"/>
                  </a:lnTo>
                  <a:lnTo>
                    <a:pt x="16759" y="87397"/>
                  </a:lnTo>
                  <a:lnTo>
                    <a:pt x="15340" y="86506"/>
                  </a:lnTo>
                  <a:lnTo>
                    <a:pt x="14141" y="78909"/>
                  </a:lnTo>
                  <a:lnTo>
                    <a:pt x="17039" y="68359"/>
                  </a:lnTo>
                  <a:lnTo>
                    <a:pt x="18672" y="56515"/>
                  </a:lnTo>
                  <a:lnTo>
                    <a:pt x="17328" y="40319"/>
                  </a:lnTo>
                  <a:lnTo>
                    <a:pt x="15340" y="35993"/>
                  </a:lnTo>
                  <a:lnTo>
                    <a:pt x="11814" y="34748"/>
                  </a:lnTo>
                  <a:lnTo>
                    <a:pt x="7243" y="29376"/>
                  </a:lnTo>
                  <a:lnTo>
                    <a:pt x="4396" y="28797"/>
                  </a:lnTo>
                  <a:lnTo>
                    <a:pt x="1481" y="25276"/>
                  </a:lnTo>
                  <a:lnTo>
                    <a:pt x="0" y="21062"/>
                  </a:lnTo>
                  <a:lnTo>
                    <a:pt x="9941" y="16085"/>
                  </a:lnTo>
                  <a:lnTo>
                    <a:pt x="23818" y="6913"/>
                  </a:lnTo>
                  <a:lnTo>
                    <a:pt x="31203" y="7317"/>
                  </a:lnTo>
                  <a:lnTo>
                    <a:pt x="34161" y="5197"/>
                  </a:lnTo>
                  <a:lnTo>
                    <a:pt x="39487" y="3319"/>
                  </a:lnTo>
                  <a:lnTo>
                    <a:pt x="47185" y="4658"/>
                  </a:lnTo>
                  <a:lnTo>
                    <a:pt x="52592" y="6943"/>
                  </a:lnTo>
                  <a:lnTo>
                    <a:pt x="55683" y="3589"/>
                  </a:lnTo>
                  <a:lnTo>
                    <a:pt x="62554" y="61"/>
                  </a:lnTo>
                  <a:lnTo>
                    <a:pt x="68325" y="0"/>
                  </a:lnTo>
                  <a:lnTo>
                    <a:pt x="69995" y="1008"/>
                  </a:lnTo>
                  <a:lnTo>
                    <a:pt x="70479" y="3529"/>
                  </a:lnTo>
                  <a:lnTo>
                    <a:pt x="77296" y="7708"/>
                  </a:lnTo>
                  <a:lnTo>
                    <a:pt x="74714" y="11071"/>
                  </a:lnTo>
                  <a:lnTo>
                    <a:pt x="73317" y="5454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h3286"/>
            <p:cNvSpPr/>
            <p:nvPr/>
          </p:nvSpPr>
          <p:spPr>
            <a:xfrm>
              <a:off x="5242247" y="1641809"/>
              <a:ext cx="852" cy="1349"/>
            </a:xfrm>
            <a:custGeom>
              <a:avLst/>
              <a:pathLst>
                <a:path w="852" h="1349">
                  <a:moveTo>
                    <a:pt x="0" y="1349"/>
                  </a:moveTo>
                  <a:lnTo>
                    <a:pt x="563" y="0"/>
                  </a:lnTo>
                  <a:lnTo>
                    <a:pt x="852" y="50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h3287"/>
            <p:cNvSpPr/>
            <p:nvPr/>
          </p:nvSpPr>
          <p:spPr>
            <a:xfrm>
              <a:off x="5213716" y="1546272"/>
              <a:ext cx="2596" cy="2273"/>
            </a:xfrm>
            <a:custGeom>
              <a:avLst/>
              <a:pathLst>
                <a:path w="2596" h="2273">
                  <a:moveTo>
                    <a:pt x="1706" y="2273"/>
                  </a:moveTo>
                  <a:lnTo>
                    <a:pt x="0" y="1379"/>
                  </a:lnTo>
                  <a:lnTo>
                    <a:pt x="1401" y="0"/>
                  </a:lnTo>
                  <a:lnTo>
                    <a:pt x="2596" y="182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h3288"/>
            <p:cNvSpPr/>
            <p:nvPr/>
          </p:nvSpPr>
          <p:spPr>
            <a:xfrm>
              <a:off x="5498492" y="1775593"/>
              <a:ext cx="137" cy="165"/>
            </a:xfrm>
            <a:custGeom>
              <a:avLst/>
              <a:pathLst>
                <a:path w="137" h="165">
                  <a:moveTo>
                    <a:pt x="137" y="1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h3289"/>
            <p:cNvSpPr/>
            <p:nvPr/>
          </p:nvSpPr>
          <p:spPr>
            <a:xfrm>
              <a:off x="5499050" y="1775675"/>
              <a:ext cx="447" cy="34"/>
            </a:xfrm>
            <a:custGeom>
              <a:avLst/>
              <a:pathLst>
                <a:path w="447" h="34">
                  <a:moveTo>
                    <a:pt x="447" y="0"/>
                  </a:moveTo>
                  <a:lnTo>
                    <a:pt x="0" y="3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h3290"/>
            <p:cNvSpPr/>
            <p:nvPr/>
          </p:nvSpPr>
          <p:spPr>
            <a:xfrm>
              <a:off x="5498403" y="1772620"/>
              <a:ext cx="995" cy="1539"/>
            </a:xfrm>
            <a:custGeom>
              <a:avLst/>
              <a:pathLst>
                <a:path w="995" h="1539">
                  <a:moveTo>
                    <a:pt x="995" y="1539"/>
                  </a:moveTo>
                  <a:lnTo>
                    <a:pt x="318" y="1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h3291"/>
            <p:cNvSpPr/>
            <p:nvPr/>
          </p:nvSpPr>
          <p:spPr>
            <a:xfrm>
              <a:off x="5495468" y="1769239"/>
              <a:ext cx="1147" cy="1847"/>
            </a:xfrm>
            <a:custGeom>
              <a:avLst/>
              <a:pathLst>
                <a:path w="1147" h="1847">
                  <a:moveTo>
                    <a:pt x="21" y="0"/>
                  </a:moveTo>
                  <a:lnTo>
                    <a:pt x="1147" y="1245"/>
                  </a:lnTo>
                  <a:lnTo>
                    <a:pt x="0" y="184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h3292"/>
            <p:cNvSpPr/>
            <p:nvPr/>
          </p:nvSpPr>
          <p:spPr>
            <a:xfrm>
              <a:off x="5494487" y="1769803"/>
              <a:ext cx="282" cy="381"/>
            </a:xfrm>
            <a:custGeom>
              <a:avLst/>
              <a:pathLst>
                <a:path w="282" h="381">
                  <a:moveTo>
                    <a:pt x="208" y="0"/>
                  </a:moveTo>
                  <a:lnTo>
                    <a:pt x="282" y="381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h3293"/>
            <p:cNvSpPr/>
            <p:nvPr/>
          </p:nvSpPr>
          <p:spPr>
            <a:xfrm>
              <a:off x="5495179" y="1768048"/>
              <a:ext cx="574" cy="243"/>
            </a:xfrm>
            <a:custGeom>
              <a:avLst/>
              <a:pathLst>
                <a:path w="574" h="243">
                  <a:moveTo>
                    <a:pt x="574" y="17"/>
                  </a:moveTo>
                  <a:lnTo>
                    <a:pt x="0" y="243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h3294"/>
            <p:cNvSpPr/>
            <p:nvPr/>
          </p:nvSpPr>
          <p:spPr>
            <a:xfrm>
              <a:off x="5496300" y="1767706"/>
              <a:ext cx="174" cy="125"/>
            </a:xfrm>
            <a:custGeom>
              <a:avLst/>
              <a:pathLst>
                <a:path w="174" h="125">
                  <a:moveTo>
                    <a:pt x="0" y="125"/>
                  </a:moveTo>
                  <a:lnTo>
                    <a:pt x="17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h3295"/>
            <p:cNvSpPr/>
            <p:nvPr/>
          </p:nvSpPr>
          <p:spPr>
            <a:xfrm>
              <a:off x="5495162" y="1767440"/>
              <a:ext cx="470" cy="364"/>
            </a:xfrm>
            <a:custGeom>
              <a:avLst/>
              <a:pathLst>
                <a:path w="470" h="364">
                  <a:moveTo>
                    <a:pt x="265" y="0"/>
                  </a:moveTo>
                  <a:lnTo>
                    <a:pt x="470" y="364"/>
                  </a:lnTo>
                  <a:lnTo>
                    <a:pt x="0" y="36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h3296"/>
            <p:cNvSpPr/>
            <p:nvPr/>
          </p:nvSpPr>
          <p:spPr>
            <a:xfrm>
              <a:off x="5500691" y="1766822"/>
              <a:ext cx="941" cy="1514"/>
            </a:xfrm>
            <a:custGeom>
              <a:avLst/>
              <a:pathLst>
                <a:path w="941" h="1514">
                  <a:moveTo>
                    <a:pt x="182" y="1246"/>
                  </a:moveTo>
                  <a:lnTo>
                    <a:pt x="0" y="0"/>
                  </a:lnTo>
                  <a:lnTo>
                    <a:pt x="941" y="151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h3297"/>
            <p:cNvSpPr/>
            <p:nvPr/>
          </p:nvSpPr>
          <p:spPr>
            <a:xfrm>
              <a:off x="5496120" y="17614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h3298"/>
            <p:cNvSpPr/>
            <p:nvPr/>
          </p:nvSpPr>
          <p:spPr>
            <a:xfrm>
              <a:off x="5495413" y="1760480"/>
              <a:ext cx="461" cy="587"/>
            </a:xfrm>
            <a:custGeom>
              <a:avLst/>
              <a:pathLst>
                <a:path w="461" h="587">
                  <a:moveTo>
                    <a:pt x="77" y="472"/>
                  </a:moveTo>
                  <a:lnTo>
                    <a:pt x="0" y="0"/>
                  </a:lnTo>
                  <a:lnTo>
                    <a:pt x="461" y="58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h3299"/>
            <p:cNvSpPr/>
            <p:nvPr/>
          </p:nvSpPr>
          <p:spPr>
            <a:xfrm>
              <a:off x="5495075" y="1756948"/>
              <a:ext cx="2516" cy="5960"/>
            </a:xfrm>
            <a:custGeom>
              <a:avLst/>
              <a:pathLst>
                <a:path w="2516" h="5960">
                  <a:moveTo>
                    <a:pt x="1758" y="64"/>
                  </a:moveTo>
                  <a:lnTo>
                    <a:pt x="2516" y="876"/>
                  </a:lnTo>
                  <a:lnTo>
                    <a:pt x="1735" y="2158"/>
                  </a:lnTo>
                  <a:lnTo>
                    <a:pt x="2298" y="5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h3300"/>
            <p:cNvSpPr/>
            <p:nvPr/>
          </p:nvSpPr>
          <p:spPr>
            <a:xfrm>
              <a:off x="5494366" y="1756584"/>
              <a:ext cx="431" cy="221"/>
            </a:xfrm>
            <a:custGeom>
              <a:avLst/>
              <a:pathLst>
                <a:path w="431" h="221">
                  <a:moveTo>
                    <a:pt x="431" y="0"/>
                  </a:moveTo>
                  <a:lnTo>
                    <a:pt x="0" y="22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h3301"/>
            <p:cNvSpPr/>
            <p:nvPr/>
          </p:nvSpPr>
          <p:spPr>
            <a:xfrm>
              <a:off x="5495889" y="1696392"/>
              <a:ext cx="317" cy="1069"/>
            </a:xfrm>
            <a:custGeom>
              <a:avLst/>
              <a:pathLst>
                <a:path w="317" h="1069">
                  <a:moveTo>
                    <a:pt x="122" y="0"/>
                  </a:moveTo>
                  <a:lnTo>
                    <a:pt x="317" y="330"/>
                  </a:lnTo>
                  <a:lnTo>
                    <a:pt x="0" y="106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h3302"/>
            <p:cNvSpPr/>
            <p:nvPr/>
          </p:nvSpPr>
          <p:spPr>
            <a:xfrm>
              <a:off x="5493713" y="1695049"/>
              <a:ext cx="2103" cy="2270"/>
            </a:xfrm>
            <a:custGeom>
              <a:avLst/>
              <a:pathLst>
                <a:path w="2103" h="2270">
                  <a:moveTo>
                    <a:pt x="258" y="2270"/>
                  </a:moveTo>
                  <a:lnTo>
                    <a:pt x="0" y="266"/>
                  </a:lnTo>
                  <a:lnTo>
                    <a:pt x="1637" y="0"/>
                  </a:lnTo>
                  <a:lnTo>
                    <a:pt x="2103" y="118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h3303"/>
            <p:cNvSpPr/>
            <p:nvPr/>
          </p:nvSpPr>
          <p:spPr>
            <a:xfrm>
              <a:off x="5497802" y="1695009"/>
              <a:ext cx="856" cy="233"/>
            </a:xfrm>
            <a:custGeom>
              <a:avLst/>
              <a:pathLst>
                <a:path w="856" h="233">
                  <a:moveTo>
                    <a:pt x="675" y="100"/>
                  </a:moveTo>
                  <a:lnTo>
                    <a:pt x="856" y="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h3304"/>
            <p:cNvSpPr/>
            <p:nvPr/>
          </p:nvSpPr>
          <p:spPr>
            <a:xfrm>
              <a:off x="5627306" y="1860705"/>
              <a:ext cx="2229" cy="1857"/>
            </a:xfrm>
            <a:custGeom>
              <a:avLst/>
              <a:pathLst>
                <a:path w="2229" h="1857">
                  <a:moveTo>
                    <a:pt x="0" y="970"/>
                  </a:moveTo>
                  <a:lnTo>
                    <a:pt x="479" y="45"/>
                  </a:lnTo>
                  <a:lnTo>
                    <a:pt x="2229" y="0"/>
                  </a:lnTo>
                  <a:lnTo>
                    <a:pt x="2204" y="185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h3305"/>
            <p:cNvSpPr/>
            <p:nvPr/>
          </p:nvSpPr>
          <p:spPr>
            <a:xfrm>
              <a:off x="5563815" y="1817424"/>
              <a:ext cx="15318" cy="14356"/>
            </a:xfrm>
            <a:custGeom>
              <a:avLst/>
              <a:pathLst>
                <a:path w="15318" h="14356">
                  <a:moveTo>
                    <a:pt x="5240" y="5423"/>
                  </a:moveTo>
                  <a:lnTo>
                    <a:pt x="3206" y="4687"/>
                  </a:lnTo>
                  <a:lnTo>
                    <a:pt x="0" y="0"/>
                  </a:lnTo>
                  <a:lnTo>
                    <a:pt x="3660" y="972"/>
                  </a:lnTo>
                  <a:lnTo>
                    <a:pt x="15318" y="12602"/>
                  </a:lnTo>
                  <a:lnTo>
                    <a:pt x="12903" y="14356"/>
                  </a:lnTo>
                  <a:lnTo>
                    <a:pt x="11863" y="13827"/>
                  </a:lnTo>
                  <a:lnTo>
                    <a:pt x="10140" y="969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h3306"/>
            <p:cNvSpPr/>
            <p:nvPr/>
          </p:nvSpPr>
          <p:spPr>
            <a:xfrm>
              <a:off x="5559448" y="1813000"/>
              <a:ext cx="3945" cy="3860"/>
            </a:xfrm>
            <a:custGeom>
              <a:avLst/>
              <a:pathLst>
                <a:path w="3945" h="3860">
                  <a:moveTo>
                    <a:pt x="1420" y="1387"/>
                  </a:moveTo>
                  <a:lnTo>
                    <a:pt x="3945" y="1888"/>
                  </a:lnTo>
                  <a:lnTo>
                    <a:pt x="3808" y="3860"/>
                  </a:lnTo>
                  <a:lnTo>
                    <a:pt x="0" y="1648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h3307"/>
            <p:cNvSpPr/>
            <p:nvPr/>
          </p:nvSpPr>
          <p:spPr>
            <a:xfrm>
              <a:off x="5562581" y="1814556"/>
              <a:ext cx="75" cy="130"/>
            </a:xfrm>
            <a:custGeom>
              <a:avLst/>
              <a:pathLst>
                <a:path w="75" h="130">
                  <a:moveTo>
                    <a:pt x="0" y="130"/>
                  </a:moveTo>
                  <a:lnTo>
                    <a:pt x="7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h3308"/>
            <p:cNvSpPr/>
            <p:nvPr/>
          </p:nvSpPr>
          <p:spPr>
            <a:xfrm>
              <a:off x="5555939" y="1810719"/>
              <a:ext cx="274" cy="178"/>
            </a:xfrm>
            <a:custGeom>
              <a:avLst/>
              <a:pathLst>
                <a:path w="274" h="178">
                  <a:moveTo>
                    <a:pt x="0" y="106"/>
                  </a:moveTo>
                  <a:lnTo>
                    <a:pt x="214" y="0"/>
                  </a:lnTo>
                  <a:lnTo>
                    <a:pt x="274" y="17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h3309"/>
            <p:cNvSpPr/>
            <p:nvPr/>
          </p:nvSpPr>
          <p:spPr>
            <a:xfrm>
              <a:off x="5555861" y="1809427"/>
              <a:ext cx="2101" cy="2416"/>
            </a:xfrm>
            <a:custGeom>
              <a:avLst/>
              <a:pathLst>
                <a:path w="2101" h="2416">
                  <a:moveTo>
                    <a:pt x="593" y="0"/>
                  </a:moveTo>
                  <a:lnTo>
                    <a:pt x="2101" y="2416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h3310"/>
            <p:cNvSpPr/>
            <p:nvPr/>
          </p:nvSpPr>
          <p:spPr>
            <a:xfrm>
              <a:off x="5554573" y="1797165"/>
              <a:ext cx="1072" cy="683"/>
            </a:xfrm>
            <a:custGeom>
              <a:avLst/>
              <a:pathLst>
                <a:path w="1072" h="683">
                  <a:moveTo>
                    <a:pt x="1025" y="683"/>
                  </a:moveTo>
                  <a:lnTo>
                    <a:pt x="0" y="0"/>
                  </a:lnTo>
                  <a:lnTo>
                    <a:pt x="1072" y="20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h3311"/>
            <p:cNvSpPr/>
            <p:nvPr/>
          </p:nvSpPr>
          <p:spPr>
            <a:xfrm>
              <a:off x="5553003" y="17957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h3312"/>
            <p:cNvSpPr/>
            <p:nvPr/>
          </p:nvSpPr>
          <p:spPr>
            <a:xfrm>
              <a:off x="5511466" y="1793606"/>
              <a:ext cx="107" cy="244"/>
            </a:xfrm>
            <a:custGeom>
              <a:avLst/>
              <a:pathLst>
                <a:path w="107" h="244">
                  <a:moveTo>
                    <a:pt x="0" y="244"/>
                  </a:moveTo>
                  <a:lnTo>
                    <a:pt x="10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h3313"/>
            <p:cNvSpPr/>
            <p:nvPr/>
          </p:nvSpPr>
          <p:spPr>
            <a:xfrm>
              <a:off x="5549988" y="1788626"/>
              <a:ext cx="360" cy="366"/>
            </a:xfrm>
            <a:custGeom>
              <a:avLst/>
              <a:pathLst>
                <a:path w="360" h="366">
                  <a:moveTo>
                    <a:pt x="0" y="338"/>
                  </a:moveTo>
                  <a:lnTo>
                    <a:pt x="57" y="0"/>
                  </a:lnTo>
                  <a:lnTo>
                    <a:pt x="360" y="36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h3314"/>
            <p:cNvSpPr/>
            <p:nvPr/>
          </p:nvSpPr>
          <p:spPr>
            <a:xfrm>
              <a:off x="5548293" y="1786969"/>
              <a:ext cx="1475" cy="2154"/>
            </a:xfrm>
            <a:custGeom>
              <a:avLst/>
              <a:pathLst>
                <a:path w="1475" h="2154">
                  <a:moveTo>
                    <a:pt x="1087" y="0"/>
                  </a:moveTo>
                  <a:lnTo>
                    <a:pt x="1475" y="678"/>
                  </a:lnTo>
                  <a:lnTo>
                    <a:pt x="0" y="215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h3315"/>
            <p:cNvSpPr/>
            <p:nvPr/>
          </p:nvSpPr>
          <p:spPr>
            <a:xfrm>
              <a:off x="5511919" y="1786372"/>
              <a:ext cx="150" cy="70"/>
            </a:xfrm>
            <a:custGeom>
              <a:avLst/>
              <a:pathLst>
                <a:path w="150" h="70">
                  <a:moveTo>
                    <a:pt x="150" y="7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h3316"/>
            <p:cNvSpPr/>
            <p:nvPr/>
          </p:nvSpPr>
          <p:spPr>
            <a:xfrm>
              <a:off x="5548590" y="1785420"/>
              <a:ext cx="145" cy="90"/>
            </a:xfrm>
            <a:custGeom>
              <a:avLst/>
              <a:pathLst>
                <a:path w="145" h="90">
                  <a:moveTo>
                    <a:pt x="145" y="0"/>
                  </a:moveTo>
                  <a:lnTo>
                    <a:pt x="0" y="9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h3317"/>
            <p:cNvSpPr/>
            <p:nvPr/>
          </p:nvSpPr>
          <p:spPr>
            <a:xfrm>
              <a:off x="5509357" y="1780416"/>
              <a:ext cx="176" cy="445"/>
            </a:xfrm>
            <a:custGeom>
              <a:avLst/>
              <a:pathLst>
                <a:path w="176" h="445">
                  <a:moveTo>
                    <a:pt x="176" y="445"/>
                  </a:moveTo>
                  <a:lnTo>
                    <a:pt x="0" y="235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h3318"/>
            <p:cNvSpPr/>
            <p:nvPr/>
          </p:nvSpPr>
          <p:spPr>
            <a:xfrm>
              <a:off x="5543931" y="1764460"/>
              <a:ext cx="1740" cy="836"/>
            </a:xfrm>
            <a:custGeom>
              <a:avLst/>
              <a:pathLst>
                <a:path w="1740" h="836">
                  <a:moveTo>
                    <a:pt x="1740" y="0"/>
                  </a:moveTo>
                  <a:lnTo>
                    <a:pt x="1313" y="836"/>
                  </a:lnTo>
                  <a:lnTo>
                    <a:pt x="0" y="61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h3319"/>
            <p:cNvSpPr/>
            <p:nvPr/>
          </p:nvSpPr>
          <p:spPr>
            <a:xfrm>
              <a:off x="5491060" y="1697172"/>
              <a:ext cx="50544" cy="77748"/>
            </a:xfrm>
            <a:custGeom>
              <a:avLst/>
              <a:pathLst>
                <a:path w="50544" h="77748">
                  <a:moveTo>
                    <a:pt x="26812" y="35141"/>
                  </a:moveTo>
                  <a:lnTo>
                    <a:pt x="33188" y="37376"/>
                  </a:lnTo>
                  <a:lnTo>
                    <a:pt x="45332" y="37417"/>
                  </a:lnTo>
                  <a:lnTo>
                    <a:pt x="47059" y="38960"/>
                  </a:lnTo>
                  <a:lnTo>
                    <a:pt x="45638" y="41942"/>
                  </a:lnTo>
                  <a:lnTo>
                    <a:pt x="45879" y="48142"/>
                  </a:lnTo>
                  <a:lnTo>
                    <a:pt x="44707" y="58740"/>
                  </a:lnTo>
                  <a:lnTo>
                    <a:pt x="46599" y="66293"/>
                  </a:lnTo>
                  <a:lnTo>
                    <a:pt x="49864" y="68573"/>
                  </a:lnTo>
                  <a:lnTo>
                    <a:pt x="50544" y="72299"/>
                  </a:lnTo>
                  <a:lnTo>
                    <a:pt x="50005" y="77748"/>
                  </a:lnTo>
                  <a:lnTo>
                    <a:pt x="35949" y="65870"/>
                  </a:lnTo>
                  <a:lnTo>
                    <a:pt x="34154" y="60981"/>
                  </a:lnTo>
                  <a:lnTo>
                    <a:pt x="30347" y="55325"/>
                  </a:lnTo>
                  <a:lnTo>
                    <a:pt x="24926" y="51843"/>
                  </a:lnTo>
                  <a:lnTo>
                    <a:pt x="19130" y="45646"/>
                  </a:lnTo>
                  <a:lnTo>
                    <a:pt x="15337" y="36879"/>
                  </a:lnTo>
                  <a:lnTo>
                    <a:pt x="9421" y="35258"/>
                  </a:lnTo>
                  <a:lnTo>
                    <a:pt x="4506" y="23337"/>
                  </a:lnTo>
                  <a:lnTo>
                    <a:pt x="2026" y="19358"/>
                  </a:lnTo>
                  <a:lnTo>
                    <a:pt x="16" y="18035"/>
                  </a:lnTo>
                  <a:lnTo>
                    <a:pt x="0" y="12467"/>
                  </a:lnTo>
                  <a:lnTo>
                    <a:pt x="1834" y="10345"/>
                  </a:lnTo>
                  <a:lnTo>
                    <a:pt x="3866" y="5619"/>
                  </a:lnTo>
                  <a:lnTo>
                    <a:pt x="4570" y="1578"/>
                  </a:lnTo>
                  <a:lnTo>
                    <a:pt x="10067" y="0"/>
                  </a:lnTo>
                  <a:lnTo>
                    <a:pt x="17364" y="6520"/>
                  </a:lnTo>
                  <a:lnTo>
                    <a:pt x="24925" y="18316"/>
                  </a:lnTo>
                  <a:lnTo>
                    <a:pt x="25668" y="24741"/>
                  </a:lnTo>
                  <a:lnTo>
                    <a:pt x="23785" y="27795"/>
                  </a:lnTo>
                  <a:lnTo>
                    <a:pt x="24426" y="3335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h3320"/>
            <p:cNvSpPr/>
            <p:nvPr/>
          </p:nvSpPr>
          <p:spPr>
            <a:xfrm>
              <a:off x="5403331" y="1653236"/>
              <a:ext cx="1502" cy="1179"/>
            </a:xfrm>
            <a:custGeom>
              <a:avLst/>
              <a:pathLst>
                <a:path w="1502" h="1179">
                  <a:moveTo>
                    <a:pt x="0" y="423"/>
                  </a:moveTo>
                  <a:lnTo>
                    <a:pt x="1177" y="0"/>
                  </a:lnTo>
                  <a:lnTo>
                    <a:pt x="1502" y="1179"/>
                  </a:lnTo>
                  <a:lnTo>
                    <a:pt x="8" y="112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h3321"/>
            <p:cNvSpPr/>
            <p:nvPr/>
          </p:nvSpPr>
          <p:spPr>
            <a:xfrm>
              <a:off x="5401387" y="1631149"/>
              <a:ext cx="2983" cy="4016"/>
            </a:xfrm>
            <a:custGeom>
              <a:avLst/>
              <a:pathLst>
                <a:path w="2983" h="4016">
                  <a:moveTo>
                    <a:pt x="1320" y="4016"/>
                  </a:moveTo>
                  <a:lnTo>
                    <a:pt x="0" y="2704"/>
                  </a:lnTo>
                  <a:lnTo>
                    <a:pt x="955" y="0"/>
                  </a:lnTo>
                  <a:lnTo>
                    <a:pt x="2983" y="1377"/>
                  </a:lnTo>
                  <a:lnTo>
                    <a:pt x="2969" y="376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h3322"/>
            <p:cNvSpPr/>
            <p:nvPr/>
          </p:nvSpPr>
          <p:spPr>
            <a:xfrm>
              <a:off x="5405542" y="1630517"/>
              <a:ext cx="332" cy="820"/>
            </a:xfrm>
            <a:custGeom>
              <a:avLst/>
              <a:pathLst>
                <a:path w="332" h="820">
                  <a:moveTo>
                    <a:pt x="46" y="0"/>
                  </a:moveTo>
                  <a:lnTo>
                    <a:pt x="332" y="405"/>
                  </a:lnTo>
                  <a:lnTo>
                    <a:pt x="0" y="82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h3323"/>
            <p:cNvSpPr/>
            <p:nvPr/>
          </p:nvSpPr>
          <p:spPr>
            <a:xfrm>
              <a:off x="5395563" y="1626016"/>
              <a:ext cx="755" cy="1282"/>
            </a:xfrm>
            <a:custGeom>
              <a:avLst/>
              <a:pathLst>
                <a:path w="755" h="1282">
                  <a:moveTo>
                    <a:pt x="755" y="0"/>
                  </a:moveTo>
                  <a:lnTo>
                    <a:pt x="485" y="1282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h3324"/>
            <p:cNvSpPr/>
            <p:nvPr/>
          </p:nvSpPr>
          <p:spPr>
            <a:xfrm>
              <a:off x="5394602" y="1621667"/>
              <a:ext cx="566" cy="938"/>
            </a:xfrm>
            <a:custGeom>
              <a:avLst/>
              <a:pathLst>
                <a:path w="566" h="938">
                  <a:moveTo>
                    <a:pt x="0" y="938"/>
                  </a:moveTo>
                  <a:lnTo>
                    <a:pt x="294" y="0"/>
                  </a:lnTo>
                  <a:lnTo>
                    <a:pt x="566" y="48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h3325"/>
            <p:cNvSpPr/>
            <p:nvPr/>
          </p:nvSpPr>
          <p:spPr>
            <a:xfrm>
              <a:off x="5387909" y="1615896"/>
              <a:ext cx="2063" cy="1560"/>
            </a:xfrm>
            <a:custGeom>
              <a:avLst/>
              <a:pathLst>
                <a:path w="2063" h="1560">
                  <a:moveTo>
                    <a:pt x="0" y="518"/>
                  </a:moveTo>
                  <a:lnTo>
                    <a:pt x="449" y="0"/>
                  </a:lnTo>
                  <a:lnTo>
                    <a:pt x="1601" y="328"/>
                  </a:lnTo>
                  <a:lnTo>
                    <a:pt x="2063" y="156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h3326"/>
            <p:cNvSpPr/>
            <p:nvPr/>
          </p:nvSpPr>
          <p:spPr>
            <a:xfrm>
              <a:off x="5380058" y="1610249"/>
              <a:ext cx="141" cy="277"/>
            </a:xfrm>
            <a:custGeom>
              <a:avLst/>
              <a:pathLst>
                <a:path w="141" h="277">
                  <a:moveTo>
                    <a:pt x="0" y="277"/>
                  </a:moveTo>
                  <a:lnTo>
                    <a:pt x="14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h3327"/>
            <p:cNvSpPr/>
            <p:nvPr/>
          </p:nvSpPr>
          <p:spPr>
            <a:xfrm>
              <a:off x="5287170" y="1380438"/>
              <a:ext cx="175942" cy="346731"/>
            </a:xfrm>
            <a:custGeom>
              <a:avLst/>
              <a:pathLst>
                <a:path w="175942" h="346731">
                  <a:moveTo>
                    <a:pt x="58876" y="36964"/>
                  </a:moveTo>
                  <a:lnTo>
                    <a:pt x="58491" y="48198"/>
                  </a:lnTo>
                  <a:lnTo>
                    <a:pt x="59895" y="53095"/>
                  </a:lnTo>
                  <a:lnTo>
                    <a:pt x="62640" y="52299"/>
                  </a:lnTo>
                  <a:lnTo>
                    <a:pt x="66344" y="64164"/>
                  </a:lnTo>
                  <a:lnTo>
                    <a:pt x="81457" y="61813"/>
                  </a:lnTo>
                  <a:lnTo>
                    <a:pt x="78455" y="68069"/>
                  </a:lnTo>
                  <a:lnTo>
                    <a:pt x="76537" y="75441"/>
                  </a:lnTo>
                  <a:lnTo>
                    <a:pt x="76171" y="78003"/>
                  </a:lnTo>
                  <a:lnTo>
                    <a:pt x="77019" y="80509"/>
                  </a:lnTo>
                  <a:lnTo>
                    <a:pt x="74872" y="93978"/>
                  </a:lnTo>
                  <a:lnTo>
                    <a:pt x="75202" y="97337"/>
                  </a:lnTo>
                  <a:lnTo>
                    <a:pt x="76692" y="101030"/>
                  </a:lnTo>
                  <a:lnTo>
                    <a:pt x="81039" y="108277"/>
                  </a:lnTo>
                  <a:lnTo>
                    <a:pt x="79435" y="112597"/>
                  </a:lnTo>
                  <a:lnTo>
                    <a:pt x="79904" y="114200"/>
                  </a:lnTo>
                  <a:lnTo>
                    <a:pt x="82836" y="117164"/>
                  </a:lnTo>
                  <a:lnTo>
                    <a:pt x="91641" y="122834"/>
                  </a:lnTo>
                  <a:lnTo>
                    <a:pt x="92414" y="126726"/>
                  </a:lnTo>
                  <a:lnTo>
                    <a:pt x="91534" y="157273"/>
                  </a:lnTo>
                  <a:lnTo>
                    <a:pt x="90541" y="163186"/>
                  </a:lnTo>
                  <a:lnTo>
                    <a:pt x="92386" y="169110"/>
                  </a:lnTo>
                  <a:lnTo>
                    <a:pt x="94899" y="173515"/>
                  </a:lnTo>
                  <a:lnTo>
                    <a:pt x="96556" y="182800"/>
                  </a:lnTo>
                  <a:lnTo>
                    <a:pt x="95215" y="187258"/>
                  </a:lnTo>
                  <a:lnTo>
                    <a:pt x="95800" y="191634"/>
                  </a:lnTo>
                  <a:lnTo>
                    <a:pt x="93827" y="197301"/>
                  </a:lnTo>
                  <a:lnTo>
                    <a:pt x="92655" y="206227"/>
                  </a:lnTo>
                  <a:lnTo>
                    <a:pt x="92913" y="212790"/>
                  </a:lnTo>
                  <a:lnTo>
                    <a:pt x="88874" y="220523"/>
                  </a:lnTo>
                  <a:lnTo>
                    <a:pt x="92055" y="230282"/>
                  </a:lnTo>
                  <a:lnTo>
                    <a:pt x="95435" y="233500"/>
                  </a:lnTo>
                  <a:lnTo>
                    <a:pt x="97167" y="238097"/>
                  </a:lnTo>
                  <a:lnTo>
                    <a:pt x="97535" y="243193"/>
                  </a:lnTo>
                  <a:lnTo>
                    <a:pt x="101388" y="251858"/>
                  </a:lnTo>
                  <a:lnTo>
                    <a:pt x="106714" y="255170"/>
                  </a:lnTo>
                  <a:lnTo>
                    <a:pt x="108208" y="259966"/>
                  </a:lnTo>
                  <a:lnTo>
                    <a:pt x="112107" y="260692"/>
                  </a:lnTo>
                  <a:lnTo>
                    <a:pt x="114576" y="263545"/>
                  </a:lnTo>
                  <a:lnTo>
                    <a:pt x="114875" y="265215"/>
                  </a:lnTo>
                  <a:lnTo>
                    <a:pt x="113987" y="267984"/>
                  </a:lnTo>
                  <a:lnTo>
                    <a:pt x="114556" y="274017"/>
                  </a:lnTo>
                  <a:lnTo>
                    <a:pt x="116194" y="278516"/>
                  </a:lnTo>
                  <a:lnTo>
                    <a:pt x="122417" y="283812"/>
                  </a:lnTo>
                  <a:lnTo>
                    <a:pt x="126376" y="284170"/>
                  </a:lnTo>
                  <a:lnTo>
                    <a:pt x="128160" y="282057"/>
                  </a:lnTo>
                  <a:lnTo>
                    <a:pt x="127025" y="282360"/>
                  </a:lnTo>
                  <a:lnTo>
                    <a:pt x="126979" y="281197"/>
                  </a:lnTo>
                  <a:lnTo>
                    <a:pt x="128507" y="280420"/>
                  </a:lnTo>
                  <a:lnTo>
                    <a:pt x="132217" y="281958"/>
                  </a:lnTo>
                  <a:lnTo>
                    <a:pt x="135800" y="284737"/>
                  </a:lnTo>
                  <a:lnTo>
                    <a:pt x="141397" y="292268"/>
                  </a:lnTo>
                  <a:lnTo>
                    <a:pt x="152058" y="303102"/>
                  </a:lnTo>
                  <a:lnTo>
                    <a:pt x="153277" y="305737"/>
                  </a:lnTo>
                  <a:lnTo>
                    <a:pt x="161137" y="311761"/>
                  </a:lnTo>
                  <a:lnTo>
                    <a:pt x="169243" y="321883"/>
                  </a:lnTo>
                  <a:lnTo>
                    <a:pt x="175942" y="326315"/>
                  </a:lnTo>
                  <a:lnTo>
                    <a:pt x="174309" y="328363"/>
                  </a:lnTo>
                  <a:lnTo>
                    <a:pt x="170538" y="327290"/>
                  </a:lnTo>
                  <a:lnTo>
                    <a:pt x="165684" y="328769"/>
                  </a:lnTo>
                  <a:lnTo>
                    <a:pt x="164511" y="330498"/>
                  </a:lnTo>
                  <a:lnTo>
                    <a:pt x="164487" y="333205"/>
                  </a:lnTo>
                  <a:lnTo>
                    <a:pt x="160724" y="337795"/>
                  </a:lnTo>
                  <a:lnTo>
                    <a:pt x="159186" y="345661"/>
                  </a:lnTo>
                  <a:lnTo>
                    <a:pt x="151998" y="346731"/>
                  </a:lnTo>
                  <a:lnTo>
                    <a:pt x="142804" y="345161"/>
                  </a:lnTo>
                  <a:lnTo>
                    <a:pt x="129768" y="339788"/>
                  </a:lnTo>
                  <a:lnTo>
                    <a:pt x="123658" y="334607"/>
                  </a:lnTo>
                  <a:lnTo>
                    <a:pt x="119109" y="309114"/>
                  </a:lnTo>
                  <a:lnTo>
                    <a:pt x="102802" y="301910"/>
                  </a:lnTo>
                  <a:lnTo>
                    <a:pt x="83952" y="246674"/>
                  </a:lnTo>
                  <a:lnTo>
                    <a:pt x="73667" y="238090"/>
                  </a:lnTo>
                  <a:lnTo>
                    <a:pt x="67746" y="235050"/>
                  </a:lnTo>
                  <a:lnTo>
                    <a:pt x="67808" y="228618"/>
                  </a:lnTo>
                  <a:lnTo>
                    <a:pt x="65606" y="214776"/>
                  </a:lnTo>
                  <a:lnTo>
                    <a:pt x="57754" y="203471"/>
                  </a:lnTo>
                  <a:lnTo>
                    <a:pt x="56806" y="196540"/>
                  </a:lnTo>
                  <a:lnTo>
                    <a:pt x="57096" y="190173"/>
                  </a:lnTo>
                  <a:lnTo>
                    <a:pt x="48534" y="183438"/>
                  </a:lnTo>
                  <a:lnTo>
                    <a:pt x="43627" y="185927"/>
                  </a:lnTo>
                  <a:lnTo>
                    <a:pt x="39814" y="186497"/>
                  </a:lnTo>
                  <a:lnTo>
                    <a:pt x="39796" y="180531"/>
                  </a:lnTo>
                  <a:lnTo>
                    <a:pt x="42549" y="176875"/>
                  </a:lnTo>
                  <a:lnTo>
                    <a:pt x="41075" y="173888"/>
                  </a:lnTo>
                  <a:lnTo>
                    <a:pt x="44399" y="168670"/>
                  </a:lnTo>
                  <a:lnTo>
                    <a:pt x="38108" y="162229"/>
                  </a:lnTo>
                  <a:lnTo>
                    <a:pt x="32365" y="151700"/>
                  </a:lnTo>
                  <a:lnTo>
                    <a:pt x="31032" y="139222"/>
                  </a:lnTo>
                  <a:lnTo>
                    <a:pt x="22941" y="138425"/>
                  </a:lnTo>
                  <a:lnTo>
                    <a:pt x="19511" y="132462"/>
                  </a:lnTo>
                  <a:lnTo>
                    <a:pt x="15533" y="111259"/>
                  </a:lnTo>
                  <a:lnTo>
                    <a:pt x="13987" y="43669"/>
                  </a:lnTo>
                  <a:lnTo>
                    <a:pt x="4050" y="32137"/>
                  </a:lnTo>
                  <a:lnTo>
                    <a:pt x="0" y="23048"/>
                  </a:lnTo>
                  <a:lnTo>
                    <a:pt x="4417" y="20950"/>
                  </a:lnTo>
                  <a:lnTo>
                    <a:pt x="8048" y="17778"/>
                  </a:lnTo>
                  <a:lnTo>
                    <a:pt x="26680" y="5897"/>
                  </a:lnTo>
                  <a:lnTo>
                    <a:pt x="35128" y="2384"/>
                  </a:lnTo>
                  <a:lnTo>
                    <a:pt x="37121" y="4360"/>
                  </a:lnTo>
                  <a:lnTo>
                    <a:pt x="49952" y="0"/>
                  </a:lnTo>
                  <a:lnTo>
                    <a:pt x="53916" y="1305"/>
                  </a:lnTo>
                  <a:lnTo>
                    <a:pt x="58271" y="4401"/>
                  </a:lnTo>
                  <a:lnTo>
                    <a:pt x="62824" y="17193"/>
                  </a:lnTo>
                  <a:lnTo>
                    <a:pt x="60566" y="2196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h3328"/>
            <p:cNvSpPr/>
            <p:nvPr/>
          </p:nvSpPr>
          <p:spPr>
            <a:xfrm>
              <a:off x="5379473" y="1386364"/>
              <a:ext cx="15888" cy="19980"/>
            </a:xfrm>
            <a:custGeom>
              <a:avLst/>
              <a:pathLst>
                <a:path w="15888" h="19980">
                  <a:moveTo>
                    <a:pt x="7886" y="7666"/>
                  </a:moveTo>
                  <a:lnTo>
                    <a:pt x="14488" y="14632"/>
                  </a:lnTo>
                  <a:lnTo>
                    <a:pt x="15888" y="18219"/>
                  </a:lnTo>
                  <a:lnTo>
                    <a:pt x="15693" y="19816"/>
                  </a:lnTo>
                  <a:lnTo>
                    <a:pt x="13875" y="19980"/>
                  </a:lnTo>
                  <a:lnTo>
                    <a:pt x="7550" y="18079"/>
                  </a:lnTo>
                  <a:lnTo>
                    <a:pt x="3425" y="15143"/>
                  </a:lnTo>
                  <a:lnTo>
                    <a:pt x="638" y="11658"/>
                  </a:lnTo>
                  <a:lnTo>
                    <a:pt x="0" y="7198"/>
                  </a:lnTo>
                  <a:lnTo>
                    <a:pt x="314" y="1825"/>
                  </a:lnTo>
                  <a:lnTo>
                    <a:pt x="991" y="548"/>
                  </a:lnTo>
                  <a:lnTo>
                    <a:pt x="2242" y="0"/>
                  </a:lnTo>
                  <a:lnTo>
                    <a:pt x="4075" y="414"/>
                  </a:lnTo>
                  <a:lnTo>
                    <a:pt x="6511" y="2623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h3329"/>
            <p:cNvSpPr/>
            <p:nvPr/>
          </p:nvSpPr>
          <p:spPr>
            <a:xfrm>
              <a:off x="5264298" y="1266947"/>
              <a:ext cx="135481" cy="177655"/>
            </a:xfrm>
            <a:custGeom>
              <a:avLst/>
              <a:pathLst>
                <a:path w="135481" h="177655">
                  <a:moveTo>
                    <a:pt x="129564" y="10682"/>
                  </a:moveTo>
                  <a:lnTo>
                    <a:pt x="124450" y="13268"/>
                  </a:lnTo>
                  <a:lnTo>
                    <a:pt x="123952" y="23360"/>
                  </a:lnTo>
                  <a:lnTo>
                    <a:pt x="122318" y="29935"/>
                  </a:lnTo>
                  <a:lnTo>
                    <a:pt x="121836" y="31436"/>
                  </a:lnTo>
                  <a:lnTo>
                    <a:pt x="118182" y="32296"/>
                  </a:lnTo>
                  <a:lnTo>
                    <a:pt x="114680" y="29471"/>
                  </a:lnTo>
                  <a:lnTo>
                    <a:pt x="108551" y="30317"/>
                  </a:lnTo>
                  <a:lnTo>
                    <a:pt x="107917" y="32039"/>
                  </a:lnTo>
                  <a:lnTo>
                    <a:pt x="108404" y="35910"/>
                  </a:lnTo>
                  <a:lnTo>
                    <a:pt x="103723" y="42023"/>
                  </a:lnTo>
                  <a:lnTo>
                    <a:pt x="104030" y="46836"/>
                  </a:lnTo>
                  <a:lnTo>
                    <a:pt x="103310" y="48897"/>
                  </a:lnTo>
                  <a:lnTo>
                    <a:pt x="94739" y="56251"/>
                  </a:lnTo>
                  <a:lnTo>
                    <a:pt x="92483" y="60386"/>
                  </a:lnTo>
                  <a:lnTo>
                    <a:pt x="100403" y="70056"/>
                  </a:lnTo>
                  <a:lnTo>
                    <a:pt x="98404" y="74086"/>
                  </a:lnTo>
                  <a:lnTo>
                    <a:pt x="100793" y="88650"/>
                  </a:lnTo>
                  <a:lnTo>
                    <a:pt x="99120" y="94057"/>
                  </a:lnTo>
                  <a:lnTo>
                    <a:pt x="98401" y="104436"/>
                  </a:lnTo>
                  <a:lnTo>
                    <a:pt x="101179" y="108367"/>
                  </a:lnTo>
                  <a:lnTo>
                    <a:pt x="104054" y="110515"/>
                  </a:lnTo>
                  <a:lnTo>
                    <a:pt x="111521" y="112922"/>
                  </a:lnTo>
                  <a:lnTo>
                    <a:pt x="113081" y="117683"/>
                  </a:lnTo>
                  <a:lnTo>
                    <a:pt x="115058" y="119476"/>
                  </a:lnTo>
                  <a:lnTo>
                    <a:pt x="112417" y="129873"/>
                  </a:lnTo>
                  <a:lnTo>
                    <a:pt x="112842" y="133259"/>
                  </a:lnTo>
                  <a:lnTo>
                    <a:pt x="115110" y="138062"/>
                  </a:lnTo>
                  <a:lnTo>
                    <a:pt x="115558" y="143364"/>
                  </a:lnTo>
                  <a:lnTo>
                    <a:pt x="113486" y="146717"/>
                  </a:lnTo>
                  <a:lnTo>
                    <a:pt x="112177" y="146844"/>
                  </a:lnTo>
                  <a:lnTo>
                    <a:pt x="110287" y="145273"/>
                  </a:lnTo>
                  <a:lnTo>
                    <a:pt x="109428" y="145484"/>
                  </a:lnTo>
                  <a:lnTo>
                    <a:pt x="106866" y="150695"/>
                  </a:lnTo>
                  <a:lnTo>
                    <a:pt x="104966" y="157421"/>
                  </a:lnTo>
                  <a:lnTo>
                    <a:pt x="105593" y="165122"/>
                  </a:lnTo>
                  <a:lnTo>
                    <a:pt x="104584" y="170485"/>
                  </a:lnTo>
                  <a:lnTo>
                    <a:pt x="103421" y="171147"/>
                  </a:lnTo>
                  <a:lnTo>
                    <a:pt x="102576" y="173712"/>
                  </a:lnTo>
                  <a:lnTo>
                    <a:pt x="104328" y="175304"/>
                  </a:lnTo>
                  <a:lnTo>
                    <a:pt x="89216" y="177655"/>
                  </a:lnTo>
                  <a:lnTo>
                    <a:pt x="85511" y="165790"/>
                  </a:lnTo>
                  <a:lnTo>
                    <a:pt x="82767" y="166586"/>
                  </a:lnTo>
                  <a:lnTo>
                    <a:pt x="81363" y="161689"/>
                  </a:lnTo>
                  <a:lnTo>
                    <a:pt x="81747" y="150455"/>
                  </a:lnTo>
                  <a:lnTo>
                    <a:pt x="83437" y="135457"/>
                  </a:lnTo>
                  <a:lnTo>
                    <a:pt x="85696" y="130684"/>
                  </a:lnTo>
                  <a:lnTo>
                    <a:pt x="81143" y="117892"/>
                  </a:lnTo>
                  <a:lnTo>
                    <a:pt x="76787" y="114795"/>
                  </a:lnTo>
                  <a:lnTo>
                    <a:pt x="72824" y="113490"/>
                  </a:lnTo>
                  <a:lnTo>
                    <a:pt x="59993" y="117851"/>
                  </a:lnTo>
                  <a:lnTo>
                    <a:pt x="57999" y="115875"/>
                  </a:lnTo>
                  <a:lnTo>
                    <a:pt x="49552" y="119388"/>
                  </a:lnTo>
                  <a:lnTo>
                    <a:pt x="30919" y="131269"/>
                  </a:lnTo>
                  <a:lnTo>
                    <a:pt x="27288" y="134441"/>
                  </a:lnTo>
                  <a:lnTo>
                    <a:pt x="22871" y="136539"/>
                  </a:lnTo>
                  <a:lnTo>
                    <a:pt x="0" y="85673"/>
                  </a:lnTo>
                  <a:lnTo>
                    <a:pt x="2095" y="33074"/>
                  </a:lnTo>
                  <a:lnTo>
                    <a:pt x="4740" y="0"/>
                  </a:lnTo>
                  <a:lnTo>
                    <a:pt x="135481" y="1141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h3330"/>
            <p:cNvSpPr/>
            <p:nvPr/>
          </p:nvSpPr>
          <p:spPr>
            <a:xfrm>
              <a:off x="5129867" y="1282117"/>
              <a:ext cx="44335" cy="45829"/>
            </a:xfrm>
            <a:custGeom>
              <a:avLst/>
              <a:pathLst>
                <a:path w="44335" h="45829">
                  <a:moveTo>
                    <a:pt x="5197" y="0"/>
                  </a:moveTo>
                  <a:lnTo>
                    <a:pt x="12189" y="3257"/>
                  </a:lnTo>
                  <a:lnTo>
                    <a:pt x="14448" y="6670"/>
                  </a:lnTo>
                  <a:lnTo>
                    <a:pt x="15473" y="11421"/>
                  </a:lnTo>
                  <a:lnTo>
                    <a:pt x="20115" y="13006"/>
                  </a:lnTo>
                  <a:lnTo>
                    <a:pt x="15084" y="15124"/>
                  </a:lnTo>
                  <a:lnTo>
                    <a:pt x="14849" y="17353"/>
                  </a:lnTo>
                  <a:lnTo>
                    <a:pt x="29058" y="18848"/>
                  </a:lnTo>
                  <a:lnTo>
                    <a:pt x="44335" y="35887"/>
                  </a:lnTo>
                  <a:lnTo>
                    <a:pt x="19228" y="45829"/>
                  </a:lnTo>
                  <a:lnTo>
                    <a:pt x="19394" y="39961"/>
                  </a:lnTo>
                  <a:lnTo>
                    <a:pt x="16789" y="26989"/>
                  </a:lnTo>
                  <a:lnTo>
                    <a:pt x="14819" y="24349"/>
                  </a:lnTo>
                  <a:lnTo>
                    <a:pt x="8200" y="21246"/>
                  </a:lnTo>
                  <a:lnTo>
                    <a:pt x="4947" y="18560"/>
                  </a:lnTo>
                  <a:lnTo>
                    <a:pt x="0" y="144"/>
                  </a:lnTo>
                  <a:lnTo>
                    <a:pt x="376" y="110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h3331"/>
            <p:cNvSpPr/>
            <p:nvPr/>
          </p:nvSpPr>
          <p:spPr>
            <a:xfrm>
              <a:off x="5500704" y="2069133"/>
              <a:ext cx="14384" cy="10727"/>
            </a:xfrm>
            <a:custGeom>
              <a:avLst/>
              <a:pathLst>
                <a:path w="14384" h="10727">
                  <a:moveTo>
                    <a:pt x="13357" y="10726"/>
                  </a:moveTo>
                  <a:lnTo>
                    <a:pt x="8215" y="6676"/>
                  </a:lnTo>
                  <a:lnTo>
                    <a:pt x="2493" y="4670"/>
                  </a:lnTo>
                  <a:lnTo>
                    <a:pt x="167" y="3039"/>
                  </a:lnTo>
                  <a:lnTo>
                    <a:pt x="0" y="2133"/>
                  </a:lnTo>
                  <a:lnTo>
                    <a:pt x="3141" y="0"/>
                  </a:lnTo>
                  <a:lnTo>
                    <a:pt x="4394" y="184"/>
                  </a:lnTo>
                  <a:lnTo>
                    <a:pt x="7085" y="1728"/>
                  </a:lnTo>
                  <a:lnTo>
                    <a:pt x="10277" y="2425"/>
                  </a:lnTo>
                  <a:lnTo>
                    <a:pt x="14384" y="1072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h3332"/>
            <p:cNvSpPr/>
            <p:nvPr/>
          </p:nvSpPr>
          <p:spPr>
            <a:xfrm>
              <a:off x="5504408" y="2064040"/>
              <a:ext cx="4812" cy="4751"/>
            </a:xfrm>
            <a:custGeom>
              <a:avLst/>
              <a:pathLst>
                <a:path w="4812" h="4751">
                  <a:moveTo>
                    <a:pt x="0" y="0"/>
                  </a:moveTo>
                  <a:lnTo>
                    <a:pt x="4566" y="3293"/>
                  </a:lnTo>
                  <a:lnTo>
                    <a:pt x="4812" y="4751"/>
                  </a:lnTo>
                  <a:lnTo>
                    <a:pt x="2160" y="4566"/>
                  </a:lnTo>
                  <a:lnTo>
                    <a:pt x="1906" y="177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h3333"/>
            <p:cNvSpPr/>
            <p:nvPr/>
          </p:nvSpPr>
          <p:spPr>
            <a:xfrm>
              <a:off x="5383800" y="2009572"/>
              <a:ext cx="473" cy="1630"/>
            </a:xfrm>
            <a:custGeom>
              <a:avLst/>
              <a:pathLst>
                <a:path w="473" h="1630">
                  <a:moveTo>
                    <a:pt x="0" y="1164"/>
                  </a:moveTo>
                  <a:lnTo>
                    <a:pt x="340" y="0"/>
                  </a:lnTo>
                  <a:lnTo>
                    <a:pt x="473" y="163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h3334"/>
            <p:cNvSpPr/>
            <p:nvPr/>
          </p:nvSpPr>
          <p:spPr>
            <a:xfrm>
              <a:off x="5373987" y="2003733"/>
              <a:ext cx="1277" cy="511"/>
            </a:xfrm>
            <a:custGeom>
              <a:avLst/>
              <a:pathLst>
                <a:path w="1277" h="511">
                  <a:moveTo>
                    <a:pt x="0" y="278"/>
                  </a:moveTo>
                  <a:lnTo>
                    <a:pt x="1112" y="0"/>
                  </a:lnTo>
                  <a:lnTo>
                    <a:pt x="1277" y="51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h3335"/>
            <p:cNvSpPr/>
            <p:nvPr/>
          </p:nvSpPr>
          <p:spPr>
            <a:xfrm>
              <a:off x="5300624" y="1894042"/>
              <a:ext cx="374786" cy="211235"/>
            </a:xfrm>
            <a:custGeom>
              <a:avLst/>
              <a:pathLst>
                <a:path w="374786" h="211235">
                  <a:moveTo>
                    <a:pt x="275577" y="44786"/>
                  </a:moveTo>
                  <a:lnTo>
                    <a:pt x="278871" y="50698"/>
                  </a:lnTo>
                  <a:lnTo>
                    <a:pt x="280470" y="52410"/>
                  </a:lnTo>
                  <a:lnTo>
                    <a:pt x="282647" y="52596"/>
                  </a:lnTo>
                  <a:lnTo>
                    <a:pt x="287579" y="60717"/>
                  </a:lnTo>
                  <a:lnTo>
                    <a:pt x="290091" y="61961"/>
                  </a:lnTo>
                  <a:lnTo>
                    <a:pt x="291560" y="61724"/>
                  </a:lnTo>
                  <a:lnTo>
                    <a:pt x="299886" y="65496"/>
                  </a:lnTo>
                  <a:lnTo>
                    <a:pt x="309458" y="71372"/>
                  </a:lnTo>
                  <a:lnTo>
                    <a:pt x="314081" y="75551"/>
                  </a:lnTo>
                  <a:lnTo>
                    <a:pt x="317763" y="82925"/>
                  </a:lnTo>
                  <a:lnTo>
                    <a:pt x="317853" y="92106"/>
                  </a:lnTo>
                  <a:lnTo>
                    <a:pt x="319270" y="98137"/>
                  </a:lnTo>
                  <a:lnTo>
                    <a:pt x="322851" y="103503"/>
                  </a:lnTo>
                  <a:lnTo>
                    <a:pt x="325847" y="106260"/>
                  </a:lnTo>
                  <a:lnTo>
                    <a:pt x="328519" y="114141"/>
                  </a:lnTo>
                  <a:lnTo>
                    <a:pt x="330105" y="116408"/>
                  </a:lnTo>
                  <a:lnTo>
                    <a:pt x="327895" y="120960"/>
                  </a:lnTo>
                  <a:lnTo>
                    <a:pt x="328034" y="122404"/>
                  </a:lnTo>
                  <a:lnTo>
                    <a:pt x="340889" y="132690"/>
                  </a:lnTo>
                  <a:lnTo>
                    <a:pt x="350079" y="135079"/>
                  </a:lnTo>
                  <a:lnTo>
                    <a:pt x="356612" y="138812"/>
                  </a:lnTo>
                  <a:lnTo>
                    <a:pt x="357938" y="141001"/>
                  </a:lnTo>
                  <a:lnTo>
                    <a:pt x="357794" y="142119"/>
                  </a:lnTo>
                  <a:lnTo>
                    <a:pt x="356577" y="142776"/>
                  </a:lnTo>
                  <a:lnTo>
                    <a:pt x="354816" y="142218"/>
                  </a:lnTo>
                  <a:lnTo>
                    <a:pt x="350644" y="146544"/>
                  </a:lnTo>
                  <a:lnTo>
                    <a:pt x="349431" y="150277"/>
                  </a:lnTo>
                  <a:lnTo>
                    <a:pt x="349164" y="154299"/>
                  </a:lnTo>
                  <a:lnTo>
                    <a:pt x="349823" y="156423"/>
                  </a:lnTo>
                  <a:lnTo>
                    <a:pt x="355309" y="162757"/>
                  </a:lnTo>
                  <a:lnTo>
                    <a:pt x="355187" y="164407"/>
                  </a:lnTo>
                  <a:lnTo>
                    <a:pt x="356087" y="165647"/>
                  </a:lnTo>
                  <a:lnTo>
                    <a:pt x="362061" y="172339"/>
                  </a:lnTo>
                  <a:lnTo>
                    <a:pt x="364461" y="174052"/>
                  </a:lnTo>
                  <a:lnTo>
                    <a:pt x="365377" y="180311"/>
                  </a:lnTo>
                  <a:lnTo>
                    <a:pt x="361704" y="182802"/>
                  </a:lnTo>
                  <a:lnTo>
                    <a:pt x="359227" y="188361"/>
                  </a:lnTo>
                  <a:lnTo>
                    <a:pt x="365537" y="195011"/>
                  </a:lnTo>
                  <a:lnTo>
                    <a:pt x="374786" y="211235"/>
                  </a:lnTo>
                  <a:lnTo>
                    <a:pt x="373712" y="211128"/>
                  </a:lnTo>
                  <a:lnTo>
                    <a:pt x="232708" y="204001"/>
                  </a:lnTo>
                  <a:lnTo>
                    <a:pt x="231275" y="203913"/>
                  </a:lnTo>
                  <a:lnTo>
                    <a:pt x="220023" y="191458"/>
                  </a:lnTo>
                  <a:lnTo>
                    <a:pt x="214323" y="188714"/>
                  </a:lnTo>
                  <a:lnTo>
                    <a:pt x="217245" y="185882"/>
                  </a:lnTo>
                  <a:lnTo>
                    <a:pt x="218533" y="186386"/>
                  </a:lnTo>
                  <a:lnTo>
                    <a:pt x="221003" y="190267"/>
                  </a:lnTo>
                  <a:lnTo>
                    <a:pt x="223855" y="189183"/>
                  </a:lnTo>
                  <a:lnTo>
                    <a:pt x="214586" y="174292"/>
                  </a:lnTo>
                  <a:lnTo>
                    <a:pt x="214192" y="168050"/>
                  </a:lnTo>
                  <a:lnTo>
                    <a:pt x="215094" y="167698"/>
                  </a:lnTo>
                  <a:lnTo>
                    <a:pt x="216597" y="168405"/>
                  </a:lnTo>
                  <a:lnTo>
                    <a:pt x="217045" y="167874"/>
                  </a:lnTo>
                  <a:lnTo>
                    <a:pt x="215141" y="167078"/>
                  </a:lnTo>
                  <a:lnTo>
                    <a:pt x="211848" y="167529"/>
                  </a:lnTo>
                  <a:lnTo>
                    <a:pt x="210710" y="171338"/>
                  </a:lnTo>
                  <a:lnTo>
                    <a:pt x="209761" y="171841"/>
                  </a:lnTo>
                  <a:lnTo>
                    <a:pt x="206761" y="171463"/>
                  </a:lnTo>
                  <a:lnTo>
                    <a:pt x="202945" y="167890"/>
                  </a:lnTo>
                  <a:lnTo>
                    <a:pt x="205164" y="166933"/>
                  </a:lnTo>
                  <a:lnTo>
                    <a:pt x="208834" y="167130"/>
                  </a:lnTo>
                  <a:lnTo>
                    <a:pt x="216176" y="159656"/>
                  </a:lnTo>
                  <a:lnTo>
                    <a:pt x="217315" y="155197"/>
                  </a:lnTo>
                  <a:lnTo>
                    <a:pt x="216952" y="149248"/>
                  </a:lnTo>
                  <a:lnTo>
                    <a:pt x="215939" y="144831"/>
                  </a:lnTo>
                  <a:lnTo>
                    <a:pt x="214343" y="141765"/>
                  </a:lnTo>
                  <a:lnTo>
                    <a:pt x="213176" y="141753"/>
                  </a:lnTo>
                  <a:lnTo>
                    <a:pt x="211470" y="144783"/>
                  </a:lnTo>
                  <a:lnTo>
                    <a:pt x="209369" y="150955"/>
                  </a:lnTo>
                  <a:lnTo>
                    <a:pt x="209732" y="154217"/>
                  </a:lnTo>
                  <a:lnTo>
                    <a:pt x="208416" y="160031"/>
                  </a:lnTo>
                  <a:lnTo>
                    <a:pt x="205034" y="161778"/>
                  </a:lnTo>
                  <a:lnTo>
                    <a:pt x="203840" y="161637"/>
                  </a:lnTo>
                  <a:lnTo>
                    <a:pt x="202593" y="160259"/>
                  </a:lnTo>
                  <a:lnTo>
                    <a:pt x="201617" y="161232"/>
                  </a:lnTo>
                  <a:lnTo>
                    <a:pt x="200195" y="166582"/>
                  </a:lnTo>
                  <a:lnTo>
                    <a:pt x="199768" y="172323"/>
                  </a:lnTo>
                  <a:lnTo>
                    <a:pt x="197840" y="172133"/>
                  </a:lnTo>
                  <a:lnTo>
                    <a:pt x="193205" y="168105"/>
                  </a:lnTo>
                  <a:lnTo>
                    <a:pt x="188513" y="165442"/>
                  </a:lnTo>
                  <a:lnTo>
                    <a:pt x="182328" y="163740"/>
                  </a:lnTo>
                  <a:lnTo>
                    <a:pt x="181327" y="162299"/>
                  </a:lnTo>
                  <a:lnTo>
                    <a:pt x="182664" y="161262"/>
                  </a:lnTo>
                  <a:lnTo>
                    <a:pt x="184974" y="163285"/>
                  </a:lnTo>
                  <a:lnTo>
                    <a:pt x="186062" y="162991"/>
                  </a:lnTo>
                  <a:lnTo>
                    <a:pt x="185580" y="161476"/>
                  </a:lnTo>
                  <a:lnTo>
                    <a:pt x="178854" y="160207"/>
                  </a:lnTo>
                  <a:lnTo>
                    <a:pt x="175055" y="161492"/>
                  </a:lnTo>
                  <a:lnTo>
                    <a:pt x="166753" y="174051"/>
                  </a:lnTo>
                  <a:lnTo>
                    <a:pt x="162694" y="175387"/>
                  </a:lnTo>
                  <a:lnTo>
                    <a:pt x="157909" y="173215"/>
                  </a:lnTo>
                  <a:lnTo>
                    <a:pt x="155786" y="171509"/>
                  </a:lnTo>
                  <a:lnTo>
                    <a:pt x="150216" y="163997"/>
                  </a:lnTo>
                  <a:lnTo>
                    <a:pt x="153391" y="165546"/>
                  </a:lnTo>
                  <a:lnTo>
                    <a:pt x="155634" y="170581"/>
                  </a:lnTo>
                  <a:lnTo>
                    <a:pt x="161706" y="174270"/>
                  </a:lnTo>
                  <a:lnTo>
                    <a:pt x="152461" y="163816"/>
                  </a:lnTo>
                  <a:lnTo>
                    <a:pt x="150521" y="162680"/>
                  </a:lnTo>
                  <a:lnTo>
                    <a:pt x="148319" y="163287"/>
                  </a:lnTo>
                  <a:lnTo>
                    <a:pt x="145962" y="161622"/>
                  </a:lnTo>
                  <a:lnTo>
                    <a:pt x="140683" y="145701"/>
                  </a:lnTo>
                  <a:lnTo>
                    <a:pt x="137000" y="141238"/>
                  </a:lnTo>
                  <a:lnTo>
                    <a:pt x="133273" y="138139"/>
                  </a:lnTo>
                  <a:lnTo>
                    <a:pt x="127418" y="134939"/>
                  </a:lnTo>
                  <a:lnTo>
                    <a:pt x="122217" y="133507"/>
                  </a:lnTo>
                  <a:lnTo>
                    <a:pt x="119386" y="134037"/>
                  </a:lnTo>
                  <a:lnTo>
                    <a:pt x="118320" y="136708"/>
                  </a:lnTo>
                  <a:lnTo>
                    <a:pt x="115811" y="136584"/>
                  </a:lnTo>
                  <a:lnTo>
                    <a:pt x="111747" y="130621"/>
                  </a:lnTo>
                  <a:lnTo>
                    <a:pt x="110118" y="125749"/>
                  </a:lnTo>
                  <a:lnTo>
                    <a:pt x="106973" y="120701"/>
                  </a:lnTo>
                  <a:lnTo>
                    <a:pt x="99614" y="114510"/>
                  </a:lnTo>
                  <a:lnTo>
                    <a:pt x="90335" y="110863"/>
                  </a:lnTo>
                  <a:lnTo>
                    <a:pt x="86233" y="110573"/>
                  </a:lnTo>
                  <a:lnTo>
                    <a:pt x="84266" y="111253"/>
                  </a:lnTo>
                  <a:lnTo>
                    <a:pt x="68737" y="103885"/>
                  </a:lnTo>
                  <a:lnTo>
                    <a:pt x="68117" y="101194"/>
                  </a:lnTo>
                  <a:lnTo>
                    <a:pt x="66204" y="99690"/>
                  </a:lnTo>
                  <a:lnTo>
                    <a:pt x="63163" y="99812"/>
                  </a:lnTo>
                  <a:lnTo>
                    <a:pt x="62094" y="98159"/>
                  </a:lnTo>
                  <a:lnTo>
                    <a:pt x="63384" y="82784"/>
                  </a:lnTo>
                  <a:lnTo>
                    <a:pt x="62578" y="76654"/>
                  </a:lnTo>
                  <a:lnTo>
                    <a:pt x="61178" y="73223"/>
                  </a:lnTo>
                  <a:lnTo>
                    <a:pt x="52198" y="64616"/>
                  </a:lnTo>
                  <a:lnTo>
                    <a:pt x="36257" y="56662"/>
                  </a:lnTo>
                  <a:lnTo>
                    <a:pt x="32276" y="46253"/>
                  </a:lnTo>
                  <a:lnTo>
                    <a:pt x="27913" y="42199"/>
                  </a:lnTo>
                  <a:lnTo>
                    <a:pt x="25357" y="42110"/>
                  </a:lnTo>
                  <a:lnTo>
                    <a:pt x="24354" y="40578"/>
                  </a:lnTo>
                  <a:lnTo>
                    <a:pt x="25474" y="36592"/>
                  </a:lnTo>
                  <a:lnTo>
                    <a:pt x="25058" y="34931"/>
                  </a:lnTo>
                  <a:lnTo>
                    <a:pt x="23379" y="33151"/>
                  </a:lnTo>
                  <a:lnTo>
                    <a:pt x="21993" y="32516"/>
                  </a:lnTo>
                  <a:lnTo>
                    <a:pt x="20204" y="33471"/>
                  </a:lnTo>
                  <a:lnTo>
                    <a:pt x="18851" y="35480"/>
                  </a:lnTo>
                  <a:lnTo>
                    <a:pt x="18862" y="36838"/>
                  </a:lnTo>
                  <a:lnTo>
                    <a:pt x="15287" y="34644"/>
                  </a:lnTo>
                  <a:lnTo>
                    <a:pt x="15175" y="32014"/>
                  </a:lnTo>
                  <a:lnTo>
                    <a:pt x="13386" y="29476"/>
                  </a:lnTo>
                  <a:lnTo>
                    <a:pt x="10200" y="27720"/>
                  </a:lnTo>
                  <a:lnTo>
                    <a:pt x="7086" y="27496"/>
                  </a:lnTo>
                  <a:lnTo>
                    <a:pt x="5605" y="25100"/>
                  </a:lnTo>
                  <a:lnTo>
                    <a:pt x="3612" y="18182"/>
                  </a:lnTo>
                  <a:lnTo>
                    <a:pt x="0" y="10990"/>
                  </a:lnTo>
                  <a:lnTo>
                    <a:pt x="3362" y="9522"/>
                  </a:lnTo>
                  <a:lnTo>
                    <a:pt x="6411" y="11634"/>
                  </a:lnTo>
                  <a:lnTo>
                    <a:pt x="8293" y="14181"/>
                  </a:lnTo>
                  <a:lnTo>
                    <a:pt x="12086" y="14991"/>
                  </a:lnTo>
                  <a:lnTo>
                    <a:pt x="19370" y="14409"/>
                  </a:lnTo>
                  <a:lnTo>
                    <a:pt x="24953" y="15525"/>
                  </a:lnTo>
                  <a:lnTo>
                    <a:pt x="26519" y="16554"/>
                  </a:lnTo>
                  <a:lnTo>
                    <a:pt x="38963" y="19990"/>
                  </a:lnTo>
                  <a:lnTo>
                    <a:pt x="43489" y="22692"/>
                  </a:lnTo>
                  <a:lnTo>
                    <a:pt x="50792" y="24829"/>
                  </a:lnTo>
                  <a:lnTo>
                    <a:pt x="54633" y="25561"/>
                  </a:lnTo>
                  <a:lnTo>
                    <a:pt x="63188" y="24696"/>
                  </a:lnTo>
                  <a:lnTo>
                    <a:pt x="66781" y="26865"/>
                  </a:lnTo>
                  <a:lnTo>
                    <a:pt x="78245" y="22307"/>
                  </a:lnTo>
                  <a:lnTo>
                    <a:pt x="79467" y="23610"/>
                  </a:lnTo>
                  <a:lnTo>
                    <a:pt x="86835" y="22747"/>
                  </a:lnTo>
                  <a:lnTo>
                    <a:pt x="88064" y="19456"/>
                  </a:lnTo>
                  <a:lnTo>
                    <a:pt x="87152" y="17020"/>
                  </a:lnTo>
                  <a:lnTo>
                    <a:pt x="83167" y="19185"/>
                  </a:lnTo>
                  <a:lnTo>
                    <a:pt x="81042" y="21710"/>
                  </a:lnTo>
                  <a:lnTo>
                    <a:pt x="80222" y="22100"/>
                  </a:lnTo>
                  <a:lnTo>
                    <a:pt x="80129" y="21384"/>
                  </a:lnTo>
                  <a:lnTo>
                    <a:pt x="86336" y="16509"/>
                  </a:lnTo>
                  <a:lnTo>
                    <a:pt x="88900" y="15520"/>
                  </a:lnTo>
                  <a:lnTo>
                    <a:pt x="90465" y="15710"/>
                  </a:lnTo>
                  <a:lnTo>
                    <a:pt x="91939" y="17666"/>
                  </a:lnTo>
                  <a:lnTo>
                    <a:pt x="91573" y="19234"/>
                  </a:lnTo>
                  <a:lnTo>
                    <a:pt x="90048" y="20283"/>
                  </a:lnTo>
                  <a:lnTo>
                    <a:pt x="88439" y="23184"/>
                  </a:lnTo>
                  <a:lnTo>
                    <a:pt x="88222" y="27364"/>
                  </a:lnTo>
                  <a:lnTo>
                    <a:pt x="90045" y="32079"/>
                  </a:lnTo>
                  <a:lnTo>
                    <a:pt x="96273" y="39500"/>
                  </a:lnTo>
                  <a:lnTo>
                    <a:pt x="98177" y="40567"/>
                  </a:lnTo>
                  <a:lnTo>
                    <a:pt x="100933" y="40506"/>
                  </a:lnTo>
                  <a:lnTo>
                    <a:pt x="105869" y="44352"/>
                  </a:lnTo>
                  <a:lnTo>
                    <a:pt x="106648" y="45482"/>
                  </a:lnTo>
                  <a:lnTo>
                    <a:pt x="108119" y="54722"/>
                  </a:lnTo>
                  <a:lnTo>
                    <a:pt x="112523" y="54934"/>
                  </a:lnTo>
                  <a:lnTo>
                    <a:pt x="114101" y="53553"/>
                  </a:lnTo>
                  <a:lnTo>
                    <a:pt x="112715" y="52196"/>
                  </a:lnTo>
                  <a:lnTo>
                    <a:pt x="113612" y="51135"/>
                  </a:lnTo>
                  <a:lnTo>
                    <a:pt x="121570" y="46254"/>
                  </a:lnTo>
                  <a:lnTo>
                    <a:pt x="128262" y="47490"/>
                  </a:lnTo>
                  <a:lnTo>
                    <a:pt x="132689" y="44857"/>
                  </a:lnTo>
                  <a:lnTo>
                    <a:pt x="134082" y="40563"/>
                  </a:lnTo>
                  <a:lnTo>
                    <a:pt x="133100" y="38555"/>
                  </a:lnTo>
                  <a:lnTo>
                    <a:pt x="127080" y="33715"/>
                  </a:lnTo>
                  <a:lnTo>
                    <a:pt x="125268" y="33460"/>
                  </a:lnTo>
                  <a:lnTo>
                    <a:pt x="124478" y="34505"/>
                  </a:lnTo>
                  <a:lnTo>
                    <a:pt x="121241" y="35319"/>
                  </a:lnTo>
                  <a:lnTo>
                    <a:pt x="119825" y="29244"/>
                  </a:lnTo>
                  <a:lnTo>
                    <a:pt x="117261" y="25915"/>
                  </a:lnTo>
                  <a:lnTo>
                    <a:pt x="115461" y="27287"/>
                  </a:lnTo>
                  <a:lnTo>
                    <a:pt x="117638" y="29440"/>
                  </a:lnTo>
                  <a:lnTo>
                    <a:pt x="119054" y="32510"/>
                  </a:lnTo>
                  <a:lnTo>
                    <a:pt x="119565" y="35975"/>
                  </a:lnTo>
                  <a:lnTo>
                    <a:pt x="111852" y="39007"/>
                  </a:lnTo>
                  <a:lnTo>
                    <a:pt x="110071" y="38599"/>
                  </a:lnTo>
                  <a:lnTo>
                    <a:pt x="107544" y="36438"/>
                  </a:lnTo>
                  <a:lnTo>
                    <a:pt x="104877" y="23450"/>
                  </a:lnTo>
                  <a:lnTo>
                    <a:pt x="111319" y="16179"/>
                  </a:lnTo>
                  <a:lnTo>
                    <a:pt x="111180" y="14427"/>
                  </a:lnTo>
                  <a:lnTo>
                    <a:pt x="108060" y="13346"/>
                  </a:lnTo>
                  <a:lnTo>
                    <a:pt x="105908" y="11483"/>
                  </a:lnTo>
                  <a:lnTo>
                    <a:pt x="107295" y="11292"/>
                  </a:lnTo>
                  <a:lnTo>
                    <a:pt x="109644" y="12695"/>
                  </a:lnTo>
                  <a:lnTo>
                    <a:pt x="109173" y="10990"/>
                  </a:lnTo>
                  <a:lnTo>
                    <a:pt x="106637" y="8230"/>
                  </a:lnTo>
                  <a:lnTo>
                    <a:pt x="103962" y="9712"/>
                  </a:lnTo>
                  <a:lnTo>
                    <a:pt x="99473" y="10251"/>
                  </a:lnTo>
                  <a:lnTo>
                    <a:pt x="95680" y="14157"/>
                  </a:lnTo>
                  <a:lnTo>
                    <a:pt x="94610" y="12136"/>
                  </a:lnTo>
                  <a:lnTo>
                    <a:pt x="94976" y="8521"/>
                  </a:lnTo>
                  <a:lnTo>
                    <a:pt x="103728" y="0"/>
                  </a:lnTo>
                  <a:lnTo>
                    <a:pt x="271261" y="13444"/>
                  </a:lnTo>
                  <a:lnTo>
                    <a:pt x="271926" y="17772"/>
                  </a:lnTo>
                  <a:lnTo>
                    <a:pt x="269118" y="31319"/>
                  </a:lnTo>
                  <a:lnTo>
                    <a:pt x="270316" y="33436"/>
                  </a:lnTo>
                  <a:lnTo>
                    <a:pt x="274582" y="3754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h3336"/>
            <p:cNvSpPr/>
            <p:nvPr/>
          </p:nvSpPr>
          <p:spPr>
            <a:xfrm>
              <a:off x="5404157" y="1924496"/>
              <a:ext cx="3741" cy="6405"/>
            </a:xfrm>
            <a:custGeom>
              <a:avLst/>
              <a:pathLst>
                <a:path w="3741" h="6405">
                  <a:moveTo>
                    <a:pt x="45" y="152"/>
                  </a:moveTo>
                  <a:lnTo>
                    <a:pt x="885" y="0"/>
                  </a:lnTo>
                  <a:lnTo>
                    <a:pt x="2149" y="920"/>
                  </a:lnTo>
                  <a:lnTo>
                    <a:pt x="3741" y="6405"/>
                  </a:lnTo>
                  <a:lnTo>
                    <a:pt x="0" y="213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h3337"/>
            <p:cNvSpPr/>
            <p:nvPr/>
          </p:nvSpPr>
          <p:spPr>
            <a:xfrm>
              <a:off x="5396559" y="1924449"/>
              <a:ext cx="7037" cy="6281"/>
            </a:xfrm>
            <a:custGeom>
              <a:avLst/>
              <a:pathLst>
                <a:path w="7037" h="6281">
                  <a:moveTo>
                    <a:pt x="2947" y="0"/>
                  </a:moveTo>
                  <a:lnTo>
                    <a:pt x="7037" y="6281"/>
                  </a:lnTo>
                  <a:lnTo>
                    <a:pt x="2758" y="3497"/>
                  </a:lnTo>
                  <a:lnTo>
                    <a:pt x="26" y="2757"/>
                  </a:lnTo>
                  <a:lnTo>
                    <a:pt x="0" y="119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h3338"/>
            <p:cNvSpPr/>
            <p:nvPr/>
          </p:nvSpPr>
          <p:spPr>
            <a:xfrm>
              <a:off x="5285249" y="1897196"/>
              <a:ext cx="6370" cy="6490"/>
            </a:xfrm>
            <a:custGeom>
              <a:avLst/>
              <a:pathLst>
                <a:path w="6370" h="6490">
                  <a:moveTo>
                    <a:pt x="2632" y="2263"/>
                  </a:moveTo>
                  <a:lnTo>
                    <a:pt x="0" y="1013"/>
                  </a:lnTo>
                  <a:lnTo>
                    <a:pt x="453" y="0"/>
                  </a:lnTo>
                  <a:lnTo>
                    <a:pt x="6370" y="3952"/>
                  </a:lnTo>
                  <a:lnTo>
                    <a:pt x="5630" y="6246"/>
                  </a:lnTo>
                  <a:lnTo>
                    <a:pt x="4238" y="6490"/>
                  </a:lnTo>
                  <a:lnTo>
                    <a:pt x="4215" y="430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h3339"/>
            <p:cNvSpPr/>
            <p:nvPr/>
          </p:nvSpPr>
          <p:spPr>
            <a:xfrm>
              <a:off x="5284787" y="189741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h3340"/>
            <p:cNvSpPr/>
            <p:nvPr/>
          </p:nvSpPr>
          <p:spPr>
            <a:xfrm>
              <a:off x="5714793" y="2096385"/>
              <a:ext cx="1080" cy="2270"/>
            </a:xfrm>
            <a:custGeom>
              <a:avLst/>
              <a:pathLst>
                <a:path w="1080" h="2270">
                  <a:moveTo>
                    <a:pt x="1080" y="2270"/>
                  </a:moveTo>
                  <a:lnTo>
                    <a:pt x="0" y="0"/>
                  </a:lnTo>
                  <a:lnTo>
                    <a:pt x="872" y="67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h3341"/>
            <p:cNvSpPr/>
            <p:nvPr/>
          </p:nvSpPr>
          <p:spPr>
            <a:xfrm>
              <a:off x="5667986" y="2059994"/>
              <a:ext cx="45008" cy="52598"/>
            </a:xfrm>
            <a:custGeom>
              <a:avLst/>
              <a:pathLst>
                <a:path w="45008" h="52598">
                  <a:moveTo>
                    <a:pt x="31371" y="33645"/>
                  </a:moveTo>
                  <a:lnTo>
                    <a:pt x="30844" y="46230"/>
                  </a:lnTo>
                  <a:lnTo>
                    <a:pt x="35635" y="49385"/>
                  </a:lnTo>
                  <a:lnTo>
                    <a:pt x="45008" y="52598"/>
                  </a:lnTo>
                  <a:lnTo>
                    <a:pt x="20632" y="46605"/>
                  </a:lnTo>
                  <a:lnTo>
                    <a:pt x="13639" y="45905"/>
                  </a:lnTo>
                  <a:lnTo>
                    <a:pt x="17480" y="42506"/>
                  </a:lnTo>
                  <a:lnTo>
                    <a:pt x="17721" y="40478"/>
                  </a:lnTo>
                  <a:lnTo>
                    <a:pt x="10995" y="32494"/>
                  </a:lnTo>
                  <a:lnTo>
                    <a:pt x="4847" y="27108"/>
                  </a:lnTo>
                  <a:lnTo>
                    <a:pt x="3671" y="23748"/>
                  </a:lnTo>
                  <a:lnTo>
                    <a:pt x="2238" y="11340"/>
                  </a:lnTo>
                  <a:lnTo>
                    <a:pt x="0" y="2610"/>
                  </a:lnTo>
                  <a:lnTo>
                    <a:pt x="103" y="1980"/>
                  </a:lnTo>
                  <a:lnTo>
                    <a:pt x="2353" y="1533"/>
                  </a:lnTo>
                  <a:lnTo>
                    <a:pt x="3689" y="0"/>
                  </a:lnTo>
                  <a:lnTo>
                    <a:pt x="11821" y="7103"/>
                  </a:lnTo>
                  <a:lnTo>
                    <a:pt x="15290" y="12993"/>
                  </a:lnTo>
                  <a:lnTo>
                    <a:pt x="20797" y="17395"/>
                  </a:lnTo>
                  <a:lnTo>
                    <a:pt x="22896" y="21197"/>
                  </a:lnTo>
                  <a:lnTo>
                    <a:pt x="32562" y="2816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h3342"/>
            <p:cNvSpPr/>
            <p:nvPr/>
          </p:nvSpPr>
          <p:spPr>
            <a:xfrm>
              <a:off x="5660536" y="2061436"/>
              <a:ext cx="219" cy="249"/>
            </a:xfrm>
            <a:custGeom>
              <a:avLst/>
              <a:pathLst>
                <a:path w="219" h="249">
                  <a:moveTo>
                    <a:pt x="210" y="169"/>
                  </a:moveTo>
                  <a:lnTo>
                    <a:pt x="0" y="249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h3343"/>
            <p:cNvSpPr/>
            <p:nvPr/>
          </p:nvSpPr>
          <p:spPr>
            <a:xfrm>
              <a:off x="5514579" y="2045913"/>
              <a:ext cx="1252" cy="3308"/>
            </a:xfrm>
            <a:custGeom>
              <a:avLst/>
              <a:pathLst>
                <a:path w="1252" h="3308">
                  <a:moveTo>
                    <a:pt x="970" y="1035"/>
                  </a:moveTo>
                  <a:lnTo>
                    <a:pt x="1252" y="2860"/>
                  </a:lnTo>
                  <a:lnTo>
                    <a:pt x="633" y="3308"/>
                  </a:lnTo>
                  <a:lnTo>
                    <a:pt x="0" y="526"/>
                  </a:lnTo>
                  <a:lnTo>
                    <a:pt x="64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h3344"/>
            <p:cNvSpPr/>
            <p:nvPr/>
          </p:nvSpPr>
          <p:spPr>
            <a:xfrm>
              <a:off x="5514048" y="2043808"/>
              <a:ext cx="719" cy="1117"/>
            </a:xfrm>
            <a:custGeom>
              <a:avLst/>
              <a:pathLst>
                <a:path w="719" h="1117">
                  <a:moveTo>
                    <a:pt x="0" y="476"/>
                  </a:moveTo>
                  <a:lnTo>
                    <a:pt x="719" y="0"/>
                  </a:lnTo>
                  <a:lnTo>
                    <a:pt x="687" y="111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h3345"/>
            <p:cNvSpPr/>
            <p:nvPr/>
          </p:nvSpPr>
          <p:spPr>
            <a:xfrm>
              <a:off x="5661896" y="2040098"/>
              <a:ext cx="906" cy="1108"/>
            </a:xfrm>
            <a:custGeom>
              <a:avLst/>
              <a:pathLst>
                <a:path w="906" h="1108">
                  <a:moveTo>
                    <a:pt x="0" y="1108"/>
                  </a:moveTo>
                  <a:lnTo>
                    <a:pt x="906" y="0"/>
                  </a:lnTo>
                  <a:lnTo>
                    <a:pt x="602" y="83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h3346"/>
            <p:cNvSpPr/>
            <p:nvPr/>
          </p:nvSpPr>
          <p:spPr>
            <a:xfrm>
              <a:off x="5662856" y="2037859"/>
              <a:ext cx="55" cy="230"/>
            </a:xfrm>
            <a:custGeom>
              <a:avLst/>
              <a:pathLst>
                <a:path w="55" h="230">
                  <a:moveTo>
                    <a:pt x="55" y="0"/>
                  </a:moveTo>
                  <a:lnTo>
                    <a:pt x="0" y="23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h3347"/>
            <p:cNvSpPr/>
            <p:nvPr/>
          </p:nvSpPr>
          <p:spPr>
            <a:xfrm>
              <a:off x="5645198" y="2022714"/>
              <a:ext cx="93" cy="209"/>
            </a:xfrm>
            <a:custGeom>
              <a:avLst/>
              <a:pathLst>
                <a:path w="93" h="209">
                  <a:moveTo>
                    <a:pt x="0" y="0"/>
                  </a:moveTo>
                  <a:lnTo>
                    <a:pt x="93" y="20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h3348"/>
            <p:cNvSpPr/>
            <p:nvPr/>
          </p:nvSpPr>
          <p:spPr>
            <a:xfrm>
              <a:off x="5641516" y="2010341"/>
              <a:ext cx="6801" cy="10702"/>
            </a:xfrm>
            <a:custGeom>
              <a:avLst/>
              <a:pathLst>
                <a:path w="6801" h="10702">
                  <a:moveTo>
                    <a:pt x="0" y="2361"/>
                  </a:moveTo>
                  <a:lnTo>
                    <a:pt x="2248" y="0"/>
                  </a:lnTo>
                  <a:lnTo>
                    <a:pt x="6801" y="4835"/>
                  </a:lnTo>
                  <a:lnTo>
                    <a:pt x="4894" y="10611"/>
                  </a:lnTo>
                  <a:lnTo>
                    <a:pt x="2984" y="10702"/>
                  </a:lnTo>
                  <a:lnTo>
                    <a:pt x="2051" y="940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h3349"/>
            <p:cNvSpPr/>
            <p:nvPr/>
          </p:nvSpPr>
          <p:spPr>
            <a:xfrm>
              <a:off x="5667369" y="1986206"/>
              <a:ext cx="5232" cy="3491"/>
            </a:xfrm>
            <a:custGeom>
              <a:avLst/>
              <a:pathLst>
                <a:path w="5232" h="3491">
                  <a:moveTo>
                    <a:pt x="0" y="714"/>
                  </a:moveTo>
                  <a:lnTo>
                    <a:pt x="1850" y="0"/>
                  </a:lnTo>
                  <a:lnTo>
                    <a:pt x="3808" y="290"/>
                  </a:lnTo>
                  <a:lnTo>
                    <a:pt x="5232" y="2202"/>
                  </a:lnTo>
                  <a:lnTo>
                    <a:pt x="4665" y="3491"/>
                  </a:lnTo>
                  <a:lnTo>
                    <a:pt x="526" y="320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h3350"/>
            <p:cNvSpPr/>
            <p:nvPr/>
          </p:nvSpPr>
          <p:spPr>
            <a:xfrm>
              <a:off x="5573054" y="1928337"/>
              <a:ext cx="564" cy="208"/>
            </a:xfrm>
            <a:custGeom>
              <a:avLst/>
              <a:pathLst>
                <a:path w="564" h="208">
                  <a:moveTo>
                    <a:pt x="0" y="8"/>
                  </a:moveTo>
                  <a:lnTo>
                    <a:pt x="228" y="0"/>
                  </a:lnTo>
                  <a:lnTo>
                    <a:pt x="564" y="20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h3351"/>
            <p:cNvSpPr/>
            <p:nvPr/>
          </p:nvSpPr>
          <p:spPr>
            <a:xfrm>
              <a:off x="5571525" y="19201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h3352"/>
            <p:cNvSpPr/>
            <p:nvPr/>
          </p:nvSpPr>
          <p:spPr>
            <a:xfrm>
              <a:off x="5739234" y="2236386"/>
              <a:ext cx="1053" cy="719"/>
            </a:xfrm>
            <a:custGeom>
              <a:avLst/>
              <a:pathLst>
                <a:path w="1053" h="719">
                  <a:moveTo>
                    <a:pt x="0" y="719"/>
                  </a:moveTo>
                  <a:lnTo>
                    <a:pt x="178" y="0"/>
                  </a:lnTo>
                  <a:lnTo>
                    <a:pt x="1053" y="44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h3353"/>
            <p:cNvSpPr/>
            <p:nvPr/>
          </p:nvSpPr>
          <p:spPr>
            <a:xfrm>
              <a:off x="5731857" y="2217016"/>
              <a:ext cx="224" cy="305"/>
            </a:xfrm>
            <a:custGeom>
              <a:avLst/>
              <a:pathLst>
                <a:path w="224" h="305">
                  <a:moveTo>
                    <a:pt x="0" y="245"/>
                  </a:moveTo>
                  <a:lnTo>
                    <a:pt x="101" y="0"/>
                  </a:lnTo>
                  <a:lnTo>
                    <a:pt x="224" y="30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h3354"/>
            <p:cNvSpPr/>
            <p:nvPr/>
          </p:nvSpPr>
          <p:spPr>
            <a:xfrm>
              <a:off x="5731679" y="2215349"/>
              <a:ext cx="174" cy="217"/>
            </a:xfrm>
            <a:custGeom>
              <a:avLst/>
              <a:pathLst>
                <a:path w="174" h="217">
                  <a:moveTo>
                    <a:pt x="117" y="217"/>
                  </a:moveTo>
                  <a:lnTo>
                    <a:pt x="0" y="5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h3355"/>
            <p:cNvSpPr/>
            <p:nvPr/>
          </p:nvSpPr>
          <p:spPr>
            <a:xfrm>
              <a:off x="5726190" y="2213391"/>
              <a:ext cx="172" cy="183"/>
            </a:xfrm>
            <a:custGeom>
              <a:avLst/>
              <a:pathLst>
                <a:path w="172" h="183">
                  <a:moveTo>
                    <a:pt x="172" y="0"/>
                  </a:moveTo>
                  <a:lnTo>
                    <a:pt x="0" y="18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h3356"/>
            <p:cNvSpPr/>
            <p:nvPr/>
          </p:nvSpPr>
          <p:spPr>
            <a:xfrm>
              <a:off x="5725545" y="221189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h3357"/>
            <p:cNvSpPr/>
            <p:nvPr/>
          </p:nvSpPr>
          <p:spPr>
            <a:xfrm>
              <a:off x="5728323" y="2206489"/>
              <a:ext cx="1646" cy="6129"/>
            </a:xfrm>
            <a:custGeom>
              <a:avLst/>
              <a:pathLst>
                <a:path w="1646" h="6129">
                  <a:moveTo>
                    <a:pt x="420" y="0"/>
                  </a:moveTo>
                  <a:lnTo>
                    <a:pt x="1646" y="2873"/>
                  </a:lnTo>
                  <a:lnTo>
                    <a:pt x="1503" y="6129"/>
                  </a:lnTo>
                  <a:lnTo>
                    <a:pt x="0" y="361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h3358"/>
            <p:cNvSpPr/>
            <p:nvPr/>
          </p:nvSpPr>
          <p:spPr>
            <a:xfrm>
              <a:off x="5721915" y="2202020"/>
              <a:ext cx="178" cy="195"/>
            </a:xfrm>
            <a:custGeom>
              <a:avLst/>
              <a:pathLst>
                <a:path w="178" h="195">
                  <a:moveTo>
                    <a:pt x="0" y="195"/>
                  </a:moveTo>
                  <a:lnTo>
                    <a:pt x="17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h3359"/>
            <p:cNvSpPr/>
            <p:nvPr/>
          </p:nvSpPr>
          <p:spPr>
            <a:xfrm>
              <a:off x="5674337" y="2105170"/>
              <a:ext cx="88369" cy="178857"/>
            </a:xfrm>
            <a:custGeom>
              <a:avLst/>
              <a:pathLst>
                <a:path w="88369" h="178857">
                  <a:moveTo>
                    <a:pt x="42637" y="43795"/>
                  </a:moveTo>
                  <a:lnTo>
                    <a:pt x="43836" y="52284"/>
                  </a:lnTo>
                  <a:lnTo>
                    <a:pt x="46694" y="61332"/>
                  </a:lnTo>
                  <a:lnTo>
                    <a:pt x="48823" y="63596"/>
                  </a:lnTo>
                  <a:lnTo>
                    <a:pt x="49443" y="66171"/>
                  </a:lnTo>
                  <a:lnTo>
                    <a:pt x="43734" y="80939"/>
                  </a:lnTo>
                  <a:lnTo>
                    <a:pt x="44803" y="86161"/>
                  </a:lnTo>
                  <a:lnTo>
                    <a:pt x="45868" y="88059"/>
                  </a:lnTo>
                  <a:lnTo>
                    <a:pt x="45942" y="97006"/>
                  </a:lnTo>
                  <a:lnTo>
                    <a:pt x="47506" y="98352"/>
                  </a:lnTo>
                  <a:lnTo>
                    <a:pt x="48322" y="105763"/>
                  </a:lnTo>
                  <a:lnTo>
                    <a:pt x="55101" y="112084"/>
                  </a:lnTo>
                  <a:lnTo>
                    <a:pt x="57687" y="112760"/>
                  </a:lnTo>
                  <a:lnTo>
                    <a:pt x="58926" y="115842"/>
                  </a:lnTo>
                  <a:lnTo>
                    <a:pt x="60362" y="127627"/>
                  </a:lnTo>
                  <a:lnTo>
                    <a:pt x="63432" y="133104"/>
                  </a:lnTo>
                  <a:lnTo>
                    <a:pt x="68199" y="139329"/>
                  </a:lnTo>
                  <a:lnTo>
                    <a:pt x="80532" y="142131"/>
                  </a:lnTo>
                  <a:lnTo>
                    <a:pt x="78785" y="150128"/>
                  </a:lnTo>
                  <a:lnTo>
                    <a:pt x="83482" y="164815"/>
                  </a:lnTo>
                  <a:lnTo>
                    <a:pt x="85828" y="166679"/>
                  </a:lnTo>
                  <a:lnTo>
                    <a:pt x="88369" y="171700"/>
                  </a:lnTo>
                  <a:lnTo>
                    <a:pt x="88198" y="173893"/>
                  </a:lnTo>
                  <a:lnTo>
                    <a:pt x="86892" y="174796"/>
                  </a:lnTo>
                  <a:lnTo>
                    <a:pt x="87233" y="178857"/>
                  </a:lnTo>
                  <a:lnTo>
                    <a:pt x="85003" y="177927"/>
                  </a:lnTo>
                  <a:lnTo>
                    <a:pt x="75868" y="150857"/>
                  </a:lnTo>
                  <a:lnTo>
                    <a:pt x="70514" y="146602"/>
                  </a:lnTo>
                  <a:lnTo>
                    <a:pt x="51380" y="153728"/>
                  </a:lnTo>
                  <a:lnTo>
                    <a:pt x="8442" y="118935"/>
                  </a:lnTo>
                  <a:lnTo>
                    <a:pt x="2341" y="40121"/>
                  </a:lnTo>
                  <a:lnTo>
                    <a:pt x="0" y="0"/>
                  </a:lnTo>
                  <a:lnTo>
                    <a:pt x="1073" y="107"/>
                  </a:lnTo>
                  <a:lnTo>
                    <a:pt x="7288" y="729"/>
                  </a:lnTo>
                  <a:lnTo>
                    <a:pt x="14281" y="1429"/>
                  </a:lnTo>
                  <a:lnTo>
                    <a:pt x="38657" y="7422"/>
                  </a:lnTo>
                  <a:lnTo>
                    <a:pt x="37403" y="7660"/>
                  </a:lnTo>
                  <a:lnTo>
                    <a:pt x="34648" y="14777"/>
                  </a:lnTo>
                  <a:lnTo>
                    <a:pt x="34592" y="20957"/>
                  </a:lnTo>
                  <a:lnTo>
                    <a:pt x="42564" y="30890"/>
                  </a:lnTo>
                  <a:lnTo>
                    <a:pt x="43750" y="3662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h3360"/>
            <p:cNvSpPr/>
            <p:nvPr/>
          </p:nvSpPr>
          <p:spPr>
            <a:xfrm>
              <a:off x="5725480" y="2167460"/>
              <a:ext cx="330" cy="197"/>
            </a:xfrm>
            <a:custGeom>
              <a:avLst/>
              <a:pathLst>
                <a:path w="330" h="197">
                  <a:moveTo>
                    <a:pt x="99" y="0"/>
                  </a:moveTo>
                  <a:lnTo>
                    <a:pt x="330" y="135"/>
                  </a:lnTo>
                  <a:lnTo>
                    <a:pt x="0" y="19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h3361"/>
            <p:cNvSpPr/>
            <p:nvPr/>
          </p:nvSpPr>
          <p:spPr>
            <a:xfrm>
              <a:off x="5727782" y="2163710"/>
              <a:ext cx="2801" cy="4095"/>
            </a:xfrm>
            <a:custGeom>
              <a:avLst/>
              <a:pathLst>
                <a:path w="2801" h="4095">
                  <a:moveTo>
                    <a:pt x="291" y="1398"/>
                  </a:moveTo>
                  <a:lnTo>
                    <a:pt x="1320" y="240"/>
                  </a:lnTo>
                  <a:lnTo>
                    <a:pt x="2794" y="0"/>
                  </a:lnTo>
                  <a:lnTo>
                    <a:pt x="2801" y="4095"/>
                  </a:lnTo>
                  <a:lnTo>
                    <a:pt x="879" y="3925"/>
                  </a:lnTo>
                  <a:lnTo>
                    <a:pt x="0" y="227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h3362"/>
            <p:cNvSpPr/>
            <p:nvPr/>
          </p:nvSpPr>
          <p:spPr>
            <a:xfrm>
              <a:off x="5763891" y="2282680"/>
              <a:ext cx="155" cy="98"/>
            </a:xfrm>
            <a:custGeom>
              <a:avLst/>
              <a:pathLst>
                <a:path w="155" h="98">
                  <a:moveTo>
                    <a:pt x="0" y="0"/>
                  </a:moveTo>
                  <a:lnTo>
                    <a:pt x="155" y="9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h3363"/>
            <p:cNvSpPr/>
            <p:nvPr/>
          </p:nvSpPr>
          <p:spPr>
            <a:xfrm>
              <a:off x="5760897" y="227187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h3364"/>
            <p:cNvSpPr/>
            <p:nvPr/>
          </p:nvSpPr>
          <p:spPr>
            <a:xfrm>
              <a:off x="5741793" y="2236605"/>
              <a:ext cx="281" cy="485"/>
            </a:xfrm>
            <a:custGeom>
              <a:avLst/>
              <a:pathLst>
                <a:path w="281" h="485">
                  <a:moveTo>
                    <a:pt x="173" y="485"/>
                  </a:moveTo>
                  <a:lnTo>
                    <a:pt x="0" y="0"/>
                  </a:lnTo>
                  <a:lnTo>
                    <a:pt x="281" y="18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h3365"/>
            <p:cNvSpPr/>
            <p:nvPr/>
          </p:nvSpPr>
          <p:spPr>
            <a:xfrm>
              <a:off x="5781102" y="2222989"/>
              <a:ext cx="5483" cy="15265"/>
            </a:xfrm>
            <a:custGeom>
              <a:avLst/>
              <a:pathLst>
                <a:path w="5483" h="15265">
                  <a:moveTo>
                    <a:pt x="838" y="3909"/>
                  </a:moveTo>
                  <a:lnTo>
                    <a:pt x="3247" y="158"/>
                  </a:lnTo>
                  <a:lnTo>
                    <a:pt x="4266" y="0"/>
                  </a:lnTo>
                  <a:lnTo>
                    <a:pt x="5483" y="14671"/>
                  </a:lnTo>
                  <a:lnTo>
                    <a:pt x="4842" y="15265"/>
                  </a:lnTo>
                  <a:lnTo>
                    <a:pt x="1828" y="13807"/>
                  </a:lnTo>
                  <a:lnTo>
                    <a:pt x="0" y="841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h3366"/>
            <p:cNvSpPr/>
            <p:nvPr/>
          </p:nvSpPr>
          <p:spPr>
            <a:xfrm>
              <a:off x="5751472" y="2220802"/>
              <a:ext cx="5125" cy="8478"/>
            </a:xfrm>
            <a:custGeom>
              <a:avLst/>
              <a:pathLst>
                <a:path w="5125" h="8478">
                  <a:moveTo>
                    <a:pt x="2932" y="8478"/>
                  </a:moveTo>
                  <a:lnTo>
                    <a:pt x="1023" y="6441"/>
                  </a:lnTo>
                  <a:lnTo>
                    <a:pt x="0" y="926"/>
                  </a:lnTo>
                  <a:lnTo>
                    <a:pt x="2851" y="0"/>
                  </a:lnTo>
                  <a:lnTo>
                    <a:pt x="4764" y="2892"/>
                  </a:lnTo>
                  <a:lnTo>
                    <a:pt x="5125" y="4811"/>
                  </a:lnTo>
                  <a:lnTo>
                    <a:pt x="5020" y="602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h3367"/>
            <p:cNvSpPr/>
            <p:nvPr/>
          </p:nvSpPr>
          <p:spPr>
            <a:xfrm>
              <a:off x="5753405" y="2216956"/>
              <a:ext cx="135" cy="647"/>
            </a:xfrm>
            <a:custGeom>
              <a:avLst/>
              <a:pathLst>
                <a:path w="135" h="647">
                  <a:moveTo>
                    <a:pt x="0" y="486"/>
                  </a:moveTo>
                  <a:lnTo>
                    <a:pt x="104" y="0"/>
                  </a:lnTo>
                  <a:lnTo>
                    <a:pt x="135" y="64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h3368"/>
            <p:cNvSpPr/>
            <p:nvPr/>
          </p:nvSpPr>
          <p:spPr>
            <a:xfrm>
              <a:off x="5752785" y="2216938"/>
              <a:ext cx="154" cy="274"/>
            </a:xfrm>
            <a:custGeom>
              <a:avLst/>
              <a:pathLst>
                <a:path w="154" h="274">
                  <a:moveTo>
                    <a:pt x="0" y="0"/>
                  </a:moveTo>
                  <a:lnTo>
                    <a:pt x="154" y="75"/>
                  </a:lnTo>
                  <a:lnTo>
                    <a:pt x="139" y="27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h3369"/>
            <p:cNvSpPr/>
            <p:nvPr/>
          </p:nvSpPr>
          <p:spPr>
            <a:xfrm>
              <a:off x="5731949" y="2174293"/>
              <a:ext cx="21163" cy="33205"/>
            </a:xfrm>
            <a:custGeom>
              <a:avLst/>
              <a:pathLst>
                <a:path w="21163" h="33205">
                  <a:moveTo>
                    <a:pt x="9885" y="17266"/>
                  </a:moveTo>
                  <a:lnTo>
                    <a:pt x="4593" y="26499"/>
                  </a:lnTo>
                  <a:lnTo>
                    <a:pt x="3051" y="33205"/>
                  </a:lnTo>
                  <a:lnTo>
                    <a:pt x="299" y="30886"/>
                  </a:lnTo>
                  <a:lnTo>
                    <a:pt x="0" y="27498"/>
                  </a:lnTo>
                  <a:lnTo>
                    <a:pt x="5108" y="13688"/>
                  </a:lnTo>
                  <a:lnTo>
                    <a:pt x="7330" y="11159"/>
                  </a:lnTo>
                  <a:lnTo>
                    <a:pt x="8851" y="4399"/>
                  </a:lnTo>
                  <a:lnTo>
                    <a:pt x="10336" y="2496"/>
                  </a:lnTo>
                  <a:lnTo>
                    <a:pt x="14721" y="430"/>
                  </a:lnTo>
                  <a:lnTo>
                    <a:pt x="21122" y="0"/>
                  </a:lnTo>
                  <a:lnTo>
                    <a:pt x="21163" y="1183"/>
                  </a:lnTo>
                  <a:lnTo>
                    <a:pt x="19048" y="6631"/>
                  </a:lnTo>
                  <a:lnTo>
                    <a:pt x="19383" y="9049"/>
                  </a:lnTo>
                  <a:lnTo>
                    <a:pt x="17624" y="10609"/>
                  </a:lnTo>
                  <a:lnTo>
                    <a:pt x="14255" y="1124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h3370"/>
            <p:cNvSpPr/>
            <p:nvPr/>
          </p:nvSpPr>
          <p:spPr>
            <a:xfrm>
              <a:off x="5739822" y="2176308"/>
              <a:ext cx="330" cy="290"/>
            </a:xfrm>
            <a:custGeom>
              <a:avLst/>
              <a:pathLst>
                <a:path w="330" h="290">
                  <a:moveTo>
                    <a:pt x="0" y="146"/>
                  </a:moveTo>
                  <a:lnTo>
                    <a:pt x="44" y="0"/>
                  </a:lnTo>
                  <a:lnTo>
                    <a:pt x="330" y="29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h3371"/>
            <p:cNvSpPr/>
            <p:nvPr/>
          </p:nvSpPr>
          <p:spPr>
            <a:xfrm>
              <a:off x="5843504" y="2497312"/>
              <a:ext cx="85749" cy="103083"/>
            </a:xfrm>
            <a:custGeom>
              <a:avLst/>
              <a:pathLst>
                <a:path w="85749" h="103083">
                  <a:moveTo>
                    <a:pt x="80373" y="19386"/>
                  </a:moveTo>
                  <a:lnTo>
                    <a:pt x="80239" y="21210"/>
                  </a:lnTo>
                  <a:lnTo>
                    <a:pt x="84731" y="28980"/>
                  </a:lnTo>
                  <a:lnTo>
                    <a:pt x="85749" y="36498"/>
                  </a:lnTo>
                  <a:lnTo>
                    <a:pt x="85627" y="42291"/>
                  </a:lnTo>
                  <a:lnTo>
                    <a:pt x="85373" y="49583"/>
                  </a:lnTo>
                  <a:lnTo>
                    <a:pt x="83640" y="57273"/>
                  </a:lnTo>
                  <a:lnTo>
                    <a:pt x="80579" y="63691"/>
                  </a:lnTo>
                  <a:lnTo>
                    <a:pt x="70574" y="74615"/>
                  </a:lnTo>
                  <a:lnTo>
                    <a:pt x="65549" y="77593"/>
                  </a:lnTo>
                  <a:lnTo>
                    <a:pt x="54227" y="80053"/>
                  </a:lnTo>
                  <a:lnTo>
                    <a:pt x="48487" y="83857"/>
                  </a:lnTo>
                  <a:lnTo>
                    <a:pt x="47419" y="87414"/>
                  </a:lnTo>
                  <a:lnTo>
                    <a:pt x="46153" y="88818"/>
                  </a:lnTo>
                  <a:lnTo>
                    <a:pt x="42661" y="89510"/>
                  </a:lnTo>
                  <a:lnTo>
                    <a:pt x="38274" y="91872"/>
                  </a:lnTo>
                  <a:lnTo>
                    <a:pt x="36724" y="93631"/>
                  </a:lnTo>
                  <a:lnTo>
                    <a:pt x="36388" y="95810"/>
                  </a:lnTo>
                  <a:lnTo>
                    <a:pt x="32006" y="99584"/>
                  </a:lnTo>
                  <a:lnTo>
                    <a:pt x="25897" y="100244"/>
                  </a:lnTo>
                  <a:lnTo>
                    <a:pt x="24141" y="102061"/>
                  </a:lnTo>
                  <a:lnTo>
                    <a:pt x="25570" y="102721"/>
                  </a:lnTo>
                  <a:lnTo>
                    <a:pt x="22865" y="103083"/>
                  </a:lnTo>
                  <a:lnTo>
                    <a:pt x="16986" y="102641"/>
                  </a:lnTo>
                  <a:lnTo>
                    <a:pt x="14884" y="101577"/>
                  </a:lnTo>
                  <a:lnTo>
                    <a:pt x="11021" y="98315"/>
                  </a:lnTo>
                  <a:lnTo>
                    <a:pt x="7032" y="93180"/>
                  </a:lnTo>
                  <a:lnTo>
                    <a:pt x="1894" y="82587"/>
                  </a:lnTo>
                  <a:lnTo>
                    <a:pt x="0" y="70243"/>
                  </a:lnTo>
                  <a:lnTo>
                    <a:pt x="21184" y="67128"/>
                  </a:lnTo>
                  <a:lnTo>
                    <a:pt x="24150" y="48257"/>
                  </a:lnTo>
                  <a:lnTo>
                    <a:pt x="32087" y="12617"/>
                  </a:lnTo>
                  <a:lnTo>
                    <a:pt x="54989" y="0"/>
                  </a:lnTo>
                  <a:lnTo>
                    <a:pt x="55066" y="1233"/>
                  </a:lnTo>
                  <a:lnTo>
                    <a:pt x="57407" y="3569"/>
                  </a:lnTo>
                  <a:lnTo>
                    <a:pt x="75792" y="12493"/>
                  </a:lnTo>
                  <a:lnTo>
                    <a:pt x="81833" y="1668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h3372"/>
            <p:cNvSpPr/>
            <p:nvPr/>
          </p:nvSpPr>
          <p:spPr>
            <a:xfrm>
              <a:off x="5667426" y="2305473"/>
              <a:ext cx="231463" cy="262082"/>
            </a:xfrm>
            <a:custGeom>
              <a:avLst/>
              <a:pathLst>
                <a:path w="231463" h="262082">
                  <a:moveTo>
                    <a:pt x="122744" y="33775"/>
                  </a:moveTo>
                  <a:lnTo>
                    <a:pt x="124068" y="36448"/>
                  </a:lnTo>
                  <a:lnTo>
                    <a:pt x="123211" y="42124"/>
                  </a:lnTo>
                  <a:lnTo>
                    <a:pt x="114880" y="54244"/>
                  </a:lnTo>
                  <a:lnTo>
                    <a:pt x="113057" y="60857"/>
                  </a:lnTo>
                  <a:lnTo>
                    <a:pt x="112812" y="69565"/>
                  </a:lnTo>
                  <a:lnTo>
                    <a:pt x="113582" y="74464"/>
                  </a:lnTo>
                  <a:lnTo>
                    <a:pt x="118209" y="81579"/>
                  </a:lnTo>
                  <a:lnTo>
                    <a:pt x="117027" y="88940"/>
                  </a:lnTo>
                  <a:lnTo>
                    <a:pt x="118042" y="95317"/>
                  </a:lnTo>
                  <a:lnTo>
                    <a:pt x="125627" y="109206"/>
                  </a:lnTo>
                  <a:lnTo>
                    <a:pt x="131407" y="115283"/>
                  </a:lnTo>
                  <a:lnTo>
                    <a:pt x="134568" y="116702"/>
                  </a:lnTo>
                  <a:lnTo>
                    <a:pt x="150344" y="121340"/>
                  </a:lnTo>
                  <a:lnTo>
                    <a:pt x="159387" y="121576"/>
                  </a:lnTo>
                  <a:lnTo>
                    <a:pt x="158887" y="122897"/>
                  </a:lnTo>
                  <a:lnTo>
                    <a:pt x="153632" y="124854"/>
                  </a:lnTo>
                  <a:lnTo>
                    <a:pt x="149247" y="121494"/>
                  </a:lnTo>
                  <a:lnTo>
                    <a:pt x="146344" y="121464"/>
                  </a:lnTo>
                  <a:lnTo>
                    <a:pt x="147793" y="129721"/>
                  </a:lnTo>
                  <a:lnTo>
                    <a:pt x="150693" y="130556"/>
                  </a:lnTo>
                  <a:lnTo>
                    <a:pt x="155288" y="129744"/>
                  </a:lnTo>
                  <a:lnTo>
                    <a:pt x="161789" y="121908"/>
                  </a:lnTo>
                  <a:lnTo>
                    <a:pt x="162661" y="117144"/>
                  </a:lnTo>
                  <a:lnTo>
                    <a:pt x="160598" y="112878"/>
                  </a:lnTo>
                  <a:lnTo>
                    <a:pt x="158638" y="103242"/>
                  </a:lnTo>
                  <a:lnTo>
                    <a:pt x="159609" y="101535"/>
                  </a:lnTo>
                  <a:lnTo>
                    <a:pt x="164035" y="98773"/>
                  </a:lnTo>
                  <a:lnTo>
                    <a:pt x="171544" y="100272"/>
                  </a:lnTo>
                  <a:lnTo>
                    <a:pt x="173306" y="105779"/>
                  </a:lnTo>
                  <a:lnTo>
                    <a:pt x="176881" y="110446"/>
                  </a:lnTo>
                  <a:lnTo>
                    <a:pt x="182673" y="115335"/>
                  </a:lnTo>
                  <a:lnTo>
                    <a:pt x="187789" y="118035"/>
                  </a:lnTo>
                  <a:lnTo>
                    <a:pt x="197247" y="125977"/>
                  </a:lnTo>
                  <a:lnTo>
                    <a:pt x="199280" y="141270"/>
                  </a:lnTo>
                  <a:lnTo>
                    <a:pt x="205711" y="143553"/>
                  </a:lnTo>
                  <a:lnTo>
                    <a:pt x="211479" y="142622"/>
                  </a:lnTo>
                  <a:lnTo>
                    <a:pt x="218339" y="140095"/>
                  </a:lnTo>
                  <a:lnTo>
                    <a:pt x="220769" y="145322"/>
                  </a:lnTo>
                  <a:lnTo>
                    <a:pt x="218991" y="148735"/>
                  </a:lnTo>
                  <a:lnTo>
                    <a:pt x="216724" y="149957"/>
                  </a:lnTo>
                  <a:lnTo>
                    <a:pt x="216106" y="156756"/>
                  </a:lnTo>
                  <a:lnTo>
                    <a:pt x="217522" y="159716"/>
                  </a:lnTo>
                  <a:lnTo>
                    <a:pt x="223470" y="164721"/>
                  </a:lnTo>
                  <a:lnTo>
                    <a:pt x="229501" y="172804"/>
                  </a:lnTo>
                  <a:lnTo>
                    <a:pt x="230417" y="178012"/>
                  </a:lnTo>
                  <a:lnTo>
                    <a:pt x="229671" y="183078"/>
                  </a:lnTo>
                  <a:lnTo>
                    <a:pt x="231463" y="189144"/>
                  </a:lnTo>
                  <a:lnTo>
                    <a:pt x="231066" y="191839"/>
                  </a:lnTo>
                  <a:lnTo>
                    <a:pt x="208165" y="204456"/>
                  </a:lnTo>
                  <a:lnTo>
                    <a:pt x="200227" y="240096"/>
                  </a:lnTo>
                  <a:lnTo>
                    <a:pt x="197261" y="258967"/>
                  </a:lnTo>
                  <a:lnTo>
                    <a:pt x="176077" y="262082"/>
                  </a:lnTo>
                  <a:lnTo>
                    <a:pt x="172911" y="246592"/>
                  </a:lnTo>
                  <a:lnTo>
                    <a:pt x="171682" y="234811"/>
                  </a:lnTo>
                  <a:lnTo>
                    <a:pt x="165396" y="223708"/>
                  </a:lnTo>
                  <a:lnTo>
                    <a:pt x="164486" y="219927"/>
                  </a:lnTo>
                  <a:lnTo>
                    <a:pt x="161369" y="213494"/>
                  </a:lnTo>
                  <a:lnTo>
                    <a:pt x="155201" y="203308"/>
                  </a:lnTo>
                  <a:lnTo>
                    <a:pt x="147620" y="196524"/>
                  </a:lnTo>
                  <a:lnTo>
                    <a:pt x="127573" y="185862"/>
                  </a:lnTo>
                  <a:lnTo>
                    <a:pt x="121189" y="180862"/>
                  </a:lnTo>
                  <a:lnTo>
                    <a:pt x="113161" y="172335"/>
                  </a:lnTo>
                  <a:lnTo>
                    <a:pt x="97493" y="151913"/>
                  </a:lnTo>
                  <a:lnTo>
                    <a:pt x="73849" y="126375"/>
                  </a:lnTo>
                  <a:lnTo>
                    <a:pt x="49349" y="108226"/>
                  </a:lnTo>
                  <a:lnTo>
                    <a:pt x="27501" y="94063"/>
                  </a:lnTo>
                  <a:lnTo>
                    <a:pt x="36550" y="99265"/>
                  </a:lnTo>
                  <a:lnTo>
                    <a:pt x="33936" y="97021"/>
                  </a:lnTo>
                  <a:lnTo>
                    <a:pt x="22572" y="90428"/>
                  </a:lnTo>
                  <a:lnTo>
                    <a:pt x="21751" y="87699"/>
                  </a:lnTo>
                  <a:lnTo>
                    <a:pt x="17237" y="82020"/>
                  </a:lnTo>
                  <a:lnTo>
                    <a:pt x="15466" y="81366"/>
                  </a:lnTo>
                  <a:lnTo>
                    <a:pt x="11897" y="81797"/>
                  </a:lnTo>
                  <a:lnTo>
                    <a:pt x="10544" y="80988"/>
                  </a:lnTo>
                  <a:lnTo>
                    <a:pt x="7494" y="77407"/>
                  </a:lnTo>
                  <a:lnTo>
                    <a:pt x="5305" y="63092"/>
                  </a:lnTo>
                  <a:lnTo>
                    <a:pt x="3082" y="60187"/>
                  </a:lnTo>
                  <a:lnTo>
                    <a:pt x="0" y="58145"/>
                  </a:lnTo>
                  <a:lnTo>
                    <a:pt x="102781" y="0"/>
                  </a:lnTo>
                  <a:lnTo>
                    <a:pt x="106053" y="2023"/>
                  </a:lnTo>
                  <a:lnTo>
                    <a:pt x="113732" y="8829"/>
                  </a:lnTo>
                  <a:lnTo>
                    <a:pt x="114729" y="15316"/>
                  </a:lnTo>
                  <a:lnTo>
                    <a:pt x="120849" y="2529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h3373"/>
            <p:cNvSpPr/>
            <p:nvPr/>
          </p:nvSpPr>
          <p:spPr>
            <a:xfrm>
              <a:off x="5667124" y="2391049"/>
              <a:ext cx="27477" cy="8256"/>
            </a:xfrm>
            <a:custGeom>
              <a:avLst/>
              <a:pathLst>
                <a:path w="27477" h="8256">
                  <a:moveTo>
                    <a:pt x="17464" y="3566"/>
                  </a:moveTo>
                  <a:lnTo>
                    <a:pt x="11000" y="1634"/>
                  </a:lnTo>
                  <a:lnTo>
                    <a:pt x="7688" y="1493"/>
                  </a:lnTo>
                  <a:lnTo>
                    <a:pt x="736" y="2810"/>
                  </a:lnTo>
                  <a:lnTo>
                    <a:pt x="0" y="2073"/>
                  </a:lnTo>
                  <a:lnTo>
                    <a:pt x="1928" y="0"/>
                  </a:lnTo>
                  <a:lnTo>
                    <a:pt x="3502" y="945"/>
                  </a:lnTo>
                  <a:lnTo>
                    <a:pt x="6763" y="75"/>
                  </a:lnTo>
                  <a:lnTo>
                    <a:pt x="11906" y="607"/>
                  </a:lnTo>
                  <a:lnTo>
                    <a:pt x="16482" y="2208"/>
                  </a:lnTo>
                  <a:lnTo>
                    <a:pt x="27477" y="82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h3374"/>
            <p:cNvSpPr/>
            <p:nvPr/>
          </p:nvSpPr>
          <p:spPr>
            <a:xfrm>
              <a:off x="5819107" y="2386023"/>
              <a:ext cx="1171" cy="774"/>
            </a:xfrm>
            <a:custGeom>
              <a:avLst/>
              <a:pathLst>
                <a:path w="1171" h="774">
                  <a:moveTo>
                    <a:pt x="813" y="588"/>
                  </a:moveTo>
                  <a:lnTo>
                    <a:pt x="0" y="774"/>
                  </a:lnTo>
                  <a:lnTo>
                    <a:pt x="117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h3375"/>
            <p:cNvSpPr/>
            <p:nvPr/>
          </p:nvSpPr>
          <p:spPr>
            <a:xfrm>
              <a:off x="5800481" y="2338087"/>
              <a:ext cx="2560" cy="3498"/>
            </a:xfrm>
            <a:custGeom>
              <a:avLst/>
              <a:pathLst>
                <a:path w="2560" h="3498">
                  <a:moveTo>
                    <a:pt x="2109" y="0"/>
                  </a:moveTo>
                  <a:lnTo>
                    <a:pt x="2560" y="490"/>
                  </a:lnTo>
                  <a:lnTo>
                    <a:pt x="2201" y="3498"/>
                  </a:lnTo>
                  <a:lnTo>
                    <a:pt x="0" y="1895"/>
                  </a:lnTo>
                  <a:lnTo>
                    <a:pt x="752" y="6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h3376"/>
            <p:cNvSpPr/>
            <p:nvPr/>
          </p:nvSpPr>
          <p:spPr>
            <a:xfrm>
              <a:off x="5801473" y="233672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h3377"/>
            <p:cNvSpPr/>
            <p:nvPr/>
          </p:nvSpPr>
          <p:spPr>
            <a:xfrm>
              <a:off x="5798825" y="2333458"/>
              <a:ext cx="48" cy="362"/>
            </a:xfrm>
            <a:custGeom>
              <a:avLst/>
              <a:pathLst>
                <a:path w="48" h="362">
                  <a:moveTo>
                    <a:pt x="0" y="362"/>
                  </a:moveTo>
                  <a:lnTo>
                    <a:pt x="4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h3378"/>
            <p:cNvSpPr/>
            <p:nvPr/>
          </p:nvSpPr>
          <p:spPr>
            <a:xfrm>
              <a:off x="5786736" y="2302917"/>
              <a:ext cx="21444" cy="31943"/>
            </a:xfrm>
            <a:custGeom>
              <a:avLst/>
              <a:pathLst>
                <a:path w="21444" h="31943">
                  <a:moveTo>
                    <a:pt x="14948" y="10354"/>
                  </a:moveTo>
                  <a:lnTo>
                    <a:pt x="17478" y="16282"/>
                  </a:lnTo>
                  <a:lnTo>
                    <a:pt x="16710" y="20714"/>
                  </a:lnTo>
                  <a:lnTo>
                    <a:pt x="19121" y="26875"/>
                  </a:lnTo>
                  <a:lnTo>
                    <a:pt x="21444" y="30348"/>
                  </a:lnTo>
                  <a:lnTo>
                    <a:pt x="20802" y="31065"/>
                  </a:lnTo>
                  <a:lnTo>
                    <a:pt x="14588" y="31943"/>
                  </a:lnTo>
                  <a:lnTo>
                    <a:pt x="15883" y="29525"/>
                  </a:lnTo>
                  <a:lnTo>
                    <a:pt x="8617" y="24015"/>
                  </a:lnTo>
                  <a:lnTo>
                    <a:pt x="6214" y="19328"/>
                  </a:lnTo>
                  <a:lnTo>
                    <a:pt x="4345" y="11698"/>
                  </a:lnTo>
                  <a:lnTo>
                    <a:pt x="237" y="9552"/>
                  </a:lnTo>
                  <a:lnTo>
                    <a:pt x="0" y="6710"/>
                  </a:lnTo>
                  <a:lnTo>
                    <a:pt x="1636" y="0"/>
                  </a:lnTo>
                  <a:lnTo>
                    <a:pt x="3038" y="1646"/>
                  </a:lnTo>
                  <a:lnTo>
                    <a:pt x="3495" y="4447"/>
                  </a:lnTo>
                  <a:lnTo>
                    <a:pt x="5708" y="714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h3379"/>
            <p:cNvSpPr/>
            <p:nvPr/>
          </p:nvSpPr>
          <p:spPr>
            <a:xfrm>
              <a:off x="5811694" y="2303014"/>
              <a:ext cx="220" cy="450"/>
            </a:xfrm>
            <a:custGeom>
              <a:avLst/>
              <a:pathLst>
                <a:path w="220" h="450">
                  <a:moveTo>
                    <a:pt x="0" y="450"/>
                  </a:moveTo>
                  <a:lnTo>
                    <a:pt x="83" y="0"/>
                  </a:lnTo>
                  <a:lnTo>
                    <a:pt x="220" y="35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h3380"/>
            <p:cNvSpPr/>
            <p:nvPr/>
          </p:nvSpPr>
          <p:spPr>
            <a:xfrm>
              <a:off x="5874308" y="2403632"/>
              <a:ext cx="15241" cy="32153"/>
            </a:xfrm>
            <a:custGeom>
              <a:avLst/>
              <a:pathLst>
                <a:path w="15241" h="32153">
                  <a:moveTo>
                    <a:pt x="1390" y="14907"/>
                  </a:moveTo>
                  <a:lnTo>
                    <a:pt x="0" y="5894"/>
                  </a:lnTo>
                  <a:lnTo>
                    <a:pt x="804" y="0"/>
                  </a:lnTo>
                  <a:lnTo>
                    <a:pt x="5674" y="8546"/>
                  </a:lnTo>
                  <a:lnTo>
                    <a:pt x="10733" y="20052"/>
                  </a:lnTo>
                  <a:lnTo>
                    <a:pt x="13301" y="23135"/>
                  </a:lnTo>
                  <a:lnTo>
                    <a:pt x="15241" y="30179"/>
                  </a:lnTo>
                  <a:lnTo>
                    <a:pt x="14884" y="32153"/>
                  </a:lnTo>
                  <a:lnTo>
                    <a:pt x="8536" y="30334"/>
                  </a:lnTo>
                  <a:lnTo>
                    <a:pt x="4362" y="250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h3381"/>
            <p:cNvSpPr/>
            <p:nvPr/>
          </p:nvSpPr>
          <p:spPr>
            <a:xfrm>
              <a:off x="5825644" y="2412230"/>
              <a:ext cx="527" cy="403"/>
            </a:xfrm>
            <a:custGeom>
              <a:avLst/>
              <a:pathLst>
                <a:path w="527" h="403">
                  <a:moveTo>
                    <a:pt x="527" y="110"/>
                  </a:moveTo>
                  <a:lnTo>
                    <a:pt x="0" y="403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h3382"/>
            <p:cNvSpPr/>
            <p:nvPr/>
          </p:nvSpPr>
          <p:spPr>
            <a:xfrm>
              <a:off x="5821756" y="2389941"/>
              <a:ext cx="151" cy="36"/>
            </a:xfrm>
            <a:custGeom>
              <a:avLst/>
              <a:pathLst>
                <a:path w="151" h="36">
                  <a:moveTo>
                    <a:pt x="0" y="0"/>
                  </a:moveTo>
                  <a:lnTo>
                    <a:pt x="151" y="3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h3383"/>
            <p:cNvSpPr/>
            <p:nvPr/>
          </p:nvSpPr>
          <p:spPr>
            <a:xfrm>
              <a:off x="5820484" y="2380435"/>
              <a:ext cx="12854" cy="17064"/>
            </a:xfrm>
            <a:custGeom>
              <a:avLst/>
              <a:pathLst>
                <a:path w="12854" h="17064">
                  <a:moveTo>
                    <a:pt x="7960" y="16315"/>
                  </a:moveTo>
                  <a:lnTo>
                    <a:pt x="5246" y="17064"/>
                  </a:lnTo>
                  <a:lnTo>
                    <a:pt x="3774" y="12286"/>
                  </a:lnTo>
                  <a:lnTo>
                    <a:pt x="4122" y="10217"/>
                  </a:lnTo>
                  <a:lnTo>
                    <a:pt x="0" y="1372"/>
                  </a:lnTo>
                  <a:lnTo>
                    <a:pt x="5523" y="0"/>
                  </a:lnTo>
                  <a:lnTo>
                    <a:pt x="7658" y="1164"/>
                  </a:lnTo>
                  <a:lnTo>
                    <a:pt x="12854" y="8115"/>
                  </a:lnTo>
                  <a:lnTo>
                    <a:pt x="10019" y="1381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h3384"/>
            <p:cNvSpPr/>
            <p:nvPr/>
          </p:nvSpPr>
          <p:spPr>
            <a:xfrm>
              <a:off x="5821386" y="2388750"/>
              <a:ext cx="776" cy="73"/>
            </a:xfrm>
            <a:custGeom>
              <a:avLst/>
              <a:pathLst>
                <a:path w="776" h="73">
                  <a:moveTo>
                    <a:pt x="776" y="0"/>
                  </a:moveTo>
                  <a:lnTo>
                    <a:pt x="0" y="7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h3385"/>
            <p:cNvSpPr/>
            <p:nvPr/>
          </p:nvSpPr>
          <p:spPr>
            <a:xfrm>
              <a:off x="5818914" y="2372489"/>
              <a:ext cx="6403" cy="7943"/>
            </a:xfrm>
            <a:custGeom>
              <a:avLst/>
              <a:pathLst>
                <a:path w="6403" h="7943">
                  <a:moveTo>
                    <a:pt x="2759" y="3514"/>
                  </a:moveTo>
                  <a:lnTo>
                    <a:pt x="0" y="3145"/>
                  </a:lnTo>
                  <a:lnTo>
                    <a:pt x="1792" y="533"/>
                  </a:lnTo>
                  <a:lnTo>
                    <a:pt x="3103" y="0"/>
                  </a:lnTo>
                  <a:lnTo>
                    <a:pt x="6403" y="4945"/>
                  </a:lnTo>
                  <a:lnTo>
                    <a:pt x="5432" y="7943"/>
                  </a:lnTo>
                  <a:lnTo>
                    <a:pt x="1751" y="6991"/>
                  </a:lnTo>
                  <a:lnTo>
                    <a:pt x="2737" y="617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h3386"/>
            <p:cNvSpPr/>
            <p:nvPr/>
          </p:nvSpPr>
          <p:spPr>
            <a:xfrm>
              <a:off x="5820499" y="2371259"/>
              <a:ext cx="589" cy="148"/>
            </a:xfrm>
            <a:custGeom>
              <a:avLst/>
              <a:pathLst>
                <a:path w="589" h="148">
                  <a:moveTo>
                    <a:pt x="0" y="148"/>
                  </a:moveTo>
                  <a:lnTo>
                    <a:pt x="169" y="0"/>
                  </a:lnTo>
                  <a:lnTo>
                    <a:pt x="589" y="5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h3387"/>
            <p:cNvSpPr/>
            <p:nvPr/>
          </p:nvSpPr>
          <p:spPr>
            <a:xfrm>
              <a:off x="5596925" y="2270917"/>
              <a:ext cx="25541" cy="95166"/>
            </a:xfrm>
            <a:custGeom>
              <a:avLst/>
              <a:pathLst>
                <a:path w="25541" h="95166">
                  <a:moveTo>
                    <a:pt x="14019" y="38999"/>
                  </a:moveTo>
                  <a:lnTo>
                    <a:pt x="13571" y="39978"/>
                  </a:lnTo>
                  <a:lnTo>
                    <a:pt x="14066" y="43332"/>
                  </a:lnTo>
                  <a:lnTo>
                    <a:pt x="15872" y="45812"/>
                  </a:lnTo>
                  <a:lnTo>
                    <a:pt x="14442" y="48931"/>
                  </a:lnTo>
                  <a:lnTo>
                    <a:pt x="13077" y="47935"/>
                  </a:lnTo>
                  <a:lnTo>
                    <a:pt x="11068" y="51957"/>
                  </a:lnTo>
                  <a:lnTo>
                    <a:pt x="9154" y="54057"/>
                  </a:lnTo>
                  <a:lnTo>
                    <a:pt x="10033" y="56736"/>
                  </a:lnTo>
                  <a:lnTo>
                    <a:pt x="18013" y="69169"/>
                  </a:lnTo>
                  <a:lnTo>
                    <a:pt x="19840" y="75335"/>
                  </a:lnTo>
                  <a:lnTo>
                    <a:pt x="16161" y="80180"/>
                  </a:lnTo>
                  <a:lnTo>
                    <a:pt x="16579" y="82244"/>
                  </a:lnTo>
                  <a:lnTo>
                    <a:pt x="20645" y="84951"/>
                  </a:lnTo>
                  <a:lnTo>
                    <a:pt x="25541" y="93237"/>
                  </a:lnTo>
                  <a:lnTo>
                    <a:pt x="25223" y="95166"/>
                  </a:lnTo>
                  <a:lnTo>
                    <a:pt x="23353" y="94786"/>
                  </a:lnTo>
                  <a:lnTo>
                    <a:pt x="20312" y="92514"/>
                  </a:lnTo>
                  <a:lnTo>
                    <a:pt x="20572" y="90499"/>
                  </a:lnTo>
                  <a:lnTo>
                    <a:pt x="19151" y="86993"/>
                  </a:lnTo>
                  <a:lnTo>
                    <a:pt x="12506" y="79603"/>
                  </a:lnTo>
                  <a:lnTo>
                    <a:pt x="13600" y="77293"/>
                  </a:lnTo>
                  <a:lnTo>
                    <a:pt x="15907" y="77850"/>
                  </a:lnTo>
                  <a:lnTo>
                    <a:pt x="17329" y="75390"/>
                  </a:lnTo>
                  <a:lnTo>
                    <a:pt x="17329" y="70779"/>
                  </a:lnTo>
                  <a:lnTo>
                    <a:pt x="15896" y="67735"/>
                  </a:lnTo>
                  <a:lnTo>
                    <a:pt x="11941" y="63669"/>
                  </a:lnTo>
                  <a:lnTo>
                    <a:pt x="9066" y="61878"/>
                  </a:lnTo>
                  <a:lnTo>
                    <a:pt x="3453" y="61680"/>
                  </a:lnTo>
                  <a:lnTo>
                    <a:pt x="1671" y="62800"/>
                  </a:lnTo>
                  <a:lnTo>
                    <a:pt x="0" y="61042"/>
                  </a:lnTo>
                  <a:lnTo>
                    <a:pt x="254" y="57815"/>
                  </a:lnTo>
                  <a:lnTo>
                    <a:pt x="10593" y="35386"/>
                  </a:lnTo>
                  <a:lnTo>
                    <a:pt x="19182" y="12005"/>
                  </a:lnTo>
                  <a:lnTo>
                    <a:pt x="22302" y="1195"/>
                  </a:lnTo>
                  <a:lnTo>
                    <a:pt x="23793" y="0"/>
                  </a:lnTo>
                  <a:lnTo>
                    <a:pt x="23887" y="6544"/>
                  </a:lnTo>
                  <a:lnTo>
                    <a:pt x="19466" y="15597"/>
                  </a:lnTo>
                  <a:lnTo>
                    <a:pt x="18054" y="21212"/>
                  </a:lnTo>
                  <a:lnTo>
                    <a:pt x="16584" y="28432"/>
                  </a:lnTo>
                  <a:lnTo>
                    <a:pt x="17607" y="3716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h3388"/>
            <p:cNvSpPr/>
            <p:nvPr/>
          </p:nvSpPr>
          <p:spPr>
            <a:xfrm>
              <a:off x="5619578" y="2241796"/>
              <a:ext cx="6396" cy="26511"/>
            </a:xfrm>
            <a:custGeom>
              <a:avLst/>
              <a:pathLst>
                <a:path w="6396" h="26511">
                  <a:moveTo>
                    <a:pt x="1983" y="26511"/>
                  </a:moveTo>
                  <a:lnTo>
                    <a:pt x="527" y="26201"/>
                  </a:lnTo>
                  <a:lnTo>
                    <a:pt x="0" y="24817"/>
                  </a:lnTo>
                  <a:lnTo>
                    <a:pt x="3380" y="16108"/>
                  </a:lnTo>
                  <a:lnTo>
                    <a:pt x="5638" y="5339"/>
                  </a:lnTo>
                  <a:lnTo>
                    <a:pt x="5592" y="575"/>
                  </a:lnTo>
                  <a:lnTo>
                    <a:pt x="6396" y="0"/>
                  </a:lnTo>
                  <a:lnTo>
                    <a:pt x="6261" y="8200"/>
                  </a:lnTo>
                  <a:lnTo>
                    <a:pt x="4272" y="14956"/>
                  </a:lnTo>
                  <a:lnTo>
                    <a:pt x="4630" y="2046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h3389"/>
            <p:cNvSpPr/>
            <p:nvPr/>
          </p:nvSpPr>
          <p:spPr>
            <a:xfrm>
              <a:off x="5625961" y="2216309"/>
              <a:ext cx="2723" cy="24955"/>
            </a:xfrm>
            <a:custGeom>
              <a:avLst/>
              <a:pathLst>
                <a:path w="2723" h="24955">
                  <a:moveTo>
                    <a:pt x="0" y="21923"/>
                  </a:moveTo>
                  <a:lnTo>
                    <a:pt x="2076" y="500"/>
                  </a:lnTo>
                  <a:lnTo>
                    <a:pt x="2723" y="0"/>
                  </a:lnTo>
                  <a:lnTo>
                    <a:pt x="1966" y="6498"/>
                  </a:lnTo>
                  <a:lnTo>
                    <a:pt x="2505" y="9992"/>
                  </a:lnTo>
                  <a:lnTo>
                    <a:pt x="607" y="249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h3390"/>
            <p:cNvSpPr/>
            <p:nvPr/>
          </p:nvSpPr>
          <p:spPr>
            <a:xfrm>
              <a:off x="5628274" y="2368667"/>
              <a:ext cx="35846" cy="29250"/>
            </a:xfrm>
            <a:custGeom>
              <a:avLst/>
              <a:pathLst>
                <a:path w="35846" h="29250">
                  <a:moveTo>
                    <a:pt x="19261" y="3457"/>
                  </a:moveTo>
                  <a:lnTo>
                    <a:pt x="21953" y="9050"/>
                  </a:lnTo>
                  <a:lnTo>
                    <a:pt x="26497" y="9971"/>
                  </a:lnTo>
                  <a:lnTo>
                    <a:pt x="29994" y="12907"/>
                  </a:lnTo>
                  <a:lnTo>
                    <a:pt x="35846" y="25435"/>
                  </a:lnTo>
                  <a:lnTo>
                    <a:pt x="33680" y="29250"/>
                  </a:lnTo>
                  <a:lnTo>
                    <a:pt x="6440" y="4990"/>
                  </a:lnTo>
                  <a:lnTo>
                    <a:pt x="188" y="1747"/>
                  </a:lnTo>
                  <a:lnTo>
                    <a:pt x="0" y="1181"/>
                  </a:lnTo>
                  <a:lnTo>
                    <a:pt x="1860" y="0"/>
                  </a:lnTo>
                  <a:lnTo>
                    <a:pt x="4813" y="1188"/>
                  </a:lnTo>
                  <a:lnTo>
                    <a:pt x="12946" y="2027"/>
                  </a:lnTo>
                  <a:lnTo>
                    <a:pt x="16522" y="157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h3391"/>
            <p:cNvSpPr/>
            <p:nvPr/>
          </p:nvSpPr>
          <p:spPr>
            <a:xfrm>
              <a:off x="5770173" y="2298599"/>
              <a:ext cx="47" cy="179"/>
            </a:xfrm>
            <a:custGeom>
              <a:avLst/>
              <a:pathLst>
                <a:path w="47" h="179">
                  <a:moveTo>
                    <a:pt x="0" y="179"/>
                  </a:moveTo>
                  <a:lnTo>
                    <a:pt x="4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h3392"/>
            <p:cNvSpPr/>
            <p:nvPr/>
          </p:nvSpPr>
          <p:spPr>
            <a:xfrm>
              <a:off x="5789336" y="2289833"/>
              <a:ext cx="1220" cy="1449"/>
            </a:xfrm>
            <a:custGeom>
              <a:avLst/>
              <a:pathLst>
                <a:path w="1220" h="1449">
                  <a:moveTo>
                    <a:pt x="0" y="1449"/>
                  </a:moveTo>
                  <a:lnTo>
                    <a:pt x="949" y="0"/>
                  </a:lnTo>
                  <a:lnTo>
                    <a:pt x="1220" y="3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h3393"/>
            <p:cNvSpPr/>
            <p:nvPr/>
          </p:nvSpPr>
          <p:spPr>
            <a:xfrm>
              <a:off x="5764183" y="2287624"/>
              <a:ext cx="200" cy="29"/>
            </a:xfrm>
            <a:custGeom>
              <a:avLst/>
              <a:pathLst>
                <a:path w="200" h="29">
                  <a:moveTo>
                    <a:pt x="0" y="29"/>
                  </a:moveTo>
                  <a:lnTo>
                    <a:pt x="20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h3394"/>
            <p:cNvSpPr/>
            <p:nvPr/>
          </p:nvSpPr>
          <p:spPr>
            <a:xfrm>
              <a:off x="5786354" y="2276027"/>
              <a:ext cx="5749" cy="6429"/>
            </a:xfrm>
            <a:custGeom>
              <a:avLst/>
              <a:pathLst>
                <a:path w="5749" h="6429">
                  <a:moveTo>
                    <a:pt x="0" y="3482"/>
                  </a:moveTo>
                  <a:lnTo>
                    <a:pt x="564" y="2257"/>
                  </a:lnTo>
                  <a:lnTo>
                    <a:pt x="2494" y="731"/>
                  </a:lnTo>
                  <a:lnTo>
                    <a:pt x="5749" y="0"/>
                  </a:lnTo>
                  <a:lnTo>
                    <a:pt x="5406" y="762"/>
                  </a:lnTo>
                  <a:lnTo>
                    <a:pt x="2831" y="5618"/>
                  </a:lnTo>
                  <a:lnTo>
                    <a:pt x="1731" y="6429"/>
                  </a:lnTo>
                  <a:lnTo>
                    <a:pt x="486" y="621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h3395"/>
            <p:cNvSpPr/>
            <p:nvPr/>
          </p:nvSpPr>
          <p:spPr>
            <a:xfrm>
              <a:off x="5533333" y="2098043"/>
              <a:ext cx="236875" cy="274552"/>
            </a:xfrm>
            <a:custGeom>
              <a:avLst/>
              <a:pathLst>
                <a:path w="236875" h="274552">
                  <a:moveTo>
                    <a:pt x="216872" y="157984"/>
                  </a:moveTo>
                  <a:lnTo>
                    <a:pt x="226007" y="185053"/>
                  </a:lnTo>
                  <a:lnTo>
                    <a:pt x="228237" y="185983"/>
                  </a:lnTo>
                  <a:lnTo>
                    <a:pt x="233062" y="200136"/>
                  </a:lnTo>
                  <a:lnTo>
                    <a:pt x="236875" y="207429"/>
                  </a:lnTo>
                  <a:lnTo>
                    <a:pt x="134093" y="265575"/>
                  </a:lnTo>
                  <a:lnTo>
                    <a:pt x="133143" y="265289"/>
                  </a:lnTo>
                  <a:lnTo>
                    <a:pt x="132362" y="267060"/>
                  </a:lnTo>
                  <a:lnTo>
                    <a:pt x="132982" y="268853"/>
                  </a:lnTo>
                  <a:lnTo>
                    <a:pt x="131846" y="270915"/>
                  </a:lnTo>
                  <a:lnTo>
                    <a:pt x="130562" y="271261"/>
                  </a:lnTo>
                  <a:lnTo>
                    <a:pt x="120651" y="269645"/>
                  </a:lnTo>
                  <a:lnTo>
                    <a:pt x="122226" y="272809"/>
                  </a:lnTo>
                  <a:lnTo>
                    <a:pt x="117548" y="274552"/>
                  </a:lnTo>
                  <a:lnTo>
                    <a:pt x="116967" y="272841"/>
                  </a:lnTo>
                  <a:lnTo>
                    <a:pt x="118116" y="265436"/>
                  </a:lnTo>
                  <a:lnTo>
                    <a:pt x="115828" y="257355"/>
                  </a:lnTo>
                  <a:lnTo>
                    <a:pt x="106964" y="244154"/>
                  </a:lnTo>
                  <a:lnTo>
                    <a:pt x="108179" y="245338"/>
                  </a:lnTo>
                  <a:lnTo>
                    <a:pt x="106564" y="241975"/>
                  </a:lnTo>
                  <a:lnTo>
                    <a:pt x="102132" y="237514"/>
                  </a:lnTo>
                  <a:lnTo>
                    <a:pt x="101043" y="237443"/>
                  </a:lnTo>
                  <a:lnTo>
                    <a:pt x="101112" y="240764"/>
                  </a:lnTo>
                  <a:lnTo>
                    <a:pt x="102267" y="241860"/>
                  </a:lnTo>
                  <a:lnTo>
                    <a:pt x="101849" y="243158"/>
                  </a:lnTo>
                  <a:lnTo>
                    <a:pt x="94071" y="242792"/>
                  </a:lnTo>
                  <a:lnTo>
                    <a:pt x="93714" y="236693"/>
                  </a:lnTo>
                  <a:lnTo>
                    <a:pt x="94868" y="232151"/>
                  </a:lnTo>
                  <a:lnTo>
                    <a:pt x="95579" y="232525"/>
                  </a:lnTo>
                  <a:lnTo>
                    <a:pt x="95577" y="229586"/>
                  </a:lnTo>
                  <a:lnTo>
                    <a:pt x="94774" y="228993"/>
                  </a:lnTo>
                  <a:lnTo>
                    <a:pt x="91768" y="230358"/>
                  </a:lnTo>
                  <a:lnTo>
                    <a:pt x="92779" y="240161"/>
                  </a:lnTo>
                  <a:lnTo>
                    <a:pt x="89903" y="241200"/>
                  </a:lnTo>
                  <a:lnTo>
                    <a:pt x="86432" y="234950"/>
                  </a:lnTo>
                  <a:lnTo>
                    <a:pt x="84198" y="224281"/>
                  </a:lnTo>
                  <a:lnTo>
                    <a:pt x="87942" y="216851"/>
                  </a:lnTo>
                  <a:lnTo>
                    <a:pt x="88202" y="206463"/>
                  </a:lnTo>
                  <a:lnTo>
                    <a:pt x="84699" y="211664"/>
                  </a:lnTo>
                  <a:lnTo>
                    <a:pt x="83118" y="215934"/>
                  </a:lnTo>
                  <a:lnTo>
                    <a:pt x="82713" y="225449"/>
                  </a:lnTo>
                  <a:lnTo>
                    <a:pt x="81144" y="232827"/>
                  </a:lnTo>
                  <a:lnTo>
                    <a:pt x="80076" y="229551"/>
                  </a:lnTo>
                  <a:lnTo>
                    <a:pt x="78510" y="231701"/>
                  </a:lnTo>
                  <a:lnTo>
                    <a:pt x="77411" y="230911"/>
                  </a:lnTo>
                  <a:lnTo>
                    <a:pt x="76240" y="227625"/>
                  </a:lnTo>
                  <a:lnTo>
                    <a:pt x="76593" y="225329"/>
                  </a:lnTo>
                  <a:lnTo>
                    <a:pt x="78513" y="224212"/>
                  </a:lnTo>
                  <a:lnTo>
                    <a:pt x="80445" y="218919"/>
                  </a:lnTo>
                  <a:lnTo>
                    <a:pt x="80530" y="216051"/>
                  </a:lnTo>
                  <a:lnTo>
                    <a:pt x="78071" y="215072"/>
                  </a:lnTo>
                  <a:lnTo>
                    <a:pt x="77883" y="212252"/>
                  </a:lnTo>
                  <a:lnTo>
                    <a:pt x="82567" y="210712"/>
                  </a:lnTo>
                  <a:lnTo>
                    <a:pt x="84551" y="206169"/>
                  </a:lnTo>
                  <a:lnTo>
                    <a:pt x="86472" y="198072"/>
                  </a:lnTo>
                  <a:lnTo>
                    <a:pt x="83685" y="197568"/>
                  </a:lnTo>
                  <a:lnTo>
                    <a:pt x="82331" y="198758"/>
                  </a:lnTo>
                  <a:lnTo>
                    <a:pt x="82293" y="194903"/>
                  </a:lnTo>
                  <a:lnTo>
                    <a:pt x="83605" y="189351"/>
                  </a:lnTo>
                  <a:lnTo>
                    <a:pt x="89341" y="177195"/>
                  </a:lnTo>
                  <a:lnTo>
                    <a:pt x="92059" y="177004"/>
                  </a:lnTo>
                  <a:lnTo>
                    <a:pt x="92981" y="174244"/>
                  </a:lnTo>
                  <a:lnTo>
                    <a:pt x="94806" y="159898"/>
                  </a:lnTo>
                  <a:lnTo>
                    <a:pt x="94606" y="158781"/>
                  </a:lnTo>
                  <a:lnTo>
                    <a:pt x="92410" y="159194"/>
                  </a:lnTo>
                  <a:lnTo>
                    <a:pt x="92630" y="155524"/>
                  </a:lnTo>
                  <a:lnTo>
                    <a:pt x="95575" y="142883"/>
                  </a:lnTo>
                  <a:lnTo>
                    <a:pt x="96262" y="143962"/>
                  </a:lnTo>
                  <a:lnTo>
                    <a:pt x="97048" y="143572"/>
                  </a:lnTo>
                  <a:lnTo>
                    <a:pt x="97459" y="139415"/>
                  </a:lnTo>
                  <a:lnTo>
                    <a:pt x="97906" y="117839"/>
                  </a:lnTo>
                  <a:lnTo>
                    <a:pt x="95460" y="114261"/>
                  </a:lnTo>
                  <a:lnTo>
                    <a:pt x="94968" y="109831"/>
                  </a:lnTo>
                  <a:lnTo>
                    <a:pt x="86318" y="77818"/>
                  </a:lnTo>
                  <a:lnTo>
                    <a:pt x="81889" y="71221"/>
                  </a:lnTo>
                  <a:lnTo>
                    <a:pt x="77031" y="67425"/>
                  </a:lnTo>
                  <a:lnTo>
                    <a:pt x="75526" y="68147"/>
                  </a:lnTo>
                  <a:lnTo>
                    <a:pt x="74867" y="67757"/>
                  </a:lnTo>
                  <a:lnTo>
                    <a:pt x="73446" y="65823"/>
                  </a:lnTo>
                  <a:lnTo>
                    <a:pt x="72752" y="59279"/>
                  </a:lnTo>
                  <a:lnTo>
                    <a:pt x="70728" y="53013"/>
                  </a:lnTo>
                  <a:lnTo>
                    <a:pt x="67008" y="46604"/>
                  </a:lnTo>
                  <a:lnTo>
                    <a:pt x="63080" y="42254"/>
                  </a:lnTo>
                  <a:lnTo>
                    <a:pt x="58809" y="39937"/>
                  </a:lnTo>
                  <a:lnTo>
                    <a:pt x="56575" y="39675"/>
                  </a:lnTo>
                  <a:lnTo>
                    <a:pt x="55242" y="40503"/>
                  </a:lnTo>
                  <a:lnTo>
                    <a:pt x="54725" y="42848"/>
                  </a:lnTo>
                  <a:lnTo>
                    <a:pt x="52631" y="43293"/>
                  </a:lnTo>
                  <a:lnTo>
                    <a:pt x="37323" y="30450"/>
                  </a:lnTo>
                  <a:lnTo>
                    <a:pt x="35240" y="29694"/>
                  </a:lnTo>
                  <a:lnTo>
                    <a:pt x="34213" y="30371"/>
                  </a:lnTo>
                  <a:lnTo>
                    <a:pt x="31832" y="30126"/>
                  </a:lnTo>
                  <a:lnTo>
                    <a:pt x="27120" y="23425"/>
                  </a:lnTo>
                  <a:lnTo>
                    <a:pt x="19676" y="17758"/>
                  </a:lnTo>
                  <a:lnTo>
                    <a:pt x="8567" y="6524"/>
                  </a:lnTo>
                  <a:lnTo>
                    <a:pt x="0" y="0"/>
                  </a:lnTo>
                  <a:lnTo>
                    <a:pt x="141004" y="7126"/>
                  </a:lnTo>
                  <a:lnTo>
                    <a:pt x="143345" y="47248"/>
                  </a:lnTo>
                  <a:lnTo>
                    <a:pt x="149446" y="126061"/>
                  </a:lnTo>
                  <a:lnTo>
                    <a:pt x="192384" y="160855"/>
                  </a:lnTo>
                  <a:lnTo>
                    <a:pt x="211518" y="15372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h3396"/>
            <p:cNvSpPr/>
            <p:nvPr/>
          </p:nvSpPr>
          <p:spPr>
            <a:xfrm>
              <a:off x="5628560" y="2218078"/>
              <a:ext cx="1422" cy="1865"/>
            </a:xfrm>
            <a:custGeom>
              <a:avLst/>
              <a:pathLst>
                <a:path w="1422" h="1865">
                  <a:moveTo>
                    <a:pt x="507" y="0"/>
                  </a:moveTo>
                  <a:lnTo>
                    <a:pt x="1422" y="258"/>
                  </a:lnTo>
                  <a:lnTo>
                    <a:pt x="716" y="1865"/>
                  </a:lnTo>
                  <a:lnTo>
                    <a:pt x="0" y="7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h3397"/>
            <p:cNvSpPr/>
            <p:nvPr/>
          </p:nvSpPr>
          <p:spPr>
            <a:xfrm>
              <a:off x="8019080" y="3078508"/>
              <a:ext cx="208037" cy="156788"/>
            </a:xfrm>
            <a:custGeom>
              <a:avLst/>
              <a:pathLst>
                <a:path w="208037" h="156788">
                  <a:moveTo>
                    <a:pt x="174147" y="5592"/>
                  </a:moveTo>
                  <a:lnTo>
                    <a:pt x="176144" y="1306"/>
                  </a:lnTo>
                  <a:lnTo>
                    <a:pt x="179668" y="5317"/>
                  </a:lnTo>
                  <a:lnTo>
                    <a:pt x="177668" y="8076"/>
                  </a:lnTo>
                  <a:lnTo>
                    <a:pt x="184934" y="13834"/>
                  </a:lnTo>
                  <a:lnTo>
                    <a:pt x="187448" y="10340"/>
                  </a:lnTo>
                  <a:lnTo>
                    <a:pt x="193140" y="14083"/>
                  </a:lnTo>
                  <a:lnTo>
                    <a:pt x="191464" y="16829"/>
                  </a:lnTo>
                  <a:lnTo>
                    <a:pt x="191706" y="19189"/>
                  </a:lnTo>
                  <a:lnTo>
                    <a:pt x="197658" y="23926"/>
                  </a:lnTo>
                  <a:lnTo>
                    <a:pt x="200040" y="23536"/>
                  </a:lnTo>
                  <a:lnTo>
                    <a:pt x="203597" y="23707"/>
                  </a:lnTo>
                  <a:lnTo>
                    <a:pt x="202877" y="27989"/>
                  </a:lnTo>
                  <a:lnTo>
                    <a:pt x="201890" y="27997"/>
                  </a:lnTo>
                  <a:lnTo>
                    <a:pt x="201771" y="33024"/>
                  </a:lnTo>
                  <a:lnTo>
                    <a:pt x="205950" y="33098"/>
                  </a:lnTo>
                  <a:lnTo>
                    <a:pt x="208037" y="35059"/>
                  </a:lnTo>
                  <a:lnTo>
                    <a:pt x="207268" y="39050"/>
                  </a:lnTo>
                  <a:lnTo>
                    <a:pt x="204608" y="42728"/>
                  </a:lnTo>
                  <a:lnTo>
                    <a:pt x="196833" y="44591"/>
                  </a:lnTo>
                  <a:lnTo>
                    <a:pt x="195918" y="47990"/>
                  </a:lnTo>
                  <a:lnTo>
                    <a:pt x="190744" y="47453"/>
                  </a:lnTo>
                  <a:lnTo>
                    <a:pt x="186019" y="47987"/>
                  </a:lnTo>
                  <a:lnTo>
                    <a:pt x="185823" y="50539"/>
                  </a:lnTo>
                  <a:lnTo>
                    <a:pt x="187164" y="57131"/>
                  </a:lnTo>
                  <a:lnTo>
                    <a:pt x="184462" y="64372"/>
                  </a:lnTo>
                  <a:lnTo>
                    <a:pt x="184271" y="70906"/>
                  </a:lnTo>
                  <a:lnTo>
                    <a:pt x="182066" y="80208"/>
                  </a:lnTo>
                  <a:lnTo>
                    <a:pt x="185538" y="83018"/>
                  </a:lnTo>
                  <a:lnTo>
                    <a:pt x="186819" y="82981"/>
                  </a:lnTo>
                  <a:lnTo>
                    <a:pt x="186717" y="87302"/>
                  </a:lnTo>
                  <a:lnTo>
                    <a:pt x="185450" y="87164"/>
                  </a:lnTo>
                  <a:lnTo>
                    <a:pt x="184346" y="87041"/>
                  </a:lnTo>
                  <a:lnTo>
                    <a:pt x="184285" y="90538"/>
                  </a:lnTo>
                  <a:lnTo>
                    <a:pt x="177960" y="90299"/>
                  </a:lnTo>
                  <a:lnTo>
                    <a:pt x="178001" y="86416"/>
                  </a:lnTo>
                  <a:lnTo>
                    <a:pt x="174264" y="87487"/>
                  </a:lnTo>
                  <a:lnTo>
                    <a:pt x="172302" y="94955"/>
                  </a:lnTo>
                  <a:lnTo>
                    <a:pt x="170351" y="97880"/>
                  </a:lnTo>
                  <a:lnTo>
                    <a:pt x="166781" y="98209"/>
                  </a:lnTo>
                  <a:lnTo>
                    <a:pt x="163939" y="99756"/>
                  </a:lnTo>
                  <a:lnTo>
                    <a:pt x="164228" y="106225"/>
                  </a:lnTo>
                  <a:lnTo>
                    <a:pt x="154816" y="109360"/>
                  </a:lnTo>
                  <a:lnTo>
                    <a:pt x="154440" y="110620"/>
                  </a:lnTo>
                  <a:lnTo>
                    <a:pt x="156553" y="112721"/>
                  </a:lnTo>
                  <a:lnTo>
                    <a:pt x="156528" y="115500"/>
                  </a:lnTo>
                  <a:lnTo>
                    <a:pt x="158980" y="123603"/>
                  </a:lnTo>
                  <a:lnTo>
                    <a:pt x="151453" y="123631"/>
                  </a:lnTo>
                  <a:lnTo>
                    <a:pt x="148192" y="129161"/>
                  </a:lnTo>
                  <a:lnTo>
                    <a:pt x="142343" y="129016"/>
                  </a:lnTo>
                  <a:lnTo>
                    <a:pt x="134828" y="127609"/>
                  </a:lnTo>
                  <a:lnTo>
                    <a:pt x="133347" y="126007"/>
                  </a:lnTo>
                  <a:lnTo>
                    <a:pt x="127535" y="123447"/>
                  </a:lnTo>
                  <a:lnTo>
                    <a:pt x="125818" y="123686"/>
                  </a:lnTo>
                  <a:lnTo>
                    <a:pt x="123936" y="122032"/>
                  </a:lnTo>
                  <a:lnTo>
                    <a:pt x="123866" y="118812"/>
                  </a:lnTo>
                  <a:lnTo>
                    <a:pt x="115863" y="118873"/>
                  </a:lnTo>
                  <a:lnTo>
                    <a:pt x="115065" y="122851"/>
                  </a:lnTo>
                  <a:lnTo>
                    <a:pt x="112656" y="128296"/>
                  </a:lnTo>
                  <a:lnTo>
                    <a:pt x="112132" y="137783"/>
                  </a:lnTo>
                  <a:lnTo>
                    <a:pt x="113149" y="151986"/>
                  </a:lnTo>
                  <a:lnTo>
                    <a:pt x="111043" y="156788"/>
                  </a:lnTo>
                  <a:lnTo>
                    <a:pt x="106685" y="154372"/>
                  </a:lnTo>
                  <a:lnTo>
                    <a:pt x="97912" y="149529"/>
                  </a:lnTo>
                  <a:lnTo>
                    <a:pt x="100310" y="146112"/>
                  </a:lnTo>
                  <a:lnTo>
                    <a:pt x="95847" y="141983"/>
                  </a:lnTo>
                  <a:lnTo>
                    <a:pt x="95365" y="139987"/>
                  </a:lnTo>
                  <a:lnTo>
                    <a:pt x="107266" y="138158"/>
                  </a:lnTo>
                  <a:lnTo>
                    <a:pt x="107307" y="137365"/>
                  </a:lnTo>
                  <a:lnTo>
                    <a:pt x="98619" y="138634"/>
                  </a:lnTo>
                  <a:lnTo>
                    <a:pt x="95383" y="136918"/>
                  </a:lnTo>
                  <a:lnTo>
                    <a:pt x="94025" y="134004"/>
                  </a:lnTo>
                  <a:lnTo>
                    <a:pt x="97503" y="132794"/>
                  </a:lnTo>
                  <a:lnTo>
                    <a:pt x="97199" y="128489"/>
                  </a:lnTo>
                  <a:lnTo>
                    <a:pt x="93977" y="121590"/>
                  </a:lnTo>
                  <a:lnTo>
                    <a:pt x="96455" y="120810"/>
                  </a:lnTo>
                  <a:lnTo>
                    <a:pt x="96317" y="119515"/>
                  </a:lnTo>
                  <a:lnTo>
                    <a:pt x="93870" y="117017"/>
                  </a:lnTo>
                  <a:lnTo>
                    <a:pt x="91615" y="119141"/>
                  </a:lnTo>
                  <a:lnTo>
                    <a:pt x="93146" y="126692"/>
                  </a:lnTo>
                  <a:lnTo>
                    <a:pt x="91969" y="126890"/>
                  </a:lnTo>
                  <a:lnTo>
                    <a:pt x="90756" y="118622"/>
                  </a:lnTo>
                  <a:lnTo>
                    <a:pt x="87086" y="114959"/>
                  </a:lnTo>
                  <a:lnTo>
                    <a:pt x="83390" y="107486"/>
                  </a:lnTo>
                  <a:lnTo>
                    <a:pt x="82522" y="103310"/>
                  </a:lnTo>
                  <a:lnTo>
                    <a:pt x="83250" y="99588"/>
                  </a:lnTo>
                  <a:lnTo>
                    <a:pt x="80755" y="99096"/>
                  </a:lnTo>
                  <a:lnTo>
                    <a:pt x="74686" y="102837"/>
                  </a:lnTo>
                  <a:lnTo>
                    <a:pt x="73602" y="104695"/>
                  </a:lnTo>
                  <a:lnTo>
                    <a:pt x="70564" y="101092"/>
                  </a:lnTo>
                  <a:lnTo>
                    <a:pt x="73178" y="98918"/>
                  </a:lnTo>
                  <a:lnTo>
                    <a:pt x="75859" y="98870"/>
                  </a:lnTo>
                  <a:lnTo>
                    <a:pt x="78674" y="96359"/>
                  </a:lnTo>
                  <a:lnTo>
                    <a:pt x="79720" y="89475"/>
                  </a:lnTo>
                  <a:lnTo>
                    <a:pt x="81991" y="84733"/>
                  </a:lnTo>
                  <a:lnTo>
                    <a:pt x="87843" y="77750"/>
                  </a:lnTo>
                  <a:lnTo>
                    <a:pt x="83984" y="76158"/>
                  </a:lnTo>
                  <a:lnTo>
                    <a:pt x="75106" y="76324"/>
                  </a:lnTo>
                  <a:lnTo>
                    <a:pt x="74900" y="75228"/>
                  </a:lnTo>
                  <a:lnTo>
                    <a:pt x="75822" y="74462"/>
                  </a:lnTo>
                  <a:lnTo>
                    <a:pt x="77227" y="76052"/>
                  </a:lnTo>
                  <a:lnTo>
                    <a:pt x="78398" y="75918"/>
                  </a:lnTo>
                  <a:lnTo>
                    <a:pt x="78149" y="73886"/>
                  </a:lnTo>
                  <a:lnTo>
                    <a:pt x="72286" y="71132"/>
                  </a:lnTo>
                  <a:lnTo>
                    <a:pt x="66658" y="73305"/>
                  </a:lnTo>
                  <a:lnTo>
                    <a:pt x="64740" y="75527"/>
                  </a:lnTo>
                  <a:lnTo>
                    <a:pt x="60525" y="75882"/>
                  </a:lnTo>
                  <a:lnTo>
                    <a:pt x="49245" y="73297"/>
                  </a:lnTo>
                  <a:lnTo>
                    <a:pt x="49601" y="69363"/>
                  </a:lnTo>
                  <a:lnTo>
                    <a:pt x="46535" y="69005"/>
                  </a:lnTo>
                  <a:lnTo>
                    <a:pt x="41583" y="70845"/>
                  </a:lnTo>
                  <a:lnTo>
                    <a:pt x="38953" y="73222"/>
                  </a:lnTo>
                  <a:lnTo>
                    <a:pt x="33548" y="73441"/>
                  </a:lnTo>
                  <a:lnTo>
                    <a:pt x="32276" y="78264"/>
                  </a:lnTo>
                  <a:lnTo>
                    <a:pt x="34325" y="79695"/>
                  </a:lnTo>
                  <a:lnTo>
                    <a:pt x="38291" y="84924"/>
                  </a:lnTo>
                  <a:lnTo>
                    <a:pt x="21782" y="86190"/>
                  </a:lnTo>
                  <a:lnTo>
                    <a:pt x="20019" y="84944"/>
                  </a:lnTo>
                  <a:lnTo>
                    <a:pt x="18829" y="85977"/>
                  </a:lnTo>
                  <a:lnTo>
                    <a:pt x="15345" y="86653"/>
                  </a:lnTo>
                  <a:lnTo>
                    <a:pt x="8431" y="83343"/>
                  </a:lnTo>
                  <a:lnTo>
                    <a:pt x="6483" y="79607"/>
                  </a:lnTo>
                  <a:lnTo>
                    <a:pt x="6140" y="74091"/>
                  </a:lnTo>
                  <a:lnTo>
                    <a:pt x="2523" y="68668"/>
                  </a:lnTo>
                  <a:lnTo>
                    <a:pt x="0" y="62135"/>
                  </a:lnTo>
                  <a:lnTo>
                    <a:pt x="12955" y="58809"/>
                  </a:lnTo>
                  <a:lnTo>
                    <a:pt x="61119" y="51589"/>
                  </a:lnTo>
                  <a:lnTo>
                    <a:pt x="64302" y="52216"/>
                  </a:lnTo>
                  <a:lnTo>
                    <a:pt x="71133" y="59998"/>
                  </a:lnTo>
                  <a:lnTo>
                    <a:pt x="76816" y="61905"/>
                  </a:lnTo>
                  <a:lnTo>
                    <a:pt x="80502" y="59330"/>
                  </a:lnTo>
                  <a:lnTo>
                    <a:pt x="76955" y="56823"/>
                  </a:lnTo>
                  <a:lnTo>
                    <a:pt x="78218" y="55029"/>
                  </a:lnTo>
                  <a:lnTo>
                    <a:pt x="84177" y="54208"/>
                  </a:lnTo>
                  <a:lnTo>
                    <a:pt x="90325" y="52193"/>
                  </a:lnTo>
                  <a:lnTo>
                    <a:pt x="102832" y="44199"/>
                  </a:lnTo>
                  <a:lnTo>
                    <a:pt x="112691" y="39189"/>
                  </a:lnTo>
                  <a:lnTo>
                    <a:pt x="116319" y="38471"/>
                  </a:lnTo>
                  <a:lnTo>
                    <a:pt x="119621" y="36007"/>
                  </a:lnTo>
                  <a:lnTo>
                    <a:pt x="125522" y="29696"/>
                  </a:lnTo>
                  <a:lnTo>
                    <a:pt x="131996" y="21072"/>
                  </a:lnTo>
                  <a:lnTo>
                    <a:pt x="139590" y="15714"/>
                  </a:lnTo>
                  <a:lnTo>
                    <a:pt x="157040" y="5817"/>
                  </a:lnTo>
                  <a:lnTo>
                    <a:pt x="159734" y="5736"/>
                  </a:lnTo>
                  <a:lnTo>
                    <a:pt x="165537" y="583"/>
                  </a:lnTo>
                  <a:lnTo>
                    <a:pt x="16717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h3398"/>
            <p:cNvSpPr/>
            <p:nvPr/>
          </p:nvSpPr>
          <p:spPr>
            <a:xfrm>
              <a:off x="8051356" y="3147514"/>
              <a:ext cx="75030" cy="80523"/>
            </a:xfrm>
            <a:custGeom>
              <a:avLst/>
              <a:pathLst>
                <a:path w="75030" h="80523">
                  <a:moveTo>
                    <a:pt x="17324" y="357"/>
                  </a:moveTo>
                  <a:lnTo>
                    <a:pt x="16968" y="4291"/>
                  </a:lnTo>
                  <a:lnTo>
                    <a:pt x="28248" y="6876"/>
                  </a:lnTo>
                  <a:lnTo>
                    <a:pt x="32463" y="6521"/>
                  </a:lnTo>
                  <a:lnTo>
                    <a:pt x="34381" y="4299"/>
                  </a:lnTo>
                  <a:lnTo>
                    <a:pt x="40009" y="2126"/>
                  </a:lnTo>
                  <a:lnTo>
                    <a:pt x="45872" y="4880"/>
                  </a:lnTo>
                  <a:lnTo>
                    <a:pt x="46121" y="6912"/>
                  </a:lnTo>
                  <a:lnTo>
                    <a:pt x="44951" y="7046"/>
                  </a:lnTo>
                  <a:lnTo>
                    <a:pt x="43545" y="5456"/>
                  </a:lnTo>
                  <a:lnTo>
                    <a:pt x="42623" y="6222"/>
                  </a:lnTo>
                  <a:lnTo>
                    <a:pt x="42829" y="7318"/>
                  </a:lnTo>
                  <a:lnTo>
                    <a:pt x="51707" y="7152"/>
                  </a:lnTo>
                  <a:lnTo>
                    <a:pt x="55566" y="8744"/>
                  </a:lnTo>
                  <a:lnTo>
                    <a:pt x="49715" y="15727"/>
                  </a:lnTo>
                  <a:lnTo>
                    <a:pt x="47443" y="20469"/>
                  </a:lnTo>
                  <a:lnTo>
                    <a:pt x="46397" y="27353"/>
                  </a:lnTo>
                  <a:lnTo>
                    <a:pt x="43582" y="29864"/>
                  </a:lnTo>
                  <a:lnTo>
                    <a:pt x="40902" y="29912"/>
                  </a:lnTo>
                  <a:lnTo>
                    <a:pt x="38287" y="32086"/>
                  </a:lnTo>
                  <a:lnTo>
                    <a:pt x="41325" y="35689"/>
                  </a:lnTo>
                  <a:lnTo>
                    <a:pt x="42409" y="33831"/>
                  </a:lnTo>
                  <a:lnTo>
                    <a:pt x="48478" y="30090"/>
                  </a:lnTo>
                  <a:lnTo>
                    <a:pt x="50973" y="30582"/>
                  </a:lnTo>
                  <a:lnTo>
                    <a:pt x="50245" y="34304"/>
                  </a:lnTo>
                  <a:lnTo>
                    <a:pt x="51113" y="38480"/>
                  </a:lnTo>
                  <a:lnTo>
                    <a:pt x="54809" y="45953"/>
                  </a:lnTo>
                  <a:lnTo>
                    <a:pt x="58479" y="49616"/>
                  </a:lnTo>
                  <a:lnTo>
                    <a:pt x="59692" y="57884"/>
                  </a:lnTo>
                  <a:lnTo>
                    <a:pt x="60869" y="57686"/>
                  </a:lnTo>
                  <a:lnTo>
                    <a:pt x="59338" y="50135"/>
                  </a:lnTo>
                  <a:lnTo>
                    <a:pt x="61593" y="48011"/>
                  </a:lnTo>
                  <a:lnTo>
                    <a:pt x="64040" y="50509"/>
                  </a:lnTo>
                  <a:lnTo>
                    <a:pt x="64179" y="51804"/>
                  </a:lnTo>
                  <a:lnTo>
                    <a:pt x="61700" y="52584"/>
                  </a:lnTo>
                  <a:lnTo>
                    <a:pt x="64922" y="59483"/>
                  </a:lnTo>
                  <a:lnTo>
                    <a:pt x="65226" y="63788"/>
                  </a:lnTo>
                  <a:lnTo>
                    <a:pt x="61749" y="64998"/>
                  </a:lnTo>
                  <a:lnTo>
                    <a:pt x="63106" y="67912"/>
                  </a:lnTo>
                  <a:lnTo>
                    <a:pt x="66342" y="69628"/>
                  </a:lnTo>
                  <a:lnTo>
                    <a:pt x="75030" y="68359"/>
                  </a:lnTo>
                  <a:lnTo>
                    <a:pt x="74989" y="69152"/>
                  </a:lnTo>
                  <a:lnTo>
                    <a:pt x="63088" y="70981"/>
                  </a:lnTo>
                  <a:lnTo>
                    <a:pt x="63571" y="72977"/>
                  </a:lnTo>
                  <a:lnTo>
                    <a:pt x="68034" y="77106"/>
                  </a:lnTo>
                  <a:lnTo>
                    <a:pt x="65635" y="80523"/>
                  </a:lnTo>
                  <a:lnTo>
                    <a:pt x="61480" y="79742"/>
                  </a:lnTo>
                  <a:lnTo>
                    <a:pt x="57016" y="76345"/>
                  </a:lnTo>
                  <a:lnTo>
                    <a:pt x="49064" y="75497"/>
                  </a:lnTo>
                  <a:lnTo>
                    <a:pt x="44636" y="72003"/>
                  </a:lnTo>
                  <a:lnTo>
                    <a:pt x="40262" y="72567"/>
                  </a:lnTo>
                  <a:lnTo>
                    <a:pt x="36270" y="72085"/>
                  </a:lnTo>
                  <a:lnTo>
                    <a:pt x="29952" y="67700"/>
                  </a:lnTo>
                  <a:lnTo>
                    <a:pt x="26338" y="61977"/>
                  </a:lnTo>
                  <a:lnTo>
                    <a:pt x="23547" y="62143"/>
                  </a:lnTo>
                  <a:lnTo>
                    <a:pt x="21052" y="63960"/>
                  </a:lnTo>
                  <a:lnTo>
                    <a:pt x="17569" y="63052"/>
                  </a:lnTo>
                  <a:lnTo>
                    <a:pt x="15269" y="61332"/>
                  </a:lnTo>
                  <a:lnTo>
                    <a:pt x="10649" y="55488"/>
                  </a:lnTo>
                  <a:lnTo>
                    <a:pt x="10392" y="51126"/>
                  </a:lnTo>
                  <a:lnTo>
                    <a:pt x="11653" y="48175"/>
                  </a:lnTo>
                  <a:lnTo>
                    <a:pt x="7329" y="40797"/>
                  </a:lnTo>
                  <a:lnTo>
                    <a:pt x="7686" y="31514"/>
                  </a:lnTo>
                  <a:lnTo>
                    <a:pt x="6603" y="26724"/>
                  </a:lnTo>
                  <a:lnTo>
                    <a:pt x="6014" y="15918"/>
                  </a:lnTo>
                  <a:lnTo>
                    <a:pt x="2049" y="10689"/>
                  </a:lnTo>
                  <a:lnTo>
                    <a:pt x="0" y="9258"/>
                  </a:lnTo>
                  <a:lnTo>
                    <a:pt x="1271" y="4436"/>
                  </a:lnTo>
                  <a:lnTo>
                    <a:pt x="6677" y="4217"/>
                  </a:lnTo>
                  <a:lnTo>
                    <a:pt x="9306" y="1839"/>
                  </a:lnTo>
                  <a:lnTo>
                    <a:pt x="142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h3399"/>
            <p:cNvSpPr/>
            <p:nvPr/>
          </p:nvSpPr>
          <p:spPr>
            <a:xfrm>
              <a:off x="8294494" y="2896518"/>
              <a:ext cx="35045" cy="28354"/>
            </a:xfrm>
            <a:custGeom>
              <a:avLst/>
              <a:pathLst>
                <a:path w="35045" h="28354">
                  <a:moveTo>
                    <a:pt x="15185" y="270"/>
                  </a:moveTo>
                  <a:lnTo>
                    <a:pt x="17451" y="3172"/>
                  </a:lnTo>
                  <a:lnTo>
                    <a:pt x="23616" y="6883"/>
                  </a:lnTo>
                  <a:lnTo>
                    <a:pt x="30593" y="8934"/>
                  </a:lnTo>
                  <a:lnTo>
                    <a:pt x="30587" y="10139"/>
                  </a:lnTo>
                  <a:lnTo>
                    <a:pt x="34924" y="10044"/>
                  </a:lnTo>
                  <a:lnTo>
                    <a:pt x="35045" y="15528"/>
                  </a:lnTo>
                  <a:lnTo>
                    <a:pt x="34626" y="28266"/>
                  </a:lnTo>
                  <a:lnTo>
                    <a:pt x="28850" y="28354"/>
                  </a:lnTo>
                  <a:lnTo>
                    <a:pt x="30112" y="25217"/>
                  </a:lnTo>
                  <a:lnTo>
                    <a:pt x="20622" y="23570"/>
                  </a:lnTo>
                  <a:lnTo>
                    <a:pt x="23187" y="18306"/>
                  </a:lnTo>
                  <a:lnTo>
                    <a:pt x="23529" y="14303"/>
                  </a:lnTo>
                  <a:lnTo>
                    <a:pt x="20275" y="13936"/>
                  </a:lnTo>
                  <a:lnTo>
                    <a:pt x="17911" y="14892"/>
                  </a:lnTo>
                  <a:lnTo>
                    <a:pt x="16170" y="16622"/>
                  </a:lnTo>
                  <a:lnTo>
                    <a:pt x="16508" y="22465"/>
                  </a:lnTo>
                  <a:lnTo>
                    <a:pt x="13029" y="22375"/>
                  </a:lnTo>
                  <a:lnTo>
                    <a:pt x="9264" y="18109"/>
                  </a:lnTo>
                  <a:lnTo>
                    <a:pt x="6766" y="12171"/>
                  </a:lnTo>
                  <a:lnTo>
                    <a:pt x="3738" y="10839"/>
                  </a:lnTo>
                  <a:lnTo>
                    <a:pt x="0" y="10820"/>
                  </a:lnTo>
                  <a:lnTo>
                    <a:pt x="7" y="9351"/>
                  </a:lnTo>
                  <a:lnTo>
                    <a:pt x="43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h3400"/>
            <p:cNvSpPr/>
            <p:nvPr/>
          </p:nvSpPr>
          <p:spPr>
            <a:xfrm>
              <a:off x="8249661" y="2907339"/>
              <a:ext cx="79458" cy="44549"/>
            </a:xfrm>
            <a:custGeom>
              <a:avLst/>
              <a:pathLst>
                <a:path w="79458" h="44549">
                  <a:moveTo>
                    <a:pt x="44832" y="0"/>
                  </a:moveTo>
                  <a:lnTo>
                    <a:pt x="48570" y="18"/>
                  </a:lnTo>
                  <a:lnTo>
                    <a:pt x="51599" y="1350"/>
                  </a:lnTo>
                  <a:lnTo>
                    <a:pt x="54097" y="7288"/>
                  </a:lnTo>
                  <a:lnTo>
                    <a:pt x="57862" y="11554"/>
                  </a:lnTo>
                  <a:lnTo>
                    <a:pt x="61341" y="11645"/>
                  </a:lnTo>
                  <a:lnTo>
                    <a:pt x="61003" y="5801"/>
                  </a:lnTo>
                  <a:lnTo>
                    <a:pt x="62744" y="4072"/>
                  </a:lnTo>
                  <a:lnTo>
                    <a:pt x="65108" y="3116"/>
                  </a:lnTo>
                  <a:lnTo>
                    <a:pt x="68362" y="3482"/>
                  </a:lnTo>
                  <a:lnTo>
                    <a:pt x="68020" y="7485"/>
                  </a:lnTo>
                  <a:lnTo>
                    <a:pt x="65455" y="12749"/>
                  </a:lnTo>
                  <a:lnTo>
                    <a:pt x="74945" y="14396"/>
                  </a:lnTo>
                  <a:lnTo>
                    <a:pt x="73683" y="17533"/>
                  </a:lnTo>
                  <a:lnTo>
                    <a:pt x="79458" y="17446"/>
                  </a:lnTo>
                  <a:lnTo>
                    <a:pt x="78931" y="29556"/>
                  </a:lnTo>
                  <a:lnTo>
                    <a:pt x="74323" y="29552"/>
                  </a:lnTo>
                  <a:lnTo>
                    <a:pt x="74303" y="36535"/>
                  </a:lnTo>
                  <a:lnTo>
                    <a:pt x="75490" y="39830"/>
                  </a:lnTo>
                  <a:lnTo>
                    <a:pt x="75528" y="43128"/>
                  </a:lnTo>
                  <a:lnTo>
                    <a:pt x="63774" y="44549"/>
                  </a:lnTo>
                  <a:lnTo>
                    <a:pt x="62871" y="35919"/>
                  </a:lnTo>
                  <a:lnTo>
                    <a:pt x="51936" y="32787"/>
                  </a:lnTo>
                  <a:lnTo>
                    <a:pt x="48558" y="30085"/>
                  </a:lnTo>
                  <a:lnTo>
                    <a:pt x="43397" y="32248"/>
                  </a:lnTo>
                  <a:lnTo>
                    <a:pt x="42981" y="34213"/>
                  </a:lnTo>
                  <a:lnTo>
                    <a:pt x="40857" y="34032"/>
                  </a:lnTo>
                  <a:lnTo>
                    <a:pt x="40246" y="25752"/>
                  </a:lnTo>
                  <a:lnTo>
                    <a:pt x="29496" y="25763"/>
                  </a:lnTo>
                  <a:lnTo>
                    <a:pt x="16197" y="20755"/>
                  </a:lnTo>
                  <a:lnTo>
                    <a:pt x="7167" y="21856"/>
                  </a:lnTo>
                  <a:lnTo>
                    <a:pt x="7170" y="19757"/>
                  </a:lnTo>
                  <a:lnTo>
                    <a:pt x="966" y="20029"/>
                  </a:lnTo>
                  <a:lnTo>
                    <a:pt x="0" y="17782"/>
                  </a:lnTo>
                  <a:lnTo>
                    <a:pt x="721" y="16423"/>
                  </a:lnTo>
                  <a:lnTo>
                    <a:pt x="1073" y="11047"/>
                  </a:lnTo>
                  <a:lnTo>
                    <a:pt x="16466" y="4254"/>
                  </a:lnTo>
                  <a:lnTo>
                    <a:pt x="28757" y="3445"/>
                  </a:lnTo>
                  <a:lnTo>
                    <a:pt x="30219" y="1680"/>
                  </a:lnTo>
                  <a:lnTo>
                    <a:pt x="33045" y="444"/>
                  </a:lnTo>
                  <a:lnTo>
                    <a:pt x="34575" y="410"/>
                  </a:lnTo>
                  <a:lnTo>
                    <a:pt x="34361" y="6139"/>
                  </a:lnTo>
                  <a:lnTo>
                    <a:pt x="40963" y="6311"/>
                  </a:lnTo>
                  <a:lnTo>
                    <a:pt x="41595" y="2721"/>
                  </a:lnTo>
                  <a:lnTo>
                    <a:pt x="43309" y="42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h3401"/>
            <p:cNvSpPr/>
            <p:nvPr/>
          </p:nvSpPr>
          <p:spPr>
            <a:xfrm>
              <a:off x="8176120" y="2996226"/>
              <a:ext cx="155807" cy="136675"/>
            </a:xfrm>
            <a:custGeom>
              <a:avLst/>
              <a:pathLst>
                <a:path w="155807" h="136675">
                  <a:moveTo>
                    <a:pt x="77670" y="4429"/>
                  </a:moveTo>
                  <a:lnTo>
                    <a:pt x="78934" y="5116"/>
                  </a:lnTo>
                  <a:lnTo>
                    <a:pt x="85212" y="5241"/>
                  </a:lnTo>
                  <a:lnTo>
                    <a:pt x="85202" y="3903"/>
                  </a:lnTo>
                  <a:lnTo>
                    <a:pt x="87736" y="4188"/>
                  </a:lnTo>
                  <a:lnTo>
                    <a:pt x="85812" y="10748"/>
                  </a:lnTo>
                  <a:lnTo>
                    <a:pt x="88858" y="10462"/>
                  </a:lnTo>
                  <a:lnTo>
                    <a:pt x="93252" y="8092"/>
                  </a:lnTo>
                  <a:lnTo>
                    <a:pt x="91369" y="14889"/>
                  </a:lnTo>
                  <a:lnTo>
                    <a:pt x="92573" y="22367"/>
                  </a:lnTo>
                  <a:lnTo>
                    <a:pt x="96985" y="24798"/>
                  </a:lnTo>
                  <a:lnTo>
                    <a:pt x="100469" y="23419"/>
                  </a:lnTo>
                  <a:lnTo>
                    <a:pt x="101903" y="21792"/>
                  </a:lnTo>
                  <a:lnTo>
                    <a:pt x="100989" y="18972"/>
                  </a:lnTo>
                  <a:lnTo>
                    <a:pt x="98099" y="19668"/>
                  </a:lnTo>
                  <a:lnTo>
                    <a:pt x="97764" y="18043"/>
                  </a:lnTo>
                  <a:lnTo>
                    <a:pt x="100182" y="16222"/>
                  </a:lnTo>
                  <a:lnTo>
                    <a:pt x="103916" y="19285"/>
                  </a:lnTo>
                  <a:lnTo>
                    <a:pt x="105514" y="38486"/>
                  </a:lnTo>
                  <a:lnTo>
                    <a:pt x="106958" y="44270"/>
                  </a:lnTo>
                  <a:lnTo>
                    <a:pt x="108415" y="45223"/>
                  </a:lnTo>
                  <a:lnTo>
                    <a:pt x="114096" y="44715"/>
                  </a:lnTo>
                  <a:lnTo>
                    <a:pt x="114931" y="43559"/>
                  </a:lnTo>
                  <a:lnTo>
                    <a:pt x="119014" y="43936"/>
                  </a:lnTo>
                  <a:lnTo>
                    <a:pt x="120054" y="48247"/>
                  </a:lnTo>
                  <a:lnTo>
                    <a:pt x="122623" y="48514"/>
                  </a:lnTo>
                  <a:lnTo>
                    <a:pt x="121270" y="44270"/>
                  </a:lnTo>
                  <a:lnTo>
                    <a:pt x="126475" y="45508"/>
                  </a:lnTo>
                  <a:lnTo>
                    <a:pt x="128180" y="27610"/>
                  </a:lnTo>
                  <a:lnTo>
                    <a:pt x="154655" y="26193"/>
                  </a:lnTo>
                  <a:lnTo>
                    <a:pt x="154955" y="35946"/>
                  </a:lnTo>
                  <a:lnTo>
                    <a:pt x="154681" y="46449"/>
                  </a:lnTo>
                  <a:lnTo>
                    <a:pt x="155807" y="71073"/>
                  </a:lnTo>
                  <a:lnTo>
                    <a:pt x="145919" y="68643"/>
                  </a:lnTo>
                  <a:lnTo>
                    <a:pt x="147595" y="72440"/>
                  </a:lnTo>
                  <a:lnTo>
                    <a:pt x="127355" y="70740"/>
                  </a:lnTo>
                  <a:lnTo>
                    <a:pt x="127682" y="74989"/>
                  </a:lnTo>
                  <a:lnTo>
                    <a:pt x="127076" y="77508"/>
                  </a:lnTo>
                  <a:lnTo>
                    <a:pt x="127418" y="79654"/>
                  </a:lnTo>
                  <a:lnTo>
                    <a:pt x="122268" y="84331"/>
                  </a:lnTo>
                  <a:lnTo>
                    <a:pt x="121589" y="91826"/>
                  </a:lnTo>
                  <a:lnTo>
                    <a:pt x="111858" y="92510"/>
                  </a:lnTo>
                  <a:lnTo>
                    <a:pt x="111607" y="105663"/>
                  </a:lnTo>
                  <a:lnTo>
                    <a:pt x="92367" y="105666"/>
                  </a:lnTo>
                  <a:lnTo>
                    <a:pt x="93121" y="136343"/>
                  </a:lnTo>
                  <a:lnTo>
                    <a:pt x="85596" y="136675"/>
                  </a:lnTo>
                  <a:lnTo>
                    <a:pt x="87395" y="122945"/>
                  </a:lnTo>
                  <a:lnTo>
                    <a:pt x="69179" y="120952"/>
                  </a:lnTo>
                  <a:lnTo>
                    <a:pt x="58277" y="116713"/>
                  </a:lnTo>
                  <a:lnTo>
                    <a:pt x="59096" y="101956"/>
                  </a:lnTo>
                  <a:lnTo>
                    <a:pt x="57641" y="101550"/>
                  </a:lnTo>
                  <a:lnTo>
                    <a:pt x="53426" y="105853"/>
                  </a:lnTo>
                  <a:lnTo>
                    <a:pt x="49247" y="101541"/>
                  </a:lnTo>
                  <a:lnTo>
                    <a:pt x="46010" y="100346"/>
                  </a:lnTo>
                  <a:lnTo>
                    <a:pt x="43091" y="102012"/>
                  </a:lnTo>
                  <a:lnTo>
                    <a:pt x="43000" y="105818"/>
                  </a:lnTo>
                  <a:lnTo>
                    <a:pt x="40617" y="106208"/>
                  </a:lnTo>
                  <a:lnTo>
                    <a:pt x="34665" y="101471"/>
                  </a:lnTo>
                  <a:lnTo>
                    <a:pt x="34423" y="99111"/>
                  </a:lnTo>
                  <a:lnTo>
                    <a:pt x="36099" y="96364"/>
                  </a:lnTo>
                  <a:lnTo>
                    <a:pt x="30407" y="92622"/>
                  </a:lnTo>
                  <a:lnTo>
                    <a:pt x="27894" y="96115"/>
                  </a:lnTo>
                  <a:lnTo>
                    <a:pt x="20627" y="90358"/>
                  </a:lnTo>
                  <a:lnTo>
                    <a:pt x="22627" y="87599"/>
                  </a:lnTo>
                  <a:lnTo>
                    <a:pt x="19103" y="83588"/>
                  </a:lnTo>
                  <a:lnTo>
                    <a:pt x="17106" y="87874"/>
                  </a:lnTo>
                  <a:lnTo>
                    <a:pt x="10138" y="82281"/>
                  </a:lnTo>
                  <a:lnTo>
                    <a:pt x="8496" y="82865"/>
                  </a:lnTo>
                  <a:lnTo>
                    <a:pt x="2694" y="88018"/>
                  </a:lnTo>
                  <a:lnTo>
                    <a:pt x="0" y="88099"/>
                  </a:lnTo>
                  <a:lnTo>
                    <a:pt x="7849" y="82502"/>
                  </a:lnTo>
                  <a:lnTo>
                    <a:pt x="8593" y="80833"/>
                  </a:lnTo>
                  <a:lnTo>
                    <a:pt x="12174" y="77438"/>
                  </a:lnTo>
                  <a:lnTo>
                    <a:pt x="32538" y="61486"/>
                  </a:lnTo>
                  <a:lnTo>
                    <a:pt x="48982" y="44065"/>
                  </a:lnTo>
                  <a:lnTo>
                    <a:pt x="53713" y="35907"/>
                  </a:lnTo>
                  <a:lnTo>
                    <a:pt x="52968" y="30402"/>
                  </a:lnTo>
                  <a:lnTo>
                    <a:pt x="54403" y="25244"/>
                  </a:lnTo>
                  <a:lnTo>
                    <a:pt x="54584" y="17316"/>
                  </a:lnTo>
                  <a:lnTo>
                    <a:pt x="56950" y="18103"/>
                  </a:lnTo>
                  <a:lnTo>
                    <a:pt x="62838" y="18338"/>
                  </a:lnTo>
                  <a:lnTo>
                    <a:pt x="67061" y="16534"/>
                  </a:lnTo>
                  <a:lnTo>
                    <a:pt x="68141" y="9840"/>
                  </a:lnTo>
                  <a:lnTo>
                    <a:pt x="70517" y="2953"/>
                  </a:lnTo>
                  <a:lnTo>
                    <a:pt x="72418" y="1509"/>
                  </a:lnTo>
                  <a:lnTo>
                    <a:pt x="7728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h3402"/>
            <p:cNvSpPr/>
            <p:nvPr/>
          </p:nvSpPr>
          <p:spPr>
            <a:xfrm>
              <a:off x="8167272" y="3140680"/>
              <a:ext cx="138401" cy="96179"/>
            </a:xfrm>
            <a:custGeom>
              <a:avLst/>
              <a:pathLst>
                <a:path w="138401" h="96179">
                  <a:moveTo>
                    <a:pt x="107352" y="5089"/>
                  </a:moveTo>
                  <a:lnTo>
                    <a:pt x="111537" y="40596"/>
                  </a:lnTo>
                  <a:lnTo>
                    <a:pt x="129505" y="38939"/>
                  </a:lnTo>
                  <a:lnTo>
                    <a:pt x="129926" y="43160"/>
                  </a:lnTo>
                  <a:lnTo>
                    <a:pt x="134207" y="42747"/>
                  </a:lnTo>
                  <a:lnTo>
                    <a:pt x="135722" y="42605"/>
                  </a:lnTo>
                  <a:lnTo>
                    <a:pt x="136535" y="50718"/>
                  </a:lnTo>
                  <a:lnTo>
                    <a:pt x="138401" y="88726"/>
                  </a:lnTo>
                  <a:lnTo>
                    <a:pt x="45208" y="96179"/>
                  </a:lnTo>
                  <a:lnTo>
                    <a:pt x="43685" y="76899"/>
                  </a:lnTo>
                  <a:lnTo>
                    <a:pt x="27083" y="78059"/>
                  </a:lnTo>
                  <a:lnTo>
                    <a:pt x="23889" y="76748"/>
                  </a:lnTo>
                  <a:lnTo>
                    <a:pt x="14632" y="77311"/>
                  </a:lnTo>
                  <a:lnTo>
                    <a:pt x="11816" y="76098"/>
                  </a:lnTo>
                  <a:lnTo>
                    <a:pt x="9922" y="73302"/>
                  </a:lnTo>
                  <a:lnTo>
                    <a:pt x="0" y="66989"/>
                  </a:lnTo>
                  <a:lnTo>
                    <a:pt x="3260" y="61459"/>
                  </a:lnTo>
                  <a:lnTo>
                    <a:pt x="10787" y="61431"/>
                  </a:lnTo>
                  <a:lnTo>
                    <a:pt x="8335" y="53328"/>
                  </a:lnTo>
                  <a:lnTo>
                    <a:pt x="8361" y="50549"/>
                  </a:lnTo>
                  <a:lnTo>
                    <a:pt x="6247" y="48448"/>
                  </a:lnTo>
                  <a:lnTo>
                    <a:pt x="6624" y="47188"/>
                  </a:lnTo>
                  <a:lnTo>
                    <a:pt x="16036" y="44053"/>
                  </a:lnTo>
                  <a:lnTo>
                    <a:pt x="15746" y="37584"/>
                  </a:lnTo>
                  <a:lnTo>
                    <a:pt x="18588" y="36037"/>
                  </a:lnTo>
                  <a:lnTo>
                    <a:pt x="22159" y="35708"/>
                  </a:lnTo>
                  <a:lnTo>
                    <a:pt x="24110" y="32783"/>
                  </a:lnTo>
                  <a:lnTo>
                    <a:pt x="26071" y="25315"/>
                  </a:lnTo>
                  <a:lnTo>
                    <a:pt x="29809" y="24244"/>
                  </a:lnTo>
                  <a:lnTo>
                    <a:pt x="29767" y="28127"/>
                  </a:lnTo>
                  <a:lnTo>
                    <a:pt x="36093" y="28365"/>
                  </a:lnTo>
                  <a:lnTo>
                    <a:pt x="36154" y="24869"/>
                  </a:lnTo>
                  <a:lnTo>
                    <a:pt x="37257" y="24992"/>
                  </a:lnTo>
                  <a:lnTo>
                    <a:pt x="37533" y="26618"/>
                  </a:lnTo>
                  <a:lnTo>
                    <a:pt x="40810" y="29679"/>
                  </a:lnTo>
                  <a:lnTo>
                    <a:pt x="44530" y="29709"/>
                  </a:lnTo>
                  <a:lnTo>
                    <a:pt x="45721" y="27343"/>
                  </a:lnTo>
                  <a:lnTo>
                    <a:pt x="48684" y="28443"/>
                  </a:lnTo>
                  <a:lnTo>
                    <a:pt x="47643" y="31933"/>
                  </a:lnTo>
                  <a:lnTo>
                    <a:pt x="46529" y="31523"/>
                  </a:lnTo>
                  <a:lnTo>
                    <a:pt x="45830" y="35140"/>
                  </a:lnTo>
                  <a:lnTo>
                    <a:pt x="51927" y="34710"/>
                  </a:lnTo>
                  <a:lnTo>
                    <a:pt x="52134" y="31357"/>
                  </a:lnTo>
                  <a:lnTo>
                    <a:pt x="61362" y="30765"/>
                  </a:lnTo>
                  <a:lnTo>
                    <a:pt x="61345" y="35971"/>
                  </a:lnTo>
                  <a:lnTo>
                    <a:pt x="65810" y="36155"/>
                  </a:lnTo>
                  <a:lnTo>
                    <a:pt x="66083" y="25557"/>
                  </a:lnTo>
                  <a:lnTo>
                    <a:pt x="75645" y="24866"/>
                  </a:lnTo>
                  <a:lnTo>
                    <a:pt x="74242" y="7101"/>
                  </a:lnTo>
                  <a:lnTo>
                    <a:pt x="88107" y="5824"/>
                  </a:lnTo>
                  <a:lnTo>
                    <a:pt x="87978" y="2761"/>
                  </a:lnTo>
                  <a:lnTo>
                    <a:pt x="90854" y="2652"/>
                  </a:lnTo>
                  <a:lnTo>
                    <a:pt x="90697" y="7067"/>
                  </a:lnTo>
                  <a:lnTo>
                    <a:pt x="100961" y="6057"/>
                  </a:lnTo>
                  <a:lnTo>
                    <a:pt x="100880" y="582"/>
                  </a:lnTo>
                  <a:lnTo>
                    <a:pt x="1074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h3403"/>
            <p:cNvSpPr/>
            <p:nvPr/>
          </p:nvSpPr>
          <p:spPr>
            <a:xfrm>
              <a:off x="8228245" y="2984386"/>
              <a:ext cx="20293" cy="30178"/>
            </a:xfrm>
            <a:custGeom>
              <a:avLst/>
              <a:pathLst>
                <a:path w="20293" h="30178">
                  <a:moveTo>
                    <a:pt x="10801" y="4704"/>
                  </a:moveTo>
                  <a:lnTo>
                    <a:pt x="16181" y="4989"/>
                  </a:lnTo>
                  <a:lnTo>
                    <a:pt x="18491" y="6845"/>
                  </a:lnTo>
                  <a:lnTo>
                    <a:pt x="20293" y="13349"/>
                  </a:lnTo>
                  <a:lnTo>
                    <a:pt x="18393" y="14793"/>
                  </a:lnTo>
                  <a:lnTo>
                    <a:pt x="16017" y="21680"/>
                  </a:lnTo>
                  <a:lnTo>
                    <a:pt x="14937" y="28374"/>
                  </a:lnTo>
                  <a:lnTo>
                    <a:pt x="10714" y="30178"/>
                  </a:lnTo>
                  <a:lnTo>
                    <a:pt x="4826" y="29943"/>
                  </a:lnTo>
                  <a:lnTo>
                    <a:pt x="2460" y="29156"/>
                  </a:lnTo>
                  <a:lnTo>
                    <a:pt x="1460" y="27269"/>
                  </a:lnTo>
                  <a:lnTo>
                    <a:pt x="1352" y="20174"/>
                  </a:lnTo>
                  <a:lnTo>
                    <a:pt x="2994" y="15597"/>
                  </a:lnTo>
                  <a:lnTo>
                    <a:pt x="3310" y="11739"/>
                  </a:lnTo>
                  <a:lnTo>
                    <a:pt x="560" y="8899"/>
                  </a:lnTo>
                  <a:lnTo>
                    <a:pt x="0" y="6860"/>
                  </a:lnTo>
                  <a:lnTo>
                    <a:pt x="4429" y="0"/>
                  </a:lnTo>
                  <a:lnTo>
                    <a:pt x="9308" y="168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h3404"/>
            <p:cNvSpPr/>
            <p:nvPr/>
          </p:nvSpPr>
          <p:spPr>
            <a:xfrm>
              <a:off x="8232674" y="2949478"/>
              <a:ext cx="104323" cy="95263"/>
            </a:xfrm>
            <a:custGeom>
              <a:avLst/>
              <a:pathLst>
                <a:path w="104323" h="95263">
                  <a:moveTo>
                    <a:pt x="44222" y="8380"/>
                  </a:moveTo>
                  <a:lnTo>
                    <a:pt x="47219" y="8659"/>
                  </a:lnTo>
                  <a:lnTo>
                    <a:pt x="48991" y="8003"/>
                  </a:lnTo>
                  <a:lnTo>
                    <a:pt x="51386" y="5745"/>
                  </a:lnTo>
                  <a:lnTo>
                    <a:pt x="51986" y="9521"/>
                  </a:lnTo>
                  <a:lnTo>
                    <a:pt x="50038" y="13230"/>
                  </a:lnTo>
                  <a:lnTo>
                    <a:pt x="52504" y="14552"/>
                  </a:lnTo>
                  <a:lnTo>
                    <a:pt x="55502" y="13644"/>
                  </a:lnTo>
                  <a:lnTo>
                    <a:pt x="59228" y="16534"/>
                  </a:lnTo>
                  <a:lnTo>
                    <a:pt x="56185" y="19972"/>
                  </a:lnTo>
                  <a:lnTo>
                    <a:pt x="56643" y="20180"/>
                  </a:lnTo>
                  <a:lnTo>
                    <a:pt x="59301" y="20112"/>
                  </a:lnTo>
                  <a:lnTo>
                    <a:pt x="63696" y="18314"/>
                  </a:lnTo>
                  <a:lnTo>
                    <a:pt x="68484" y="18029"/>
                  </a:lnTo>
                  <a:lnTo>
                    <a:pt x="73989" y="19540"/>
                  </a:lnTo>
                  <a:lnTo>
                    <a:pt x="75751" y="19645"/>
                  </a:lnTo>
                  <a:lnTo>
                    <a:pt x="78450" y="21364"/>
                  </a:lnTo>
                  <a:lnTo>
                    <a:pt x="72773" y="34559"/>
                  </a:lnTo>
                  <a:lnTo>
                    <a:pt x="79203" y="35586"/>
                  </a:lnTo>
                  <a:lnTo>
                    <a:pt x="81786" y="32610"/>
                  </a:lnTo>
                  <a:lnTo>
                    <a:pt x="85523" y="34587"/>
                  </a:lnTo>
                  <a:lnTo>
                    <a:pt x="85404" y="38449"/>
                  </a:lnTo>
                  <a:lnTo>
                    <a:pt x="83974" y="43587"/>
                  </a:lnTo>
                  <a:lnTo>
                    <a:pt x="86571" y="50414"/>
                  </a:lnTo>
                  <a:lnTo>
                    <a:pt x="91137" y="51657"/>
                  </a:lnTo>
                  <a:lnTo>
                    <a:pt x="90572" y="55517"/>
                  </a:lnTo>
                  <a:lnTo>
                    <a:pt x="87122" y="56312"/>
                  </a:lnTo>
                  <a:lnTo>
                    <a:pt x="86920" y="61594"/>
                  </a:lnTo>
                  <a:lnTo>
                    <a:pt x="90378" y="66242"/>
                  </a:lnTo>
                  <a:lnTo>
                    <a:pt x="95829" y="68522"/>
                  </a:lnTo>
                  <a:lnTo>
                    <a:pt x="103128" y="67101"/>
                  </a:lnTo>
                  <a:lnTo>
                    <a:pt x="104323" y="82446"/>
                  </a:lnTo>
                  <a:lnTo>
                    <a:pt x="98402" y="82695"/>
                  </a:lnTo>
                  <a:lnTo>
                    <a:pt x="98101" y="72941"/>
                  </a:lnTo>
                  <a:lnTo>
                    <a:pt x="71627" y="74358"/>
                  </a:lnTo>
                  <a:lnTo>
                    <a:pt x="69921" y="92257"/>
                  </a:lnTo>
                  <a:lnTo>
                    <a:pt x="64717" y="91018"/>
                  </a:lnTo>
                  <a:lnTo>
                    <a:pt x="66069" y="95263"/>
                  </a:lnTo>
                  <a:lnTo>
                    <a:pt x="63500" y="94995"/>
                  </a:lnTo>
                  <a:lnTo>
                    <a:pt x="62460" y="90685"/>
                  </a:lnTo>
                  <a:lnTo>
                    <a:pt x="58377" y="90308"/>
                  </a:lnTo>
                  <a:lnTo>
                    <a:pt x="57542" y="91464"/>
                  </a:lnTo>
                  <a:lnTo>
                    <a:pt x="51861" y="91972"/>
                  </a:lnTo>
                  <a:lnTo>
                    <a:pt x="50404" y="91019"/>
                  </a:lnTo>
                  <a:lnTo>
                    <a:pt x="48961" y="85235"/>
                  </a:lnTo>
                  <a:lnTo>
                    <a:pt x="47363" y="66033"/>
                  </a:lnTo>
                  <a:lnTo>
                    <a:pt x="43629" y="62970"/>
                  </a:lnTo>
                  <a:lnTo>
                    <a:pt x="41210" y="64792"/>
                  </a:lnTo>
                  <a:lnTo>
                    <a:pt x="41545" y="66416"/>
                  </a:lnTo>
                  <a:lnTo>
                    <a:pt x="44435" y="65721"/>
                  </a:lnTo>
                  <a:lnTo>
                    <a:pt x="45349" y="68541"/>
                  </a:lnTo>
                  <a:lnTo>
                    <a:pt x="43915" y="70168"/>
                  </a:lnTo>
                  <a:lnTo>
                    <a:pt x="40432" y="71546"/>
                  </a:lnTo>
                  <a:lnTo>
                    <a:pt x="36020" y="69115"/>
                  </a:lnTo>
                  <a:lnTo>
                    <a:pt x="34815" y="61638"/>
                  </a:lnTo>
                  <a:lnTo>
                    <a:pt x="36698" y="54840"/>
                  </a:lnTo>
                  <a:lnTo>
                    <a:pt x="32304" y="57210"/>
                  </a:lnTo>
                  <a:lnTo>
                    <a:pt x="29259" y="57496"/>
                  </a:lnTo>
                  <a:lnTo>
                    <a:pt x="31182" y="50937"/>
                  </a:lnTo>
                  <a:lnTo>
                    <a:pt x="28648" y="50651"/>
                  </a:lnTo>
                  <a:lnTo>
                    <a:pt x="28658" y="51989"/>
                  </a:lnTo>
                  <a:lnTo>
                    <a:pt x="22380" y="51864"/>
                  </a:lnTo>
                  <a:lnTo>
                    <a:pt x="21116" y="51178"/>
                  </a:lnTo>
                  <a:lnTo>
                    <a:pt x="20731" y="46748"/>
                  </a:lnTo>
                  <a:lnTo>
                    <a:pt x="15864" y="48258"/>
                  </a:lnTo>
                  <a:lnTo>
                    <a:pt x="14062" y="41754"/>
                  </a:lnTo>
                  <a:lnTo>
                    <a:pt x="11752" y="39898"/>
                  </a:lnTo>
                  <a:lnTo>
                    <a:pt x="6372" y="39613"/>
                  </a:lnTo>
                  <a:lnTo>
                    <a:pt x="4879" y="36591"/>
                  </a:lnTo>
                  <a:lnTo>
                    <a:pt x="0" y="34908"/>
                  </a:lnTo>
                  <a:lnTo>
                    <a:pt x="633" y="29736"/>
                  </a:lnTo>
                  <a:lnTo>
                    <a:pt x="4983" y="24817"/>
                  </a:lnTo>
                  <a:lnTo>
                    <a:pt x="18551" y="13842"/>
                  </a:lnTo>
                  <a:lnTo>
                    <a:pt x="25009" y="1393"/>
                  </a:lnTo>
                  <a:lnTo>
                    <a:pt x="32277" y="1697"/>
                  </a:lnTo>
                  <a:lnTo>
                    <a:pt x="32297" y="368"/>
                  </a:lnTo>
                  <a:lnTo>
                    <a:pt x="33310" y="0"/>
                  </a:lnTo>
                  <a:lnTo>
                    <a:pt x="36977" y="365"/>
                  </a:lnTo>
                  <a:lnTo>
                    <a:pt x="42246" y="27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h3405"/>
            <p:cNvSpPr/>
            <p:nvPr/>
          </p:nvSpPr>
          <p:spPr>
            <a:xfrm>
              <a:off x="8068726" y="2933876"/>
              <a:ext cx="287" cy="106"/>
            </a:xfrm>
            <a:custGeom>
              <a:avLst/>
              <a:pathLst>
                <a:path w="287" h="106">
                  <a:moveTo>
                    <a:pt x="0" y="43"/>
                  </a:moveTo>
                  <a:lnTo>
                    <a:pt x="151" y="0"/>
                  </a:lnTo>
                  <a:lnTo>
                    <a:pt x="287" y="10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h3406"/>
            <p:cNvSpPr/>
            <p:nvPr/>
          </p:nvSpPr>
          <p:spPr>
            <a:xfrm>
              <a:off x="8066213" y="293323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h3407"/>
            <p:cNvSpPr/>
            <p:nvPr/>
          </p:nvSpPr>
          <p:spPr>
            <a:xfrm>
              <a:off x="8068017" y="2932815"/>
              <a:ext cx="201" cy="500"/>
            </a:xfrm>
            <a:custGeom>
              <a:avLst/>
              <a:pathLst>
                <a:path w="201" h="500">
                  <a:moveTo>
                    <a:pt x="201" y="429"/>
                  </a:moveTo>
                  <a:lnTo>
                    <a:pt x="0" y="50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h3408"/>
            <p:cNvSpPr/>
            <p:nvPr/>
          </p:nvSpPr>
          <p:spPr>
            <a:xfrm>
              <a:off x="8305448" y="2912047"/>
              <a:ext cx="125416" cy="168047"/>
            </a:xfrm>
            <a:custGeom>
              <a:avLst/>
              <a:pathLst>
                <a:path w="125416" h="168047">
                  <a:moveTo>
                    <a:pt x="29227" y="572"/>
                  </a:moveTo>
                  <a:lnTo>
                    <a:pt x="29591" y="5370"/>
                  </a:lnTo>
                  <a:lnTo>
                    <a:pt x="31009" y="9031"/>
                  </a:lnTo>
                  <a:lnTo>
                    <a:pt x="36141" y="2920"/>
                  </a:lnTo>
                  <a:lnTo>
                    <a:pt x="56667" y="24986"/>
                  </a:lnTo>
                  <a:lnTo>
                    <a:pt x="56608" y="32878"/>
                  </a:lnTo>
                  <a:lnTo>
                    <a:pt x="57695" y="35043"/>
                  </a:lnTo>
                  <a:lnTo>
                    <a:pt x="59017" y="35016"/>
                  </a:lnTo>
                  <a:lnTo>
                    <a:pt x="59454" y="41040"/>
                  </a:lnTo>
                  <a:lnTo>
                    <a:pt x="68224" y="53294"/>
                  </a:lnTo>
                  <a:lnTo>
                    <a:pt x="74430" y="53323"/>
                  </a:lnTo>
                  <a:lnTo>
                    <a:pt x="74378" y="57353"/>
                  </a:lnTo>
                  <a:lnTo>
                    <a:pt x="72812" y="57282"/>
                  </a:lnTo>
                  <a:lnTo>
                    <a:pt x="74956" y="61200"/>
                  </a:lnTo>
                  <a:lnTo>
                    <a:pt x="76185" y="62527"/>
                  </a:lnTo>
                  <a:lnTo>
                    <a:pt x="78704" y="62544"/>
                  </a:lnTo>
                  <a:lnTo>
                    <a:pt x="83678" y="68557"/>
                  </a:lnTo>
                  <a:lnTo>
                    <a:pt x="99169" y="80122"/>
                  </a:lnTo>
                  <a:lnTo>
                    <a:pt x="119235" y="95102"/>
                  </a:lnTo>
                  <a:lnTo>
                    <a:pt x="121513" y="120890"/>
                  </a:lnTo>
                  <a:lnTo>
                    <a:pt x="122615" y="133107"/>
                  </a:lnTo>
                  <a:lnTo>
                    <a:pt x="124007" y="133086"/>
                  </a:lnTo>
                  <a:lnTo>
                    <a:pt x="124216" y="151168"/>
                  </a:lnTo>
                  <a:lnTo>
                    <a:pt x="125416" y="166583"/>
                  </a:lnTo>
                  <a:lnTo>
                    <a:pt x="115468" y="168047"/>
                  </a:lnTo>
                  <a:lnTo>
                    <a:pt x="113959" y="161053"/>
                  </a:lnTo>
                  <a:lnTo>
                    <a:pt x="113922" y="157174"/>
                  </a:lnTo>
                  <a:lnTo>
                    <a:pt x="83653" y="160410"/>
                  </a:lnTo>
                  <a:lnTo>
                    <a:pt x="80932" y="134236"/>
                  </a:lnTo>
                  <a:lnTo>
                    <a:pt x="68999" y="134041"/>
                  </a:lnTo>
                  <a:lnTo>
                    <a:pt x="68616" y="147518"/>
                  </a:lnTo>
                  <a:lnTo>
                    <a:pt x="45657" y="148858"/>
                  </a:lnTo>
                  <a:lnTo>
                    <a:pt x="45369" y="153230"/>
                  </a:lnTo>
                  <a:lnTo>
                    <a:pt x="26503" y="155763"/>
                  </a:lnTo>
                  <a:lnTo>
                    <a:pt x="26479" y="155252"/>
                  </a:lnTo>
                  <a:lnTo>
                    <a:pt x="25354" y="130628"/>
                  </a:lnTo>
                  <a:lnTo>
                    <a:pt x="25628" y="120126"/>
                  </a:lnTo>
                  <a:lnTo>
                    <a:pt x="31550" y="119876"/>
                  </a:lnTo>
                  <a:lnTo>
                    <a:pt x="30354" y="104532"/>
                  </a:lnTo>
                  <a:lnTo>
                    <a:pt x="23055" y="105952"/>
                  </a:lnTo>
                  <a:lnTo>
                    <a:pt x="17604" y="103673"/>
                  </a:lnTo>
                  <a:lnTo>
                    <a:pt x="14146" y="99025"/>
                  </a:lnTo>
                  <a:lnTo>
                    <a:pt x="14348" y="93743"/>
                  </a:lnTo>
                  <a:lnTo>
                    <a:pt x="17798" y="92948"/>
                  </a:lnTo>
                  <a:lnTo>
                    <a:pt x="18364" y="89088"/>
                  </a:lnTo>
                  <a:lnTo>
                    <a:pt x="13797" y="87845"/>
                  </a:lnTo>
                  <a:lnTo>
                    <a:pt x="11200" y="81017"/>
                  </a:lnTo>
                  <a:lnTo>
                    <a:pt x="12631" y="75880"/>
                  </a:lnTo>
                  <a:lnTo>
                    <a:pt x="12750" y="72017"/>
                  </a:lnTo>
                  <a:lnTo>
                    <a:pt x="9012" y="70041"/>
                  </a:lnTo>
                  <a:lnTo>
                    <a:pt x="6429" y="73017"/>
                  </a:lnTo>
                  <a:lnTo>
                    <a:pt x="0" y="71990"/>
                  </a:lnTo>
                  <a:lnTo>
                    <a:pt x="5677" y="58795"/>
                  </a:lnTo>
                  <a:lnTo>
                    <a:pt x="2977" y="57076"/>
                  </a:lnTo>
                  <a:lnTo>
                    <a:pt x="1216" y="56971"/>
                  </a:lnTo>
                  <a:lnTo>
                    <a:pt x="2186" y="52791"/>
                  </a:lnTo>
                  <a:lnTo>
                    <a:pt x="6162" y="53880"/>
                  </a:lnTo>
                  <a:lnTo>
                    <a:pt x="6950" y="57004"/>
                  </a:lnTo>
                  <a:lnTo>
                    <a:pt x="9431" y="57060"/>
                  </a:lnTo>
                  <a:lnTo>
                    <a:pt x="9136" y="48665"/>
                  </a:lnTo>
                  <a:lnTo>
                    <a:pt x="8282" y="49965"/>
                  </a:lnTo>
                  <a:lnTo>
                    <a:pt x="4324" y="49624"/>
                  </a:lnTo>
                  <a:lnTo>
                    <a:pt x="3678" y="42041"/>
                  </a:lnTo>
                  <a:lnTo>
                    <a:pt x="9077" y="43273"/>
                  </a:lnTo>
                  <a:lnTo>
                    <a:pt x="7988" y="39841"/>
                  </a:lnTo>
                  <a:lnTo>
                    <a:pt x="19742" y="38420"/>
                  </a:lnTo>
                  <a:lnTo>
                    <a:pt x="19704" y="35122"/>
                  </a:lnTo>
                  <a:lnTo>
                    <a:pt x="18517" y="31827"/>
                  </a:lnTo>
                  <a:lnTo>
                    <a:pt x="18537" y="24844"/>
                  </a:lnTo>
                  <a:lnTo>
                    <a:pt x="23145" y="24848"/>
                  </a:lnTo>
                  <a:lnTo>
                    <a:pt x="23672" y="12738"/>
                  </a:lnTo>
                  <a:lnTo>
                    <a:pt x="2409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h3409"/>
            <p:cNvSpPr/>
            <p:nvPr/>
          </p:nvSpPr>
          <p:spPr>
            <a:xfrm>
              <a:off x="8247291" y="2901096"/>
              <a:ext cx="298" cy="231"/>
            </a:xfrm>
            <a:custGeom>
              <a:avLst/>
              <a:pathLst>
                <a:path w="298" h="231">
                  <a:moveTo>
                    <a:pt x="298" y="38"/>
                  </a:moveTo>
                  <a:lnTo>
                    <a:pt x="208" y="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h3410"/>
            <p:cNvSpPr/>
            <p:nvPr/>
          </p:nvSpPr>
          <p:spPr>
            <a:xfrm>
              <a:off x="8245234" y="2834040"/>
              <a:ext cx="84117" cy="84346"/>
            </a:xfrm>
            <a:custGeom>
              <a:avLst/>
              <a:pathLst>
                <a:path w="84117" h="84346">
                  <a:moveTo>
                    <a:pt x="12178" y="13222"/>
                  </a:moveTo>
                  <a:lnTo>
                    <a:pt x="13624" y="38317"/>
                  </a:lnTo>
                  <a:lnTo>
                    <a:pt x="19245" y="38108"/>
                  </a:lnTo>
                  <a:lnTo>
                    <a:pt x="20103" y="39667"/>
                  </a:lnTo>
                  <a:lnTo>
                    <a:pt x="33124" y="38305"/>
                  </a:lnTo>
                  <a:lnTo>
                    <a:pt x="34060" y="41437"/>
                  </a:lnTo>
                  <a:lnTo>
                    <a:pt x="33298" y="47906"/>
                  </a:lnTo>
                  <a:lnTo>
                    <a:pt x="50193" y="52456"/>
                  </a:lnTo>
                  <a:lnTo>
                    <a:pt x="54352" y="52114"/>
                  </a:lnTo>
                  <a:lnTo>
                    <a:pt x="59557" y="44856"/>
                  </a:lnTo>
                  <a:lnTo>
                    <a:pt x="61438" y="43391"/>
                  </a:lnTo>
                  <a:lnTo>
                    <a:pt x="75306" y="58299"/>
                  </a:lnTo>
                  <a:lnTo>
                    <a:pt x="84117" y="67771"/>
                  </a:lnTo>
                  <a:lnTo>
                    <a:pt x="79869" y="68072"/>
                  </a:lnTo>
                  <a:lnTo>
                    <a:pt x="79853" y="71412"/>
                  </a:lnTo>
                  <a:lnTo>
                    <a:pt x="72876" y="69361"/>
                  </a:lnTo>
                  <a:lnTo>
                    <a:pt x="66711" y="65651"/>
                  </a:lnTo>
                  <a:lnTo>
                    <a:pt x="64445" y="62748"/>
                  </a:lnTo>
                  <a:lnTo>
                    <a:pt x="53590" y="62478"/>
                  </a:lnTo>
                  <a:lnTo>
                    <a:pt x="49267" y="71829"/>
                  </a:lnTo>
                  <a:lnTo>
                    <a:pt x="49259" y="73298"/>
                  </a:lnTo>
                  <a:lnTo>
                    <a:pt x="47736" y="73722"/>
                  </a:lnTo>
                  <a:lnTo>
                    <a:pt x="46022" y="76020"/>
                  </a:lnTo>
                  <a:lnTo>
                    <a:pt x="45389" y="79610"/>
                  </a:lnTo>
                  <a:lnTo>
                    <a:pt x="38788" y="79438"/>
                  </a:lnTo>
                  <a:lnTo>
                    <a:pt x="39002" y="73709"/>
                  </a:lnTo>
                  <a:lnTo>
                    <a:pt x="37472" y="73743"/>
                  </a:lnTo>
                  <a:lnTo>
                    <a:pt x="34646" y="74979"/>
                  </a:lnTo>
                  <a:lnTo>
                    <a:pt x="33184" y="76744"/>
                  </a:lnTo>
                  <a:lnTo>
                    <a:pt x="20892" y="77553"/>
                  </a:lnTo>
                  <a:lnTo>
                    <a:pt x="5500" y="84346"/>
                  </a:lnTo>
                  <a:lnTo>
                    <a:pt x="4688" y="83286"/>
                  </a:lnTo>
                  <a:lnTo>
                    <a:pt x="3376" y="70047"/>
                  </a:lnTo>
                  <a:lnTo>
                    <a:pt x="3577" y="62747"/>
                  </a:lnTo>
                  <a:lnTo>
                    <a:pt x="259" y="50383"/>
                  </a:lnTo>
                  <a:lnTo>
                    <a:pt x="0" y="47028"/>
                  </a:lnTo>
                  <a:lnTo>
                    <a:pt x="5298" y="27762"/>
                  </a:lnTo>
                  <a:lnTo>
                    <a:pt x="4848" y="17693"/>
                  </a:lnTo>
                  <a:lnTo>
                    <a:pt x="8798" y="10630"/>
                  </a:lnTo>
                  <a:lnTo>
                    <a:pt x="8804" y="9674"/>
                  </a:lnTo>
                  <a:lnTo>
                    <a:pt x="7861" y="9230"/>
                  </a:lnTo>
                  <a:lnTo>
                    <a:pt x="7299" y="5617"/>
                  </a:lnTo>
                  <a:lnTo>
                    <a:pt x="8342" y="454"/>
                  </a:lnTo>
                  <a:lnTo>
                    <a:pt x="11416" y="0"/>
                  </a:lnTo>
                  <a:lnTo>
                    <a:pt x="12161" y="1293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h3411"/>
            <p:cNvSpPr/>
            <p:nvPr/>
          </p:nvSpPr>
          <p:spPr>
            <a:xfrm>
              <a:off x="8246927" y="2860447"/>
              <a:ext cx="1386" cy="7155"/>
            </a:xfrm>
            <a:custGeom>
              <a:avLst/>
              <a:pathLst>
                <a:path w="1386" h="7155">
                  <a:moveTo>
                    <a:pt x="0" y="4632"/>
                  </a:moveTo>
                  <a:lnTo>
                    <a:pt x="691" y="0"/>
                  </a:lnTo>
                  <a:lnTo>
                    <a:pt x="1386" y="1108"/>
                  </a:lnTo>
                  <a:lnTo>
                    <a:pt x="932" y="4136"/>
                  </a:lnTo>
                  <a:lnTo>
                    <a:pt x="1112" y="715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h3412"/>
            <p:cNvSpPr/>
            <p:nvPr/>
          </p:nvSpPr>
          <p:spPr>
            <a:xfrm>
              <a:off x="8247587" y="2859744"/>
              <a:ext cx="1063" cy="1887"/>
            </a:xfrm>
            <a:custGeom>
              <a:avLst/>
              <a:pathLst>
                <a:path w="1063" h="1887">
                  <a:moveTo>
                    <a:pt x="1063" y="1887"/>
                  </a:moveTo>
                  <a:lnTo>
                    <a:pt x="0" y="0"/>
                  </a:lnTo>
                  <a:lnTo>
                    <a:pt x="997" y="30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h3413"/>
            <p:cNvSpPr/>
            <p:nvPr/>
          </p:nvSpPr>
          <p:spPr>
            <a:xfrm>
              <a:off x="8247731" y="2855023"/>
              <a:ext cx="1769" cy="4900"/>
            </a:xfrm>
            <a:custGeom>
              <a:avLst/>
              <a:pathLst>
                <a:path w="1769" h="4900">
                  <a:moveTo>
                    <a:pt x="817" y="0"/>
                  </a:moveTo>
                  <a:lnTo>
                    <a:pt x="1692" y="1429"/>
                  </a:lnTo>
                  <a:lnTo>
                    <a:pt x="1769" y="490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h3414"/>
            <p:cNvSpPr/>
            <p:nvPr/>
          </p:nvSpPr>
          <p:spPr>
            <a:xfrm>
              <a:off x="8301230" y="3046088"/>
              <a:ext cx="141728" cy="183318"/>
            </a:xfrm>
            <a:custGeom>
              <a:avLst/>
              <a:pathLst>
                <a:path w="141728" h="183318">
                  <a:moveTo>
                    <a:pt x="85149" y="195"/>
                  </a:moveTo>
                  <a:lnTo>
                    <a:pt x="87870" y="26369"/>
                  </a:lnTo>
                  <a:lnTo>
                    <a:pt x="118139" y="23133"/>
                  </a:lnTo>
                  <a:lnTo>
                    <a:pt x="118176" y="27012"/>
                  </a:lnTo>
                  <a:lnTo>
                    <a:pt x="119685" y="34005"/>
                  </a:lnTo>
                  <a:lnTo>
                    <a:pt x="129633" y="32542"/>
                  </a:lnTo>
                  <a:lnTo>
                    <a:pt x="131585" y="48372"/>
                  </a:lnTo>
                  <a:lnTo>
                    <a:pt x="130859" y="51099"/>
                  </a:lnTo>
                  <a:lnTo>
                    <a:pt x="134439" y="88324"/>
                  </a:lnTo>
                  <a:lnTo>
                    <a:pt x="137535" y="88103"/>
                  </a:lnTo>
                  <a:lnTo>
                    <a:pt x="138830" y="96532"/>
                  </a:lnTo>
                  <a:lnTo>
                    <a:pt x="136711" y="96763"/>
                  </a:lnTo>
                  <a:lnTo>
                    <a:pt x="138528" y="108757"/>
                  </a:lnTo>
                  <a:lnTo>
                    <a:pt x="136111" y="108953"/>
                  </a:lnTo>
                  <a:lnTo>
                    <a:pt x="136162" y="118481"/>
                  </a:lnTo>
                  <a:lnTo>
                    <a:pt x="138028" y="117939"/>
                  </a:lnTo>
                  <a:lnTo>
                    <a:pt x="138926" y="128197"/>
                  </a:lnTo>
                  <a:lnTo>
                    <a:pt x="131784" y="128995"/>
                  </a:lnTo>
                  <a:lnTo>
                    <a:pt x="132224" y="137053"/>
                  </a:lnTo>
                  <a:lnTo>
                    <a:pt x="139507" y="136510"/>
                  </a:lnTo>
                  <a:lnTo>
                    <a:pt x="139752" y="139754"/>
                  </a:lnTo>
                  <a:lnTo>
                    <a:pt x="137926" y="145090"/>
                  </a:lnTo>
                  <a:lnTo>
                    <a:pt x="132417" y="145245"/>
                  </a:lnTo>
                  <a:lnTo>
                    <a:pt x="132665" y="148976"/>
                  </a:lnTo>
                  <a:lnTo>
                    <a:pt x="133310" y="154007"/>
                  </a:lnTo>
                  <a:lnTo>
                    <a:pt x="140047" y="153468"/>
                  </a:lnTo>
                  <a:lnTo>
                    <a:pt x="140231" y="155214"/>
                  </a:lnTo>
                  <a:lnTo>
                    <a:pt x="141728" y="171537"/>
                  </a:lnTo>
                  <a:lnTo>
                    <a:pt x="4443" y="183318"/>
                  </a:lnTo>
                  <a:lnTo>
                    <a:pt x="2577" y="145310"/>
                  </a:lnTo>
                  <a:lnTo>
                    <a:pt x="1764" y="137197"/>
                  </a:lnTo>
                  <a:lnTo>
                    <a:pt x="249" y="137339"/>
                  </a:lnTo>
                  <a:lnTo>
                    <a:pt x="0" y="133862"/>
                  </a:lnTo>
                  <a:lnTo>
                    <a:pt x="20779" y="131437"/>
                  </a:lnTo>
                  <a:lnTo>
                    <a:pt x="20997" y="127289"/>
                  </a:lnTo>
                  <a:lnTo>
                    <a:pt x="19681" y="106085"/>
                  </a:lnTo>
                  <a:lnTo>
                    <a:pt x="16974" y="106230"/>
                  </a:lnTo>
                  <a:lnTo>
                    <a:pt x="17098" y="96088"/>
                  </a:lnTo>
                  <a:lnTo>
                    <a:pt x="9595" y="97162"/>
                  </a:lnTo>
                  <a:lnTo>
                    <a:pt x="7157" y="95922"/>
                  </a:lnTo>
                  <a:lnTo>
                    <a:pt x="6026" y="91502"/>
                  </a:lnTo>
                  <a:lnTo>
                    <a:pt x="5592" y="85215"/>
                  </a:lnTo>
                  <a:lnTo>
                    <a:pt x="1944" y="85424"/>
                  </a:lnTo>
                  <a:lnTo>
                    <a:pt x="817" y="81420"/>
                  </a:lnTo>
                  <a:lnTo>
                    <a:pt x="1492" y="74765"/>
                  </a:lnTo>
                  <a:lnTo>
                    <a:pt x="4090" y="70725"/>
                  </a:lnTo>
                  <a:lnTo>
                    <a:pt x="8247" y="70791"/>
                  </a:lnTo>
                  <a:lnTo>
                    <a:pt x="8327" y="67649"/>
                  </a:lnTo>
                  <a:lnTo>
                    <a:pt x="5197" y="67628"/>
                  </a:lnTo>
                  <a:lnTo>
                    <a:pt x="5190" y="62702"/>
                  </a:lnTo>
                  <a:lnTo>
                    <a:pt x="10182" y="62772"/>
                  </a:lnTo>
                  <a:lnTo>
                    <a:pt x="10149" y="64118"/>
                  </a:lnTo>
                  <a:lnTo>
                    <a:pt x="16986" y="64295"/>
                  </a:lnTo>
                  <a:lnTo>
                    <a:pt x="18004" y="31206"/>
                  </a:lnTo>
                  <a:lnTo>
                    <a:pt x="14443" y="26872"/>
                  </a:lnTo>
                  <a:lnTo>
                    <a:pt x="1966" y="27647"/>
                  </a:lnTo>
                  <a:lnTo>
                    <a:pt x="2572" y="25127"/>
                  </a:lnTo>
                  <a:lnTo>
                    <a:pt x="2245" y="20878"/>
                  </a:lnTo>
                  <a:lnTo>
                    <a:pt x="22485" y="22578"/>
                  </a:lnTo>
                  <a:lnTo>
                    <a:pt x="20809" y="18781"/>
                  </a:lnTo>
                  <a:lnTo>
                    <a:pt x="30697" y="21211"/>
                  </a:lnTo>
                  <a:lnTo>
                    <a:pt x="30720" y="21722"/>
                  </a:lnTo>
                  <a:lnTo>
                    <a:pt x="49586" y="19189"/>
                  </a:lnTo>
                  <a:lnTo>
                    <a:pt x="49874" y="14817"/>
                  </a:lnTo>
                  <a:lnTo>
                    <a:pt x="72833" y="13477"/>
                  </a:lnTo>
                  <a:lnTo>
                    <a:pt x="7321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h3415"/>
            <p:cNvSpPr/>
            <p:nvPr/>
          </p:nvSpPr>
          <p:spPr>
            <a:xfrm>
              <a:off x="8201146" y="3072961"/>
              <a:ext cx="121082" cy="110879"/>
            </a:xfrm>
            <a:custGeom>
              <a:avLst/>
              <a:pathLst>
                <a:path w="121082" h="110879">
                  <a:moveTo>
                    <a:pt x="118089" y="4333"/>
                  </a:moveTo>
                  <a:lnTo>
                    <a:pt x="117071" y="37422"/>
                  </a:lnTo>
                  <a:lnTo>
                    <a:pt x="110234" y="37245"/>
                  </a:lnTo>
                  <a:lnTo>
                    <a:pt x="110267" y="35899"/>
                  </a:lnTo>
                  <a:lnTo>
                    <a:pt x="105275" y="35829"/>
                  </a:lnTo>
                  <a:lnTo>
                    <a:pt x="105282" y="40755"/>
                  </a:lnTo>
                  <a:lnTo>
                    <a:pt x="108412" y="40777"/>
                  </a:lnTo>
                  <a:lnTo>
                    <a:pt x="108332" y="43918"/>
                  </a:lnTo>
                  <a:lnTo>
                    <a:pt x="104175" y="43852"/>
                  </a:lnTo>
                  <a:lnTo>
                    <a:pt x="101577" y="47892"/>
                  </a:lnTo>
                  <a:lnTo>
                    <a:pt x="100902" y="54548"/>
                  </a:lnTo>
                  <a:lnTo>
                    <a:pt x="102029" y="58551"/>
                  </a:lnTo>
                  <a:lnTo>
                    <a:pt x="105677" y="58342"/>
                  </a:lnTo>
                  <a:lnTo>
                    <a:pt x="106111" y="64629"/>
                  </a:lnTo>
                  <a:lnTo>
                    <a:pt x="107242" y="69049"/>
                  </a:lnTo>
                  <a:lnTo>
                    <a:pt x="109679" y="70289"/>
                  </a:lnTo>
                  <a:lnTo>
                    <a:pt x="117183" y="69215"/>
                  </a:lnTo>
                  <a:lnTo>
                    <a:pt x="117059" y="79357"/>
                  </a:lnTo>
                  <a:lnTo>
                    <a:pt x="119766" y="79212"/>
                  </a:lnTo>
                  <a:lnTo>
                    <a:pt x="121082" y="100416"/>
                  </a:lnTo>
                  <a:lnTo>
                    <a:pt x="120864" y="104564"/>
                  </a:lnTo>
                  <a:lnTo>
                    <a:pt x="100084" y="106989"/>
                  </a:lnTo>
                  <a:lnTo>
                    <a:pt x="100334" y="110466"/>
                  </a:lnTo>
                  <a:lnTo>
                    <a:pt x="96053" y="110879"/>
                  </a:lnTo>
                  <a:lnTo>
                    <a:pt x="95631" y="106658"/>
                  </a:lnTo>
                  <a:lnTo>
                    <a:pt x="77664" y="108315"/>
                  </a:lnTo>
                  <a:lnTo>
                    <a:pt x="73478" y="72808"/>
                  </a:lnTo>
                  <a:lnTo>
                    <a:pt x="73553" y="67719"/>
                  </a:lnTo>
                  <a:lnTo>
                    <a:pt x="67006" y="68301"/>
                  </a:lnTo>
                  <a:lnTo>
                    <a:pt x="67087" y="73776"/>
                  </a:lnTo>
                  <a:lnTo>
                    <a:pt x="56823" y="74787"/>
                  </a:lnTo>
                  <a:lnTo>
                    <a:pt x="56980" y="70372"/>
                  </a:lnTo>
                  <a:lnTo>
                    <a:pt x="54105" y="70480"/>
                  </a:lnTo>
                  <a:lnTo>
                    <a:pt x="54234" y="73544"/>
                  </a:lnTo>
                  <a:lnTo>
                    <a:pt x="40369" y="74821"/>
                  </a:lnTo>
                  <a:lnTo>
                    <a:pt x="41771" y="92586"/>
                  </a:lnTo>
                  <a:lnTo>
                    <a:pt x="32210" y="93276"/>
                  </a:lnTo>
                  <a:lnTo>
                    <a:pt x="31937" y="103875"/>
                  </a:lnTo>
                  <a:lnTo>
                    <a:pt x="27471" y="103690"/>
                  </a:lnTo>
                  <a:lnTo>
                    <a:pt x="27489" y="98484"/>
                  </a:lnTo>
                  <a:lnTo>
                    <a:pt x="18260" y="99076"/>
                  </a:lnTo>
                  <a:lnTo>
                    <a:pt x="18053" y="102429"/>
                  </a:lnTo>
                  <a:lnTo>
                    <a:pt x="11956" y="102859"/>
                  </a:lnTo>
                  <a:lnTo>
                    <a:pt x="12656" y="99242"/>
                  </a:lnTo>
                  <a:lnTo>
                    <a:pt x="13769" y="99653"/>
                  </a:lnTo>
                  <a:lnTo>
                    <a:pt x="14811" y="96162"/>
                  </a:lnTo>
                  <a:lnTo>
                    <a:pt x="11847" y="95062"/>
                  </a:lnTo>
                  <a:lnTo>
                    <a:pt x="10657" y="97429"/>
                  </a:lnTo>
                  <a:lnTo>
                    <a:pt x="6937" y="97398"/>
                  </a:lnTo>
                  <a:lnTo>
                    <a:pt x="3660" y="94337"/>
                  </a:lnTo>
                  <a:lnTo>
                    <a:pt x="3384" y="92711"/>
                  </a:lnTo>
                  <a:lnTo>
                    <a:pt x="4651" y="92850"/>
                  </a:lnTo>
                  <a:lnTo>
                    <a:pt x="4753" y="88528"/>
                  </a:lnTo>
                  <a:lnTo>
                    <a:pt x="3472" y="88566"/>
                  </a:lnTo>
                  <a:lnTo>
                    <a:pt x="0" y="85755"/>
                  </a:lnTo>
                  <a:lnTo>
                    <a:pt x="2205" y="76453"/>
                  </a:lnTo>
                  <a:lnTo>
                    <a:pt x="2396" y="69919"/>
                  </a:lnTo>
                  <a:lnTo>
                    <a:pt x="5098" y="62678"/>
                  </a:lnTo>
                  <a:lnTo>
                    <a:pt x="3757" y="56086"/>
                  </a:lnTo>
                  <a:lnTo>
                    <a:pt x="3953" y="53535"/>
                  </a:lnTo>
                  <a:lnTo>
                    <a:pt x="8678" y="53000"/>
                  </a:lnTo>
                  <a:lnTo>
                    <a:pt x="13852" y="53537"/>
                  </a:lnTo>
                  <a:lnTo>
                    <a:pt x="14767" y="50138"/>
                  </a:lnTo>
                  <a:lnTo>
                    <a:pt x="22542" y="48275"/>
                  </a:lnTo>
                  <a:lnTo>
                    <a:pt x="25202" y="44597"/>
                  </a:lnTo>
                  <a:lnTo>
                    <a:pt x="25971" y="40606"/>
                  </a:lnTo>
                  <a:lnTo>
                    <a:pt x="23884" y="38646"/>
                  </a:lnTo>
                  <a:lnTo>
                    <a:pt x="19705" y="38571"/>
                  </a:lnTo>
                  <a:lnTo>
                    <a:pt x="19824" y="33545"/>
                  </a:lnTo>
                  <a:lnTo>
                    <a:pt x="20811" y="33537"/>
                  </a:lnTo>
                  <a:lnTo>
                    <a:pt x="21531" y="29255"/>
                  </a:lnTo>
                  <a:lnTo>
                    <a:pt x="17974" y="29083"/>
                  </a:lnTo>
                  <a:lnTo>
                    <a:pt x="18066" y="25277"/>
                  </a:lnTo>
                  <a:lnTo>
                    <a:pt x="20985" y="23611"/>
                  </a:lnTo>
                  <a:lnTo>
                    <a:pt x="24222" y="24806"/>
                  </a:lnTo>
                  <a:lnTo>
                    <a:pt x="28401" y="29119"/>
                  </a:lnTo>
                  <a:lnTo>
                    <a:pt x="32616" y="24815"/>
                  </a:lnTo>
                  <a:lnTo>
                    <a:pt x="34071" y="25221"/>
                  </a:lnTo>
                  <a:lnTo>
                    <a:pt x="33252" y="39978"/>
                  </a:lnTo>
                  <a:lnTo>
                    <a:pt x="44154" y="44218"/>
                  </a:lnTo>
                  <a:lnTo>
                    <a:pt x="62370" y="46210"/>
                  </a:lnTo>
                  <a:lnTo>
                    <a:pt x="60571" y="59941"/>
                  </a:lnTo>
                  <a:lnTo>
                    <a:pt x="68096" y="59609"/>
                  </a:lnTo>
                  <a:lnTo>
                    <a:pt x="67341" y="28931"/>
                  </a:lnTo>
                  <a:lnTo>
                    <a:pt x="86582" y="28928"/>
                  </a:lnTo>
                  <a:lnTo>
                    <a:pt x="86832" y="15775"/>
                  </a:lnTo>
                  <a:lnTo>
                    <a:pt x="96564" y="15092"/>
                  </a:lnTo>
                  <a:lnTo>
                    <a:pt x="97242" y="7597"/>
                  </a:lnTo>
                  <a:lnTo>
                    <a:pt x="102393" y="2919"/>
                  </a:lnTo>
                  <a:lnTo>
                    <a:pt x="102051" y="774"/>
                  </a:lnTo>
                  <a:lnTo>
                    <a:pt x="11452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h3416"/>
            <p:cNvSpPr/>
            <p:nvPr/>
          </p:nvSpPr>
          <p:spPr>
            <a:xfrm>
              <a:off x="8250628" y="2927096"/>
              <a:ext cx="64251" cy="42561"/>
            </a:xfrm>
            <a:custGeom>
              <a:avLst/>
              <a:pathLst>
                <a:path w="64251" h="42561">
                  <a:moveTo>
                    <a:pt x="15230" y="997"/>
                  </a:moveTo>
                  <a:lnTo>
                    <a:pt x="28530" y="6006"/>
                  </a:lnTo>
                  <a:lnTo>
                    <a:pt x="39280" y="5995"/>
                  </a:lnTo>
                  <a:lnTo>
                    <a:pt x="39891" y="14275"/>
                  </a:lnTo>
                  <a:lnTo>
                    <a:pt x="42014" y="14455"/>
                  </a:lnTo>
                  <a:lnTo>
                    <a:pt x="42431" y="12491"/>
                  </a:lnTo>
                  <a:lnTo>
                    <a:pt x="47592" y="10327"/>
                  </a:lnTo>
                  <a:lnTo>
                    <a:pt x="50970" y="13030"/>
                  </a:lnTo>
                  <a:lnTo>
                    <a:pt x="61905" y="16162"/>
                  </a:lnTo>
                  <a:lnTo>
                    <a:pt x="62807" y="24792"/>
                  </a:lnTo>
                  <a:lnTo>
                    <a:pt x="63897" y="28224"/>
                  </a:lnTo>
                  <a:lnTo>
                    <a:pt x="58498" y="26992"/>
                  </a:lnTo>
                  <a:lnTo>
                    <a:pt x="59144" y="34574"/>
                  </a:lnTo>
                  <a:lnTo>
                    <a:pt x="63102" y="34916"/>
                  </a:lnTo>
                  <a:lnTo>
                    <a:pt x="63956" y="33615"/>
                  </a:lnTo>
                  <a:lnTo>
                    <a:pt x="64251" y="42011"/>
                  </a:lnTo>
                  <a:lnTo>
                    <a:pt x="61770" y="41955"/>
                  </a:lnTo>
                  <a:lnTo>
                    <a:pt x="60982" y="38830"/>
                  </a:lnTo>
                  <a:lnTo>
                    <a:pt x="57006" y="37741"/>
                  </a:lnTo>
                  <a:lnTo>
                    <a:pt x="56036" y="41922"/>
                  </a:lnTo>
                  <a:lnTo>
                    <a:pt x="50530" y="40410"/>
                  </a:lnTo>
                  <a:lnTo>
                    <a:pt x="45742" y="40695"/>
                  </a:lnTo>
                  <a:lnTo>
                    <a:pt x="41347" y="42494"/>
                  </a:lnTo>
                  <a:lnTo>
                    <a:pt x="38689" y="42561"/>
                  </a:lnTo>
                  <a:lnTo>
                    <a:pt x="38231" y="42354"/>
                  </a:lnTo>
                  <a:lnTo>
                    <a:pt x="41274" y="38915"/>
                  </a:lnTo>
                  <a:lnTo>
                    <a:pt x="37549" y="36026"/>
                  </a:lnTo>
                  <a:lnTo>
                    <a:pt x="34551" y="36934"/>
                  </a:lnTo>
                  <a:lnTo>
                    <a:pt x="32084" y="35612"/>
                  </a:lnTo>
                  <a:lnTo>
                    <a:pt x="34033" y="31903"/>
                  </a:lnTo>
                  <a:lnTo>
                    <a:pt x="33432" y="28127"/>
                  </a:lnTo>
                  <a:lnTo>
                    <a:pt x="31037" y="30384"/>
                  </a:lnTo>
                  <a:lnTo>
                    <a:pt x="29266" y="31040"/>
                  </a:lnTo>
                  <a:lnTo>
                    <a:pt x="26268" y="30762"/>
                  </a:lnTo>
                  <a:lnTo>
                    <a:pt x="24293" y="25120"/>
                  </a:lnTo>
                  <a:lnTo>
                    <a:pt x="19024" y="22746"/>
                  </a:lnTo>
                  <a:lnTo>
                    <a:pt x="15356" y="22381"/>
                  </a:lnTo>
                  <a:lnTo>
                    <a:pt x="14343" y="22749"/>
                  </a:lnTo>
                  <a:lnTo>
                    <a:pt x="14323" y="24079"/>
                  </a:lnTo>
                  <a:lnTo>
                    <a:pt x="7056" y="23774"/>
                  </a:lnTo>
                  <a:lnTo>
                    <a:pt x="4050" y="20705"/>
                  </a:lnTo>
                  <a:lnTo>
                    <a:pt x="3786" y="19309"/>
                  </a:lnTo>
                  <a:lnTo>
                    <a:pt x="4788" y="18336"/>
                  </a:lnTo>
                  <a:lnTo>
                    <a:pt x="4574" y="17648"/>
                  </a:lnTo>
                  <a:lnTo>
                    <a:pt x="562" y="10940"/>
                  </a:lnTo>
                  <a:lnTo>
                    <a:pt x="1548" y="3991"/>
                  </a:lnTo>
                  <a:lnTo>
                    <a:pt x="0" y="272"/>
                  </a:lnTo>
                  <a:lnTo>
                    <a:pt x="6204" y="0"/>
                  </a:lnTo>
                  <a:lnTo>
                    <a:pt x="6200" y="209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h3417"/>
            <p:cNvSpPr/>
            <p:nvPr/>
          </p:nvSpPr>
          <p:spPr>
            <a:xfrm>
              <a:off x="6931142" y="2071368"/>
              <a:ext cx="67725" cy="73777"/>
            </a:xfrm>
            <a:custGeom>
              <a:avLst/>
              <a:pathLst>
                <a:path w="67725" h="73777">
                  <a:moveTo>
                    <a:pt x="51778" y="2419"/>
                  </a:moveTo>
                  <a:lnTo>
                    <a:pt x="53619" y="3890"/>
                  </a:lnTo>
                  <a:lnTo>
                    <a:pt x="67725" y="7709"/>
                  </a:lnTo>
                  <a:lnTo>
                    <a:pt x="66595" y="17273"/>
                  </a:lnTo>
                  <a:lnTo>
                    <a:pt x="67368" y="21609"/>
                  </a:lnTo>
                  <a:lnTo>
                    <a:pt x="67131" y="39161"/>
                  </a:lnTo>
                  <a:lnTo>
                    <a:pt x="61496" y="45317"/>
                  </a:lnTo>
                  <a:lnTo>
                    <a:pt x="59457" y="51721"/>
                  </a:lnTo>
                  <a:lnTo>
                    <a:pt x="58732" y="55039"/>
                  </a:lnTo>
                  <a:lnTo>
                    <a:pt x="49763" y="64551"/>
                  </a:lnTo>
                  <a:lnTo>
                    <a:pt x="49178" y="63301"/>
                  </a:lnTo>
                  <a:lnTo>
                    <a:pt x="42336" y="48685"/>
                  </a:lnTo>
                  <a:lnTo>
                    <a:pt x="15327" y="73777"/>
                  </a:lnTo>
                  <a:lnTo>
                    <a:pt x="14226" y="70642"/>
                  </a:lnTo>
                  <a:lnTo>
                    <a:pt x="0" y="53926"/>
                  </a:lnTo>
                  <a:lnTo>
                    <a:pt x="12329" y="41101"/>
                  </a:lnTo>
                  <a:lnTo>
                    <a:pt x="20410" y="35201"/>
                  </a:lnTo>
                  <a:lnTo>
                    <a:pt x="22902" y="29502"/>
                  </a:lnTo>
                  <a:lnTo>
                    <a:pt x="15182" y="18459"/>
                  </a:lnTo>
                  <a:lnTo>
                    <a:pt x="13500" y="17387"/>
                  </a:lnTo>
                  <a:lnTo>
                    <a:pt x="8557" y="16308"/>
                  </a:lnTo>
                  <a:lnTo>
                    <a:pt x="5828" y="11120"/>
                  </a:lnTo>
                  <a:lnTo>
                    <a:pt x="19683" y="1454"/>
                  </a:lnTo>
                  <a:lnTo>
                    <a:pt x="21733" y="0"/>
                  </a:lnTo>
                  <a:lnTo>
                    <a:pt x="22025" y="3812"/>
                  </a:lnTo>
                  <a:lnTo>
                    <a:pt x="24813" y="11276"/>
                  </a:lnTo>
                  <a:lnTo>
                    <a:pt x="32839" y="4314"/>
                  </a:lnTo>
                  <a:lnTo>
                    <a:pt x="42621" y="7686"/>
                  </a:lnTo>
                  <a:lnTo>
                    <a:pt x="43737" y="2798"/>
                  </a:lnTo>
                  <a:lnTo>
                    <a:pt x="47198" y="78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h3418"/>
            <p:cNvSpPr/>
            <p:nvPr/>
          </p:nvSpPr>
          <p:spPr>
            <a:xfrm>
              <a:off x="6664215" y="2245858"/>
              <a:ext cx="39905" cy="52939"/>
            </a:xfrm>
            <a:custGeom>
              <a:avLst/>
              <a:pathLst>
                <a:path w="39905" h="52939">
                  <a:moveTo>
                    <a:pt x="17108" y="2455"/>
                  </a:moveTo>
                  <a:lnTo>
                    <a:pt x="18090" y="2970"/>
                  </a:lnTo>
                  <a:lnTo>
                    <a:pt x="19263" y="2407"/>
                  </a:lnTo>
                  <a:lnTo>
                    <a:pt x="19926" y="12623"/>
                  </a:lnTo>
                  <a:lnTo>
                    <a:pt x="27371" y="13960"/>
                  </a:lnTo>
                  <a:lnTo>
                    <a:pt x="34683" y="20691"/>
                  </a:lnTo>
                  <a:lnTo>
                    <a:pt x="35993" y="16780"/>
                  </a:lnTo>
                  <a:lnTo>
                    <a:pt x="39905" y="17689"/>
                  </a:lnTo>
                  <a:lnTo>
                    <a:pt x="39705" y="18701"/>
                  </a:lnTo>
                  <a:lnTo>
                    <a:pt x="34629" y="23615"/>
                  </a:lnTo>
                  <a:lnTo>
                    <a:pt x="33911" y="22874"/>
                  </a:lnTo>
                  <a:lnTo>
                    <a:pt x="32181" y="23247"/>
                  </a:lnTo>
                  <a:lnTo>
                    <a:pt x="33693" y="30088"/>
                  </a:lnTo>
                  <a:lnTo>
                    <a:pt x="30240" y="50647"/>
                  </a:lnTo>
                  <a:lnTo>
                    <a:pt x="26867" y="50247"/>
                  </a:lnTo>
                  <a:lnTo>
                    <a:pt x="26848" y="49063"/>
                  </a:lnTo>
                  <a:lnTo>
                    <a:pt x="23743" y="47856"/>
                  </a:lnTo>
                  <a:lnTo>
                    <a:pt x="11665" y="47322"/>
                  </a:lnTo>
                  <a:lnTo>
                    <a:pt x="6737" y="50569"/>
                  </a:lnTo>
                  <a:lnTo>
                    <a:pt x="4678" y="52820"/>
                  </a:lnTo>
                  <a:lnTo>
                    <a:pt x="3162" y="52939"/>
                  </a:lnTo>
                  <a:lnTo>
                    <a:pt x="2680" y="47849"/>
                  </a:lnTo>
                  <a:lnTo>
                    <a:pt x="7485" y="25695"/>
                  </a:lnTo>
                  <a:lnTo>
                    <a:pt x="8928" y="24977"/>
                  </a:lnTo>
                  <a:lnTo>
                    <a:pt x="12612" y="25740"/>
                  </a:lnTo>
                  <a:lnTo>
                    <a:pt x="10847" y="21341"/>
                  </a:lnTo>
                  <a:lnTo>
                    <a:pt x="0" y="19521"/>
                  </a:lnTo>
                  <a:lnTo>
                    <a:pt x="2479" y="16989"/>
                  </a:lnTo>
                  <a:lnTo>
                    <a:pt x="1355" y="10971"/>
                  </a:lnTo>
                  <a:lnTo>
                    <a:pt x="3028" y="8727"/>
                  </a:lnTo>
                  <a:lnTo>
                    <a:pt x="1694" y="7675"/>
                  </a:lnTo>
                  <a:lnTo>
                    <a:pt x="3319" y="6530"/>
                  </a:lnTo>
                  <a:lnTo>
                    <a:pt x="5530" y="4948"/>
                  </a:lnTo>
                  <a:lnTo>
                    <a:pt x="8670" y="9014"/>
                  </a:lnTo>
                  <a:lnTo>
                    <a:pt x="10514" y="8893"/>
                  </a:lnTo>
                  <a:lnTo>
                    <a:pt x="15587" y="3003"/>
                  </a:lnTo>
                  <a:lnTo>
                    <a:pt x="16596" y="37"/>
                  </a:lnTo>
                  <a:lnTo>
                    <a:pt x="1743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h3419"/>
            <p:cNvSpPr/>
            <p:nvPr/>
          </p:nvSpPr>
          <p:spPr>
            <a:xfrm>
              <a:off x="6882101" y="2077357"/>
              <a:ext cx="71944" cy="47936"/>
            </a:xfrm>
            <a:custGeom>
              <a:avLst/>
              <a:pathLst>
                <a:path w="71944" h="47936">
                  <a:moveTo>
                    <a:pt x="27017" y="5665"/>
                  </a:moveTo>
                  <a:lnTo>
                    <a:pt x="30977" y="7445"/>
                  </a:lnTo>
                  <a:lnTo>
                    <a:pt x="37877" y="2995"/>
                  </a:lnTo>
                  <a:lnTo>
                    <a:pt x="40905" y="6759"/>
                  </a:lnTo>
                  <a:lnTo>
                    <a:pt x="53025" y="2657"/>
                  </a:lnTo>
                  <a:lnTo>
                    <a:pt x="54088" y="5509"/>
                  </a:lnTo>
                  <a:lnTo>
                    <a:pt x="54869" y="5130"/>
                  </a:lnTo>
                  <a:lnTo>
                    <a:pt x="57598" y="10319"/>
                  </a:lnTo>
                  <a:lnTo>
                    <a:pt x="62541" y="11397"/>
                  </a:lnTo>
                  <a:lnTo>
                    <a:pt x="64224" y="12470"/>
                  </a:lnTo>
                  <a:lnTo>
                    <a:pt x="71944" y="23513"/>
                  </a:lnTo>
                  <a:lnTo>
                    <a:pt x="69451" y="29211"/>
                  </a:lnTo>
                  <a:lnTo>
                    <a:pt x="61370" y="35112"/>
                  </a:lnTo>
                  <a:lnTo>
                    <a:pt x="49041" y="47936"/>
                  </a:lnTo>
                  <a:lnTo>
                    <a:pt x="45293" y="44368"/>
                  </a:lnTo>
                  <a:lnTo>
                    <a:pt x="39203" y="41392"/>
                  </a:lnTo>
                  <a:lnTo>
                    <a:pt x="38074" y="33613"/>
                  </a:lnTo>
                  <a:lnTo>
                    <a:pt x="32043" y="28678"/>
                  </a:lnTo>
                  <a:lnTo>
                    <a:pt x="18993" y="32141"/>
                  </a:lnTo>
                  <a:lnTo>
                    <a:pt x="16787" y="30815"/>
                  </a:lnTo>
                  <a:lnTo>
                    <a:pt x="10321" y="29869"/>
                  </a:lnTo>
                  <a:lnTo>
                    <a:pt x="6707" y="32332"/>
                  </a:lnTo>
                  <a:lnTo>
                    <a:pt x="4720" y="32485"/>
                  </a:lnTo>
                  <a:lnTo>
                    <a:pt x="116" y="28991"/>
                  </a:lnTo>
                  <a:lnTo>
                    <a:pt x="0" y="26824"/>
                  </a:lnTo>
                  <a:lnTo>
                    <a:pt x="3770" y="26313"/>
                  </a:lnTo>
                  <a:lnTo>
                    <a:pt x="8453" y="21627"/>
                  </a:lnTo>
                  <a:lnTo>
                    <a:pt x="10052" y="19142"/>
                  </a:lnTo>
                  <a:lnTo>
                    <a:pt x="10842" y="15111"/>
                  </a:lnTo>
                  <a:lnTo>
                    <a:pt x="16046" y="6417"/>
                  </a:lnTo>
                  <a:lnTo>
                    <a:pt x="2098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h3420"/>
            <p:cNvSpPr/>
            <p:nvPr/>
          </p:nvSpPr>
          <p:spPr>
            <a:xfrm>
              <a:off x="6902001" y="1785472"/>
              <a:ext cx="81330" cy="72439"/>
            </a:xfrm>
            <a:custGeom>
              <a:avLst/>
              <a:pathLst>
                <a:path w="81330" h="72439">
                  <a:moveTo>
                    <a:pt x="63271" y="4271"/>
                  </a:moveTo>
                  <a:lnTo>
                    <a:pt x="67049" y="11194"/>
                  </a:lnTo>
                  <a:lnTo>
                    <a:pt x="67149" y="12617"/>
                  </a:lnTo>
                  <a:lnTo>
                    <a:pt x="66027" y="14233"/>
                  </a:lnTo>
                  <a:lnTo>
                    <a:pt x="66413" y="14797"/>
                  </a:lnTo>
                  <a:lnTo>
                    <a:pt x="72045" y="20161"/>
                  </a:lnTo>
                  <a:lnTo>
                    <a:pt x="76697" y="22212"/>
                  </a:lnTo>
                  <a:lnTo>
                    <a:pt x="77959" y="23703"/>
                  </a:lnTo>
                  <a:lnTo>
                    <a:pt x="81330" y="38431"/>
                  </a:lnTo>
                  <a:lnTo>
                    <a:pt x="81128" y="44640"/>
                  </a:lnTo>
                  <a:lnTo>
                    <a:pt x="72314" y="48606"/>
                  </a:lnTo>
                  <a:lnTo>
                    <a:pt x="67587" y="54682"/>
                  </a:lnTo>
                  <a:lnTo>
                    <a:pt x="69813" y="57190"/>
                  </a:lnTo>
                  <a:lnTo>
                    <a:pt x="67460" y="56686"/>
                  </a:lnTo>
                  <a:lnTo>
                    <a:pt x="60363" y="60479"/>
                  </a:lnTo>
                  <a:lnTo>
                    <a:pt x="58053" y="63089"/>
                  </a:lnTo>
                  <a:lnTo>
                    <a:pt x="58746" y="66173"/>
                  </a:lnTo>
                  <a:lnTo>
                    <a:pt x="50707" y="72439"/>
                  </a:lnTo>
                  <a:lnTo>
                    <a:pt x="39568" y="71689"/>
                  </a:lnTo>
                  <a:lnTo>
                    <a:pt x="34368" y="68722"/>
                  </a:lnTo>
                  <a:lnTo>
                    <a:pt x="29395" y="67237"/>
                  </a:lnTo>
                  <a:lnTo>
                    <a:pt x="22145" y="67535"/>
                  </a:lnTo>
                  <a:lnTo>
                    <a:pt x="26239" y="56164"/>
                  </a:lnTo>
                  <a:lnTo>
                    <a:pt x="27128" y="30743"/>
                  </a:lnTo>
                  <a:lnTo>
                    <a:pt x="0" y="27878"/>
                  </a:lnTo>
                  <a:lnTo>
                    <a:pt x="916" y="13317"/>
                  </a:lnTo>
                  <a:lnTo>
                    <a:pt x="34646" y="16811"/>
                  </a:lnTo>
                  <a:lnTo>
                    <a:pt x="39632" y="16101"/>
                  </a:lnTo>
                  <a:lnTo>
                    <a:pt x="39668" y="12328"/>
                  </a:lnTo>
                  <a:lnTo>
                    <a:pt x="45704" y="12302"/>
                  </a:lnTo>
                  <a:lnTo>
                    <a:pt x="46178" y="11655"/>
                  </a:lnTo>
                  <a:lnTo>
                    <a:pt x="45562" y="9413"/>
                  </a:lnTo>
                  <a:lnTo>
                    <a:pt x="46477" y="7634"/>
                  </a:lnTo>
                  <a:lnTo>
                    <a:pt x="53995" y="7049"/>
                  </a:lnTo>
                  <a:lnTo>
                    <a:pt x="54020" y="9407"/>
                  </a:lnTo>
                  <a:lnTo>
                    <a:pt x="56353" y="9526"/>
                  </a:lnTo>
                  <a:lnTo>
                    <a:pt x="57561" y="7704"/>
                  </a:lnTo>
                  <a:lnTo>
                    <a:pt x="57545" y="5545"/>
                  </a:lnTo>
                  <a:lnTo>
                    <a:pt x="5399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h3421"/>
            <p:cNvSpPr/>
            <p:nvPr/>
          </p:nvSpPr>
          <p:spPr>
            <a:xfrm>
              <a:off x="6647136" y="2305245"/>
              <a:ext cx="65035" cy="69520"/>
            </a:xfrm>
            <a:custGeom>
              <a:avLst/>
              <a:pathLst>
                <a:path w="65035" h="69520">
                  <a:moveTo>
                    <a:pt x="14262" y="6218"/>
                  </a:moveTo>
                  <a:lnTo>
                    <a:pt x="19069" y="8253"/>
                  </a:lnTo>
                  <a:lnTo>
                    <a:pt x="18949" y="12981"/>
                  </a:lnTo>
                  <a:lnTo>
                    <a:pt x="36835" y="16877"/>
                  </a:lnTo>
                  <a:lnTo>
                    <a:pt x="37456" y="21355"/>
                  </a:lnTo>
                  <a:lnTo>
                    <a:pt x="45627" y="27156"/>
                  </a:lnTo>
                  <a:lnTo>
                    <a:pt x="47737" y="27799"/>
                  </a:lnTo>
                  <a:lnTo>
                    <a:pt x="48417" y="36973"/>
                  </a:lnTo>
                  <a:lnTo>
                    <a:pt x="49670" y="39791"/>
                  </a:lnTo>
                  <a:lnTo>
                    <a:pt x="54637" y="44360"/>
                  </a:lnTo>
                  <a:lnTo>
                    <a:pt x="55413" y="47498"/>
                  </a:lnTo>
                  <a:lnTo>
                    <a:pt x="53547" y="52315"/>
                  </a:lnTo>
                  <a:lnTo>
                    <a:pt x="65035" y="60294"/>
                  </a:lnTo>
                  <a:lnTo>
                    <a:pt x="65027" y="64619"/>
                  </a:lnTo>
                  <a:lnTo>
                    <a:pt x="60683" y="66877"/>
                  </a:lnTo>
                  <a:lnTo>
                    <a:pt x="61181" y="69246"/>
                  </a:lnTo>
                  <a:lnTo>
                    <a:pt x="59555" y="69520"/>
                  </a:lnTo>
                  <a:lnTo>
                    <a:pt x="48764" y="65682"/>
                  </a:lnTo>
                  <a:lnTo>
                    <a:pt x="29033" y="46925"/>
                  </a:lnTo>
                  <a:lnTo>
                    <a:pt x="30700" y="44606"/>
                  </a:lnTo>
                  <a:lnTo>
                    <a:pt x="30572" y="42828"/>
                  </a:lnTo>
                  <a:lnTo>
                    <a:pt x="27321" y="39540"/>
                  </a:lnTo>
                  <a:lnTo>
                    <a:pt x="27498" y="36004"/>
                  </a:lnTo>
                  <a:lnTo>
                    <a:pt x="28409" y="35246"/>
                  </a:lnTo>
                  <a:lnTo>
                    <a:pt x="25147" y="32053"/>
                  </a:lnTo>
                  <a:lnTo>
                    <a:pt x="17223" y="27768"/>
                  </a:lnTo>
                  <a:lnTo>
                    <a:pt x="12301" y="18525"/>
                  </a:lnTo>
                  <a:lnTo>
                    <a:pt x="8896" y="15952"/>
                  </a:lnTo>
                  <a:lnTo>
                    <a:pt x="0" y="5771"/>
                  </a:lnTo>
                  <a:lnTo>
                    <a:pt x="1511" y="1180"/>
                  </a:lnTo>
                  <a:lnTo>
                    <a:pt x="4695" y="5792"/>
                  </a:lnTo>
                  <a:lnTo>
                    <a:pt x="7341" y="5517"/>
                  </a:lnTo>
                  <a:lnTo>
                    <a:pt x="4286" y="2612"/>
                  </a:lnTo>
                  <a:lnTo>
                    <a:pt x="7748" y="0"/>
                  </a:lnTo>
                  <a:lnTo>
                    <a:pt x="9309" y="2653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h3422"/>
            <p:cNvSpPr/>
            <p:nvPr/>
          </p:nvSpPr>
          <p:spPr>
            <a:xfrm>
              <a:off x="6648994" y="2256829"/>
              <a:ext cx="27832" cy="36878"/>
            </a:xfrm>
            <a:custGeom>
              <a:avLst/>
              <a:pathLst>
                <a:path w="27832" h="36878">
                  <a:moveTo>
                    <a:pt x="26068" y="10370"/>
                  </a:moveTo>
                  <a:lnTo>
                    <a:pt x="27832" y="14769"/>
                  </a:lnTo>
                  <a:lnTo>
                    <a:pt x="24149" y="14006"/>
                  </a:lnTo>
                  <a:lnTo>
                    <a:pt x="22706" y="14724"/>
                  </a:lnTo>
                  <a:lnTo>
                    <a:pt x="17901" y="36878"/>
                  </a:lnTo>
                  <a:lnTo>
                    <a:pt x="14613" y="36018"/>
                  </a:lnTo>
                  <a:lnTo>
                    <a:pt x="12066" y="33618"/>
                  </a:lnTo>
                  <a:lnTo>
                    <a:pt x="0" y="19872"/>
                  </a:lnTo>
                  <a:lnTo>
                    <a:pt x="4614" y="17377"/>
                  </a:lnTo>
                  <a:lnTo>
                    <a:pt x="10178" y="6717"/>
                  </a:lnTo>
                  <a:lnTo>
                    <a:pt x="12896" y="6647"/>
                  </a:lnTo>
                  <a:lnTo>
                    <a:pt x="16576" y="0"/>
                  </a:lnTo>
                  <a:lnTo>
                    <a:pt x="17700" y="6018"/>
                  </a:lnTo>
                  <a:lnTo>
                    <a:pt x="15220" y="855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h3423"/>
            <p:cNvSpPr/>
            <p:nvPr/>
          </p:nvSpPr>
          <p:spPr>
            <a:xfrm>
              <a:off x="7022594" y="1941163"/>
              <a:ext cx="56028" cy="62351"/>
            </a:xfrm>
            <a:custGeom>
              <a:avLst/>
              <a:pathLst>
                <a:path w="56028" h="62351">
                  <a:moveTo>
                    <a:pt x="31644" y="1393"/>
                  </a:moveTo>
                  <a:lnTo>
                    <a:pt x="35096" y="3274"/>
                  </a:lnTo>
                  <a:lnTo>
                    <a:pt x="36354" y="8997"/>
                  </a:lnTo>
                  <a:lnTo>
                    <a:pt x="38406" y="12629"/>
                  </a:lnTo>
                  <a:lnTo>
                    <a:pt x="41631" y="13874"/>
                  </a:lnTo>
                  <a:lnTo>
                    <a:pt x="44510" y="17991"/>
                  </a:lnTo>
                  <a:lnTo>
                    <a:pt x="51391" y="31368"/>
                  </a:lnTo>
                  <a:lnTo>
                    <a:pt x="52356" y="36178"/>
                  </a:lnTo>
                  <a:lnTo>
                    <a:pt x="55100" y="38635"/>
                  </a:lnTo>
                  <a:lnTo>
                    <a:pt x="56028" y="41781"/>
                  </a:lnTo>
                  <a:lnTo>
                    <a:pt x="45754" y="54473"/>
                  </a:lnTo>
                  <a:lnTo>
                    <a:pt x="38125" y="62351"/>
                  </a:lnTo>
                  <a:lnTo>
                    <a:pt x="15638" y="38493"/>
                  </a:lnTo>
                  <a:lnTo>
                    <a:pt x="4323" y="47592"/>
                  </a:lnTo>
                  <a:lnTo>
                    <a:pt x="2832" y="45909"/>
                  </a:lnTo>
                  <a:lnTo>
                    <a:pt x="0" y="34194"/>
                  </a:lnTo>
                  <a:lnTo>
                    <a:pt x="16017" y="31357"/>
                  </a:lnTo>
                  <a:lnTo>
                    <a:pt x="15636" y="17122"/>
                  </a:lnTo>
                  <a:lnTo>
                    <a:pt x="27175" y="15088"/>
                  </a:lnTo>
                  <a:lnTo>
                    <a:pt x="27954" y="13385"/>
                  </a:lnTo>
                  <a:lnTo>
                    <a:pt x="23856" y="4424"/>
                  </a:lnTo>
                  <a:lnTo>
                    <a:pt x="3062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h3424"/>
            <p:cNvSpPr/>
            <p:nvPr/>
          </p:nvSpPr>
          <p:spPr>
            <a:xfrm>
              <a:off x="6937626" y="1962707"/>
              <a:ext cx="89292" cy="70684"/>
            </a:xfrm>
            <a:custGeom>
              <a:avLst/>
              <a:pathLst>
                <a:path w="89292" h="70684">
                  <a:moveTo>
                    <a:pt x="11477" y="1090"/>
                  </a:moveTo>
                  <a:lnTo>
                    <a:pt x="34737" y="10854"/>
                  </a:lnTo>
                  <a:lnTo>
                    <a:pt x="45653" y="14622"/>
                  </a:lnTo>
                  <a:lnTo>
                    <a:pt x="87800" y="24365"/>
                  </a:lnTo>
                  <a:lnTo>
                    <a:pt x="89292" y="26048"/>
                  </a:lnTo>
                  <a:lnTo>
                    <a:pt x="81830" y="32226"/>
                  </a:lnTo>
                  <a:lnTo>
                    <a:pt x="73823" y="70684"/>
                  </a:lnTo>
                  <a:lnTo>
                    <a:pt x="73119" y="68759"/>
                  </a:lnTo>
                  <a:lnTo>
                    <a:pt x="69144" y="66362"/>
                  </a:lnTo>
                  <a:lnTo>
                    <a:pt x="65003" y="61187"/>
                  </a:lnTo>
                  <a:lnTo>
                    <a:pt x="62148" y="58853"/>
                  </a:lnTo>
                  <a:lnTo>
                    <a:pt x="57203" y="58540"/>
                  </a:lnTo>
                  <a:lnTo>
                    <a:pt x="56176" y="58166"/>
                  </a:lnTo>
                  <a:lnTo>
                    <a:pt x="55083" y="55808"/>
                  </a:lnTo>
                  <a:lnTo>
                    <a:pt x="51087" y="55137"/>
                  </a:lnTo>
                  <a:lnTo>
                    <a:pt x="38694" y="59416"/>
                  </a:lnTo>
                  <a:lnTo>
                    <a:pt x="32067" y="63087"/>
                  </a:lnTo>
                  <a:lnTo>
                    <a:pt x="24549" y="61273"/>
                  </a:lnTo>
                  <a:lnTo>
                    <a:pt x="20702" y="64753"/>
                  </a:lnTo>
                  <a:lnTo>
                    <a:pt x="21479" y="58897"/>
                  </a:lnTo>
                  <a:lnTo>
                    <a:pt x="14592" y="60637"/>
                  </a:lnTo>
                  <a:lnTo>
                    <a:pt x="0" y="46208"/>
                  </a:lnTo>
                  <a:lnTo>
                    <a:pt x="1445" y="37870"/>
                  </a:lnTo>
                  <a:lnTo>
                    <a:pt x="11140" y="31705"/>
                  </a:lnTo>
                  <a:lnTo>
                    <a:pt x="13486" y="32498"/>
                  </a:lnTo>
                  <a:lnTo>
                    <a:pt x="14919" y="34514"/>
                  </a:lnTo>
                  <a:lnTo>
                    <a:pt x="17375" y="34347"/>
                  </a:lnTo>
                  <a:lnTo>
                    <a:pt x="17221" y="23248"/>
                  </a:lnTo>
                  <a:lnTo>
                    <a:pt x="4419" y="13392"/>
                  </a:lnTo>
                  <a:lnTo>
                    <a:pt x="8028" y="9934"/>
                  </a:lnTo>
                  <a:lnTo>
                    <a:pt x="5196" y="7752"/>
                  </a:lnTo>
                  <a:lnTo>
                    <a:pt x="892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h3425"/>
            <p:cNvSpPr/>
            <p:nvPr/>
          </p:nvSpPr>
          <p:spPr>
            <a:xfrm>
              <a:off x="6752533" y="1814550"/>
              <a:ext cx="165245" cy="187994"/>
            </a:xfrm>
            <a:custGeom>
              <a:avLst/>
              <a:pathLst>
                <a:path w="165245" h="187994">
                  <a:moveTo>
                    <a:pt x="74351" y="10604"/>
                  </a:moveTo>
                  <a:lnTo>
                    <a:pt x="106914" y="73069"/>
                  </a:lnTo>
                  <a:lnTo>
                    <a:pt x="165245" y="90300"/>
                  </a:lnTo>
                  <a:lnTo>
                    <a:pt x="155542" y="95408"/>
                  </a:lnTo>
                  <a:lnTo>
                    <a:pt x="155058" y="110612"/>
                  </a:lnTo>
                  <a:lnTo>
                    <a:pt x="153503" y="110764"/>
                  </a:lnTo>
                  <a:lnTo>
                    <a:pt x="154310" y="108391"/>
                  </a:lnTo>
                  <a:lnTo>
                    <a:pt x="140987" y="109494"/>
                  </a:lnTo>
                  <a:lnTo>
                    <a:pt x="133719" y="115375"/>
                  </a:lnTo>
                  <a:lnTo>
                    <a:pt x="122910" y="109103"/>
                  </a:lnTo>
                  <a:lnTo>
                    <a:pt x="121209" y="109091"/>
                  </a:lnTo>
                  <a:lnTo>
                    <a:pt x="119036" y="112459"/>
                  </a:lnTo>
                  <a:lnTo>
                    <a:pt x="127782" y="128171"/>
                  </a:lnTo>
                  <a:lnTo>
                    <a:pt x="132036" y="128028"/>
                  </a:lnTo>
                  <a:lnTo>
                    <a:pt x="133378" y="142902"/>
                  </a:lnTo>
                  <a:lnTo>
                    <a:pt x="138610" y="141594"/>
                  </a:lnTo>
                  <a:lnTo>
                    <a:pt x="146162" y="144807"/>
                  </a:lnTo>
                  <a:lnTo>
                    <a:pt x="146828" y="145364"/>
                  </a:lnTo>
                  <a:lnTo>
                    <a:pt x="145978" y="148786"/>
                  </a:lnTo>
                  <a:lnTo>
                    <a:pt x="149065" y="149074"/>
                  </a:lnTo>
                  <a:lnTo>
                    <a:pt x="153952" y="152569"/>
                  </a:lnTo>
                  <a:lnTo>
                    <a:pt x="154512" y="153895"/>
                  </a:lnTo>
                  <a:lnTo>
                    <a:pt x="156480" y="160039"/>
                  </a:lnTo>
                  <a:lnTo>
                    <a:pt x="152222" y="156670"/>
                  </a:lnTo>
                  <a:lnTo>
                    <a:pt x="150132" y="156043"/>
                  </a:lnTo>
                  <a:lnTo>
                    <a:pt x="148146" y="156479"/>
                  </a:lnTo>
                  <a:lnTo>
                    <a:pt x="148410" y="158303"/>
                  </a:lnTo>
                  <a:lnTo>
                    <a:pt x="150951" y="167752"/>
                  </a:lnTo>
                  <a:lnTo>
                    <a:pt x="159562" y="187571"/>
                  </a:lnTo>
                  <a:lnTo>
                    <a:pt x="151423" y="187994"/>
                  </a:lnTo>
                  <a:lnTo>
                    <a:pt x="132465" y="187276"/>
                  </a:lnTo>
                  <a:lnTo>
                    <a:pt x="131505" y="184649"/>
                  </a:lnTo>
                  <a:lnTo>
                    <a:pt x="132278" y="175025"/>
                  </a:lnTo>
                  <a:lnTo>
                    <a:pt x="131704" y="173882"/>
                  </a:lnTo>
                  <a:lnTo>
                    <a:pt x="132372" y="171034"/>
                  </a:lnTo>
                  <a:lnTo>
                    <a:pt x="130062" y="169093"/>
                  </a:lnTo>
                  <a:lnTo>
                    <a:pt x="125783" y="167549"/>
                  </a:lnTo>
                  <a:lnTo>
                    <a:pt x="118089" y="162585"/>
                  </a:lnTo>
                  <a:lnTo>
                    <a:pt x="108807" y="160621"/>
                  </a:lnTo>
                  <a:lnTo>
                    <a:pt x="98288" y="156623"/>
                  </a:lnTo>
                  <a:lnTo>
                    <a:pt x="97029" y="160505"/>
                  </a:lnTo>
                  <a:lnTo>
                    <a:pt x="92144" y="159775"/>
                  </a:lnTo>
                  <a:lnTo>
                    <a:pt x="86618" y="156259"/>
                  </a:lnTo>
                  <a:lnTo>
                    <a:pt x="79358" y="145980"/>
                  </a:lnTo>
                  <a:lnTo>
                    <a:pt x="78751" y="141098"/>
                  </a:lnTo>
                  <a:lnTo>
                    <a:pt x="77155" y="137692"/>
                  </a:lnTo>
                  <a:lnTo>
                    <a:pt x="72084" y="137615"/>
                  </a:lnTo>
                  <a:lnTo>
                    <a:pt x="70625" y="134929"/>
                  </a:lnTo>
                  <a:lnTo>
                    <a:pt x="64261" y="133932"/>
                  </a:lnTo>
                  <a:lnTo>
                    <a:pt x="67241" y="119088"/>
                  </a:lnTo>
                  <a:lnTo>
                    <a:pt x="65738" y="109337"/>
                  </a:lnTo>
                  <a:lnTo>
                    <a:pt x="66304" y="97674"/>
                  </a:lnTo>
                  <a:lnTo>
                    <a:pt x="64954" y="82214"/>
                  </a:lnTo>
                  <a:lnTo>
                    <a:pt x="63943" y="79509"/>
                  </a:lnTo>
                  <a:lnTo>
                    <a:pt x="55576" y="69916"/>
                  </a:lnTo>
                  <a:lnTo>
                    <a:pt x="47323" y="66716"/>
                  </a:lnTo>
                  <a:lnTo>
                    <a:pt x="37836" y="58380"/>
                  </a:lnTo>
                  <a:lnTo>
                    <a:pt x="34759" y="53787"/>
                  </a:lnTo>
                  <a:lnTo>
                    <a:pt x="29791" y="52181"/>
                  </a:lnTo>
                  <a:lnTo>
                    <a:pt x="29717" y="56313"/>
                  </a:lnTo>
                  <a:lnTo>
                    <a:pt x="24930" y="62605"/>
                  </a:lnTo>
                  <a:lnTo>
                    <a:pt x="25042" y="70636"/>
                  </a:lnTo>
                  <a:lnTo>
                    <a:pt x="23379" y="73181"/>
                  </a:lnTo>
                  <a:lnTo>
                    <a:pt x="18335" y="67527"/>
                  </a:lnTo>
                  <a:lnTo>
                    <a:pt x="17489" y="62288"/>
                  </a:lnTo>
                  <a:lnTo>
                    <a:pt x="15298" y="63368"/>
                  </a:lnTo>
                  <a:lnTo>
                    <a:pt x="7909" y="55975"/>
                  </a:lnTo>
                  <a:lnTo>
                    <a:pt x="9871" y="51726"/>
                  </a:lnTo>
                  <a:lnTo>
                    <a:pt x="0" y="48221"/>
                  </a:lnTo>
                  <a:lnTo>
                    <a:pt x="19992" y="12352"/>
                  </a:lnTo>
                  <a:lnTo>
                    <a:pt x="2720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h3426"/>
            <p:cNvSpPr/>
            <p:nvPr/>
          </p:nvSpPr>
          <p:spPr>
            <a:xfrm>
              <a:off x="6718992" y="2161805"/>
              <a:ext cx="181639" cy="218506"/>
            </a:xfrm>
            <a:custGeom>
              <a:avLst/>
              <a:pathLst>
                <a:path w="181639" h="218506">
                  <a:moveTo>
                    <a:pt x="103420" y="7491"/>
                  </a:moveTo>
                  <a:lnTo>
                    <a:pt x="113664" y="3941"/>
                  </a:lnTo>
                  <a:lnTo>
                    <a:pt x="114812" y="10216"/>
                  </a:lnTo>
                  <a:lnTo>
                    <a:pt x="122102" y="9821"/>
                  </a:lnTo>
                  <a:lnTo>
                    <a:pt x="123043" y="4884"/>
                  </a:lnTo>
                  <a:lnTo>
                    <a:pt x="124925" y="17205"/>
                  </a:lnTo>
                  <a:lnTo>
                    <a:pt x="130005" y="12709"/>
                  </a:lnTo>
                  <a:lnTo>
                    <a:pt x="131979" y="25970"/>
                  </a:lnTo>
                  <a:lnTo>
                    <a:pt x="123062" y="26047"/>
                  </a:lnTo>
                  <a:lnTo>
                    <a:pt x="123410" y="27221"/>
                  </a:lnTo>
                  <a:lnTo>
                    <a:pt x="120015" y="38589"/>
                  </a:lnTo>
                  <a:lnTo>
                    <a:pt x="130227" y="40999"/>
                  </a:lnTo>
                  <a:lnTo>
                    <a:pt x="131321" y="48591"/>
                  </a:lnTo>
                  <a:lnTo>
                    <a:pt x="134502" y="57031"/>
                  </a:lnTo>
                  <a:lnTo>
                    <a:pt x="129347" y="59577"/>
                  </a:lnTo>
                  <a:lnTo>
                    <a:pt x="129615" y="62932"/>
                  </a:lnTo>
                  <a:lnTo>
                    <a:pt x="134625" y="68501"/>
                  </a:lnTo>
                  <a:lnTo>
                    <a:pt x="134872" y="72975"/>
                  </a:lnTo>
                  <a:lnTo>
                    <a:pt x="136555" y="79645"/>
                  </a:lnTo>
                  <a:lnTo>
                    <a:pt x="135881" y="87983"/>
                  </a:lnTo>
                  <a:lnTo>
                    <a:pt x="134331" y="87748"/>
                  </a:lnTo>
                  <a:lnTo>
                    <a:pt x="133251" y="94757"/>
                  </a:lnTo>
                  <a:lnTo>
                    <a:pt x="125693" y="93849"/>
                  </a:lnTo>
                  <a:lnTo>
                    <a:pt x="122617" y="104483"/>
                  </a:lnTo>
                  <a:lnTo>
                    <a:pt x="122652" y="109580"/>
                  </a:lnTo>
                  <a:lnTo>
                    <a:pt x="131022" y="112338"/>
                  </a:lnTo>
                  <a:lnTo>
                    <a:pt x="132561" y="118272"/>
                  </a:lnTo>
                  <a:lnTo>
                    <a:pt x="136776" y="120370"/>
                  </a:lnTo>
                  <a:lnTo>
                    <a:pt x="143810" y="121406"/>
                  </a:lnTo>
                  <a:lnTo>
                    <a:pt x="142186" y="134577"/>
                  </a:lnTo>
                  <a:lnTo>
                    <a:pt x="139286" y="132733"/>
                  </a:lnTo>
                  <a:lnTo>
                    <a:pt x="138094" y="137497"/>
                  </a:lnTo>
                  <a:lnTo>
                    <a:pt x="141005" y="141389"/>
                  </a:lnTo>
                  <a:lnTo>
                    <a:pt x="146443" y="142127"/>
                  </a:lnTo>
                  <a:lnTo>
                    <a:pt x="153031" y="147488"/>
                  </a:lnTo>
                  <a:lnTo>
                    <a:pt x="152293" y="153858"/>
                  </a:lnTo>
                  <a:lnTo>
                    <a:pt x="156020" y="156304"/>
                  </a:lnTo>
                  <a:lnTo>
                    <a:pt x="153447" y="160379"/>
                  </a:lnTo>
                  <a:lnTo>
                    <a:pt x="152762" y="162173"/>
                  </a:lnTo>
                  <a:lnTo>
                    <a:pt x="155047" y="165397"/>
                  </a:lnTo>
                  <a:lnTo>
                    <a:pt x="156399" y="166490"/>
                  </a:lnTo>
                  <a:lnTo>
                    <a:pt x="160316" y="167248"/>
                  </a:lnTo>
                  <a:lnTo>
                    <a:pt x="159016" y="177120"/>
                  </a:lnTo>
                  <a:lnTo>
                    <a:pt x="162345" y="177498"/>
                  </a:lnTo>
                  <a:lnTo>
                    <a:pt x="162986" y="173379"/>
                  </a:lnTo>
                  <a:lnTo>
                    <a:pt x="172282" y="174500"/>
                  </a:lnTo>
                  <a:lnTo>
                    <a:pt x="172314" y="178188"/>
                  </a:lnTo>
                  <a:lnTo>
                    <a:pt x="175857" y="177280"/>
                  </a:lnTo>
                  <a:lnTo>
                    <a:pt x="175779" y="174698"/>
                  </a:lnTo>
                  <a:lnTo>
                    <a:pt x="181639" y="174540"/>
                  </a:lnTo>
                  <a:lnTo>
                    <a:pt x="179753" y="182120"/>
                  </a:lnTo>
                  <a:lnTo>
                    <a:pt x="174624" y="182263"/>
                  </a:lnTo>
                  <a:lnTo>
                    <a:pt x="174316" y="186268"/>
                  </a:lnTo>
                  <a:lnTo>
                    <a:pt x="173241" y="189023"/>
                  </a:lnTo>
                  <a:lnTo>
                    <a:pt x="163414" y="198951"/>
                  </a:lnTo>
                  <a:lnTo>
                    <a:pt x="164475" y="203793"/>
                  </a:lnTo>
                  <a:lnTo>
                    <a:pt x="158877" y="209689"/>
                  </a:lnTo>
                  <a:lnTo>
                    <a:pt x="157473" y="215458"/>
                  </a:lnTo>
                  <a:lnTo>
                    <a:pt x="154942" y="216304"/>
                  </a:lnTo>
                  <a:lnTo>
                    <a:pt x="155372" y="218506"/>
                  </a:lnTo>
                  <a:lnTo>
                    <a:pt x="152755" y="217912"/>
                  </a:lnTo>
                  <a:lnTo>
                    <a:pt x="150528" y="212452"/>
                  </a:lnTo>
                  <a:lnTo>
                    <a:pt x="154330" y="213888"/>
                  </a:lnTo>
                  <a:lnTo>
                    <a:pt x="155240" y="207872"/>
                  </a:lnTo>
                  <a:lnTo>
                    <a:pt x="148648" y="204584"/>
                  </a:lnTo>
                  <a:lnTo>
                    <a:pt x="145209" y="207314"/>
                  </a:lnTo>
                  <a:lnTo>
                    <a:pt x="134644" y="202680"/>
                  </a:lnTo>
                  <a:lnTo>
                    <a:pt x="127645" y="190028"/>
                  </a:lnTo>
                  <a:lnTo>
                    <a:pt x="125619" y="184075"/>
                  </a:lnTo>
                  <a:lnTo>
                    <a:pt x="97805" y="177128"/>
                  </a:lnTo>
                  <a:lnTo>
                    <a:pt x="79220" y="170848"/>
                  </a:lnTo>
                  <a:lnTo>
                    <a:pt x="72315" y="169948"/>
                  </a:lnTo>
                  <a:lnTo>
                    <a:pt x="52292" y="171116"/>
                  </a:lnTo>
                  <a:lnTo>
                    <a:pt x="43634" y="159899"/>
                  </a:lnTo>
                  <a:lnTo>
                    <a:pt x="41273" y="154876"/>
                  </a:lnTo>
                  <a:lnTo>
                    <a:pt x="35480" y="152593"/>
                  </a:lnTo>
                  <a:lnTo>
                    <a:pt x="24318" y="137310"/>
                  </a:lnTo>
                  <a:lnTo>
                    <a:pt x="23460" y="124208"/>
                  </a:lnTo>
                  <a:lnTo>
                    <a:pt x="13361" y="122702"/>
                  </a:lnTo>
                  <a:lnTo>
                    <a:pt x="14866" y="117234"/>
                  </a:lnTo>
                  <a:lnTo>
                    <a:pt x="0" y="113031"/>
                  </a:lnTo>
                  <a:lnTo>
                    <a:pt x="2275" y="104397"/>
                  </a:lnTo>
                  <a:lnTo>
                    <a:pt x="13077" y="107421"/>
                  </a:lnTo>
                  <a:lnTo>
                    <a:pt x="12173" y="102252"/>
                  </a:lnTo>
                  <a:lnTo>
                    <a:pt x="16741" y="96669"/>
                  </a:lnTo>
                  <a:lnTo>
                    <a:pt x="23794" y="95566"/>
                  </a:lnTo>
                  <a:lnTo>
                    <a:pt x="23891" y="96738"/>
                  </a:lnTo>
                  <a:lnTo>
                    <a:pt x="27805" y="96078"/>
                  </a:lnTo>
                  <a:lnTo>
                    <a:pt x="27703" y="94946"/>
                  </a:lnTo>
                  <a:lnTo>
                    <a:pt x="19619" y="89412"/>
                  </a:lnTo>
                  <a:lnTo>
                    <a:pt x="19572" y="87966"/>
                  </a:lnTo>
                  <a:lnTo>
                    <a:pt x="24774" y="88300"/>
                  </a:lnTo>
                  <a:lnTo>
                    <a:pt x="24746" y="82691"/>
                  </a:lnTo>
                  <a:lnTo>
                    <a:pt x="38191" y="83138"/>
                  </a:lnTo>
                  <a:lnTo>
                    <a:pt x="42927" y="70062"/>
                  </a:lnTo>
                  <a:lnTo>
                    <a:pt x="51302" y="70125"/>
                  </a:lnTo>
                  <a:lnTo>
                    <a:pt x="54468" y="82952"/>
                  </a:lnTo>
                  <a:lnTo>
                    <a:pt x="60093" y="82904"/>
                  </a:lnTo>
                  <a:lnTo>
                    <a:pt x="60307" y="75224"/>
                  </a:lnTo>
                  <a:lnTo>
                    <a:pt x="69603" y="76349"/>
                  </a:lnTo>
                  <a:lnTo>
                    <a:pt x="69162" y="82805"/>
                  </a:lnTo>
                  <a:lnTo>
                    <a:pt x="71933" y="82775"/>
                  </a:lnTo>
                  <a:lnTo>
                    <a:pt x="72762" y="74735"/>
                  </a:lnTo>
                  <a:lnTo>
                    <a:pt x="77400" y="63297"/>
                  </a:lnTo>
                  <a:lnTo>
                    <a:pt x="75148" y="61204"/>
                  </a:lnTo>
                  <a:lnTo>
                    <a:pt x="80550" y="48294"/>
                  </a:lnTo>
                  <a:lnTo>
                    <a:pt x="83591" y="49275"/>
                  </a:lnTo>
                  <a:lnTo>
                    <a:pt x="98897" y="49445"/>
                  </a:lnTo>
                  <a:lnTo>
                    <a:pt x="101636" y="44518"/>
                  </a:lnTo>
                  <a:lnTo>
                    <a:pt x="103512" y="42951"/>
                  </a:lnTo>
                  <a:lnTo>
                    <a:pt x="117862" y="49759"/>
                  </a:lnTo>
                  <a:lnTo>
                    <a:pt x="123083" y="45858"/>
                  </a:lnTo>
                  <a:lnTo>
                    <a:pt x="119128" y="42544"/>
                  </a:lnTo>
                  <a:lnTo>
                    <a:pt x="115780" y="42718"/>
                  </a:lnTo>
                  <a:lnTo>
                    <a:pt x="117419" y="35179"/>
                  </a:lnTo>
                  <a:lnTo>
                    <a:pt x="114949" y="29869"/>
                  </a:lnTo>
                  <a:lnTo>
                    <a:pt x="109697" y="23395"/>
                  </a:lnTo>
                  <a:lnTo>
                    <a:pt x="104983" y="19307"/>
                  </a:lnTo>
                  <a:lnTo>
                    <a:pt x="101219" y="12913"/>
                  </a:lnTo>
                  <a:lnTo>
                    <a:pt x="8980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h3427"/>
            <p:cNvSpPr/>
            <p:nvPr/>
          </p:nvSpPr>
          <p:spPr>
            <a:xfrm>
              <a:off x="6872562" y="1989575"/>
              <a:ext cx="138887" cy="93069"/>
            </a:xfrm>
            <a:custGeom>
              <a:avLst/>
              <a:pathLst>
                <a:path w="138887" h="93069">
                  <a:moveTo>
                    <a:pt x="11476" y="9624"/>
                  </a:moveTo>
                  <a:lnTo>
                    <a:pt x="12436" y="12251"/>
                  </a:lnTo>
                  <a:lnTo>
                    <a:pt x="31394" y="12969"/>
                  </a:lnTo>
                  <a:lnTo>
                    <a:pt x="39532" y="12546"/>
                  </a:lnTo>
                  <a:lnTo>
                    <a:pt x="66509" y="11002"/>
                  </a:lnTo>
                  <a:lnTo>
                    <a:pt x="65063" y="19340"/>
                  </a:lnTo>
                  <a:lnTo>
                    <a:pt x="79656" y="33768"/>
                  </a:lnTo>
                  <a:lnTo>
                    <a:pt x="86543" y="32029"/>
                  </a:lnTo>
                  <a:lnTo>
                    <a:pt x="85766" y="37885"/>
                  </a:lnTo>
                  <a:lnTo>
                    <a:pt x="89613" y="34405"/>
                  </a:lnTo>
                  <a:lnTo>
                    <a:pt x="97131" y="36219"/>
                  </a:lnTo>
                  <a:lnTo>
                    <a:pt x="103758" y="32548"/>
                  </a:lnTo>
                  <a:lnTo>
                    <a:pt x="116151" y="28269"/>
                  </a:lnTo>
                  <a:lnTo>
                    <a:pt x="120147" y="28940"/>
                  </a:lnTo>
                  <a:lnTo>
                    <a:pt x="121240" y="31298"/>
                  </a:lnTo>
                  <a:lnTo>
                    <a:pt x="122267" y="31672"/>
                  </a:lnTo>
                  <a:lnTo>
                    <a:pt x="127211" y="31984"/>
                  </a:lnTo>
                  <a:lnTo>
                    <a:pt x="130067" y="34319"/>
                  </a:lnTo>
                  <a:lnTo>
                    <a:pt x="134208" y="39493"/>
                  </a:lnTo>
                  <a:lnTo>
                    <a:pt x="138183" y="41891"/>
                  </a:lnTo>
                  <a:lnTo>
                    <a:pt x="138887" y="43816"/>
                  </a:lnTo>
                  <a:lnTo>
                    <a:pt x="109029" y="51697"/>
                  </a:lnTo>
                  <a:lnTo>
                    <a:pt x="90871" y="70188"/>
                  </a:lnTo>
                  <a:lnTo>
                    <a:pt x="91419" y="86107"/>
                  </a:lnTo>
                  <a:lnTo>
                    <a:pt x="83392" y="93069"/>
                  </a:lnTo>
                  <a:lnTo>
                    <a:pt x="80604" y="85605"/>
                  </a:lnTo>
                  <a:lnTo>
                    <a:pt x="80313" y="81793"/>
                  </a:lnTo>
                  <a:lnTo>
                    <a:pt x="75636" y="76145"/>
                  </a:lnTo>
                  <a:lnTo>
                    <a:pt x="66840" y="70893"/>
                  </a:lnTo>
                  <a:lnTo>
                    <a:pt x="66549" y="67840"/>
                  </a:lnTo>
                  <a:lnTo>
                    <a:pt x="60883" y="59956"/>
                  </a:lnTo>
                  <a:lnTo>
                    <a:pt x="53312" y="55073"/>
                  </a:lnTo>
                  <a:lnTo>
                    <a:pt x="47444" y="48816"/>
                  </a:lnTo>
                  <a:lnTo>
                    <a:pt x="37031" y="43404"/>
                  </a:lnTo>
                  <a:lnTo>
                    <a:pt x="34490" y="32413"/>
                  </a:lnTo>
                  <a:lnTo>
                    <a:pt x="27776" y="32695"/>
                  </a:lnTo>
                  <a:lnTo>
                    <a:pt x="28366" y="29040"/>
                  </a:lnTo>
                  <a:lnTo>
                    <a:pt x="22837" y="28294"/>
                  </a:lnTo>
                  <a:lnTo>
                    <a:pt x="11385" y="28524"/>
                  </a:lnTo>
                  <a:lnTo>
                    <a:pt x="1883" y="13206"/>
                  </a:lnTo>
                  <a:lnTo>
                    <a:pt x="0" y="5587"/>
                  </a:lnTo>
                  <a:lnTo>
                    <a:pt x="1224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h3428"/>
            <p:cNvSpPr/>
            <p:nvPr/>
          </p:nvSpPr>
          <p:spPr>
            <a:xfrm>
              <a:off x="6839008" y="2165001"/>
              <a:ext cx="162423" cy="123977"/>
            </a:xfrm>
            <a:custGeom>
              <a:avLst/>
              <a:pathLst>
                <a:path w="162423" h="123977">
                  <a:moveTo>
                    <a:pt x="27736" y="9683"/>
                  </a:moveTo>
                  <a:lnTo>
                    <a:pt x="31674" y="13108"/>
                  </a:lnTo>
                  <a:lnTo>
                    <a:pt x="39765" y="17100"/>
                  </a:lnTo>
                  <a:lnTo>
                    <a:pt x="46016" y="7597"/>
                  </a:lnTo>
                  <a:lnTo>
                    <a:pt x="52011" y="16942"/>
                  </a:lnTo>
                  <a:lnTo>
                    <a:pt x="61899" y="16533"/>
                  </a:lnTo>
                  <a:lnTo>
                    <a:pt x="64543" y="13168"/>
                  </a:lnTo>
                  <a:lnTo>
                    <a:pt x="68945" y="11261"/>
                  </a:lnTo>
                  <a:lnTo>
                    <a:pt x="79717" y="14962"/>
                  </a:lnTo>
                  <a:lnTo>
                    <a:pt x="84298" y="20238"/>
                  </a:lnTo>
                  <a:lnTo>
                    <a:pt x="89245" y="23308"/>
                  </a:lnTo>
                  <a:lnTo>
                    <a:pt x="91306" y="27522"/>
                  </a:lnTo>
                  <a:lnTo>
                    <a:pt x="97032" y="25682"/>
                  </a:lnTo>
                  <a:lnTo>
                    <a:pt x="100281" y="29480"/>
                  </a:lnTo>
                  <a:lnTo>
                    <a:pt x="107960" y="33410"/>
                  </a:lnTo>
                  <a:lnTo>
                    <a:pt x="112727" y="40285"/>
                  </a:lnTo>
                  <a:lnTo>
                    <a:pt x="115874" y="41728"/>
                  </a:lnTo>
                  <a:lnTo>
                    <a:pt x="117340" y="50490"/>
                  </a:lnTo>
                  <a:lnTo>
                    <a:pt x="117282" y="57277"/>
                  </a:lnTo>
                  <a:lnTo>
                    <a:pt x="120688" y="58526"/>
                  </a:lnTo>
                  <a:lnTo>
                    <a:pt x="125723" y="58772"/>
                  </a:lnTo>
                  <a:lnTo>
                    <a:pt x="127147" y="62452"/>
                  </a:lnTo>
                  <a:lnTo>
                    <a:pt x="125647" y="69058"/>
                  </a:lnTo>
                  <a:lnTo>
                    <a:pt x="124316" y="70211"/>
                  </a:lnTo>
                  <a:lnTo>
                    <a:pt x="122597" y="75391"/>
                  </a:lnTo>
                  <a:lnTo>
                    <a:pt x="129379" y="87683"/>
                  </a:lnTo>
                  <a:lnTo>
                    <a:pt x="131542" y="93001"/>
                  </a:lnTo>
                  <a:lnTo>
                    <a:pt x="132109" y="98753"/>
                  </a:lnTo>
                  <a:lnTo>
                    <a:pt x="138490" y="99456"/>
                  </a:lnTo>
                  <a:lnTo>
                    <a:pt x="139697" y="103486"/>
                  </a:lnTo>
                  <a:lnTo>
                    <a:pt x="143261" y="108169"/>
                  </a:lnTo>
                  <a:lnTo>
                    <a:pt x="150078" y="107555"/>
                  </a:lnTo>
                  <a:lnTo>
                    <a:pt x="152593" y="110139"/>
                  </a:lnTo>
                  <a:lnTo>
                    <a:pt x="161361" y="112614"/>
                  </a:lnTo>
                  <a:lnTo>
                    <a:pt x="162423" y="114892"/>
                  </a:lnTo>
                  <a:lnTo>
                    <a:pt x="154085" y="114246"/>
                  </a:lnTo>
                  <a:lnTo>
                    <a:pt x="153043" y="115110"/>
                  </a:lnTo>
                  <a:lnTo>
                    <a:pt x="139202" y="112303"/>
                  </a:lnTo>
                  <a:lnTo>
                    <a:pt x="135341" y="113845"/>
                  </a:lnTo>
                  <a:lnTo>
                    <a:pt x="132699" y="115890"/>
                  </a:lnTo>
                  <a:lnTo>
                    <a:pt x="127216" y="115630"/>
                  </a:lnTo>
                  <a:lnTo>
                    <a:pt x="121858" y="118610"/>
                  </a:lnTo>
                  <a:lnTo>
                    <a:pt x="120118" y="118578"/>
                  </a:lnTo>
                  <a:lnTo>
                    <a:pt x="117237" y="114947"/>
                  </a:lnTo>
                  <a:lnTo>
                    <a:pt x="114162" y="118173"/>
                  </a:lnTo>
                  <a:lnTo>
                    <a:pt x="112864" y="114394"/>
                  </a:lnTo>
                  <a:lnTo>
                    <a:pt x="111986" y="114239"/>
                  </a:lnTo>
                  <a:lnTo>
                    <a:pt x="108018" y="116157"/>
                  </a:lnTo>
                  <a:lnTo>
                    <a:pt x="102640" y="116316"/>
                  </a:lnTo>
                  <a:lnTo>
                    <a:pt x="80904" y="123541"/>
                  </a:lnTo>
                  <a:lnTo>
                    <a:pt x="73632" y="123977"/>
                  </a:lnTo>
                  <a:lnTo>
                    <a:pt x="69304" y="122678"/>
                  </a:lnTo>
                  <a:lnTo>
                    <a:pt x="68906" y="120706"/>
                  </a:lnTo>
                  <a:lnTo>
                    <a:pt x="74629" y="118911"/>
                  </a:lnTo>
                  <a:lnTo>
                    <a:pt x="77289" y="108119"/>
                  </a:lnTo>
                  <a:lnTo>
                    <a:pt x="80514" y="105556"/>
                  </a:lnTo>
                  <a:lnTo>
                    <a:pt x="84581" y="104154"/>
                  </a:lnTo>
                  <a:lnTo>
                    <a:pt x="78689" y="101076"/>
                  </a:lnTo>
                  <a:lnTo>
                    <a:pt x="67081" y="100590"/>
                  </a:lnTo>
                  <a:lnTo>
                    <a:pt x="65704" y="97470"/>
                  </a:lnTo>
                  <a:lnTo>
                    <a:pt x="63321" y="96393"/>
                  </a:lnTo>
                  <a:lnTo>
                    <a:pt x="57504" y="103883"/>
                  </a:lnTo>
                  <a:lnTo>
                    <a:pt x="50324" y="97409"/>
                  </a:lnTo>
                  <a:lnTo>
                    <a:pt x="51618" y="96430"/>
                  </a:lnTo>
                  <a:lnTo>
                    <a:pt x="52769" y="97524"/>
                  </a:lnTo>
                  <a:lnTo>
                    <a:pt x="56964" y="93534"/>
                  </a:lnTo>
                  <a:lnTo>
                    <a:pt x="59566" y="84484"/>
                  </a:lnTo>
                  <a:lnTo>
                    <a:pt x="45643" y="82673"/>
                  </a:lnTo>
                  <a:lnTo>
                    <a:pt x="52296" y="91380"/>
                  </a:lnTo>
                  <a:lnTo>
                    <a:pt x="36321" y="91243"/>
                  </a:lnTo>
                  <a:lnTo>
                    <a:pt x="36182" y="85113"/>
                  </a:lnTo>
                  <a:lnTo>
                    <a:pt x="37555" y="76877"/>
                  </a:lnTo>
                  <a:lnTo>
                    <a:pt x="49487" y="71817"/>
                  </a:lnTo>
                  <a:lnTo>
                    <a:pt x="44612" y="69143"/>
                  </a:lnTo>
                  <a:lnTo>
                    <a:pt x="40272" y="70743"/>
                  </a:lnTo>
                  <a:lnTo>
                    <a:pt x="36115" y="63668"/>
                  </a:lnTo>
                  <a:lnTo>
                    <a:pt x="35054" y="67127"/>
                  </a:lnTo>
                  <a:lnTo>
                    <a:pt x="35657" y="69262"/>
                  </a:lnTo>
                  <a:lnTo>
                    <a:pt x="36810" y="69946"/>
                  </a:lnTo>
                  <a:lnTo>
                    <a:pt x="32274" y="77687"/>
                  </a:lnTo>
                  <a:lnTo>
                    <a:pt x="25084" y="74355"/>
                  </a:lnTo>
                  <a:lnTo>
                    <a:pt x="16855" y="72670"/>
                  </a:lnTo>
                  <a:lnTo>
                    <a:pt x="16540" y="76449"/>
                  </a:lnTo>
                  <a:lnTo>
                    <a:pt x="14856" y="69779"/>
                  </a:lnTo>
                  <a:lnTo>
                    <a:pt x="14609" y="65305"/>
                  </a:lnTo>
                  <a:lnTo>
                    <a:pt x="9600" y="59736"/>
                  </a:lnTo>
                  <a:lnTo>
                    <a:pt x="9332" y="56381"/>
                  </a:lnTo>
                  <a:lnTo>
                    <a:pt x="14487" y="53835"/>
                  </a:lnTo>
                  <a:lnTo>
                    <a:pt x="11306" y="45395"/>
                  </a:lnTo>
                  <a:lnTo>
                    <a:pt x="10212" y="37803"/>
                  </a:lnTo>
                  <a:lnTo>
                    <a:pt x="0" y="35393"/>
                  </a:lnTo>
                  <a:lnTo>
                    <a:pt x="3395" y="24025"/>
                  </a:lnTo>
                  <a:lnTo>
                    <a:pt x="3046" y="22851"/>
                  </a:lnTo>
                  <a:lnTo>
                    <a:pt x="11964" y="22775"/>
                  </a:lnTo>
                  <a:lnTo>
                    <a:pt x="9989" y="9513"/>
                  </a:lnTo>
                  <a:lnTo>
                    <a:pt x="9910" y="8977"/>
                  </a:lnTo>
                  <a:lnTo>
                    <a:pt x="23779" y="12835"/>
                  </a:lnTo>
                  <a:lnTo>
                    <a:pt x="2542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h3429"/>
            <p:cNvSpPr/>
            <p:nvPr/>
          </p:nvSpPr>
          <p:spPr>
            <a:xfrm>
              <a:off x="6969588" y="1830112"/>
              <a:ext cx="37328" cy="43750"/>
            </a:xfrm>
            <a:custGeom>
              <a:avLst/>
              <a:pathLst>
                <a:path w="37328" h="43750">
                  <a:moveTo>
                    <a:pt x="22337" y="12023"/>
                  </a:moveTo>
                  <a:lnTo>
                    <a:pt x="25419" y="15061"/>
                  </a:lnTo>
                  <a:lnTo>
                    <a:pt x="28479" y="23959"/>
                  </a:lnTo>
                  <a:lnTo>
                    <a:pt x="31020" y="36530"/>
                  </a:lnTo>
                  <a:lnTo>
                    <a:pt x="35555" y="39251"/>
                  </a:lnTo>
                  <a:lnTo>
                    <a:pt x="37328" y="39120"/>
                  </a:lnTo>
                  <a:lnTo>
                    <a:pt x="37211" y="43289"/>
                  </a:lnTo>
                  <a:lnTo>
                    <a:pt x="35802" y="43750"/>
                  </a:lnTo>
                  <a:lnTo>
                    <a:pt x="29696" y="40002"/>
                  </a:lnTo>
                  <a:lnTo>
                    <a:pt x="18983" y="38082"/>
                  </a:lnTo>
                  <a:lnTo>
                    <a:pt x="15038" y="37470"/>
                  </a:lnTo>
                  <a:lnTo>
                    <a:pt x="13232" y="25283"/>
                  </a:lnTo>
                  <a:lnTo>
                    <a:pt x="10434" y="24839"/>
                  </a:lnTo>
                  <a:lnTo>
                    <a:pt x="2226" y="12549"/>
                  </a:lnTo>
                  <a:lnTo>
                    <a:pt x="0" y="10042"/>
                  </a:lnTo>
                  <a:lnTo>
                    <a:pt x="4727" y="3966"/>
                  </a:lnTo>
                  <a:lnTo>
                    <a:pt x="1354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h3430"/>
            <p:cNvSpPr/>
            <p:nvPr/>
          </p:nvSpPr>
          <p:spPr>
            <a:xfrm>
              <a:off x="6900371" y="1922123"/>
              <a:ext cx="54630" cy="79998"/>
            </a:xfrm>
            <a:custGeom>
              <a:avLst/>
              <a:pathLst>
                <a:path w="54630" h="79998">
                  <a:moveTo>
                    <a:pt x="38820" y="5765"/>
                  </a:moveTo>
                  <a:lnTo>
                    <a:pt x="39314" y="20089"/>
                  </a:lnTo>
                  <a:lnTo>
                    <a:pt x="40993" y="31573"/>
                  </a:lnTo>
                  <a:lnTo>
                    <a:pt x="47655" y="34411"/>
                  </a:lnTo>
                  <a:lnTo>
                    <a:pt x="48731" y="41674"/>
                  </a:lnTo>
                  <a:lnTo>
                    <a:pt x="46177" y="40583"/>
                  </a:lnTo>
                  <a:lnTo>
                    <a:pt x="42450" y="48335"/>
                  </a:lnTo>
                  <a:lnTo>
                    <a:pt x="45282" y="50518"/>
                  </a:lnTo>
                  <a:lnTo>
                    <a:pt x="41674" y="53975"/>
                  </a:lnTo>
                  <a:lnTo>
                    <a:pt x="54476" y="63831"/>
                  </a:lnTo>
                  <a:lnTo>
                    <a:pt x="54630" y="74930"/>
                  </a:lnTo>
                  <a:lnTo>
                    <a:pt x="52174" y="75098"/>
                  </a:lnTo>
                  <a:lnTo>
                    <a:pt x="50740" y="73082"/>
                  </a:lnTo>
                  <a:lnTo>
                    <a:pt x="48395" y="72288"/>
                  </a:lnTo>
                  <a:lnTo>
                    <a:pt x="38699" y="78454"/>
                  </a:lnTo>
                  <a:lnTo>
                    <a:pt x="11723" y="79998"/>
                  </a:lnTo>
                  <a:lnTo>
                    <a:pt x="3112" y="60179"/>
                  </a:lnTo>
                  <a:lnTo>
                    <a:pt x="571" y="50729"/>
                  </a:lnTo>
                  <a:lnTo>
                    <a:pt x="308" y="48905"/>
                  </a:lnTo>
                  <a:lnTo>
                    <a:pt x="2293" y="48470"/>
                  </a:lnTo>
                  <a:lnTo>
                    <a:pt x="4383" y="49096"/>
                  </a:lnTo>
                  <a:lnTo>
                    <a:pt x="8641" y="52466"/>
                  </a:lnTo>
                  <a:lnTo>
                    <a:pt x="6674" y="46322"/>
                  </a:lnTo>
                  <a:lnTo>
                    <a:pt x="10249" y="46326"/>
                  </a:lnTo>
                  <a:lnTo>
                    <a:pt x="14731" y="48132"/>
                  </a:lnTo>
                  <a:lnTo>
                    <a:pt x="20795" y="46999"/>
                  </a:lnTo>
                  <a:lnTo>
                    <a:pt x="18588" y="44636"/>
                  </a:lnTo>
                  <a:lnTo>
                    <a:pt x="20741" y="38839"/>
                  </a:lnTo>
                  <a:lnTo>
                    <a:pt x="14435" y="35440"/>
                  </a:lnTo>
                  <a:lnTo>
                    <a:pt x="16297" y="30857"/>
                  </a:lnTo>
                  <a:lnTo>
                    <a:pt x="17266" y="31254"/>
                  </a:lnTo>
                  <a:lnTo>
                    <a:pt x="18643" y="28014"/>
                  </a:lnTo>
                  <a:lnTo>
                    <a:pt x="8455" y="22944"/>
                  </a:lnTo>
                  <a:lnTo>
                    <a:pt x="6961" y="17653"/>
                  </a:lnTo>
                  <a:lnTo>
                    <a:pt x="0" y="15110"/>
                  </a:lnTo>
                  <a:lnTo>
                    <a:pt x="533" y="3685"/>
                  </a:lnTo>
                  <a:lnTo>
                    <a:pt x="5665" y="3190"/>
                  </a:lnTo>
                  <a:lnTo>
                    <a:pt x="7219" y="3039"/>
                  </a:lnTo>
                  <a:lnTo>
                    <a:pt x="3858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h3431"/>
            <p:cNvSpPr/>
            <p:nvPr/>
          </p:nvSpPr>
          <p:spPr>
            <a:xfrm>
              <a:off x="6871755" y="2279241"/>
              <a:ext cx="106845" cy="128419"/>
            </a:xfrm>
            <a:custGeom>
              <a:avLst/>
              <a:pathLst>
                <a:path w="106845" h="128419">
                  <a:moveTo>
                    <a:pt x="80117" y="154"/>
                  </a:moveTo>
                  <a:lnTo>
                    <a:pt x="81415" y="3934"/>
                  </a:lnTo>
                  <a:lnTo>
                    <a:pt x="84717" y="7951"/>
                  </a:lnTo>
                  <a:lnTo>
                    <a:pt x="87478" y="17494"/>
                  </a:lnTo>
                  <a:lnTo>
                    <a:pt x="88853" y="16815"/>
                  </a:lnTo>
                  <a:lnTo>
                    <a:pt x="93066" y="20962"/>
                  </a:lnTo>
                  <a:lnTo>
                    <a:pt x="92456" y="21711"/>
                  </a:lnTo>
                  <a:lnTo>
                    <a:pt x="84318" y="19696"/>
                  </a:lnTo>
                  <a:lnTo>
                    <a:pt x="82841" y="20238"/>
                  </a:lnTo>
                  <a:lnTo>
                    <a:pt x="86350" y="23620"/>
                  </a:lnTo>
                  <a:lnTo>
                    <a:pt x="90388" y="24797"/>
                  </a:lnTo>
                  <a:lnTo>
                    <a:pt x="90441" y="25861"/>
                  </a:lnTo>
                  <a:lnTo>
                    <a:pt x="88765" y="27814"/>
                  </a:lnTo>
                  <a:lnTo>
                    <a:pt x="83907" y="26208"/>
                  </a:lnTo>
                  <a:lnTo>
                    <a:pt x="83453" y="23676"/>
                  </a:lnTo>
                  <a:lnTo>
                    <a:pt x="79737" y="27176"/>
                  </a:lnTo>
                  <a:lnTo>
                    <a:pt x="85564" y="28799"/>
                  </a:lnTo>
                  <a:lnTo>
                    <a:pt x="87130" y="30599"/>
                  </a:lnTo>
                  <a:lnTo>
                    <a:pt x="87097" y="36316"/>
                  </a:lnTo>
                  <a:lnTo>
                    <a:pt x="84562" y="36049"/>
                  </a:lnTo>
                  <a:lnTo>
                    <a:pt x="84338" y="38019"/>
                  </a:lnTo>
                  <a:lnTo>
                    <a:pt x="89600" y="45789"/>
                  </a:lnTo>
                  <a:lnTo>
                    <a:pt x="97383" y="48283"/>
                  </a:lnTo>
                  <a:lnTo>
                    <a:pt x="95529" y="68812"/>
                  </a:lnTo>
                  <a:lnTo>
                    <a:pt x="106845" y="78934"/>
                  </a:lnTo>
                  <a:lnTo>
                    <a:pt x="95150" y="90002"/>
                  </a:lnTo>
                  <a:lnTo>
                    <a:pt x="95008" y="91418"/>
                  </a:lnTo>
                  <a:lnTo>
                    <a:pt x="98728" y="101004"/>
                  </a:lnTo>
                  <a:lnTo>
                    <a:pt x="97880" y="121247"/>
                  </a:lnTo>
                  <a:lnTo>
                    <a:pt x="98587" y="126502"/>
                  </a:lnTo>
                  <a:lnTo>
                    <a:pt x="97336" y="127114"/>
                  </a:lnTo>
                  <a:lnTo>
                    <a:pt x="92853" y="126623"/>
                  </a:lnTo>
                  <a:lnTo>
                    <a:pt x="86303" y="122967"/>
                  </a:lnTo>
                  <a:lnTo>
                    <a:pt x="79567" y="128419"/>
                  </a:lnTo>
                  <a:lnTo>
                    <a:pt x="64944" y="122165"/>
                  </a:lnTo>
                  <a:lnTo>
                    <a:pt x="59274" y="117986"/>
                  </a:lnTo>
                  <a:lnTo>
                    <a:pt x="54796" y="110388"/>
                  </a:lnTo>
                  <a:lnTo>
                    <a:pt x="52699" y="102873"/>
                  </a:lnTo>
                  <a:lnTo>
                    <a:pt x="48697" y="98159"/>
                  </a:lnTo>
                  <a:lnTo>
                    <a:pt x="33471" y="93233"/>
                  </a:lnTo>
                  <a:lnTo>
                    <a:pt x="26308" y="96557"/>
                  </a:lnTo>
                  <a:lnTo>
                    <a:pt x="25061" y="98680"/>
                  </a:lnTo>
                  <a:lnTo>
                    <a:pt x="20780" y="102086"/>
                  </a:lnTo>
                  <a:lnTo>
                    <a:pt x="19219" y="103327"/>
                  </a:lnTo>
                  <a:lnTo>
                    <a:pt x="2926" y="101121"/>
                  </a:lnTo>
                  <a:lnTo>
                    <a:pt x="2610" y="101071"/>
                  </a:lnTo>
                  <a:lnTo>
                    <a:pt x="2179" y="98868"/>
                  </a:lnTo>
                  <a:lnTo>
                    <a:pt x="4711" y="98023"/>
                  </a:lnTo>
                  <a:lnTo>
                    <a:pt x="6115" y="92254"/>
                  </a:lnTo>
                  <a:lnTo>
                    <a:pt x="11713" y="86358"/>
                  </a:lnTo>
                  <a:lnTo>
                    <a:pt x="10651" y="81515"/>
                  </a:lnTo>
                  <a:lnTo>
                    <a:pt x="20479" y="71588"/>
                  </a:lnTo>
                  <a:lnTo>
                    <a:pt x="21554" y="68833"/>
                  </a:lnTo>
                  <a:lnTo>
                    <a:pt x="21861" y="64827"/>
                  </a:lnTo>
                  <a:lnTo>
                    <a:pt x="26991" y="64684"/>
                  </a:lnTo>
                  <a:lnTo>
                    <a:pt x="28877" y="57105"/>
                  </a:lnTo>
                  <a:lnTo>
                    <a:pt x="23017" y="57263"/>
                  </a:lnTo>
                  <a:lnTo>
                    <a:pt x="23095" y="59844"/>
                  </a:lnTo>
                  <a:lnTo>
                    <a:pt x="19552" y="60753"/>
                  </a:lnTo>
                  <a:lnTo>
                    <a:pt x="19520" y="57065"/>
                  </a:lnTo>
                  <a:lnTo>
                    <a:pt x="10223" y="55944"/>
                  </a:lnTo>
                  <a:lnTo>
                    <a:pt x="9582" y="60063"/>
                  </a:lnTo>
                  <a:lnTo>
                    <a:pt x="6254" y="59685"/>
                  </a:lnTo>
                  <a:lnTo>
                    <a:pt x="7554" y="49813"/>
                  </a:lnTo>
                  <a:lnTo>
                    <a:pt x="3636" y="49055"/>
                  </a:lnTo>
                  <a:lnTo>
                    <a:pt x="2285" y="47961"/>
                  </a:lnTo>
                  <a:lnTo>
                    <a:pt x="0" y="44737"/>
                  </a:lnTo>
                  <a:lnTo>
                    <a:pt x="685" y="42944"/>
                  </a:lnTo>
                  <a:lnTo>
                    <a:pt x="22415" y="45675"/>
                  </a:lnTo>
                  <a:lnTo>
                    <a:pt x="23689" y="42074"/>
                  </a:lnTo>
                  <a:lnTo>
                    <a:pt x="28072" y="42595"/>
                  </a:lnTo>
                  <a:lnTo>
                    <a:pt x="30035" y="26130"/>
                  </a:lnTo>
                  <a:lnTo>
                    <a:pt x="36684" y="25848"/>
                  </a:lnTo>
                  <a:lnTo>
                    <a:pt x="36437" y="19805"/>
                  </a:lnTo>
                  <a:lnTo>
                    <a:pt x="39063" y="19552"/>
                  </a:lnTo>
                  <a:lnTo>
                    <a:pt x="40213" y="20229"/>
                  </a:lnTo>
                  <a:lnTo>
                    <a:pt x="41711" y="18998"/>
                  </a:lnTo>
                  <a:lnTo>
                    <a:pt x="39508" y="16501"/>
                  </a:lnTo>
                  <a:lnTo>
                    <a:pt x="30297" y="15224"/>
                  </a:lnTo>
                  <a:lnTo>
                    <a:pt x="25965" y="6809"/>
                  </a:lnTo>
                  <a:lnTo>
                    <a:pt x="36159" y="6466"/>
                  </a:lnTo>
                  <a:lnTo>
                    <a:pt x="36557" y="8439"/>
                  </a:lnTo>
                  <a:lnTo>
                    <a:pt x="40885" y="9738"/>
                  </a:lnTo>
                  <a:lnTo>
                    <a:pt x="48157" y="9302"/>
                  </a:lnTo>
                  <a:lnTo>
                    <a:pt x="69893" y="2076"/>
                  </a:lnTo>
                  <a:lnTo>
                    <a:pt x="75271" y="1918"/>
                  </a:lnTo>
                  <a:lnTo>
                    <a:pt x="7923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h3432"/>
            <p:cNvSpPr/>
            <p:nvPr/>
          </p:nvSpPr>
          <p:spPr>
            <a:xfrm>
              <a:off x="6769183" y="1866731"/>
              <a:ext cx="126356" cy="217123"/>
            </a:xfrm>
            <a:custGeom>
              <a:avLst/>
              <a:pathLst>
                <a:path w="126356" h="217123">
                  <a:moveTo>
                    <a:pt x="18109" y="1606"/>
                  </a:moveTo>
                  <a:lnTo>
                    <a:pt x="21186" y="6199"/>
                  </a:lnTo>
                  <a:lnTo>
                    <a:pt x="30672" y="14535"/>
                  </a:lnTo>
                  <a:lnTo>
                    <a:pt x="38926" y="17735"/>
                  </a:lnTo>
                  <a:lnTo>
                    <a:pt x="47293" y="27328"/>
                  </a:lnTo>
                  <a:lnTo>
                    <a:pt x="48303" y="30032"/>
                  </a:lnTo>
                  <a:lnTo>
                    <a:pt x="49654" y="45493"/>
                  </a:lnTo>
                  <a:lnTo>
                    <a:pt x="49088" y="57156"/>
                  </a:lnTo>
                  <a:lnTo>
                    <a:pt x="50591" y="66907"/>
                  </a:lnTo>
                  <a:lnTo>
                    <a:pt x="47611" y="81751"/>
                  </a:lnTo>
                  <a:lnTo>
                    <a:pt x="53975" y="82748"/>
                  </a:lnTo>
                  <a:lnTo>
                    <a:pt x="55433" y="85434"/>
                  </a:lnTo>
                  <a:lnTo>
                    <a:pt x="60505" y="85511"/>
                  </a:lnTo>
                  <a:lnTo>
                    <a:pt x="62101" y="88917"/>
                  </a:lnTo>
                  <a:lnTo>
                    <a:pt x="62708" y="93799"/>
                  </a:lnTo>
                  <a:lnTo>
                    <a:pt x="69968" y="104078"/>
                  </a:lnTo>
                  <a:lnTo>
                    <a:pt x="75494" y="107594"/>
                  </a:lnTo>
                  <a:lnTo>
                    <a:pt x="80379" y="108324"/>
                  </a:lnTo>
                  <a:lnTo>
                    <a:pt x="81638" y="104442"/>
                  </a:lnTo>
                  <a:lnTo>
                    <a:pt x="92157" y="108439"/>
                  </a:lnTo>
                  <a:lnTo>
                    <a:pt x="101439" y="110404"/>
                  </a:lnTo>
                  <a:lnTo>
                    <a:pt x="109133" y="115368"/>
                  </a:lnTo>
                  <a:lnTo>
                    <a:pt x="113411" y="116912"/>
                  </a:lnTo>
                  <a:lnTo>
                    <a:pt x="115721" y="118853"/>
                  </a:lnTo>
                  <a:lnTo>
                    <a:pt x="115054" y="121701"/>
                  </a:lnTo>
                  <a:lnTo>
                    <a:pt x="115628" y="122844"/>
                  </a:lnTo>
                  <a:lnTo>
                    <a:pt x="103379" y="128431"/>
                  </a:lnTo>
                  <a:lnTo>
                    <a:pt x="105262" y="136050"/>
                  </a:lnTo>
                  <a:lnTo>
                    <a:pt x="114764" y="151368"/>
                  </a:lnTo>
                  <a:lnTo>
                    <a:pt x="115953" y="154251"/>
                  </a:lnTo>
                  <a:lnTo>
                    <a:pt x="116358" y="160745"/>
                  </a:lnTo>
                  <a:lnTo>
                    <a:pt x="121050" y="168206"/>
                  </a:lnTo>
                  <a:lnTo>
                    <a:pt x="118684" y="177603"/>
                  </a:lnTo>
                  <a:lnTo>
                    <a:pt x="122598" y="177681"/>
                  </a:lnTo>
                  <a:lnTo>
                    <a:pt x="118908" y="191051"/>
                  </a:lnTo>
                  <a:lnTo>
                    <a:pt x="116407" y="200095"/>
                  </a:lnTo>
                  <a:lnTo>
                    <a:pt x="118764" y="200121"/>
                  </a:lnTo>
                  <a:lnTo>
                    <a:pt x="122662" y="201636"/>
                  </a:lnTo>
                  <a:lnTo>
                    <a:pt x="123470" y="202279"/>
                  </a:lnTo>
                  <a:lnTo>
                    <a:pt x="124144" y="205185"/>
                  </a:lnTo>
                  <a:lnTo>
                    <a:pt x="126356" y="205846"/>
                  </a:lnTo>
                  <a:lnTo>
                    <a:pt x="121497" y="213347"/>
                  </a:lnTo>
                  <a:lnTo>
                    <a:pt x="120364" y="212462"/>
                  </a:lnTo>
                  <a:lnTo>
                    <a:pt x="113745" y="217123"/>
                  </a:lnTo>
                  <a:lnTo>
                    <a:pt x="110093" y="212910"/>
                  </a:lnTo>
                  <a:lnTo>
                    <a:pt x="106098" y="212344"/>
                  </a:lnTo>
                  <a:lnTo>
                    <a:pt x="93669" y="203113"/>
                  </a:lnTo>
                  <a:lnTo>
                    <a:pt x="91499" y="198669"/>
                  </a:lnTo>
                  <a:lnTo>
                    <a:pt x="92211" y="195412"/>
                  </a:lnTo>
                  <a:lnTo>
                    <a:pt x="98124" y="196708"/>
                  </a:lnTo>
                  <a:lnTo>
                    <a:pt x="97637" y="197524"/>
                  </a:lnTo>
                  <a:lnTo>
                    <a:pt x="104522" y="195329"/>
                  </a:lnTo>
                  <a:lnTo>
                    <a:pt x="99491" y="191763"/>
                  </a:lnTo>
                  <a:lnTo>
                    <a:pt x="94586" y="189550"/>
                  </a:lnTo>
                  <a:lnTo>
                    <a:pt x="93754" y="192210"/>
                  </a:lnTo>
                  <a:lnTo>
                    <a:pt x="90888" y="188673"/>
                  </a:lnTo>
                  <a:lnTo>
                    <a:pt x="91560" y="186349"/>
                  </a:lnTo>
                  <a:lnTo>
                    <a:pt x="85268" y="182848"/>
                  </a:lnTo>
                  <a:lnTo>
                    <a:pt x="84332" y="179669"/>
                  </a:lnTo>
                  <a:lnTo>
                    <a:pt x="84700" y="174384"/>
                  </a:lnTo>
                  <a:lnTo>
                    <a:pt x="72403" y="154869"/>
                  </a:lnTo>
                  <a:lnTo>
                    <a:pt x="65670" y="154984"/>
                  </a:lnTo>
                  <a:lnTo>
                    <a:pt x="64633" y="156783"/>
                  </a:lnTo>
                  <a:lnTo>
                    <a:pt x="62852" y="157848"/>
                  </a:lnTo>
                  <a:lnTo>
                    <a:pt x="57622" y="156577"/>
                  </a:lnTo>
                  <a:lnTo>
                    <a:pt x="51650" y="151819"/>
                  </a:lnTo>
                  <a:lnTo>
                    <a:pt x="46832" y="144627"/>
                  </a:lnTo>
                  <a:lnTo>
                    <a:pt x="41360" y="127917"/>
                  </a:lnTo>
                  <a:lnTo>
                    <a:pt x="36046" y="132917"/>
                  </a:lnTo>
                  <a:lnTo>
                    <a:pt x="34045" y="128269"/>
                  </a:lnTo>
                  <a:lnTo>
                    <a:pt x="39031" y="111765"/>
                  </a:lnTo>
                  <a:lnTo>
                    <a:pt x="33861" y="107363"/>
                  </a:lnTo>
                  <a:lnTo>
                    <a:pt x="28538" y="105725"/>
                  </a:lnTo>
                  <a:lnTo>
                    <a:pt x="27590" y="108146"/>
                  </a:lnTo>
                  <a:lnTo>
                    <a:pt x="26386" y="107784"/>
                  </a:lnTo>
                  <a:lnTo>
                    <a:pt x="22312" y="102660"/>
                  </a:lnTo>
                  <a:lnTo>
                    <a:pt x="25038" y="102674"/>
                  </a:lnTo>
                  <a:lnTo>
                    <a:pt x="27709" y="101343"/>
                  </a:lnTo>
                  <a:lnTo>
                    <a:pt x="32281" y="94683"/>
                  </a:lnTo>
                  <a:lnTo>
                    <a:pt x="29296" y="90805"/>
                  </a:lnTo>
                  <a:lnTo>
                    <a:pt x="24434" y="87171"/>
                  </a:lnTo>
                  <a:lnTo>
                    <a:pt x="16814" y="92464"/>
                  </a:lnTo>
                  <a:lnTo>
                    <a:pt x="12523" y="85766"/>
                  </a:lnTo>
                  <a:lnTo>
                    <a:pt x="12894" y="81402"/>
                  </a:lnTo>
                  <a:lnTo>
                    <a:pt x="10552" y="72686"/>
                  </a:lnTo>
                  <a:lnTo>
                    <a:pt x="5601" y="59880"/>
                  </a:lnTo>
                  <a:lnTo>
                    <a:pt x="0" y="49698"/>
                  </a:lnTo>
                  <a:lnTo>
                    <a:pt x="5901" y="44256"/>
                  </a:lnTo>
                  <a:lnTo>
                    <a:pt x="6088" y="41999"/>
                  </a:lnTo>
                  <a:lnTo>
                    <a:pt x="1685" y="15346"/>
                  </a:lnTo>
                  <a:lnTo>
                    <a:pt x="6729" y="21000"/>
                  </a:lnTo>
                  <a:lnTo>
                    <a:pt x="8392" y="18455"/>
                  </a:lnTo>
                  <a:lnTo>
                    <a:pt x="8279" y="10424"/>
                  </a:lnTo>
                  <a:lnTo>
                    <a:pt x="13067" y="4132"/>
                  </a:lnTo>
                  <a:lnTo>
                    <a:pt x="1314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h3433"/>
            <p:cNvSpPr/>
            <p:nvPr/>
          </p:nvSpPr>
          <p:spPr>
            <a:xfrm>
              <a:off x="6815127" y="2045820"/>
              <a:ext cx="45325" cy="37361"/>
            </a:xfrm>
            <a:custGeom>
              <a:avLst/>
              <a:pathLst>
                <a:path w="45325" h="37361">
                  <a:moveTo>
                    <a:pt x="24031" y="966"/>
                  </a:moveTo>
                  <a:lnTo>
                    <a:pt x="28833" y="4473"/>
                  </a:lnTo>
                  <a:lnTo>
                    <a:pt x="45325" y="35567"/>
                  </a:lnTo>
                  <a:lnTo>
                    <a:pt x="37125" y="34529"/>
                  </a:lnTo>
                  <a:lnTo>
                    <a:pt x="36805" y="35652"/>
                  </a:lnTo>
                  <a:lnTo>
                    <a:pt x="34323" y="35655"/>
                  </a:lnTo>
                  <a:lnTo>
                    <a:pt x="33367" y="37288"/>
                  </a:lnTo>
                  <a:lnTo>
                    <a:pt x="31856" y="37332"/>
                  </a:lnTo>
                  <a:lnTo>
                    <a:pt x="26512" y="30552"/>
                  </a:lnTo>
                  <a:lnTo>
                    <a:pt x="24151" y="33889"/>
                  </a:lnTo>
                  <a:lnTo>
                    <a:pt x="18739" y="33843"/>
                  </a:lnTo>
                  <a:lnTo>
                    <a:pt x="18175" y="36983"/>
                  </a:lnTo>
                  <a:lnTo>
                    <a:pt x="11412" y="37361"/>
                  </a:lnTo>
                  <a:lnTo>
                    <a:pt x="10423" y="31125"/>
                  </a:lnTo>
                  <a:lnTo>
                    <a:pt x="11083" y="30020"/>
                  </a:lnTo>
                  <a:lnTo>
                    <a:pt x="5495" y="20802"/>
                  </a:lnTo>
                  <a:lnTo>
                    <a:pt x="1459" y="18323"/>
                  </a:lnTo>
                  <a:lnTo>
                    <a:pt x="459" y="15429"/>
                  </a:lnTo>
                  <a:lnTo>
                    <a:pt x="0" y="8531"/>
                  </a:lnTo>
                  <a:lnTo>
                    <a:pt x="7391" y="9087"/>
                  </a:lnTo>
                  <a:lnTo>
                    <a:pt x="8155" y="6900"/>
                  </a:lnTo>
                  <a:lnTo>
                    <a:pt x="10130" y="5571"/>
                  </a:lnTo>
                  <a:lnTo>
                    <a:pt x="11991" y="5464"/>
                  </a:lnTo>
                  <a:lnTo>
                    <a:pt x="14788" y="7583"/>
                  </a:lnTo>
                  <a:lnTo>
                    <a:pt x="2367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h3434"/>
            <p:cNvSpPr/>
            <p:nvPr/>
          </p:nvSpPr>
          <p:spPr>
            <a:xfrm>
              <a:off x="6951493" y="2277305"/>
              <a:ext cx="86112" cy="50218"/>
            </a:xfrm>
            <a:custGeom>
              <a:avLst/>
              <a:pathLst>
                <a:path w="86112" h="50218">
                  <a:moveTo>
                    <a:pt x="40558" y="2806"/>
                  </a:moveTo>
                  <a:lnTo>
                    <a:pt x="39318" y="3834"/>
                  </a:lnTo>
                  <a:lnTo>
                    <a:pt x="44040" y="5249"/>
                  </a:lnTo>
                  <a:lnTo>
                    <a:pt x="43431" y="8366"/>
                  </a:lnTo>
                  <a:lnTo>
                    <a:pt x="49866" y="9264"/>
                  </a:lnTo>
                  <a:lnTo>
                    <a:pt x="50879" y="13073"/>
                  </a:lnTo>
                  <a:lnTo>
                    <a:pt x="54507" y="13549"/>
                  </a:lnTo>
                  <a:lnTo>
                    <a:pt x="59375" y="16111"/>
                  </a:lnTo>
                  <a:lnTo>
                    <a:pt x="57274" y="25659"/>
                  </a:lnTo>
                  <a:lnTo>
                    <a:pt x="66705" y="26831"/>
                  </a:lnTo>
                  <a:lnTo>
                    <a:pt x="74747" y="25176"/>
                  </a:lnTo>
                  <a:lnTo>
                    <a:pt x="83042" y="29412"/>
                  </a:lnTo>
                  <a:lnTo>
                    <a:pt x="84336" y="34271"/>
                  </a:lnTo>
                  <a:lnTo>
                    <a:pt x="82129" y="36354"/>
                  </a:lnTo>
                  <a:lnTo>
                    <a:pt x="85506" y="38741"/>
                  </a:lnTo>
                  <a:lnTo>
                    <a:pt x="86112" y="41037"/>
                  </a:lnTo>
                  <a:lnTo>
                    <a:pt x="82338" y="42505"/>
                  </a:lnTo>
                  <a:lnTo>
                    <a:pt x="77095" y="41736"/>
                  </a:lnTo>
                  <a:lnTo>
                    <a:pt x="74665" y="40606"/>
                  </a:lnTo>
                  <a:lnTo>
                    <a:pt x="73950" y="45328"/>
                  </a:lnTo>
                  <a:lnTo>
                    <a:pt x="57135" y="39630"/>
                  </a:lnTo>
                  <a:lnTo>
                    <a:pt x="42867" y="36650"/>
                  </a:lnTo>
                  <a:lnTo>
                    <a:pt x="28955" y="39218"/>
                  </a:lnTo>
                  <a:lnTo>
                    <a:pt x="17801" y="48645"/>
                  </a:lnTo>
                  <a:lnTo>
                    <a:pt x="17645" y="50218"/>
                  </a:lnTo>
                  <a:lnTo>
                    <a:pt x="9863" y="47724"/>
                  </a:lnTo>
                  <a:lnTo>
                    <a:pt x="4601" y="39955"/>
                  </a:lnTo>
                  <a:lnTo>
                    <a:pt x="4825" y="37985"/>
                  </a:lnTo>
                  <a:lnTo>
                    <a:pt x="7359" y="38251"/>
                  </a:lnTo>
                  <a:lnTo>
                    <a:pt x="7393" y="32534"/>
                  </a:lnTo>
                  <a:lnTo>
                    <a:pt x="5826" y="30735"/>
                  </a:lnTo>
                  <a:lnTo>
                    <a:pt x="0" y="29111"/>
                  </a:lnTo>
                  <a:lnTo>
                    <a:pt x="3715" y="25612"/>
                  </a:lnTo>
                  <a:lnTo>
                    <a:pt x="4169" y="28144"/>
                  </a:lnTo>
                  <a:lnTo>
                    <a:pt x="9027" y="29750"/>
                  </a:lnTo>
                  <a:lnTo>
                    <a:pt x="10703" y="27796"/>
                  </a:lnTo>
                  <a:lnTo>
                    <a:pt x="10650" y="26732"/>
                  </a:lnTo>
                  <a:lnTo>
                    <a:pt x="6612" y="25556"/>
                  </a:lnTo>
                  <a:lnTo>
                    <a:pt x="3103" y="22174"/>
                  </a:lnTo>
                  <a:lnTo>
                    <a:pt x="4580" y="21632"/>
                  </a:lnTo>
                  <a:lnTo>
                    <a:pt x="12718" y="23647"/>
                  </a:lnTo>
                  <a:lnTo>
                    <a:pt x="13329" y="22898"/>
                  </a:lnTo>
                  <a:lnTo>
                    <a:pt x="9115" y="18751"/>
                  </a:lnTo>
                  <a:lnTo>
                    <a:pt x="7740" y="19429"/>
                  </a:lnTo>
                  <a:lnTo>
                    <a:pt x="4979" y="9887"/>
                  </a:lnTo>
                  <a:lnTo>
                    <a:pt x="1677" y="5869"/>
                  </a:lnTo>
                  <a:lnTo>
                    <a:pt x="4752" y="2643"/>
                  </a:lnTo>
                  <a:lnTo>
                    <a:pt x="7633" y="6274"/>
                  </a:lnTo>
                  <a:lnTo>
                    <a:pt x="9373" y="6306"/>
                  </a:lnTo>
                  <a:lnTo>
                    <a:pt x="14731" y="3326"/>
                  </a:lnTo>
                  <a:lnTo>
                    <a:pt x="20215" y="3586"/>
                  </a:lnTo>
                  <a:lnTo>
                    <a:pt x="22856" y="1542"/>
                  </a:lnTo>
                  <a:lnTo>
                    <a:pt x="2671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h3435"/>
            <p:cNvSpPr/>
            <p:nvPr/>
          </p:nvSpPr>
          <p:spPr>
            <a:xfrm>
              <a:off x="6721876" y="1707048"/>
              <a:ext cx="237686" cy="119853"/>
            </a:xfrm>
            <a:custGeom>
              <a:avLst/>
              <a:pathLst>
                <a:path w="237686" h="119853">
                  <a:moveTo>
                    <a:pt x="70116" y="310"/>
                  </a:moveTo>
                  <a:lnTo>
                    <a:pt x="78474" y="4806"/>
                  </a:lnTo>
                  <a:lnTo>
                    <a:pt x="84199" y="5750"/>
                  </a:lnTo>
                  <a:lnTo>
                    <a:pt x="88172" y="10111"/>
                  </a:lnTo>
                  <a:lnTo>
                    <a:pt x="96946" y="12281"/>
                  </a:lnTo>
                  <a:lnTo>
                    <a:pt x="99958" y="11912"/>
                  </a:lnTo>
                  <a:lnTo>
                    <a:pt x="102193" y="10227"/>
                  </a:lnTo>
                  <a:lnTo>
                    <a:pt x="108749" y="9343"/>
                  </a:lnTo>
                  <a:lnTo>
                    <a:pt x="114380" y="11183"/>
                  </a:lnTo>
                  <a:lnTo>
                    <a:pt x="120020" y="10854"/>
                  </a:lnTo>
                  <a:lnTo>
                    <a:pt x="130530" y="12000"/>
                  </a:lnTo>
                  <a:lnTo>
                    <a:pt x="137707" y="15308"/>
                  </a:lnTo>
                  <a:lnTo>
                    <a:pt x="149801" y="13994"/>
                  </a:lnTo>
                  <a:lnTo>
                    <a:pt x="153607" y="12039"/>
                  </a:lnTo>
                  <a:lnTo>
                    <a:pt x="157050" y="8901"/>
                  </a:lnTo>
                  <a:lnTo>
                    <a:pt x="158167" y="10822"/>
                  </a:lnTo>
                  <a:lnTo>
                    <a:pt x="157992" y="16028"/>
                  </a:lnTo>
                  <a:lnTo>
                    <a:pt x="161951" y="15219"/>
                  </a:lnTo>
                  <a:lnTo>
                    <a:pt x="163763" y="13861"/>
                  </a:lnTo>
                  <a:lnTo>
                    <a:pt x="167326" y="14340"/>
                  </a:lnTo>
                  <a:lnTo>
                    <a:pt x="172002" y="16706"/>
                  </a:lnTo>
                  <a:lnTo>
                    <a:pt x="176810" y="26589"/>
                  </a:lnTo>
                  <a:lnTo>
                    <a:pt x="180000" y="28515"/>
                  </a:lnTo>
                  <a:lnTo>
                    <a:pt x="183091" y="28780"/>
                  </a:lnTo>
                  <a:lnTo>
                    <a:pt x="185086" y="30047"/>
                  </a:lnTo>
                  <a:lnTo>
                    <a:pt x="185238" y="31762"/>
                  </a:lnTo>
                  <a:lnTo>
                    <a:pt x="183857" y="35992"/>
                  </a:lnTo>
                  <a:lnTo>
                    <a:pt x="184176" y="38698"/>
                  </a:lnTo>
                  <a:lnTo>
                    <a:pt x="185308" y="40150"/>
                  </a:lnTo>
                  <a:lnTo>
                    <a:pt x="186444" y="40346"/>
                  </a:lnTo>
                  <a:lnTo>
                    <a:pt x="187758" y="38376"/>
                  </a:lnTo>
                  <a:lnTo>
                    <a:pt x="187525" y="34491"/>
                  </a:lnTo>
                  <a:lnTo>
                    <a:pt x="188622" y="33139"/>
                  </a:lnTo>
                  <a:lnTo>
                    <a:pt x="189517" y="32713"/>
                  </a:lnTo>
                  <a:lnTo>
                    <a:pt x="191162" y="33721"/>
                  </a:lnTo>
                  <a:lnTo>
                    <a:pt x="191908" y="41189"/>
                  </a:lnTo>
                  <a:lnTo>
                    <a:pt x="190159" y="44283"/>
                  </a:lnTo>
                  <a:lnTo>
                    <a:pt x="189975" y="46787"/>
                  </a:lnTo>
                  <a:lnTo>
                    <a:pt x="198566" y="47501"/>
                  </a:lnTo>
                  <a:lnTo>
                    <a:pt x="202971" y="53213"/>
                  </a:lnTo>
                  <a:lnTo>
                    <a:pt x="209880" y="53403"/>
                  </a:lnTo>
                  <a:lnTo>
                    <a:pt x="212875" y="54498"/>
                  </a:lnTo>
                  <a:lnTo>
                    <a:pt x="213450" y="57590"/>
                  </a:lnTo>
                  <a:lnTo>
                    <a:pt x="218930" y="67069"/>
                  </a:lnTo>
                  <a:lnTo>
                    <a:pt x="225853" y="69732"/>
                  </a:lnTo>
                  <a:lnTo>
                    <a:pt x="228450" y="72511"/>
                  </a:lnTo>
                  <a:lnTo>
                    <a:pt x="233259" y="74968"/>
                  </a:lnTo>
                  <a:lnTo>
                    <a:pt x="234117" y="78423"/>
                  </a:lnTo>
                  <a:lnTo>
                    <a:pt x="237670" y="83968"/>
                  </a:lnTo>
                  <a:lnTo>
                    <a:pt x="237686" y="86127"/>
                  </a:lnTo>
                  <a:lnTo>
                    <a:pt x="236479" y="87949"/>
                  </a:lnTo>
                  <a:lnTo>
                    <a:pt x="234146" y="87831"/>
                  </a:lnTo>
                  <a:lnTo>
                    <a:pt x="234121" y="85473"/>
                  </a:lnTo>
                  <a:lnTo>
                    <a:pt x="226603" y="86057"/>
                  </a:lnTo>
                  <a:lnTo>
                    <a:pt x="225687" y="87837"/>
                  </a:lnTo>
                  <a:lnTo>
                    <a:pt x="226304" y="90079"/>
                  </a:lnTo>
                  <a:lnTo>
                    <a:pt x="225830" y="90726"/>
                  </a:lnTo>
                  <a:lnTo>
                    <a:pt x="219793" y="90752"/>
                  </a:lnTo>
                  <a:lnTo>
                    <a:pt x="219757" y="94524"/>
                  </a:lnTo>
                  <a:lnTo>
                    <a:pt x="214771" y="95235"/>
                  </a:lnTo>
                  <a:lnTo>
                    <a:pt x="181041" y="91741"/>
                  </a:lnTo>
                  <a:lnTo>
                    <a:pt x="181825" y="79267"/>
                  </a:lnTo>
                  <a:lnTo>
                    <a:pt x="166825" y="84910"/>
                  </a:lnTo>
                  <a:lnTo>
                    <a:pt x="160220" y="66934"/>
                  </a:lnTo>
                  <a:lnTo>
                    <a:pt x="124340" y="80430"/>
                  </a:lnTo>
                  <a:lnTo>
                    <a:pt x="117804" y="94707"/>
                  </a:lnTo>
                  <a:lnTo>
                    <a:pt x="116917" y="94548"/>
                  </a:lnTo>
                  <a:lnTo>
                    <a:pt x="105008" y="118106"/>
                  </a:lnTo>
                  <a:lnTo>
                    <a:pt x="57866" y="107501"/>
                  </a:lnTo>
                  <a:lnTo>
                    <a:pt x="50649" y="119853"/>
                  </a:lnTo>
                  <a:lnTo>
                    <a:pt x="30459" y="101317"/>
                  </a:lnTo>
                  <a:lnTo>
                    <a:pt x="17373" y="93530"/>
                  </a:lnTo>
                  <a:lnTo>
                    <a:pt x="4048" y="84027"/>
                  </a:lnTo>
                  <a:lnTo>
                    <a:pt x="0" y="81520"/>
                  </a:lnTo>
                  <a:lnTo>
                    <a:pt x="3078" y="70751"/>
                  </a:lnTo>
                  <a:lnTo>
                    <a:pt x="7177" y="66415"/>
                  </a:lnTo>
                  <a:lnTo>
                    <a:pt x="9498" y="55409"/>
                  </a:lnTo>
                  <a:lnTo>
                    <a:pt x="11697" y="48935"/>
                  </a:lnTo>
                  <a:lnTo>
                    <a:pt x="21476" y="30009"/>
                  </a:lnTo>
                  <a:lnTo>
                    <a:pt x="24044" y="27204"/>
                  </a:lnTo>
                  <a:lnTo>
                    <a:pt x="25167" y="20850"/>
                  </a:lnTo>
                  <a:lnTo>
                    <a:pt x="26926" y="17923"/>
                  </a:lnTo>
                  <a:lnTo>
                    <a:pt x="27740" y="17525"/>
                  </a:lnTo>
                  <a:lnTo>
                    <a:pt x="28369" y="18809"/>
                  </a:lnTo>
                  <a:lnTo>
                    <a:pt x="32157" y="19130"/>
                  </a:lnTo>
                  <a:lnTo>
                    <a:pt x="38640" y="16391"/>
                  </a:lnTo>
                  <a:lnTo>
                    <a:pt x="41625" y="17776"/>
                  </a:lnTo>
                  <a:lnTo>
                    <a:pt x="45590" y="15004"/>
                  </a:lnTo>
                  <a:lnTo>
                    <a:pt x="45926" y="13971"/>
                  </a:lnTo>
                  <a:lnTo>
                    <a:pt x="44944" y="12959"/>
                  </a:lnTo>
                  <a:lnTo>
                    <a:pt x="45409" y="12520"/>
                  </a:lnTo>
                  <a:lnTo>
                    <a:pt x="54737" y="13531"/>
                  </a:lnTo>
                  <a:lnTo>
                    <a:pt x="59840" y="15522"/>
                  </a:lnTo>
                  <a:lnTo>
                    <a:pt x="63304" y="3926"/>
                  </a:lnTo>
                  <a:lnTo>
                    <a:pt x="65429" y="1393"/>
                  </a:lnTo>
                  <a:lnTo>
                    <a:pt x="6832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h3436"/>
            <p:cNvSpPr/>
            <p:nvPr/>
          </p:nvSpPr>
          <p:spPr>
            <a:xfrm>
              <a:off x="6871569" y="1922941"/>
              <a:ext cx="49598" cy="47314"/>
            </a:xfrm>
            <a:custGeom>
              <a:avLst/>
              <a:pathLst>
                <a:path w="49598" h="47314">
                  <a:moveTo>
                    <a:pt x="35274" y="0"/>
                  </a:moveTo>
                  <a:lnTo>
                    <a:pt x="34467" y="2372"/>
                  </a:lnTo>
                  <a:lnTo>
                    <a:pt x="29336" y="2867"/>
                  </a:lnTo>
                  <a:lnTo>
                    <a:pt x="28802" y="14292"/>
                  </a:lnTo>
                  <a:lnTo>
                    <a:pt x="35763" y="16835"/>
                  </a:lnTo>
                  <a:lnTo>
                    <a:pt x="37257" y="22126"/>
                  </a:lnTo>
                  <a:lnTo>
                    <a:pt x="47445" y="27196"/>
                  </a:lnTo>
                  <a:lnTo>
                    <a:pt x="46068" y="30436"/>
                  </a:lnTo>
                  <a:lnTo>
                    <a:pt x="45099" y="30039"/>
                  </a:lnTo>
                  <a:lnTo>
                    <a:pt x="43237" y="34622"/>
                  </a:lnTo>
                  <a:lnTo>
                    <a:pt x="49543" y="38021"/>
                  </a:lnTo>
                  <a:lnTo>
                    <a:pt x="47391" y="43818"/>
                  </a:lnTo>
                  <a:lnTo>
                    <a:pt x="49598" y="46181"/>
                  </a:lnTo>
                  <a:lnTo>
                    <a:pt x="43533" y="47314"/>
                  </a:lnTo>
                  <a:lnTo>
                    <a:pt x="39051" y="45508"/>
                  </a:lnTo>
                  <a:lnTo>
                    <a:pt x="35476" y="45504"/>
                  </a:lnTo>
                  <a:lnTo>
                    <a:pt x="34916" y="44177"/>
                  </a:lnTo>
                  <a:lnTo>
                    <a:pt x="30029" y="40683"/>
                  </a:lnTo>
                  <a:lnTo>
                    <a:pt x="26941" y="40395"/>
                  </a:lnTo>
                  <a:lnTo>
                    <a:pt x="27791" y="36973"/>
                  </a:lnTo>
                  <a:lnTo>
                    <a:pt x="27125" y="36416"/>
                  </a:lnTo>
                  <a:lnTo>
                    <a:pt x="19573" y="33203"/>
                  </a:lnTo>
                  <a:lnTo>
                    <a:pt x="14342" y="34511"/>
                  </a:lnTo>
                  <a:lnTo>
                    <a:pt x="13000" y="19637"/>
                  </a:lnTo>
                  <a:lnTo>
                    <a:pt x="8746" y="19779"/>
                  </a:lnTo>
                  <a:lnTo>
                    <a:pt x="0" y="4068"/>
                  </a:lnTo>
                  <a:lnTo>
                    <a:pt x="2172" y="700"/>
                  </a:lnTo>
                  <a:lnTo>
                    <a:pt x="3873" y="712"/>
                  </a:lnTo>
                  <a:lnTo>
                    <a:pt x="14683" y="6983"/>
                  </a:lnTo>
                  <a:lnTo>
                    <a:pt x="21951" y="110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h3437"/>
            <p:cNvSpPr/>
            <p:nvPr/>
          </p:nvSpPr>
          <p:spPr>
            <a:xfrm>
              <a:off x="6680016" y="2131819"/>
              <a:ext cx="162060" cy="137408"/>
            </a:xfrm>
            <a:custGeom>
              <a:avLst/>
              <a:pathLst>
                <a:path w="162060" h="137408">
                  <a:moveTo>
                    <a:pt x="57973" y="2232"/>
                  </a:moveTo>
                  <a:lnTo>
                    <a:pt x="66488" y="16165"/>
                  </a:lnTo>
                  <a:lnTo>
                    <a:pt x="73246" y="20742"/>
                  </a:lnTo>
                  <a:lnTo>
                    <a:pt x="75950" y="19883"/>
                  </a:lnTo>
                  <a:lnTo>
                    <a:pt x="86584" y="19921"/>
                  </a:lnTo>
                  <a:lnTo>
                    <a:pt x="101241" y="8264"/>
                  </a:lnTo>
                  <a:lnTo>
                    <a:pt x="106736" y="6496"/>
                  </a:lnTo>
                  <a:lnTo>
                    <a:pt x="87155" y="43285"/>
                  </a:lnTo>
                  <a:lnTo>
                    <a:pt x="86505" y="48452"/>
                  </a:lnTo>
                  <a:lnTo>
                    <a:pt x="102513" y="48988"/>
                  </a:lnTo>
                  <a:lnTo>
                    <a:pt x="106311" y="49901"/>
                  </a:lnTo>
                  <a:lnTo>
                    <a:pt x="106002" y="43979"/>
                  </a:lnTo>
                  <a:lnTo>
                    <a:pt x="109145" y="52281"/>
                  </a:lnTo>
                  <a:lnTo>
                    <a:pt x="99627" y="71095"/>
                  </a:lnTo>
                  <a:lnTo>
                    <a:pt x="112532" y="67693"/>
                  </a:lnTo>
                  <a:lnTo>
                    <a:pt x="114953" y="78527"/>
                  </a:lnTo>
                  <a:lnTo>
                    <a:pt x="132645" y="73344"/>
                  </a:lnTo>
                  <a:lnTo>
                    <a:pt x="130135" y="62749"/>
                  </a:lnTo>
                  <a:lnTo>
                    <a:pt x="142820" y="56712"/>
                  </a:lnTo>
                  <a:lnTo>
                    <a:pt x="145746" y="59665"/>
                  </a:lnTo>
                  <a:lnTo>
                    <a:pt x="145882" y="64155"/>
                  </a:lnTo>
                  <a:lnTo>
                    <a:pt x="150957" y="64617"/>
                  </a:lnTo>
                  <a:lnTo>
                    <a:pt x="149531" y="61129"/>
                  </a:lnTo>
                  <a:lnTo>
                    <a:pt x="148673" y="53382"/>
                  </a:lnTo>
                  <a:lnTo>
                    <a:pt x="153926" y="59856"/>
                  </a:lnTo>
                  <a:lnTo>
                    <a:pt x="156396" y="65166"/>
                  </a:lnTo>
                  <a:lnTo>
                    <a:pt x="154757" y="72705"/>
                  </a:lnTo>
                  <a:lnTo>
                    <a:pt x="158104" y="72531"/>
                  </a:lnTo>
                  <a:lnTo>
                    <a:pt x="162060" y="75845"/>
                  </a:lnTo>
                  <a:lnTo>
                    <a:pt x="156839" y="79746"/>
                  </a:lnTo>
                  <a:lnTo>
                    <a:pt x="142488" y="72938"/>
                  </a:lnTo>
                  <a:lnTo>
                    <a:pt x="140612" y="74504"/>
                  </a:lnTo>
                  <a:lnTo>
                    <a:pt x="137874" y="79432"/>
                  </a:lnTo>
                  <a:lnTo>
                    <a:pt x="122567" y="79262"/>
                  </a:lnTo>
                  <a:lnTo>
                    <a:pt x="119526" y="78281"/>
                  </a:lnTo>
                  <a:lnTo>
                    <a:pt x="114125" y="91191"/>
                  </a:lnTo>
                  <a:lnTo>
                    <a:pt x="116377" y="93283"/>
                  </a:lnTo>
                  <a:lnTo>
                    <a:pt x="111739" y="104721"/>
                  </a:lnTo>
                  <a:lnTo>
                    <a:pt x="110909" y="112762"/>
                  </a:lnTo>
                  <a:lnTo>
                    <a:pt x="108138" y="112792"/>
                  </a:lnTo>
                  <a:lnTo>
                    <a:pt x="108579" y="106336"/>
                  </a:lnTo>
                  <a:lnTo>
                    <a:pt x="99284" y="105211"/>
                  </a:lnTo>
                  <a:lnTo>
                    <a:pt x="99069" y="112890"/>
                  </a:lnTo>
                  <a:lnTo>
                    <a:pt x="93444" y="112939"/>
                  </a:lnTo>
                  <a:lnTo>
                    <a:pt x="90279" y="100112"/>
                  </a:lnTo>
                  <a:lnTo>
                    <a:pt x="81903" y="100048"/>
                  </a:lnTo>
                  <a:lnTo>
                    <a:pt x="77168" y="113125"/>
                  </a:lnTo>
                  <a:lnTo>
                    <a:pt x="63723" y="112678"/>
                  </a:lnTo>
                  <a:lnTo>
                    <a:pt x="63751" y="118287"/>
                  </a:lnTo>
                  <a:lnTo>
                    <a:pt x="58548" y="117953"/>
                  </a:lnTo>
                  <a:lnTo>
                    <a:pt x="58596" y="119399"/>
                  </a:lnTo>
                  <a:lnTo>
                    <a:pt x="66680" y="124933"/>
                  </a:lnTo>
                  <a:lnTo>
                    <a:pt x="66781" y="126064"/>
                  </a:lnTo>
                  <a:lnTo>
                    <a:pt x="62868" y="126725"/>
                  </a:lnTo>
                  <a:lnTo>
                    <a:pt x="62771" y="125552"/>
                  </a:lnTo>
                  <a:lnTo>
                    <a:pt x="55718" y="126656"/>
                  </a:lnTo>
                  <a:lnTo>
                    <a:pt x="51150" y="132239"/>
                  </a:lnTo>
                  <a:lnTo>
                    <a:pt x="52054" y="137408"/>
                  </a:lnTo>
                  <a:lnTo>
                    <a:pt x="41252" y="134384"/>
                  </a:lnTo>
                  <a:lnTo>
                    <a:pt x="23905" y="132740"/>
                  </a:lnTo>
                  <a:lnTo>
                    <a:pt x="24104" y="131728"/>
                  </a:lnTo>
                  <a:lnTo>
                    <a:pt x="20193" y="130819"/>
                  </a:lnTo>
                  <a:lnTo>
                    <a:pt x="18882" y="134730"/>
                  </a:lnTo>
                  <a:lnTo>
                    <a:pt x="11571" y="127999"/>
                  </a:lnTo>
                  <a:lnTo>
                    <a:pt x="4126" y="126662"/>
                  </a:lnTo>
                  <a:lnTo>
                    <a:pt x="3462" y="116446"/>
                  </a:lnTo>
                  <a:lnTo>
                    <a:pt x="2290" y="117009"/>
                  </a:lnTo>
                  <a:lnTo>
                    <a:pt x="1307" y="116494"/>
                  </a:lnTo>
                  <a:lnTo>
                    <a:pt x="1632" y="114039"/>
                  </a:lnTo>
                  <a:lnTo>
                    <a:pt x="3624" y="108643"/>
                  </a:lnTo>
                  <a:lnTo>
                    <a:pt x="0" y="107277"/>
                  </a:lnTo>
                  <a:lnTo>
                    <a:pt x="3735" y="98582"/>
                  </a:lnTo>
                  <a:lnTo>
                    <a:pt x="6033" y="95846"/>
                  </a:lnTo>
                  <a:lnTo>
                    <a:pt x="7049" y="93195"/>
                  </a:lnTo>
                  <a:lnTo>
                    <a:pt x="6570" y="92059"/>
                  </a:lnTo>
                  <a:lnTo>
                    <a:pt x="4697" y="91615"/>
                  </a:lnTo>
                  <a:lnTo>
                    <a:pt x="5155" y="88918"/>
                  </a:lnTo>
                  <a:lnTo>
                    <a:pt x="6546" y="87659"/>
                  </a:lnTo>
                  <a:lnTo>
                    <a:pt x="8277" y="87781"/>
                  </a:lnTo>
                  <a:lnTo>
                    <a:pt x="7863" y="89806"/>
                  </a:lnTo>
                  <a:lnTo>
                    <a:pt x="9775" y="89316"/>
                  </a:lnTo>
                  <a:lnTo>
                    <a:pt x="10910" y="87758"/>
                  </a:lnTo>
                  <a:lnTo>
                    <a:pt x="11843" y="80645"/>
                  </a:lnTo>
                  <a:lnTo>
                    <a:pt x="8176" y="79219"/>
                  </a:lnTo>
                  <a:lnTo>
                    <a:pt x="2469" y="78480"/>
                  </a:lnTo>
                  <a:lnTo>
                    <a:pt x="3030" y="68949"/>
                  </a:lnTo>
                  <a:lnTo>
                    <a:pt x="6240" y="71945"/>
                  </a:lnTo>
                  <a:lnTo>
                    <a:pt x="8624" y="72707"/>
                  </a:lnTo>
                  <a:lnTo>
                    <a:pt x="8597" y="65429"/>
                  </a:lnTo>
                  <a:lnTo>
                    <a:pt x="13744" y="66197"/>
                  </a:lnTo>
                  <a:lnTo>
                    <a:pt x="14298" y="62022"/>
                  </a:lnTo>
                  <a:lnTo>
                    <a:pt x="8979" y="61232"/>
                  </a:lnTo>
                  <a:lnTo>
                    <a:pt x="9781" y="57271"/>
                  </a:lnTo>
                  <a:lnTo>
                    <a:pt x="31794" y="60079"/>
                  </a:lnTo>
                  <a:lnTo>
                    <a:pt x="31937" y="59086"/>
                  </a:lnTo>
                  <a:lnTo>
                    <a:pt x="37216" y="60942"/>
                  </a:lnTo>
                  <a:lnTo>
                    <a:pt x="36919" y="63200"/>
                  </a:lnTo>
                  <a:lnTo>
                    <a:pt x="40706" y="63860"/>
                  </a:lnTo>
                  <a:lnTo>
                    <a:pt x="40044" y="58207"/>
                  </a:lnTo>
                  <a:lnTo>
                    <a:pt x="38755" y="54950"/>
                  </a:lnTo>
                  <a:lnTo>
                    <a:pt x="42548" y="46178"/>
                  </a:lnTo>
                  <a:lnTo>
                    <a:pt x="34356" y="45476"/>
                  </a:lnTo>
                  <a:lnTo>
                    <a:pt x="33960" y="39710"/>
                  </a:lnTo>
                  <a:lnTo>
                    <a:pt x="32858" y="36400"/>
                  </a:lnTo>
                  <a:lnTo>
                    <a:pt x="31016" y="34342"/>
                  </a:lnTo>
                  <a:lnTo>
                    <a:pt x="33394" y="29566"/>
                  </a:lnTo>
                  <a:lnTo>
                    <a:pt x="31825" y="29383"/>
                  </a:lnTo>
                  <a:lnTo>
                    <a:pt x="33255" y="15484"/>
                  </a:lnTo>
                  <a:lnTo>
                    <a:pt x="5202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h3438"/>
            <p:cNvSpPr/>
            <p:nvPr/>
          </p:nvSpPr>
          <p:spPr>
            <a:xfrm>
              <a:off x="6659579" y="2117656"/>
              <a:ext cx="62985" cy="137215"/>
            </a:xfrm>
            <a:custGeom>
              <a:avLst/>
              <a:pathLst>
                <a:path w="62985" h="137215">
                  <a:moveTo>
                    <a:pt x="43133" y="13978"/>
                  </a:moveTo>
                  <a:lnTo>
                    <a:pt x="49057" y="3962"/>
                  </a:lnTo>
                  <a:lnTo>
                    <a:pt x="52919" y="6413"/>
                  </a:lnTo>
                  <a:lnTo>
                    <a:pt x="48158" y="17153"/>
                  </a:lnTo>
                  <a:lnTo>
                    <a:pt x="44417" y="22838"/>
                  </a:lnTo>
                  <a:lnTo>
                    <a:pt x="47371" y="26122"/>
                  </a:lnTo>
                  <a:lnTo>
                    <a:pt x="48243" y="29007"/>
                  </a:lnTo>
                  <a:lnTo>
                    <a:pt x="44409" y="30463"/>
                  </a:lnTo>
                  <a:lnTo>
                    <a:pt x="46055" y="33325"/>
                  </a:lnTo>
                  <a:lnTo>
                    <a:pt x="48980" y="33713"/>
                  </a:lnTo>
                  <a:lnTo>
                    <a:pt x="50268" y="43312"/>
                  </a:lnTo>
                  <a:lnTo>
                    <a:pt x="52261" y="43545"/>
                  </a:lnTo>
                  <a:lnTo>
                    <a:pt x="53831" y="43728"/>
                  </a:lnTo>
                  <a:lnTo>
                    <a:pt x="51453" y="48504"/>
                  </a:lnTo>
                  <a:lnTo>
                    <a:pt x="53295" y="50562"/>
                  </a:lnTo>
                  <a:lnTo>
                    <a:pt x="54397" y="53872"/>
                  </a:lnTo>
                  <a:lnTo>
                    <a:pt x="54792" y="59638"/>
                  </a:lnTo>
                  <a:lnTo>
                    <a:pt x="62985" y="60340"/>
                  </a:lnTo>
                  <a:lnTo>
                    <a:pt x="59191" y="69112"/>
                  </a:lnTo>
                  <a:lnTo>
                    <a:pt x="60480" y="72369"/>
                  </a:lnTo>
                  <a:lnTo>
                    <a:pt x="61142" y="78022"/>
                  </a:lnTo>
                  <a:lnTo>
                    <a:pt x="57355" y="77362"/>
                  </a:lnTo>
                  <a:lnTo>
                    <a:pt x="57653" y="75104"/>
                  </a:lnTo>
                  <a:lnTo>
                    <a:pt x="52373" y="73248"/>
                  </a:lnTo>
                  <a:lnTo>
                    <a:pt x="52231" y="74241"/>
                  </a:lnTo>
                  <a:lnTo>
                    <a:pt x="30217" y="71433"/>
                  </a:lnTo>
                  <a:lnTo>
                    <a:pt x="29416" y="75394"/>
                  </a:lnTo>
                  <a:lnTo>
                    <a:pt x="34734" y="76184"/>
                  </a:lnTo>
                  <a:lnTo>
                    <a:pt x="34180" y="80359"/>
                  </a:lnTo>
                  <a:lnTo>
                    <a:pt x="29033" y="79592"/>
                  </a:lnTo>
                  <a:lnTo>
                    <a:pt x="29061" y="86869"/>
                  </a:lnTo>
                  <a:lnTo>
                    <a:pt x="26676" y="86108"/>
                  </a:lnTo>
                  <a:lnTo>
                    <a:pt x="23467" y="83111"/>
                  </a:lnTo>
                  <a:lnTo>
                    <a:pt x="22905" y="92643"/>
                  </a:lnTo>
                  <a:lnTo>
                    <a:pt x="28612" y="93381"/>
                  </a:lnTo>
                  <a:lnTo>
                    <a:pt x="32280" y="94807"/>
                  </a:lnTo>
                  <a:lnTo>
                    <a:pt x="31347" y="101920"/>
                  </a:lnTo>
                  <a:lnTo>
                    <a:pt x="30211" y="103478"/>
                  </a:lnTo>
                  <a:lnTo>
                    <a:pt x="28300" y="103968"/>
                  </a:lnTo>
                  <a:lnTo>
                    <a:pt x="28713" y="101943"/>
                  </a:lnTo>
                  <a:lnTo>
                    <a:pt x="26982" y="101821"/>
                  </a:lnTo>
                  <a:lnTo>
                    <a:pt x="25591" y="103080"/>
                  </a:lnTo>
                  <a:lnTo>
                    <a:pt x="25133" y="105777"/>
                  </a:lnTo>
                  <a:lnTo>
                    <a:pt x="27007" y="106221"/>
                  </a:lnTo>
                  <a:lnTo>
                    <a:pt x="27485" y="107358"/>
                  </a:lnTo>
                  <a:lnTo>
                    <a:pt x="26470" y="110008"/>
                  </a:lnTo>
                  <a:lnTo>
                    <a:pt x="24172" y="112744"/>
                  </a:lnTo>
                  <a:lnTo>
                    <a:pt x="20436" y="121439"/>
                  </a:lnTo>
                  <a:lnTo>
                    <a:pt x="24061" y="122805"/>
                  </a:lnTo>
                  <a:lnTo>
                    <a:pt x="22069" y="128201"/>
                  </a:lnTo>
                  <a:lnTo>
                    <a:pt x="21233" y="128239"/>
                  </a:lnTo>
                  <a:lnTo>
                    <a:pt x="20224" y="131204"/>
                  </a:lnTo>
                  <a:lnTo>
                    <a:pt x="15151" y="137094"/>
                  </a:lnTo>
                  <a:lnTo>
                    <a:pt x="13306" y="137215"/>
                  </a:lnTo>
                  <a:lnTo>
                    <a:pt x="10166" y="133149"/>
                  </a:lnTo>
                  <a:lnTo>
                    <a:pt x="7955" y="134731"/>
                  </a:lnTo>
                  <a:lnTo>
                    <a:pt x="9523" y="130152"/>
                  </a:lnTo>
                  <a:lnTo>
                    <a:pt x="10513" y="123310"/>
                  </a:lnTo>
                  <a:lnTo>
                    <a:pt x="7579" y="118231"/>
                  </a:lnTo>
                  <a:lnTo>
                    <a:pt x="7268" y="114857"/>
                  </a:lnTo>
                  <a:lnTo>
                    <a:pt x="7135" y="80048"/>
                  </a:lnTo>
                  <a:lnTo>
                    <a:pt x="17911" y="61478"/>
                  </a:lnTo>
                  <a:lnTo>
                    <a:pt x="11387" y="51313"/>
                  </a:lnTo>
                  <a:lnTo>
                    <a:pt x="4908" y="19691"/>
                  </a:lnTo>
                  <a:lnTo>
                    <a:pt x="0" y="17756"/>
                  </a:lnTo>
                  <a:lnTo>
                    <a:pt x="5962" y="12914"/>
                  </a:lnTo>
                  <a:lnTo>
                    <a:pt x="2978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h3439"/>
            <p:cNvSpPr/>
            <p:nvPr/>
          </p:nvSpPr>
          <p:spPr>
            <a:xfrm>
              <a:off x="6981486" y="1880411"/>
              <a:ext cx="71736" cy="106661"/>
            </a:xfrm>
            <a:custGeom>
              <a:avLst/>
              <a:pathLst>
                <a:path w="71736" h="106661">
                  <a:moveTo>
                    <a:pt x="29845" y="0"/>
                  </a:moveTo>
                  <a:lnTo>
                    <a:pt x="30072" y="2083"/>
                  </a:lnTo>
                  <a:lnTo>
                    <a:pt x="32367" y="5420"/>
                  </a:lnTo>
                  <a:lnTo>
                    <a:pt x="38683" y="7409"/>
                  </a:lnTo>
                  <a:lnTo>
                    <a:pt x="37484" y="9149"/>
                  </a:lnTo>
                  <a:lnTo>
                    <a:pt x="34705" y="10430"/>
                  </a:lnTo>
                  <a:lnTo>
                    <a:pt x="38351" y="14813"/>
                  </a:lnTo>
                  <a:lnTo>
                    <a:pt x="38552" y="16506"/>
                  </a:lnTo>
                  <a:lnTo>
                    <a:pt x="37015" y="20041"/>
                  </a:lnTo>
                  <a:lnTo>
                    <a:pt x="37801" y="22168"/>
                  </a:lnTo>
                  <a:lnTo>
                    <a:pt x="44450" y="31811"/>
                  </a:lnTo>
                  <a:lnTo>
                    <a:pt x="43806" y="36522"/>
                  </a:lnTo>
                  <a:lnTo>
                    <a:pt x="48323" y="41676"/>
                  </a:lnTo>
                  <a:lnTo>
                    <a:pt x="52276" y="42300"/>
                  </a:lnTo>
                  <a:lnTo>
                    <a:pt x="53680" y="47744"/>
                  </a:lnTo>
                  <a:lnTo>
                    <a:pt x="68269" y="53629"/>
                  </a:lnTo>
                  <a:lnTo>
                    <a:pt x="71619" y="58880"/>
                  </a:lnTo>
                  <a:lnTo>
                    <a:pt x="71736" y="60751"/>
                  </a:lnTo>
                  <a:lnTo>
                    <a:pt x="64964" y="65176"/>
                  </a:lnTo>
                  <a:lnTo>
                    <a:pt x="69063" y="74137"/>
                  </a:lnTo>
                  <a:lnTo>
                    <a:pt x="68284" y="75840"/>
                  </a:lnTo>
                  <a:lnTo>
                    <a:pt x="56744" y="77874"/>
                  </a:lnTo>
                  <a:lnTo>
                    <a:pt x="57126" y="92109"/>
                  </a:lnTo>
                  <a:lnTo>
                    <a:pt x="41108" y="94946"/>
                  </a:lnTo>
                  <a:lnTo>
                    <a:pt x="43940" y="106661"/>
                  </a:lnTo>
                  <a:lnTo>
                    <a:pt x="1794" y="96918"/>
                  </a:lnTo>
                  <a:lnTo>
                    <a:pt x="8201" y="76254"/>
                  </a:lnTo>
                  <a:lnTo>
                    <a:pt x="11664" y="72679"/>
                  </a:lnTo>
                  <a:lnTo>
                    <a:pt x="14628" y="73522"/>
                  </a:lnTo>
                  <a:lnTo>
                    <a:pt x="15581" y="69553"/>
                  </a:lnTo>
                  <a:lnTo>
                    <a:pt x="10613" y="66606"/>
                  </a:lnTo>
                  <a:lnTo>
                    <a:pt x="9258" y="64605"/>
                  </a:lnTo>
                  <a:lnTo>
                    <a:pt x="14593" y="57629"/>
                  </a:lnTo>
                  <a:lnTo>
                    <a:pt x="3334" y="55763"/>
                  </a:lnTo>
                  <a:lnTo>
                    <a:pt x="0" y="43628"/>
                  </a:lnTo>
                  <a:lnTo>
                    <a:pt x="4614" y="42929"/>
                  </a:lnTo>
                  <a:lnTo>
                    <a:pt x="8332" y="29592"/>
                  </a:lnTo>
                  <a:lnTo>
                    <a:pt x="18415" y="24048"/>
                  </a:lnTo>
                  <a:lnTo>
                    <a:pt x="23667" y="15132"/>
                  </a:lnTo>
                  <a:lnTo>
                    <a:pt x="24265" y="13493"/>
                  </a:lnTo>
                  <a:lnTo>
                    <a:pt x="22053" y="9530"/>
                  </a:lnTo>
                  <a:lnTo>
                    <a:pt x="20593" y="357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h3440"/>
            <p:cNvSpPr/>
            <p:nvPr/>
          </p:nvSpPr>
          <p:spPr>
            <a:xfrm>
              <a:off x="6845627" y="2100051"/>
              <a:ext cx="100842" cy="92473"/>
            </a:xfrm>
            <a:custGeom>
              <a:avLst/>
              <a:pathLst>
                <a:path w="100842" h="92473">
                  <a:moveTo>
                    <a:pt x="21755" y="4506"/>
                  </a:moveTo>
                  <a:lnTo>
                    <a:pt x="30195" y="11189"/>
                  </a:lnTo>
                  <a:lnTo>
                    <a:pt x="36590" y="6298"/>
                  </a:lnTo>
                  <a:lnTo>
                    <a:pt x="41194" y="9791"/>
                  </a:lnTo>
                  <a:lnTo>
                    <a:pt x="43181" y="9638"/>
                  </a:lnTo>
                  <a:lnTo>
                    <a:pt x="46795" y="7176"/>
                  </a:lnTo>
                  <a:lnTo>
                    <a:pt x="53261" y="8121"/>
                  </a:lnTo>
                  <a:lnTo>
                    <a:pt x="55467" y="9447"/>
                  </a:lnTo>
                  <a:lnTo>
                    <a:pt x="68517" y="5985"/>
                  </a:lnTo>
                  <a:lnTo>
                    <a:pt x="74547" y="10919"/>
                  </a:lnTo>
                  <a:lnTo>
                    <a:pt x="75677" y="18699"/>
                  </a:lnTo>
                  <a:lnTo>
                    <a:pt x="81766" y="21674"/>
                  </a:lnTo>
                  <a:lnTo>
                    <a:pt x="85515" y="25243"/>
                  </a:lnTo>
                  <a:lnTo>
                    <a:pt x="99741" y="41960"/>
                  </a:lnTo>
                  <a:lnTo>
                    <a:pt x="100842" y="45095"/>
                  </a:lnTo>
                  <a:lnTo>
                    <a:pt x="74658" y="68324"/>
                  </a:lnTo>
                  <a:lnTo>
                    <a:pt x="87650" y="83576"/>
                  </a:lnTo>
                  <a:lnTo>
                    <a:pt x="90413" y="90632"/>
                  </a:lnTo>
                  <a:lnTo>
                    <a:pt x="84686" y="92473"/>
                  </a:lnTo>
                  <a:lnTo>
                    <a:pt x="82626" y="88259"/>
                  </a:lnTo>
                  <a:lnTo>
                    <a:pt x="77679" y="85189"/>
                  </a:lnTo>
                  <a:lnTo>
                    <a:pt x="73097" y="79912"/>
                  </a:lnTo>
                  <a:lnTo>
                    <a:pt x="62326" y="76212"/>
                  </a:lnTo>
                  <a:lnTo>
                    <a:pt x="57924" y="78119"/>
                  </a:lnTo>
                  <a:lnTo>
                    <a:pt x="55280" y="81484"/>
                  </a:lnTo>
                  <a:lnTo>
                    <a:pt x="45392" y="81892"/>
                  </a:lnTo>
                  <a:lnTo>
                    <a:pt x="39397" y="72548"/>
                  </a:lnTo>
                  <a:lnTo>
                    <a:pt x="36567" y="67512"/>
                  </a:lnTo>
                  <a:lnTo>
                    <a:pt x="39407" y="65685"/>
                  </a:lnTo>
                  <a:lnTo>
                    <a:pt x="32799" y="62142"/>
                  </a:lnTo>
                  <a:lnTo>
                    <a:pt x="38679" y="63113"/>
                  </a:lnTo>
                  <a:lnTo>
                    <a:pt x="41774" y="61807"/>
                  </a:lnTo>
                  <a:lnTo>
                    <a:pt x="28694" y="47537"/>
                  </a:lnTo>
                  <a:lnTo>
                    <a:pt x="21477" y="43740"/>
                  </a:lnTo>
                  <a:lnTo>
                    <a:pt x="18179" y="39753"/>
                  </a:lnTo>
                  <a:lnTo>
                    <a:pt x="18151" y="37108"/>
                  </a:lnTo>
                  <a:lnTo>
                    <a:pt x="14251" y="33961"/>
                  </a:lnTo>
                  <a:lnTo>
                    <a:pt x="12367" y="36738"/>
                  </a:lnTo>
                  <a:lnTo>
                    <a:pt x="0" y="16202"/>
                  </a:lnTo>
                  <a:lnTo>
                    <a:pt x="10445" y="8197"/>
                  </a:lnTo>
                  <a:lnTo>
                    <a:pt x="2211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h3441"/>
            <p:cNvSpPr/>
            <p:nvPr/>
          </p:nvSpPr>
          <p:spPr>
            <a:xfrm>
              <a:off x="6938960" y="1903935"/>
              <a:ext cx="35131" cy="25106"/>
            </a:xfrm>
            <a:custGeom>
              <a:avLst/>
              <a:pathLst>
                <a:path w="35131" h="25106">
                  <a:moveTo>
                    <a:pt x="26052" y="0"/>
                  </a:moveTo>
                  <a:lnTo>
                    <a:pt x="35118" y="845"/>
                  </a:lnTo>
                  <a:lnTo>
                    <a:pt x="35131" y="2549"/>
                  </a:lnTo>
                  <a:lnTo>
                    <a:pt x="29713" y="2024"/>
                  </a:lnTo>
                  <a:lnTo>
                    <a:pt x="26657" y="3689"/>
                  </a:lnTo>
                  <a:lnTo>
                    <a:pt x="15667" y="14968"/>
                  </a:lnTo>
                  <a:lnTo>
                    <a:pt x="18715" y="15836"/>
                  </a:lnTo>
                  <a:lnTo>
                    <a:pt x="20493" y="18146"/>
                  </a:lnTo>
                  <a:lnTo>
                    <a:pt x="18309" y="25106"/>
                  </a:lnTo>
                  <a:lnTo>
                    <a:pt x="232" y="23953"/>
                  </a:lnTo>
                  <a:lnTo>
                    <a:pt x="0" y="18188"/>
                  </a:lnTo>
                  <a:lnTo>
                    <a:pt x="1756" y="17367"/>
                  </a:lnTo>
                  <a:lnTo>
                    <a:pt x="12181" y="5182"/>
                  </a:lnTo>
                  <a:lnTo>
                    <a:pt x="19784" y="164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h3442"/>
            <p:cNvSpPr/>
            <p:nvPr/>
          </p:nvSpPr>
          <p:spPr>
            <a:xfrm>
              <a:off x="6635733" y="1791076"/>
              <a:ext cx="203324" cy="311254"/>
            </a:xfrm>
            <a:custGeom>
              <a:avLst/>
              <a:pathLst>
                <a:path w="203324" h="311254">
                  <a:moveTo>
                    <a:pt x="103516" y="9502"/>
                  </a:moveTo>
                  <a:lnTo>
                    <a:pt x="116602" y="17289"/>
                  </a:lnTo>
                  <a:lnTo>
                    <a:pt x="136792" y="35826"/>
                  </a:lnTo>
                  <a:lnTo>
                    <a:pt x="116800" y="71695"/>
                  </a:lnTo>
                  <a:lnTo>
                    <a:pt x="126672" y="75199"/>
                  </a:lnTo>
                  <a:lnTo>
                    <a:pt x="124710" y="79449"/>
                  </a:lnTo>
                  <a:lnTo>
                    <a:pt x="132099" y="86842"/>
                  </a:lnTo>
                  <a:lnTo>
                    <a:pt x="134289" y="85761"/>
                  </a:lnTo>
                  <a:lnTo>
                    <a:pt x="135136" y="91001"/>
                  </a:lnTo>
                  <a:lnTo>
                    <a:pt x="139538" y="117654"/>
                  </a:lnTo>
                  <a:lnTo>
                    <a:pt x="139351" y="119911"/>
                  </a:lnTo>
                  <a:lnTo>
                    <a:pt x="133450" y="125353"/>
                  </a:lnTo>
                  <a:lnTo>
                    <a:pt x="139052" y="135535"/>
                  </a:lnTo>
                  <a:lnTo>
                    <a:pt x="144003" y="148341"/>
                  </a:lnTo>
                  <a:lnTo>
                    <a:pt x="146344" y="157057"/>
                  </a:lnTo>
                  <a:lnTo>
                    <a:pt x="145973" y="161421"/>
                  </a:lnTo>
                  <a:lnTo>
                    <a:pt x="150264" y="168119"/>
                  </a:lnTo>
                  <a:lnTo>
                    <a:pt x="157885" y="162825"/>
                  </a:lnTo>
                  <a:lnTo>
                    <a:pt x="162746" y="166460"/>
                  </a:lnTo>
                  <a:lnTo>
                    <a:pt x="165732" y="170338"/>
                  </a:lnTo>
                  <a:lnTo>
                    <a:pt x="161159" y="176998"/>
                  </a:lnTo>
                  <a:lnTo>
                    <a:pt x="158489" y="178329"/>
                  </a:lnTo>
                  <a:lnTo>
                    <a:pt x="155762" y="178315"/>
                  </a:lnTo>
                  <a:lnTo>
                    <a:pt x="159837" y="183439"/>
                  </a:lnTo>
                  <a:lnTo>
                    <a:pt x="161041" y="183801"/>
                  </a:lnTo>
                  <a:lnTo>
                    <a:pt x="161988" y="181380"/>
                  </a:lnTo>
                  <a:lnTo>
                    <a:pt x="167311" y="183018"/>
                  </a:lnTo>
                  <a:lnTo>
                    <a:pt x="172482" y="187419"/>
                  </a:lnTo>
                  <a:lnTo>
                    <a:pt x="167495" y="203924"/>
                  </a:lnTo>
                  <a:lnTo>
                    <a:pt x="169496" y="208572"/>
                  </a:lnTo>
                  <a:lnTo>
                    <a:pt x="174811" y="203572"/>
                  </a:lnTo>
                  <a:lnTo>
                    <a:pt x="180283" y="220282"/>
                  </a:lnTo>
                  <a:lnTo>
                    <a:pt x="185100" y="227473"/>
                  </a:lnTo>
                  <a:lnTo>
                    <a:pt x="191072" y="232232"/>
                  </a:lnTo>
                  <a:lnTo>
                    <a:pt x="192957" y="233966"/>
                  </a:lnTo>
                  <a:lnTo>
                    <a:pt x="203324" y="253263"/>
                  </a:lnTo>
                  <a:lnTo>
                    <a:pt x="203067" y="254744"/>
                  </a:lnTo>
                  <a:lnTo>
                    <a:pt x="194181" y="262327"/>
                  </a:lnTo>
                  <a:lnTo>
                    <a:pt x="191385" y="260208"/>
                  </a:lnTo>
                  <a:lnTo>
                    <a:pt x="189524" y="260316"/>
                  </a:lnTo>
                  <a:lnTo>
                    <a:pt x="187548" y="261645"/>
                  </a:lnTo>
                  <a:lnTo>
                    <a:pt x="186785" y="263832"/>
                  </a:lnTo>
                  <a:lnTo>
                    <a:pt x="179393" y="263275"/>
                  </a:lnTo>
                  <a:lnTo>
                    <a:pt x="176250" y="262209"/>
                  </a:lnTo>
                  <a:lnTo>
                    <a:pt x="175748" y="260183"/>
                  </a:lnTo>
                  <a:lnTo>
                    <a:pt x="173852" y="258249"/>
                  </a:lnTo>
                  <a:lnTo>
                    <a:pt x="153671" y="259014"/>
                  </a:lnTo>
                  <a:lnTo>
                    <a:pt x="156217" y="262484"/>
                  </a:lnTo>
                  <a:lnTo>
                    <a:pt x="155155" y="264419"/>
                  </a:lnTo>
                  <a:lnTo>
                    <a:pt x="147899" y="260415"/>
                  </a:lnTo>
                  <a:lnTo>
                    <a:pt x="142471" y="269538"/>
                  </a:lnTo>
                  <a:lnTo>
                    <a:pt x="151771" y="277555"/>
                  </a:lnTo>
                  <a:lnTo>
                    <a:pt x="156853" y="292887"/>
                  </a:lnTo>
                  <a:lnTo>
                    <a:pt x="156166" y="293323"/>
                  </a:lnTo>
                  <a:lnTo>
                    <a:pt x="144761" y="290274"/>
                  </a:lnTo>
                  <a:lnTo>
                    <a:pt x="140956" y="290323"/>
                  </a:lnTo>
                  <a:lnTo>
                    <a:pt x="138767" y="291254"/>
                  </a:lnTo>
                  <a:lnTo>
                    <a:pt x="133764" y="284188"/>
                  </a:lnTo>
                  <a:lnTo>
                    <a:pt x="130205" y="281563"/>
                  </a:lnTo>
                  <a:lnTo>
                    <a:pt x="123617" y="279846"/>
                  </a:lnTo>
                  <a:lnTo>
                    <a:pt x="115647" y="273689"/>
                  </a:lnTo>
                  <a:lnTo>
                    <a:pt x="109118" y="286217"/>
                  </a:lnTo>
                  <a:lnTo>
                    <a:pt x="105277" y="283692"/>
                  </a:lnTo>
                  <a:lnTo>
                    <a:pt x="103419" y="288733"/>
                  </a:lnTo>
                  <a:lnTo>
                    <a:pt x="98832" y="288267"/>
                  </a:lnTo>
                  <a:lnTo>
                    <a:pt x="95838" y="283971"/>
                  </a:lnTo>
                  <a:lnTo>
                    <a:pt x="96709" y="311254"/>
                  </a:lnTo>
                  <a:lnTo>
                    <a:pt x="74693" y="297147"/>
                  </a:lnTo>
                  <a:lnTo>
                    <a:pt x="48166" y="297353"/>
                  </a:lnTo>
                  <a:lnTo>
                    <a:pt x="33830" y="297557"/>
                  </a:lnTo>
                  <a:lnTo>
                    <a:pt x="33063" y="297002"/>
                  </a:lnTo>
                  <a:lnTo>
                    <a:pt x="19965" y="287021"/>
                  </a:lnTo>
                  <a:lnTo>
                    <a:pt x="11107" y="269930"/>
                  </a:lnTo>
                  <a:lnTo>
                    <a:pt x="12323" y="256944"/>
                  </a:lnTo>
                  <a:lnTo>
                    <a:pt x="19291" y="257017"/>
                  </a:lnTo>
                  <a:lnTo>
                    <a:pt x="31873" y="240126"/>
                  </a:lnTo>
                  <a:lnTo>
                    <a:pt x="14353" y="236811"/>
                  </a:lnTo>
                  <a:lnTo>
                    <a:pt x="18707" y="193551"/>
                  </a:lnTo>
                  <a:lnTo>
                    <a:pt x="16235" y="191466"/>
                  </a:lnTo>
                  <a:lnTo>
                    <a:pt x="23082" y="183904"/>
                  </a:lnTo>
                  <a:lnTo>
                    <a:pt x="21529" y="180607"/>
                  </a:lnTo>
                  <a:lnTo>
                    <a:pt x="14837" y="180063"/>
                  </a:lnTo>
                  <a:lnTo>
                    <a:pt x="14415" y="176680"/>
                  </a:lnTo>
                  <a:lnTo>
                    <a:pt x="11301" y="178332"/>
                  </a:lnTo>
                  <a:lnTo>
                    <a:pt x="3513" y="175242"/>
                  </a:lnTo>
                  <a:lnTo>
                    <a:pt x="0" y="180232"/>
                  </a:lnTo>
                  <a:lnTo>
                    <a:pt x="26491" y="103791"/>
                  </a:lnTo>
                  <a:lnTo>
                    <a:pt x="24961" y="101038"/>
                  </a:lnTo>
                  <a:lnTo>
                    <a:pt x="24441" y="102675"/>
                  </a:lnTo>
                  <a:lnTo>
                    <a:pt x="628" y="89518"/>
                  </a:lnTo>
                  <a:lnTo>
                    <a:pt x="5529" y="78394"/>
                  </a:lnTo>
                  <a:lnTo>
                    <a:pt x="8283" y="78271"/>
                  </a:lnTo>
                  <a:lnTo>
                    <a:pt x="10025" y="82153"/>
                  </a:lnTo>
                  <a:lnTo>
                    <a:pt x="15066" y="75139"/>
                  </a:lnTo>
                  <a:lnTo>
                    <a:pt x="21138" y="63145"/>
                  </a:lnTo>
                  <a:lnTo>
                    <a:pt x="20783" y="62767"/>
                  </a:lnTo>
                  <a:lnTo>
                    <a:pt x="27421" y="52111"/>
                  </a:lnTo>
                  <a:lnTo>
                    <a:pt x="28195" y="48390"/>
                  </a:lnTo>
                  <a:lnTo>
                    <a:pt x="33582" y="41728"/>
                  </a:lnTo>
                  <a:lnTo>
                    <a:pt x="39559" y="30767"/>
                  </a:lnTo>
                  <a:lnTo>
                    <a:pt x="40292" y="30226"/>
                  </a:lnTo>
                  <a:lnTo>
                    <a:pt x="46064" y="33941"/>
                  </a:lnTo>
                  <a:lnTo>
                    <a:pt x="48960" y="32704"/>
                  </a:lnTo>
                  <a:lnTo>
                    <a:pt x="55084" y="33983"/>
                  </a:lnTo>
                  <a:lnTo>
                    <a:pt x="56086" y="35107"/>
                  </a:lnTo>
                  <a:lnTo>
                    <a:pt x="60574" y="33760"/>
                  </a:lnTo>
                  <a:lnTo>
                    <a:pt x="62527" y="29731"/>
                  </a:lnTo>
                  <a:lnTo>
                    <a:pt x="63503" y="23650"/>
                  </a:lnTo>
                  <a:lnTo>
                    <a:pt x="65871" y="20032"/>
                  </a:lnTo>
                  <a:lnTo>
                    <a:pt x="71267" y="18217"/>
                  </a:lnTo>
                  <a:lnTo>
                    <a:pt x="75678" y="10423"/>
                  </a:lnTo>
                  <a:lnTo>
                    <a:pt x="88332" y="3980"/>
                  </a:lnTo>
                  <a:lnTo>
                    <a:pt x="90536" y="2322"/>
                  </a:lnTo>
                  <a:lnTo>
                    <a:pt x="9019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h3443"/>
            <p:cNvSpPr/>
            <p:nvPr/>
          </p:nvSpPr>
          <p:spPr>
            <a:xfrm>
              <a:off x="6883948" y="2017869"/>
              <a:ext cx="68927" cy="54953"/>
            </a:xfrm>
            <a:custGeom>
              <a:avLst/>
              <a:pathLst>
                <a:path w="68927" h="54953">
                  <a:moveTo>
                    <a:pt x="16981" y="746"/>
                  </a:moveTo>
                  <a:lnTo>
                    <a:pt x="16391" y="4400"/>
                  </a:lnTo>
                  <a:lnTo>
                    <a:pt x="23105" y="4119"/>
                  </a:lnTo>
                  <a:lnTo>
                    <a:pt x="25645" y="15110"/>
                  </a:lnTo>
                  <a:lnTo>
                    <a:pt x="36059" y="20522"/>
                  </a:lnTo>
                  <a:lnTo>
                    <a:pt x="41927" y="26779"/>
                  </a:lnTo>
                  <a:lnTo>
                    <a:pt x="49498" y="31662"/>
                  </a:lnTo>
                  <a:lnTo>
                    <a:pt x="55164" y="39546"/>
                  </a:lnTo>
                  <a:lnTo>
                    <a:pt x="55455" y="42599"/>
                  </a:lnTo>
                  <a:lnTo>
                    <a:pt x="64251" y="47851"/>
                  </a:lnTo>
                  <a:lnTo>
                    <a:pt x="68927" y="53498"/>
                  </a:lnTo>
                  <a:lnTo>
                    <a:pt x="66877" y="54953"/>
                  </a:lnTo>
                  <a:lnTo>
                    <a:pt x="45286" y="48027"/>
                  </a:lnTo>
                  <a:lnTo>
                    <a:pt x="39360" y="51769"/>
                  </a:lnTo>
                  <a:lnTo>
                    <a:pt x="37059" y="46063"/>
                  </a:lnTo>
                  <a:lnTo>
                    <a:pt x="28798" y="35127"/>
                  </a:lnTo>
                  <a:lnTo>
                    <a:pt x="22159" y="31234"/>
                  </a:lnTo>
                  <a:lnTo>
                    <a:pt x="16451" y="39455"/>
                  </a:lnTo>
                  <a:lnTo>
                    <a:pt x="9879" y="43671"/>
                  </a:lnTo>
                  <a:lnTo>
                    <a:pt x="4143" y="39913"/>
                  </a:lnTo>
                  <a:lnTo>
                    <a:pt x="7834" y="26543"/>
                  </a:lnTo>
                  <a:lnTo>
                    <a:pt x="3920" y="26465"/>
                  </a:lnTo>
                  <a:lnTo>
                    <a:pt x="6286" y="17067"/>
                  </a:lnTo>
                  <a:lnTo>
                    <a:pt x="1593" y="9607"/>
                  </a:lnTo>
                  <a:lnTo>
                    <a:pt x="1189" y="3112"/>
                  </a:lnTo>
                  <a:lnTo>
                    <a:pt x="0" y="229"/>
                  </a:lnTo>
                  <a:lnTo>
                    <a:pt x="1145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h3444"/>
            <p:cNvSpPr/>
            <p:nvPr/>
          </p:nvSpPr>
          <p:spPr>
            <a:xfrm>
              <a:off x="6961508" y="1868194"/>
              <a:ext cx="51170" cy="41809"/>
            </a:xfrm>
            <a:custGeom>
              <a:avLst/>
              <a:pathLst>
                <a:path w="51170" h="41809">
                  <a:moveTo>
                    <a:pt x="37777" y="1920"/>
                  </a:moveTo>
                  <a:lnTo>
                    <a:pt x="43882" y="5667"/>
                  </a:lnTo>
                  <a:lnTo>
                    <a:pt x="45292" y="5207"/>
                  </a:lnTo>
                  <a:lnTo>
                    <a:pt x="51003" y="8386"/>
                  </a:lnTo>
                  <a:lnTo>
                    <a:pt x="51170" y="9771"/>
                  </a:lnTo>
                  <a:lnTo>
                    <a:pt x="49823" y="12216"/>
                  </a:lnTo>
                  <a:lnTo>
                    <a:pt x="40570" y="15793"/>
                  </a:lnTo>
                  <a:lnTo>
                    <a:pt x="42031" y="21747"/>
                  </a:lnTo>
                  <a:lnTo>
                    <a:pt x="44243" y="25710"/>
                  </a:lnTo>
                  <a:lnTo>
                    <a:pt x="43645" y="27348"/>
                  </a:lnTo>
                  <a:lnTo>
                    <a:pt x="38393" y="36265"/>
                  </a:lnTo>
                  <a:lnTo>
                    <a:pt x="28310" y="41809"/>
                  </a:lnTo>
                  <a:lnTo>
                    <a:pt x="26494" y="35991"/>
                  </a:lnTo>
                  <a:lnTo>
                    <a:pt x="12570" y="36585"/>
                  </a:lnTo>
                  <a:lnTo>
                    <a:pt x="3504" y="35740"/>
                  </a:lnTo>
                  <a:lnTo>
                    <a:pt x="3619" y="30017"/>
                  </a:lnTo>
                  <a:lnTo>
                    <a:pt x="1424" y="28273"/>
                  </a:lnTo>
                  <a:lnTo>
                    <a:pt x="0" y="28757"/>
                  </a:lnTo>
                  <a:lnTo>
                    <a:pt x="5137" y="18114"/>
                  </a:lnTo>
                  <a:lnTo>
                    <a:pt x="14937" y="6673"/>
                  </a:lnTo>
                  <a:lnTo>
                    <a:pt x="23381" y="1159"/>
                  </a:lnTo>
                  <a:lnTo>
                    <a:pt x="2706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h3445"/>
            <p:cNvSpPr/>
            <p:nvPr/>
          </p:nvSpPr>
          <p:spPr>
            <a:xfrm>
              <a:off x="6907591" y="1894451"/>
              <a:ext cx="57535" cy="30711"/>
            </a:xfrm>
            <a:custGeom>
              <a:avLst/>
              <a:pathLst>
                <a:path w="57535" h="30711">
                  <a:moveTo>
                    <a:pt x="53916" y="2501"/>
                  </a:moveTo>
                  <a:lnTo>
                    <a:pt x="55341" y="2016"/>
                  </a:lnTo>
                  <a:lnTo>
                    <a:pt x="57535" y="3761"/>
                  </a:lnTo>
                  <a:lnTo>
                    <a:pt x="57420" y="9483"/>
                  </a:lnTo>
                  <a:lnTo>
                    <a:pt x="51153" y="11124"/>
                  </a:lnTo>
                  <a:lnTo>
                    <a:pt x="43550" y="14666"/>
                  </a:lnTo>
                  <a:lnTo>
                    <a:pt x="33125" y="26851"/>
                  </a:lnTo>
                  <a:lnTo>
                    <a:pt x="31368" y="27671"/>
                  </a:lnTo>
                  <a:lnTo>
                    <a:pt x="0" y="30711"/>
                  </a:lnTo>
                  <a:lnTo>
                    <a:pt x="484" y="15506"/>
                  </a:lnTo>
                  <a:lnTo>
                    <a:pt x="10187" y="10399"/>
                  </a:lnTo>
                  <a:lnTo>
                    <a:pt x="35222" y="8054"/>
                  </a:lnTo>
                  <a:lnTo>
                    <a:pt x="39600" y="7073"/>
                  </a:lnTo>
                  <a:lnTo>
                    <a:pt x="42428" y="2858"/>
                  </a:lnTo>
                  <a:lnTo>
                    <a:pt x="5046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h3446"/>
            <p:cNvSpPr/>
            <p:nvPr/>
          </p:nvSpPr>
          <p:spPr>
            <a:xfrm>
              <a:off x="6683899" y="2049326"/>
              <a:ext cx="203502" cy="161020"/>
            </a:xfrm>
            <a:custGeom>
              <a:avLst/>
              <a:pathLst>
                <a:path w="203502" h="161020">
                  <a:moveTo>
                    <a:pt x="127582" y="1933"/>
                  </a:moveTo>
                  <a:lnTo>
                    <a:pt x="128084" y="3959"/>
                  </a:lnTo>
                  <a:lnTo>
                    <a:pt x="131227" y="5025"/>
                  </a:lnTo>
                  <a:lnTo>
                    <a:pt x="131687" y="11924"/>
                  </a:lnTo>
                  <a:lnTo>
                    <a:pt x="132687" y="14817"/>
                  </a:lnTo>
                  <a:lnTo>
                    <a:pt x="136723" y="17296"/>
                  </a:lnTo>
                  <a:lnTo>
                    <a:pt x="142311" y="26514"/>
                  </a:lnTo>
                  <a:lnTo>
                    <a:pt x="141651" y="27619"/>
                  </a:lnTo>
                  <a:lnTo>
                    <a:pt x="142639" y="33856"/>
                  </a:lnTo>
                  <a:lnTo>
                    <a:pt x="149403" y="33478"/>
                  </a:lnTo>
                  <a:lnTo>
                    <a:pt x="149967" y="30337"/>
                  </a:lnTo>
                  <a:lnTo>
                    <a:pt x="155379" y="30384"/>
                  </a:lnTo>
                  <a:lnTo>
                    <a:pt x="157739" y="27047"/>
                  </a:lnTo>
                  <a:lnTo>
                    <a:pt x="163083" y="33826"/>
                  </a:lnTo>
                  <a:lnTo>
                    <a:pt x="164595" y="33783"/>
                  </a:lnTo>
                  <a:lnTo>
                    <a:pt x="165551" y="32150"/>
                  </a:lnTo>
                  <a:lnTo>
                    <a:pt x="158325" y="44896"/>
                  </a:lnTo>
                  <a:lnTo>
                    <a:pt x="158078" y="49689"/>
                  </a:lnTo>
                  <a:lnTo>
                    <a:pt x="167762" y="51079"/>
                  </a:lnTo>
                  <a:lnTo>
                    <a:pt x="172173" y="58922"/>
                  </a:lnTo>
                  <a:lnTo>
                    <a:pt x="161728" y="66927"/>
                  </a:lnTo>
                  <a:lnTo>
                    <a:pt x="174096" y="87463"/>
                  </a:lnTo>
                  <a:lnTo>
                    <a:pt x="175979" y="84686"/>
                  </a:lnTo>
                  <a:lnTo>
                    <a:pt x="179879" y="87833"/>
                  </a:lnTo>
                  <a:lnTo>
                    <a:pt x="179907" y="90478"/>
                  </a:lnTo>
                  <a:lnTo>
                    <a:pt x="183205" y="94466"/>
                  </a:lnTo>
                  <a:lnTo>
                    <a:pt x="190422" y="98262"/>
                  </a:lnTo>
                  <a:lnTo>
                    <a:pt x="203502" y="112532"/>
                  </a:lnTo>
                  <a:lnTo>
                    <a:pt x="200407" y="113838"/>
                  </a:lnTo>
                  <a:lnTo>
                    <a:pt x="194527" y="112867"/>
                  </a:lnTo>
                  <a:lnTo>
                    <a:pt x="201135" y="116410"/>
                  </a:lnTo>
                  <a:lnTo>
                    <a:pt x="198295" y="118237"/>
                  </a:lnTo>
                  <a:lnTo>
                    <a:pt x="201125" y="123273"/>
                  </a:lnTo>
                  <a:lnTo>
                    <a:pt x="194874" y="132775"/>
                  </a:lnTo>
                  <a:lnTo>
                    <a:pt x="186783" y="128784"/>
                  </a:lnTo>
                  <a:lnTo>
                    <a:pt x="182845" y="125358"/>
                  </a:lnTo>
                  <a:lnTo>
                    <a:pt x="180537" y="115675"/>
                  </a:lnTo>
                  <a:lnTo>
                    <a:pt x="178888" y="128511"/>
                  </a:lnTo>
                  <a:lnTo>
                    <a:pt x="165019" y="124652"/>
                  </a:lnTo>
                  <a:lnTo>
                    <a:pt x="165098" y="125189"/>
                  </a:lnTo>
                  <a:lnTo>
                    <a:pt x="160019" y="129685"/>
                  </a:lnTo>
                  <a:lnTo>
                    <a:pt x="158137" y="117364"/>
                  </a:lnTo>
                  <a:lnTo>
                    <a:pt x="157196" y="122301"/>
                  </a:lnTo>
                  <a:lnTo>
                    <a:pt x="149906" y="122696"/>
                  </a:lnTo>
                  <a:lnTo>
                    <a:pt x="148758" y="116421"/>
                  </a:lnTo>
                  <a:lnTo>
                    <a:pt x="138514" y="119971"/>
                  </a:lnTo>
                  <a:lnTo>
                    <a:pt x="124898" y="112479"/>
                  </a:lnTo>
                  <a:lnTo>
                    <a:pt x="136313" y="125393"/>
                  </a:lnTo>
                  <a:lnTo>
                    <a:pt x="140077" y="131787"/>
                  </a:lnTo>
                  <a:lnTo>
                    <a:pt x="144790" y="135875"/>
                  </a:lnTo>
                  <a:lnTo>
                    <a:pt x="145648" y="143622"/>
                  </a:lnTo>
                  <a:lnTo>
                    <a:pt x="147074" y="147110"/>
                  </a:lnTo>
                  <a:lnTo>
                    <a:pt x="141999" y="146648"/>
                  </a:lnTo>
                  <a:lnTo>
                    <a:pt x="141863" y="142158"/>
                  </a:lnTo>
                  <a:lnTo>
                    <a:pt x="138937" y="139205"/>
                  </a:lnTo>
                  <a:lnTo>
                    <a:pt x="126252" y="145242"/>
                  </a:lnTo>
                  <a:lnTo>
                    <a:pt x="128762" y="155837"/>
                  </a:lnTo>
                  <a:lnTo>
                    <a:pt x="111070" y="161020"/>
                  </a:lnTo>
                  <a:lnTo>
                    <a:pt x="108649" y="150186"/>
                  </a:lnTo>
                  <a:lnTo>
                    <a:pt x="95744" y="153588"/>
                  </a:lnTo>
                  <a:lnTo>
                    <a:pt x="105262" y="134774"/>
                  </a:lnTo>
                  <a:lnTo>
                    <a:pt x="102119" y="126472"/>
                  </a:lnTo>
                  <a:lnTo>
                    <a:pt x="102428" y="132394"/>
                  </a:lnTo>
                  <a:lnTo>
                    <a:pt x="98630" y="131481"/>
                  </a:lnTo>
                  <a:lnTo>
                    <a:pt x="82622" y="130945"/>
                  </a:lnTo>
                  <a:lnTo>
                    <a:pt x="83272" y="125778"/>
                  </a:lnTo>
                  <a:lnTo>
                    <a:pt x="102853" y="88989"/>
                  </a:lnTo>
                  <a:lnTo>
                    <a:pt x="97358" y="90757"/>
                  </a:lnTo>
                  <a:lnTo>
                    <a:pt x="82701" y="102414"/>
                  </a:lnTo>
                  <a:lnTo>
                    <a:pt x="72067" y="102376"/>
                  </a:lnTo>
                  <a:lnTo>
                    <a:pt x="69363" y="103235"/>
                  </a:lnTo>
                  <a:lnTo>
                    <a:pt x="62605" y="98658"/>
                  </a:lnTo>
                  <a:lnTo>
                    <a:pt x="54090" y="84725"/>
                  </a:lnTo>
                  <a:lnTo>
                    <a:pt x="48141" y="82492"/>
                  </a:lnTo>
                  <a:lnTo>
                    <a:pt x="29371" y="97977"/>
                  </a:lnTo>
                  <a:lnTo>
                    <a:pt x="27942" y="111876"/>
                  </a:lnTo>
                  <a:lnTo>
                    <a:pt x="25948" y="111643"/>
                  </a:lnTo>
                  <a:lnTo>
                    <a:pt x="24660" y="102044"/>
                  </a:lnTo>
                  <a:lnTo>
                    <a:pt x="21735" y="101656"/>
                  </a:lnTo>
                  <a:lnTo>
                    <a:pt x="20089" y="98794"/>
                  </a:lnTo>
                  <a:lnTo>
                    <a:pt x="23923" y="97338"/>
                  </a:lnTo>
                  <a:lnTo>
                    <a:pt x="23051" y="94452"/>
                  </a:lnTo>
                  <a:lnTo>
                    <a:pt x="20097" y="91169"/>
                  </a:lnTo>
                  <a:lnTo>
                    <a:pt x="23839" y="85484"/>
                  </a:lnTo>
                  <a:lnTo>
                    <a:pt x="28599" y="74744"/>
                  </a:lnTo>
                  <a:lnTo>
                    <a:pt x="24737" y="72293"/>
                  </a:lnTo>
                  <a:lnTo>
                    <a:pt x="18813" y="82309"/>
                  </a:lnTo>
                  <a:lnTo>
                    <a:pt x="5460" y="68330"/>
                  </a:lnTo>
                  <a:lnTo>
                    <a:pt x="19631" y="60703"/>
                  </a:lnTo>
                  <a:lnTo>
                    <a:pt x="0" y="39103"/>
                  </a:lnTo>
                  <a:lnTo>
                    <a:pt x="26527" y="38897"/>
                  </a:lnTo>
                  <a:lnTo>
                    <a:pt x="48543" y="53004"/>
                  </a:lnTo>
                  <a:lnTo>
                    <a:pt x="47672" y="25721"/>
                  </a:lnTo>
                  <a:lnTo>
                    <a:pt x="50666" y="30017"/>
                  </a:lnTo>
                  <a:lnTo>
                    <a:pt x="55253" y="30483"/>
                  </a:lnTo>
                  <a:lnTo>
                    <a:pt x="57111" y="25442"/>
                  </a:lnTo>
                  <a:lnTo>
                    <a:pt x="60952" y="27967"/>
                  </a:lnTo>
                  <a:lnTo>
                    <a:pt x="67481" y="15439"/>
                  </a:lnTo>
                  <a:lnTo>
                    <a:pt x="75451" y="21596"/>
                  </a:lnTo>
                  <a:lnTo>
                    <a:pt x="82038" y="23314"/>
                  </a:lnTo>
                  <a:lnTo>
                    <a:pt x="85598" y="25938"/>
                  </a:lnTo>
                  <a:lnTo>
                    <a:pt x="90601" y="33004"/>
                  </a:lnTo>
                  <a:lnTo>
                    <a:pt x="92790" y="32073"/>
                  </a:lnTo>
                  <a:lnTo>
                    <a:pt x="96595" y="32025"/>
                  </a:lnTo>
                  <a:lnTo>
                    <a:pt x="107999" y="35074"/>
                  </a:lnTo>
                  <a:lnTo>
                    <a:pt x="108687" y="34638"/>
                  </a:lnTo>
                  <a:lnTo>
                    <a:pt x="103605" y="19305"/>
                  </a:lnTo>
                  <a:lnTo>
                    <a:pt x="94305" y="11288"/>
                  </a:lnTo>
                  <a:lnTo>
                    <a:pt x="99733" y="2165"/>
                  </a:lnTo>
                  <a:lnTo>
                    <a:pt x="106989" y="6169"/>
                  </a:lnTo>
                  <a:lnTo>
                    <a:pt x="108050" y="4234"/>
                  </a:lnTo>
                  <a:lnTo>
                    <a:pt x="105505" y="764"/>
                  </a:lnTo>
                  <a:lnTo>
                    <a:pt x="12568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h3447"/>
            <p:cNvSpPr/>
            <p:nvPr/>
          </p:nvSpPr>
          <p:spPr>
            <a:xfrm>
              <a:off x="6597612" y="1880594"/>
              <a:ext cx="105918" cy="254818"/>
            </a:xfrm>
            <a:custGeom>
              <a:avLst/>
              <a:pathLst>
                <a:path w="105918" h="254818">
                  <a:moveTo>
                    <a:pt x="62562" y="13157"/>
                  </a:moveTo>
                  <a:lnTo>
                    <a:pt x="63082" y="11519"/>
                  </a:lnTo>
                  <a:lnTo>
                    <a:pt x="64612" y="14273"/>
                  </a:lnTo>
                  <a:lnTo>
                    <a:pt x="38120" y="90714"/>
                  </a:lnTo>
                  <a:lnTo>
                    <a:pt x="41634" y="85723"/>
                  </a:lnTo>
                  <a:lnTo>
                    <a:pt x="49421" y="88814"/>
                  </a:lnTo>
                  <a:lnTo>
                    <a:pt x="52536" y="87162"/>
                  </a:lnTo>
                  <a:lnTo>
                    <a:pt x="52958" y="90545"/>
                  </a:lnTo>
                  <a:lnTo>
                    <a:pt x="59650" y="91088"/>
                  </a:lnTo>
                  <a:lnTo>
                    <a:pt x="61203" y="94385"/>
                  </a:lnTo>
                  <a:lnTo>
                    <a:pt x="54356" y="101948"/>
                  </a:lnTo>
                  <a:lnTo>
                    <a:pt x="56828" y="104032"/>
                  </a:lnTo>
                  <a:lnTo>
                    <a:pt x="52474" y="147293"/>
                  </a:lnTo>
                  <a:lnTo>
                    <a:pt x="69994" y="150608"/>
                  </a:lnTo>
                  <a:lnTo>
                    <a:pt x="57412" y="167499"/>
                  </a:lnTo>
                  <a:lnTo>
                    <a:pt x="50444" y="167425"/>
                  </a:lnTo>
                  <a:lnTo>
                    <a:pt x="49228" y="180411"/>
                  </a:lnTo>
                  <a:lnTo>
                    <a:pt x="58086" y="197502"/>
                  </a:lnTo>
                  <a:lnTo>
                    <a:pt x="71184" y="207483"/>
                  </a:lnTo>
                  <a:lnTo>
                    <a:pt x="71951" y="208038"/>
                  </a:lnTo>
                  <a:lnTo>
                    <a:pt x="86286" y="207834"/>
                  </a:lnTo>
                  <a:lnTo>
                    <a:pt x="105918" y="229434"/>
                  </a:lnTo>
                  <a:lnTo>
                    <a:pt x="91747" y="237062"/>
                  </a:lnTo>
                  <a:lnTo>
                    <a:pt x="67929" y="249976"/>
                  </a:lnTo>
                  <a:lnTo>
                    <a:pt x="61967" y="254818"/>
                  </a:lnTo>
                  <a:lnTo>
                    <a:pt x="36019" y="244592"/>
                  </a:lnTo>
                  <a:lnTo>
                    <a:pt x="33551" y="241031"/>
                  </a:lnTo>
                  <a:lnTo>
                    <a:pt x="28748" y="240218"/>
                  </a:lnTo>
                  <a:lnTo>
                    <a:pt x="26860" y="238906"/>
                  </a:lnTo>
                  <a:lnTo>
                    <a:pt x="25785" y="234034"/>
                  </a:lnTo>
                  <a:lnTo>
                    <a:pt x="22813" y="229037"/>
                  </a:lnTo>
                  <a:lnTo>
                    <a:pt x="11057" y="217572"/>
                  </a:lnTo>
                  <a:lnTo>
                    <a:pt x="11077" y="212521"/>
                  </a:lnTo>
                  <a:lnTo>
                    <a:pt x="19087" y="206574"/>
                  </a:lnTo>
                  <a:lnTo>
                    <a:pt x="19684" y="202881"/>
                  </a:lnTo>
                  <a:lnTo>
                    <a:pt x="23902" y="200595"/>
                  </a:lnTo>
                  <a:lnTo>
                    <a:pt x="23026" y="193860"/>
                  </a:lnTo>
                  <a:lnTo>
                    <a:pt x="19404" y="192071"/>
                  </a:lnTo>
                  <a:lnTo>
                    <a:pt x="17588" y="187647"/>
                  </a:lnTo>
                  <a:lnTo>
                    <a:pt x="17848" y="175998"/>
                  </a:lnTo>
                  <a:lnTo>
                    <a:pt x="14035" y="164813"/>
                  </a:lnTo>
                  <a:lnTo>
                    <a:pt x="8809" y="162999"/>
                  </a:lnTo>
                  <a:lnTo>
                    <a:pt x="10580" y="146037"/>
                  </a:lnTo>
                  <a:lnTo>
                    <a:pt x="11182" y="146180"/>
                  </a:lnTo>
                  <a:lnTo>
                    <a:pt x="11825" y="131799"/>
                  </a:lnTo>
                  <a:lnTo>
                    <a:pt x="11232" y="128925"/>
                  </a:lnTo>
                  <a:lnTo>
                    <a:pt x="10257" y="124198"/>
                  </a:lnTo>
                  <a:lnTo>
                    <a:pt x="8524" y="125012"/>
                  </a:lnTo>
                  <a:lnTo>
                    <a:pt x="7017" y="117664"/>
                  </a:lnTo>
                  <a:lnTo>
                    <a:pt x="9045" y="106833"/>
                  </a:lnTo>
                  <a:lnTo>
                    <a:pt x="2777" y="99080"/>
                  </a:lnTo>
                  <a:lnTo>
                    <a:pt x="6895" y="95284"/>
                  </a:lnTo>
                  <a:lnTo>
                    <a:pt x="1864" y="95215"/>
                  </a:lnTo>
                  <a:lnTo>
                    <a:pt x="0" y="94080"/>
                  </a:lnTo>
                  <a:lnTo>
                    <a:pt x="1698" y="91333"/>
                  </a:lnTo>
                  <a:lnTo>
                    <a:pt x="2042" y="87072"/>
                  </a:lnTo>
                  <a:lnTo>
                    <a:pt x="794" y="78909"/>
                  </a:lnTo>
                  <a:lnTo>
                    <a:pt x="3040" y="79660"/>
                  </a:lnTo>
                  <a:lnTo>
                    <a:pt x="2282" y="81956"/>
                  </a:lnTo>
                  <a:lnTo>
                    <a:pt x="7975" y="83842"/>
                  </a:lnTo>
                  <a:lnTo>
                    <a:pt x="9821" y="78153"/>
                  </a:lnTo>
                  <a:lnTo>
                    <a:pt x="4130" y="76255"/>
                  </a:lnTo>
                  <a:lnTo>
                    <a:pt x="11278" y="57843"/>
                  </a:lnTo>
                  <a:lnTo>
                    <a:pt x="23159" y="33242"/>
                  </a:lnTo>
                  <a:lnTo>
                    <a:pt x="23773" y="33536"/>
                  </a:lnTo>
                  <a:lnTo>
                    <a:pt x="27885" y="25919"/>
                  </a:lnTo>
                  <a:lnTo>
                    <a:pt x="38046" y="5523"/>
                  </a:lnTo>
                  <a:lnTo>
                    <a:pt x="38192" y="1258"/>
                  </a:lnTo>
                  <a:lnTo>
                    <a:pt x="3874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h3448"/>
            <p:cNvSpPr/>
            <p:nvPr/>
          </p:nvSpPr>
          <p:spPr>
            <a:xfrm>
              <a:off x="6939192" y="1904186"/>
              <a:ext cx="57874" cy="73143"/>
            </a:xfrm>
            <a:custGeom>
              <a:avLst/>
              <a:pathLst>
                <a:path w="57874" h="73143">
                  <a:moveTo>
                    <a:pt x="50626" y="5817"/>
                  </a:moveTo>
                  <a:lnTo>
                    <a:pt x="46908" y="19154"/>
                  </a:lnTo>
                  <a:lnTo>
                    <a:pt x="42293" y="19852"/>
                  </a:lnTo>
                  <a:lnTo>
                    <a:pt x="45628" y="31987"/>
                  </a:lnTo>
                  <a:lnTo>
                    <a:pt x="56887" y="33853"/>
                  </a:lnTo>
                  <a:lnTo>
                    <a:pt x="51552" y="40830"/>
                  </a:lnTo>
                  <a:lnTo>
                    <a:pt x="52907" y="42831"/>
                  </a:lnTo>
                  <a:lnTo>
                    <a:pt x="57874" y="45777"/>
                  </a:lnTo>
                  <a:lnTo>
                    <a:pt x="56922" y="49746"/>
                  </a:lnTo>
                  <a:lnTo>
                    <a:pt x="53958" y="48903"/>
                  </a:lnTo>
                  <a:lnTo>
                    <a:pt x="50494" y="52479"/>
                  </a:lnTo>
                  <a:lnTo>
                    <a:pt x="44087" y="73143"/>
                  </a:lnTo>
                  <a:lnTo>
                    <a:pt x="33171" y="69374"/>
                  </a:lnTo>
                  <a:lnTo>
                    <a:pt x="9911" y="59610"/>
                  </a:lnTo>
                  <a:lnTo>
                    <a:pt x="8835" y="52348"/>
                  </a:lnTo>
                  <a:lnTo>
                    <a:pt x="2173" y="49510"/>
                  </a:lnTo>
                  <a:lnTo>
                    <a:pt x="494" y="38026"/>
                  </a:lnTo>
                  <a:lnTo>
                    <a:pt x="0" y="23702"/>
                  </a:lnTo>
                  <a:lnTo>
                    <a:pt x="18077" y="24854"/>
                  </a:lnTo>
                  <a:lnTo>
                    <a:pt x="20260" y="17894"/>
                  </a:lnTo>
                  <a:lnTo>
                    <a:pt x="18483" y="15584"/>
                  </a:lnTo>
                  <a:lnTo>
                    <a:pt x="15435" y="14716"/>
                  </a:lnTo>
                  <a:lnTo>
                    <a:pt x="26425" y="3437"/>
                  </a:lnTo>
                  <a:lnTo>
                    <a:pt x="29481" y="1772"/>
                  </a:lnTo>
                  <a:lnTo>
                    <a:pt x="34899" y="2297"/>
                  </a:lnTo>
                  <a:lnTo>
                    <a:pt x="34886" y="593"/>
                  </a:lnTo>
                  <a:lnTo>
                    <a:pt x="4880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h3449"/>
            <p:cNvSpPr/>
            <p:nvPr/>
          </p:nvSpPr>
          <p:spPr>
            <a:xfrm>
              <a:off x="6841977" y="2080350"/>
              <a:ext cx="25769" cy="27898"/>
            </a:xfrm>
            <a:custGeom>
              <a:avLst/>
              <a:pathLst>
                <a:path w="25769" h="27898">
                  <a:moveTo>
                    <a:pt x="18474" y="1038"/>
                  </a:moveTo>
                  <a:lnTo>
                    <a:pt x="17931" y="6210"/>
                  </a:lnTo>
                  <a:lnTo>
                    <a:pt x="18154" y="7816"/>
                  </a:lnTo>
                  <a:lnTo>
                    <a:pt x="23836" y="12028"/>
                  </a:lnTo>
                  <a:lnTo>
                    <a:pt x="25769" y="19701"/>
                  </a:lnTo>
                  <a:lnTo>
                    <a:pt x="14094" y="27898"/>
                  </a:lnTo>
                  <a:lnTo>
                    <a:pt x="9683" y="20055"/>
                  </a:lnTo>
                  <a:lnTo>
                    <a:pt x="0" y="18665"/>
                  </a:lnTo>
                  <a:lnTo>
                    <a:pt x="247" y="13872"/>
                  </a:lnTo>
                  <a:lnTo>
                    <a:pt x="7472" y="1126"/>
                  </a:lnTo>
                  <a:lnTo>
                    <a:pt x="9954" y="1123"/>
                  </a:lnTo>
                  <a:lnTo>
                    <a:pt x="1027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h3450"/>
            <p:cNvSpPr/>
            <p:nvPr/>
          </p:nvSpPr>
          <p:spPr>
            <a:xfrm>
              <a:off x="6885591" y="2049104"/>
              <a:ext cx="65234" cy="35698"/>
            </a:xfrm>
            <a:custGeom>
              <a:avLst/>
              <a:pathLst>
                <a:path w="65234" h="35698">
                  <a:moveTo>
                    <a:pt x="27155" y="3892"/>
                  </a:moveTo>
                  <a:lnTo>
                    <a:pt x="35416" y="14828"/>
                  </a:lnTo>
                  <a:lnTo>
                    <a:pt x="37717" y="20535"/>
                  </a:lnTo>
                  <a:lnTo>
                    <a:pt x="43643" y="16792"/>
                  </a:lnTo>
                  <a:lnTo>
                    <a:pt x="65234" y="23718"/>
                  </a:lnTo>
                  <a:lnTo>
                    <a:pt x="51379" y="33383"/>
                  </a:lnTo>
                  <a:lnTo>
                    <a:pt x="50598" y="33762"/>
                  </a:lnTo>
                  <a:lnTo>
                    <a:pt x="49534" y="30910"/>
                  </a:lnTo>
                  <a:lnTo>
                    <a:pt x="37415" y="35012"/>
                  </a:lnTo>
                  <a:lnTo>
                    <a:pt x="34387" y="31248"/>
                  </a:lnTo>
                  <a:lnTo>
                    <a:pt x="27487" y="35698"/>
                  </a:lnTo>
                  <a:lnTo>
                    <a:pt x="23526" y="33918"/>
                  </a:lnTo>
                  <a:lnTo>
                    <a:pt x="17499" y="28253"/>
                  </a:lnTo>
                  <a:lnTo>
                    <a:pt x="9948" y="23473"/>
                  </a:lnTo>
                  <a:lnTo>
                    <a:pt x="7736" y="22811"/>
                  </a:lnTo>
                  <a:lnTo>
                    <a:pt x="7062" y="19906"/>
                  </a:lnTo>
                  <a:lnTo>
                    <a:pt x="6254" y="19263"/>
                  </a:lnTo>
                  <a:lnTo>
                    <a:pt x="2356" y="17747"/>
                  </a:lnTo>
                  <a:lnTo>
                    <a:pt x="0" y="17721"/>
                  </a:lnTo>
                  <a:lnTo>
                    <a:pt x="2500" y="8678"/>
                  </a:lnTo>
                  <a:lnTo>
                    <a:pt x="8236" y="12436"/>
                  </a:lnTo>
                  <a:lnTo>
                    <a:pt x="14808" y="8220"/>
                  </a:lnTo>
                  <a:lnTo>
                    <a:pt x="2051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h3451"/>
            <p:cNvSpPr/>
            <p:nvPr/>
          </p:nvSpPr>
          <p:spPr>
            <a:xfrm>
              <a:off x="6826885" y="1773983"/>
              <a:ext cx="161686" cy="130867"/>
            </a:xfrm>
            <a:custGeom>
              <a:avLst/>
              <a:pathLst>
                <a:path w="161686" h="130867">
                  <a:moveTo>
                    <a:pt x="61816" y="17976"/>
                  </a:moveTo>
                  <a:lnTo>
                    <a:pt x="76816" y="12333"/>
                  </a:lnTo>
                  <a:lnTo>
                    <a:pt x="76032" y="24806"/>
                  </a:lnTo>
                  <a:lnTo>
                    <a:pt x="75116" y="39367"/>
                  </a:lnTo>
                  <a:lnTo>
                    <a:pt x="102245" y="42232"/>
                  </a:lnTo>
                  <a:lnTo>
                    <a:pt x="101356" y="67653"/>
                  </a:lnTo>
                  <a:lnTo>
                    <a:pt x="97262" y="79024"/>
                  </a:lnTo>
                  <a:lnTo>
                    <a:pt x="104512" y="78726"/>
                  </a:lnTo>
                  <a:lnTo>
                    <a:pt x="109485" y="80211"/>
                  </a:lnTo>
                  <a:lnTo>
                    <a:pt x="114685" y="83178"/>
                  </a:lnTo>
                  <a:lnTo>
                    <a:pt x="125823" y="83927"/>
                  </a:lnTo>
                  <a:lnTo>
                    <a:pt x="133863" y="77662"/>
                  </a:lnTo>
                  <a:lnTo>
                    <a:pt x="133170" y="74578"/>
                  </a:lnTo>
                  <a:lnTo>
                    <a:pt x="135480" y="71968"/>
                  </a:lnTo>
                  <a:lnTo>
                    <a:pt x="142577" y="68175"/>
                  </a:lnTo>
                  <a:lnTo>
                    <a:pt x="144930" y="68679"/>
                  </a:lnTo>
                  <a:lnTo>
                    <a:pt x="153138" y="80968"/>
                  </a:lnTo>
                  <a:lnTo>
                    <a:pt x="155936" y="81413"/>
                  </a:lnTo>
                  <a:lnTo>
                    <a:pt x="157742" y="93599"/>
                  </a:lnTo>
                  <a:lnTo>
                    <a:pt x="161686" y="94211"/>
                  </a:lnTo>
                  <a:lnTo>
                    <a:pt x="158004" y="95370"/>
                  </a:lnTo>
                  <a:lnTo>
                    <a:pt x="149560" y="100884"/>
                  </a:lnTo>
                  <a:lnTo>
                    <a:pt x="139761" y="112326"/>
                  </a:lnTo>
                  <a:lnTo>
                    <a:pt x="134623" y="122969"/>
                  </a:lnTo>
                  <a:lnTo>
                    <a:pt x="131169" y="120468"/>
                  </a:lnTo>
                  <a:lnTo>
                    <a:pt x="123134" y="123326"/>
                  </a:lnTo>
                  <a:lnTo>
                    <a:pt x="120306" y="127541"/>
                  </a:lnTo>
                  <a:lnTo>
                    <a:pt x="115929" y="128522"/>
                  </a:lnTo>
                  <a:lnTo>
                    <a:pt x="90893" y="130867"/>
                  </a:lnTo>
                  <a:lnTo>
                    <a:pt x="32562" y="113636"/>
                  </a:lnTo>
                  <a:lnTo>
                    <a:pt x="0" y="51171"/>
                  </a:lnTo>
                  <a:lnTo>
                    <a:pt x="11908" y="27613"/>
                  </a:lnTo>
                  <a:lnTo>
                    <a:pt x="12795" y="27773"/>
                  </a:lnTo>
                  <a:lnTo>
                    <a:pt x="19331" y="13496"/>
                  </a:lnTo>
                  <a:lnTo>
                    <a:pt x="5521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h3452"/>
            <p:cNvSpPr/>
            <p:nvPr/>
          </p:nvSpPr>
          <p:spPr>
            <a:xfrm>
              <a:off x="6826805" y="2021601"/>
              <a:ext cx="56122" cy="67835"/>
            </a:xfrm>
            <a:custGeom>
              <a:avLst/>
              <a:pathLst>
                <a:path w="56122" h="67835">
                  <a:moveTo>
                    <a:pt x="27078" y="19515"/>
                  </a:moveTo>
                  <a:lnTo>
                    <a:pt x="26710" y="24800"/>
                  </a:lnTo>
                  <a:lnTo>
                    <a:pt x="27645" y="27978"/>
                  </a:lnTo>
                  <a:lnTo>
                    <a:pt x="33938" y="31479"/>
                  </a:lnTo>
                  <a:lnTo>
                    <a:pt x="33266" y="33803"/>
                  </a:lnTo>
                  <a:lnTo>
                    <a:pt x="36132" y="37340"/>
                  </a:lnTo>
                  <a:lnTo>
                    <a:pt x="36964" y="34680"/>
                  </a:lnTo>
                  <a:lnTo>
                    <a:pt x="41869" y="36893"/>
                  </a:lnTo>
                  <a:lnTo>
                    <a:pt x="46899" y="40459"/>
                  </a:lnTo>
                  <a:lnTo>
                    <a:pt x="40015" y="42654"/>
                  </a:lnTo>
                  <a:lnTo>
                    <a:pt x="40502" y="41838"/>
                  </a:lnTo>
                  <a:lnTo>
                    <a:pt x="34589" y="40542"/>
                  </a:lnTo>
                  <a:lnTo>
                    <a:pt x="33877" y="43799"/>
                  </a:lnTo>
                  <a:lnTo>
                    <a:pt x="36047" y="48244"/>
                  </a:lnTo>
                  <a:lnTo>
                    <a:pt x="48476" y="57474"/>
                  </a:lnTo>
                  <a:lnTo>
                    <a:pt x="52471" y="58040"/>
                  </a:lnTo>
                  <a:lnTo>
                    <a:pt x="56122" y="62253"/>
                  </a:lnTo>
                  <a:lnTo>
                    <a:pt x="54935" y="62450"/>
                  </a:lnTo>
                  <a:lnTo>
                    <a:pt x="51974" y="67376"/>
                  </a:lnTo>
                  <a:lnTo>
                    <a:pt x="43022" y="67835"/>
                  </a:lnTo>
                  <a:lnTo>
                    <a:pt x="33103" y="64959"/>
                  </a:lnTo>
                  <a:lnTo>
                    <a:pt x="33646" y="59787"/>
                  </a:lnTo>
                  <a:lnTo>
                    <a:pt x="17154" y="28693"/>
                  </a:lnTo>
                  <a:lnTo>
                    <a:pt x="12352" y="25186"/>
                  </a:lnTo>
                  <a:lnTo>
                    <a:pt x="11994" y="24219"/>
                  </a:lnTo>
                  <a:lnTo>
                    <a:pt x="12251" y="22738"/>
                  </a:lnTo>
                  <a:lnTo>
                    <a:pt x="1884" y="3441"/>
                  </a:lnTo>
                  <a:lnTo>
                    <a:pt x="0" y="1708"/>
                  </a:lnTo>
                  <a:lnTo>
                    <a:pt x="5230" y="2979"/>
                  </a:lnTo>
                  <a:lnTo>
                    <a:pt x="7011" y="1913"/>
                  </a:lnTo>
                  <a:lnTo>
                    <a:pt x="8048" y="114"/>
                  </a:lnTo>
                  <a:lnTo>
                    <a:pt x="1478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h3453"/>
            <p:cNvSpPr/>
            <p:nvPr/>
          </p:nvSpPr>
          <p:spPr>
            <a:xfrm>
              <a:off x="6859909" y="2072577"/>
              <a:ext cx="43181" cy="38663"/>
            </a:xfrm>
            <a:custGeom>
              <a:avLst/>
              <a:pathLst>
                <a:path w="43181" h="38663">
                  <a:moveTo>
                    <a:pt x="43181" y="4780"/>
                  </a:moveTo>
                  <a:lnTo>
                    <a:pt x="38238" y="11197"/>
                  </a:lnTo>
                  <a:lnTo>
                    <a:pt x="33034" y="19891"/>
                  </a:lnTo>
                  <a:lnTo>
                    <a:pt x="32244" y="23922"/>
                  </a:lnTo>
                  <a:lnTo>
                    <a:pt x="30645" y="26407"/>
                  </a:lnTo>
                  <a:lnTo>
                    <a:pt x="25962" y="31093"/>
                  </a:lnTo>
                  <a:lnTo>
                    <a:pt x="22192" y="31604"/>
                  </a:lnTo>
                  <a:lnTo>
                    <a:pt x="22308" y="33771"/>
                  </a:lnTo>
                  <a:lnTo>
                    <a:pt x="15913" y="38663"/>
                  </a:lnTo>
                  <a:lnTo>
                    <a:pt x="7474" y="31980"/>
                  </a:lnTo>
                  <a:lnTo>
                    <a:pt x="7837" y="27473"/>
                  </a:lnTo>
                  <a:lnTo>
                    <a:pt x="5905" y="19800"/>
                  </a:lnTo>
                  <a:lnTo>
                    <a:pt x="223" y="15588"/>
                  </a:lnTo>
                  <a:lnTo>
                    <a:pt x="0" y="13982"/>
                  </a:lnTo>
                  <a:lnTo>
                    <a:pt x="9919" y="16858"/>
                  </a:lnTo>
                  <a:lnTo>
                    <a:pt x="18871" y="16399"/>
                  </a:lnTo>
                  <a:lnTo>
                    <a:pt x="21832" y="11474"/>
                  </a:lnTo>
                  <a:lnTo>
                    <a:pt x="23019" y="11276"/>
                  </a:lnTo>
                  <a:lnTo>
                    <a:pt x="29638" y="6615"/>
                  </a:lnTo>
                  <a:lnTo>
                    <a:pt x="30771" y="7500"/>
                  </a:lnTo>
                  <a:lnTo>
                    <a:pt x="3563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h3454"/>
            <p:cNvSpPr/>
            <p:nvPr/>
          </p:nvSpPr>
          <p:spPr>
            <a:xfrm>
              <a:off x="6841610" y="2228670"/>
              <a:ext cx="81979" cy="96246"/>
            </a:xfrm>
            <a:custGeom>
              <a:avLst/>
              <a:pathLst>
                <a:path w="81979" h="96246">
                  <a:moveTo>
                    <a:pt x="37670" y="7074"/>
                  </a:moveTo>
                  <a:lnTo>
                    <a:pt x="42010" y="5474"/>
                  </a:lnTo>
                  <a:lnTo>
                    <a:pt x="46885" y="8148"/>
                  </a:lnTo>
                  <a:lnTo>
                    <a:pt x="34953" y="13208"/>
                  </a:lnTo>
                  <a:lnTo>
                    <a:pt x="33580" y="21444"/>
                  </a:lnTo>
                  <a:lnTo>
                    <a:pt x="33719" y="27574"/>
                  </a:lnTo>
                  <a:lnTo>
                    <a:pt x="49694" y="27711"/>
                  </a:lnTo>
                  <a:lnTo>
                    <a:pt x="43041" y="19004"/>
                  </a:lnTo>
                  <a:lnTo>
                    <a:pt x="56964" y="20815"/>
                  </a:lnTo>
                  <a:lnTo>
                    <a:pt x="54362" y="29865"/>
                  </a:lnTo>
                  <a:lnTo>
                    <a:pt x="50167" y="33855"/>
                  </a:lnTo>
                  <a:lnTo>
                    <a:pt x="49016" y="32761"/>
                  </a:lnTo>
                  <a:lnTo>
                    <a:pt x="47722" y="33740"/>
                  </a:lnTo>
                  <a:lnTo>
                    <a:pt x="54902" y="40214"/>
                  </a:lnTo>
                  <a:lnTo>
                    <a:pt x="60719" y="32724"/>
                  </a:lnTo>
                  <a:lnTo>
                    <a:pt x="63102" y="33801"/>
                  </a:lnTo>
                  <a:lnTo>
                    <a:pt x="64479" y="36921"/>
                  </a:lnTo>
                  <a:lnTo>
                    <a:pt x="76087" y="37407"/>
                  </a:lnTo>
                  <a:lnTo>
                    <a:pt x="81979" y="40485"/>
                  </a:lnTo>
                  <a:lnTo>
                    <a:pt x="77912" y="41887"/>
                  </a:lnTo>
                  <a:lnTo>
                    <a:pt x="74687" y="44450"/>
                  </a:lnTo>
                  <a:lnTo>
                    <a:pt x="72027" y="55242"/>
                  </a:lnTo>
                  <a:lnTo>
                    <a:pt x="66304" y="57037"/>
                  </a:lnTo>
                  <a:lnTo>
                    <a:pt x="56110" y="57379"/>
                  </a:lnTo>
                  <a:lnTo>
                    <a:pt x="60442" y="65794"/>
                  </a:lnTo>
                  <a:lnTo>
                    <a:pt x="69653" y="67072"/>
                  </a:lnTo>
                  <a:lnTo>
                    <a:pt x="71856" y="69568"/>
                  </a:lnTo>
                  <a:lnTo>
                    <a:pt x="70357" y="70799"/>
                  </a:lnTo>
                  <a:lnTo>
                    <a:pt x="69208" y="70123"/>
                  </a:lnTo>
                  <a:lnTo>
                    <a:pt x="66582" y="70376"/>
                  </a:lnTo>
                  <a:lnTo>
                    <a:pt x="66829" y="76418"/>
                  </a:lnTo>
                  <a:lnTo>
                    <a:pt x="60180" y="76701"/>
                  </a:lnTo>
                  <a:lnTo>
                    <a:pt x="58217" y="93165"/>
                  </a:lnTo>
                  <a:lnTo>
                    <a:pt x="53834" y="92644"/>
                  </a:lnTo>
                  <a:lnTo>
                    <a:pt x="52560" y="96246"/>
                  </a:lnTo>
                  <a:lnTo>
                    <a:pt x="30830" y="93514"/>
                  </a:lnTo>
                  <a:lnTo>
                    <a:pt x="33402" y="89439"/>
                  </a:lnTo>
                  <a:lnTo>
                    <a:pt x="29675" y="86993"/>
                  </a:lnTo>
                  <a:lnTo>
                    <a:pt x="30413" y="80623"/>
                  </a:lnTo>
                  <a:lnTo>
                    <a:pt x="23825" y="75262"/>
                  </a:lnTo>
                  <a:lnTo>
                    <a:pt x="18388" y="74524"/>
                  </a:lnTo>
                  <a:lnTo>
                    <a:pt x="15477" y="70632"/>
                  </a:lnTo>
                  <a:lnTo>
                    <a:pt x="16669" y="65868"/>
                  </a:lnTo>
                  <a:lnTo>
                    <a:pt x="19568" y="67712"/>
                  </a:lnTo>
                  <a:lnTo>
                    <a:pt x="21193" y="54541"/>
                  </a:lnTo>
                  <a:lnTo>
                    <a:pt x="14159" y="53505"/>
                  </a:lnTo>
                  <a:lnTo>
                    <a:pt x="9943" y="51407"/>
                  </a:lnTo>
                  <a:lnTo>
                    <a:pt x="8405" y="45473"/>
                  </a:lnTo>
                  <a:lnTo>
                    <a:pt x="34" y="42715"/>
                  </a:lnTo>
                  <a:lnTo>
                    <a:pt x="0" y="37618"/>
                  </a:lnTo>
                  <a:lnTo>
                    <a:pt x="3076" y="26985"/>
                  </a:lnTo>
                  <a:lnTo>
                    <a:pt x="10634" y="27892"/>
                  </a:lnTo>
                  <a:lnTo>
                    <a:pt x="11714" y="20883"/>
                  </a:lnTo>
                  <a:lnTo>
                    <a:pt x="13264" y="21118"/>
                  </a:lnTo>
                  <a:lnTo>
                    <a:pt x="13938" y="12780"/>
                  </a:lnTo>
                  <a:lnTo>
                    <a:pt x="14253" y="9001"/>
                  </a:lnTo>
                  <a:lnTo>
                    <a:pt x="22482" y="10686"/>
                  </a:lnTo>
                  <a:lnTo>
                    <a:pt x="29672" y="14018"/>
                  </a:lnTo>
                  <a:lnTo>
                    <a:pt x="34208" y="6277"/>
                  </a:lnTo>
                  <a:lnTo>
                    <a:pt x="33055" y="5593"/>
                  </a:lnTo>
                  <a:lnTo>
                    <a:pt x="32452" y="3458"/>
                  </a:lnTo>
                  <a:lnTo>
                    <a:pt x="3351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h3455"/>
            <p:cNvSpPr/>
            <p:nvPr/>
          </p:nvSpPr>
          <p:spPr>
            <a:xfrm>
              <a:off x="6648648" y="2264559"/>
              <a:ext cx="124565" cy="117428"/>
            </a:xfrm>
            <a:custGeom>
              <a:avLst/>
              <a:pathLst>
                <a:path w="124565" h="117428">
                  <a:moveTo>
                    <a:pt x="72620" y="1643"/>
                  </a:moveTo>
                  <a:lnTo>
                    <a:pt x="70344" y="10277"/>
                  </a:lnTo>
                  <a:lnTo>
                    <a:pt x="85210" y="14480"/>
                  </a:lnTo>
                  <a:lnTo>
                    <a:pt x="83705" y="19948"/>
                  </a:lnTo>
                  <a:lnTo>
                    <a:pt x="93804" y="21453"/>
                  </a:lnTo>
                  <a:lnTo>
                    <a:pt x="94663" y="34556"/>
                  </a:lnTo>
                  <a:lnTo>
                    <a:pt x="105825" y="49838"/>
                  </a:lnTo>
                  <a:lnTo>
                    <a:pt x="111618" y="52122"/>
                  </a:lnTo>
                  <a:lnTo>
                    <a:pt x="113979" y="57145"/>
                  </a:lnTo>
                  <a:lnTo>
                    <a:pt x="122637" y="68362"/>
                  </a:lnTo>
                  <a:lnTo>
                    <a:pt x="123760" y="77247"/>
                  </a:lnTo>
                  <a:lnTo>
                    <a:pt x="124565" y="83621"/>
                  </a:lnTo>
                  <a:lnTo>
                    <a:pt x="97987" y="74722"/>
                  </a:lnTo>
                  <a:lnTo>
                    <a:pt x="75865" y="113209"/>
                  </a:lnTo>
                  <a:lnTo>
                    <a:pt x="75448" y="117428"/>
                  </a:lnTo>
                  <a:lnTo>
                    <a:pt x="72206" y="115933"/>
                  </a:lnTo>
                  <a:lnTo>
                    <a:pt x="70818" y="113978"/>
                  </a:lnTo>
                  <a:lnTo>
                    <a:pt x="67590" y="112225"/>
                  </a:lnTo>
                  <a:lnTo>
                    <a:pt x="61294" y="109521"/>
                  </a:lnTo>
                  <a:lnTo>
                    <a:pt x="59670" y="109932"/>
                  </a:lnTo>
                  <a:lnTo>
                    <a:pt x="59172" y="107563"/>
                  </a:lnTo>
                  <a:lnTo>
                    <a:pt x="63516" y="105305"/>
                  </a:lnTo>
                  <a:lnTo>
                    <a:pt x="63524" y="100980"/>
                  </a:lnTo>
                  <a:lnTo>
                    <a:pt x="52035" y="93001"/>
                  </a:lnTo>
                  <a:lnTo>
                    <a:pt x="53901" y="88184"/>
                  </a:lnTo>
                  <a:lnTo>
                    <a:pt x="53126" y="85046"/>
                  </a:lnTo>
                  <a:lnTo>
                    <a:pt x="48158" y="80477"/>
                  </a:lnTo>
                  <a:lnTo>
                    <a:pt x="46905" y="77659"/>
                  </a:lnTo>
                  <a:lnTo>
                    <a:pt x="46226" y="68485"/>
                  </a:lnTo>
                  <a:lnTo>
                    <a:pt x="44116" y="67842"/>
                  </a:lnTo>
                  <a:lnTo>
                    <a:pt x="35944" y="62041"/>
                  </a:lnTo>
                  <a:lnTo>
                    <a:pt x="35324" y="57563"/>
                  </a:lnTo>
                  <a:lnTo>
                    <a:pt x="17437" y="53667"/>
                  </a:lnTo>
                  <a:lnTo>
                    <a:pt x="17557" y="48939"/>
                  </a:lnTo>
                  <a:lnTo>
                    <a:pt x="12751" y="46904"/>
                  </a:lnTo>
                  <a:lnTo>
                    <a:pt x="7798" y="43339"/>
                  </a:lnTo>
                  <a:lnTo>
                    <a:pt x="6236" y="40685"/>
                  </a:lnTo>
                  <a:lnTo>
                    <a:pt x="2774" y="43298"/>
                  </a:lnTo>
                  <a:lnTo>
                    <a:pt x="5830" y="46203"/>
                  </a:lnTo>
                  <a:lnTo>
                    <a:pt x="3184" y="46478"/>
                  </a:lnTo>
                  <a:lnTo>
                    <a:pt x="0" y="41866"/>
                  </a:lnTo>
                  <a:lnTo>
                    <a:pt x="1719" y="40285"/>
                  </a:lnTo>
                  <a:lnTo>
                    <a:pt x="3812" y="33456"/>
                  </a:lnTo>
                  <a:lnTo>
                    <a:pt x="8893" y="31131"/>
                  </a:lnTo>
                  <a:lnTo>
                    <a:pt x="15247" y="31308"/>
                  </a:lnTo>
                  <a:lnTo>
                    <a:pt x="17028" y="34007"/>
                  </a:lnTo>
                  <a:lnTo>
                    <a:pt x="18730" y="34237"/>
                  </a:lnTo>
                  <a:lnTo>
                    <a:pt x="20246" y="34118"/>
                  </a:lnTo>
                  <a:lnTo>
                    <a:pt x="22304" y="31867"/>
                  </a:lnTo>
                  <a:lnTo>
                    <a:pt x="27232" y="28621"/>
                  </a:lnTo>
                  <a:lnTo>
                    <a:pt x="39311" y="29154"/>
                  </a:lnTo>
                  <a:lnTo>
                    <a:pt x="42416" y="30362"/>
                  </a:lnTo>
                  <a:lnTo>
                    <a:pt x="42434" y="31546"/>
                  </a:lnTo>
                  <a:lnTo>
                    <a:pt x="45808" y="31945"/>
                  </a:lnTo>
                  <a:lnTo>
                    <a:pt x="49260" y="11386"/>
                  </a:lnTo>
                  <a:lnTo>
                    <a:pt x="47748" y="4545"/>
                  </a:lnTo>
                  <a:lnTo>
                    <a:pt x="49479" y="4172"/>
                  </a:lnTo>
                  <a:lnTo>
                    <a:pt x="50196" y="4913"/>
                  </a:lnTo>
                  <a:lnTo>
                    <a:pt x="5527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h3456"/>
            <p:cNvSpPr/>
            <p:nvPr/>
          </p:nvSpPr>
          <p:spPr>
            <a:xfrm>
              <a:off x="6603694" y="3121542"/>
              <a:ext cx="25219" cy="34587"/>
            </a:xfrm>
            <a:custGeom>
              <a:avLst/>
              <a:pathLst>
                <a:path w="25219" h="34587">
                  <a:moveTo>
                    <a:pt x="8424" y="0"/>
                  </a:moveTo>
                  <a:lnTo>
                    <a:pt x="17507" y="4346"/>
                  </a:lnTo>
                  <a:lnTo>
                    <a:pt x="18593" y="8023"/>
                  </a:lnTo>
                  <a:lnTo>
                    <a:pt x="21617" y="8034"/>
                  </a:lnTo>
                  <a:lnTo>
                    <a:pt x="24024" y="11205"/>
                  </a:lnTo>
                  <a:lnTo>
                    <a:pt x="24834" y="14809"/>
                  </a:lnTo>
                  <a:lnTo>
                    <a:pt x="24439" y="21408"/>
                  </a:lnTo>
                  <a:lnTo>
                    <a:pt x="25219" y="28105"/>
                  </a:lnTo>
                  <a:lnTo>
                    <a:pt x="20444" y="25779"/>
                  </a:lnTo>
                  <a:lnTo>
                    <a:pt x="19094" y="26803"/>
                  </a:lnTo>
                  <a:lnTo>
                    <a:pt x="17781" y="29162"/>
                  </a:lnTo>
                  <a:lnTo>
                    <a:pt x="20592" y="32185"/>
                  </a:lnTo>
                  <a:lnTo>
                    <a:pt x="19713" y="34587"/>
                  </a:lnTo>
                  <a:lnTo>
                    <a:pt x="13952" y="30796"/>
                  </a:lnTo>
                  <a:lnTo>
                    <a:pt x="10804" y="26836"/>
                  </a:lnTo>
                  <a:lnTo>
                    <a:pt x="6662" y="23700"/>
                  </a:lnTo>
                  <a:lnTo>
                    <a:pt x="1770" y="23225"/>
                  </a:lnTo>
                  <a:lnTo>
                    <a:pt x="1012" y="22552"/>
                  </a:lnTo>
                  <a:lnTo>
                    <a:pt x="1750" y="18323"/>
                  </a:lnTo>
                  <a:lnTo>
                    <a:pt x="0" y="17280"/>
                  </a:lnTo>
                  <a:lnTo>
                    <a:pt x="1824" y="11526"/>
                  </a:lnTo>
                  <a:lnTo>
                    <a:pt x="2126" y="7998"/>
                  </a:lnTo>
                  <a:lnTo>
                    <a:pt x="1397" y="3668"/>
                  </a:lnTo>
                  <a:lnTo>
                    <a:pt x="2096" y="260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h3457"/>
            <p:cNvSpPr/>
            <p:nvPr/>
          </p:nvSpPr>
          <p:spPr>
            <a:xfrm>
              <a:off x="6598765" y="3090459"/>
              <a:ext cx="41840" cy="59694"/>
            </a:xfrm>
            <a:custGeom>
              <a:avLst/>
              <a:pathLst>
                <a:path w="41840" h="59694">
                  <a:moveTo>
                    <a:pt x="20865" y="967"/>
                  </a:moveTo>
                  <a:lnTo>
                    <a:pt x="20910" y="1606"/>
                  </a:lnTo>
                  <a:lnTo>
                    <a:pt x="19305" y="7323"/>
                  </a:lnTo>
                  <a:lnTo>
                    <a:pt x="18968" y="12011"/>
                  </a:lnTo>
                  <a:lnTo>
                    <a:pt x="23368" y="15740"/>
                  </a:lnTo>
                  <a:lnTo>
                    <a:pt x="25010" y="15919"/>
                  </a:lnTo>
                  <a:lnTo>
                    <a:pt x="31520" y="12742"/>
                  </a:lnTo>
                  <a:lnTo>
                    <a:pt x="34068" y="14443"/>
                  </a:lnTo>
                  <a:lnTo>
                    <a:pt x="39000" y="14477"/>
                  </a:lnTo>
                  <a:lnTo>
                    <a:pt x="40909" y="19591"/>
                  </a:lnTo>
                  <a:lnTo>
                    <a:pt x="38194" y="26643"/>
                  </a:lnTo>
                  <a:lnTo>
                    <a:pt x="37267" y="32636"/>
                  </a:lnTo>
                  <a:lnTo>
                    <a:pt x="37737" y="34284"/>
                  </a:lnTo>
                  <a:lnTo>
                    <a:pt x="39374" y="35438"/>
                  </a:lnTo>
                  <a:lnTo>
                    <a:pt x="41510" y="38710"/>
                  </a:lnTo>
                  <a:lnTo>
                    <a:pt x="41840" y="47631"/>
                  </a:lnTo>
                  <a:lnTo>
                    <a:pt x="35155" y="54812"/>
                  </a:lnTo>
                  <a:lnTo>
                    <a:pt x="33078" y="55195"/>
                  </a:lnTo>
                  <a:lnTo>
                    <a:pt x="31711" y="57027"/>
                  </a:lnTo>
                  <a:lnTo>
                    <a:pt x="31231" y="59694"/>
                  </a:lnTo>
                  <a:lnTo>
                    <a:pt x="30148" y="59188"/>
                  </a:lnTo>
                  <a:lnTo>
                    <a:pt x="29368" y="52490"/>
                  </a:lnTo>
                  <a:lnTo>
                    <a:pt x="29763" y="45891"/>
                  </a:lnTo>
                  <a:lnTo>
                    <a:pt x="28952" y="42288"/>
                  </a:lnTo>
                  <a:lnTo>
                    <a:pt x="26545" y="39117"/>
                  </a:lnTo>
                  <a:lnTo>
                    <a:pt x="23521" y="39106"/>
                  </a:lnTo>
                  <a:lnTo>
                    <a:pt x="22436" y="35428"/>
                  </a:lnTo>
                  <a:lnTo>
                    <a:pt x="13353" y="31082"/>
                  </a:lnTo>
                  <a:lnTo>
                    <a:pt x="7024" y="33688"/>
                  </a:lnTo>
                  <a:lnTo>
                    <a:pt x="5059" y="32330"/>
                  </a:lnTo>
                  <a:lnTo>
                    <a:pt x="5316" y="30949"/>
                  </a:lnTo>
                  <a:lnTo>
                    <a:pt x="0" y="24684"/>
                  </a:lnTo>
                  <a:lnTo>
                    <a:pt x="4071" y="22251"/>
                  </a:lnTo>
                  <a:lnTo>
                    <a:pt x="5446" y="19634"/>
                  </a:lnTo>
                  <a:lnTo>
                    <a:pt x="6368" y="11503"/>
                  </a:lnTo>
                  <a:lnTo>
                    <a:pt x="12129" y="8926"/>
                  </a:lnTo>
                  <a:lnTo>
                    <a:pt x="1858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h3458"/>
            <p:cNvSpPr/>
            <p:nvPr/>
          </p:nvSpPr>
          <p:spPr>
            <a:xfrm>
              <a:off x="6617355" y="3069152"/>
              <a:ext cx="24023" cy="37225"/>
            </a:xfrm>
            <a:custGeom>
              <a:avLst/>
              <a:pathLst>
                <a:path w="24023" h="37225">
                  <a:moveTo>
                    <a:pt x="8170" y="1814"/>
                  </a:moveTo>
                  <a:lnTo>
                    <a:pt x="18649" y="14830"/>
                  </a:lnTo>
                  <a:lnTo>
                    <a:pt x="24023" y="19972"/>
                  </a:lnTo>
                  <a:lnTo>
                    <a:pt x="22916" y="23588"/>
                  </a:lnTo>
                  <a:lnTo>
                    <a:pt x="21650" y="25015"/>
                  </a:lnTo>
                  <a:lnTo>
                    <a:pt x="21019" y="32566"/>
                  </a:lnTo>
                  <a:lnTo>
                    <a:pt x="20410" y="35784"/>
                  </a:lnTo>
                  <a:lnTo>
                    <a:pt x="15479" y="35750"/>
                  </a:lnTo>
                  <a:lnTo>
                    <a:pt x="12931" y="34049"/>
                  </a:lnTo>
                  <a:lnTo>
                    <a:pt x="6421" y="37225"/>
                  </a:lnTo>
                  <a:lnTo>
                    <a:pt x="4779" y="37047"/>
                  </a:lnTo>
                  <a:lnTo>
                    <a:pt x="379" y="33318"/>
                  </a:lnTo>
                  <a:lnTo>
                    <a:pt x="715" y="28630"/>
                  </a:lnTo>
                  <a:lnTo>
                    <a:pt x="2320" y="22912"/>
                  </a:lnTo>
                  <a:lnTo>
                    <a:pt x="2276" y="22273"/>
                  </a:lnTo>
                  <a:lnTo>
                    <a:pt x="0" y="21306"/>
                  </a:lnTo>
                  <a:lnTo>
                    <a:pt x="3913" y="10897"/>
                  </a:lnTo>
                  <a:lnTo>
                    <a:pt x="4078" y="7910"/>
                  </a:lnTo>
                  <a:lnTo>
                    <a:pt x="2949" y="7769"/>
                  </a:lnTo>
                  <a:lnTo>
                    <a:pt x="871" y="7447"/>
                  </a:lnTo>
                  <a:lnTo>
                    <a:pt x="1499" y="3412"/>
                  </a:lnTo>
                  <a:lnTo>
                    <a:pt x="855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h3459"/>
            <p:cNvSpPr/>
            <p:nvPr/>
          </p:nvSpPr>
          <p:spPr>
            <a:xfrm>
              <a:off x="6549189" y="3067276"/>
              <a:ext cx="42977" cy="33038"/>
            </a:xfrm>
            <a:custGeom>
              <a:avLst/>
              <a:pathLst>
                <a:path w="42977" h="33038">
                  <a:moveTo>
                    <a:pt x="22070" y="31"/>
                  </a:moveTo>
                  <a:lnTo>
                    <a:pt x="32812" y="5882"/>
                  </a:lnTo>
                  <a:lnTo>
                    <a:pt x="40903" y="8565"/>
                  </a:lnTo>
                  <a:lnTo>
                    <a:pt x="42641" y="10113"/>
                  </a:lnTo>
                  <a:lnTo>
                    <a:pt x="42977" y="18729"/>
                  </a:lnTo>
                  <a:lnTo>
                    <a:pt x="40815" y="20581"/>
                  </a:lnTo>
                  <a:lnTo>
                    <a:pt x="39443" y="20703"/>
                  </a:lnTo>
                  <a:lnTo>
                    <a:pt x="33098" y="17969"/>
                  </a:lnTo>
                  <a:lnTo>
                    <a:pt x="30587" y="17779"/>
                  </a:lnTo>
                  <a:lnTo>
                    <a:pt x="24489" y="27024"/>
                  </a:lnTo>
                  <a:lnTo>
                    <a:pt x="21708" y="25130"/>
                  </a:lnTo>
                  <a:lnTo>
                    <a:pt x="20303" y="25698"/>
                  </a:lnTo>
                  <a:lnTo>
                    <a:pt x="19869" y="28421"/>
                  </a:lnTo>
                  <a:lnTo>
                    <a:pt x="21816" y="29275"/>
                  </a:lnTo>
                  <a:lnTo>
                    <a:pt x="24115" y="29013"/>
                  </a:lnTo>
                  <a:lnTo>
                    <a:pt x="24082" y="29901"/>
                  </a:lnTo>
                  <a:lnTo>
                    <a:pt x="22566" y="32017"/>
                  </a:lnTo>
                  <a:lnTo>
                    <a:pt x="19478" y="33038"/>
                  </a:lnTo>
                  <a:lnTo>
                    <a:pt x="13394" y="31601"/>
                  </a:lnTo>
                  <a:lnTo>
                    <a:pt x="6769" y="28059"/>
                  </a:lnTo>
                  <a:lnTo>
                    <a:pt x="0" y="25858"/>
                  </a:lnTo>
                  <a:lnTo>
                    <a:pt x="333" y="25420"/>
                  </a:lnTo>
                  <a:lnTo>
                    <a:pt x="4932" y="25241"/>
                  </a:lnTo>
                  <a:lnTo>
                    <a:pt x="12893" y="23300"/>
                  </a:lnTo>
                  <a:lnTo>
                    <a:pt x="11639" y="18758"/>
                  </a:lnTo>
                  <a:lnTo>
                    <a:pt x="14650" y="15200"/>
                  </a:lnTo>
                  <a:lnTo>
                    <a:pt x="17084" y="13683"/>
                  </a:lnTo>
                  <a:lnTo>
                    <a:pt x="18439" y="8616"/>
                  </a:lnTo>
                  <a:lnTo>
                    <a:pt x="17625" y="7259"/>
                  </a:lnTo>
                  <a:lnTo>
                    <a:pt x="19590" y="1841"/>
                  </a:lnTo>
                  <a:lnTo>
                    <a:pt x="2083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h3460"/>
            <p:cNvSpPr/>
            <p:nvPr/>
          </p:nvSpPr>
          <p:spPr>
            <a:xfrm>
              <a:off x="6561702" y="3112691"/>
              <a:ext cx="28212" cy="37823"/>
            </a:xfrm>
            <a:custGeom>
              <a:avLst/>
              <a:pathLst>
                <a:path w="28212" h="37823">
                  <a:moveTo>
                    <a:pt x="10777" y="0"/>
                  </a:moveTo>
                  <a:lnTo>
                    <a:pt x="14661" y="2510"/>
                  </a:lnTo>
                  <a:lnTo>
                    <a:pt x="20242" y="4706"/>
                  </a:lnTo>
                  <a:lnTo>
                    <a:pt x="23157" y="4509"/>
                  </a:lnTo>
                  <a:lnTo>
                    <a:pt x="28212" y="7363"/>
                  </a:lnTo>
                  <a:lnTo>
                    <a:pt x="26059" y="14180"/>
                  </a:lnTo>
                  <a:lnTo>
                    <a:pt x="25726" y="25712"/>
                  </a:lnTo>
                  <a:lnTo>
                    <a:pt x="24939" y="26744"/>
                  </a:lnTo>
                  <a:lnTo>
                    <a:pt x="23503" y="26399"/>
                  </a:lnTo>
                  <a:lnTo>
                    <a:pt x="20774" y="35960"/>
                  </a:lnTo>
                  <a:lnTo>
                    <a:pt x="19615" y="37524"/>
                  </a:lnTo>
                  <a:lnTo>
                    <a:pt x="18270" y="37823"/>
                  </a:lnTo>
                  <a:lnTo>
                    <a:pt x="0" y="27124"/>
                  </a:lnTo>
                  <a:lnTo>
                    <a:pt x="2590" y="21528"/>
                  </a:lnTo>
                  <a:lnTo>
                    <a:pt x="11346" y="18306"/>
                  </a:lnTo>
                  <a:lnTo>
                    <a:pt x="11515" y="11148"/>
                  </a:lnTo>
                  <a:lnTo>
                    <a:pt x="6803" y="6511"/>
                  </a:lnTo>
                  <a:lnTo>
                    <a:pt x="6670" y="2521"/>
                  </a:lnTo>
                  <a:lnTo>
                    <a:pt x="7760" y="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h3461"/>
            <p:cNvSpPr/>
            <p:nvPr/>
          </p:nvSpPr>
          <p:spPr>
            <a:xfrm>
              <a:off x="6568667" y="3092407"/>
              <a:ext cx="36466" cy="34550"/>
            </a:xfrm>
            <a:custGeom>
              <a:avLst/>
              <a:pathLst>
                <a:path w="36466" h="34550">
                  <a:moveTo>
                    <a:pt x="5011" y="1893"/>
                  </a:moveTo>
                  <a:lnTo>
                    <a:pt x="17144" y="4587"/>
                  </a:lnTo>
                  <a:lnTo>
                    <a:pt x="21496" y="7053"/>
                  </a:lnTo>
                  <a:lnTo>
                    <a:pt x="28350" y="7667"/>
                  </a:lnTo>
                  <a:lnTo>
                    <a:pt x="32615" y="6389"/>
                  </a:lnTo>
                  <a:lnTo>
                    <a:pt x="36466" y="9556"/>
                  </a:lnTo>
                  <a:lnTo>
                    <a:pt x="35544" y="17687"/>
                  </a:lnTo>
                  <a:lnTo>
                    <a:pt x="34169" y="20304"/>
                  </a:lnTo>
                  <a:lnTo>
                    <a:pt x="30098" y="22736"/>
                  </a:lnTo>
                  <a:lnTo>
                    <a:pt x="35414" y="29002"/>
                  </a:lnTo>
                  <a:lnTo>
                    <a:pt x="35157" y="30383"/>
                  </a:lnTo>
                  <a:lnTo>
                    <a:pt x="34575" y="32853"/>
                  </a:lnTo>
                  <a:lnTo>
                    <a:pt x="26014" y="34550"/>
                  </a:lnTo>
                  <a:lnTo>
                    <a:pt x="26236" y="29959"/>
                  </a:lnTo>
                  <a:lnTo>
                    <a:pt x="22782" y="24556"/>
                  </a:lnTo>
                  <a:lnTo>
                    <a:pt x="21247" y="27648"/>
                  </a:lnTo>
                  <a:lnTo>
                    <a:pt x="16193" y="24793"/>
                  </a:lnTo>
                  <a:lnTo>
                    <a:pt x="13277" y="24991"/>
                  </a:lnTo>
                  <a:lnTo>
                    <a:pt x="7696" y="22794"/>
                  </a:lnTo>
                  <a:lnTo>
                    <a:pt x="3812" y="20284"/>
                  </a:lnTo>
                  <a:lnTo>
                    <a:pt x="795" y="20294"/>
                  </a:lnTo>
                  <a:lnTo>
                    <a:pt x="4189" y="15919"/>
                  </a:lnTo>
                  <a:lnTo>
                    <a:pt x="4206" y="12343"/>
                  </a:lnTo>
                  <a:lnTo>
                    <a:pt x="2038" y="11753"/>
                  </a:lnTo>
                  <a:lnTo>
                    <a:pt x="0" y="7907"/>
                  </a:lnTo>
                  <a:lnTo>
                    <a:pt x="3087" y="6886"/>
                  </a:lnTo>
                  <a:lnTo>
                    <a:pt x="4604" y="4770"/>
                  </a:lnTo>
                  <a:lnTo>
                    <a:pt x="4636" y="3882"/>
                  </a:lnTo>
                  <a:lnTo>
                    <a:pt x="2337" y="4144"/>
                  </a:lnTo>
                  <a:lnTo>
                    <a:pt x="391" y="3290"/>
                  </a:lnTo>
                  <a:lnTo>
                    <a:pt x="825" y="567"/>
                  </a:lnTo>
                  <a:lnTo>
                    <a:pt x="222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h3462"/>
            <p:cNvSpPr/>
            <p:nvPr/>
          </p:nvSpPr>
          <p:spPr>
            <a:xfrm>
              <a:off x="6573678" y="3076922"/>
              <a:ext cx="47755" cy="25041"/>
            </a:xfrm>
            <a:custGeom>
              <a:avLst/>
              <a:pathLst>
                <a:path w="47755" h="25041">
                  <a:moveTo>
                    <a:pt x="47755" y="141"/>
                  </a:moveTo>
                  <a:lnTo>
                    <a:pt x="47589" y="3127"/>
                  </a:lnTo>
                  <a:lnTo>
                    <a:pt x="43676" y="13537"/>
                  </a:lnTo>
                  <a:lnTo>
                    <a:pt x="37216" y="22464"/>
                  </a:lnTo>
                  <a:lnTo>
                    <a:pt x="31455" y="25041"/>
                  </a:lnTo>
                  <a:lnTo>
                    <a:pt x="27603" y="21874"/>
                  </a:lnTo>
                  <a:lnTo>
                    <a:pt x="23339" y="23152"/>
                  </a:lnTo>
                  <a:lnTo>
                    <a:pt x="16485" y="22538"/>
                  </a:lnTo>
                  <a:lnTo>
                    <a:pt x="12133" y="20072"/>
                  </a:lnTo>
                  <a:lnTo>
                    <a:pt x="0" y="17378"/>
                  </a:lnTo>
                  <a:lnTo>
                    <a:pt x="6098" y="8133"/>
                  </a:lnTo>
                  <a:lnTo>
                    <a:pt x="8609" y="8323"/>
                  </a:lnTo>
                  <a:lnTo>
                    <a:pt x="14954" y="11057"/>
                  </a:lnTo>
                  <a:lnTo>
                    <a:pt x="16325" y="10935"/>
                  </a:lnTo>
                  <a:lnTo>
                    <a:pt x="18395" y="10012"/>
                  </a:lnTo>
                  <a:lnTo>
                    <a:pt x="21524" y="10732"/>
                  </a:lnTo>
                  <a:lnTo>
                    <a:pt x="35059" y="18039"/>
                  </a:lnTo>
                  <a:lnTo>
                    <a:pt x="40674" y="11287"/>
                  </a:lnTo>
                  <a:lnTo>
                    <a:pt x="44058" y="2623"/>
                  </a:lnTo>
                  <a:lnTo>
                    <a:pt x="4662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h3463"/>
            <p:cNvSpPr/>
            <p:nvPr/>
          </p:nvSpPr>
          <p:spPr>
            <a:xfrm>
              <a:off x="6588975" y="3066040"/>
              <a:ext cx="36933" cy="28921"/>
            </a:xfrm>
            <a:custGeom>
              <a:avLst/>
              <a:pathLst>
                <a:path w="36933" h="28921">
                  <a:moveTo>
                    <a:pt x="36933" y="3112"/>
                  </a:moveTo>
                  <a:lnTo>
                    <a:pt x="29879" y="6525"/>
                  </a:lnTo>
                  <a:lnTo>
                    <a:pt x="29251" y="10559"/>
                  </a:lnTo>
                  <a:lnTo>
                    <a:pt x="31329" y="10882"/>
                  </a:lnTo>
                  <a:lnTo>
                    <a:pt x="28761" y="13505"/>
                  </a:lnTo>
                  <a:lnTo>
                    <a:pt x="25377" y="22169"/>
                  </a:lnTo>
                  <a:lnTo>
                    <a:pt x="19763" y="28921"/>
                  </a:lnTo>
                  <a:lnTo>
                    <a:pt x="6227" y="21614"/>
                  </a:lnTo>
                  <a:lnTo>
                    <a:pt x="3098" y="20894"/>
                  </a:lnTo>
                  <a:lnTo>
                    <a:pt x="1029" y="21817"/>
                  </a:lnTo>
                  <a:lnTo>
                    <a:pt x="3191" y="19965"/>
                  </a:lnTo>
                  <a:lnTo>
                    <a:pt x="2855" y="11349"/>
                  </a:lnTo>
                  <a:lnTo>
                    <a:pt x="1117" y="9801"/>
                  </a:lnTo>
                  <a:lnTo>
                    <a:pt x="0" y="7282"/>
                  </a:lnTo>
                  <a:lnTo>
                    <a:pt x="2221" y="6005"/>
                  </a:lnTo>
                  <a:lnTo>
                    <a:pt x="6473" y="10293"/>
                  </a:lnTo>
                  <a:lnTo>
                    <a:pt x="9217" y="9212"/>
                  </a:lnTo>
                  <a:lnTo>
                    <a:pt x="14398" y="10895"/>
                  </a:lnTo>
                  <a:lnTo>
                    <a:pt x="19665" y="8578"/>
                  </a:lnTo>
                  <a:lnTo>
                    <a:pt x="25187" y="4980"/>
                  </a:lnTo>
                  <a:lnTo>
                    <a:pt x="27282" y="2530"/>
                  </a:lnTo>
                  <a:lnTo>
                    <a:pt x="36242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h3464"/>
            <p:cNvSpPr/>
            <p:nvPr/>
          </p:nvSpPr>
          <p:spPr>
            <a:xfrm>
              <a:off x="6515984" y="3117993"/>
              <a:ext cx="346" cy="474"/>
            </a:xfrm>
            <a:custGeom>
              <a:avLst/>
              <a:pathLst>
                <a:path w="346" h="474">
                  <a:moveTo>
                    <a:pt x="0" y="161"/>
                  </a:moveTo>
                  <a:lnTo>
                    <a:pt x="346" y="0"/>
                  </a:lnTo>
                  <a:lnTo>
                    <a:pt x="179" y="4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h3465"/>
            <p:cNvSpPr/>
            <p:nvPr/>
          </p:nvSpPr>
          <p:spPr>
            <a:xfrm>
              <a:off x="6491033" y="3091294"/>
              <a:ext cx="82184" cy="48521"/>
            </a:xfrm>
            <a:custGeom>
              <a:avLst/>
              <a:pathLst>
                <a:path w="82184" h="48521">
                  <a:moveTo>
                    <a:pt x="64925" y="4040"/>
                  </a:moveTo>
                  <a:lnTo>
                    <a:pt x="71550" y="7583"/>
                  </a:lnTo>
                  <a:lnTo>
                    <a:pt x="77634" y="9020"/>
                  </a:lnTo>
                  <a:lnTo>
                    <a:pt x="79672" y="12865"/>
                  </a:lnTo>
                  <a:lnTo>
                    <a:pt x="81840" y="13455"/>
                  </a:lnTo>
                  <a:lnTo>
                    <a:pt x="81823" y="17031"/>
                  </a:lnTo>
                  <a:lnTo>
                    <a:pt x="78429" y="21406"/>
                  </a:lnTo>
                  <a:lnTo>
                    <a:pt x="77339" y="23918"/>
                  </a:lnTo>
                  <a:lnTo>
                    <a:pt x="77473" y="27908"/>
                  </a:lnTo>
                  <a:lnTo>
                    <a:pt x="82184" y="32545"/>
                  </a:lnTo>
                  <a:lnTo>
                    <a:pt x="82015" y="39703"/>
                  </a:lnTo>
                  <a:lnTo>
                    <a:pt x="73260" y="42925"/>
                  </a:lnTo>
                  <a:lnTo>
                    <a:pt x="70669" y="48521"/>
                  </a:lnTo>
                  <a:lnTo>
                    <a:pt x="50362" y="39739"/>
                  </a:lnTo>
                  <a:lnTo>
                    <a:pt x="44743" y="38164"/>
                  </a:lnTo>
                  <a:lnTo>
                    <a:pt x="46200" y="33635"/>
                  </a:lnTo>
                  <a:lnTo>
                    <a:pt x="47745" y="33316"/>
                  </a:lnTo>
                  <a:lnTo>
                    <a:pt x="47951" y="31408"/>
                  </a:lnTo>
                  <a:lnTo>
                    <a:pt x="46677" y="29028"/>
                  </a:lnTo>
                  <a:lnTo>
                    <a:pt x="41431" y="25489"/>
                  </a:lnTo>
                  <a:lnTo>
                    <a:pt x="38937" y="24990"/>
                  </a:lnTo>
                  <a:lnTo>
                    <a:pt x="31683" y="27842"/>
                  </a:lnTo>
                  <a:lnTo>
                    <a:pt x="24928" y="24104"/>
                  </a:lnTo>
                  <a:lnTo>
                    <a:pt x="10690" y="20396"/>
                  </a:lnTo>
                  <a:lnTo>
                    <a:pt x="0" y="16828"/>
                  </a:lnTo>
                  <a:lnTo>
                    <a:pt x="1318" y="14669"/>
                  </a:lnTo>
                  <a:lnTo>
                    <a:pt x="8010" y="16758"/>
                  </a:lnTo>
                  <a:lnTo>
                    <a:pt x="9601" y="19770"/>
                  </a:lnTo>
                  <a:lnTo>
                    <a:pt x="12456" y="20529"/>
                  </a:lnTo>
                  <a:lnTo>
                    <a:pt x="15202" y="11573"/>
                  </a:lnTo>
                  <a:lnTo>
                    <a:pt x="19698" y="6487"/>
                  </a:lnTo>
                  <a:lnTo>
                    <a:pt x="21008" y="6204"/>
                  </a:lnTo>
                  <a:lnTo>
                    <a:pt x="23719" y="7273"/>
                  </a:lnTo>
                  <a:lnTo>
                    <a:pt x="25859" y="10205"/>
                  </a:lnTo>
                  <a:lnTo>
                    <a:pt x="28235" y="10312"/>
                  </a:lnTo>
                  <a:lnTo>
                    <a:pt x="31542" y="6097"/>
                  </a:lnTo>
                  <a:lnTo>
                    <a:pt x="31536" y="4066"/>
                  </a:lnTo>
                  <a:lnTo>
                    <a:pt x="36111" y="4097"/>
                  </a:lnTo>
                  <a:lnTo>
                    <a:pt x="38037" y="5047"/>
                  </a:lnTo>
                  <a:lnTo>
                    <a:pt x="40982" y="4580"/>
                  </a:lnTo>
                  <a:lnTo>
                    <a:pt x="53786" y="0"/>
                  </a:lnTo>
                  <a:lnTo>
                    <a:pt x="58488" y="1401"/>
                  </a:lnTo>
                  <a:lnTo>
                    <a:pt x="58155" y="18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h3466"/>
            <p:cNvSpPr/>
            <p:nvPr/>
          </p:nvSpPr>
          <p:spPr>
            <a:xfrm>
              <a:off x="5570360" y="3091215"/>
              <a:ext cx="224" cy="251"/>
            </a:xfrm>
            <a:custGeom>
              <a:avLst/>
              <a:pathLst>
                <a:path w="224" h="251">
                  <a:moveTo>
                    <a:pt x="0" y="0"/>
                  </a:moveTo>
                  <a:lnTo>
                    <a:pt x="224" y="251"/>
                  </a:lnTo>
                  <a:lnTo>
                    <a:pt x="2" y="1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h3467"/>
            <p:cNvSpPr/>
            <p:nvPr/>
          </p:nvSpPr>
          <p:spPr>
            <a:xfrm>
              <a:off x="5728543" y="3056856"/>
              <a:ext cx="3279" cy="4624"/>
            </a:xfrm>
            <a:custGeom>
              <a:avLst/>
              <a:pathLst>
                <a:path w="3279" h="4624">
                  <a:moveTo>
                    <a:pt x="3279" y="1541"/>
                  </a:moveTo>
                  <a:lnTo>
                    <a:pt x="2528" y="4282"/>
                  </a:lnTo>
                  <a:lnTo>
                    <a:pt x="314" y="4624"/>
                  </a:lnTo>
                  <a:lnTo>
                    <a:pt x="0" y="3130"/>
                  </a:lnTo>
                  <a:lnTo>
                    <a:pt x="1749" y="1832"/>
                  </a:lnTo>
                  <a:lnTo>
                    <a:pt x="2245" y="0"/>
                  </a:lnTo>
                  <a:lnTo>
                    <a:pt x="3043" y="23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h3468"/>
            <p:cNvSpPr/>
            <p:nvPr/>
          </p:nvSpPr>
          <p:spPr>
            <a:xfrm>
              <a:off x="5227509" y="3146008"/>
              <a:ext cx="10041" cy="4180"/>
            </a:xfrm>
            <a:custGeom>
              <a:avLst/>
              <a:pathLst>
                <a:path w="10041" h="4180">
                  <a:moveTo>
                    <a:pt x="4846" y="962"/>
                  </a:moveTo>
                  <a:lnTo>
                    <a:pt x="9017" y="651"/>
                  </a:lnTo>
                  <a:lnTo>
                    <a:pt x="10041" y="2038"/>
                  </a:lnTo>
                  <a:lnTo>
                    <a:pt x="8026" y="3586"/>
                  </a:lnTo>
                  <a:lnTo>
                    <a:pt x="830" y="4180"/>
                  </a:lnTo>
                  <a:lnTo>
                    <a:pt x="0" y="3199"/>
                  </a:lnTo>
                  <a:lnTo>
                    <a:pt x="604" y="672"/>
                  </a:lnTo>
                  <a:lnTo>
                    <a:pt x="3062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h3469"/>
            <p:cNvSpPr/>
            <p:nvPr/>
          </p:nvSpPr>
          <p:spPr>
            <a:xfrm>
              <a:off x="6579973" y="3116963"/>
              <a:ext cx="43971" cy="57659"/>
            </a:xfrm>
            <a:custGeom>
              <a:avLst/>
              <a:pathLst>
                <a:path w="43971" h="57659">
                  <a:moveTo>
                    <a:pt x="23269" y="8296"/>
                  </a:moveTo>
                  <a:lnTo>
                    <a:pt x="23851" y="5826"/>
                  </a:lnTo>
                  <a:lnTo>
                    <a:pt x="25817" y="7184"/>
                  </a:lnTo>
                  <a:lnTo>
                    <a:pt x="25118" y="8246"/>
                  </a:lnTo>
                  <a:lnTo>
                    <a:pt x="25847" y="12577"/>
                  </a:lnTo>
                  <a:lnTo>
                    <a:pt x="25545" y="16105"/>
                  </a:lnTo>
                  <a:lnTo>
                    <a:pt x="23720" y="21859"/>
                  </a:lnTo>
                  <a:lnTo>
                    <a:pt x="25471" y="22902"/>
                  </a:lnTo>
                  <a:lnTo>
                    <a:pt x="24733" y="27130"/>
                  </a:lnTo>
                  <a:lnTo>
                    <a:pt x="25491" y="27803"/>
                  </a:lnTo>
                  <a:lnTo>
                    <a:pt x="30383" y="28278"/>
                  </a:lnTo>
                  <a:lnTo>
                    <a:pt x="34525" y="31415"/>
                  </a:lnTo>
                  <a:lnTo>
                    <a:pt x="37673" y="35375"/>
                  </a:lnTo>
                  <a:lnTo>
                    <a:pt x="43434" y="39165"/>
                  </a:lnTo>
                  <a:lnTo>
                    <a:pt x="43971" y="42419"/>
                  </a:lnTo>
                  <a:lnTo>
                    <a:pt x="41700" y="44780"/>
                  </a:lnTo>
                  <a:lnTo>
                    <a:pt x="36551" y="46033"/>
                  </a:lnTo>
                  <a:lnTo>
                    <a:pt x="34203" y="48277"/>
                  </a:lnTo>
                  <a:lnTo>
                    <a:pt x="29043" y="57659"/>
                  </a:lnTo>
                  <a:lnTo>
                    <a:pt x="20950" y="49036"/>
                  </a:lnTo>
                  <a:lnTo>
                    <a:pt x="3090" y="36564"/>
                  </a:lnTo>
                  <a:lnTo>
                    <a:pt x="0" y="33551"/>
                  </a:lnTo>
                  <a:lnTo>
                    <a:pt x="1344" y="33252"/>
                  </a:lnTo>
                  <a:lnTo>
                    <a:pt x="2503" y="31688"/>
                  </a:lnTo>
                  <a:lnTo>
                    <a:pt x="5233" y="22127"/>
                  </a:lnTo>
                  <a:lnTo>
                    <a:pt x="6668" y="22472"/>
                  </a:lnTo>
                  <a:lnTo>
                    <a:pt x="7455" y="21440"/>
                  </a:lnTo>
                  <a:lnTo>
                    <a:pt x="7789" y="9908"/>
                  </a:lnTo>
                  <a:lnTo>
                    <a:pt x="9941" y="3091"/>
                  </a:lnTo>
                  <a:lnTo>
                    <a:pt x="11476" y="0"/>
                  </a:lnTo>
                  <a:lnTo>
                    <a:pt x="14930" y="5402"/>
                  </a:lnTo>
                  <a:lnTo>
                    <a:pt x="14708" y="9993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h3470"/>
            <p:cNvSpPr/>
            <p:nvPr/>
          </p:nvSpPr>
          <p:spPr>
            <a:xfrm>
              <a:off x="5695755" y="3117495"/>
              <a:ext cx="16338" cy="18874"/>
            </a:xfrm>
            <a:custGeom>
              <a:avLst/>
              <a:pathLst>
                <a:path w="16338" h="18874">
                  <a:moveTo>
                    <a:pt x="16338" y="8873"/>
                  </a:moveTo>
                  <a:lnTo>
                    <a:pt x="15215" y="17442"/>
                  </a:lnTo>
                  <a:lnTo>
                    <a:pt x="11283" y="18874"/>
                  </a:lnTo>
                  <a:lnTo>
                    <a:pt x="10491" y="18226"/>
                  </a:lnTo>
                  <a:lnTo>
                    <a:pt x="10837" y="17244"/>
                  </a:lnTo>
                  <a:lnTo>
                    <a:pt x="9081" y="15306"/>
                  </a:lnTo>
                  <a:lnTo>
                    <a:pt x="4690" y="14051"/>
                  </a:lnTo>
                  <a:lnTo>
                    <a:pt x="0" y="9392"/>
                  </a:lnTo>
                  <a:lnTo>
                    <a:pt x="261" y="5737"/>
                  </a:lnTo>
                  <a:lnTo>
                    <a:pt x="8096" y="0"/>
                  </a:lnTo>
                  <a:lnTo>
                    <a:pt x="10104" y="1011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h3471"/>
            <p:cNvSpPr/>
            <p:nvPr/>
          </p:nvSpPr>
          <p:spPr>
            <a:xfrm>
              <a:off x="8055114" y="3412665"/>
              <a:ext cx="45734" cy="72202"/>
            </a:xfrm>
            <a:custGeom>
              <a:avLst/>
              <a:pathLst>
                <a:path w="45734" h="72202">
                  <a:moveTo>
                    <a:pt x="5438" y="1192"/>
                  </a:moveTo>
                  <a:lnTo>
                    <a:pt x="7471" y="6358"/>
                  </a:lnTo>
                  <a:lnTo>
                    <a:pt x="14967" y="8787"/>
                  </a:lnTo>
                  <a:lnTo>
                    <a:pt x="19634" y="8749"/>
                  </a:lnTo>
                  <a:lnTo>
                    <a:pt x="19490" y="14194"/>
                  </a:lnTo>
                  <a:lnTo>
                    <a:pt x="22763" y="17866"/>
                  </a:lnTo>
                  <a:lnTo>
                    <a:pt x="31439" y="20758"/>
                  </a:lnTo>
                  <a:lnTo>
                    <a:pt x="35292" y="24258"/>
                  </a:lnTo>
                  <a:lnTo>
                    <a:pt x="37043" y="26061"/>
                  </a:lnTo>
                  <a:lnTo>
                    <a:pt x="38064" y="28800"/>
                  </a:lnTo>
                  <a:lnTo>
                    <a:pt x="37992" y="33752"/>
                  </a:lnTo>
                  <a:lnTo>
                    <a:pt x="41186" y="35145"/>
                  </a:lnTo>
                  <a:lnTo>
                    <a:pt x="38034" y="39635"/>
                  </a:lnTo>
                  <a:lnTo>
                    <a:pt x="42783" y="45011"/>
                  </a:lnTo>
                  <a:lnTo>
                    <a:pt x="45734" y="50228"/>
                  </a:lnTo>
                  <a:lnTo>
                    <a:pt x="42340" y="48914"/>
                  </a:lnTo>
                  <a:lnTo>
                    <a:pt x="35287" y="52991"/>
                  </a:lnTo>
                  <a:lnTo>
                    <a:pt x="33748" y="59768"/>
                  </a:lnTo>
                  <a:lnTo>
                    <a:pt x="35227" y="63070"/>
                  </a:lnTo>
                  <a:lnTo>
                    <a:pt x="34623" y="64251"/>
                  </a:lnTo>
                  <a:lnTo>
                    <a:pt x="32449" y="65542"/>
                  </a:lnTo>
                  <a:lnTo>
                    <a:pt x="27990" y="63026"/>
                  </a:lnTo>
                  <a:lnTo>
                    <a:pt x="24023" y="67717"/>
                  </a:lnTo>
                  <a:lnTo>
                    <a:pt x="23913" y="69122"/>
                  </a:lnTo>
                  <a:lnTo>
                    <a:pt x="25135" y="69719"/>
                  </a:lnTo>
                  <a:lnTo>
                    <a:pt x="24070" y="71823"/>
                  </a:lnTo>
                  <a:lnTo>
                    <a:pt x="20362" y="72030"/>
                  </a:lnTo>
                  <a:lnTo>
                    <a:pt x="15500" y="72202"/>
                  </a:lnTo>
                  <a:lnTo>
                    <a:pt x="14419" y="65661"/>
                  </a:lnTo>
                  <a:lnTo>
                    <a:pt x="21336" y="60901"/>
                  </a:lnTo>
                  <a:lnTo>
                    <a:pt x="25175" y="56258"/>
                  </a:lnTo>
                  <a:lnTo>
                    <a:pt x="26144" y="54569"/>
                  </a:lnTo>
                  <a:lnTo>
                    <a:pt x="26196" y="48899"/>
                  </a:lnTo>
                  <a:lnTo>
                    <a:pt x="24299" y="45551"/>
                  </a:lnTo>
                  <a:lnTo>
                    <a:pt x="22468" y="47659"/>
                  </a:lnTo>
                  <a:lnTo>
                    <a:pt x="15764" y="41697"/>
                  </a:lnTo>
                  <a:lnTo>
                    <a:pt x="8828" y="38976"/>
                  </a:lnTo>
                  <a:lnTo>
                    <a:pt x="7722" y="39140"/>
                  </a:lnTo>
                  <a:lnTo>
                    <a:pt x="7968" y="43146"/>
                  </a:lnTo>
                  <a:lnTo>
                    <a:pt x="5703" y="45066"/>
                  </a:lnTo>
                  <a:lnTo>
                    <a:pt x="5059" y="42061"/>
                  </a:lnTo>
                  <a:lnTo>
                    <a:pt x="6201" y="40604"/>
                  </a:lnTo>
                  <a:lnTo>
                    <a:pt x="4860" y="38397"/>
                  </a:lnTo>
                  <a:lnTo>
                    <a:pt x="3700" y="37841"/>
                  </a:lnTo>
                  <a:lnTo>
                    <a:pt x="4611" y="34999"/>
                  </a:lnTo>
                  <a:lnTo>
                    <a:pt x="9116" y="34114"/>
                  </a:lnTo>
                  <a:lnTo>
                    <a:pt x="3712" y="27700"/>
                  </a:lnTo>
                  <a:lnTo>
                    <a:pt x="3655" y="20335"/>
                  </a:lnTo>
                  <a:lnTo>
                    <a:pt x="5156" y="17934"/>
                  </a:lnTo>
                  <a:lnTo>
                    <a:pt x="1867" y="14268"/>
                  </a:lnTo>
                  <a:lnTo>
                    <a:pt x="3388" y="12604"/>
                  </a:lnTo>
                  <a:lnTo>
                    <a:pt x="2130" y="8477"/>
                  </a:lnTo>
                  <a:lnTo>
                    <a:pt x="163" y="5433"/>
                  </a:lnTo>
                  <a:lnTo>
                    <a:pt x="0" y="3340"/>
                  </a:lnTo>
                  <a:lnTo>
                    <a:pt x="442" y="312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h3472"/>
            <p:cNvSpPr/>
            <p:nvPr/>
          </p:nvSpPr>
          <p:spPr>
            <a:xfrm>
              <a:off x="7944108" y="3325818"/>
              <a:ext cx="11505" cy="16742"/>
            </a:xfrm>
            <a:custGeom>
              <a:avLst/>
              <a:pathLst>
                <a:path w="11505" h="16742">
                  <a:moveTo>
                    <a:pt x="5587" y="0"/>
                  </a:moveTo>
                  <a:lnTo>
                    <a:pt x="8315" y="3123"/>
                  </a:lnTo>
                  <a:lnTo>
                    <a:pt x="11505" y="9469"/>
                  </a:lnTo>
                  <a:lnTo>
                    <a:pt x="10531" y="12501"/>
                  </a:lnTo>
                  <a:lnTo>
                    <a:pt x="5795" y="16742"/>
                  </a:lnTo>
                  <a:lnTo>
                    <a:pt x="6892" y="14310"/>
                  </a:lnTo>
                  <a:lnTo>
                    <a:pt x="4690" y="12772"/>
                  </a:lnTo>
                  <a:lnTo>
                    <a:pt x="756" y="12059"/>
                  </a:lnTo>
                  <a:lnTo>
                    <a:pt x="2389" y="11070"/>
                  </a:lnTo>
                  <a:lnTo>
                    <a:pt x="4550" y="11090"/>
                  </a:lnTo>
                  <a:lnTo>
                    <a:pt x="4920" y="9121"/>
                  </a:lnTo>
                  <a:lnTo>
                    <a:pt x="2762" y="5178"/>
                  </a:lnTo>
                  <a:lnTo>
                    <a:pt x="0" y="264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h3473"/>
            <p:cNvSpPr/>
            <p:nvPr/>
          </p:nvSpPr>
          <p:spPr>
            <a:xfrm>
              <a:off x="7959218" y="3458492"/>
              <a:ext cx="104049" cy="77315"/>
            </a:xfrm>
            <a:custGeom>
              <a:avLst/>
              <a:pathLst>
                <a:path w="104049" h="77315">
                  <a:moveTo>
                    <a:pt x="29906" y="824"/>
                  </a:moveTo>
                  <a:lnTo>
                    <a:pt x="34712" y="1674"/>
                  </a:lnTo>
                  <a:lnTo>
                    <a:pt x="38827" y="1147"/>
                  </a:lnTo>
                  <a:lnTo>
                    <a:pt x="40729" y="2791"/>
                  </a:lnTo>
                  <a:lnTo>
                    <a:pt x="40961" y="5018"/>
                  </a:lnTo>
                  <a:lnTo>
                    <a:pt x="40153" y="5328"/>
                  </a:lnTo>
                  <a:lnTo>
                    <a:pt x="43576" y="8096"/>
                  </a:lnTo>
                  <a:lnTo>
                    <a:pt x="51059" y="5640"/>
                  </a:lnTo>
                  <a:lnTo>
                    <a:pt x="57219" y="8968"/>
                  </a:lnTo>
                  <a:lnTo>
                    <a:pt x="64050" y="11540"/>
                  </a:lnTo>
                  <a:lnTo>
                    <a:pt x="67793" y="14241"/>
                  </a:lnTo>
                  <a:lnTo>
                    <a:pt x="73523" y="11887"/>
                  </a:lnTo>
                  <a:lnTo>
                    <a:pt x="80158" y="11625"/>
                  </a:lnTo>
                  <a:lnTo>
                    <a:pt x="80185" y="12767"/>
                  </a:lnTo>
                  <a:lnTo>
                    <a:pt x="70654" y="16523"/>
                  </a:lnTo>
                  <a:lnTo>
                    <a:pt x="73580" y="20929"/>
                  </a:lnTo>
                  <a:lnTo>
                    <a:pt x="75499" y="22325"/>
                  </a:lnTo>
                  <a:lnTo>
                    <a:pt x="88711" y="27819"/>
                  </a:lnTo>
                  <a:lnTo>
                    <a:pt x="100886" y="30557"/>
                  </a:lnTo>
                  <a:lnTo>
                    <a:pt x="104049" y="33931"/>
                  </a:lnTo>
                  <a:lnTo>
                    <a:pt x="101370" y="34353"/>
                  </a:lnTo>
                  <a:lnTo>
                    <a:pt x="99739" y="36431"/>
                  </a:lnTo>
                  <a:lnTo>
                    <a:pt x="96974" y="39260"/>
                  </a:lnTo>
                  <a:lnTo>
                    <a:pt x="94054" y="45593"/>
                  </a:lnTo>
                  <a:lnTo>
                    <a:pt x="96490" y="46998"/>
                  </a:lnTo>
                  <a:lnTo>
                    <a:pt x="94774" y="51407"/>
                  </a:lnTo>
                  <a:lnTo>
                    <a:pt x="85953" y="45980"/>
                  </a:lnTo>
                  <a:lnTo>
                    <a:pt x="80004" y="43304"/>
                  </a:lnTo>
                  <a:lnTo>
                    <a:pt x="76453" y="40188"/>
                  </a:lnTo>
                  <a:lnTo>
                    <a:pt x="72505" y="46031"/>
                  </a:lnTo>
                  <a:lnTo>
                    <a:pt x="67606" y="48333"/>
                  </a:lnTo>
                  <a:lnTo>
                    <a:pt x="65602" y="50127"/>
                  </a:lnTo>
                  <a:lnTo>
                    <a:pt x="64585" y="46408"/>
                  </a:lnTo>
                  <a:lnTo>
                    <a:pt x="57904" y="44312"/>
                  </a:lnTo>
                  <a:lnTo>
                    <a:pt x="42260" y="53914"/>
                  </a:lnTo>
                  <a:lnTo>
                    <a:pt x="41133" y="55722"/>
                  </a:lnTo>
                  <a:lnTo>
                    <a:pt x="44347" y="56117"/>
                  </a:lnTo>
                  <a:lnTo>
                    <a:pt x="40313" y="60669"/>
                  </a:lnTo>
                  <a:lnTo>
                    <a:pt x="39512" y="62790"/>
                  </a:lnTo>
                  <a:lnTo>
                    <a:pt x="39128" y="65573"/>
                  </a:lnTo>
                  <a:lnTo>
                    <a:pt x="42906" y="68678"/>
                  </a:lnTo>
                  <a:lnTo>
                    <a:pt x="39884" y="77244"/>
                  </a:lnTo>
                  <a:lnTo>
                    <a:pt x="33671" y="76987"/>
                  </a:lnTo>
                  <a:lnTo>
                    <a:pt x="31350" y="76091"/>
                  </a:lnTo>
                  <a:lnTo>
                    <a:pt x="30791" y="73670"/>
                  </a:lnTo>
                  <a:lnTo>
                    <a:pt x="22735" y="77315"/>
                  </a:lnTo>
                  <a:lnTo>
                    <a:pt x="19796" y="75021"/>
                  </a:lnTo>
                  <a:lnTo>
                    <a:pt x="18281" y="71154"/>
                  </a:lnTo>
                  <a:lnTo>
                    <a:pt x="14744" y="70520"/>
                  </a:lnTo>
                  <a:lnTo>
                    <a:pt x="11959" y="71409"/>
                  </a:lnTo>
                  <a:lnTo>
                    <a:pt x="10086" y="70278"/>
                  </a:lnTo>
                  <a:lnTo>
                    <a:pt x="9478" y="66833"/>
                  </a:lnTo>
                  <a:lnTo>
                    <a:pt x="3909" y="67611"/>
                  </a:lnTo>
                  <a:lnTo>
                    <a:pt x="6361" y="63337"/>
                  </a:lnTo>
                  <a:lnTo>
                    <a:pt x="4617" y="59747"/>
                  </a:lnTo>
                  <a:lnTo>
                    <a:pt x="0" y="54126"/>
                  </a:lnTo>
                  <a:lnTo>
                    <a:pt x="1784" y="54749"/>
                  </a:lnTo>
                  <a:lnTo>
                    <a:pt x="6364" y="51752"/>
                  </a:lnTo>
                  <a:lnTo>
                    <a:pt x="4270" y="48566"/>
                  </a:lnTo>
                  <a:lnTo>
                    <a:pt x="4798" y="45160"/>
                  </a:lnTo>
                  <a:lnTo>
                    <a:pt x="6427" y="42594"/>
                  </a:lnTo>
                  <a:lnTo>
                    <a:pt x="13823" y="41804"/>
                  </a:lnTo>
                  <a:lnTo>
                    <a:pt x="19354" y="27641"/>
                  </a:lnTo>
                  <a:lnTo>
                    <a:pt x="21805" y="24573"/>
                  </a:lnTo>
                  <a:lnTo>
                    <a:pt x="26940" y="12234"/>
                  </a:lnTo>
                  <a:lnTo>
                    <a:pt x="29431" y="5214"/>
                  </a:lnTo>
                  <a:lnTo>
                    <a:pt x="28494" y="731"/>
                  </a:lnTo>
                  <a:lnTo>
                    <a:pt x="2952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h3474"/>
            <p:cNvSpPr/>
            <p:nvPr/>
          </p:nvSpPr>
          <p:spPr>
            <a:xfrm>
              <a:off x="7917803" y="3333538"/>
              <a:ext cx="30880" cy="29246"/>
            </a:xfrm>
            <a:custGeom>
              <a:avLst/>
              <a:pathLst>
                <a:path w="30880" h="29246">
                  <a:moveTo>
                    <a:pt x="18634" y="1613"/>
                  </a:moveTo>
                  <a:lnTo>
                    <a:pt x="22576" y="4439"/>
                  </a:lnTo>
                  <a:lnTo>
                    <a:pt x="22765" y="6297"/>
                  </a:lnTo>
                  <a:lnTo>
                    <a:pt x="20954" y="11865"/>
                  </a:lnTo>
                  <a:lnTo>
                    <a:pt x="24801" y="14011"/>
                  </a:lnTo>
                  <a:lnTo>
                    <a:pt x="27055" y="16323"/>
                  </a:lnTo>
                  <a:lnTo>
                    <a:pt x="30880" y="22264"/>
                  </a:lnTo>
                  <a:lnTo>
                    <a:pt x="29464" y="26377"/>
                  </a:lnTo>
                  <a:lnTo>
                    <a:pt x="25119" y="29198"/>
                  </a:lnTo>
                  <a:lnTo>
                    <a:pt x="23182" y="26226"/>
                  </a:lnTo>
                  <a:lnTo>
                    <a:pt x="22020" y="25624"/>
                  </a:lnTo>
                  <a:lnTo>
                    <a:pt x="19323" y="26132"/>
                  </a:lnTo>
                  <a:lnTo>
                    <a:pt x="13643" y="29246"/>
                  </a:lnTo>
                  <a:lnTo>
                    <a:pt x="9695" y="29007"/>
                  </a:lnTo>
                  <a:lnTo>
                    <a:pt x="1283" y="27976"/>
                  </a:lnTo>
                  <a:lnTo>
                    <a:pt x="0" y="20922"/>
                  </a:lnTo>
                  <a:lnTo>
                    <a:pt x="7109" y="18077"/>
                  </a:lnTo>
                  <a:lnTo>
                    <a:pt x="9647" y="12251"/>
                  </a:lnTo>
                  <a:lnTo>
                    <a:pt x="10243" y="6972"/>
                  </a:lnTo>
                  <a:lnTo>
                    <a:pt x="8829" y="2161"/>
                  </a:lnTo>
                  <a:lnTo>
                    <a:pt x="10559" y="1245"/>
                  </a:lnTo>
                  <a:lnTo>
                    <a:pt x="13523" y="1202"/>
                  </a:lnTo>
                  <a:lnTo>
                    <a:pt x="1554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h3475"/>
            <p:cNvSpPr/>
            <p:nvPr/>
          </p:nvSpPr>
          <p:spPr>
            <a:xfrm>
              <a:off x="7927399" y="3359162"/>
              <a:ext cx="26411" cy="30750"/>
            </a:xfrm>
            <a:custGeom>
              <a:avLst/>
              <a:pathLst>
                <a:path w="26411" h="30750">
                  <a:moveTo>
                    <a:pt x="13586" y="602"/>
                  </a:moveTo>
                  <a:lnTo>
                    <a:pt x="15523" y="3573"/>
                  </a:lnTo>
                  <a:lnTo>
                    <a:pt x="16780" y="7087"/>
                  </a:lnTo>
                  <a:lnTo>
                    <a:pt x="26297" y="11844"/>
                  </a:lnTo>
                  <a:lnTo>
                    <a:pt x="23824" y="14738"/>
                  </a:lnTo>
                  <a:lnTo>
                    <a:pt x="23836" y="12164"/>
                  </a:lnTo>
                  <a:lnTo>
                    <a:pt x="22530" y="14306"/>
                  </a:lnTo>
                  <a:lnTo>
                    <a:pt x="24283" y="17035"/>
                  </a:lnTo>
                  <a:lnTo>
                    <a:pt x="26411" y="23738"/>
                  </a:lnTo>
                  <a:lnTo>
                    <a:pt x="22836" y="24033"/>
                  </a:lnTo>
                  <a:lnTo>
                    <a:pt x="22768" y="29111"/>
                  </a:lnTo>
                  <a:lnTo>
                    <a:pt x="17862" y="30750"/>
                  </a:lnTo>
                  <a:lnTo>
                    <a:pt x="14118" y="29746"/>
                  </a:lnTo>
                  <a:lnTo>
                    <a:pt x="6642" y="24476"/>
                  </a:lnTo>
                  <a:lnTo>
                    <a:pt x="2619" y="18497"/>
                  </a:lnTo>
                  <a:lnTo>
                    <a:pt x="1288" y="15727"/>
                  </a:lnTo>
                  <a:lnTo>
                    <a:pt x="2911" y="13058"/>
                  </a:lnTo>
                  <a:lnTo>
                    <a:pt x="2661" y="8337"/>
                  </a:lnTo>
                  <a:lnTo>
                    <a:pt x="1154" y="6715"/>
                  </a:lnTo>
                  <a:lnTo>
                    <a:pt x="0" y="6669"/>
                  </a:lnTo>
                  <a:lnTo>
                    <a:pt x="99" y="3382"/>
                  </a:lnTo>
                  <a:lnTo>
                    <a:pt x="4048" y="3621"/>
                  </a:lnTo>
                  <a:lnTo>
                    <a:pt x="9727" y="507"/>
                  </a:lnTo>
                  <a:lnTo>
                    <a:pt x="124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h3476"/>
            <p:cNvSpPr/>
            <p:nvPr/>
          </p:nvSpPr>
          <p:spPr>
            <a:xfrm>
              <a:off x="8035170" y="3321740"/>
              <a:ext cx="29874" cy="21669"/>
            </a:xfrm>
            <a:custGeom>
              <a:avLst/>
              <a:pathLst>
                <a:path w="29874" h="21669">
                  <a:moveTo>
                    <a:pt x="29874" y="4069"/>
                  </a:moveTo>
                  <a:lnTo>
                    <a:pt x="26927" y="7790"/>
                  </a:lnTo>
                  <a:lnTo>
                    <a:pt x="29797" y="10837"/>
                  </a:lnTo>
                  <a:lnTo>
                    <a:pt x="28721" y="11994"/>
                  </a:lnTo>
                  <a:lnTo>
                    <a:pt x="24638" y="9143"/>
                  </a:lnTo>
                  <a:lnTo>
                    <a:pt x="23298" y="9584"/>
                  </a:lnTo>
                  <a:lnTo>
                    <a:pt x="13941" y="18488"/>
                  </a:lnTo>
                  <a:lnTo>
                    <a:pt x="13561" y="16993"/>
                  </a:lnTo>
                  <a:lnTo>
                    <a:pt x="10695" y="14394"/>
                  </a:lnTo>
                  <a:lnTo>
                    <a:pt x="9715" y="14656"/>
                  </a:lnTo>
                  <a:lnTo>
                    <a:pt x="5564" y="17600"/>
                  </a:lnTo>
                  <a:lnTo>
                    <a:pt x="7972" y="19525"/>
                  </a:lnTo>
                  <a:lnTo>
                    <a:pt x="8266" y="21669"/>
                  </a:lnTo>
                  <a:lnTo>
                    <a:pt x="123" y="17855"/>
                  </a:lnTo>
                  <a:lnTo>
                    <a:pt x="483" y="13551"/>
                  </a:lnTo>
                  <a:lnTo>
                    <a:pt x="0" y="11924"/>
                  </a:lnTo>
                  <a:lnTo>
                    <a:pt x="497" y="11317"/>
                  </a:lnTo>
                  <a:lnTo>
                    <a:pt x="3048" y="9267"/>
                  </a:lnTo>
                  <a:lnTo>
                    <a:pt x="6053" y="8733"/>
                  </a:lnTo>
                  <a:lnTo>
                    <a:pt x="9728" y="5880"/>
                  </a:lnTo>
                  <a:lnTo>
                    <a:pt x="11392" y="7029"/>
                  </a:lnTo>
                  <a:lnTo>
                    <a:pt x="14444" y="4832"/>
                  </a:lnTo>
                  <a:lnTo>
                    <a:pt x="13949" y="2437"/>
                  </a:lnTo>
                  <a:lnTo>
                    <a:pt x="14540" y="827"/>
                  </a:lnTo>
                  <a:lnTo>
                    <a:pt x="19292" y="607"/>
                  </a:lnTo>
                  <a:lnTo>
                    <a:pt x="22638" y="3811"/>
                  </a:lnTo>
                  <a:lnTo>
                    <a:pt x="2600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h3477"/>
            <p:cNvSpPr/>
            <p:nvPr/>
          </p:nvSpPr>
          <p:spPr>
            <a:xfrm>
              <a:off x="7874615" y="3418250"/>
              <a:ext cx="90018" cy="56573"/>
            </a:xfrm>
            <a:custGeom>
              <a:avLst/>
              <a:pathLst>
                <a:path w="90018" h="56573">
                  <a:moveTo>
                    <a:pt x="63048" y="0"/>
                  </a:moveTo>
                  <a:lnTo>
                    <a:pt x="66288" y="3558"/>
                  </a:lnTo>
                  <a:lnTo>
                    <a:pt x="67808" y="4280"/>
                  </a:lnTo>
                  <a:lnTo>
                    <a:pt x="65799" y="7215"/>
                  </a:lnTo>
                  <a:lnTo>
                    <a:pt x="67598" y="9240"/>
                  </a:lnTo>
                  <a:lnTo>
                    <a:pt x="74080" y="9994"/>
                  </a:lnTo>
                  <a:lnTo>
                    <a:pt x="74224" y="7505"/>
                  </a:lnTo>
                  <a:lnTo>
                    <a:pt x="82490" y="10454"/>
                  </a:lnTo>
                  <a:lnTo>
                    <a:pt x="89986" y="13403"/>
                  </a:lnTo>
                  <a:lnTo>
                    <a:pt x="89253" y="15302"/>
                  </a:lnTo>
                  <a:lnTo>
                    <a:pt x="84832" y="20054"/>
                  </a:lnTo>
                  <a:lnTo>
                    <a:pt x="84001" y="22602"/>
                  </a:lnTo>
                  <a:lnTo>
                    <a:pt x="84886" y="23087"/>
                  </a:lnTo>
                  <a:lnTo>
                    <a:pt x="83848" y="24700"/>
                  </a:lnTo>
                  <a:lnTo>
                    <a:pt x="83827" y="26522"/>
                  </a:lnTo>
                  <a:lnTo>
                    <a:pt x="85455" y="31750"/>
                  </a:lnTo>
                  <a:lnTo>
                    <a:pt x="87498" y="36387"/>
                  </a:lnTo>
                  <a:lnTo>
                    <a:pt x="90018" y="37356"/>
                  </a:lnTo>
                  <a:lnTo>
                    <a:pt x="88181" y="40241"/>
                  </a:lnTo>
                  <a:lnTo>
                    <a:pt x="84850" y="41636"/>
                  </a:lnTo>
                  <a:lnTo>
                    <a:pt x="81824" y="39537"/>
                  </a:lnTo>
                  <a:lnTo>
                    <a:pt x="71275" y="40973"/>
                  </a:lnTo>
                  <a:lnTo>
                    <a:pt x="69789" y="45141"/>
                  </a:lnTo>
                  <a:lnTo>
                    <a:pt x="66300" y="50214"/>
                  </a:lnTo>
                  <a:lnTo>
                    <a:pt x="63903" y="48102"/>
                  </a:lnTo>
                  <a:lnTo>
                    <a:pt x="50575" y="52350"/>
                  </a:lnTo>
                  <a:lnTo>
                    <a:pt x="46177" y="48128"/>
                  </a:lnTo>
                  <a:lnTo>
                    <a:pt x="44475" y="50190"/>
                  </a:lnTo>
                  <a:lnTo>
                    <a:pt x="47106" y="55783"/>
                  </a:lnTo>
                  <a:lnTo>
                    <a:pt x="45880" y="56573"/>
                  </a:lnTo>
                  <a:lnTo>
                    <a:pt x="30140" y="53096"/>
                  </a:lnTo>
                  <a:lnTo>
                    <a:pt x="20212" y="53061"/>
                  </a:lnTo>
                  <a:lnTo>
                    <a:pt x="15144" y="52622"/>
                  </a:lnTo>
                  <a:lnTo>
                    <a:pt x="8368" y="53455"/>
                  </a:lnTo>
                  <a:lnTo>
                    <a:pt x="3778" y="51076"/>
                  </a:lnTo>
                  <a:lnTo>
                    <a:pt x="0" y="50542"/>
                  </a:lnTo>
                  <a:lnTo>
                    <a:pt x="2738" y="47665"/>
                  </a:lnTo>
                  <a:lnTo>
                    <a:pt x="5815" y="42503"/>
                  </a:lnTo>
                  <a:lnTo>
                    <a:pt x="4954" y="41332"/>
                  </a:lnTo>
                  <a:lnTo>
                    <a:pt x="3343" y="41402"/>
                  </a:lnTo>
                  <a:lnTo>
                    <a:pt x="2354" y="39275"/>
                  </a:lnTo>
                  <a:lnTo>
                    <a:pt x="10441" y="39120"/>
                  </a:lnTo>
                  <a:lnTo>
                    <a:pt x="14631" y="34855"/>
                  </a:lnTo>
                  <a:lnTo>
                    <a:pt x="16053" y="31592"/>
                  </a:lnTo>
                  <a:lnTo>
                    <a:pt x="19237" y="27299"/>
                  </a:lnTo>
                  <a:lnTo>
                    <a:pt x="20868" y="26310"/>
                  </a:lnTo>
                  <a:lnTo>
                    <a:pt x="23910" y="26986"/>
                  </a:lnTo>
                  <a:lnTo>
                    <a:pt x="26063" y="26453"/>
                  </a:lnTo>
                  <a:lnTo>
                    <a:pt x="23242" y="22166"/>
                  </a:lnTo>
                  <a:lnTo>
                    <a:pt x="27746" y="21817"/>
                  </a:lnTo>
                  <a:lnTo>
                    <a:pt x="30164" y="20587"/>
                  </a:lnTo>
                  <a:lnTo>
                    <a:pt x="31161" y="20038"/>
                  </a:lnTo>
                  <a:lnTo>
                    <a:pt x="31274" y="18081"/>
                  </a:lnTo>
                  <a:lnTo>
                    <a:pt x="34047" y="18220"/>
                  </a:lnTo>
                  <a:lnTo>
                    <a:pt x="36034" y="19161"/>
                  </a:lnTo>
                  <a:lnTo>
                    <a:pt x="36547" y="16184"/>
                  </a:lnTo>
                  <a:lnTo>
                    <a:pt x="41887" y="12996"/>
                  </a:lnTo>
                  <a:lnTo>
                    <a:pt x="45783" y="12120"/>
                  </a:lnTo>
                  <a:lnTo>
                    <a:pt x="54801" y="12518"/>
                  </a:lnTo>
                  <a:lnTo>
                    <a:pt x="58982" y="11666"/>
                  </a:lnTo>
                  <a:lnTo>
                    <a:pt x="60364" y="9020"/>
                  </a:lnTo>
                  <a:lnTo>
                    <a:pt x="57493" y="1612"/>
                  </a:lnTo>
                  <a:lnTo>
                    <a:pt x="60626" y="13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h3478"/>
            <p:cNvSpPr/>
            <p:nvPr/>
          </p:nvSpPr>
          <p:spPr>
            <a:xfrm>
              <a:off x="7894827" y="3455606"/>
              <a:ext cx="93921" cy="61635"/>
            </a:xfrm>
            <a:custGeom>
              <a:avLst/>
              <a:pathLst>
                <a:path w="93921" h="61635">
                  <a:moveTo>
                    <a:pt x="70464" y="2481"/>
                  </a:moveTo>
                  <a:lnTo>
                    <a:pt x="84267" y="6484"/>
                  </a:lnTo>
                  <a:lnTo>
                    <a:pt x="86197" y="5688"/>
                  </a:lnTo>
                  <a:lnTo>
                    <a:pt x="87407" y="3264"/>
                  </a:lnTo>
                  <a:lnTo>
                    <a:pt x="93567" y="2579"/>
                  </a:lnTo>
                  <a:lnTo>
                    <a:pt x="93921" y="2885"/>
                  </a:lnTo>
                  <a:lnTo>
                    <a:pt x="92886" y="3617"/>
                  </a:lnTo>
                  <a:lnTo>
                    <a:pt x="93822" y="8100"/>
                  </a:lnTo>
                  <a:lnTo>
                    <a:pt x="91332" y="15120"/>
                  </a:lnTo>
                  <a:lnTo>
                    <a:pt x="86196" y="27459"/>
                  </a:lnTo>
                  <a:lnTo>
                    <a:pt x="83745" y="30527"/>
                  </a:lnTo>
                  <a:lnTo>
                    <a:pt x="78214" y="44690"/>
                  </a:lnTo>
                  <a:lnTo>
                    <a:pt x="70818" y="45480"/>
                  </a:lnTo>
                  <a:lnTo>
                    <a:pt x="69189" y="48045"/>
                  </a:lnTo>
                  <a:lnTo>
                    <a:pt x="68661" y="51452"/>
                  </a:lnTo>
                  <a:lnTo>
                    <a:pt x="70756" y="54637"/>
                  </a:lnTo>
                  <a:lnTo>
                    <a:pt x="66176" y="57635"/>
                  </a:lnTo>
                  <a:lnTo>
                    <a:pt x="64391" y="57012"/>
                  </a:lnTo>
                  <a:lnTo>
                    <a:pt x="62868" y="54696"/>
                  </a:lnTo>
                  <a:lnTo>
                    <a:pt x="57462" y="58138"/>
                  </a:lnTo>
                  <a:lnTo>
                    <a:pt x="54716" y="58830"/>
                  </a:lnTo>
                  <a:lnTo>
                    <a:pt x="51364" y="58454"/>
                  </a:lnTo>
                  <a:lnTo>
                    <a:pt x="49615" y="59636"/>
                  </a:lnTo>
                  <a:lnTo>
                    <a:pt x="48449" y="61635"/>
                  </a:lnTo>
                  <a:lnTo>
                    <a:pt x="42379" y="60851"/>
                  </a:lnTo>
                  <a:lnTo>
                    <a:pt x="38117" y="54014"/>
                  </a:lnTo>
                  <a:lnTo>
                    <a:pt x="36064" y="52666"/>
                  </a:lnTo>
                  <a:lnTo>
                    <a:pt x="31489" y="52224"/>
                  </a:lnTo>
                  <a:lnTo>
                    <a:pt x="27561" y="47001"/>
                  </a:lnTo>
                  <a:lnTo>
                    <a:pt x="23764" y="44649"/>
                  </a:lnTo>
                  <a:lnTo>
                    <a:pt x="18580" y="42822"/>
                  </a:lnTo>
                  <a:lnTo>
                    <a:pt x="9523" y="41506"/>
                  </a:lnTo>
                  <a:lnTo>
                    <a:pt x="7632" y="44152"/>
                  </a:lnTo>
                  <a:lnTo>
                    <a:pt x="6600" y="43908"/>
                  </a:lnTo>
                  <a:lnTo>
                    <a:pt x="4118" y="37119"/>
                  </a:lnTo>
                  <a:lnTo>
                    <a:pt x="6459" y="34866"/>
                  </a:lnTo>
                  <a:lnTo>
                    <a:pt x="2778" y="27488"/>
                  </a:lnTo>
                  <a:lnTo>
                    <a:pt x="0" y="15705"/>
                  </a:lnTo>
                  <a:lnTo>
                    <a:pt x="9928" y="15740"/>
                  </a:lnTo>
                  <a:lnTo>
                    <a:pt x="25668" y="19216"/>
                  </a:lnTo>
                  <a:lnTo>
                    <a:pt x="26894" y="18427"/>
                  </a:lnTo>
                  <a:lnTo>
                    <a:pt x="24263" y="12834"/>
                  </a:lnTo>
                  <a:lnTo>
                    <a:pt x="25965" y="10772"/>
                  </a:lnTo>
                  <a:lnTo>
                    <a:pt x="30363" y="14994"/>
                  </a:lnTo>
                  <a:lnTo>
                    <a:pt x="43691" y="10746"/>
                  </a:lnTo>
                  <a:lnTo>
                    <a:pt x="46088" y="12858"/>
                  </a:lnTo>
                  <a:lnTo>
                    <a:pt x="49577" y="7785"/>
                  </a:lnTo>
                  <a:lnTo>
                    <a:pt x="51063" y="3617"/>
                  </a:lnTo>
                  <a:lnTo>
                    <a:pt x="61612" y="2181"/>
                  </a:lnTo>
                  <a:lnTo>
                    <a:pt x="64638" y="4280"/>
                  </a:lnTo>
                  <a:lnTo>
                    <a:pt x="67969" y="2885"/>
                  </a:lnTo>
                  <a:lnTo>
                    <a:pt x="6980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h3479"/>
            <p:cNvSpPr/>
            <p:nvPr/>
          </p:nvSpPr>
          <p:spPr>
            <a:xfrm>
              <a:off x="7988394" y="3424043"/>
              <a:ext cx="65769" cy="48689"/>
            </a:xfrm>
            <a:custGeom>
              <a:avLst/>
              <a:pathLst>
                <a:path w="65769" h="48689">
                  <a:moveTo>
                    <a:pt x="46747" y="793"/>
                  </a:moveTo>
                  <a:lnTo>
                    <a:pt x="48491" y="1346"/>
                  </a:lnTo>
                  <a:lnTo>
                    <a:pt x="47109" y="3426"/>
                  </a:lnTo>
                  <a:lnTo>
                    <a:pt x="49809" y="6050"/>
                  </a:lnTo>
                  <a:lnTo>
                    <a:pt x="56621" y="0"/>
                  </a:lnTo>
                  <a:lnTo>
                    <a:pt x="64688" y="951"/>
                  </a:lnTo>
                  <a:lnTo>
                    <a:pt x="65319" y="4788"/>
                  </a:lnTo>
                  <a:lnTo>
                    <a:pt x="65769" y="5936"/>
                  </a:lnTo>
                  <a:lnTo>
                    <a:pt x="63482" y="7082"/>
                  </a:lnTo>
                  <a:lnTo>
                    <a:pt x="60492" y="6082"/>
                  </a:lnTo>
                  <a:lnTo>
                    <a:pt x="59844" y="3251"/>
                  </a:lnTo>
                  <a:lnTo>
                    <a:pt x="58727" y="3641"/>
                  </a:lnTo>
                  <a:lnTo>
                    <a:pt x="53216" y="15062"/>
                  </a:lnTo>
                  <a:lnTo>
                    <a:pt x="55542" y="20581"/>
                  </a:lnTo>
                  <a:lnTo>
                    <a:pt x="58873" y="23160"/>
                  </a:lnTo>
                  <a:lnTo>
                    <a:pt x="60845" y="25905"/>
                  </a:lnTo>
                  <a:lnTo>
                    <a:pt x="60092" y="27222"/>
                  </a:lnTo>
                  <a:lnTo>
                    <a:pt x="63133" y="27810"/>
                  </a:lnTo>
                  <a:lnTo>
                    <a:pt x="61064" y="29812"/>
                  </a:lnTo>
                  <a:lnTo>
                    <a:pt x="58651" y="29593"/>
                  </a:lnTo>
                  <a:lnTo>
                    <a:pt x="54257" y="36812"/>
                  </a:lnTo>
                  <a:lnTo>
                    <a:pt x="50982" y="46073"/>
                  </a:lnTo>
                  <a:lnTo>
                    <a:pt x="44348" y="46335"/>
                  </a:lnTo>
                  <a:lnTo>
                    <a:pt x="38617" y="48689"/>
                  </a:lnTo>
                  <a:lnTo>
                    <a:pt x="34874" y="45988"/>
                  </a:lnTo>
                  <a:lnTo>
                    <a:pt x="28043" y="43416"/>
                  </a:lnTo>
                  <a:lnTo>
                    <a:pt x="21883" y="40089"/>
                  </a:lnTo>
                  <a:lnTo>
                    <a:pt x="14400" y="42545"/>
                  </a:lnTo>
                  <a:lnTo>
                    <a:pt x="10977" y="39776"/>
                  </a:lnTo>
                  <a:lnTo>
                    <a:pt x="11785" y="39466"/>
                  </a:lnTo>
                  <a:lnTo>
                    <a:pt x="11553" y="37240"/>
                  </a:lnTo>
                  <a:lnTo>
                    <a:pt x="9651" y="35595"/>
                  </a:lnTo>
                  <a:lnTo>
                    <a:pt x="5537" y="36122"/>
                  </a:lnTo>
                  <a:lnTo>
                    <a:pt x="730" y="35272"/>
                  </a:lnTo>
                  <a:lnTo>
                    <a:pt x="354" y="34448"/>
                  </a:lnTo>
                  <a:lnTo>
                    <a:pt x="0" y="34141"/>
                  </a:lnTo>
                  <a:lnTo>
                    <a:pt x="2744" y="33150"/>
                  </a:lnTo>
                  <a:lnTo>
                    <a:pt x="3278" y="29674"/>
                  </a:lnTo>
                  <a:lnTo>
                    <a:pt x="800" y="29619"/>
                  </a:lnTo>
                  <a:lnTo>
                    <a:pt x="595" y="26451"/>
                  </a:lnTo>
                  <a:lnTo>
                    <a:pt x="2582" y="23637"/>
                  </a:lnTo>
                  <a:lnTo>
                    <a:pt x="7613" y="19841"/>
                  </a:lnTo>
                  <a:lnTo>
                    <a:pt x="7820" y="17423"/>
                  </a:lnTo>
                  <a:lnTo>
                    <a:pt x="11125" y="14566"/>
                  </a:lnTo>
                  <a:lnTo>
                    <a:pt x="15003" y="11049"/>
                  </a:lnTo>
                  <a:lnTo>
                    <a:pt x="12329" y="7871"/>
                  </a:lnTo>
                  <a:lnTo>
                    <a:pt x="14001" y="6345"/>
                  </a:lnTo>
                  <a:lnTo>
                    <a:pt x="17096" y="7889"/>
                  </a:lnTo>
                  <a:lnTo>
                    <a:pt x="18175" y="6798"/>
                  </a:lnTo>
                  <a:lnTo>
                    <a:pt x="17344" y="3347"/>
                  </a:lnTo>
                  <a:lnTo>
                    <a:pt x="19211" y="2986"/>
                  </a:lnTo>
                  <a:lnTo>
                    <a:pt x="24124" y="6168"/>
                  </a:lnTo>
                  <a:lnTo>
                    <a:pt x="29198" y="2564"/>
                  </a:lnTo>
                  <a:lnTo>
                    <a:pt x="29912" y="3813"/>
                  </a:lnTo>
                  <a:lnTo>
                    <a:pt x="29942" y="4976"/>
                  </a:lnTo>
                  <a:lnTo>
                    <a:pt x="32209" y="8039"/>
                  </a:lnTo>
                  <a:lnTo>
                    <a:pt x="27399" y="11587"/>
                  </a:lnTo>
                  <a:lnTo>
                    <a:pt x="27164" y="13706"/>
                  </a:lnTo>
                  <a:lnTo>
                    <a:pt x="30929" y="12476"/>
                  </a:lnTo>
                  <a:lnTo>
                    <a:pt x="36932" y="7384"/>
                  </a:lnTo>
                  <a:lnTo>
                    <a:pt x="37393" y="5884"/>
                  </a:lnTo>
                  <a:lnTo>
                    <a:pt x="35766" y="6809"/>
                  </a:lnTo>
                  <a:lnTo>
                    <a:pt x="33634" y="3482"/>
                  </a:lnTo>
                  <a:lnTo>
                    <a:pt x="35913" y="1725"/>
                  </a:lnTo>
                  <a:lnTo>
                    <a:pt x="41271" y="552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h3480"/>
            <p:cNvSpPr/>
            <p:nvPr/>
          </p:nvSpPr>
          <p:spPr>
            <a:xfrm>
              <a:off x="8058330" y="3451641"/>
              <a:ext cx="22980" cy="41681"/>
            </a:xfrm>
            <a:custGeom>
              <a:avLst/>
              <a:pathLst>
                <a:path w="22980" h="41681">
                  <a:moveTo>
                    <a:pt x="5612" y="0"/>
                  </a:moveTo>
                  <a:lnTo>
                    <a:pt x="12548" y="2721"/>
                  </a:lnTo>
                  <a:lnTo>
                    <a:pt x="19252" y="8682"/>
                  </a:lnTo>
                  <a:lnTo>
                    <a:pt x="21082" y="6574"/>
                  </a:lnTo>
                  <a:lnTo>
                    <a:pt x="22980" y="9923"/>
                  </a:lnTo>
                  <a:lnTo>
                    <a:pt x="22927" y="15593"/>
                  </a:lnTo>
                  <a:lnTo>
                    <a:pt x="21959" y="17282"/>
                  </a:lnTo>
                  <a:lnTo>
                    <a:pt x="18120" y="21925"/>
                  </a:lnTo>
                  <a:lnTo>
                    <a:pt x="11203" y="26685"/>
                  </a:lnTo>
                  <a:lnTo>
                    <a:pt x="12284" y="33226"/>
                  </a:lnTo>
                  <a:lnTo>
                    <a:pt x="17146" y="33054"/>
                  </a:lnTo>
                  <a:lnTo>
                    <a:pt x="21364" y="39803"/>
                  </a:lnTo>
                  <a:lnTo>
                    <a:pt x="21487" y="40844"/>
                  </a:lnTo>
                  <a:lnTo>
                    <a:pt x="20006" y="41681"/>
                  </a:lnTo>
                  <a:lnTo>
                    <a:pt x="9912" y="37548"/>
                  </a:lnTo>
                  <a:lnTo>
                    <a:pt x="2180" y="32180"/>
                  </a:lnTo>
                  <a:lnTo>
                    <a:pt x="737" y="27856"/>
                  </a:lnTo>
                  <a:lnTo>
                    <a:pt x="2197" y="22020"/>
                  </a:lnTo>
                  <a:lnTo>
                    <a:pt x="5569" y="21154"/>
                  </a:lnTo>
                  <a:lnTo>
                    <a:pt x="7553" y="19216"/>
                  </a:lnTo>
                  <a:lnTo>
                    <a:pt x="3699" y="16663"/>
                  </a:lnTo>
                  <a:lnTo>
                    <a:pt x="0" y="16476"/>
                  </a:lnTo>
                  <a:lnTo>
                    <a:pt x="738" y="13112"/>
                  </a:lnTo>
                  <a:lnTo>
                    <a:pt x="2909" y="11305"/>
                  </a:lnTo>
                  <a:lnTo>
                    <a:pt x="5611" y="11215"/>
                  </a:lnTo>
                  <a:lnTo>
                    <a:pt x="6548" y="9392"/>
                  </a:lnTo>
                  <a:lnTo>
                    <a:pt x="2487" y="6089"/>
                  </a:lnTo>
                  <a:lnTo>
                    <a:pt x="4752" y="4169"/>
                  </a:lnTo>
                  <a:lnTo>
                    <a:pt x="4506" y="16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h3481"/>
            <p:cNvSpPr/>
            <p:nvPr/>
          </p:nvSpPr>
          <p:spPr>
            <a:xfrm>
              <a:off x="8048046" y="3589647"/>
              <a:ext cx="18515" cy="24553"/>
            </a:xfrm>
            <a:custGeom>
              <a:avLst/>
              <a:pathLst>
                <a:path w="18515" h="24553">
                  <a:moveTo>
                    <a:pt x="18483" y="3226"/>
                  </a:moveTo>
                  <a:lnTo>
                    <a:pt x="18515" y="5078"/>
                  </a:lnTo>
                  <a:lnTo>
                    <a:pt x="14473" y="12862"/>
                  </a:lnTo>
                  <a:lnTo>
                    <a:pt x="14913" y="15586"/>
                  </a:lnTo>
                  <a:lnTo>
                    <a:pt x="13939" y="16522"/>
                  </a:lnTo>
                  <a:lnTo>
                    <a:pt x="13826" y="18205"/>
                  </a:lnTo>
                  <a:lnTo>
                    <a:pt x="14495" y="17971"/>
                  </a:lnTo>
                  <a:lnTo>
                    <a:pt x="6448" y="24553"/>
                  </a:lnTo>
                  <a:lnTo>
                    <a:pt x="2088" y="22758"/>
                  </a:lnTo>
                  <a:lnTo>
                    <a:pt x="0" y="21979"/>
                  </a:lnTo>
                  <a:lnTo>
                    <a:pt x="450" y="19754"/>
                  </a:lnTo>
                  <a:lnTo>
                    <a:pt x="4624" y="9983"/>
                  </a:lnTo>
                  <a:lnTo>
                    <a:pt x="7920" y="7153"/>
                  </a:lnTo>
                  <a:lnTo>
                    <a:pt x="8239" y="5370"/>
                  </a:lnTo>
                  <a:lnTo>
                    <a:pt x="3548" y="4952"/>
                  </a:lnTo>
                  <a:lnTo>
                    <a:pt x="3161" y="785"/>
                  </a:lnTo>
                  <a:lnTo>
                    <a:pt x="6506" y="836"/>
                  </a:lnTo>
                  <a:lnTo>
                    <a:pt x="830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h3482"/>
            <p:cNvSpPr/>
            <p:nvPr/>
          </p:nvSpPr>
          <p:spPr>
            <a:xfrm>
              <a:off x="8079537" y="3619138"/>
              <a:ext cx="15134" cy="28994"/>
            </a:xfrm>
            <a:custGeom>
              <a:avLst/>
              <a:pathLst>
                <a:path w="15134" h="28994">
                  <a:moveTo>
                    <a:pt x="8701" y="2437"/>
                  </a:moveTo>
                  <a:lnTo>
                    <a:pt x="12673" y="166"/>
                  </a:lnTo>
                  <a:lnTo>
                    <a:pt x="15134" y="12930"/>
                  </a:lnTo>
                  <a:lnTo>
                    <a:pt x="14000" y="15852"/>
                  </a:lnTo>
                  <a:lnTo>
                    <a:pt x="9719" y="19173"/>
                  </a:lnTo>
                  <a:lnTo>
                    <a:pt x="6679" y="18802"/>
                  </a:lnTo>
                  <a:lnTo>
                    <a:pt x="4735" y="24770"/>
                  </a:lnTo>
                  <a:lnTo>
                    <a:pt x="1700" y="28991"/>
                  </a:lnTo>
                  <a:lnTo>
                    <a:pt x="0" y="28994"/>
                  </a:lnTo>
                  <a:lnTo>
                    <a:pt x="433" y="18036"/>
                  </a:lnTo>
                  <a:lnTo>
                    <a:pt x="4520" y="4320"/>
                  </a:lnTo>
                  <a:lnTo>
                    <a:pt x="5025" y="316"/>
                  </a:lnTo>
                  <a:lnTo>
                    <a:pt x="756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h3483"/>
            <p:cNvSpPr/>
            <p:nvPr/>
          </p:nvSpPr>
          <p:spPr>
            <a:xfrm>
              <a:off x="7937659" y="3382901"/>
              <a:ext cx="27028" cy="26654"/>
            </a:xfrm>
            <a:custGeom>
              <a:avLst/>
              <a:pathLst>
                <a:path w="27028" h="26654">
                  <a:moveTo>
                    <a:pt x="19722" y="293"/>
                  </a:moveTo>
                  <a:lnTo>
                    <a:pt x="21889" y="974"/>
                  </a:lnTo>
                  <a:lnTo>
                    <a:pt x="21479" y="6488"/>
                  </a:lnTo>
                  <a:lnTo>
                    <a:pt x="25963" y="11699"/>
                  </a:lnTo>
                  <a:lnTo>
                    <a:pt x="27028" y="21399"/>
                  </a:lnTo>
                  <a:lnTo>
                    <a:pt x="25663" y="23108"/>
                  </a:lnTo>
                  <a:lnTo>
                    <a:pt x="23057" y="22037"/>
                  </a:lnTo>
                  <a:lnTo>
                    <a:pt x="19832" y="19574"/>
                  </a:lnTo>
                  <a:lnTo>
                    <a:pt x="20526" y="21662"/>
                  </a:lnTo>
                  <a:lnTo>
                    <a:pt x="18152" y="24437"/>
                  </a:lnTo>
                  <a:lnTo>
                    <a:pt x="12467" y="24960"/>
                  </a:lnTo>
                  <a:lnTo>
                    <a:pt x="11427" y="26654"/>
                  </a:lnTo>
                  <a:lnTo>
                    <a:pt x="4087" y="25120"/>
                  </a:lnTo>
                  <a:lnTo>
                    <a:pt x="4556" y="23757"/>
                  </a:lnTo>
                  <a:lnTo>
                    <a:pt x="3286" y="22708"/>
                  </a:lnTo>
                  <a:lnTo>
                    <a:pt x="1748" y="23530"/>
                  </a:lnTo>
                  <a:lnTo>
                    <a:pt x="1920" y="21262"/>
                  </a:lnTo>
                  <a:lnTo>
                    <a:pt x="496" y="18913"/>
                  </a:lnTo>
                  <a:lnTo>
                    <a:pt x="484" y="17480"/>
                  </a:lnTo>
                  <a:lnTo>
                    <a:pt x="2247" y="14116"/>
                  </a:lnTo>
                  <a:lnTo>
                    <a:pt x="0" y="13911"/>
                  </a:lnTo>
                  <a:lnTo>
                    <a:pt x="699" y="11482"/>
                  </a:lnTo>
                  <a:lnTo>
                    <a:pt x="3356" y="9308"/>
                  </a:lnTo>
                  <a:lnTo>
                    <a:pt x="3857" y="6008"/>
                  </a:lnTo>
                  <a:lnTo>
                    <a:pt x="7601" y="7012"/>
                  </a:lnTo>
                  <a:lnTo>
                    <a:pt x="12507" y="5373"/>
                  </a:lnTo>
                  <a:lnTo>
                    <a:pt x="12575" y="29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h3484"/>
            <p:cNvSpPr/>
            <p:nvPr/>
          </p:nvSpPr>
          <p:spPr>
            <a:xfrm>
              <a:off x="8017123" y="3538950"/>
              <a:ext cx="24289" cy="19910"/>
            </a:xfrm>
            <a:custGeom>
              <a:avLst/>
              <a:pathLst>
                <a:path w="24289" h="19910">
                  <a:moveTo>
                    <a:pt x="16446" y="930"/>
                  </a:moveTo>
                  <a:lnTo>
                    <a:pt x="19290" y="3046"/>
                  </a:lnTo>
                  <a:lnTo>
                    <a:pt x="18203" y="7204"/>
                  </a:lnTo>
                  <a:lnTo>
                    <a:pt x="18651" y="10877"/>
                  </a:lnTo>
                  <a:lnTo>
                    <a:pt x="21301" y="16292"/>
                  </a:lnTo>
                  <a:lnTo>
                    <a:pt x="24289" y="18487"/>
                  </a:lnTo>
                  <a:lnTo>
                    <a:pt x="18291" y="18180"/>
                  </a:lnTo>
                  <a:lnTo>
                    <a:pt x="4874" y="19030"/>
                  </a:lnTo>
                  <a:lnTo>
                    <a:pt x="1130" y="19910"/>
                  </a:lnTo>
                  <a:lnTo>
                    <a:pt x="0" y="17952"/>
                  </a:lnTo>
                  <a:lnTo>
                    <a:pt x="230" y="15335"/>
                  </a:lnTo>
                  <a:lnTo>
                    <a:pt x="2548" y="3436"/>
                  </a:lnTo>
                  <a:lnTo>
                    <a:pt x="3755" y="3020"/>
                  </a:lnTo>
                  <a:lnTo>
                    <a:pt x="5056" y="3240"/>
                  </a:lnTo>
                  <a:lnTo>
                    <a:pt x="6121" y="1284"/>
                  </a:lnTo>
                  <a:lnTo>
                    <a:pt x="840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h3485"/>
            <p:cNvSpPr/>
            <p:nvPr/>
          </p:nvSpPr>
          <p:spPr>
            <a:xfrm>
              <a:off x="7912269" y="3234769"/>
              <a:ext cx="35251" cy="27583"/>
            </a:xfrm>
            <a:custGeom>
              <a:avLst/>
              <a:pathLst>
                <a:path w="35251" h="27583">
                  <a:moveTo>
                    <a:pt x="11571" y="0"/>
                  </a:moveTo>
                  <a:lnTo>
                    <a:pt x="15950" y="3971"/>
                  </a:lnTo>
                  <a:lnTo>
                    <a:pt x="17212" y="4070"/>
                  </a:lnTo>
                  <a:lnTo>
                    <a:pt x="18713" y="3020"/>
                  </a:lnTo>
                  <a:lnTo>
                    <a:pt x="20081" y="2329"/>
                  </a:lnTo>
                  <a:lnTo>
                    <a:pt x="22047" y="2801"/>
                  </a:lnTo>
                  <a:lnTo>
                    <a:pt x="35251" y="9787"/>
                  </a:lnTo>
                  <a:lnTo>
                    <a:pt x="35180" y="11153"/>
                  </a:lnTo>
                  <a:lnTo>
                    <a:pt x="31300" y="12992"/>
                  </a:lnTo>
                  <a:lnTo>
                    <a:pt x="30452" y="15960"/>
                  </a:lnTo>
                  <a:lnTo>
                    <a:pt x="32728" y="19786"/>
                  </a:lnTo>
                  <a:lnTo>
                    <a:pt x="34498" y="20858"/>
                  </a:lnTo>
                  <a:lnTo>
                    <a:pt x="34272" y="23704"/>
                  </a:lnTo>
                  <a:lnTo>
                    <a:pt x="29162" y="25896"/>
                  </a:lnTo>
                  <a:lnTo>
                    <a:pt x="23322" y="27065"/>
                  </a:lnTo>
                  <a:lnTo>
                    <a:pt x="16830" y="25464"/>
                  </a:lnTo>
                  <a:lnTo>
                    <a:pt x="15714" y="24367"/>
                  </a:lnTo>
                  <a:lnTo>
                    <a:pt x="13225" y="27583"/>
                  </a:lnTo>
                  <a:lnTo>
                    <a:pt x="9211" y="26553"/>
                  </a:lnTo>
                  <a:lnTo>
                    <a:pt x="7214" y="24803"/>
                  </a:lnTo>
                  <a:lnTo>
                    <a:pt x="7821" y="22537"/>
                  </a:lnTo>
                  <a:lnTo>
                    <a:pt x="5376" y="21969"/>
                  </a:lnTo>
                  <a:lnTo>
                    <a:pt x="4403" y="26092"/>
                  </a:lnTo>
                  <a:lnTo>
                    <a:pt x="634" y="27137"/>
                  </a:lnTo>
                  <a:lnTo>
                    <a:pt x="0" y="26716"/>
                  </a:lnTo>
                  <a:lnTo>
                    <a:pt x="149" y="25250"/>
                  </a:lnTo>
                  <a:lnTo>
                    <a:pt x="3402" y="22475"/>
                  </a:lnTo>
                  <a:lnTo>
                    <a:pt x="5002" y="17599"/>
                  </a:lnTo>
                  <a:lnTo>
                    <a:pt x="2935" y="15582"/>
                  </a:lnTo>
                  <a:lnTo>
                    <a:pt x="2786" y="13663"/>
                  </a:lnTo>
                  <a:lnTo>
                    <a:pt x="5295" y="7518"/>
                  </a:lnTo>
                  <a:lnTo>
                    <a:pt x="9161" y="5550"/>
                  </a:lnTo>
                  <a:lnTo>
                    <a:pt x="8772" y="4768"/>
                  </a:lnTo>
                  <a:lnTo>
                    <a:pt x="10623" y="15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h3486"/>
            <p:cNvSpPr/>
            <p:nvPr/>
          </p:nvSpPr>
          <p:spPr>
            <a:xfrm>
              <a:off x="8041611" y="3426933"/>
              <a:ext cx="22620" cy="24920"/>
            </a:xfrm>
            <a:custGeom>
              <a:avLst/>
              <a:pathLst>
                <a:path w="22620" h="24920">
                  <a:moveTo>
                    <a:pt x="18660" y="3665"/>
                  </a:moveTo>
                  <a:lnTo>
                    <a:pt x="17158" y="6066"/>
                  </a:lnTo>
                  <a:lnTo>
                    <a:pt x="17216" y="13432"/>
                  </a:lnTo>
                  <a:lnTo>
                    <a:pt x="22620" y="19845"/>
                  </a:lnTo>
                  <a:lnTo>
                    <a:pt x="18115" y="20731"/>
                  </a:lnTo>
                  <a:lnTo>
                    <a:pt x="17204" y="23572"/>
                  </a:lnTo>
                  <a:lnTo>
                    <a:pt x="10816" y="23792"/>
                  </a:lnTo>
                  <a:lnTo>
                    <a:pt x="9916" y="24920"/>
                  </a:lnTo>
                  <a:lnTo>
                    <a:pt x="6875" y="24332"/>
                  </a:lnTo>
                  <a:lnTo>
                    <a:pt x="7629" y="23015"/>
                  </a:lnTo>
                  <a:lnTo>
                    <a:pt x="5656" y="20270"/>
                  </a:lnTo>
                  <a:lnTo>
                    <a:pt x="2326" y="17691"/>
                  </a:lnTo>
                  <a:lnTo>
                    <a:pt x="0" y="12172"/>
                  </a:lnTo>
                  <a:lnTo>
                    <a:pt x="5510" y="751"/>
                  </a:lnTo>
                  <a:lnTo>
                    <a:pt x="6627" y="361"/>
                  </a:lnTo>
                  <a:lnTo>
                    <a:pt x="7276" y="3192"/>
                  </a:lnTo>
                  <a:lnTo>
                    <a:pt x="10265" y="4192"/>
                  </a:lnTo>
                  <a:lnTo>
                    <a:pt x="12553" y="3045"/>
                  </a:lnTo>
                  <a:lnTo>
                    <a:pt x="12103" y="1898"/>
                  </a:lnTo>
                  <a:lnTo>
                    <a:pt x="1537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h3487"/>
            <p:cNvSpPr/>
            <p:nvPr/>
          </p:nvSpPr>
          <p:spPr>
            <a:xfrm>
              <a:off x="8048505" y="3561098"/>
              <a:ext cx="36995" cy="36066"/>
            </a:xfrm>
            <a:custGeom>
              <a:avLst/>
              <a:pathLst>
                <a:path w="36995" h="36066">
                  <a:moveTo>
                    <a:pt x="15083" y="2214"/>
                  </a:moveTo>
                  <a:lnTo>
                    <a:pt x="18987" y="3946"/>
                  </a:lnTo>
                  <a:lnTo>
                    <a:pt x="22261" y="3909"/>
                  </a:lnTo>
                  <a:lnTo>
                    <a:pt x="28612" y="6181"/>
                  </a:lnTo>
                  <a:lnTo>
                    <a:pt x="31508" y="4271"/>
                  </a:lnTo>
                  <a:lnTo>
                    <a:pt x="30692" y="7182"/>
                  </a:lnTo>
                  <a:lnTo>
                    <a:pt x="32197" y="11223"/>
                  </a:lnTo>
                  <a:lnTo>
                    <a:pt x="35002" y="11934"/>
                  </a:lnTo>
                  <a:lnTo>
                    <a:pt x="35898" y="13671"/>
                  </a:lnTo>
                  <a:lnTo>
                    <a:pt x="31617" y="18720"/>
                  </a:lnTo>
                  <a:lnTo>
                    <a:pt x="31193" y="15965"/>
                  </a:lnTo>
                  <a:lnTo>
                    <a:pt x="29836" y="16065"/>
                  </a:lnTo>
                  <a:lnTo>
                    <a:pt x="30827" y="21187"/>
                  </a:lnTo>
                  <a:lnTo>
                    <a:pt x="33357" y="22868"/>
                  </a:lnTo>
                  <a:lnTo>
                    <a:pt x="36995" y="27060"/>
                  </a:lnTo>
                  <a:lnTo>
                    <a:pt x="34864" y="27989"/>
                  </a:lnTo>
                  <a:lnTo>
                    <a:pt x="29732" y="32663"/>
                  </a:lnTo>
                  <a:lnTo>
                    <a:pt x="24489" y="36066"/>
                  </a:lnTo>
                  <a:lnTo>
                    <a:pt x="23288" y="33762"/>
                  </a:lnTo>
                  <a:lnTo>
                    <a:pt x="23328" y="31966"/>
                  </a:lnTo>
                  <a:lnTo>
                    <a:pt x="26629" y="32115"/>
                  </a:lnTo>
                  <a:lnTo>
                    <a:pt x="25264" y="29013"/>
                  </a:lnTo>
                  <a:lnTo>
                    <a:pt x="21462" y="27316"/>
                  </a:lnTo>
                  <a:lnTo>
                    <a:pt x="18614" y="27268"/>
                  </a:lnTo>
                  <a:lnTo>
                    <a:pt x="18025" y="31774"/>
                  </a:lnTo>
                  <a:lnTo>
                    <a:pt x="7848" y="28548"/>
                  </a:lnTo>
                  <a:lnTo>
                    <a:pt x="6048" y="29385"/>
                  </a:lnTo>
                  <a:lnTo>
                    <a:pt x="2703" y="29334"/>
                  </a:lnTo>
                  <a:lnTo>
                    <a:pt x="580" y="29345"/>
                  </a:lnTo>
                  <a:lnTo>
                    <a:pt x="2594" y="25157"/>
                  </a:lnTo>
                  <a:lnTo>
                    <a:pt x="5669" y="22904"/>
                  </a:lnTo>
                  <a:lnTo>
                    <a:pt x="4900" y="21455"/>
                  </a:lnTo>
                  <a:lnTo>
                    <a:pt x="1655" y="21192"/>
                  </a:lnTo>
                  <a:lnTo>
                    <a:pt x="0" y="14261"/>
                  </a:lnTo>
                  <a:lnTo>
                    <a:pt x="2372" y="10489"/>
                  </a:lnTo>
                  <a:lnTo>
                    <a:pt x="3666" y="3428"/>
                  </a:lnTo>
                  <a:lnTo>
                    <a:pt x="4216" y="1223"/>
                  </a:lnTo>
                  <a:lnTo>
                    <a:pt x="902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h3488"/>
            <p:cNvSpPr/>
            <p:nvPr/>
          </p:nvSpPr>
          <p:spPr>
            <a:xfrm>
              <a:off x="8035503" y="3411326"/>
              <a:ext cx="22999" cy="18767"/>
            </a:xfrm>
            <a:custGeom>
              <a:avLst/>
              <a:pathLst>
                <a:path w="22999" h="18767">
                  <a:moveTo>
                    <a:pt x="13913" y="1669"/>
                  </a:moveTo>
                  <a:lnTo>
                    <a:pt x="12475" y="4122"/>
                  </a:lnTo>
                  <a:lnTo>
                    <a:pt x="15695" y="4943"/>
                  </a:lnTo>
                  <a:lnTo>
                    <a:pt x="18045" y="347"/>
                  </a:lnTo>
                  <a:lnTo>
                    <a:pt x="19611" y="4679"/>
                  </a:lnTo>
                  <a:lnTo>
                    <a:pt x="19774" y="6771"/>
                  </a:lnTo>
                  <a:lnTo>
                    <a:pt x="21741" y="9816"/>
                  </a:lnTo>
                  <a:lnTo>
                    <a:pt x="22999" y="13943"/>
                  </a:lnTo>
                  <a:lnTo>
                    <a:pt x="21478" y="15607"/>
                  </a:lnTo>
                  <a:lnTo>
                    <a:pt x="18210" y="17506"/>
                  </a:lnTo>
                  <a:lnTo>
                    <a:pt x="17579" y="13669"/>
                  </a:lnTo>
                  <a:lnTo>
                    <a:pt x="9512" y="12717"/>
                  </a:lnTo>
                  <a:lnTo>
                    <a:pt x="2699" y="18767"/>
                  </a:lnTo>
                  <a:lnTo>
                    <a:pt x="0" y="16144"/>
                  </a:lnTo>
                  <a:lnTo>
                    <a:pt x="1382" y="14064"/>
                  </a:lnTo>
                  <a:lnTo>
                    <a:pt x="3836" y="14754"/>
                  </a:lnTo>
                  <a:lnTo>
                    <a:pt x="4781" y="10458"/>
                  </a:lnTo>
                  <a:lnTo>
                    <a:pt x="3942" y="5405"/>
                  </a:lnTo>
                  <a:lnTo>
                    <a:pt x="577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h3489"/>
            <p:cNvSpPr/>
            <p:nvPr/>
          </p:nvSpPr>
          <p:spPr>
            <a:xfrm>
              <a:off x="7984751" y="3388770"/>
              <a:ext cx="23743" cy="17498"/>
            </a:xfrm>
            <a:custGeom>
              <a:avLst/>
              <a:pathLst>
                <a:path w="23743" h="17498">
                  <a:moveTo>
                    <a:pt x="22544" y="1561"/>
                  </a:moveTo>
                  <a:lnTo>
                    <a:pt x="23743" y="2643"/>
                  </a:lnTo>
                  <a:lnTo>
                    <a:pt x="23134" y="3933"/>
                  </a:lnTo>
                  <a:lnTo>
                    <a:pt x="19309" y="7080"/>
                  </a:lnTo>
                  <a:lnTo>
                    <a:pt x="20919" y="11476"/>
                  </a:lnTo>
                  <a:lnTo>
                    <a:pt x="20808" y="15212"/>
                  </a:lnTo>
                  <a:lnTo>
                    <a:pt x="19818" y="17498"/>
                  </a:lnTo>
                  <a:lnTo>
                    <a:pt x="16369" y="14621"/>
                  </a:lnTo>
                  <a:lnTo>
                    <a:pt x="12974" y="13402"/>
                  </a:lnTo>
                  <a:lnTo>
                    <a:pt x="8296" y="12966"/>
                  </a:lnTo>
                  <a:lnTo>
                    <a:pt x="6356" y="14516"/>
                  </a:lnTo>
                  <a:lnTo>
                    <a:pt x="4237" y="16442"/>
                  </a:lnTo>
                  <a:lnTo>
                    <a:pt x="1086" y="15678"/>
                  </a:lnTo>
                  <a:lnTo>
                    <a:pt x="1592" y="12965"/>
                  </a:lnTo>
                  <a:lnTo>
                    <a:pt x="2872" y="9611"/>
                  </a:lnTo>
                  <a:lnTo>
                    <a:pt x="0" y="5692"/>
                  </a:lnTo>
                  <a:lnTo>
                    <a:pt x="4478" y="1249"/>
                  </a:lnTo>
                  <a:lnTo>
                    <a:pt x="7303" y="980"/>
                  </a:lnTo>
                  <a:lnTo>
                    <a:pt x="1125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h3490"/>
            <p:cNvSpPr/>
            <p:nvPr/>
          </p:nvSpPr>
          <p:spPr>
            <a:xfrm>
              <a:off x="8024669" y="3621399"/>
              <a:ext cx="37606" cy="31467"/>
            </a:xfrm>
            <a:custGeom>
              <a:avLst/>
              <a:pathLst>
                <a:path w="37606" h="31467">
                  <a:moveTo>
                    <a:pt x="15143" y="1026"/>
                  </a:moveTo>
                  <a:lnTo>
                    <a:pt x="14596" y="5863"/>
                  </a:lnTo>
                  <a:lnTo>
                    <a:pt x="17710" y="5893"/>
                  </a:lnTo>
                  <a:lnTo>
                    <a:pt x="23336" y="3967"/>
                  </a:lnTo>
                  <a:lnTo>
                    <a:pt x="27065" y="8186"/>
                  </a:lnTo>
                  <a:lnTo>
                    <a:pt x="30937" y="4325"/>
                  </a:lnTo>
                  <a:lnTo>
                    <a:pt x="31703" y="5084"/>
                  </a:lnTo>
                  <a:lnTo>
                    <a:pt x="33784" y="8948"/>
                  </a:lnTo>
                  <a:lnTo>
                    <a:pt x="37606" y="10784"/>
                  </a:lnTo>
                  <a:lnTo>
                    <a:pt x="37357" y="23608"/>
                  </a:lnTo>
                  <a:lnTo>
                    <a:pt x="32270" y="30579"/>
                  </a:lnTo>
                  <a:lnTo>
                    <a:pt x="30242" y="31467"/>
                  </a:lnTo>
                  <a:lnTo>
                    <a:pt x="28800" y="31247"/>
                  </a:lnTo>
                  <a:lnTo>
                    <a:pt x="0" y="4552"/>
                  </a:lnTo>
                  <a:lnTo>
                    <a:pt x="1374" y="4820"/>
                  </a:lnTo>
                  <a:lnTo>
                    <a:pt x="3267" y="6637"/>
                  </a:lnTo>
                  <a:lnTo>
                    <a:pt x="9496" y="6791"/>
                  </a:lnTo>
                  <a:lnTo>
                    <a:pt x="1466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h3491"/>
            <p:cNvSpPr/>
            <p:nvPr/>
          </p:nvSpPr>
          <p:spPr>
            <a:xfrm>
              <a:off x="7996814" y="3298962"/>
              <a:ext cx="28914" cy="33467"/>
            </a:xfrm>
            <a:custGeom>
              <a:avLst/>
              <a:pathLst>
                <a:path w="28914" h="33467">
                  <a:moveTo>
                    <a:pt x="8789" y="1512"/>
                  </a:moveTo>
                  <a:lnTo>
                    <a:pt x="10198" y="2546"/>
                  </a:lnTo>
                  <a:lnTo>
                    <a:pt x="12458" y="1056"/>
                  </a:lnTo>
                  <a:lnTo>
                    <a:pt x="16551" y="5208"/>
                  </a:lnTo>
                  <a:lnTo>
                    <a:pt x="18632" y="11880"/>
                  </a:lnTo>
                  <a:lnTo>
                    <a:pt x="16905" y="12301"/>
                  </a:lnTo>
                  <a:lnTo>
                    <a:pt x="15747" y="13845"/>
                  </a:lnTo>
                  <a:lnTo>
                    <a:pt x="19632" y="18561"/>
                  </a:lnTo>
                  <a:lnTo>
                    <a:pt x="22961" y="20277"/>
                  </a:lnTo>
                  <a:lnTo>
                    <a:pt x="25206" y="20440"/>
                  </a:lnTo>
                  <a:lnTo>
                    <a:pt x="28726" y="22905"/>
                  </a:lnTo>
                  <a:lnTo>
                    <a:pt x="28914" y="29469"/>
                  </a:lnTo>
                  <a:lnTo>
                    <a:pt x="27187" y="33467"/>
                  </a:lnTo>
                  <a:lnTo>
                    <a:pt x="19618" y="32502"/>
                  </a:lnTo>
                  <a:lnTo>
                    <a:pt x="18777" y="27550"/>
                  </a:lnTo>
                  <a:lnTo>
                    <a:pt x="16911" y="25474"/>
                  </a:lnTo>
                  <a:lnTo>
                    <a:pt x="15454" y="25831"/>
                  </a:lnTo>
                  <a:lnTo>
                    <a:pt x="9849" y="19066"/>
                  </a:lnTo>
                  <a:lnTo>
                    <a:pt x="6152" y="16095"/>
                  </a:lnTo>
                  <a:lnTo>
                    <a:pt x="1507" y="14669"/>
                  </a:lnTo>
                  <a:lnTo>
                    <a:pt x="0" y="14940"/>
                  </a:lnTo>
                  <a:lnTo>
                    <a:pt x="6818" y="9482"/>
                  </a:lnTo>
                  <a:lnTo>
                    <a:pt x="7860" y="4034"/>
                  </a:lnTo>
                  <a:lnTo>
                    <a:pt x="756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h3492"/>
            <p:cNvSpPr/>
            <p:nvPr/>
          </p:nvSpPr>
          <p:spPr>
            <a:xfrm>
              <a:off x="7991272" y="3330426"/>
              <a:ext cx="44382" cy="19155"/>
            </a:xfrm>
            <a:custGeom>
              <a:avLst/>
              <a:pathLst>
                <a:path w="44382" h="19155">
                  <a:moveTo>
                    <a:pt x="102" y="0"/>
                  </a:moveTo>
                  <a:lnTo>
                    <a:pt x="7633" y="4218"/>
                  </a:lnTo>
                  <a:lnTo>
                    <a:pt x="8331" y="7243"/>
                  </a:lnTo>
                  <a:lnTo>
                    <a:pt x="18261" y="10066"/>
                  </a:lnTo>
                  <a:lnTo>
                    <a:pt x="21509" y="8188"/>
                  </a:lnTo>
                  <a:lnTo>
                    <a:pt x="24145" y="5082"/>
                  </a:lnTo>
                  <a:lnTo>
                    <a:pt x="25160" y="1039"/>
                  </a:lnTo>
                  <a:lnTo>
                    <a:pt x="32729" y="2004"/>
                  </a:lnTo>
                  <a:lnTo>
                    <a:pt x="38641" y="3533"/>
                  </a:lnTo>
                  <a:lnTo>
                    <a:pt x="40102" y="4767"/>
                  </a:lnTo>
                  <a:lnTo>
                    <a:pt x="44382" y="4866"/>
                  </a:lnTo>
                  <a:lnTo>
                    <a:pt x="44022" y="9169"/>
                  </a:lnTo>
                  <a:lnTo>
                    <a:pt x="37490" y="10287"/>
                  </a:lnTo>
                  <a:lnTo>
                    <a:pt x="38299" y="11675"/>
                  </a:lnTo>
                  <a:lnTo>
                    <a:pt x="38096" y="12981"/>
                  </a:lnTo>
                  <a:lnTo>
                    <a:pt x="35768" y="18221"/>
                  </a:lnTo>
                  <a:lnTo>
                    <a:pt x="33900" y="17098"/>
                  </a:lnTo>
                  <a:lnTo>
                    <a:pt x="33346" y="15188"/>
                  </a:lnTo>
                  <a:lnTo>
                    <a:pt x="33695" y="14037"/>
                  </a:lnTo>
                  <a:lnTo>
                    <a:pt x="34857" y="13420"/>
                  </a:lnTo>
                  <a:lnTo>
                    <a:pt x="34410" y="10019"/>
                  </a:lnTo>
                  <a:lnTo>
                    <a:pt x="32813" y="9979"/>
                  </a:lnTo>
                  <a:lnTo>
                    <a:pt x="29583" y="14718"/>
                  </a:lnTo>
                  <a:lnTo>
                    <a:pt x="26322" y="14031"/>
                  </a:lnTo>
                  <a:lnTo>
                    <a:pt x="23283" y="17534"/>
                  </a:lnTo>
                  <a:lnTo>
                    <a:pt x="19183" y="19155"/>
                  </a:lnTo>
                  <a:lnTo>
                    <a:pt x="12266" y="17407"/>
                  </a:lnTo>
                  <a:lnTo>
                    <a:pt x="6278" y="17479"/>
                  </a:lnTo>
                  <a:lnTo>
                    <a:pt x="4483" y="16783"/>
                  </a:lnTo>
                  <a:lnTo>
                    <a:pt x="2330" y="13940"/>
                  </a:lnTo>
                  <a:lnTo>
                    <a:pt x="4623" y="12649"/>
                  </a:lnTo>
                  <a:lnTo>
                    <a:pt x="627" y="11709"/>
                  </a:lnTo>
                  <a:lnTo>
                    <a:pt x="0" y="6945"/>
                  </a:lnTo>
                  <a:lnTo>
                    <a:pt x="2816" y="6006"/>
                  </a:lnTo>
                  <a:lnTo>
                    <a:pt x="1211" y="561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h3493"/>
            <p:cNvSpPr/>
            <p:nvPr/>
          </p:nvSpPr>
          <p:spPr>
            <a:xfrm>
              <a:off x="7949930" y="3368230"/>
              <a:ext cx="14886" cy="14964"/>
            </a:xfrm>
            <a:custGeom>
              <a:avLst/>
              <a:pathLst>
                <a:path w="14886" h="14964">
                  <a:moveTo>
                    <a:pt x="6284" y="53"/>
                  </a:moveTo>
                  <a:lnTo>
                    <a:pt x="7538" y="2172"/>
                  </a:lnTo>
                  <a:lnTo>
                    <a:pt x="8483" y="1595"/>
                  </a:lnTo>
                  <a:lnTo>
                    <a:pt x="14128" y="7800"/>
                  </a:lnTo>
                  <a:lnTo>
                    <a:pt x="12378" y="6009"/>
                  </a:lnTo>
                  <a:lnTo>
                    <a:pt x="9611" y="5746"/>
                  </a:lnTo>
                  <a:lnTo>
                    <a:pt x="9437" y="7577"/>
                  </a:lnTo>
                  <a:lnTo>
                    <a:pt x="10244" y="9197"/>
                  </a:lnTo>
                  <a:lnTo>
                    <a:pt x="14886" y="10558"/>
                  </a:lnTo>
                  <a:lnTo>
                    <a:pt x="12912" y="14173"/>
                  </a:lnTo>
                  <a:lnTo>
                    <a:pt x="7452" y="14964"/>
                  </a:lnTo>
                  <a:lnTo>
                    <a:pt x="3880" y="14670"/>
                  </a:lnTo>
                  <a:lnTo>
                    <a:pt x="1752" y="7967"/>
                  </a:lnTo>
                  <a:lnTo>
                    <a:pt x="0" y="5238"/>
                  </a:lnTo>
                  <a:lnTo>
                    <a:pt x="1305" y="3096"/>
                  </a:lnTo>
                  <a:lnTo>
                    <a:pt x="1293" y="5670"/>
                  </a:lnTo>
                  <a:lnTo>
                    <a:pt x="3766" y="2776"/>
                  </a:lnTo>
                  <a:lnTo>
                    <a:pt x="498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h3494"/>
            <p:cNvSpPr/>
            <p:nvPr/>
          </p:nvSpPr>
          <p:spPr>
            <a:xfrm>
              <a:off x="7991108" y="3401736"/>
              <a:ext cx="27356" cy="12802"/>
            </a:xfrm>
            <a:custGeom>
              <a:avLst/>
              <a:pathLst>
                <a:path w="27356" h="12802">
                  <a:moveTo>
                    <a:pt x="1939" y="0"/>
                  </a:moveTo>
                  <a:lnTo>
                    <a:pt x="6617" y="435"/>
                  </a:lnTo>
                  <a:lnTo>
                    <a:pt x="10012" y="1654"/>
                  </a:lnTo>
                  <a:lnTo>
                    <a:pt x="13461" y="4532"/>
                  </a:lnTo>
                  <a:lnTo>
                    <a:pt x="14452" y="2245"/>
                  </a:lnTo>
                  <a:lnTo>
                    <a:pt x="14815" y="4333"/>
                  </a:lnTo>
                  <a:lnTo>
                    <a:pt x="21381" y="8556"/>
                  </a:lnTo>
                  <a:lnTo>
                    <a:pt x="23358" y="10809"/>
                  </a:lnTo>
                  <a:lnTo>
                    <a:pt x="27356" y="12212"/>
                  </a:lnTo>
                  <a:lnTo>
                    <a:pt x="19648" y="12802"/>
                  </a:lnTo>
                  <a:lnTo>
                    <a:pt x="12223" y="12197"/>
                  </a:lnTo>
                  <a:lnTo>
                    <a:pt x="11807" y="10675"/>
                  </a:lnTo>
                  <a:lnTo>
                    <a:pt x="9128" y="11707"/>
                  </a:lnTo>
                  <a:lnTo>
                    <a:pt x="5444" y="3539"/>
                  </a:lnTo>
                  <a:lnTo>
                    <a:pt x="0" y="154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h3495"/>
            <p:cNvSpPr/>
            <p:nvPr/>
          </p:nvSpPr>
          <p:spPr>
            <a:xfrm>
              <a:off x="7963657" y="3535479"/>
              <a:ext cx="57221" cy="58523"/>
            </a:xfrm>
            <a:custGeom>
              <a:avLst/>
              <a:pathLst>
                <a:path w="57221" h="58523">
                  <a:moveTo>
                    <a:pt x="35445" y="256"/>
                  </a:moveTo>
                  <a:lnTo>
                    <a:pt x="44278" y="4378"/>
                  </a:lnTo>
                  <a:lnTo>
                    <a:pt x="44288" y="6548"/>
                  </a:lnTo>
                  <a:lnTo>
                    <a:pt x="47514" y="6151"/>
                  </a:lnTo>
                  <a:lnTo>
                    <a:pt x="52566" y="7741"/>
                  </a:lnTo>
                  <a:lnTo>
                    <a:pt x="56973" y="6052"/>
                  </a:lnTo>
                  <a:lnTo>
                    <a:pt x="57221" y="6491"/>
                  </a:lnTo>
                  <a:lnTo>
                    <a:pt x="56013" y="6907"/>
                  </a:lnTo>
                  <a:lnTo>
                    <a:pt x="53695" y="18806"/>
                  </a:lnTo>
                  <a:lnTo>
                    <a:pt x="53465" y="21423"/>
                  </a:lnTo>
                  <a:lnTo>
                    <a:pt x="54595" y="23382"/>
                  </a:lnTo>
                  <a:lnTo>
                    <a:pt x="46465" y="27203"/>
                  </a:lnTo>
                  <a:lnTo>
                    <a:pt x="44489" y="32471"/>
                  </a:lnTo>
                  <a:lnTo>
                    <a:pt x="44740" y="33431"/>
                  </a:lnTo>
                  <a:lnTo>
                    <a:pt x="44723" y="34919"/>
                  </a:lnTo>
                  <a:lnTo>
                    <a:pt x="43450" y="36476"/>
                  </a:lnTo>
                  <a:lnTo>
                    <a:pt x="40922" y="36783"/>
                  </a:lnTo>
                  <a:lnTo>
                    <a:pt x="40648" y="42341"/>
                  </a:lnTo>
                  <a:lnTo>
                    <a:pt x="37021" y="45770"/>
                  </a:lnTo>
                  <a:lnTo>
                    <a:pt x="35775" y="51164"/>
                  </a:lnTo>
                  <a:lnTo>
                    <a:pt x="29723" y="57836"/>
                  </a:lnTo>
                  <a:lnTo>
                    <a:pt x="27008" y="56397"/>
                  </a:lnTo>
                  <a:lnTo>
                    <a:pt x="26134" y="58523"/>
                  </a:lnTo>
                  <a:lnTo>
                    <a:pt x="0" y="36593"/>
                  </a:lnTo>
                  <a:lnTo>
                    <a:pt x="7672" y="30671"/>
                  </a:lnTo>
                  <a:lnTo>
                    <a:pt x="2839" y="29418"/>
                  </a:lnTo>
                  <a:lnTo>
                    <a:pt x="1201" y="26322"/>
                  </a:lnTo>
                  <a:lnTo>
                    <a:pt x="6613" y="22263"/>
                  </a:lnTo>
                  <a:lnTo>
                    <a:pt x="13988" y="25479"/>
                  </a:lnTo>
                  <a:lnTo>
                    <a:pt x="19019" y="21967"/>
                  </a:lnTo>
                  <a:lnTo>
                    <a:pt x="18797" y="11623"/>
                  </a:lnTo>
                  <a:lnTo>
                    <a:pt x="22960" y="10554"/>
                  </a:lnTo>
                  <a:lnTo>
                    <a:pt x="23477" y="8534"/>
                  </a:lnTo>
                  <a:lnTo>
                    <a:pt x="23062" y="4808"/>
                  </a:lnTo>
                  <a:lnTo>
                    <a:pt x="34234" y="4886"/>
                  </a:lnTo>
                  <a:lnTo>
                    <a:pt x="2923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h3496"/>
            <p:cNvSpPr/>
            <p:nvPr/>
          </p:nvSpPr>
          <p:spPr>
            <a:xfrm>
              <a:off x="8063588" y="3557001"/>
              <a:ext cx="17326" cy="10279"/>
            </a:xfrm>
            <a:custGeom>
              <a:avLst/>
              <a:pathLst>
                <a:path w="17326" h="10279">
                  <a:moveTo>
                    <a:pt x="16930" y="732"/>
                  </a:moveTo>
                  <a:lnTo>
                    <a:pt x="17326" y="1326"/>
                  </a:lnTo>
                  <a:lnTo>
                    <a:pt x="16425" y="8368"/>
                  </a:lnTo>
                  <a:lnTo>
                    <a:pt x="13529" y="10279"/>
                  </a:lnTo>
                  <a:lnTo>
                    <a:pt x="7177" y="8007"/>
                  </a:lnTo>
                  <a:lnTo>
                    <a:pt x="3904" y="8044"/>
                  </a:lnTo>
                  <a:lnTo>
                    <a:pt x="0" y="6311"/>
                  </a:lnTo>
                  <a:lnTo>
                    <a:pt x="4130" y="1236"/>
                  </a:lnTo>
                  <a:lnTo>
                    <a:pt x="8094" y="402"/>
                  </a:lnTo>
                  <a:lnTo>
                    <a:pt x="9450" y="1454"/>
                  </a:lnTo>
                  <a:lnTo>
                    <a:pt x="1118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h3497"/>
            <p:cNvSpPr/>
            <p:nvPr/>
          </p:nvSpPr>
          <p:spPr>
            <a:xfrm>
              <a:off x="8035161" y="3355468"/>
              <a:ext cx="18851" cy="20676"/>
            </a:xfrm>
            <a:custGeom>
              <a:avLst/>
              <a:pathLst>
                <a:path w="18851" h="20676">
                  <a:moveTo>
                    <a:pt x="11724" y="1033"/>
                  </a:moveTo>
                  <a:lnTo>
                    <a:pt x="13958" y="2272"/>
                  </a:lnTo>
                  <a:lnTo>
                    <a:pt x="14776" y="5281"/>
                  </a:lnTo>
                  <a:lnTo>
                    <a:pt x="13614" y="5655"/>
                  </a:lnTo>
                  <a:lnTo>
                    <a:pt x="13720" y="6775"/>
                  </a:lnTo>
                  <a:lnTo>
                    <a:pt x="17449" y="7206"/>
                  </a:lnTo>
                  <a:lnTo>
                    <a:pt x="18851" y="7176"/>
                  </a:lnTo>
                  <a:lnTo>
                    <a:pt x="18522" y="8592"/>
                  </a:lnTo>
                  <a:lnTo>
                    <a:pt x="15296" y="9638"/>
                  </a:lnTo>
                  <a:lnTo>
                    <a:pt x="13975" y="13903"/>
                  </a:lnTo>
                  <a:lnTo>
                    <a:pt x="15953" y="14261"/>
                  </a:lnTo>
                  <a:lnTo>
                    <a:pt x="15798" y="15726"/>
                  </a:lnTo>
                  <a:lnTo>
                    <a:pt x="13036" y="20051"/>
                  </a:lnTo>
                  <a:lnTo>
                    <a:pt x="9997" y="20676"/>
                  </a:lnTo>
                  <a:lnTo>
                    <a:pt x="5544" y="20125"/>
                  </a:lnTo>
                  <a:lnTo>
                    <a:pt x="2418" y="18842"/>
                  </a:lnTo>
                  <a:lnTo>
                    <a:pt x="3936" y="16620"/>
                  </a:lnTo>
                  <a:lnTo>
                    <a:pt x="2411" y="14952"/>
                  </a:lnTo>
                  <a:lnTo>
                    <a:pt x="2770" y="10959"/>
                  </a:lnTo>
                  <a:lnTo>
                    <a:pt x="712" y="8807"/>
                  </a:lnTo>
                  <a:lnTo>
                    <a:pt x="0" y="6653"/>
                  </a:lnTo>
                  <a:lnTo>
                    <a:pt x="2321" y="3520"/>
                  </a:lnTo>
                  <a:lnTo>
                    <a:pt x="593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h3498"/>
            <p:cNvSpPr/>
            <p:nvPr/>
          </p:nvSpPr>
          <p:spPr>
            <a:xfrm>
              <a:off x="8103996" y="3255590"/>
              <a:ext cx="29652" cy="33167"/>
            </a:xfrm>
            <a:custGeom>
              <a:avLst/>
              <a:pathLst>
                <a:path w="29652" h="33167">
                  <a:moveTo>
                    <a:pt x="21015" y="4991"/>
                  </a:moveTo>
                  <a:lnTo>
                    <a:pt x="26000" y="5798"/>
                  </a:lnTo>
                  <a:lnTo>
                    <a:pt x="25358" y="8124"/>
                  </a:lnTo>
                  <a:lnTo>
                    <a:pt x="27614" y="16231"/>
                  </a:lnTo>
                  <a:lnTo>
                    <a:pt x="28901" y="18077"/>
                  </a:lnTo>
                  <a:lnTo>
                    <a:pt x="29652" y="23723"/>
                  </a:lnTo>
                  <a:lnTo>
                    <a:pt x="28049" y="29220"/>
                  </a:lnTo>
                  <a:lnTo>
                    <a:pt x="24510" y="33167"/>
                  </a:lnTo>
                  <a:lnTo>
                    <a:pt x="24443" y="31379"/>
                  </a:lnTo>
                  <a:lnTo>
                    <a:pt x="15342" y="25866"/>
                  </a:lnTo>
                  <a:lnTo>
                    <a:pt x="7136" y="26022"/>
                  </a:lnTo>
                  <a:lnTo>
                    <a:pt x="0" y="24258"/>
                  </a:lnTo>
                  <a:lnTo>
                    <a:pt x="2188" y="22847"/>
                  </a:lnTo>
                  <a:lnTo>
                    <a:pt x="2630" y="21185"/>
                  </a:lnTo>
                  <a:lnTo>
                    <a:pt x="663" y="14618"/>
                  </a:lnTo>
                  <a:lnTo>
                    <a:pt x="144" y="9779"/>
                  </a:lnTo>
                  <a:lnTo>
                    <a:pt x="896" y="5544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h3499"/>
            <p:cNvSpPr/>
            <p:nvPr/>
          </p:nvSpPr>
          <p:spPr>
            <a:xfrm>
              <a:off x="8003000" y="3344458"/>
              <a:ext cx="21008" cy="20504"/>
            </a:xfrm>
            <a:custGeom>
              <a:avLst/>
              <a:pathLst>
                <a:path w="21008" h="20504">
                  <a:moveTo>
                    <a:pt x="17854" y="686"/>
                  </a:moveTo>
                  <a:lnTo>
                    <a:pt x="20396" y="3945"/>
                  </a:lnTo>
                  <a:lnTo>
                    <a:pt x="19348" y="11812"/>
                  </a:lnTo>
                  <a:lnTo>
                    <a:pt x="21008" y="17324"/>
                  </a:lnTo>
                  <a:lnTo>
                    <a:pt x="19089" y="19143"/>
                  </a:lnTo>
                  <a:lnTo>
                    <a:pt x="14247" y="20504"/>
                  </a:lnTo>
                  <a:lnTo>
                    <a:pt x="7065" y="19406"/>
                  </a:lnTo>
                  <a:lnTo>
                    <a:pt x="7226" y="17021"/>
                  </a:lnTo>
                  <a:lnTo>
                    <a:pt x="3795" y="16133"/>
                  </a:lnTo>
                  <a:lnTo>
                    <a:pt x="162" y="17173"/>
                  </a:lnTo>
                  <a:lnTo>
                    <a:pt x="0" y="17162"/>
                  </a:lnTo>
                  <a:lnTo>
                    <a:pt x="237" y="15193"/>
                  </a:lnTo>
                  <a:lnTo>
                    <a:pt x="7454" y="5123"/>
                  </a:lnTo>
                  <a:lnTo>
                    <a:pt x="11555" y="3502"/>
                  </a:lnTo>
                  <a:lnTo>
                    <a:pt x="1459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h3500"/>
            <p:cNvSpPr/>
            <p:nvPr/>
          </p:nvSpPr>
          <p:spPr>
            <a:xfrm>
              <a:off x="8078341" y="3558327"/>
              <a:ext cx="12669" cy="25639"/>
            </a:xfrm>
            <a:custGeom>
              <a:avLst/>
              <a:pathLst>
                <a:path w="12669" h="25639">
                  <a:moveTo>
                    <a:pt x="8000" y="415"/>
                  </a:moveTo>
                  <a:lnTo>
                    <a:pt x="9564" y="3399"/>
                  </a:lnTo>
                  <a:lnTo>
                    <a:pt x="12669" y="6631"/>
                  </a:lnTo>
                  <a:lnTo>
                    <a:pt x="3521" y="25639"/>
                  </a:lnTo>
                  <a:lnTo>
                    <a:pt x="990" y="23958"/>
                  </a:lnTo>
                  <a:lnTo>
                    <a:pt x="0" y="18836"/>
                  </a:lnTo>
                  <a:lnTo>
                    <a:pt x="1356" y="18736"/>
                  </a:lnTo>
                  <a:lnTo>
                    <a:pt x="1780" y="21491"/>
                  </a:lnTo>
                  <a:lnTo>
                    <a:pt x="6061" y="16442"/>
                  </a:lnTo>
                  <a:lnTo>
                    <a:pt x="5165" y="14705"/>
                  </a:lnTo>
                  <a:lnTo>
                    <a:pt x="2360" y="13994"/>
                  </a:lnTo>
                  <a:lnTo>
                    <a:pt x="855" y="9953"/>
                  </a:lnTo>
                  <a:lnTo>
                    <a:pt x="1672" y="7042"/>
                  </a:lnTo>
                  <a:lnTo>
                    <a:pt x="257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h3501"/>
            <p:cNvSpPr/>
            <p:nvPr/>
          </p:nvSpPr>
          <p:spPr>
            <a:xfrm>
              <a:off x="8042414" y="3528710"/>
              <a:ext cx="34184" cy="35816"/>
            </a:xfrm>
            <a:custGeom>
              <a:avLst/>
              <a:pathLst>
                <a:path w="34184" h="35816">
                  <a:moveTo>
                    <a:pt x="21580" y="3730"/>
                  </a:moveTo>
                  <a:lnTo>
                    <a:pt x="22746" y="6923"/>
                  </a:lnTo>
                  <a:lnTo>
                    <a:pt x="22189" y="13025"/>
                  </a:lnTo>
                  <a:lnTo>
                    <a:pt x="24630" y="16262"/>
                  </a:lnTo>
                  <a:lnTo>
                    <a:pt x="28461" y="17873"/>
                  </a:lnTo>
                  <a:lnTo>
                    <a:pt x="31569" y="16310"/>
                  </a:lnTo>
                  <a:lnTo>
                    <a:pt x="34184" y="23082"/>
                  </a:lnTo>
                  <a:lnTo>
                    <a:pt x="33942" y="25684"/>
                  </a:lnTo>
                  <a:lnTo>
                    <a:pt x="32356" y="28290"/>
                  </a:lnTo>
                  <a:lnTo>
                    <a:pt x="30623" y="29744"/>
                  </a:lnTo>
                  <a:lnTo>
                    <a:pt x="29268" y="28693"/>
                  </a:lnTo>
                  <a:lnTo>
                    <a:pt x="25303" y="29526"/>
                  </a:lnTo>
                  <a:lnTo>
                    <a:pt x="21173" y="34602"/>
                  </a:lnTo>
                  <a:lnTo>
                    <a:pt x="15115" y="32387"/>
                  </a:lnTo>
                  <a:lnTo>
                    <a:pt x="10306" y="33611"/>
                  </a:lnTo>
                  <a:lnTo>
                    <a:pt x="9756" y="35816"/>
                  </a:lnTo>
                  <a:lnTo>
                    <a:pt x="2732" y="34201"/>
                  </a:lnTo>
                  <a:lnTo>
                    <a:pt x="0" y="30099"/>
                  </a:lnTo>
                  <a:lnTo>
                    <a:pt x="3683" y="27394"/>
                  </a:lnTo>
                  <a:lnTo>
                    <a:pt x="5217" y="25244"/>
                  </a:lnTo>
                  <a:lnTo>
                    <a:pt x="12751" y="24050"/>
                  </a:lnTo>
                  <a:lnTo>
                    <a:pt x="15510" y="24941"/>
                  </a:lnTo>
                  <a:lnTo>
                    <a:pt x="17090" y="23179"/>
                  </a:lnTo>
                  <a:lnTo>
                    <a:pt x="17297" y="19636"/>
                  </a:lnTo>
                  <a:lnTo>
                    <a:pt x="14798" y="19198"/>
                  </a:lnTo>
                  <a:lnTo>
                    <a:pt x="9932" y="9483"/>
                  </a:lnTo>
                  <a:lnTo>
                    <a:pt x="9592" y="7462"/>
                  </a:lnTo>
                  <a:lnTo>
                    <a:pt x="10520" y="4672"/>
                  </a:lnTo>
                  <a:lnTo>
                    <a:pt x="12863" y="4115"/>
                  </a:lnTo>
                  <a:lnTo>
                    <a:pt x="13420" y="2604"/>
                  </a:lnTo>
                  <a:lnTo>
                    <a:pt x="11122" y="2337"/>
                  </a:lnTo>
                  <a:lnTo>
                    <a:pt x="7859" y="4756"/>
                  </a:lnTo>
                  <a:lnTo>
                    <a:pt x="9234" y="3071"/>
                  </a:lnTo>
                  <a:lnTo>
                    <a:pt x="9208" y="1404"/>
                  </a:lnTo>
                  <a:lnTo>
                    <a:pt x="1084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h3502"/>
            <p:cNvSpPr/>
            <p:nvPr/>
          </p:nvSpPr>
          <p:spPr>
            <a:xfrm>
              <a:off x="7985705" y="3360438"/>
              <a:ext cx="20503" cy="17920"/>
            </a:xfrm>
            <a:custGeom>
              <a:avLst/>
              <a:pathLst>
                <a:path w="20503" h="17920">
                  <a:moveTo>
                    <a:pt x="3540" y="0"/>
                  </a:moveTo>
                  <a:lnTo>
                    <a:pt x="7299" y="3977"/>
                  </a:lnTo>
                  <a:lnTo>
                    <a:pt x="8061" y="4078"/>
                  </a:lnTo>
                  <a:lnTo>
                    <a:pt x="8712" y="2362"/>
                  </a:lnTo>
                  <a:lnTo>
                    <a:pt x="11357" y="5342"/>
                  </a:lnTo>
                  <a:lnTo>
                    <a:pt x="13529" y="4854"/>
                  </a:lnTo>
                  <a:lnTo>
                    <a:pt x="14249" y="1213"/>
                  </a:lnTo>
                  <a:lnTo>
                    <a:pt x="15634" y="458"/>
                  </a:lnTo>
                  <a:lnTo>
                    <a:pt x="17295" y="1182"/>
                  </a:lnTo>
                  <a:lnTo>
                    <a:pt x="17458" y="1193"/>
                  </a:lnTo>
                  <a:lnTo>
                    <a:pt x="17591" y="1416"/>
                  </a:lnTo>
                  <a:lnTo>
                    <a:pt x="17172" y="2404"/>
                  </a:lnTo>
                  <a:lnTo>
                    <a:pt x="16925" y="1412"/>
                  </a:lnTo>
                  <a:lnTo>
                    <a:pt x="14074" y="3090"/>
                  </a:lnTo>
                  <a:lnTo>
                    <a:pt x="15568" y="4319"/>
                  </a:lnTo>
                  <a:lnTo>
                    <a:pt x="13675" y="5997"/>
                  </a:lnTo>
                  <a:lnTo>
                    <a:pt x="16543" y="10000"/>
                  </a:lnTo>
                  <a:lnTo>
                    <a:pt x="17485" y="11359"/>
                  </a:lnTo>
                  <a:lnTo>
                    <a:pt x="19973" y="11194"/>
                  </a:lnTo>
                  <a:lnTo>
                    <a:pt x="20503" y="12137"/>
                  </a:lnTo>
                  <a:lnTo>
                    <a:pt x="20008" y="14887"/>
                  </a:lnTo>
                  <a:lnTo>
                    <a:pt x="18900" y="15863"/>
                  </a:lnTo>
                  <a:lnTo>
                    <a:pt x="12964" y="17920"/>
                  </a:lnTo>
                  <a:lnTo>
                    <a:pt x="10135" y="17159"/>
                  </a:lnTo>
                  <a:lnTo>
                    <a:pt x="4972" y="13565"/>
                  </a:lnTo>
                  <a:lnTo>
                    <a:pt x="0" y="9122"/>
                  </a:lnTo>
                  <a:lnTo>
                    <a:pt x="1457" y="4987"/>
                  </a:lnTo>
                  <a:lnTo>
                    <a:pt x="112" y="3327"/>
                  </a:lnTo>
                  <a:lnTo>
                    <a:pt x="1245" y="9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h3503"/>
            <p:cNvSpPr/>
            <p:nvPr/>
          </p:nvSpPr>
          <p:spPr>
            <a:xfrm>
              <a:off x="8042312" y="3242214"/>
              <a:ext cx="142919" cy="95861"/>
            </a:xfrm>
            <a:custGeom>
              <a:avLst/>
              <a:pathLst>
                <a:path w="142919" h="95861">
                  <a:moveTo>
                    <a:pt x="55439" y="0"/>
                  </a:moveTo>
                  <a:lnTo>
                    <a:pt x="61931" y="1320"/>
                  </a:lnTo>
                  <a:lnTo>
                    <a:pt x="64473" y="2861"/>
                  </a:lnTo>
                  <a:lnTo>
                    <a:pt x="65784" y="4675"/>
                  </a:lnTo>
                  <a:lnTo>
                    <a:pt x="69669" y="3155"/>
                  </a:lnTo>
                  <a:lnTo>
                    <a:pt x="70638" y="5817"/>
                  </a:lnTo>
                  <a:lnTo>
                    <a:pt x="69996" y="11231"/>
                  </a:lnTo>
                  <a:lnTo>
                    <a:pt x="66966" y="10943"/>
                  </a:lnTo>
                  <a:lnTo>
                    <a:pt x="64982" y="12687"/>
                  </a:lnTo>
                  <a:lnTo>
                    <a:pt x="66226" y="13376"/>
                  </a:lnTo>
                  <a:lnTo>
                    <a:pt x="62579" y="18921"/>
                  </a:lnTo>
                  <a:lnTo>
                    <a:pt x="61827" y="23155"/>
                  </a:lnTo>
                  <a:lnTo>
                    <a:pt x="62346" y="27994"/>
                  </a:lnTo>
                  <a:lnTo>
                    <a:pt x="64314" y="34562"/>
                  </a:lnTo>
                  <a:lnTo>
                    <a:pt x="63871" y="36224"/>
                  </a:lnTo>
                  <a:lnTo>
                    <a:pt x="61683" y="37634"/>
                  </a:lnTo>
                  <a:lnTo>
                    <a:pt x="68819" y="39398"/>
                  </a:lnTo>
                  <a:lnTo>
                    <a:pt x="77025" y="39242"/>
                  </a:lnTo>
                  <a:lnTo>
                    <a:pt x="86126" y="44756"/>
                  </a:lnTo>
                  <a:lnTo>
                    <a:pt x="86193" y="46543"/>
                  </a:lnTo>
                  <a:lnTo>
                    <a:pt x="85162" y="45882"/>
                  </a:lnTo>
                  <a:lnTo>
                    <a:pt x="83924" y="46935"/>
                  </a:lnTo>
                  <a:lnTo>
                    <a:pt x="88169" y="49995"/>
                  </a:lnTo>
                  <a:lnTo>
                    <a:pt x="92211" y="51325"/>
                  </a:lnTo>
                  <a:lnTo>
                    <a:pt x="94358" y="50944"/>
                  </a:lnTo>
                  <a:lnTo>
                    <a:pt x="96170" y="52762"/>
                  </a:lnTo>
                  <a:lnTo>
                    <a:pt x="102389" y="54468"/>
                  </a:lnTo>
                  <a:lnTo>
                    <a:pt x="105089" y="53370"/>
                  </a:lnTo>
                  <a:lnTo>
                    <a:pt x="108626" y="55111"/>
                  </a:lnTo>
                  <a:lnTo>
                    <a:pt x="115520" y="56780"/>
                  </a:lnTo>
                  <a:lnTo>
                    <a:pt x="117604" y="55496"/>
                  </a:lnTo>
                  <a:lnTo>
                    <a:pt x="120157" y="56656"/>
                  </a:lnTo>
                  <a:lnTo>
                    <a:pt x="125327" y="64573"/>
                  </a:lnTo>
                  <a:lnTo>
                    <a:pt x="124603" y="66188"/>
                  </a:lnTo>
                  <a:lnTo>
                    <a:pt x="121715" y="65320"/>
                  </a:lnTo>
                  <a:lnTo>
                    <a:pt x="120178" y="66126"/>
                  </a:lnTo>
                  <a:lnTo>
                    <a:pt x="120136" y="69524"/>
                  </a:lnTo>
                  <a:lnTo>
                    <a:pt x="118845" y="73000"/>
                  </a:lnTo>
                  <a:lnTo>
                    <a:pt x="120538" y="77155"/>
                  </a:lnTo>
                  <a:lnTo>
                    <a:pt x="121883" y="78277"/>
                  </a:lnTo>
                  <a:lnTo>
                    <a:pt x="127279" y="78463"/>
                  </a:lnTo>
                  <a:lnTo>
                    <a:pt x="130188" y="80140"/>
                  </a:lnTo>
                  <a:lnTo>
                    <a:pt x="131269" y="81870"/>
                  </a:lnTo>
                  <a:lnTo>
                    <a:pt x="133252" y="81724"/>
                  </a:lnTo>
                  <a:lnTo>
                    <a:pt x="134051" y="80878"/>
                  </a:lnTo>
                  <a:lnTo>
                    <a:pt x="139807" y="80859"/>
                  </a:lnTo>
                  <a:lnTo>
                    <a:pt x="141495" y="81987"/>
                  </a:lnTo>
                  <a:lnTo>
                    <a:pt x="142006" y="83317"/>
                  </a:lnTo>
                  <a:lnTo>
                    <a:pt x="141014" y="85627"/>
                  </a:lnTo>
                  <a:lnTo>
                    <a:pt x="141196" y="87820"/>
                  </a:lnTo>
                  <a:lnTo>
                    <a:pt x="141831" y="89875"/>
                  </a:lnTo>
                  <a:lnTo>
                    <a:pt x="142919" y="90748"/>
                  </a:lnTo>
                  <a:lnTo>
                    <a:pt x="138051" y="95861"/>
                  </a:lnTo>
                  <a:lnTo>
                    <a:pt x="136953" y="93250"/>
                  </a:lnTo>
                  <a:lnTo>
                    <a:pt x="139352" y="90379"/>
                  </a:lnTo>
                  <a:lnTo>
                    <a:pt x="135007" y="88312"/>
                  </a:lnTo>
                  <a:lnTo>
                    <a:pt x="130853" y="87988"/>
                  </a:lnTo>
                  <a:lnTo>
                    <a:pt x="130294" y="92618"/>
                  </a:lnTo>
                  <a:lnTo>
                    <a:pt x="127341" y="95624"/>
                  </a:lnTo>
                  <a:lnTo>
                    <a:pt x="125039" y="94672"/>
                  </a:lnTo>
                  <a:lnTo>
                    <a:pt x="123280" y="90644"/>
                  </a:lnTo>
                  <a:lnTo>
                    <a:pt x="119762" y="86709"/>
                  </a:lnTo>
                  <a:lnTo>
                    <a:pt x="114900" y="84774"/>
                  </a:lnTo>
                  <a:lnTo>
                    <a:pt x="112453" y="89284"/>
                  </a:lnTo>
                  <a:lnTo>
                    <a:pt x="119726" y="92332"/>
                  </a:lnTo>
                  <a:lnTo>
                    <a:pt x="118481" y="95217"/>
                  </a:lnTo>
                  <a:lnTo>
                    <a:pt x="109424" y="90235"/>
                  </a:lnTo>
                  <a:lnTo>
                    <a:pt x="107687" y="91863"/>
                  </a:lnTo>
                  <a:lnTo>
                    <a:pt x="104808" y="90091"/>
                  </a:lnTo>
                  <a:lnTo>
                    <a:pt x="105548" y="85219"/>
                  </a:lnTo>
                  <a:lnTo>
                    <a:pt x="108717" y="81608"/>
                  </a:lnTo>
                  <a:lnTo>
                    <a:pt x="108330" y="79059"/>
                  </a:lnTo>
                  <a:lnTo>
                    <a:pt x="104338" y="77838"/>
                  </a:lnTo>
                  <a:lnTo>
                    <a:pt x="98733" y="77925"/>
                  </a:lnTo>
                  <a:lnTo>
                    <a:pt x="95564" y="78663"/>
                  </a:lnTo>
                  <a:lnTo>
                    <a:pt x="94958" y="80673"/>
                  </a:lnTo>
                  <a:lnTo>
                    <a:pt x="88819" y="76658"/>
                  </a:lnTo>
                  <a:lnTo>
                    <a:pt x="83749" y="80800"/>
                  </a:lnTo>
                  <a:lnTo>
                    <a:pt x="83664" y="79716"/>
                  </a:lnTo>
                  <a:lnTo>
                    <a:pt x="80589" y="76127"/>
                  </a:lnTo>
                  <a:lnTo>
                    <a:pt x="59442" y="77563"/>
                  </a:lnTo>
                  <a:lnTo>
                    <a:pt x="59737" y="76917"/>
                  </a:lnTo>
                  <a:lnTo>
                    <a:pt x="55099" y="76015"/>
                  </a:lnTo>
                  <a:lnTo>
                    <a:pt x="54948" y="77858"/>
                  </a:lnTo>
                  <a:lnTo>
                    <a:pt x="52914" y="79327"/>
                  </a:lnTo>
                  <a:lnTo>
                    <a:pt x="50693" y="80393"/>
                  </a:lnTo>
                  <a:lnTo>
                    <a:pt x="47728" y="79975"/>
                  </a:lnTo>
                  <a:lnTo>
                    <a:pt x="47829" y="78536"/>
                  </a:lnTo>
                  <a:lnTo>
                    <a:pt x="49034" y="77334"/>
                  </a:lnTo>
                  <a:lnTo>
                    <a:pt x="54563" y="76782"/>
                  </a:lnTo>
                  <a:lnTo>
                    <a:pt x="57069" y="68263"/>
                  </a:lnTo>
                  <a:lnTo>
                    <a:pt x="52123" y="67680"/>
                  </a:lnTo>
                  <a:lnTo>
                    <a:pt x="51674" y="65162"/>
                  </a:lnTo>
                  <a:lnTo>
                    <a:pt x="56162" y="60414"/>
                  </a:lnTo>
                  <a:lnTo>
                    <a:pt x="56371" y="59351"/>
                  </a:lnTo>
                  <a:lnTo>
                    <a:pt x="54659" y="56457"/>
                  </a:lnTo>
                  <a:lnTo>
                    <a:pt x="54751" y="53861"/>
                  </a:lnTo>
                  <a:lnTo>
                    <a:pt x="51837" y="50900"/>
                  </a:lnTo>
                  <a:lnTo>
                    <a:pt x="49983" y="50831"/>
                  </a:lnTo>
                  <a:lnTo>
                    <a:pt x="46490" y="53969"/>
                  </a:lnTo>
                  <a:lnTo>
                    <a:pt x="44007" y="54888"/>
                  </a:lnTo>
                  <a:lnTo>
                    <a:pt x="38810" y="55067"/>
                  </a:lnTo>
                  <a:lnTo>
                    <a:pt x="27240" y="46706"/>
                  </a:lnTo>
                  <a:lnTo>
                    <a:pt x="30443" y="42592"/>
                  </a:lnTo>
                  <a:lnTo>
                    <a:pt x="26200" y="40057"/>
                  </a:lnTo>
                  <a:lnTo>
                    <a:pt x="25184" y="41199"/>
                  </a:lnTo>
                  <a:lnTo>
                    <a:pt x="26378" y="41955"/>
                  </a:lnTo>
                  <a:lnTo>
                    <a:pt x="24751" y="42662"/>
                  </a:lnTo>
                  <a:lnTo>
                    <a:pt x="20337" y="38919"/>
                  </a:lnTo>
                  <a:lnTo>
                    <a:pt x="14467" y="35677"/>
                  </a:lnTo>
                  <a:lnTo>
                    <a:pt x="16123" y="33201"/>
                  </a:lnTo>
                  <a:lnTo>
                    <a:pt x="13581" y="29568"/>
                  </a:lnTo>
                  <a:lnTo>
                    <a:pt x="5746" y="26434"/>
                  </a:lnTo>
                  <a:lnTo>
                    <a:pt x="5020" y="28331"/>
                  </a:lnTo>
                  <a:lnTo>
                    <a:pt x="497" y="27868"/>
                  </a:lnTo>
                  <a:lnTo>
                    <a:pt x="0" y="21785"/>
                  </a:lnTo>
                  <a:lnTo>
                    <a:pt x="1496" y="20458"/>
                  </a:lnTo>
                  <a:lnTo>
                    <a:pt x="9562" y="22526"/>
                  </a:lnTo>
                  <a:lnTo>
                    <a:pt x="14781" y="15141"/>
                  </a:lnTo>
                  <a:lnTo>
                    <a:pt x="18883" y="10766"/>
                  </a:lnTo>
                  <a:lnTo>
                    <a:pt x="21628" y="9269"/>
                  </a:lnTo>
                  <a:lnTo>
                    <a:pt x="24147" y="10085"/>
                  </a:lnTo>
                  <a:lnTo>
                    <a:pt x="24372" y="11981"/>
                  </a:lnTo>
                  <a:lnTo>
                    <a:pt x="24613" y="13782"/>
                  </a:lnTo>
                  <a:lnTo>
                    <a:pt x="20027" y="12459"/>
                  </a:lnTo>
                  <a:lnTo>
                    <a:pt x="20687" y="16484"/>
                  </a:lnTo>
                  <a:lnTo>
                    <a:pt x="25433" y="17939"/>
                  </a:lnTo>
                  <a:lnTo>
                    <a:pt x="26104" y="17770"/>
                  </a:lnTo>
                  <a:lnTo>
                    <a:pt x="27074" y="14777"/>
                  </a:lnTo>
                  <a:lnTo>
                    <a:pt x="29373" y="14714"/>
                  </a:lnTo>
                  <a:lnTo>
                    <a:pt x="29740" y="18891"/>
                  </a:lnTo>
                  <a:lnTo>
                    <a:pt x="34520" y="21548"/>
                  </a:lnTo>
                  <a:lnTo>
                    <a:pt x="35790" y="24936"/>
                  </a:lnTo>
                  <a:lnTo>
                    <a:pt x="34550" y="27028"/>
                  </a:lnTo>
                  <a:lnTo>
                    <a:pt x="34553" y="31071"/>
                  </a:lnTo>
                  <a:lnTo>
                    <a:pt x="39963" y="33347"/>
                  </a:lnTo>
                  <a:lnTo>
                    <a:pt x="42670" y="30769"/>
                  </a:lnTo>
                  <a:lnTo>
                    <a:pt x="41096" y="25186"/>
                  </a:lnTo>
                  <a:lnTo>
                    <a:pt x="42822" y="23401"/>
                  </a:lnTo>
                  <a:lnTo>
                    <a:pt x="47513" y="27298"/>
                  </a:lnTo>
                  <a:lnTo>
                    <a:pt x="51757" y="22301"/>
                  </a:lnTo>
                  <a:lnTo>
                    <a:pt x="49995" y="18276"/>
                  </a:lnTo>
                  <a:lnTo>
                    <a:pt x="49706" y="14142"/>
                  </a:lnTo>
                  <a:lnTo>
                    <a:pt x="52361" y="9723"/>
                  </a:lnTo>
                  <a:lnTo>
                    <a:pt x="51626" y="5305"/>
                  </a:lnTo>
                  <a:lnTo>
                    <a:pt x="53093" y="64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h3504"/>
            <p:cNvSpPr/>
            <p:nvPr/>
          </p:nvSpPr>
          <p:spPr>
            <a:xfrm>
              <a:off x="7938444" y="3402475"/>
              <a:ext cx="24256" cy="26228"/>
            </a:xfrm>
            <a:custGeom>
              <a:avLst/>
              <a:pathLst>
                <a:path w="24256" h="26228">
                  <a:moveTo>
                    <a:pt x="22272" y="2462"/>
                  </a:moveTo>
                  <a:lnTo>
                    <a:pt x="23421" y="3858"/>
                  </a:lnTo>
                  <a:lnTo>
                    <a:pt x="24256" y="11673"/>
                  </a:lnTo>
                  <a:lnTo>
                    <a:pt x="23815" y="19107"/>
                  </a:lnTo>
                  <a:lnTo>
                    <a:pt x="22388" y="24617"/>
                  </a:lnTo>
                  <a:lnTo>
                    <a:pt x="18660" y="26228"/>
                  </a:lnTo>
                  <a:lnTo>
                    <a:pt x="10394" y="23279"/>
                  </a:lnTo>
                  <a:lnTo>
                    <a:pt x="10250" y="25769"/>
                  </a:lnTo>
                  <a:lnTo>
                    <a:pt x="3769" y="25014"/>
                  </a:lnTo>
                  <a:lnTo>
                    <a:pt x="1969" y="22989"/>
                  </a:lnTo>
                  <a:lnTo>
                    <a:pt x="3979" y="20054"/>
                  </a:lnTo>
                  <a:lnTo>
                    <a:pt x="2458" y="19332"/>
                  </a:lnTo>
                  <a:lnTo>
                    <a:pt x="7433" y="13429"/>
                  </a:lnTo>
                  <a:lnTo>
                    <a:pt x="7432" y="12392"/>
                  </a:lnTo>
                  <a:lnTo>
                    <a:pt x="745" y="5255"/>
                  </a:lnTo>
                  <a:lnTo>
                    <a:pt x="0" y="3586"/>
                  </a:lnTo>
                  <a:lnTo>
                    <a:pt x="963" y="3956"/>
                  </a:lnTo>
                  <a:lnTo>
                    <a:pt x="2501" y="3133"/>
                  </a:lnTo>
                  <a:lnTo>
                    <a:pt x="3771" y="4182"/>
                  </a:lnTo>
                  <a:lnTo>
                    <a:pt x="3302" y="5546"/>
                  </a:lnTo>
                  <a:lnTo>
                    <a:pt x="10642" y="7080"/>
                  </a:lnTo>
                  <a:lnTo>
                    <a:pt x="11682" y="5385"/>
                  </a:lnTo>
                  <a:lnTo>
                    <a:pt x="17367" y="4862"/>
                  </a:lnTo>
                  <a:lnTo>
                    <a:pt x="19741" y="2088"/>
                  </a:lnTo>
                  <a:lnTo>
                    <a:pt x="1904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h3505"/>
            <p:cNvSpPr/>
            <p:nvPr/>
          </p:nvSpPr>
          <p:spPr>
            <a:xfrm>
              <a:off x="7893223" y="3286295"/>
              <a:ext cx="38679" cy="39824"/>
            </a:xfrm>
            <a:custGeom>
              <a:avLst/>
              <a:pathLst>
                <a:path w="38679" h="39824">
                  <a:moveTo>
                    <a:pt x="16950" y="2798"/>
                  </a:moveTo>
                  <a:lnTo>
                    <a:pt x="20265" y="4682"/>
                  </a:lnTo>
                  <a:lnTo>
                    <a:pt x="23204" y="8692"/>
                  </a:lnTo>
                  <a:lnTo>
                    <a:pt x="23302" y="9535"/>
                  </a:lnTo>
                  <a:lnTo>
                    <a:pt x="21514" y="9900"/>
                  </a:lnTo>
                  <a:lnTo>
                    <a:pt x="21070" y="10750"/>
                  </a:lnTo>
                  <a:lnTo>
                    <a:pt x="22094" y="12382"/>
                  </a:lnTo>
                  <a:lnTo>
                    <a:pt x="28337" y="11952"/>
                  </a:lnTo>
                  <a:lnTo>
                    <a:pt x="29273" y="11209"/>
                  </a:lnTo>
                  <a:lnTo>
                    <a:pt x="32458" y="12500"/>
                  </a:lnTo>
                  <a:lnTo>
                    <a:pt x="33163" y="16608"/>
                  </a:lnTo>
                  <a:lnTo>
                    <a:pt x="36280" y="21475"/>
                  </a:lnTo>
                  <a:lnTo>
                    <a:pt x="37501" y="21663"/>
                  </a:lnTo>
                  <a:lnTo>
                    <a:pt x="38679" y="29184"/>
                  </a:lnTo>
                  <a:lnTo>
                    <a:pt x="36052" y="30900"/>
                  </a:lnTo>
                  <a:lnTo>
                    <a:pt x="29511" y="31769"/>
                  </a:lnTo>
                  <a:lnTo>
                    <a:pt x="26782" y="34477"/>
                  </a:lnTo>
                  <a:lnTo>
                    <a:pt x="21984" y="36443"/>
                  </a:lnTo>
                  <a:lnTo>
                    <a:pt x="22320" y="39229"/>
                  </a:lnTo>
                  <a:lnTo>
                    <a:pt x="19578" y="38654"/>
                  </a:lnTo>
                  <a:lnTo>
                    <a:pt x="19155" y="37404"/>
                  </a:lnTo>
                  <a:lnTo>
                    <a:pt x="16357" y="35711"/>
                  </a:lnTo>
                  <a:lnTo>
                    <a:pt x="15964" y="39824"/>
                  </a:lnTo>
                  <a:lnTo>
                    <a:pt x="15333" y="39798"/>
                  </a:lnTo>
                  <a:lnTo>
                    <a:pt x="13681" y="39593"/>
                  </a:lnTo>
                  <a:lnTo>
                    <a:pt x="7685" y="33200"/>
                  </a:lnTo>
                  <a:lnTo>
                    <a:pt x="6709" y="28462"/>
                  </a:lnTo>
                  <a:lnTo>
                    <a:pt x="3368" y="27290"/>
                  </a:lnTo>
                  <a:lnTo>
                    <a:pt x="2845" y="27574"/>
                  </a:lnTo>
                  <a:lnTo>
                    <a:pt x="3219" y="28872"/>
                  </a:lnTo>
                  <a:lnTo>
                    <a:pt x="0" y="28597"/>
                  </a:lnTo>
                  <a:lnTo>
                    <a:pt x="4971" y="20370"/>
                  </a:lnTo>
                  <a:lnTo>
                    <a:pt x="5115" y="14328"/>
                  </a:lnTo>
                  <a:lnTo>
                    <a:pt x="7399" y="7133"/>
                  </a:lnTo>
                  <a:lnTo>
                    <a:pt x="8814" y="6277"/>
                  </a:lnTo>
                  <a:lnTo>
                    <a:pt x="11596" y="7109"/>
                  </a:lnTo>
                  <a:lnTo>
                    <a:pt x="12048" y="1878"/>
                  </a:lnTo>
                  <a:lnTo>
                    <a:pt x="15068" y="1236"/>
                  </a:lnTo>
                  <a:lnTo>
                    <a:pt x="1573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h3506"/>
            <p:cNvSpPr/>
            <p:nvPr/>
          </p:nvSpPr>
          <p:spPr>
            <a:xfrm>
              <a:off x="8026374" y="3268649"/>
              <a:ext cx="78467" cy="56136"/>
            </a:xfrm>
            <a:custGeom>
              <a:avLst/>
              <a:pathLst>
                <a:path w="78467" h="56136">
                  <a:moveTo>
                    <a:pt x="29519" y="3133"/>
                  </a:moveTo>
                  <a:lnTo>
                    <a:pt x="32062" y="6766"/>
                  </a:lnTo>
                  <a:lnTo>
                    <a:pt x="30405" y="9242"/>
                  </a:lnTo>
                  <a:lnTo>
                    <a:pt x="36275" y="12484"/>
                  </a:lnTo>
                  <a:lnTo>
                    <a:pt x="40689" y="16227"/>
                  </a:lnTo>
                  <a:lnTo>
                    <a:pt x="42316" y="15520"/>
                  </a:lnTo>
                  <a:lnTo>
                    <a:pt x="41123" y="14764"/>
                  </a:lnTo>
                  <a:lnTo>
                    <a:pt x="42139" y="13622"/>
                  </a:lnTo>
                  <a:lnTo>
                    <a:pt x="46381" y="16157"/>
                  </a:lnTo>
                  <a:lnTo>
                    <a:pt x="43178" y="20271"/>
                  </a:lnTo>
                  <a:lnTo>
                    <a:pt x="54748" y="28632"/>
                  </a:lnTo>
                  <a:lnTo>
                    <a:pt x="59945" y="28453"/>
                  </a:lnTo>
                  <a:lnTo>
                    <a:pt x="62428" y="27534"/>
                  </a:lnTo>
                  <a:lnTo>
                    <a:pt x="65921" y="24396"/>
                  </a:lnTo>
                  <a:lnTo>
                    <a:pt x="67776" y="24465"/>
                  </a:lnTo>
                  <a:lnTo>
                    <a:pt x="70689" y="27426"/>
                  </a:lnTo>
                  <a:lnTo>
                    <a:pt x="70597" y="30022"/>
                  </a:lnTo>
                  <a:lnTo>
                    <a:pt x="72309" y="32916"/>
                  </a:lnTo>
                  <a:lnTo>
                    <a:pt x="72100" y="33979"/>
                  </a:lnTo>
                  <a:lnTo>
                    <a:pt x="67612" y="38727"/>
                  </a:lnTo>
                  <a:lnTo>
                    <a:pt x="68062" y="41246"/>
                  </a:lnTo>
                  <a:lnTo>
                    <a:pt x="73007" y="41828"/>
                  </a:lnTo>
                  <a:lnTo>
                    <a:pt x="70501" y="50347"/>
                  </a:lnTo>
                  <a:lnTo>
                    <a:pt x="64972" y="50899"/>
                  </a:lnTo>
                  <a:lnTo>
                    <a:pt x="63767" y="52101"/>
                  </a:lnTo>
                  <a:lnTo>
                    <a:pt x="63666" y="53540"/>
                  </a:lnTo>
                  <a:lnTo>
                    <a:pt x="66631" y="53958"/>
                  </a:lnTo>
                  <a:lnTo>
                    <a:pt x="68852" y="52892"/>
                  </a:lnTo>
                  <a:lnTo>
                    <a:pt x="70886" y="51423"/>
                  </a:lnTo>
                  <a:lnTo>
                    <a:pt x="71037" y="49580"/>
                  </a:lnTo>
                  <a:lnTo>
                    <a:pt x="75675" y="50482"/>
                  </a:lnTo>
                  <a:lnTo>
                    <a:pt x="75380" y="51128"/>
                  </a:lnTo>
                  <a:lnTo>
                    <a:pt x="74688" y="52520"/>
                  </a:lnTo>
                  <a:lnTo>
                    <a:pt x="75272" y="54116"/>
                  </a:lnTo>
                  <a:lnTo>
                    <a:pt x="77604" y="53808"/>
                  </a:lnTo>
                  <a:lnTo>
                    <a:pt x="78467" y="55566"/>
                  </a:lnTo>
                  <a:lnTo>
                    <a:pt x="64980" y="56136"/>
                  </a:lnTo>
                  <a:lnTo>
                    <a:pt x="60212" y="55629"/>
                  </a:lnTo>
                  <a:lnTo>
                    <a:pt x="52695" y="48959"/>
                  </a:lnTo>
                  <a:lnTo>
                    <a:pt x="48920" y="45507"/>
                  </a:lnTo>
                  <a:lnTo>
                    <a:pt x="46181" y="48704"/>
                  </a:lnTo>
                  <a:lnTo>
                    <a:pt x="45612" y="48433"/>
                  </a:lnTo>
                  <a:lnTo>
                    <a:pt x="43087" y="46139"/>
                  </a:lnTo>
                  <a:lnTo>
                    <a:pt x="41684" y="42327"/>
                  </a:lnTo>
                  <a:lnTo>
                    <a:pt x="34950" y="39391"/>
                  </a:lnTo>
                  <a:lnTo>
                    <a:pt x="24911" y="39688"/>
                  </a:lnTo>
                  <a:lnTo>
                    <a:pt x="20063" y="35887"/>
                  </a:lnTo>
                  <a:lnTo>
                    <a:pt x="12846" y="35905"/>
                  </a:lnTo>
                  <a:lnTo>
                    <a:pt x="11753" y="32392"/>
                  </a:lnTo>
                  <a:lnTo>
                    <a:pt x="13302" y="28056"/>
                  </a:lnTo>
                  <a:lnTo>
                    <a:pt x="15396" y="27422"/>
                  </a:lnTo>
                  <a:lnTo>
                    <a:pt x="18200" y="29674"/>
                  </a:lnTo>
                  <a:lnTo>
                    <a:pt x="20436" y="27270"/>
                  </a:lnTo>
                  <a:lnTo>
                    <a:pt x="19988" y="25697"/>
                  </a:lnTo>
                  <a:lnTo>
                    <a:pt x="11301" y="19963"/>
                  </a:lnTo>
                  <a:lnTo>
                    <a:pt x="8591" y="21275"/>
                  </a:lnTo>
                  <a:lnTo>
                    <a:pt x="1271" y="20568"/>
                  </a:lnTo>
                  <a:lnTo>
                    <a:pt x="0" y="19869"/>
                  </a:lnTo>
                  <a:lnTo>
                    <a:pt x="756" y="13226"/>
                  </a:lnTo>
                  <a:lnTo>
                    <a:pt x="6172" y="13501"/>
                  </a:lnTo>
                  <a:lnTo>
                    <a:pt x="9675" y="11879"/>
                  </a:lnTo>
                  <a:lnTo>
                    <a:pt x="16590" y="6494"/>
                  </a:lnTo>
                  <a:lnTo>
                    <a:pt x="15744" y="4269"/>
                  </a:lnTo>
                  <a:lnTo>
                    <a:pt x="15734" y="1789"/>
                  </a:lnTo>
                  <a:lnTo>
                    <a:pt x="16435" y="1434"/>
                  </a:lnTo>
                  <a:lnTo>
                    <a:pt x="20958" y="1896"/>
                  </a:lnTo>
                  <a:lnTo>
                    <a:pt x="2168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h3507"/>
            <p:cNvSpPr/>
            <p:nvPr/>
          </p:nvSpPr>
          <p:spPr>
            <a:xfrm>
              <a:off x="8039637" y="3344692"/>
              <a:ext cx="17240" cy="13048"/>
            </a:xfrm>
            <a:custGeom>
              <a:avLst/>
              <a:pathLst>
                <a:path w="17240" h="13048">
                  <a:moveTo>
                    <a:pt x="17156" y="3070"/>
                  </a:moveTo>
                  <a:lnTo>
                    <a:pt x="17240" y="8572"/>
                  </a:lnTo>
                  <a:lnTo>
                    <a:pt x="13507" y="11888"/>
                  </a:lnTo>
                  <a:lnTo>
                    <a:pt x="9482" y="13048"/>
                  </a:lnTo>
                  <a:lnTo>
                    <a:pt x="7248" y="11809"/>
                  </a:lnTo>
                  <a:lnTo>
                    <a:pt x="1463" y="10775"/>
                  </a:lnTo>
                  <a:lnTo>
                    <a:pt x="0" y="8652"/>
                  </a:lnTo>
                  <a:lnTo>
                    <a:pt x="800" y="4257"/>
                  </a:lnTo>
                  <a:lnTo>
                    <a:pt x="2990" y="2415"/>
                  </a:lnTo>
                  <a:lnTo>
                    <a:pt x="3359" y="2831"/>
                  </a:lnTo>
                  <a:lnTo>
                    <a:pt x="684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h3508"/>
            <p:cNvSpPr/>
            <p:nvPr/>
          </p:nvSpPr>
          <p:spPr>
            <a:xfrm>
              <a:off x="8047140" y="3392656"/>
              <a:ext cx="45900" cy="28796"/>
            </a:xfrm>
            <a:custGeom>
              <a:avLst/>
              <a:pathLst>
                <a:path w="45900" h="28796">
                  <a:moveTo>
                    <a:pt x="45900" y="1833"/>
                  </a:moveTo>
                  <a:lnTo>
                    <a:pt x="44442" y="3729"/>
                  </a:lnTo>
                  <a:lnTo>
                    <a:pt x="43290" y="5271"/>
                  </a:lnTo>
                  <a:lnTo>
                    <a:pt x="40596" y="6035"/>
                  </a:lnTo>
                  <a:lnTo>
                    <a:pt x="36200" y="4937"/>
                  </a:lnTo>
                  <a:lnTo>
                    <a:pt x="34001" y="5386"/>
                  </a:lnTo>
                  <a:lnTo>
                    <a:pt x="30525" y="8667"/>
                  </a:lnTo>
                  <a:lnTo>
                    <a:pt x="29585" y="10310"/>
                  </a:lnTo>
                  <a:lnTo>
                    <a:pt x="30531" y="21336"/>
                  </a:lnTo>
                  <a:lnTo>
                    <a:pt x="28549" y="28151"/>
                  </a:lnTo>
                  <a:lnTo>
                    <a:pt x="27608" y="28757"/>
                  </a:lnTo>
                  <a:lnTo>
                    <a:pt x="22941" y="28796"/>
                  </a:lnTo>
                  <a:lnTo>
                    <a:pt x="15445" y="26366"/>
                  </a:lnTo>
                  <a:lnTo>
                    <a:pt x="13412" y="21201"/>
                  </a:lnTo>
                  <a:lnTo>
                    <a:pt x="9032" y="20008"/>
                  </a:lnTo>
                  <a:lnTo>
                    <a:pt x="8416" y="20321"/>
                  </a:lnTo>
                  <a:lnTo>
                    <a:pt x="7973" y="23349"/>
                  </a:lnTo>
                  <a:lnTo>
                    <a:pt x="6408" y="19017"/>
                  </a:lnTo>
                  <a:lnTo>
                    <a:pt x="3418" y="16255"/>
                  </a:lnTo>
                  <a:lnTo>
                    <a:pt x="0" y="14252"/>
                  </a:lnTo>
                  <a:lnTo>
                    <a:pt x="2285" y="11824"/>
                  </a:lnTo>
                  <a:lnTo>
                    <a:pt x="13690" y="11790"/>
                  </a:lnTo>
                  <a:lnTo>
                    <a:pt x="14427" y="3436"/>
                  </a:lnTo>
                  <a:lnTo>
                    <a:pt x="9964" y="2702"/>
                  </a:lnTo>
                  <a:lnTo>
                    <a:pt x="9311" y="599"/>
                  </a:lnTo>
                  <a:lnTo>
                    <a:pt x="16264" y="3773"/>
                  </a:lnTo>
                  <a:lnTo>
                    <a:pt x="18866" y="3759"/>
                  </a:lnTo>
                  <a:lnTo>
                    <a:pt x="20511" y="3362"/>
                  </a:lnTo>
                  <a:lnTo>
                    <a:pt x="20475" y="2338"/>
                  </a:lnTo>
                  <a:lnTo>
                    <a:pt x="31769" y="2002"/>
                  </a:lnTo>
                  <a:lnTo>
                    <a:pt x="38975" y="756"/>
                  </a:lnTo>
                  <a:lnTo>
                    <a:pt x="3963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h3509"/>
            <p:cNvSpPr/>
            <p:nvPr/>
          </p:nvSpPr>
          <p:spPr>
            <a:xfrm>
              <a:off x="7967517" y="3323559"/>
              <a:ext cx="11073" cy="17605"/>
            </a:xfrm>
            <a:custGeom>
              <a:avLst/>
              <a:pathLst>
                <a:path w="11073" h="17605">
                  <a:moveTo>
                    <a:pt x="1003" y="0"/>
                  </a:moveTo>
                  <a:lnTo>
                    <a:pt x="3535" y="3348"/>
                  </a:lnTo>
                  <a:lnTo>
                    <a:pt x="6401" y="5230"/>
                  </a:lnTo>
                  <a:lnTo>
                    <a:pt x="7238" y="4197"/>
                  </a:lnTo>
                  <a:lnTo>
                    <a:pt x="8089" y="2672"/>
                  </a:lnTo>
                  <a:lnTo>
                    <a:pt x="11073" y="2974"/>
                  </a:lnTo>
                  <a:lnTo>
                    <a:pt x="10590" y="9334"/>
                  </a:lnTo>
                  <a:lnTo>
                    <a:pt x="8709" y="15293"/>
                  </a:lnTo>
                  <a:lnTo>
                    <a:pt x="5909" y="17605"/>
                  </a:lnTo>
                  <a:lnTo>
                    <a:pt x="4646" y="16305"/>
                  </a:lnTo>
                  <a:lnTo>
                    <a:pt x="1579" y="15735"/>
                  </a:lnTo>
                  <a:lnTo>
                    <a:pt x="1628" y="11885"/>
                  </a:lnTo>
                  <a:lnTo>
                    <a:pt x="2575" y="11848"/>
                  </a:lnTo>
                  <a:lnTo>
                    <a:pt x="2937" y="10317"/>
                  </a:lnTo>
                  <a:lnTo>
                    <a:pt x="195" y="7756"/>
                  </a:lnTo>
                  <a:lnTo>
                    <a:pt x="1503" y="6879"/>
                  </a:lnTo>
                  <a:lnTo>
                    <a:pt x="1322" y="3980"/>
                  </a:lnTo>
                  <a:lnTo>
                    <a:pt x="427" y="3545"/>
                  </a:lnTo>
                  <a:lnTo>
                    <a:pt x="0" y="799"/>
                  </a:lnTo>
                  <a:lnTo>
                    <a:pt x="14" y="3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h3510"/>
            <p:cNvSpPr/>
            <p:nvPr/>
          </p:nvSpPr>
          <p:spPr>
            <a:xfrm>
              <a:off x="7955633" y="3313192"/>
              <a:ext cx="20423" cy="15597"/>
            </a:xfrm>
            <a:custGeom>
              <a:avLst/>
              <a:pathLst>
                <a:path w="20423" h="15597">
                  <a:moveTo>
                    <a:pt x="18455" y="6276"/>
                  </a:moveTo>
                  <a:lnTo>
                    <a:pt x="20423" y="11118"/>
                  </a:lnTo>
                  <a:lnTo>
                    <a:pt x="18210" y="11713"/>
                  </a:lnTo>
                  <a:lnTo>
                    <a:pt x="18085" y="13715"/>
                  </a:lnTo>
                  <a:lnTo>
                    <a:pt x="19122" y="14564"/>
                  </a:lnTo>
                  <a:lnTo>
                    <a:pt x="18285" y="15597"/>
                  </a:lnTo>
                  <a:lnTo>
                    <a:pt x="15419" y="13715"/>
                  </a:lnTo>
                  <a:lnTo>
                    <a:pt x="12887" y="10366"/>
                  </a:lnTo>
                  <a:lnTo>
                    <a:pt x="11899" y="10405"/>
                  </a:lnTo>
                  <a:lnTo>
                    <a:pt x="11884" y="11166"/>
                  </a:lnTo>
                  <a:lnTo>
                    <a:pt x="2529" y="13431"/>
                  </a:lnTo>
                  <a:lnTo>
                    <a:pt x="60" y="12003"/>
                  </a:lnTo>
                  <a:lnTo>
                    <a:pt x="0" y="10057"/>
                  </a:lnTo>
                  <a:lnTo>
                    <a:pt x="2461" y="7415"/>
                  </a:lnTo>
                  <a:lnTo>
                    <a:pt x="1886" y="5378"/>
                  </a:lnTo>
                  <a:lnTo>
                    <a:pt x="2436" y="4597"/>
                  </a:lnTo>
                  <a:lnTo>
                    <a:pt x="4853" y="5177"/>
                  </a:lnTo>
                  <a:lnTo>
                    <a:pt x="10847" y="8509"/>
                  </a:lnTo>
                  <a:lnTo>
                    <a:pt x="10474" y="5945"/>
                  </a:lnTo>
                  <a:lnTo>
                    <a:pt x="14214" y="6098"/>
                  </a:lnTo>
                  <a:lnTo>
                    <a:pt x="1640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h3511"/>
            <p:cNvSpPr/>
            <p:nvPr/>
          </p:nvSpPr>
          <p:spPr>
            <a:xfrm>
              <a:off x="7936355" y="3309461"/>
              <a:ext cx="21740" cy="19006"/>
            </a:xfrm>
            <a:custGeom>
              <a:avLst/>
              <a:pathLst>
                <a:path w="21740" h="19006">
                  <a:moveTo>
                    <a:pt x="2493" y="68"/>
                  </a:moveTo>
                  <a:lnTo>
                    <a:pt x="2940" y="1440"/>
                  </a:lnTo>
                  <a:lnTo>
                    <a:pt x="5286" y="1303"/>
                  </a:lnTo>
                  <a:lnTo>
                    <a:pt x="7332" y="2822"/>
                  </a:lnTo>
                  <a:lnTo>
                    <a:pt x="7641" y="4074"/>
                  </a:lnTo>
                  <a:lnTo>
                    <a:pt x="10543" y="5698"/>
                  </a:lnTo>
                  <a:lnTo>
                    <a:pt x="14501" y="5896"/>
                  </a:lnTo>
                  <a:lnTo>
                    <a:pt x="19488" y="3353"/>
                  </a:lnTo>
                  <a:lnTo>
                    <a:pt x="20552" y="2655"/>
                  </a:lnTo>
                  <a:lnTo>
                    <a:pt x="21380" y="3861"/>
                  </a:lnTo>
                  <a:lnTo>
                    <a:pt x="20515" y="8627"/>
                  </a:lnTo>
                  <a:lnTo>
                    <a:pt x="21165" y="9109"/>
                  </a:lnTo>
                  <a:lnTo>
                    <a:pt x="21740" y="11146"/>
                  </a:lnTo>
                  <a:lnTo>
                    <a:pt x="19278" y="13788"/>
                  </a:lnTo>
                  <a:lnTo>
                    <a:pt x="19339" y="15734"/>
                  </a:lnTo>
                  <a:lnTo>
                    <a:pt x="19084" y="17561"/>
                  </a:lnTo>
                  <a:lnTo>
                    <a:pt x="17972" y="17679"/>
                  </a:lnTo>
                  <a:lnTo>
                    <a:pt x="15381" y="17747"/>
                  </a:lnTo>
                  <a:lnTo>
                    <a:pt x="13340" y="16357"/>
                  </a:lnTo>
                  <a:lnTo>
                    <a:pt x="7753" y="19006"/>
                  </a:lnTo>
                  <a:lnTo>
                    <a:pt x="5233" y="18560"/>
                  </a:lnTo>
                  <a:lnTo>
                    <a:pt x="0" y="10296"/>
                  </a:lnTo>
                  <a:lnTo>
                    <a:pt x="2446" y="8487"/>
                  </a:lnTo>
                  <a:lnTo>
                    <a:pt x="3622" y="8548"/>
                  </a:lnTo>
                  <a:lnTo>
                    <a:pt x="227" y="2362"/>
                  </a:lnTo>
                  <a:lnTo>
                    <a:pt x="75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h3512"/>
            <p:cNvSpPr/>
            <p:nvPr/>
          </p:nvSpPr>
          <p:spPr>
            <a:xfrm>
              <a:off x="7938758" y="3337878"/>
              <a:ext cx="21945" cy="18655"/>
            </a:xfrm>
            <a:custGeom>
              <a:avLst/>
              <a:pathLst>
                <a:path w="21945" h="18655">
                  <a:moveTo>
                    <a:pt x="10040" y="712"/>
                  </a:moveTo>
                  <a:lnTo>
                    <a:pt x="12242" y="2250"/>
                  </a:lnTo>
                  <a:lnTo>
                    <a:pt x="11145" y="4682"/>
                  </a:lnTo>
                  <a:lnTo>
                    <a:pt x="10998" y="7058"/>
                  </a:lnTo>
                  <a:lnTo>
                    <a:pt x="12358" y="7772"/>
                  </a:lnTo>
                  <a:lnTo>
                    <a:pt x="15281" y="7442"/>
                  </a:lnTo>
                  <a:lnTo>
                    <a:pt x="16555" y="5709"/>
                  </a:lnTo>
                  <a:lnTo>
                    <a:pt x="19355" y="4558"/>
                  </a:lnTo>
                  <a:lnTo>
                    <a:pt x="20020" y="6237"/>
                  </a:lnTo>
                  <a:lnTo>
                    <a:pt x="21945" y="8896"/>
                  </a:lnTo>
                  <a:lnTo>
                    <a:pt x="20971" y="12150"/>
                  </a:lnTo>
                  <a:lnTo>
                    <a:pt x="18000" y="13659"/>
                  </a:lnTo>
                  <a:lnTo>
                    <a:pt x="15343" y="16901"/>
                  </a:lnTo>
                  <a:lnTo>
                    <a:pt x="16014" y="18069"/>
                  </a:lnTo>
                  <a:lnTo>
                    <a:pt x="13698" y="18655"/>
                  </a:lnTo>
                  <a:lnTo>
                    <a:pt x="12649" y="17466"/>
                  </a:lnTo>
                  <a:lnTo>
                    <a:pt x="9925" y="17923"/>
                  </a:lnTo>
                  <a:lnTo>
                    <a:pt x="6101" y="11983"/>
                  </a:lnTo>
                  <a:lnTo>
                    <a:pt x="3846" y="9670"/>
                  </a:lnTo>
                  <a:lnTo>
                    <a:pt x="0" y="7524"/>
                  </a:lnTo>
                  <a:lnTo>
                    <a:pt x="1811" y="1957"/>
                  </a:lnTo>
                  <a:lnTo>
                    <a:pt x="1621" y="99"/>
                  </a:lnTo>
                  <a:lnTo>
                    <a:pt x="610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h3513"/>
            <p:cNvSpPr/>
            <p:nvPr/>
          </p:nvSpPr>
          <p:spPr>
            <a:xfrm>
              <a:off x="8074605" y="3396386"/>
              <a:ext cx="116158" cy="72928"/>
            </a:xfrm>
            <a:custGeom>
              <a:avLst/>
              <a:pathLst>
                <a:path w="116158" h="72928">
                  <a:moveTo>
                    <a:pt x="18793" y="1576"/>
                  </a:moveTo>
                  <a:lnTo>
                    <a:pt x="21844" y="10276"/>
                  </a:lnTo>
                  <a:lnTo>
                    <a:pt x="31475" y="8727"/>
                  </a:lnTo>
                  <a:lnTo>
                    <a:pt x="32460" y="15422"/>
                  </a:lnTo>
                  <a:lnTo>
                    <a:pt x="40090" y="12555"/>
                  </a:lnTo>
                  <a:lnTo>
                    <a:pt x="44676" y="13868"/>
                  </a:lnTo>
                  <a:lnTo>
                    <a:pt x="49127" y="13842"/>
                  </a:lnTo>
                  <a:lnTo>
                    <a:pt x="52148" y="16532"/>
                  </a:lnTo>
                  <a:lnTo>
                    <a:pt x="49956" y="18953"/>
                  </a:lnTo>
                  <a:lnTo>
                    <a:pt x="52778" y="20771"/>
                  </a:lnTo>
                  <a:lnTo>
                    <a:pt x="54958" y="20409"/>
                  </a:lnTo>
                  <a:lnTo>
                    <a:pt x="59396" y="17868"/>
                  </a:lnTo>
                  <a:lnTo>
                    <a:pt x="60918" y="16544"/>
                  </a:lnTo>
                  <a:lnTo>
                    <a:pt x="61893" y="12935"/>
                  </a:lnTo>
                  <a:lnTo>
                    <a:pt x="64515" y="12616"/>
                  </a:lnTo>
                  <a:lnTo>
                    <a:pt x="66423" y="14701"/>
                  </a:lnTo>
                  <a:lnTo>
                    <a:pt x="71091" y="15965"/>
                  </a:lnTo>
                  <a:lnTo>
                    <a:pt x="71804" y="13792"/>
                  </a:lnTo>
                  <a:lnTo>
                    <a:pt x="74124" y="13732"/>
                  </a:lnTo>
                  <a:lnTo>
                    <a:pt x="75040" y="14707"/>
                  </a:lnTo>
                  <a:lnTo>
                    <a:pt x="75905" y="17211"/>
                  </a:lnTo>
                  <a:lnTo>
                    <a:pt x="75465" y="19181"/>
                  </a:lnTo>
                  <a:lnTo>
                    <a:pt x="76408" y="20454"/>
                  </a:lnTo>
                  <a:lnTo>
                    <a:pt x="81756" y="16742"/>
                  </a:lnTo>
                  <a:lnTo>
                    <a:pt x="85314" y="18546"/>
                  </a:lnTo>
                  <a:lnTo>
                    <a:pt x="87450" y="16679"/>
                  </a:lnTo>
                  <a:lnTo>
                    <a:pt x="87625" y="14565"/>
                  </a:lnTo>
                  <a:lnTo>
                    <a:pt x="91731" y="15850"/>
                  </a:lnTo>
                  <a:lnTo>
                    <a:pt x="94785" y="18986"/>
                  </a:lnTo>
                  <a:lnTo>
                    <a:pt x="93464" y="22488"/>
                  </a:lnTo>
                  <a:lnTo>
                    <a:pt x="95058" y="27505"/>
                  </a:lnTo>
                  <a:lnTo>
                    <a:pt x="97123" y="29964"/>
                  </a:lnTo>
                  <a:lnTo>
                    <a:pt x="101349" y="31827"/>
                  </a:lnTo>
                  <a:lnTo>
                    <a:pt x="104570" y="29490"/>
                  </a:lnTo>
                  <a:lnTo>
                    <a:pt x="107153" y="29369"/>
                  </a:lnTo>
                  <a:lnTo>
                    <a:pt x="109384" y="33947"/>
                  </a:lnTo>
                  <a:lnTo>
                    <a:pt x="108688" y="38023"/>
                  </a:lnTo>
                  <a:lnTo>
                    <a:pt x="109296" y="39090"/>
                  </a:lnTo>
                  <a:lnTo>
                    <a:pt x="113073" y="40714"/>
                  </a:lnTo>
                  <a:lnTo>
                    <a:pt x="106332" y="44310"/>
                  </a:lnTo>
                  <a:lnTo>
                    <a:pt x="104780" y="50411"/>
                  </a:lnTo>
                  <a:lnTo>
                    <a:pt x="102471" y="48641"/>
                  </a:lnTo>
                  <a:lnTo>
                    <a:pt x="102686" y="52798"/>
                  </a:lnTo>
                  <a:lnTo>
                    <a:pt x="105803" y="56202"/>
                  </a:lnTo>
                  <a:lnTo>
                    <a:pt x="109211" y="56543"/>
                  </a:lnTo>
                  <a:lnTo>
                    <a:pt x="109675" y="60246"/>
                  </a:lnTo>
                  <a:lnTo>
                    <a:pt x="107946" y="63062"/>
                  </a:lnTo>
                  <a:lnTo>
                    <a:pt x="110154" y="65799"/>
                  </a:lnTo>
                  <a:lnTo>
                    <a:pt x="114795" y="67803"/>
                  </a:lnTo>
                  <a:lnTo>
                    <a:pt x="116158" y="72120"/>
                  </a:lnTo>
                  <a:lnTo>
                    <a:pt x="105328" y="72928"/>
                  </a:lnTo>
                  <a:lnTo>
                    <a:pt x="101694" y="68883"/>
                  </a:lnTo>
                  <a:lnTo>
                    <a:pt x="92979" y="69133"/>
                  </a:lnTo>
                  <a:lnTo>
                    <a:pt x="89530" y="65796"/>
                  </a:lnTo>
                  <a:lnTo>
                    <a:pt x="87705" y="65446"/>
                  </a:lnTo>
                  <a:lnTo>
                    <a:pt x="89286" y="64097"/>
                  </a:lnTo>
                  <a:lnTo>
                    <a:pt x="88452" y="62320"/>
                  </a:lnTo>
                  <a:lnTo>
                    <a:pt x="73632" y="56351"/>
                  </a:lnTo>
                  <a:lnTo>
                    <a:pt x="72048" y="53728"/>
                  </a:lnTo>
                  <a:lnTo>
                    <a:pt x="64848" y="50285"/>
                  </a:lnTo>
                  <a:lnTo>
                    <a:pt x="59159" y="50839"/>
                  </a:lnTo>
                  <a:lnTo>
                    <a:pt x="57837" y="52195"/>
                  </a:lnTo>
                  <a:lnTo>
                    <a:pt x="57643" y="56850"/>
                  </a:lnTo>
                  <a:lnTo>
                    <a:pt x="53061" y="58719"/>
                  </a:lnTo>
                  <a:lnTo>
                    <a:pt x="48471" y="55621"/>
                  </a:lnTo>
                  <a:lnTo>
                    <a:pt x="46851" y="57498"/>
                  </a:lnTo>
                  <a:lnTo>
                    <a:pt x="44596" y="56961"/>
                  </a:lnTo>
                  <a:lnTo>
                    <a:pt x="42924" y="54724"/>
                  </a:lnTo>
                  <a:lnTo>
                    <a:pt x="43199" y="53530"/>
                  </a:lnTo>
                  <a:lnTo>
                    <a:pt x="41285" y="52853"/>
                  </a:lnTo>
                  <a:lnTo>
                    <a:pt x="34565" y="52558"/>
                  </a:lnTo>
                  <a:lnTo>
                    <a:pt x="30240" y="53531"/>
                  </a:lnTo>
                  <a:lnTo>
                    <a:pt x="29273" y="49249"/>
                  </a:lnTo>
                  <a:lnTo>
                    <a:pt x="27287" y="49471"/>
                  </a:lnTo>
                  <a:lnTo>
                    <a:pt x="24189" y="51334"/>
                  </a:lnTo>
                  <a:lnTo>
                    <a:pt x="23147" y="53224"/>
                  </a:lnTo>
                  <a:lnTo>
                    <a:pt x="21696" y="51424"/>
                  </a:lnTo>
                  <a:lnTo>
                    <a:pt x="18502" y="50031"/>
                  </a:lnTo>
                  <a:lnTo>
                    <a:pt x="18574" y="45079"/>
                  </a:lnTo>
                  <a:lnTo>
                    <a:pt x="17552" y="42340"/>
                  </a:lnTo>
                  <a:lnTo>
                    <a:pt x="15802" y="40537"/>
                  </a:lnTo>
                  <a:lnTo>
                    <a:pt x="11948" y="37037"/>
                  </a:lnTo>
                  <a:lnTo>
                    <a:pt x="3273" y="34145"/>
                  </a:lnTo>
                  <a:lnTo>
                    <a:pt x="0" y="30473"/>
                  </a:lnTo>
                  <a:lnTo>
                    <a:pt x="144" y="25027"/>
                  </a:lnTo>
                  <a:lnTo>
                    <a:pt x="1085" y="24421"/>
                  </a:lnTo>
                  <a:lnTo>
                    <a:pt x="3066" y="17606"/>
                  </a:lnTo>
                  <a:lnTo>
                    <a:pt x="2121" y="6580"/>
                  </a:lnTo>
                  <a:lnTo>
                    <a:pt x="3061" y="4937"/>
                  </a:lnTo>
                  <a:lnTo>
                    <a:pt x="6536" y="1656"/>
                  </a:lnTo>
                  <a:lnTo>
                    <a:pt x="8736" y="1207"/>
                  </a:lnTo>
                  <a:lnTo>
                    <a:pt x="13131" y="2305"/>
                  </a:lnTo>
                  <a:lnTo>
                    <a:pt x="15826" y="1541"/>
                  </a:lnTo>
                  <a:lnTo>
                    <a:pt x="1697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h3514"/>
            <p:cNvSpPr/>
            <p:nvPr/>
          </p:nvSpPr>
          <p:spPr>
            <a:xfrm>
              <a:off x="8003163" y="3348404"/>
              <a:ext cx="34768" cy="27001"/>
            </a:xfrm>
            <a:custGeom>
              <a:avLst/>
              <a:pathLst>
                <a:path w="34768" h="27001">
                  <a:moveTo>
                    <a:pt x="25794" y="2697"/>
                  </a:moveTo>
                  <a:lnTo>
                    <a:pt x="24198" y="7204"/>
                  </a:lnTo>
                  <a:lnTo>
                    <a:pt x="27596" y="12796"/>
                  </a:lnTo>
                  <a:lnTo>
                    <a:pt x="33237" y="11732"/>
                  </a:lnTo>
                  <a:lnTo>
                    <a:pt x="34318" y="10584"/>
                  </a:lnTo>
                  <a:lnTo>
                    <a:pt x="31997" y="13717"/>
                  </a:lnTo>
                  <a:lnTo>
                    <a:pt x="32709" y="15871"/>
                  </a:lnTo>
                  <a:lnTo>
                    <a:pt x="34768" y="18024"/>
                  </a:lnTo>
                  <a:lnTo>
                    <a:pt x="31396" y="17508"/>
                  </a:lnTo>
                  <a:lnTo>
                    <a:pt x="28862" y="18115"/>
                  </a:lnTo>
                  <a:lnTo>
                    <a:pt x="25196" y="22608"/>
                  </a:lnTo>
                  <a:lnTo>
                    <a:pt x="25215" y="23971"/>
                  </a:lnTo>
                  <a:lnTo>
                    <a:pt x="23884" y="22457"/>
                  </a:lnTo>
                  <a:lnTo>
                    <a:pt x="18510" y="22739"/>
                  </a:lnTo>
                  <a:lnTo>
                    <a:pt x="14559" y="27001"/>
                  </a:lnTo>
                  <a:lnTo>
                    <a:pt x="11678" y="25918"/>
                  </a:lnTo>
                  <a:lnTo>
                    <a:pt x="10284" y="26467"/>
                  </a:lnTo>
                  <a:lnTo>
                    <a:pt x="5647" y="25832"/>
                  </a:lnTo>
                  <a:lnTo>
                    <a:pt x="6144" y="23435"/>
                  </a:lnTo>
                  <a:lnTo>
                    <a:pt x="4723" y="20742"/>
                  </a:lnTo>
                  <a:lnTo>
                    <a:pt x="2198" y="19389"/>
                  </a:lnTo>
                  <a:lnTo>
                    <a:pt x="1462" y="16809"/>
                  </a:lnTo>
                  <a:lnTo>
                    <a:pt x="2096" y="14329"/>
                  </a:lnTo>
                  <a:lnTo>
                    <a:pt x="133" y="13451"/>
                  </a:lnTo>
                  <a:lnTo>
                    <a:pt x="0" y="13227"/>
                  </a:lnTo>
                  <a:lnTo>
                    <a:pt x="3632" y="12187"/>
                  </a:lnTo>
                  <a:lnTo>
                    <a:pt x="7063" y="13075"/>
                  </a:lnTo>
                  <a:lnTo>
                    <a:pt x="6902" y="15460"/>
                  </a:lnTo>
                  <a:lnTo>
                    <a:pt x="14084" y="16558"/>
                  </a:lnTo>
                  <a:lnTo>
                    <a:pt x="18927" y="15197"/>
                  </a:lnTo>
                  <a:lnTo>
                    <a:pt x="20845" y="13378"/>
                  </a:lnTo>
                  <a:lnTo>
                    <a:pt x="19185" y="7867"/>
                  </a:lnTo>
                  <a:lnTo>
                    <a:pt x="2023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h3515"/>
            <p:cNvSpPr/>
            <p:nvPr/>
          </p:nvSpPr>
          <p:spPr>
            <a:xfrm>
              <a:off x="8029873" y="3450506"/>
              <a:ext cx="52606" cy="48876"/>
            </a:xfrm>
            <a:custGeom>
              <a:avLst/>
              <a:pathLst>
                <a:path w="52606" h="48876">
                  <a:moveTo>
                    <a:pt x="28942" y="0"/>
                  </a:moveTo>
                  <a:lnTo>
                    <a:pt x="30101" y="556"/>
                  </a:lnTo>
                  <a:lnTo>
                    <a:pt x="31443" y="2762"/>
                  </a:lnTo>
                  <a:lnTo>
                    <a:pt x="30301" y="4219"/>
                  </a:lnTo>
                  <a:lnTo>
                    <a:pt x="30945" y="7224"/>
                  </a:lnTo>
                  <a:lnTo>
                    <a:pt x="35006" y="10527"/>
                  </a:lnTo>
                  <a:lnTo>
                    <a:pt x="34068" y="12350"/>
                  </a:lnTo>
                  <a:lnTo>
                    <a:pt x="31366" y="12440"/>
                  </a:lnTo>
                  <a:lnTo>
                    <a:pt x="29196" y="14247"/>
                  </a:lnTo>
                  <a:lnTo>
                    <a:pt x="28457" y="17610"/>
                  </a:lnTo>
                  <a:lnTo>
                    <a:pt x="32157" y="17798"/>
                  </a:lnTo>
                  <a:lnTo>
                    <a:pt x="36011" y="20351"/>
                  </a:lnTo>
                  <a:lnTo>
                    <a:pt x="34027" y="22288"/>
                  </a:lnTo>
                  <a:lnTo>
                    <a:pt x="30655" y="23154"/>
                  </a:lnTo>
                  <a:lnTo>
                    <a:pt x="29194" y="28991"/>
                  </a:lnTo>
                  <a:lnTo>
                    <a:pt x="30638" y="33315"/>
                  </a:lnTo>
                  <a:lnTo>
                    <a:pt x="38370" y="38683"/>
                  </a:lnTo>
                  <a:lnTo>
                    <a:pt x="48463" y="42816"/>
                  </a:lnTo>
                  <a:lnTo>
                    <a:pt x="50949" y="44481"/>
                  </a:lnTo>
                  <a:lnTo>
                    <a:pt x="52606" y="46320"/>
                  </a:lnTo>
                  <a:lnTo>
                    <a:pt x="49608" y="48876"/>
                  </a:lnTo>
                  <a:lnTo>
                    <a:pt x="48119" y="46282"/>
                  </a:lnTo>
                  <a:lnTo>
                    <a:pt x="43373" y="45724"/>
                  </a:lnTo>
                  <a:lnTo>
                    <a:pt x="36445" y="47087"/>
                  </a:lnTo>
                  <a:lnTo>
                    <a:pt x="29084" y="44416"/>
                  </a:lnTo>
                  <a:lnTo>
                    <a:pt x="30715" y="42339"/>
                  </a:lnTo>
                  <a:lnTo>
                    <a:pt x="33395" y="41917"/>
                  </a:lnTo>
                  <a:lnTo>
                    <a:pt x="30232" y="38542"/>
                  </a:lnTo>
                  <a:lnTo>
                    <a:pt x="18057" y="35804"/>
                  </a:lnTo>
                  <a:lnTo>
                    <a:pt x="4844" y="30311"/>
                  </a:lnTo>
                  <a:lnTo>
                    <a:pt x="2926" y="28914"/>
                  </a:lnTo>
                  <a:lnTo>
                    <a:pt x="0" y="24509"/>
                  </a:lnTo>
                  <a:lnTo>
                    <a:pt x="9531" y="20753"/>
                  </a:lnTo>
                  <a:lnTo>
                    <a:pt x="9504" y="19610"/>
                  </a:lnTo>
                  <a:lnTo>
                    <a:pt x="12778" y="10349"/>
                  </a:lnTo>
                  <a:lnTo>
                    <a:pt x="17172" y="3131"/>
                  </a:lnTo>
                  <a:lnTo>
                    <a:pt x="19585" y="3349"/>
                  </a:lnTo>
                  <a:lnTo>
                    <a:pt x="21654" y="1347"/>
                  </a:lnTo>
                  <a:lnTo>
                    <a:pt x="22554" y="21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h3516"/>
            <p:cNvSpPr/>
            <p:nvPr/>
          </p:nvSpPr>
          <p:spPr>
            <a:xfrm>
              <a:off x="7953810" y="3298343"/>
              <a:ext cx="18330" cy="23358"/>
            </a:xfrm>
            <a:custGeom>
              <a:avLst/>
              <a:pathLst>
                <a:path w="18330" h="23358">
                  <a:moveTo>
                    <a:pt x="15974" y="10128"/>
                  </a:moveTo>
                  <a:lnTo>
                    <a:pt x="15809" y="12056"/>
                  </a:lnTo>
                  <a:lnTo>
                    <a:pt x="14760" y="13497"/>
                  </a:lnTo>
                  <a:lnTo>
                    <a:pt x="16739" y="14497"/>
                  </a:lnTo>
                  <a:lnTo>
                    <a:pt x="18330" y="13922"/>
                  </a:lnTo>
                  <a:lnTo>
                    <a:pt x="18232" y="14849"/>
                  </a:lnTo>
                  <a:lnTo>
                    <a:pt x="16038" y="20947"/>
                  </a:lnTo>
                  <a:lnTo>
                    <a:pt x="12298" y="20794"/>
                  </a:lnTo>
                  <a:lnTo>
                    <a:pt x="12670" y="23358"/>
                  </a:lnTo>
                  <a:lnTo>
                    <a:pt x="6676" y="20026"/>
                  </a:lnTo>
                  <a:lnTo>
                    <a:pt x="4260" y="19446"/>
                  </a:lnTo>
                  <a:lnTo>
                    <a:pt x="3710" y="20227"/>
                  </a:lnTo>
                  <a:lnTo>
                    <a:pt x="3060" y="19744"/>
                  </a:lnTo>
                  <a:lnTo>
                    <a:pt x="3925" y="14979"/>
                  </a:lnTo>
                  <a:lnTo>
                    <a:pt x="3097" y="13773"/>
                  </a:lnTo>
                  <a:lnTo>
                    <a:pt x="2033" y="14470"/>
                  </a:lnTo>
                  <a:lnTo>
                    <a:pt x="0" y="10620"/>
                  </a:lnTo>
                  <a:lnTo>
                    <a:pt x="2059" y="8668"/>
                  </a:lnTo>
                  <a:lnTo>
                    <a:pt x="2723" y="5715"/>
                  </a:lnTo>
                  <a:lnTo>
                    <a:pt x="2675" y="3129"/>
                  </a:lnTo>
                  <a:lnTo>
                    <a:pt x="1030" y="2012"/>
                  </a:lnTo>
                  <a:lnTo>
                    <a:pt x="3516" y="667"/>
                  </a:lnTo>
                  <a:lnTo>
                    <a:pt x="453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h3517"/>
            <p:cNvSpPr/>
            <p:nvPr/>
          </p:nvSpPr>
          <p:spPr>
            <a:xfrm>
              <a:off x="8053469" y="3588159"/>
              <a:ext cx="34975" cy="81605"/>
            </a:xfrm>
            <a:custGeom>
              <a:avLst/>
              <a:pathLst>
                <a:path w="34975" h="81605">
                  <a:moveTo>
                    <a:pt x="34975" y="3306"/>
                  </a:moveTo>
                  <a:lnTo>
                    <a:pt x="33121" y="9363"/>
                  </a:lnTo>
                  <a:lnTo>
                    <a:pt x="30370" y="13146"/>
                  </a:lnTo>
                  <a:lnTo>
                    <a:pt x="28246" y="24422"/>
                  </a:lnTo>
                  <a:lnTo>
                    <a:pt x="28668" y="26090"/>
                  </a:lnTo>
                  <a:lnTo>
                    <a:pt x="33576" y="26395"/>
                  </a:lnTo>
                  <a:lnTo>
                    <a:pt x="33630" y="30978"/>
                  </a:lnTo>
                  <a:lnTo>
                    <a:pt x="31092" y="31295"/>
                  </a:lnTo>
                  <a:lnTo>
                    <a:pt x="30588" y="35298"/>
                  </a:lnTo>
                  <a:lnTo>
                    <a:pt x="26501" y="49015"/>
                  </a:lnTo>
                  <a:lnTo>
                    <a:pt x="26067" y="59972"/>
                  </a:lnTo>
                  <a:lnTo>
                    <a:pt x="25802" y="67625"/>
                  </a:lnTo>
                  <a:lnTo>
                    <a:pt x="22967" y="76267"/>
                  </a:lnTo>
                  <a:lnTo>
                    <a:pt x="20098" y="81605"/>
                  </a:lnTo>
                  <a:lnTo>
                    <a:pt x="0" y="64487"/>
                  </a:lnTo>
                  <a:lnTo>
                    <a:pt x="1442" y="64707"/>
                  </a:lnTo>
                  <a:lnTo>
                    <a:pt x="3470" y="63819"/>
                  </a:lnTo>
                  <a:lnTo>
                    <a:pt x="8557" y="56848"/>
                  </a:lnTo>
                  <a:lnTo>
                    <a:pt x="8806" y="44024"/>
                  </a:lnTo>
                  <a:lnTo>
                    <a:pt x="4984" y="42188"/>
                  </a:lnTo>
                  <a:lnTo>
                    <a:pt x="2902" y="38324"/>
                  </a:lnTo>
                  <a:lnTo>
                    <a:pt x="4708" y="37114"/>
                  </a:lnTo>
                  <a:lnTo>
                    <a:pt x="6262" y="38282"/>
                  </a:lnTo>
                  <a:lnTo>
                    <a:pt x="6221" y="39314"/>
                  </a:lnTo>
                  <a:lnTo>
                    <a:pt x="8579" y="39139"/>
                  </a:lnTo>
                  <a:lnTo>
                    <a:pt x="17352" y="35536"/>
                  </a:lnTo>
                  <a:lnTo>
                    <a:pt x="19134" y="33306"/>
                  </a:lnTo>
                  <a:lnTo>
                    <a:pt x="18913" y="31834"/>
                  </a:lnTo>
                  <a:lnTo>
                    <a:pt x="16061" y="27412"/>
                  </a:lnTo>
                  <a:lnTo>
                    <a:pt x="12593" y="26265"/>
                  </a:lnTo>
                  <a:lnTo>
                    <a:pt x="16251" y="21273"/>
                  </a:lnTo>
                  <a:lnTo>
                    <a:pt x="14054" y="17528"/>
                  </a:lnTo>
                  <a:lnTo>
                    <a:pt x="9490" y="17074"/>
                  </a:lnTo>
                  <a:lnTo>
                    <a:pt x="9050" y="14350"/>
                  </a:lnTo>
                  <a:lnTo>
                    <a:pt x="13092" y="6565"/>
                  </a:lnTo>
                  <a:lnTo>
                    <a:pt x="13060" y="4714"/>
                  </a:lnTo>
                  <a:lnTo>
                    <a:pt x="13649" y="207"/>
                  </a:lnTo>
                  <a:lnTo>
                    <a:pt x="16497" y="256"/>
                  </a:lnTo>
                  <a:lnTo>
                    <a:pt x="20300" y="1953"/>
                  </a:lnTo>
                  <a:lnTo>
                    <a:pt x="21664" y="5054"/>
                  </a:lnTo>
                  <a:lnTo>
                    <a:pt x="18363" y="4906"/>
                  </a:lnTo>
                  <a:lnTo>
                    <a:pt x="18323" y="6702"/>
                  </a:lnTo>
                  <a:lnTo>
                    <a:pt x="19525" y="9006"/>
                  </a:lnTo>
                  <a:lnTo>
                    <a:pt x="24768" y="5602"/>
                  </a:lnTo>
                  <a:lnTo>
                    <a:pt x="29899" y="929"/>
                  </a:lnTo>
                  <a:lnTo>
                    <a:pt x="3203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h3518"/>
            <p:cNvSpPr/>
            <p:nvPr/>
          </p:nvSpPr>
          <p:spPr>
            <a:xfrm>
              <a:off x="7908957" y="3271684"/>
              <a:ext cx="52391" cy="48073"/>
            </a:xfrm>
            <a:custGeom>
              <a:avLst/>
              <a:pathLst>
                <a:path w="52391" h="48073">
                  <a:moveTo>
                    <a:pt x="46958" y="504"/>
                  </a:moveTo>
                  <a:lnTo>
                    <a:pt x="46203" y="3734"/>
                  </a:lnTo>
                  <a:lnTo>
                    <a:pt x="46843" y="9224"/>
                  </a:lnTo>
                  <a:lnTo>
                    <a:pt x="48441" y="11468"/>
                  </a:lnTo>
                  <a:lnTo>
                    <a:pt x="50344" y="12172"/>
                  </a:lnTo>
                  <a:lnTo>
                    <a:pt x="51802" y="13723"/>
                  </a:lnTo>
                  <a:lnTo>
                    <a:pt x="52240" y="17052"/>
                  </a:lnTo>
                  <a:lnTo>
                    <a:pt x="52391" y="20189"/>
                  </a:lnTo>
                  <a:lnTo>
                    <a:pt x="49395" y="24148"/>
                  </a:lnTo>
                  <a:lnTo>
                    <a:pt x="46503" y="25591"/>
                  </a:lnTo>
                  <a:lnTo>
                    <a:pt x="41300" y="26802"/>
                  </a:lnTo>
                  <a:lnTo>
                    <a:pt x="34692" y="35192"/>
                  </a:lnTo>
                  <a:lnTo>
                    <a:pt x="32588" y="36710"/>
                  </a:lnTo>
                  <a:lnTo>
                    <a:pt x="32116" y="38396"/>
                  </a:lnTo>
                  <a:lnTo>
                    <a:pt x="32684" y="39080"/>
                  </a:lnTo>
                  <a:lnTo>
                    <a:pt x="30337" y="39216"/>
                  </a:lnTo>
                  <a:lnTo>
                    <a:pt x="29890" y="37845"/>
                  </a:lnTo>
                  <a:lnTo>
                    <a:pt x="28155" y="37776"/>
                  </a:lnTo>
                  <a:lnTo>
                    <a:pt x="27624" y="40138"/>
                  </a:lnTo>
                  <a:lnTo>
                    <a:pt x="31020" y="46325"/>
                  </a:lnTo>
                  <a:lnTo>
                    <a:pt x="29843" y="46264"/>
                  </a:lnTo>
                  <a:lnTo>
                    <a:pt x="27397" y="48073"/>
                  </a:lnTo>
                  <a:lnTo>
                    <a:pt x="25460" y="45997"/>
                  </a:lnTo>
                  <a:lnTo>
                    <a:pt x="25936" y="45362"/>
                  </a:lnTo>
                  <a:lnTo>
                    <a:pt x="23802" y="43527"/>
                  </a:lnTo>
                  <a:lnTo>
                    <a:pt x="22945" y="43795"/>
                  </a:lnTo>
                  <a:lnTo>
                    <a:pt x="21767" y="36274"/>
                  </a:lnTo>
                  <a:lnTo>
                    <a:pt x="23127" y="33719"/>
                  </a:lnTo>
                  <a:lnTo>
                    <a:pt x="28808" y="28682"/>
                  </a:lnTo>
                  <a:lnTo>
                    <a:pt x="27994" y="27021"/>
                  </a:lnTo>
                  <a:lnTo>
                    <a:pt x="25559" y="25178"/>
                  </a:lnTo>
                  <a:lnTo>
                    <a:pt x="24138" y="24995"/>
                  </a:lnTo>
                  <a:lnTo>
                    <a:pt x="23614" y="21244"/>
                  </a:lnTo>
                  <a:lnTo>
                    <a:pt x="21288" y="20407"/>
                  </a:lnTo>
                  <a:lnTo>
                    <a:pt x="18819" y="21413"/>
                  </a:lnTo>
                  <a:lnTo>
                    <a:pt x="17077" y="23971"/>
                  </a:lnTo>
                  <a:lnTo>
                    <a:pt x="13540" y="25820"/>
                  </a:lnTo>
                  <a:lnTo>
                    <a:pt x="12603" y="26563"/>
                  </a:lnTo>
                  <a:lnTo>
                    <a:pt x="6360" y="26993"/>
                  </a:lnTo>
                  <a:lnTo>
                    <a:pt x="5336" y="25361"/>
                  </a:lnTo>
                  <a:lnTo>
                    <a:pt x="5780" y="24510"/>
                  </a:lnTo>
                  <a:lnTo>
                    <a:pt x="7568" y="24146"/>
                  </a:lnTo>
                  <a:lnTo>
                    <a:pt x="7471" y="23303"/>
                  </a:lnTo>
                  <a:lnTo>
                    <a:pt x="4531" y="19293"/>
                  </a:lnTo>
                  <a:lnTo>
                    <a:pt x="1216" y="17409"/>
                  </a:lnTo>
                  <a:lnTo>
                    <a:pt x="0" y="14610"/>
                  </a:lnTo>
                  <a:lnTo>
                    <a:pt x="677" y="11769"/>
                  </a:lnTo>
                  <a:lnTo>
                    <a:pt x="3603" y="8287"/>
                  </a:lnTo>
                  <a:lnTo>
                    <a:pt x="7164" y="7591"/>
                  </a:lnTo>
                  <a:lnTo>
                    <a:pt x="6499" y="5380"/>
                  </a:lnTo>
                  <a:lnTo>
                    <a:pt x="7990" y="4805"/>
                  </a:lnTo>
                  <a:lnTo>
                    <a:pt x="10644" y="5831"/>
                  </a:lnTo>
                  <a:lnTo>
                    <a:pt x="17915" y="16746"/>
                  </a:lnTo>
                  <a:lnTo>
                    <a:pt x="20614" y="18970"/>
                  </a:lnTo>
                  <a:lnTo>
                    <a:pt x="22108" y="18250"/>
                  </a:lnTo>
                  <a:lnTo>
                    <a:pt x="23512" y="15891"/>
                  </a:lnTo>
                  <a:lnTo>
                    <a:pt x="26097" y="17374"/>
                  </a:lnTo>
                  <a:lnTo>
                    <a:pt x="30020" y="17724"/>
                  </a:lnTo>
                  <a:lnTo>
                    <a:pt x="32495" y="14240"/>
                  </a:lnTo>
                  <a:lnTo>
                    <a:pt x="37451" y="14057"/>
                  </a:lnTo>
                  <a:lnTo>
                    <a:pt x="42910" y="15292"/>
                  </a:lnTo>
                  <a:lnTo>
                    <a:pt x="42283" y="10441"/>
                  </a:lnTo>
                  <a:lnTo>
                    <a:pt x="40937" y="9892"/>
                  </a:lnTo>
                  <a:lnTo>
                    <a:pt x="43393" y="2255"/>
                  </a:lnTo>
                  <a:lnTo>
                    <a:pt x="4643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h3519"/>
            <p:cNvSpPr/>
            <p:nvPr/>
          </p:nvSpPr>
          <p:spPr>
            <a:xfrm>
              <a:off x="7957105" y="3373362"/>
              <a:ext cx="39109" cy="80300"/>
            </a:xfrm>
            <a:custGeom>
              <a:avLst/>
              <a:pathLst>
                <a:path w="39109" h="80300">
                  <a:moveTo>
                    <a:pt x="18461" y="4140"/>
                  </a:moveTo>
                  <a:lnTo>
                    <a:pt x="17505" y="3671"/>
                  </a:lnTo>
                  <a:lnTo>
                    <a:pt x="13084" y="5975"/>
                  </a:lnTo>
                  <a:lnTo>
                    <a:pt x="14807" y="9073"/>
                  </a:lnTo>
                  <a:lnTo>
                    <a:pt x="13416" y="14024"/>
                  </a:lnTo>
                  <a:lnTo>
                    <a:pt x="10231" y="15417"/>
                  </a:lnTo>
                  <a:lnTo>
                    <a:pt x="8492" y="18483"/>
                  </a:lnTo>
                  <a:lnTo>
                    <a:pt x="9537" y="19484"/>
                  </a:lnTo>
                  <a:lnTo>
                    <a:pt x="12974" y="17971"/>
                  </a:lnTo>
                  <a:lnTo>
                    <a:pt x="24456" y="21820"/>
                  </a:lnTo>
                  <a:lnTo>
                    <a:pt x="26271" y="23139"/>
                  </a:lnTo>
                  <a:lnTo>
                    <a:pt x="26884" y="26339"/>
                  </a:lnTo>
                  <a:lnTo>
                    <a:pt x="26431" y="27194"/>
                  </a:lnTo>
                  <a:lnTo>
                    <a:pt x="29238" y="28372"/>
                  </a:lnTo>
                  <a:lnTo>
                    <a:pt x="28733" y="31086"/>
                  </a:lnTo>
                  <a:lnTo>
                    <a:pt x="31883" y="31850"/>
                  </a:lnTo>
                  <a:lnTo>
                    <a:pt x="31662" y="32860"/>
                  </a:lnTo>
                  <a:lnTo>
                    <a:pt x="23958" y="33770"/>
                  </a:lnTo>
                  <a:lnTo>
                    <a:pt x="22168" y="35140"/>
                  </a:lnTo>
                  <a:lnTo>
                    <a:pt x="18174" y="44096"/>
                  </a:lnTo>
                  <a:lnTo>
                    <a:pt x="18350" y="46262"/>
                  </a:lnTo>
                  <a:lnTo>
                    <a:pt x="20318" y="49338"/>
                  </a:lnTo>
                  <a:lnTo>
                    <a:pt x="20052" y="54313"/>
                  </a:lnTo>
                  <a:lnTo>
                    <a:pt x="20897" y="55763"/>
                  </a:lnTo>
                  <a:lnTo>
                    <a:pt x="22437" y="56394"/>
                  </a:lnTo>
                  <a:lnTo>
                    <a:pt x="28969" y="65955"/>
                  </a:lnTo>
                  <a:lnTo>
                    <a:pt x="31230" y="64894"/>
                  </a:lnTo>
                  <a:lnTo>
                    <a:pt x="35722" y="68261"/>
                  </a:lnTo>
                  <a:lnTo>
                    <a:pt x="39109" y="68104"/>
                  </a:lnTo>
                  <a:lnTo>
                    <a:pt x="38902" y="70522"/>
                  </a:lnTo>
                  <a:lnTo>
                    <a:pt x="33871" y="74318"/>
                  </a:lnTo>
                  <a:lnTo>
                    <a:pt x="31884" y="77132"/>
                  </a:lnTo>
                  <a:lnTo>
                    <a:pt x="32090" y="80300"/>
                  </a:lnTo>
                  <a:lnTo>
                    <a:pt x="29238" y="80185"/>
                  </a:lnTo>
                  <a:lnTo>
                    <a:pt x="28305" y="78941"/>
                  </a:lnTo>
                  <a:lnTo>
                    <a:pt x="27921" y="70378"/>
                  </a:lnTo>
                  <a:lnTo>
                    <a:pt x="21596" y="66352"/>
                  </a:lnTo>
                  <a:lnTo>
                    <a:pt x="19035" y="63604"/>
                  </a:lnTo>
                  <a:lnTo>
                    <a:pt x="8794" y="62043"/>
                  </a:lnTo>
                  <a:lnTo>
                    <a:pt x="2396" y="67975"/>
                  </a:lnTo>
                  <a:lnTo>
                    <a:pt x="1511" y="67489"/>
                  </a:lnTo>
                  <a:lnTo>
                    <a:pt x="2342" y="64941"/>
                  </a:lnTo>
                  <a:lnTo>
                    <a:pt x="6763" y="60190"/>
                  </a:lnTo>
                  <a:lnTo>
                    <a:pt x="7496" y="58291"/>
                  </a:lnTo>
                  <a:lnTo>
                    <a:pt x="0" y="55341"/>
                  </a:lnTo>
                  <a:lnTo>
                    <a:pt x="3728" y="53730"/>
                  </a:lnTo>
                  <a:lnTo>
                    <a:pt x="5155" y="48220"/>
                  </a:lnTo>
                  <a:lnTo>
                    <a:pt x="5596" y="40786"/>
                  </a:lnTo>
                  <a:lnTo>
                    <a:pt x="4761" y="32971"/>
                  </a:lnTo>
                  <a:lnTo>
                    <a:pt x="3611" y="31575"/>
                  </a:lnTo>
                  <a:lnTo>
                    <a:pt x="6217" y="32647"/>
                  </a:lnTo>
                  <a:lnTo>
                    <a:pt x="7582" y="30937"/>
                  </a:lnTo>
                  <a:lnTo>
                    <a:pt x="6518" y="21238"/>
                  </a:lnTo>
                  <a:lnTo>
                    <a:pt x="2033" y="16026"/>
                  </a:lnTo>
                  <a:lnTo>
                    <a:pt x="2443" y="10513"/>
                  </a:lnTo>
                  <a:lnTo>
                    <a:pt x="276" y="9831"/>
                  </a:lnTo>
                  <a:lnTo>
                    <a:pt x="5737" y="9041"/>
                  </a:lnTo>
                  <a:lnTo>
                    <a:pt x="7711" y="5426"/>
                  </a:lnTo>
                  <a:lnTo>
                    <a:pt x="3069" y="4064"/>
                  </a:lnTo>
                  <a:lnTo>
                    <a:pt x="2262" y="2445"/>
                  </a:lnTo>
                  <a:lnTo>
                    <a:pt x="2435" y="614"/>
                  </a:lnTo>
                  <a:lnTo>
                    <a:pt x="5203" y="877"/>
                  </a:lnTo>
                  <a:lnTo>
                    <a:pt x="6953" y="2668"/>
                  </a:lnTo>
                  <a:lnTo>
                    <a:pt x="1104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h3520"/>
            <p:cNvSpPr/>
            <p:nvPr/>
          </p:nvSpPr>
          <p:spPr>
            <a:xfrm>
              <a:off x="7910818" y="3251347"/>
              <a:ext cx="47420" cy="39308"/>
            </a:xfrm>
            <a:custGeom>
              <a:avLst/>
              <a:pathLst>
                <a:path w="47420" h="39308">
                  <a:moveTo>
                    <a:pt x="43501" y="161"/>
                  </a:moveTo>
                  <a:lnTo>
                    <a:pt x="45494" y="2081"/>
                  </a:lnTo>
                  <a:lnTo>
                    <a:pt x="47420" y="5613"/>
                  </a:lnTo>
                  <a:lnTo>
                    <a:pt x="44940" y="9387"/>
                  </a:lnTo>
                  <a:lnTo>
                    <a:pt x="43800" y="9699"/>
                  </a:lnTo>
                  <a:lnTo>
                    <a:pt x="42441" y="16235"/>
                  </a:lnTo>
                  <a:lnTo>
                    <a:pt x="42858" y="17269"/>
                  </a:lnTo>
                  <a:lnTo>
                    <a:pt x="43969" y="16957"/>
                  </a:lnTo>
                  <a:lnTo>
                    <a:pt x="44736" y="17763"/>
                  </a:lnTo>
                  <a:lnTo>
                    <a:pt x="44570" y="20337"/>
                  </a:lnTo>
                  <a:lnTo>
                    <a:pt x="41532" y="22592"/>
                  </a:lnTo>
                  <a:lnTo>
                    <a:pt x="39077" y="30229"/>
                  </a:lnTo>
                  <a:lnTo>
                    <a:pt x="40422" y="30779"/>
                  </a:lnTo>
                  <a:lnTo>
                    <a:pt x="41050" y="35629"/>
                  </a:lnTo>
                  <a:lnTo>
                    <a:pt x="35590" y="34395"/>
                  </a:lnTo>
                  <a:lnTo>
                    <a:pt x="30634" y="34577"/>
                  </a:lnTo>
                  <a:lnTo>
                    <a:pt x="28159" y="38061"/>
                  </a:lnTo>
                  <a:lnTo>
                    <a:pt x="24236" y="37712"/>
                  </a:lnTo>
                  <a:lnTo>
                    <a:pt x="21652" y="36229"/>
                  </a:lnTo>
                  <a:lnTo>
                    <a:pt x="20247" y="38587"/>
                  </a:lnTo>
                  <a:lnTo>
                    <a:pt x="18753" y="39308"/>
                  </a:lnTo>
                  <a:lnTo>
                    <a:pt x="16054" y="37083"/>
                  </a:lnTo>
                  <a:lnTo>
                    <a:pt x="8783" y="26168"/>
                  </a:lnTo>
                  <a:lnTo>
                    <a:pt x="6129" y="25142"/>
                  </a:lnTo>
                  <a:lnTo>
                    <a:pt x="4638" y="25717"/>
                  </a:lnTo>
                  <a:lnTo>
                    <a:pt x="5222" y="24109"/>
                  </a:lnTo>
                  <a:lnTo>
                    <a:pt x="5038" y="19399"/>
                  </a:lnTo>
                  <a:lnTo>
                    <a:pt x="1326" y="14924"/>
                  </a:lnTo>
                  <a:lnTo>
                    <a:pt x="0" y="11728"/>
                  </a:lnTo>
                  <a:lnTo>
                    <a:pt x="495" y="11156"/>
                  </a:lnTo>
                  <a:lnTo>
                    <a:pt x="1955" y="12480"/>
                  </a:lnTo>
                  <a:lnTo>
                    <a:pt x="4924" y="12701"/>
                  </a:lnTo>
                  <a:lnTo>
                    <a:pt x="5854" y="9515"/>
                  </a:lnTo>
                  <a:lnTo>
                    <a:pt x="6827" y="5391"/>
                  </a:lnTo>
                  <a:lnTo>
                    <a:pt x="9272" y="5959"/>
                  </a:lnTo>
                  <a:lnTo>
                    <a:pt x="8666" y="8225"/>
                  </a:lnTo>
                  <a:lnTo>
                    <a:pt x="10662" y="9976"/>
                  </a:lnTo>
                  <a:lnTo>
                    <a:pt x="14676" y="11005"/>
                  </a:lnTo>
                  <a:lnTo>
                    <a:pt x="17165" y="7790"/>
                  </a:lnTo>
                  <a:lnTo>
                    <a:pt x="18282" y="8887"/>
                  </a:lnTo>
                  <a:lnTo>
                    <a:pt x="24773" y="10487"/>
                  </a:lnTo>
                  <a:lnTo>
                    <a:pt x="30614" y="9318"/>
                  </a:lnTo>
                  <a:lnTo>
                    <a:pt x="35723" y="7127"/>
                  </a:lnTo>
                  <a:lnTo>
                    <a:pt x="35950" y="4281"/>
                  </a:lnTo>
                  <a:lnTo>
                    <a:pt x="34180" y="3209"/>
                  </a:lnTo>
                  <a:lnTo>
                    <a:pt x="3574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h3521"/>
            <p:cNvSpPr/>
            <p:nvPr/>
          </p:nvSpPr>
          <p:spPr>
            <a:xfrm>
              <a:off x="7851263" y="3385543"/>
              <a:ext cx="57112" cy="71981"/>
            </a:xfrm>
            <a:custGeom>
              <a:avLst/>
              <a:pathLst>
                <a:path w="57112" h="71981">
                  <a:moveTo>
                    <a:pt x="47297" y="0"/>
                  </a:moveTo>
                  <a:lnTo>
                    <a:pt x="48866" y="2009"/>
                  </a:lnTo>
                  <a:lnTo>
                    <a:pt x="49672" y="5080"/>
                  </a:lnTo>
                  <a:lnTo>
                    <a:pt x="48359" y="6321"/>
                  </a:lnTo>
                  <a:lnTo>
                    <a:pt x="48445" y="9167"/>
                  </a:lnTo>
                  <a:lnTo>
                    <a:pt x="50389" y="11712"/>
                  </a:lnTo>
                  <a:lnTo>
                    <a:pt x="50096" y="14242"/>
                  </a:lnTo>
                  <a:lnTo>
                    <a:pt x="47790" y="18864"/>
                  </a:lnTo>
                  <a:lnTo>
                    <a:pt x="48709" y="23086"/>
                  </a:lnTo>
                  <a:lnTo>
                    <a:pt x="57112" y="31753"/>
                  </a:lnTo>
                  <a:lnTo>
                    <a:pt x="56880" y="37830"/>
                  </a:lnTo>
                  <a:lnTo>
                    <a:pt x="55806" y="40481"/>
                  </a:lnTo>
                  <a:lnTo>
                    <a:pt x="53298" y="41793"/>
                  </a:lnTo>
                  <a:lnTo>
                    <a:pt x="52322" y="46444"/>
                  </a:lnTo>
                  <a:lnTo>
                    <a:pt x="52663" y="49923"/>
                  </a:lnTo>
                  <a:lnTo>
                    <a:pt x="54625" y="50787"/>
                  </a:lnTo>
                  <a:lnTo>
                    <a:pt x="54512" y="52744"/>
                  </a:lnTo>
                  <a:lnTo>
                    <a:pt x="53515" y="53293"/>
                  </a:lnTo>
                  <a:lnTo>
                    <a:pt x="51097" y="54523"/>
                  </a:lnTo>
                  <a:lnTo>
                    <a:pt x="46593" y="54872"/>
                  </a:lnTo>
                  <a:lnTo>
                    <a:pt x="49414" y="59159"/>
                  </a:lnTo>
                  <a:lnTo>
                    <a:pt x="47261" y="59692"/>
                  </a:lnTo>
                  <a:lnTo>
                    <a:pt x="44219" y="59016"/>
                  </a:lnTo>
                  <a:lnTo>
                    <a:pt x="42588" y="60005"/>
                  </a:lnTo>
                  <a:lnTo>
                    <a:pt x="39404" y="64298"/>
                  </a:lnTo>
                  <a:lnTo>
                    <a:pt x="37983" y="67561"/>
                  </a:lnTo>
                  <a:lnTo>
                    <a:pt x="33792" y="71826"/>
                  </a:lnTo>
                  <a:lnTo>
                    <a:pt x="25705" y="71981"/>
                  </a:lnTo>
                  <a:lnTo>
                    <a:pt x="25047" y="70355"/>
                  </a:lnTo>
                  <a:lnTo>
                    <a:pt x="19762" y="68353"/>
                  </a:lnTo>
                  <a:lnTo>
                    <a:pt x="16178" y="68396"/>
                  </a:lnTo>
                  <a:lnTo>
                    <a:pt x="13056" y="70478"/>
                  </a:lnTo>
                  <a:lnTo>
                    <a:pt x="0" y="66290"/>
                  </a:lnTo>
                  <a:lnTo>
                    <a:pt x="3183" y="64964"/>
                  </a:lnTo>
                  <a:lnTo>
                    <a:pt x="603" y="59672"/>
                  </a:lnTo>
                  <a:lnTo>
                    <a:pt x="1418" y="56483"/>
                  </a:lnTo>
                  <a:lnTo>
                    <a:pt x="6839" y="56038"/>
                  </a:lnTo>
                  <a:lnTo>
                    <a:pt x="11902" y="50140"/>
                  </a:lnTo>
                  <a:lnTo>
                    <a:pt x="22914" y="47120"/>
                  </a:lnTo>
                  <a:lnTo>
                    <a:pt x="25304" y="38080"/>
                  </a:lnTo>
                  <a:lnTo>
                    <a:pt x="30023" y="31302"/>
                  </a:lnTo>
                  <a:lnTo>
                    <a:pt x="30371" y="26060"/>
                  </a:lnTo>
                  <a:lnTo>
                    <a:pt x="32518" y="21895"/>
                  </a:lnTo>
                  <a:lnTo>
                    <a:pt x="35074" y="11437"/>
                  </a:lnTo>
                  <a:lnTo>
                    <a:pt x="35010" y="8256"/>
                  </a:lnTo>
                  <a:lnTo>
                    <a:pt x="41782" y="6756"/>
                  </a:lnTo>
                  <a:lnTo>
                    <a:pt x="46004" y="517"/>
                  </a:lnTo>
                  <a:lnTo>
                    <a:pt x="44971" y="2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h3522"/>
            <p:cNvSpPr/>
            <p:nvPr/>
          </p:nvSpPr>
          <p:spPr>
            <a:xfrm>
              <a:off x="8092097" y="3600110"/>
              <a:ext cx="10823" cy="16020"/>
            </a:xfrm>
            <a:custGeom>
              <a:avLst/>
              <a:pathLst>
                <a:path w="10823" h="16020">
                  <a:moveTo>
                    <a:pt x="10823" y="7695"/>
                  </a:moveTo>
                  <a:lnTo>
                    <a:pt x="9114" y="8984"/>
                  </a:lnTo>
                  <a:lnTo>
                    <a:pt x="9332" y="11261"/>
                  </a:lnTo>
                  <a:lnTo>
                    <a:pt x="8506" y="13406"/>
                  </a:lnTo>
                  <a:lnTo>
                    <a:pt x="6350" y="16020"/>
                  </a:lnTo>
                  <a:lnTo>
                    <a:pt x="2157" y="15869"/>
                  </a:lnTo>
                  <a:lnTo>
                    <a:pt x="0" y="10868"/>
                  </a:lnTo>
                  <a:lnTo>
                    <a:pt x="3770" y="6170"/>
                  </a:lnTo>
                  <a:lnTo>
                    <a:pt x="401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h3523"/>
            <p:cNvSpPr/>
            <p:nvPr/>
          </p:nvSpPr>
          <p:spPr>
            <a:xfrm>
              <a:off x="8038517" y="3304536"/>
              <a:ext cx="40552" cy="24233"/>
            </a:xfrm>
            <a:custGeom>
              <a:avLst/>
              <a:pathLst>
                <a:path w="40552" h="24233">
                  <a:moveTo>
                    <a:pt x="7920" y="0"/>
                  </a:moveTo>
                  <a:lnTo>
                    <a:pt x="12767" y="3800"/>
                  </a:lnTo>
                  <a:lnTo>
                    <a:pt x="22807" y="3504"/>
                  </a:lnTo>
                  <a:lnTo>
                    <a:pt x="29540" y="6439"/>
                  </a:lnTo>
                  <a:lnTo>
                    <a:pt x="30944" y="10252"/>
                  </a:lnTo>
                  <a:lnTo>
                    <a:pt x="33469" y="12545"/>
                  </a:lnTo>
                  <a:lnTo>
                    <a:pt x="34038" y="12816"/>
                  </a:lnTo>
                  <a:lnTo>
                    <a:pt x="36777" y="9620"/>
                  </a:lnTo>
                  <a:lnTo>
                    <a:pt x="40552" y="13072"/>
                  </a:lnTo>
                  <a:lnTo>
                    <a:pt x="32739" y="22457"/>
                  </a:lnTo>
                  <a:lnTo>
                    <a:pt x="28355" y="19210"/>
                  </a:lnTo>
                  <a:lnTo>
                    <a:pt x="26527" y="21273"/>
                  </a:lnTo>
                  <a:lnTo>
                    <a:pt x="22660" y="17203"/>
                  </a:lnTo>
                  <a:lnTo>
                    <a:pt x="19291" y="21015"/>
                  </a:lnTo>
                  <a:lnTo>
                    <a:pt x="15945" y="17811"/>
                  </a:lnTo>
                  <a:lnTo>
                    <a:pt x="11193" y="18031"/>
                  </a:lnTo>
                  <a:lnTo>
                    <a:pt x="10603" y="19641"/>
                  </a:lnTo>
                  <a:lnTo>
                    <a:pt x="11097" y="22036"/>
                  </a:lnTo>
                  <a:lnTo>
                    <a:pt x="8045" y="24233"/>
                  </a:lnTo>
                  <a:lnTo>
                    <a:pt x="6381" y="23084"/>
                  </a:lnTo>
                  <a:lnTo>
                    <a:pt x="4080" y="18654"/>
                  </a:lnTo>
                  <a:lnTo>
                    <a:pt x="4040" y="12822"/>
                  </a:lnTo>
                  <a:lnTo>
                    <a:pt x="785" y="12691"/>
                  </a:lnTo>
                  <a:lnTo>
                    <a:pt x="0" y="2149"/>
                  </a:lnTo>
                  <a:lnTo>
                    <a:pt x="703" y="1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h3524"/>
            <p:cNvSpPr/>
            <p:nvPr/>
          </p:nvSpPr>
          <p:spPr>
            <a:xfrm>
              <a:off x="7955460" y="3288737"/>
              <a:ext cx="17011" cy="24103"/>
            </a:xfrm>
            <a:custGeom>
              <a:avLst/>
              <a:pathLst>
                <a:path w="17011" h="24103">
                  <a:moveTo>
                    <a:pt x="8983" y="2309"/>
                  </a:moveTo>
                  <a:lnTo>
                    <a:pt x="10613" y="4600"/>
                  </a:lnTo>
                  <a:lnTo>
                    <a:pt x="14356" y="6424"/>
                  </a:lnTo>
                  <a:lnTo>
                    <a:pt x="16716" y="6231"/>
                  </a:lnTo>
                  <a:lnTo>
                    <a:pt x="13469" y="14155"/>
                  </a:lnTo>
                  <a:lnTo>
                    <a:pt x="17011" y="16439"/>
                  </a:lnTo>
                  <a:lnTo>
                    <a:pt x="16679" y="23528"/>
                  </a:lnTo>
                  <a:lnTo>
                    <a:pt x="15088" y="24103"/>
                  </a:lnTo>
                  <a:lnTo>
                    <a:pt x="13109" y="23103"/>
                  </a:lnTo>
                  <a:lnTo>
                    <a:pt x="14159" y="21662"/>
                  </a:lnTo>
                  <a:lnTo>
                    <a:pt x="14323" y="19734"/>
                  </a:lnTo>
                  <a:lnTo>
                    <a:pt x="2881" y="9606"/>
                  </a:lnTo>
                  <a:lnTo>
                    <a:pt x="1866" y="10273"/>
                  </a:lnTo>
                  <a:lnTo>
                    <a:pt x="0" y="8538"/>
                  </a:lnTo>
                  <a:lnTo>
                    <a:pt x="2891" y="7095"/>
                  </a:lnTo>
                  <a:lnTo>
                    <a:pt x="5887" y="3136"/>
                  </a:lnTo>
                  <a:lnTo>
                    <a:pt x="573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h3525"/>
            <p:cNvSpPr/>
            <p:nvPr/>
          </p:nvSpPr>
          <p:spPr>
            <a:xfrm>
              <a:off x="8254657" y="3393779"/>
              <a:ext cx="48634" cy="69829"/>
            </a:xfrm>
            <a:custGeom>
              <a:avLst/>
              <a:pathLst>
                <a:path w="48634" h="69829">
                  <a:moveTo>
                    <a:pt x="8301" y="0"/>
                  </a:moveTo>
                  <a:lnTo>
                    <a:pt x="12270" y="368"/>
                  </a:lnTo>
                  <a:lnTo>
                    <a:pt x="10768" y="1044"/>
                  </a:lnTo>
                  <a:lnTo>
                    <a:pt x="10935" y="1849"/>
                  </a:lnTo>
                  <a:lnTo>
                    <a:pt x="13777" y="1985"/>
                  </a:lnTo>
                  <a:lnTo>
                    <a:pt x="15607" y="10508"/>
                  </a:lnTo>
                  <a:lnTo>
                    <a:pt x="18676" y="13580"/>
                  </a:lnTo>
                  <a:lnTo>
                    <a:pt x="21321" y="15102"/>
                  </a:lnTo>
                  <a:lnTo>
                    <a:pt x="31453" y="15012"/>
                  </a:lnTo>
                  <a:lnTo>
                    <a:pt x="36137" y="15968"/>
                  </a:lnTo>
                  <a:lnTo>
                    <a:pt x="35710" y="20871"/>
                  </a:lnTo>
                  <a:lnTo>
                    <a:pt x="43787" y="19971"/>
                  </a:lnTo>
                  <a:lnTo>
                    <a:pt x="46327" y="22126"/>
                  </a:lnTo>
                  <a:lnTo>
                    <a:pt x="48634" y="25790"/>
                  </a:lnTo>
                  <a:lnTo>
                    <a:pt x="41511" y="48652"/>
                  </a:lnTo>
                  <a:lnTo>
                    <a:pt x="42367" y="51821"/>
                  </a:lnTo>
                  <a:lnTo>
                    <a:pt x="45813" y="57591"/>
                  </a:lnTo>
                  <a:lnTo>
                    <a:pt x="42909" y="59908"/>
                  </a:lnTo>
                  <a:lnTo>
                    <a:pt x="42524" y="61893"/>
                  </a:lnTo>
                  <a:lnTo>
                    <a:pt x="42873" y="63904"/>
                  </a:lnTo>
                  <a:lnTo>
                    <a:pt x="45449" y="63358"/>
                  </a:lnTo>
                  <a:lnTo>
                    <a:pt x="44959" y="66283"/>
                  </a:lnTo>
                  <a:lnTo>
                    <a:pt x="367" y="69829"/>
                  </a:lnTo>
                  <a:lnTo>
                    <a:pt x="0" y="60545"/>
                  </a:lnTo>
                  <a:lnTo>
                    <a:pt x="2018" y="58099"/>
                  </a:lnTo>
                  <a:lnTo>
                    <a:pt x="9100" y="55452"/>
                  </a:lnTo>
                  <a:lnTo>
                    <a:pt x="10726" y="56017"/>
                  </a:lnTo>
                  <a:lnTo>
                    <a:pt x="10073" y="62841"/>
                  </a:lnTo>
                  <a:lnTo>
                    <a:pt x="15947" y="62449"/>
                  </a:lnTo>
                  <a:lnTo>
                    <a:pt x="15816" y="59880"/>
                  </a:lnTo>
                  <a:lnTo>
                    <a:pt x="17389" y="58983"/>
                  </a:lnTo>
                  <a:lnTo>
                    <a:pt x="22368" y="59177"/>
                  </a:lnTo>
                  <a:lnTo>
                    <a:pt x="22655" y="61931"/>
                  </a:lnTo>
                  <a:lnTo>
                    <a:pt x="27106" y="61656"/>
                  </a:lnTo>
                  <a:lnTo>
                    <a:pt x="24671" y="53443"/>
                  </a:lnTo>
                  <a:lnTo>
                    <a:pt x="22182" y="53657"/>
                  </a:lnTo>
                  <a:lnTo>
                    <a:pt x="22142" y="55260"/>
                  </a:lnTo>
                  <a:lnTo>
                    <a:pt x="20520" y="55271"/>
                  </a:lnTo>
                  <a:lnTo>
                    <a:pt x="19977" y="45960"/>
                  </a:lnTo>
                  <a:lnTo>
                    <a:pt x="28332" y="43809"/>
                  </a:lnTo>
                  <a:lnTo>
                    <a:pt x="27541" y="37436"/>
                  </a:lnTo>
                  <a:lnTo>
                    <a:pt x="21095" y="37288"/>
                  </a:lnTo>
                  <a:lnTo>
                    <a:pt x="21226" y="32027"/>
                  </a:lnTo>
                  <a:lnTo>
                    <a:pt x="19890" y="29966"/>
                  </a:lnTo>
                  <a:lnTo>
                    <a:pt x="13633" y="29502"/>
                  </a:lnTo>
                  <a:lnTo>
                    <a:pt x="15750" y="26712"/>
                  </a:lnTo>
                  <a:lnTo>
                    <a:pt x="15726" y="19981"/>
                  </a:lnTo>
                  <a:lnTo>
                    <a:pt x="7355" y="21850"/>
                  </a:lnTo>
                  <a:lnTo>
                    <a:pt x="6571" y="20367"/>
                  </a:lnTo>
                  <a:lnTo>
                    <a:pt x="10440" y="18623"/>
                  </a:lnTo>
                  <a:lnTo>
                    <a:pt x="8241" y="17094"/>
                  </a:lnTo>
                  <a:lnTo>
                    <a:pt x="6818" y="14153"/>
                  </a:lnTo>
                  <a:lnTo>
                    <a:pt x="7628" y="13498"/>
                  </a:lnTo>
                  <a:lnTo>
                    <a:pt x="10122" y="14373"/>
                  </a:lnTo>
                  <a:lnTo>
                    <a:pt x="10619" y="13911"/>
                  </a:lnTo>
                  <a:lnTo>
                    <a:pt x="7224" y="4032"/>
                  </a:lnTo>
                  <a:lnTo>
                    <a:pt x="7588" y="110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h3526"/>
            <p:cNvSpPr/>
            <p:nvPr/>
          </p:nvSpPr>
          <p:spPr>
            <a:xfrm>
              <a:off x="7997470" y="3413533"/>
              <a:ext cx="13285" cy="9656"/>
            </a:xfrm>
            <a:custGeom>
              <a:avLst/>
              <a:pathLst>
                <a:path w="13285" h="9656">
                  <a:moveTo>
                    <a:pt x="13285" y="1006"/>
                  </a:moveTo>
                  <a:lnTo>
                    <a:pt x="11140" y="3643"/>
                  </a:lnTo>
                  <a:lnTo>
                    <a:pt x="10882" y="5310"/>
                  </a:lnTo>
                  <a:lnTo>
                    <a:pt x="12337" y="9656"/>
                  </a:lnTo>
                  <a:lnTo>
                    <a:pt x="5132" y="7623"/>
                  </a:lnTo>
                  <a:lnTo>
                    <a:pt x="4824" y="6637"/>
                  </a:lnTo>
                  <a:lnTo>
                    <a:pt x="3796" y="6452"/>
                  </a:lnTo>
                  <a:lnTo>
                    <a:pt x="2687" y="8159"/>
                  </a:lnTo>
                  <a:lnTo>
                    <a:pt x="1528" y="8283"/>
                  </a:lnTo>
                  <a:lnTo>
                    <a:pt x="250" y="7851"/>
                  </a:lnTo>
                  <a:lnTo>
                    <a:pt x="0" y="6836"/>
                  </a:lnTo>
                  <a:lnTo>
                    <a:pt x="4722" y="0"/>
                  </a:lnTo>
                  <a:lnTo>
                    <a:pt x="5861" y="40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h3527"/>
            <p:cNvSpPr/>
            <p:nvPr/>
          </p:nvSpPr>
          <p:spPr>
            <a:xfrm>
              <a:off x="7942922" y="3355344"/>
              <a:ext cx="16297" cy="15662"/>
            </a:xfrm>
            <a:custGeom>
              <a:avLst/>
              <a:pathLst>
                <a:path w="16297" h="15662">
                  <a:moveTo>
                    <a:pt x="9534" y="1189"/>
                  </a:moveTo>
                  <a:lnTo>
                    <a:pt x="11850" y="603"/>
                  </a:lnTo>
                  <a:lnTo>
                    <a:pt x="16297" y="9204"/>
                  </a:lnTo>
                  <a:lnTo>
                    <a:pt x="15491" y="14481"/>
                  </a:lnTo>
                  <a:lnTo>
                    <a:pt x="14545" y="15058"/>
                  </a:lnTo>
                  <a:lnTo>
                    <a:pt x="13292" y="12939"/>
                  </a:lnTo>
                  <a:lnTo>
                    <a:pt x="11996" y="12885"/>
                  </a:lnTo>
                  <a:lnTo>
                    <a:pt x="10773" y="15662"/>
                  </a:lnTo>
                  <a:lnTo>
                    <a:pt x="1256" y="10905"/>
                  </a:lnTo>
                  <a:lnTo>
                    <a:pt x="0" y="7391"/>
                  </a:lnTo>
                  <a:lnTo>
                    <a:pt x="4345" y="4570"/>
                  </a:lnTo>
                  <a:lnTo>
                    <a:pt x="5761" y="457"/>
                  </a:lnTo>
                  <a:lnTo>
                    <a:pt x="848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h3528"/>
            <p:cNvSpPr/>
            <p:nvPr/>
          </p:nvSpPr>
          <p:spPr>
            <a:xfrm>
              <a:off x="7958163" y="3324359"/>
              <a:ext cx="10857" cy="6956"/>
            </a:xfrm>
            <a:custGeom>
              <a:avLst/>
              <a:pathLst>
                <a:path w="10857" h="6956">
                  <a:moveTo>
                    <a:pt x="9782" y="2746"/>
                  </a:moveTo>
                  <a:lnTo>
                    <a:pt x="10676" y="3180"/>
                  </a:lnTo>
                  <a:lnTo>
                    <a:pt x="10857" y="6079"/>
                  </a:lnTo>
                  <a:lnTo>
                    <a:pt x="9550" y="6956"/>
                  </a:lnTo>
                  <a:lnTo>
                    <a:pt x="2480" y="6634"/>
                  </a:lnTo>
                  <a:lnTo>
                    <a:pt x="0" y="2264"/>
                  </a:lnTo>
                  <a:lnTo>
                    <a:pt x="935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h3529"/>
            <p:cNvSpPr/>
            <p:nvPr/>
          </p:nvSpPr>
          <p:spPr>
            <a:xfrm>
              <a:off x="7959978" y="3330993"/>
              <a:ext cx="10477" cy="13285"/>
            </a:xfrm>
            <a:custGeom>
              <a:avLst/>
              <a:pathLst>
                <a:path w="10477" h="13285">
                  <a:moveTo>
                    <a:pt x="7734" y="321"/>
                  </a:moveTo>
                  <a:lnTo>
                    <a:pt x="10477" y="2883"/>
                  </a:lnTo>
                  <a:lnTo>
                    <a:pt x="10114" y="4413"/>
                  </a:lnTo>
                  <a:lnTo>
                    <a:pt x="9167" y="4451"/>
                  </a:lnTo>
                  <a:lnTo>
                    <a:pt x="9118" y="8301"/>
                  </a:lnTo>
                  <a:lnTo>
                    <a:pt x="9159" y="13285"/>
                  </a:lnTo>
                  <a:lnTo>
                    <a:pt x="6445" y="13037"/>
                  </a:lnTo>
                  <a:lnTo>
                    <a:pt x="2027" y="10099"/>
                  </a:lnTo>
                  <a:lnTo>
                    <a:pt x="0" y="7598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h3530"/>
            <p:cNvSpPr/>
            <p:nvPr/>
          </p:nvSpPr>
          <p:spPr>
            <a:xfrm>
              <a:off x="8024820" y="3494923"/>
              <a:ext cx="54660" cy="41757"/>
            </a:xfrm>
            <a:custGeom>
              <a:avLst/>
              <a:pathLst>
                <a:path w="54660" h="41757">
                  <a:moveTo>
                    <a:pt x="41497" y="2671"/>
                  </a:moveTo>
                  <a:lnTo>
                    <a:pt x="48425" y="1307"/>
                  </a:lnTo>
                  <a:lnTo>
                    <a:pt x="53172" y="1865"/>
                  </a:lnTo>
                  <a:lnTo>
                    <a:pt x="54660" y="4459"/>
                  </a:lnTo>
                  <a:lnTo>
                    <a:pt x="52882" y="10470"/>
                  </a:lnTo>
                  <a:lnTo>
                    <a:pt x="53775" y="13216"/>
                  </a:lnTo>
                  <a:lnTo>
                    <a:pt x="50358" y="19057"/>
                  </a:lnTo>
                  <a:lnTo>
                    <a:pt x="49286" y="24218"/>
                  </a:lnTo>
                  <a:lnTo>
                    <a:pt x="51524" y="29277"/>
                  </a:lnTo>
                  <a:lnTo>
                    <a:pt x="51118" y="31874"/>
                  </a:lnTo>
                  <a:lnTo>
                    <a:pt x="48803" y="32122"/>
                  </a:lnTo>
                  <a:lnTo>
                    <a:pt x="46910" y="34450"/>
                  </a:lnTo>
                  <a:lnTo>
                    <a:pt x="43775" y="33959"/>
                  </a:lnTo>
                  <a:lnTo>
                    <a:pt x="40159" y="35581"/>
                  </a:lnTo>
                  <a:lnTo>
                    <a:pt x="39174" y="37517"/>
                  </a:lnTo>
                  <a:lnTo>
                    <a:pt x="28439" y="33787"/>
                  </a:lnTo>
                  <a:lnTo>
                    <a:pt x="26802" y="35192"/>
                  </a:lnTo>
                  <a:lnTo>
                    <a:pt x="26828" y="36859"/>
                  </a:lnTo>
                  <a:lnTo>
                    <a:pt x="25453" y="38543"/>
                  </a:lnTo>
                  <a:lnTo>
                    <a:pt x="18996" y="41757"/>
                  </a:lnTo>
                  <a:lnTo>
                    <a:pt x="17241" y="40820"/>
                  </a:lnTo>
                  <a:lnTo>
                    <a:pt x="12508" y="37413"/>
                  </a:lnTo>
                  <a:lnTo>
                    <a:pt x="12315" y="36667"/>
                  </a:lnTo>
                  <a:lnTo>
                    <a:pt x="14716" y="34398"/>
                  </a:lnTo>
                  <a:lnTo>
                    <a:pt x="13632" y="28738"/>
                  </a:lnTo>
                  <a:lnTo>
                    <a:pt x="5973" y="25198"/>
                  </a:lnTo>
                  <a:lnTo>
                    <a:pt x="3593" y="26324"/>
                  </a:lnTo>
                  <a:lnTo>
                    <a:pt x="1289" y="24085"/>
                  </a:lnTo>
                  <a:lnTo>
                    <a:pt x="722" y="22309"/>
                  </a:lnTo>
                  <a:lnTo>
                    <a:pt x="1614" y="17515"/>
                  </a:lnTo>
                  <a:lnTo>
                    <a:pt x="0" y="13696"/>
                  </a:lnTo>
                  <a:lnTo>
                    <a:pt x="2004" y="11902"/>
                  </a:lnTo>
                  <a:lnTo>
                    <a:pt x="6903" y="9600"/>
                  </a:lnTo>
                  <a:lnTo>
                    <a:pt x="10851" y="3757"/>
                  </a:lnTo>
                  <a:lnTo>
                    <a:pt x="14402" y="6873"/>
                  </a:lnTo>
                  <a:lnTo>
                    <a:pt x="20350" y="9549"/>
                  </a:lnTo>
                  <a:lnTo>
                    <a:pt x="29172" y="14975"/>
                  </a:lnTo>
                  <a:lnTo>
                    <a:pt x="30888" y="10567"/>
                  </a:lnTo>
                  <a:lnTo>
                    <a:pt x="28451" y="9161"/>
                  </a:lnTo>
                  <a:lnTo>
                    <a:pt x="31372" y="2829"/>
                  </a:lnTo>
                  <a:lnTo>
                    <a:pt x="3413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h3531"/>
            <p:cNvSpPr/>
            <p:nvPr/>
          </p:nvSpPr>
          <p:spPr>
            <a:xfrm>
              <a:off x="7965598" y="3369560"/>
              <a:ext cx="26456" cy="32174"/>
            </a:xfrm>
            <a:custGeom>
              <a:avLst/>
              <a:pathLst>
                <a:path w="26456" h="32174">
                  <a:moveTo>
                    <a:pt x="25079" y="4443"/>
                  </a:moveTo>
                  <a:lnTo>
                    <a:pt x="24425" y="6520"/>
                  </a:lnTo>
                  <a:lnTo>
                    <a:pt x="24691" y="10637"/>
                  </a:lnTo>
                  <a:lnTo>
                    <a:pt x="25866" y="12794"/>
                  </a:lnTo>
                  <a:lnTo>
                    <a:pt x="26010" y="15466"/>
                  </a:lnTo>
                  <a:lnTo>
                    <a:pt x="24343" y="17899"/>
                  </a:lnTo>
                  <a:lnTo>
                    <a:pt x="26456" y="20190"/>
                  </a:lnTo>
                  <a:lnTo>
                    <a:pt x="23632" y="20459"/>
                  </a:lnTo>
                  <a:lnTo>
                    <a:pt x="19153" y="24901"/>
                  </a:lnTo>
                  <a:lnTo>
                    <a:pt x="22025" y="28821"/>
                  </a:lnTo>
                  <a:lnTo>
                    <a:pt x="20745" y="32174"/>
                  </a:lnTo>
                  <a:lnTo>
                    <a:pt x="17938" y="30996"/>
                  </a:lnTo>
                  <a:lnTo>
                    <a:pt x="18391" y="30141"/>
                  </a:lnTo>
                  <a:lnTo>
                    <a:pt x="17778" y="26941"/>
                  </a:lnTo>
                  <a:lnTo>
                    <a:pt x="15964" y="25622"/>
                  </a:lnTo>
                  <a:lnTo>
                    <a:pt x="4481" y="21773"/>
                  </a:lnTo>
                  <a:lnTo>
                    <a:pt x="1044" y="23286"/>
                  </a:lnTo>
                  <a:lnTo>
                    <a:pt x="0" y="22285"/>
                  </a:lnTo>
                  <a:lnTo>
                    <a:pt x="1738" y="19219"/>
                  </a:lnTo>
                  <a:lnTo>
                    <a:pt x="4923" y="17826"/>
                  </a:lnTo>
                  <a:lnTo>
                    <a:pt x="6314" y="12875"/>
                  </a:lnTo>
                  <a:lnTo>
                    <a:pt x="4591" y="9777"/>
                  </a:lnTo>
                  <a:lnTo>
                    <a:pt x="9012" y="7473"/>
                  </a:lnTo>
                  <a:lnTo>
                    <a:pt x="9968" y="7942"/>
                  </a:lnTo>
                  <a:lnTo>
                    <a:pt x="11664" y="8608"/>
                  </a:lnTo>
                  <a:lnTo>
                    <a:pt x="14557" y="6648"/>
                  </a:lnTo>
                  <a:lnTo>
                    <a:pt x="14865" y="6280"/>
                  </a:lnTo>
                  <a:lnTo>
                    <a:pt x="13287" y="5325"/>
                  </a:lnTo>
                  <a:lnTo>
                    <a:pt x="14046" y="3646"/>
                  </a:lnTo>
                  <a:lnTo>
                    <a:pt x="2010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h3532"/>
            <p:cNvSpPr/>
            <p:nvPr/>
          </p:nvSpPr>
          <p:spPr>
            <a:xfrm>
              <a:off x="7998346" y="3502804"/>
              <a:ext cx="43715" cy="39386"/>
            </a:xfrm>
            <a:custGeom>
              <a:avLst/>
              <a:pathLst>
                <a:path w="43715" h="39386">
                  <a:moveTo>
                    <a:pt x="25457" y="2096"/>
                  </a:moveTo>
                  <a:lnTo>
                    <a:pt x="26473" y="5814"/>
                  </a:lnTo>
                  <a:lnTo>
                    <a:pt x="28088" y="9633"/>
                  </a:lnTo>
                  <a:lnTo>
                    <a:pt x="27196" y="14427"/>
                  </a:lnTo>
                  <a:lnTo>
                    <a:pt x="27763" y="16204"/>
                  </a:lnTo>
                  <a:lnTo>
                    <a:pt x="30067" y="18442"/>
                  </a:lnTo>
                  <a:lnTo>
                    <a:pt x="32447" y="17316"/>
                  </a:lnTo>
                  <a:lnTo>
                    <a:pt x="40106" y="20857"/>
                  </a:lnTo>
                  <a:lnTo>
                    <a:pt x="41190" y="26517"/>
                  </a:lnTo>
                  <a:lnTo>
                    <a:pt x="38789" y="28785"/>
                  </a:lnTo>
                  <a:lnTo>
                    <a:pt x="38982" y="29531"/>
                  </a:lnTo>
                  <a:lnTo>
                    <a:pt x="43715" y="32938"/>
                  </a:lnTo>
                  <a:lnTo>
                    <a:pt x="38067" y="39191"/>
                  </a:lnTo>
                  <a:lnTo>
                    <a:pt x="35223" y="37076"/>
                  </a:lnTo>
                  <a:lnTo>
                    <a:pt x="27182" y="36145"/>
                  </a:lnTo>
                  <a:lnTo>
                    <a:pt x="24897" y="37430"/>
                  </a:lnTo>
                  <a:lnTo>
                    <a:pt x="23833" y="39386"/>
                  </a:lnTo>
                  <a:lnTo>
                    <a:pt x="22532" y="39165"/>
                  </a:lnTo>
                  <a:lnTo>
                    <a:pt x="22284" y="38727"/>
                  </a:lnTo>
                  <a:lnTo>
                    <a:pt x="31537" y="32188"/>
                  </a:lnTo>
                  <a:lnTo>
                    <a:pt x="32782" y="27817"/>
                  </a:lnTo>
                  <a:lnTo>
                    <a:pt x="32822" y="19359"/>
                  </a:lnTo>
                  <a:lnTo>
                    <a:pt x="21956" y="23132"/>
                  </a:lnTo>
                  <a:lnTo>
                    <a:pt x="19881" y="24277"/>
                  </a:lnTo>
                  <a:lnTo>
                    <a:pt x="15119" y="29855"/>
                  </a:lnTo>
                  <a:lnTo>
                    <a:pt x="9654" y="32039"/>
                  </a:lnTo>
                  <a:lnTo>
                    <a:pt x="9589" y="37052"/>
                  </a:lnTo>
                  <a:lnTo>
                    <a:pt x="755" y="32931"/>
                  </a:lnTo>
                  <a:lnTo>
                    <a:pt x="3777" y="24365"/>
                  </a:lnTo>
                  <a:lnTo>
                    <a:pt x="0" y="21261"/>
                  </a:lnTo>
                  <a:lnTo>
                    <a:pt x="384" y="18477"/>
                  </a:lnTo>
                  <a:lnTo>
                    <a:pt x="1185" y="16356"/>
                  </a:lnTo>
                  <a:lnTo>
                    <a:pt x="5219" y="11804"/>
                  </a:lnTo>
                  <a:lnTo>
                    <a:pt x="2005" y="11409"/>
                  </a:lnTo>
                  <a:lnTo>
                    <a:pt x="3132" y="9602"/>
                  </a:lnTo>
                  <a:lnTo>
                    <a:pt x="1877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h3533"/>
            <p:cNvSpPr/>
            <p:nvPr/>
          </p:nvSpPr>
          <p:spPr>
            <a:xfrm>
              <a:off x="7831152" y="3445216"/>
              <a:ext cx="49277" cy="42967"/>
            </a:xfrm>
            <a:custGeom>
              <a:avLst/>
              <a:pathLst>
                <a:path w="49277" h="42967">
                  <a:moveTo>
                    <a:pt x="10453" y="2795"/>
                  </a:moveTo>
                  <a:lnTo>
                    <a:pt x="16170" y="6367"/>
                  </a:lnTo>
                  <a:lnTo>
                    <a:pt x="20110" y="6617"/>
                  </a:lnTo>
                  <a:lnTo>
                    <a:pt x="33167" y="10805"/>
                  </a:lnTo>
                  <a:lnTo>
                    <a:pt x="36289" y="8723"/>
                  </a:lnTo>
                  <a:lnTo>
                    <a:pt x="39873" y="8680"/>
                  </a:lnTo>
                  <a:lnTo>
                    <a:pt x="45158" y="10683"/>
                  </a:lnTo>
                  <a:lnTo>
                    <a:pt x="45816" y="12308"/>
                  </a:lnTo>
                  <a:lnTo>
                    <a:pt x="46805" y="14436"/>
                  </a:lnTo>
                  <a:lnTo>
                    <a:pt x="48417" y="14366"/>
                  </a:lnTo>
                  <a:lnTo>
                    <a:pt x="49277" y="15536"/>
                  </a:lnTo>
                  <a:lnTo>
                    <a:pt x="46200" y="20698"/>
                  </a:lnTo>
                  <a:lnTo>
                    <a:pt x="43462" y="23576"/>
                  </a:lnTo>
                  <a:lnTo>
                    <a:pt x="44015" y="26414"/>
                  </a:lnTo>
                  <a:lnTo>
                    <a:pt x="42333" y="28407"/>
                  </a:lnTo>
                  <a:lnTo>
                    <a:pt x="39819" y="28395"/>
                  </a:lnTo>
                  <a:lnTo>
                    <a:pt x="40065" y="26965"/>
                  </a:lnTo>
                  <a:lnTo>
                    <a:pt x="39354" y="26181"/>
                  </a:lnTo>
                  <a:lnTo>
                    <a:pt x="32650" y="28844"/>
                  </a:lnTo>
                  <a:lnTo>
                    <a:pt x="28294" y="32178"/>
                  </a:lnTo>
                  <a:lnTo>
                    <a:pt x="26405" y="37701"/>
                  </a:lnTo>
                  <a:lnTo>
                    <a:pt x="26088" y="42967"/>
                  </a:lnTo>
                  <a:lnTo>
                    <a:pt x="17099" y="42908"/>
                  </a:lnTo>
                  <a:lnTo>
                    <a:pt x="6666" y="40568"/>
                  </a:lnTo>
                  <a:lnTo>
                    <a:pt x="2164" y="37956"/>
                  </a:lnTo>
                  <a:lnTo>
                    <a:pt x="1887" y="37508"/>
                  </a:lnTo>
                  <a:lnTo>
                    <a:pt x="755" y="32737"/>
                  </a:lnTo>
                  <a:lnTo>
                    <a:pt x="8261" y="27425"/>
                  </a:lnTo>
                  <a:lnTo>
                    <a:pt x="9779" y="24252"/>
                  </a:lnTo>
                  <a:lnTo>
                    <a:pt x="9797" y="19443"/>
                  </a:lnTo>
                  <a:lnTo>
                    <a:pt x="7152" y="12488"/>
                  </a:lnTo>
                  <a:lnTo>
                    <a:pt x="0" y="2607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h3534"/>
            <p:cNvSpPr/>
            <p:nvPr/>
          </p:nvSpPr>
          <p:spPr>
            <a:xfrm>
              <a:off x="8040735" y="3317609"/>
              <a:ext cx="94907" cy="45466"/>
            </a:xfrm>
            <a:custGeom>
              <a:avLst/>
              <a:pathLst>
                <a:path w="94907" h="45466">
                  <a:moveTo>
                    <a:pt x="45851" y="6669"/>
                  </a:moveTo>
                  <a:lnTo>
                    <a:pt x="50620" y="7176"/>
                  </a:lnTo>
                  <a:lnTo>
                    <a:pt x="64106" y="6606"/>
                  </a:lnTo>
                  <a:lnTo>
                    <a:pt x="63244" y="4848"/>
                  </a:lnTo>
                  <a:lnTo>
                    <a:pt x="60911" y="5156"/>
                  </a:lnTo>
                  <a:lnTo>
                    <a:pt x="60327" y="3560"/>
                  </a:lnTo>
                  <a:lnTo>
                    <a:pt x="61019" y="2168"/>
                  </a:lnTo>
                  <a:lnTo>
                    <a:pt x="82167" y="732"/>
                  </a:lnTo>
                  <a:lnTo>
                    <a:pt x="85242" y="4321"/>
                  </a:lnTo>
                  <a:lnTo>
                    <a:pt x="85327" y="5405"/>
                  </a:lnTo>
                  <a:lnTo>
                    <a:pt x="83650" y="6326"/>
                  </a:lnTo>
                  <a:lnTo>
                    <a:pt x="84971" y="11186"/>
                  </a:lnTo>
                  <a:lnTo>
                    <a:pt x="89318" y="10533"/>
                  </a:lnTo>
                  <a:lnTo>
                    <a:pt x="91354" y="7583"/>
                  </a:lnTo>
                  <a:lnTo>
                    <a:pt x="90767" y="6952"/>
                  </a:lnTo>
                  <a:lnTo>
                    <a:pt x="93869" y="5319"/>
                  </a:lnTo>
                  <a:lnTo>
                    <a:pt x="94412" y="5697"/>
                  </a:lnTo>
                  <a:lnTo>
                    <a:pt x="94907" y="9857"/>
                  </a:lnTo>
                  <a:lnTo>
                    <a:pt x="88547" y="15112"/>
                  </a:lnTo>
                  <a:lnTo>
                    <a:pt x="86510" y="15085"/>
                  </a:lnTo>
                  <a:lnTo>
                    <a:pt x="83641" y="13837"/>
                  </a:lnTo>
                  <a:lnTo>
                    <a:pt x="82156" y="15273"/>
                  </a:lnTo>
                  <a:lnTo>
                    <a:pt x="82062" y="17111"/>
                  </a:lnTo>
                  <a:lnTo>
                    <a:pt x="88909" y="19279"/>
                  </a:lnTo>
                  <a:lnTo>
                    <a:pt x="88514" y="20577"/>
                  </a:lnTo>
                  <a:lnTo>
                    <a:pt x="83757" y="19632"/>
                  </a:lnTo>
                  <a:lnTo>
                    <a:pt x="76494" y="28924"/>
                  </a:lnTo>
                  <a:lnTo>
                    <a:pt x="67551" y="34846"/>
                  </a:lnTo>
                  <a:lnTo>
                    <a:pt x="62202" y="35014"/>
                  </a:lnTo>
                  <a:lnTo>
                    <a:pt x="55672" y="37433"/>
                  </a:lnTo>
                  <a:lnTo>
                    <a:pt x="38835" y="40017"/>
                  </a:lnTo>
                  <a:lnTo>
                    <a:pt x="36258" y="41790"/>
                  </a:lnTo>
                  <a:lnTo>
                    <a:pt x="32744" y="40850"/>
                  </a:lnTo>
                  <a:lnTo>
                    <a:pt x="32519" y="39566"/>
                  </a:lnTo>
                  <a:lnTo>
                    <a:pt x="30112" y="38357"/>
                  </a:lnTo>
                  <a:lnTo>
                    <a:pt x="26107" y="37566"/>
                  </a:lnTo>
                  <a:lnTo>
                    <a:pt x="25482" y="38504"/>
                  </a:lnTo>
                  <a:lnTo>
                    <a:pt x="26106" y="39817"/>
                  </a:lnTo>
                  <a:lnTo>
                    <a:pt x="24128" y="44524"/>
                  </a:lnTo>
                  <a:lnTo>
                    <a:pt x="17955" y="45466"/>
                  </a:lnTo>
                  <a:lnTo>
                    <a:pt x="13477" y="44267"/>
                  </a:lnTo>
                  <a:lnTo>
                    <a:pt x="11874" y="45064"/>
                  </a:lnTo>
                  <a:lnTo>
                    <a:pt x="8146" y="44634"/>
                  </a:lnTo>
                  <a:lnTo>
                    <a:pt x="8039" y="43514"/>
                  </a:lnTo>
                  <a:lnTo>
                    <a:pt x="9202" y="43139"/>
                  </a:lnTo>
                  <a:lnTo>
                    <a:pt x="8384" y="40131"/>
                  </a:lnTo>
                  <a:lnTo>
                    <a:pt x="12408" y="38971"/>
                  </a:lnTo>
                  <a:lnTo>
                    <a:pt x="16142" y="35655"/>
                  </a:lnTo>
                  <a:lnTo>
                    <a:pt x="16058" y="30153"/>
                  </a:lnTo>
                  <a:lnTo>
                    <a:pt x="5743" y="27083"/>
                  </a:lnTo>
                  <a:lnTo>
                    <a:pt x="2261" y="29914"/>
                  </a:lnTo>
                  <a:lnTo>
                    <a:pt x="1892" y="29499"/>
                  </a:lnTo>
                  <a:lnTo>
                    <a:pt x="2702" y="25801"/>
                  </a:lnTo>
                  <a:lnTo>
                    <a:pt x="2407" y="23657"/>
                  </a:lnTo>
                  <a:lnTo>
                    <a:pt x="0" y="21732"/>
                  </a:lnTo>
                  <a:lnTo>
                    <a:pt x="4150" y="18788"/>
                  </a:lnTo>
                  <a:lnTo>
                    <a:pt x="5131" y="18526"/>
                  </a:lnTo>
                  <a:lnTo>
                    <a:pt x="7997" y="21125"/>
                  </a:lnTo>
                  <a:lnTo>
                    <a:pt x="8377" y="22620"/>
                  </a:lnTo>
                  <a:lnTo>
                    <a:pt x="17733" y="13715"/>
                  </a:lnTo>
                  <a:lnTo>
                    <a:pt x="19073" y="13275"/>
                  </a:lnTo>
                  <a:lnTo>
                    <a:pt x="23157" y="16126"/>
                  </a:lnTo>
                  <a:lnTo>
                    <a:pt x="24233" y="14969"/>
                  </a:lnTo>
                  <a:lnTo>
                    <a:pt x="21363" y="11921"/>
                  </a:lnTo>
                  <a:lnTo>
                    <a:pt x="24310" y="8201"/>
                  </a:lnTo>
                  <a:lnTo>
                    <a:pt x="26138" y="6138"/>
                  </a:lnTo>
                  <a:lnTo>
                    <a:pt x="30522" y="9385"/>
                  </a:lnTo>
                  <a:lnTo>
                    <a:pt x="383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h3535"/>
            <p:cNvSpPr/>
            <p:nvPr/>
          </p:nvSpPr>
          <p:spPr>
            <a:xfrm>
              <a:off x="7941074" y="3297275"/>
              <a:ext cx="16252" cy="18082"/>
            </a:xfrm>
            <a:custGeom>
              <a:avLst/>
              <a:pathLst>
                <a:path w="16252" h="18082">
                  <a:moveTo>
                    <a:pt x="14386" y="0"/>
                  </a:moveTo>
                  <a:lnTo>
                    <a:pt x="16252" y="1735"/>
                  </a:lnTo>
                  <a:lnTo>
                    <a:pt x="13766" y="3080"/>
                  </a:lnTo>
                  <a:lnTo>
                    <a:pt x="15411" y="4196"/>
                  </a:lnTo>
                  <a:lnTo>
                    <a:pt x="15459" y="6783"/>
                  </a:lnTo>
                  <a:lnTo>
                    <a:pt x="14795" y="9736"/>
                  </a:lnTo>
                  <a:lnTo>
                    <a:pt x="12735" y="11688"/>
                  </a:lnTo>
                  <a:lnTo>
                    <a:pt x="14769" y="15538"/>
                  </a:lnTo>
                  <a:lnTo>
                    <a:pt x="9782" y="18082"/>
                  </a:lnTo>
                  <a:lnTo>
                    <a:pt x="5824" y="17884"/>
                  </a:lnTo>
                  <a:lnTo>
                    <a:pt x="2922" y="16259"/>
                  </a:lnTo>
                  <a:lnTo>
                    <a:pt x="2613" y="15008"/>
                  </a:lnTo>
                  <a:lnTo>
                    <a:pt x="567" y="13489"/>
                  </a:lnTo>
                  <a:lnTo>
                    <a:pt x="0" y="12805"/>
                  </a:lnTo>
                  <a:lnTo>
                    <a:pt x="471" y="11119"/>
                  </a:lnTo>
                  <a:lnTo>
                    <a:pt x="2575" y="9601"/>
                  </a:lnTo>
                  <a:lnTo>
                    <a:pt x="9184" y="121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h3536"/>
            <p:cNvSpPr/>
            <p:nvPr/>
          </p:nvSpPr>
          <p:spPr>
            <a:xfrm>
              <a:off x="7826101" y="3350198"/>
              <a:ext cx="71166" cy="101636"/>
            </a:xfrm>
            <a:custGeom>
              <a:avLst/>
              <a:pathLst>
                <a:path w="71166" h="101636">
                  <a:moveTo>
                    <a:pt x="33075" y="1970"/>
                  </a:moveTo>
                  <a:lnTo>
                    <a:pt x="34033" y="2020"/>
                  </a:lnTo>
                  <a:lnTo>
                    <a:pt x="30391" y="3699"/>
                  </a:lnTo>
                  <a:lnTo>
                    <a:pt x="30198" y="9852"/>
                  </a:lnTo>
                  <a:lnTo>
                    <a:pt x="33916" y="10801"/>
                  </a:lnTo>
                  <a:lnTo>
                    <a:pt x="42195" y="16002"/>
                  </a:lnTo>
                  <a:lnTo>
                    <a:pt x="47784" y="24393"/>
                  </a:lnTo>
                  <a:lnTo>
                    <a:pt x="51048" y="24139"/>
                  </a:lnTo>
                  <a:lnTo>
                    <a:pt x="64230" y="29626"/>
                  </a:lnTo>
                  <a:lnTo>
                    <a:pt x="70133" y="35369"/>
                  </a:lnTo>
                  <a:lnTo>
                    <a:pt x="71166" y="35863"/>
                  </a:lnTo>
                  <a:lnTo>
                    <a:pt x="66944" y="42102"/>
                  </a:lnTo>
                  <a:lnTo>
                    <a:pt x="60172" y="43602"/>
                  </a:lnTo>
                  <a:lnTo>
                    <a:pt x="60236" y="46783"/>
                  </a:lnTo>
                  <a:lnTo>
                    <a:pt x="57680" y="57240"/>
                  </a:lnTo>
                  <a:lnTo>
                    <a:pt x="55533" y="61406"/>
                  </a:lnTo>
                  <a:lnTo>
                    <a:pt x="55185" y="66648"/>
                  </a:lnTo>
                  <a:lnTo>
                    <a:pt x="50466" y="73426"/>
                  </a:lnTo>
                  <a:lnTo>
                    <a:pt x="48076" y="82466"/>
                  </a:lnTo>
                  <a:lnTo>
                    <a:pt x="37064" y="85485"/>
                  </a:lnTo>
                  <a:lnTo>
                    <a:pt x="32001" y="91384"/>
                  </a:lnTo>
                  <a:lnTo>
                    <a:pt x="26580" y="91829"/>
                  </a:lnTo>
                  <a:lnTo>
                    <a:pt x="25764" y="95017"/>
                  </a:lnTo>
                  <a:lnTo>
                    <a:pt x="28345" y="100310"/>
                  </a:lnTo>
                  <a:lnTo>
                    <a:pt x="25161" y="101636"/>
                  </a:lnTo>
                  <a:lnTo>
                    <a:pt x="21221" y="101385"/>
                  </a:lnTo>
                  <a:lnTo>
                    <a:pt x="15504" y="97813"/>
                  </a:lnTo>
                  <a:lnTo>
                    <a:pt x="9015" y="95018"/>
                  </a:lnTo>
                  <a:lnTo>
                    <a:pt x="5051" y="97626"/>
                  </a:lnTo>
                  <a:lnTo>
                    <a:pt x="0" y="90735"/>
                  </a:lnTo>
                  <a:lnTo>
                    <a:pt x="617" y="88833"/>
                  </a:lnTo>
                  <a:lnTo>
                    <a:pt x="10180" y="59393"/>
                  </a:lnTo>
                  <a:lnTo>
                    <a:pt x="2947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h3537"/>
            <p:cNvSpPr/>
            <p:nvPr/>
          </p:nvSpPr>
          <p:spPr>
            <a:xfrm>
              <a:off x="7999380" y="3361850"/>
              <a:ext cx="4834" cy="8587"/>
            </a:xfrm>
            <a:custGeom>
              <a:avLst/>
              <a:pathLst>
                <a:path w="4834" h="8587">
                  <a:moveTo>
                    <a:pt x="3497" y="992"/>
                  </a:moveTo>
                  <a:lnTo>
                    <a:pt x="4834" y="5815"/>
                  </a:lnTo>
                  <a:lnTo>
                    <a:pt x="2868" y="8587"/>
                  </a:lnTo>
                  <a:lnTo>
                    <a:pt x="0" y="4584"/>
                  </a:lnTo>
                  <a:lnTo>
                    <a:pt x="1893" y="2906"/>
                  </a:lnTo>
                  <a:lnTo>
                    <a:pt x="399" y="1677"/>
                  </a:lnTo>
                  <a:lnTo>
                    <a:pt x="324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h3538"/>
            <p:cNvSpPr/>
            <p:nvPr/>
          </p:nvSpPr>
          <p:spPr>
            <a:xfrm>
              <a:off x="8233441" y="3410424"/>
              <a:ext cx="49548" cy="54882"/>
            </a:xfrm>
            <a:custGeom>
              <a:avLst/>
              <a:pathLst>
                <a:path w="49548" h="54882">
                  <a:moveTo>
                    <a:pt x="26979" y="0"/>
                  </a:moveTo>
                  <a:lnTo>
                    <a:pt x="27621" y="692"/>
                  </a:lnTo>
                  <a:lnTo>
                    <a:pt x="25534" y="4869"/>
                  </a:lnTo>
                  <a:lnTo>
                    <a:pt x="26826" y="7827"/>
                  </a:lnTo>
                  <a:lnTo>
                    <a:pt x="27833" y="7029"/>
                  </a:lnTo>
                  <a:lnTo>
                    <a:pt x="27787" y="3722"/>
                  </a:lnTo>
                  <a:lnTo>
                    <a:pt x="28571" y="5205"/>
                  </a:lnTo>
                  <a:lnTo>
                    <a:pt x="36942" y="3336"/>
                  </a:lnTo>
                  <a:lnTo>
                    <a:pt x="36965" y="10067"/>
                  </a:lnTo>
                  <a:lnTo>
                    <a:pt x="34849" y="12857"/>
                  </a:lnTo>
                  <a:lnTo>
                    <a:pt x="41106" y="13322"/>
                  </a:lnTo>
                  <a:lnTo>
                    <a:pt x="42442" y="15382"/>
                  </a:lnTo>
                  <a:lnTo>
                    <a:pt x="42311" y="20643"/>
                  </a:lnTo>
                  <a:lnTo>
                    <a:pt x="48757" y="20791"/>
                  </a:lnTo>
                  <a:lnTo>
                    <a:pt x="49548" y="27164"/>
                  </a:lnTo>
                  <a:lnTo>
                    <a:pt x="41192" y="29316"/>
                  </a:lnTo>
                  <a:lnTo>
                    <a:pt x="41736" y="38626"/>
                  </a:lnTo>
                  <a:lnTo>
                    <a:pt x="43358" y="38615"/>
                  </a:lnTo>
                  <a:lnTo>
                    <a:pt x="43398" y="37012"/>
                  </a:lnTo>
                  <a:lnTo>
                    <a:pt x="45887" y="36798"/>
                  </a:lnTo>
                  <a:lnTo>
                    <a:pt x="48322" y="45011"/>
                  </a:lnTo>
                  <a:lnTo>
                    <a:pt x="43871" y="45287"/>
                  </a:lnTo>
                  <a:lnTo>
                    <a:pt x="43584" y="42533"/>
                  </a:lnTo>
                  <a:lnTo>
                    <a:pt x="38605" y="42339"/>
                  </a:lnTo>
                  <a:lnTo>
                    <a:pt x="37032" y="43236"/>
                  </a:lnTo>
                  <a:lnTo>
                    <a:pt x="37163" y="45805"/>
                  </a:lnTo>
                  <a:lnTo>
                    <a:pt x="31289" y="46196"/>
                  </a:lnTo>
                  <a:lnTo>
                    <a:pt x="31942" y="39372"/>
                  </a:lnTo>
                  <a:lnTo>
                    <a:pt x="30316" y="38807"/>
                  </a:lnTo>
                  <a:lnTo>
                    <a:pt x="23234" y="41455"/>
                  </a:lnTo>
                  <a:lnTo>
                    <a:pt x="21215" y="43900"/>
                  </a:lnTo>
                  <a:lnTo>
                    <a:pt x="21583" y="53184"/>
                  </a:lnTo>
                  <a:lnTo>
                    <a:pt x="0" y="54882"/>
                  </a:lnTo>
                  <a:lnTo>
                    <a:pt x="1267" y="53867"/>
                  </a:lnTo>
                  <a:lnTo>
                    <a:pt x="6444" y="45277"/>
                  </a:lnTo>
                  <a:lnTo>
                    <a:pt x="8828" y="40622"/>
                  </a:lnTo>
                  <a:lnTo>
                    <a:pt x="11302" y="32922"/>
                  </a:lnTo>
                  <a:lnTo>
                    <a:pt x="8703" y="24512"/>
                  </a:lnTo>
                  <a:lnTo>
                    <a:pt x="10588" y="19322"/>
                  </a:lnTo>
                  <a:lnTo>
                    <a:pt x="14045" y="19626"/>
                  </a:lnTo>
                  <a:lnTo>
                    <a:pt x="19908" y="17485"/>
                  </a:lnTo>
                  <a:lnTo>
                    <a:pt x="23492" y="18040"/>
                  </a:lnTo>
                  <a:lnTo>
                    <a:pt x="23773" y="17209"/>
                  </a:lnTo>
                  <a:lnTo>
                    <a:pt x="21719" y="13417"/>
                  </a:lnTo>
                  <a:lnTo>
                    <a:pt x="20271" y="7714"/>
                  </a:lnTo>
                  <a:lnTo>
                    <a:pt x="25962" y="23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h3539"/>
            <p:cNvSpPr/>
            <p:nvPr/>
          </p:nvSpPr>
          <p:spPr>
            <a:xfrm>
              <a:off x="7936437" y="3328022"/>
              <a:ext cx="12590" cy="9955"/>
            </a:xfrm>
            <a:custGeom>
              <a:avLst/>
              <a:pathLst>
                <a:path w="12590" h="9955">
                  <a:moveTo>
                    <a:pt x="7670" y="445"/>
                  </a:moveTo>
                  <a:lnTo>
                    <a:pt x="10432" y="2975"/>
                  </a:lnTo>
                  <a:lnTo>
                    <a:pt x="12590" y="6918"/>
                  </a:lnTo>
                  <a:lnTo>
                    <a:pt x="12220" y="8887"/>
                  </a:lnTo>
                  <a:lnTo>
                    <a:pt x="10059" y="8866"/>
                  </a:lnTo>
                  <a:lnTo>
                    <a:pt x="8427" y="9856"/>
                  </a:lnTo>
                  <a:lnTo>
                    <a:pt x="3941" y="9955"/>
                  </a:lnTo>
                  <a:lnTo>
                    <a:pt x="0" y="7129"/>
                  </a:lnTo>
                  <a:lnTo>
                    <a:pt x="515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h3540"/>
            <p:cNvSpPr/>
            <p:nvPr/>
          </p:nvSpPr>
          <p:spPr>
            <a:xfrm>
              <a:off x="8015558" y="3427526"/>
              <a:ext cx="10229" cy="10223"/>
            </a:xfrm>
            <a:custGeom>
              <a:avLst/>
              <a:pathLst>
                <a:path w="10229" h="10223">
                  <a:moveTo>
                    <a:pt x="8602" y="3327"/>
                  </a:moveTo>
                  <a:lnTo>
                    <a:pt x="10229" y="2401"/>
                  </a:lnTo>
                  <a:lnTo>
                    <a:pt x="9768" y="3902"/>
                  </a:lnTo>
                  <a:lnTo>
                    <a:pt x="3765" y="8993"/>
                  </a:lnTo>
                  <a:lnTo>
                    <a:pt x="0" y="10223"/>
                  </a:lnTo>
                  <a:lnTo>
                    <a:pt x="235" y="8104"/>
                  </a:lnTo>
                  <a:lnTo>
                    <a:pt x="5044" y="4556"/>
                  </a:lnTo>
                  <a:lnTo>
                    <a:pt x="2778" y="1493"/>
                  </a:lnTo>
                  <a:lnTo>
                    <a:pt x="2748" y="330"/>
                  </a:lnTo>
                  <a:lnTo>
                    <a:pt x="647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h3541"/>
            <p:cNvSpPr/>
            <p:nvPr/>
          </p:nvSpPr>
          <p:spPr>
            <a:xfrm>
              <a:off x="8093149" y="3445635"/>
              <a:ext cx="70742" cy="18554"/>
            </a:xfrm>
            <a:custGeom>
              <a:avLst/>
              <a:pathLst>
                <a:path w="70742" h="18554">
                  <a:moveTo>
                    <a:pt x="10729" y="0"/>
                  </a:moveTo>
                  <a:lnTo>
                    <a:pt x="11697" y="4282"/>
                  </a:lnTo>
                  <a:lnTo>
                    <a:pt x="16022" y="3308"/>
                  </a:lnTo>
                  <a:lnTo>
                    <a:pt x="22741" y="3604"/>
                  </a:lnTo>
                  <a:lnTo>
                    <a:pt x="24655" y="4280"/>
                  </a:lnTo>
                  <a:lnTo>
                    <a:pt x="24381" y="5475"/>
                  </a:lnTo>
                  <a:lnTo>
                    <a:pt x="26052" y="7711"/>
                  </a:lnTo>
                  <a:lnTo>
                    <a:pt x="28307" y="8248"/>
                  </a:lnTo>
                  <a:lnTo>
                    <a:pt x="29927" y="6372"/>
                  </a:lnTo>
                  <a:lnTo>
                    <a:pt x="34517" y="9469"/>
                  </a:lnTo>
                  <a:lnTo>
                    <a:pt x="39100" y="7601"/>
                  </a:lnTo>
                  <a:lnTo>
                    <a:pt x="39293" y="2946"/>
                  </a:lnTo>
                  <a:lnTo>
                    <a:pt x="40615" y="1590"/>
                  </a:lnTo>
                  <a:lnTo>
                    <a:pt x="46305" y="1036"/>
                  </a:lnTo>
                  <a:lnTo>
                    <a:pt x="53504" y="4479"/>
                  </a:lnTo>
                  <a:lnTo>
                    <a:pt x="55088" y="7101"/>
                  </a:lnTo>
                  <a:lnTo>
                    <a:pt x="69908" y="13071"/>
                  </a:lnTo>
                  <a:lnTo>
                    <a:pt x="70742" y="14848"/>
                  </a:lnTo>
                  <a:lnTo>
                    <a:pt x="69161" y="16197"/>
                  </a:lnTo>
                  <a:lnTo>
                    <a:pt x="63601" y="13134"/>
                  </a:lnTo>
                  <a:lnTo>
                    <a:pt x="60586" y="14357"/>
                  </a:lnTo>
                  <a:lnTo>
                    <a:pt x="58029" y="17807"/>
                  </a:lnTo>
                  <a:lnTo>
                    <a:pt x="50579" y="18171"/>
                  </a:lnTo>
                  <a:lnTo>
                    <a:pt x="47543" y="15359"/>
                  </a:lnTo>
                  <a:lnTo>
                    <a:pt x="42216" y="18554"/>
                  </a:lnTo>
                  <a:lnTo>
                    <a:pt x="32531" y="14373"/>
                  </a:lnTo>
                  <a:lnTo>
                    <a:pt x="32119" y="11981"/>
                  </a:lnTo>
                  <a:lnTo>
                    <a:pt x="28227" y="10387"/>
                  </a:lnTo>
                  <a:lnTo>
                    <a:pt x="26467" y="14345"/>
                  </a:lnTo>
                  <a:lnTo>
                    <a:pt x="22482" y="16616"/>
                  </a:lnTo>
                  <a:lnTo>
                    <a:pt x="15692" y="17513"/>
                  </a:lnTo>
                  <a:lnTo>
                    <a:pt x="7700" y="17257"/>
                  </a:lnTo>
                  <a:lnTo>
                    <a:pt x="4749" y="12040"/>
                  </a:lnTo>
                  <a:lnTo>
                    <a:pt x="0" y="6664"/>
                  </a:lnTo>
                  <a:lnTo>
                    <a:pt x="3152" y="2174"/>
                  </a:lnTo>
                  <a:lnTo>
                    <a:pt x="4603" y="3975"/>
                  </a:lnTo>
                  <a:lnTo>
                    <a:pt x="5645" y="2085"/>
                  </a:lnTo>
                  <a:lnTo>
                    <a:pt x="8743" y="22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h3542"/>
            <p:cNvSpPr/>
            <p:nvPr/>
          </p:nvSpPr>
          <p:spPr>
            <a:xfrm>
              <a:off x="8016916" y="3582291"/>
              <a:ext cx="39370" cy="45899"/>
            </a:xfrm>
            <a:custGeom>
              <a:avLst/>
              <a:pathLst>
                <a:path w="39370" h="45899">
                  <a:moveTo>
                    <a:pt x="36489" y="263"/>
                  </a:moveTo>
                  <a:lnTo>
                    <a:pt x="37258" y="1711"/>
                  </a:lnTo>
                  <a:lnTo>
                    <a:pt x="34184" y="3965"/>
                  </a:lnTo>
                  <a:lnTo>
                    <a:pt x="32169" y="8152"/>
                  </a:lnTo>
                  <a:lnTo>
                    <a:pt x="34292" y="8142"/>
                  </a:lnTo>
                  <a:lnTo>
                    <a:pt x="34678" y="12308"/>
                  </a:lnTo>
                  <a:lnTo>
                    <a:pt x="39370" y="12726"/>
                  </a:lnTo>
                  <a:lnTo>
                    <a:pt x="39051" y="14510"/>
                  </a:lnTo>
                  <a:lnTo>
                    <a:pt x="35754" y="17339"/>
                  </a:lnTo>
                  <a:lnTo>
                    <a:pt x="31581" y="27110"/>
                  </a:lnTo>
                  <a:lnTo>
                    <a:pt x="31130" y="29335"/>
                  </a:lnTo>
                  <a:lnTo>
                    <a:pt x="33219" y="30115"/>
                  </a:lnTo>
                  <a:lnTo>
                    <a:pt x="32565" y="31914"/>
                  </a:lnTo>
                  <a:lnTo>
                    <a:pt x="30126" y="31398"/>
                  </a:lnTo>
                  <a:lnTo>
                    <a:pt x="22416" y="39108"/>
                  </a:lnTo>
                  <a:lnTo>
                    <a:pt x="17250" y="45899"/>
                  </a:lnTo>
                  <a:lnTo>
                    <a:pt x="11020" y="45745"/>
                  </a:lnTo>
                  <a:lnTo>
                    <a:pt x="9127" y="43929"/>
                  </a:lnTo>
                  <a:lnTo>
                    <a:pt x="7753" y="43661"/>
                  </a:lnTo>
                  <a:lnTo>
                    <a:pt x="0" y="36518"/>
                  </a:lnTo>
                  <a:lnTo>
                    <a:pt x="2661" y="37293"/>
                  </a:lnTo>
                  <a:lnTo>
                    <a:pt x="7102" y="39908"/>
                  </a:lnTo>
                  <a:lnTo>
                    <a:pt x="11036" y="33708"/>
                  </a:lnTo>
                  <a:lnTo>
                    <a:pt x="14824" y="32661"/>
                  </a:lnTo>
                  <a:lnTo>
                    <a:pt x="15324" y="30389"/>
                  </a:lnTo>
                  <a:lnTo>
                    <a:pt x="14694" y="27639"/>
                  </a:lnTo>
                  <a:lnTo>
                    <a:pt x="15485" y="23709"/>
                  </a:lnTo>
                  <a:lnTo>
                    <a:pt x="18297" y="23062"/>
                  </a:lnTo>
                  <a:lnTo>
                    <a:pt x="22882" y="23831"/>
                  </a:lnTo>
                  <a:lnTo>
                    <a:pt x="25334" y="19553"/>
                  </a:lnTo>
                  <a:lnTo>
                    <a:pt x="24595" y="18051"/>
                  </a:lnTo>
                  <a:lnTo>
                    <a:pt x="27296" y="5723"/>
                  </a:lnTo>
                  <a:lnTo>
                    <a:pt x="30725" y="3865"/>
                  </a:lnTo>
                  <a:lnTo>
                    <a:pt x="32139" y="3264"/>
                  </a:lnTo>
                  <a:lnTo>
                    <a:pt x="30953" y="1015"/>
                  </a:lnTo>
                  <a:lnTo>
                    <a:pt x="3324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h3543"/>
            <p:cNvSpPr/>
            <p:nvPr/>
          </p:nvSpPr>
          <p:spPr>
            <a:xfrm>
              <a:off x="8013156" y="3370861"/>
              <a:ext cx="15222" cy="6558"/>
            </a:xfrm>
            <a:custGeom>
              <a:avLst/>
              <a:pathLst>
                <a:path w="15222" h="6558">
                  <a:moveTo>
                    <a:pt x="15222" y="1513"/>
                  </a:moveTo>
                  <a:lnTo>
                    <a:pt x="12988" y="6486"/>
                  </a:lnTo>
                  <a:lnTo>
                    <a:pt x="9023" y="6426"/>
                  </a:lnTo>
                  <a:lnTo>
                    <a:pt x="2914" y="4784"/>
                  </a:lnTo>
                  <a:lnTo>
                    <a:pt x="1473" y="6558"/>
                  </a:lnTo>
                  <a:lnTo>
                    <a:pt x="0" y="5983"/>
                  </a:lnTo>
                  <a:lnTo>
                    <a:pt x="292" y="4009"/>
                  </a:lnTo>
                  <a:lnTo>
                    <a:pt x="1685" y="3461"/>
                  </a:lnTo>
                  <a:lnTo>
                    <a:pt x="4566" y="4544"/>
                  </a:lnTo>
                  <a:lnTo>
                    <a:pt x="8517" y="281"/>
                  </a:lnTo>
                  <a:lnTo>
                    <a:pt x="1389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h3544"/>
            <p:cNvSpPr/>
            <p:nvPr/>
          </p:nvSpPr>
          <p:spPr>
            <a:xfrm>
              <a:off x="7987503" y="3313632"/>
              <a:ext cx="28929" cy="26861"/>
            </a:xfrm>
            <a:custGeom>
              <a:avLst/>
              <a:pathLst>
                <a:path w="28929" h="26861">
                  <a:moveTo>
                    <a:pt x="10818" y="0"/>
                  </a:moveTo>
                  <a:lnTo>
                    <a:pt x="15463" y="1425"/>
                  </a:lnTo>
                  <a:lnTo>
                    <a:pt x="19160" y="4397"/>
                  </a:lnTo>
                  <a:lnTo>
                    <a:pt x="24765" y="11161"/>
                  </a:lnTo>
                  <a:lnTo>
                    <a:pt x="26223" y="10805"/>
                  </a:lnTo>
                  <a:lnTo>
                    <a:pt x="28089" y="12880"/>
                  </a:lnTo>
                  <a:lnTo>
                    <a:pt x="28929" y="17833"/>
                  </a:lnTo>
                  <a:lnTo>
                    <a:pt x="27914" y="21876"/>
                  </a:lnTo>
                  <a:lnTo>
                    <a:pt x="25278" y="24983"/>
                  </a:lnTo>
                  <a:lnTo>
                    <a:pt x="22029" y="26861"/>
                  </a:lnTo>
                  <a:lnTo>
                    <a:pt x="12100" y="24037"/>
                  </a:lnTo>
                  <a:lnTo>
                    <a:pt x="11402" y="21012"/>
                  </a:lnTo>
                  <a:lnTo>
                    <a:pt x="3871" y="16794"/>
                  </a:lnTo>
                  <a:lnTo>
                    <a:pt x="621" y="13464"/>
                  </a:lnTo>
                  <a:lnTo>
                    <a:pt x="0" y="9656"/>
                  </a:lnTo>
                  <a:lnTo>
                    <a:pt x="3114" y="9135"/>
                  </a:lnTo>
                  <a:lnTo>
                    <a:pt x="6686" y="4307"/>
                  </a:lnTo>
                  <a:lnTo>
                    <a:pt x="7072" y="907"/>
                  </a:lnTo>
                  <a:lnTo>
                    <a:pt x="9311" y="27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h3545"/>
            <p:cNvSpPr/>
            <p:nvPr/>
          </p:nvSpPr>
          <p:spPr>
            <a:xfrm>
              <a:off x="8075477" y="3456023"/>
              <a:ext cx="104456" cy="60762"/>
            </a:xfrm>
            <a:custGeom>
              <a:avLst/>
              <a:pathLst>
                <a:path w="104456" h="60762">
                  <a:moveTo>
                    <a:pt x="49790" y="1594"/>
                  </a:moveTo>
                  <a:lnTo>
                    <a:pt x="50202" y="3985"/>
                  </a:lnTo>
                  <a:lnTo>
                    <a:pt x="59887" y="8166"/>
                  </a:lnTo>
                  <a:lnTo>
                    <a:pt x="65215" y="4971"/>
                  </a:lnTo>
                  <a:lnTo>
                    <a:pt x="68251" y="7783"/>
                  </a:lnTo>
                  <a:lnTo>
                    <a:pt x="75700" y="7419"/>
                  </a:lnTo>
                  <a:lnTo>
                    <a:pt x="78257" y="3969"/>
                  </a:lnTo>
                  <a:lnTo>
                    <a:pt x="81272" y="2746"/>
                  </a:lnTo>
                  <a:lnTo>
                    <a:pt x="86833" y="5809"/>
                  </a:lnTo>
                  <a:lnTo>
                    <a:pt x="88658" y="6159"/>
                  </a:lnTo>
                  <a:lnTo>
                    <a:pt x="92106" y="9496"/>
                  </a:lnTo>
                  <a:lnTo>
                    <a:pt x="100822" y="9246"/>
                  </a:lnTo>
                  <a:lnTo>
                    <a:pt x="104456" y="13291"/>
                  </a:lnTo>
                  <a:lnTo>
                    <a:pt x="59977" y="16579"/>
                  </a:lnTo>
                  <a:lnTo>
                    <a:pt x="38725" y="60762"/>
                  </a:lnTo>
                  <a:lnTo>
                    <a:pt x="37429" y="60367"/>
                  </a:lnTo>
                  <a:lnTo>
                    <a:pt x="36835" y="59250"/>
                  </a:lnTo>
                  <a:lnTo>
                    <a:pt x="37423" y="57324"/>
                  </a:lnTo>
                  <a:lnTo>
                    <a:pt x="39239" y="56567"/>
                  </a:lnTo>
                  <a:lnTo>
                    <a:pt x="38896" y="53659"/>
                  </a:lnTo>
                  <a:lnTo>
                    <a:pt x="32088" y="48235"/>
                  </a:lnTo>
                  <a:lnTo>
                    <a:pt x="26593" y="49378"/>
                  </a:lnTo>
                  <a:lnTo>
                    <a:pt x="21297" y="48684"/>
                  </a:lnTo>
                  <a:lnTo>
                    <a:pt x="11218" y="40173"/>
                  </a:lnTo>
                  <a:lnTo>
                    <a:pt x="7330" y="38866"/>
                  </a:lnTo>
                  <a:lnTo>
                    <a:pt x="5345" y="38964"/>
                  </a:lnTo>
                  <a:lnTo>
                    <a:pt x="2859" y="37299"/>
                  </a:lnTo>
                  <a:lnTo>
                    <a:pt x="4340" y="36462"/>
                  </a:lnTo>
                  <a:lnTo>
                    <a:pt x="4218" y="35421"/>
                  </a:lnTo>
                  <a:lnTo>
                    <a:pt x="0" y="28672"/>
                  </a:lnTo>
                  <a:lnTo>
                    <a:pt x="3707" y="28465"/>
                  </a:lnTo>
                  <a:lnTo>
                    <a:pt x="4772" y="26361"/>
                  </a:lnTo>
                  <a:lnTo>
                    <a:pt x="3550" y="25763"/>
                  </a:lnTo>
                  <a:lnTo>
                    <a:pt x="3661" y="24359"/>
                  </a:lnTo>
                  <a:lnTo>
                    <a:pt x="7627" y="19667"/>
                  </a:lnTo>
                  <a:lnTo>
                    <a:pt x="12087" y="22184"/>
                  </a:lnTo>
                  <a:lnTo>
                    <a:pt x="14260" y="20892"/>
                  </a:lnTo>
                  <a:lnTo>
                    <a:pt x="14865" y="19712"/>
                  </a:lnTo>
                  <a:lnTo>
                    <a:pt x="13385" y="16410"/>
                  </a:lnTo>
                  <a:lnTo>
                    <a:pt x="14924" y="9633"/>
                  </a:lnTo>
                  <a:lnTo>
                    <a:pt x="21977" y="5556"/>
                  </a:lnTo>
                  <a:lnTo>
                    <a:pt x="25371" y="6870"/>
                  </a:lnTo>
                  <a:lnTo>
                    <a:pt x="33363" y="7126"/>
                  </a:lnTo>
                  <a:lnTo>
                    <a:pt x="40154" y="6228"/>
                  </a:lnTo>
                  <a:lnTo>
                    <a:pt x="44139" y="3958"/>
                  </a:lnTo>
                  <a:lnTo>
                    <a:pt x="4589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h3546"/>
            <p:cNvSpPr/>
            <p:nvPr/>
          </p:nvSpPr>
          <p:spPr>
            <a:xfrm>
              <a:off x="7833317" y="3468792"/>
              <a:ext cx="103889" cy="63431"/>
            </a:xfrm>
            <a:custGeom>
              <a:avLst/>
              <a:pathLst>
                <a:path w="103889" h="63431">
                  <a:moveTo>
                    <a:pt x="45075" y="533"/>
                  </a:moveTo>
                  <a:lnTo>
                    <a:pt x="49666" y="2912"/>
                  </a:lnTo>
                  <a:lnTo>
                    <a:pt x="56442" y="2080"/>
                  </a:lnTo>
                  <a:lnTo>
                    <a:pt x="61509" y="2518"/>
                  </a:lnTo>
                  <a:lnTo>
                    <a:pt x="64288" y="14301"/>
                  </a:lnTo>
                  <a:lnTo>
                    <a:pt x="67969" y="21679"/>
                  </a:lnTo>
                  <a:lnTo>
                    <a:pt x="65628" y="23932"/>
                  </a:lnTo>
                  <a:lnTo>
                    <a:pt x="68110" y="30722"/>
                  </a:lnTo>
                  <a:lnTo>
                    <a:pt x="69142" y="30966"/>
                  </a:lnTo>
                  <a:lnTo>
                    <a:pt x="71033" y="28320"/>
                  </a:lnTo>
                  <a:lnTo>
                    <a:pt x="80090" y="29635"/>
                  </a:lnTo>
                  <a:lnTo>
                    <a:pt x="85273" y="31462"/>
                  </a:lnTo>
                  <a:lnTo>
                    <a:pt x="89070" y="33814"/>
                  </a:lnTo>
                  <a:lnTo>
                    <a:pt x="92999" y="39037"/>
                  </a:lnTo>
                  <a:lnTo>
                    <a:pt x="97574" y="39479"/>
                  </a:lnTo>
                  <a:lnTo>
                    <a:pt x="99627" y="40828"/>
                  </a:lnTo>
                  <a:lnTo>
                    <a:pt x="103889" y="47665"/>
                  </a:lnTo>
                  <a:lnTo>
                    <a:pt x="97042" y="44899"/>
                  </a:lnTo>
                  <a:lnTo>
                    <a:pt x="95508" y="43004"/>
                  </a:lnTo>
                  <a:lnTo>
                    <a:pt x="89716" y="48787"/>
                  </a:lnTo>
                  <a:lnTo>
                    <a:pt x="84545" y="60518"/>
                  </a:lnTo>
                  <a:lnTo>
                    <a:pt x="77809" y="63431"/>
                  </a:lnTo>
                  <a:lnTo>
                    <a:pt x="53421" y="47705"/>
                  </a:lnTo>
                  <a:lnTo>
                    <a:pt x="38843" y="39710"/>
                  </a:lnTo>
                  <a:lnTo>
                    <a:pt x="25888" y="34027"/>
                  </a:lnTo>
                  <a:lnTo>
                    <a:pt x="19429" y="33705"/>
                  </a:lnTo>
                  <a:lnTo>
                    <a:pt x="13804" y="31576"/>
                  </a:lnTo>
                  <a:lnTo>
                    <a:pt x="9103" y="29326"/>
                  </a:lnTo>
                  <a:lnTo>
                    <a:pt x="0" y="14380"/>
                  </a:lnTo>
                  <a:lnTo>
                    <a:pt x="4501" y="16992"/>
                  </a:lnTo>
                  <a:lnTo>
                    <a:pt x="14935" y="19332"/>
                  </a:lnTo>
                  <a:lnTo>
                    <a:pt x="23923" y="19391"/>
                  </a:lnTo>
                  <a:lnTo>
                    <a:pt x="24241" y="14125"/>
                  </a:lnTo>
                  <a:lnTo>
                    <a:pt x="26130" y="8602"/>
                  </a:lnTo>
                  <a:lnTo>
                    <a:pt x="30486" y="5268"/>
                  </a:lnTo>
                  <a:lnTo>
                    <a:pt x="37190" y="2605"/>
                  </a:lnTo>
                  <a:lnTo>
                    <a:pt x="37901" y="3389"/>
                  </a:lnTo>
                  <a:lnTo>
                    <a:pt x="37655" y="4819"/>
                  </a:lnTo>
                  <a:lnTo>
                    <a:pt x="40168" y="4831"/>
                  </a:lnTo>
                  <a:lnTo>
                    <a:pt x="41850" y="2838"/>
                  </a:lnTo>
                  <a:lnTo>
                    <a:pt x="4129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h3547"/>
            <p:cNvSpPr/>
            <p:nvPr/>
          </p:nvSpPr>
          <p:spPr>
            <a:xfrm>
              <a:off x="8005603" y="3281875"/>
              <a:ext cx="41207" cy="53416"/>
            </a:xfrm>
            <a:custGeom>
              <a:avLst/>
              <a:pathLst>
                <a:path w="41207" h="53416">
                  <a:moveTo>
                    <a:pt x="20771" y="6643"/>
                  </a:moveTo>
                  <a:lnTo>
                    <a:pt x="22042" y="7342"/>
                  </a:lnTo>
                  <a:lnTo>
                    <a:pt x="29362" y="8048"/>
                  </a:lnTo>
                  <a:lnTo>
                    <a:pt x="32072" y="6737"/>
                  </a:lnTo>
                  <a:lnTo>
                    <a:pt x="40759" y="12471"/>
                  </a:lnTo>
                  <a:lnTo>
                    <a:pt x="41207" y="14043"/>
                  </a:lnTo>
                  <a:lnTo>
                    <a:pt x="38971" y="16447"/>
                  </a:lnTo>
                  <a:lnTo>
                    <a:pt x="36167" y="14195"/>
                  </a:lnTo>
                  <a:lnTo>
                    <a:pt x="34073" y="14829"/>
                  </a:lnTo>
                  <a:lnTo>
                    <a:pt x="32524" y="19165"/>
                  </a:lnTo>
                  <a:lnTo>
                    <a:pt x="33617" y="22678"/>
                  </a:lnTo>
                  <a:lnTo>
                    <a:pt x="32914" y="24810"/>
                  </a:lnTo>
                  <a:lnTo>
                    <a:pt x="33699" y="35353"/>
                  </a:lnTo>
                  <a:lnTo>
                    <a:pt x="36954" y="35483"/>
                  </a:lnTo>
                  <a:lnTo>
                    <a:pt x="36995" y="41315"/>
                  </a:lnTo>
                  <a:lnTo>
                    <a:pt x="39295" y="45745"/>
                  </a:lnTo>
                  <a:lnTo>
                    <a:pt x="35621" y="48598"/>
                  </a:lnTo>
                  <a:lnTo>
                    <a:pt x="32615" y="49132"/>
                  </a:lnTo>
                  <a:lnTo>
                    <a:pt x="30065" y="51182"/>
                  </a:lnTo>
                  <a:lnTo>
                    <a:pt x="29567" y="51789"/>
                  </a:lnTo>
                  <a:lnTo>
                    <a:pt x="30051" y="53416"/>
                  </a:lnTo>
                  <a:lnTo>
                    <a:pt x="25770" y="53317"/>
                  </a:lnTo>
                  <a:lnTo>
                    <a:pt x="24309" y="52083"/>
                  </a:lnTo>
                  <a:lnTo>
                    <a:pt x="18398" y="50554"/>
                  </a:lnTo>
                  <a:lnTo>
                    <a:pt x="20125" y="46556"/>
                  </a:lnTo>
                  <a:lnTo>
                    <a:pt x="19937" y="39992"/>
                  </a:lnTo>
                  <a:lnTo>
                    <a:pt x="16417" y="37527"/>
                  </a:lnTo>
                  <a:lnTo>
                    <a:pt x="14172" y="37364"/>
                  </a:lnTo>
                  <a:lnTo>
                    <a:pt x="10843" y="35648"/>
                  </a:lnTo>
                  <a:lnTo>
                    <a:pt x="6958" y="30932"/>
                  </a:lnTo>
                  <a:lnTo>
                    <a:pt x="8116" y="29388"/>
                  </a:lnTo>
                  <a:lnTo>
                    <a:pt x="9843" y="28967"/>
                  </a:lnTo>
                  <a:lnTo>
                    <a:pt x="7762" y="22295"/>
                  </a:lnTo>
                  <a:lnTo>
                    <a:pt x="3668" y="18143"/>
                  </a:lnTo>
                  <a:lnTo>
                    <a:pt x="1409" y="19633"/>
                  </a:lnTo>
                  <a:lnTo>
                    <a:pt x="0" y="18599"/>
                  </a:lnTo>
                  <a:lnTo>
                    <a:pt x="1173" y="16402"/>
                  </a:lnTo>
                  <a:lnTo>
                    <a:pt x="4220" y="15522"/>
                  </a:lnTo>
                  <a:lnTo>
                    <a:pt x="6454" y="13857"/>
                  </a:lnTo>
                  <a:lnTo>
                    <a:pt x="7802" y="11714"/>
                  </a:lnTo>
                  <a:lnTo>
                    <a:pt x="7197" y="8140"/>
                  </a:lnTo>
                  <a:lnTo>
                    <a:pt x="10166" y="4088"/>
                  </a:lnTo>
                  <a:lnTo>
                    <a:pt x="11250" y="4527"/>
                  </a:lnTo>
                  <a:lnTo>
                    <a:pt x="12429" y="4852"/>
                  </a:lnTo>
                  <a:lnTo>
                    <a:pt x="15369" y="3693"/>
                  </a:lnTo>
                  <a:lnTo>
                    <a:pt x="16435" y="738"/>
                  </a:lnTo>
                  <a:lnTo>
                    <a:pt x="2152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h3548"/>
            <p:cNvSpPr/>
            <p:nvPr/>
          </p:nvSpPr>
          <p:spPr>
            <a:xfrm>
              <a:off x="7985348" y="3334631"/>
              <a:ext cx="10547" cy="9735"/>
            </a:xfrm>
            <a:custGeom>
              <a:avLst/>
              <a:pathLst>
                <a:path w="10547" h="9735">
                  <a:moveTo>
                    <a:pt x="7136" y="1411"/>
                  </a:moveTo>
                  <a:lnTo>
                    <a:pt x="8740" y="1800"/>
                  </a:lnTo>
                  <a:lnTo>
                    <a:pt x="5924" y="2739"/>
                  </a:lnTo>
                  <a:lnTo>
                    <a:pt x="6551" y="7503"/>
                  </a:lnTo>
                  <a:lnTo>
                    <a:pt x="10547" y="8444"/>
                  </a:lnTo>
                  <a:lnTo>
                    <a:pt x="8254" y="9735"/>
                  </a:lnTo>
                  <a:lnTo>
                    <a:pt x="1644" y="9523"/>
                  </a:lnTo>
                  <a:lnTo>
                    <a:pt x="0" y="6518"/>
                  </a:lnTo>
                  <a:lnTo>
                    <a:pt x="418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h3549"/>
            <p:cNvSpPr/>
            <p:nvPr/>
          </p:nvSpPr>
          <p:spPr>
            <a:xfrm>
              <a:off x="7958442" y="3435406"/>
              <a:ext cx="33230" cy="26683"/>
            </a:xfrm>
            <a:custGeom>
              <a:avLst/>
              <a:pathLst>
                <a:path w="33230" h="26683">
                  <a:moveTo>
                    <a:pt x="17698" y="1560"/>
                  </a:moveTo>
                  <a:lnTo>
                    <a:pt x="20259" y="4308"/>
                  </a:lnTo>
                  <a:lnTo>
                    <a:pt x="26584" y="8334"/>
                  </a:lnTo>
                  <a:lnTo>
                    <a:pt x="26968" y="16897"/>
                  </a:lnTo>
                  <a:lnTo>
                    <a:pt x="27901" y="18141"/>
                  </a:lnTo>
                  <a:lnTo>
                    <a:pt x="30752" y="18256"/>
                  </a:lnTo>
                  <a:lnTo>
                    <a:pt x="33230" y="18311"/>
                  </a:lnTo>
                  <a:lnTo>
                    <a:pt x="32696" y="21787"/>
                  </a:lnTo>
                  <a:lnTo>
                    <a:pt x="29952" y="22778"/>
                  </a:lnTo>
                  <a:lnTo>
                    <a:pt x="23792" y="23464"/>
                  </a:lnTo>
                  <a:lnTo>
                    <a:pt x="22581" y="25888"/>
                  </a:lnTo>
                  <a:lnTo>
                    <a:pt x="20652" y="26683"/>
                  </a:lnTo>
                  <a:lnTo>
                    <a:pt x="6849" y="22681"/>
                  </a:lnTo>
                  <a:lnTo>
                    <a:pt x="6190" y="20199"/>
                  </a:lnTo>
                  <a:lnTo>
                    <a:pt x="3671" y="19231"/>
                  </a:lnTo>
                  <a:lnTo>
                    <a:pt x="1627" y="14594"/>
                  </a:lnTo>
                  <a:lnTo>
                    <a:pt x="0" y="9365"/>
                  </a:lnTo>
                  <a:lnTo>
                    <a:pt x="21" y="7544"/>
                  </a:lnTo>
                  <a:lnTo>
                    <a:pt x="1058" y="5931"/>
                  </a:lnTo>
                  <a:lnTo>
                    <a:pt x="745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h3550"/>
            <p:cNvSpPr/>
            <p:nvPr/>
          </p:nvSpPr>
          <p:spPr>
            <a:xfrm>
              <a:off x="8029516" y="3386312"/>
              <a:ext cx="32052" cy="24488"/>
            </a:xfrm>
            <a:custGeom>
              <a:avLst/>
              <a:pathLst>
                <a:path w="32052" h="24488">
                  <a:moveTo>
                    <a:pt x="6910" y="225"/>
                  </a:moveTo>
                  <a:lnTo>
                    <a:pt x="8506" y="2216"/>
                  </a:lnTo>
                  <a:lnTo>
                    <a:pt x="13680" y="713"/>
                  </a:lnTo>
                  <a:lnTo>
                    <a:pt x="14703" y="1675"/>
                  </a:lnTo>
                  <a:lnTo>
                    <a:pt x="18505" y="2747"/>
                  </a:lnTo>
                  <a:lnTo>
                    <a:pt x="23024" y="3286"/>
                  </a:lnTo>
                  <a:lnTo>
                    <a:pt x="26935" y="6943"/>
                  </a:lnTo>
                  <a:lnTo>
                    <a:pt x="27589" y="9046"/>
                  </a:lnTo>
                  <a:lnTo>
                    <a:pt x="32052" y="9780"/>
                  </a:lnTo>
                  <a:lnTo>
                    <a:pt x="31315" y="18134"/>
                  </a:lnTo>
                  <a:lnTo>
                    <a:pt x="19910" y="18168"/>
                  </a:lnTo>
                  <a:lnTo>
                    <a:pt x="17624" y="20596"/>
                  </a:lnTo>
                  <a:lnTo>
                    <a:pt x="21043" y="22599"/>
                  </a:lnTo>
                  <a:lnTo>
                    <a:pt x="19454" y="24488"/>
                  </a:lnTo>
                  <a:lnTo>
                    <a:pt x="12580" y="18417"/>
                  </a:lnTo>
                  <a:lnTo>
                    <a:pt x="12886" y="19476"/>
                  </a:lnTo>
                  <a:lnTo>
                    <a:pt x="11163" y="20746"/>
                  </a:lnTo>
                  <a:lnTo>
                    <a:pt x="6577" y="20167"/>
                  </a:lnTo>
                  <a:lnTo>
                    <a:pt x="6732" y="18511"/>
                  </a:lnTo>
                  <a:lnTo>
                    <a:pt x="14168" y="16796"/>
                  </a:lnTo>
                  <a:lnTo>
                    <a:pt x="13335" y="15132"/>
                  </a:lnTo>
                  <a:lnTo>
                    <a:pt x="9575" y="13079"/>
                  </a:lnTo>
                  <a:lnTo>
                    <a:pt x="899" y="13671"/>
                  </a:lnTo>
                  <a:lnTo>
                    <a:pt x="0" y="3187"/>
                  </a:lnTo>
                  <a:lnTo>
                    <a:pt x="614" y="1754"/>
                  </a:lnTo>
                  <a:lnTo>
                    <a:pt x="548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h3551"/>
            <p:cNvSpPr/>
            <p:nvPr/>
          </p:nvSpPr>
          <p:spPr>
            <a:xfrm>
              <a:off x="8008147" y="3557131"/>
              <a:ext cx="28035" cy="23395"/>
            </a:xfrm>
            <a:custGeom>
              <a:avLst/>
              <a:pathLst>
                <a:path w="28035" h="23395">
                  <a:moveTo>
                    <a:pt x="28035" y="1555"/>
                  </a:moveTo>
                  <a:lnTo>
                    <a:pt x="26483" y="4419"/>
                  </a:lnTo>
                  <a:lnTo>
                    <a:pt x="21259" y="4706"/>
                  </a:lnTo>
                  <a:lnTo>
                    <a:pt x="18838" y="8696"/>
                  </a:lnTo>
                  <a:lnTo>
                    <a:pt x="18201" y="10687"/>
                  </a:lnTo>
                  <a:lnTo>
                    <a:pt x="18667" y="11558"/>
                  </a:lnTo>
                  <a:lnTo>
                    <a:pt x="20738" y="11406"/>
                  </a:lnTo>
                  <a:lnTo>
                    <a:pt x="18006" y="17447"/>
                  </a:lnTo>
                  <a:lnTo>
                    <a:pt x="17082" y="17481"/>
                  </a:lnTo>
                  <a:lnTo>
                    <a:pt x="16417" y="21225"/>
                  </a:lnTo>
                  <a:lnTo>
                    <a:pt x="11910" y="23318"/>
                  </a:lnTo>
                  <a:lnTo>
                    <a:pt x="10518" y="22403"/>
                  </a:lnTo>
                  <a:lnTo>
                    <a:pt x="8726" y="22366"/>
                  </a:lnTo>
                  <a:lnTo>
                    <a:pt x="8217" y="23333"/>
                  </a:lnTo>
                  <a:lnTo>
                    <a:pt x="6740" y="23395"/>
                  </a:lnTo>
                  <a:lnTo>
                    <a:pt x="4621" y="21285"/>
                  </a:lnTo>
                  <a:lnTo>
                    <a:pt x="1499" y="13539"/>
                  </a:lnTo>
                  <a:lnTo>
                    <a:pt x="2525" y="10491"/>
                  </a:lnTo>
                  <a:lnTo>
                    <a:pt x="846" y="10374"/>
                  </a:lnTo>
                  <a:lnTo>
                    <a:pt x="250" y="11780"/>
                  </a:lnTo>
                  <a:lnTo>
                    <a:pt x="0" y="10819"/>
                  </a:lnTo>
                  <a:lnTo>
                    <a:pt x="1976" y="5552"/>
                  </a:lnTo>
                  <a:lnTo>
                    <a:pt x="10106" y="1730"/>
                  </a:lnTo>
                  <a:lnTo>
                    <a:pt x="13850" y="850"/>
                  </a:lnTo>
                  <a:lnTo>
                    <a:pt x="2726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h3552"/>
            <p:cNvSpPr/>
            <p:nvPr/>
          </p:nvSpPr>
          <p:spPr>
            <a:xfrm>
              <a:off x="8073984" y="3545020"/>
              <a:ext cx="8368" cy="12712"/>
            </a:xfrm>
            <a:custGeom>
              <a:avLst/>
              <a:pathLst>
                <a:path w="8368" h="12712">
                  <a:moveTo>
                    <a:pt x="8368" y="609"/>
                  </a:moveTo>
                  <a:lnTo>
                    <a:pt x="6534" y="12712"/>
                  </a:lnTo>
                  <a:lnTo>
                    <a:pt x="786" y="11980"/>
                  </a:lnTo>
                  <a:lnTo>
                    <a:pt x="2372" y="9374"/>
                  </a:lnTo>
                  <a:lnTo>
                    <a:pt x="2614" y="6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h3553"/>
            <p:cNvSpPr/>
            <p:nvPr/>
          </p:nvSpPr>
          <p:spPr>
            <a:xfrm>
              <a:off x="7979274" y="3403286"/>
              <a:ext cx="24124" cy="35323"/>
            </a:xfrm>
            <a:custGeom>
              <a:avLst/>
              <a:pathLst>
                <a:path w="24124" h="35323">
                  <a:moveTo>
                    <a:pt x="17278" y="1989"/>
                  </a:moveTo>
                  <a:lnTo>
                    <a:pt x="20962" y="10157"/>
                  </a:lnTo>
                  <a:lnTo>
                    <a:pt x="23641" y="9125"/>
                  </a:lnTo>
                  <a:lnTo>
                    <a:pt x="24058" y="10647"/>
                  </a:lnTo>
                  <a:lnTo>
                    <a:pt x="22919" y="10246"/>
                  </a:lnTo>
                  <a:lnTo>
                    <a:pt x="18196" y="17083"/>
                  </a:lnTo>
                  <a:lnTo>
                    <a:pt x="18447" y="18098"/>
                  </a:lnTo>
                  <a:lnTo>
                    <a:pt x="19725" y="18530"/>
                  </a:lnTo>
                  <a:lnTo>
                    <a:pt x="20884" y="18406"/>
                  </a:lnTo>
                  <a:lnTo>
                    <a:pt x="21993" y="16699"/>
                  </a:lnTo>
                  <a:lnTo>
                    <a:pt x="23021" y="16884"/>
                  </a:lnTo>
                  <a:lnTo>
                    <a:pt x="23329" y="17870"/>
                  </a:lnTo>
                  <a:lnTo>
                    <a:pt x="21920" y="20546"/>
                  </a:lnTo>
                  <a:lnTo>
                    <a:pt x="22174" y="22285"/>
                  </a:lnTo>
                  <a:lnTo>
                    <a:pt x="23901" y="24792"/>
                  </a:lnTo>
                  <a:lnTo>
                    <a:pt x="23121" y="27102"/>
                  </a:lnTo>
                  <a:lnTo>
                    <a:pt x="21450" y="28628"/>
                  </a:lnTo>
                  <a:lnTo>
                    <a:pt x="24124" y="31806"/>
                  </a:lnTo>
                  <a:lnTo>
                    <a:pt x="20246" y="35323"/>
                  </a:lnTo>
                  <a:lnTo>
                    <a:pt x="14844" y="29993"/>
                  </a:lnTo>
                  <a:lnTo>
                    <a:pt x="10630" y="27666"/>
                  </a:lnTo>
                  <a:lnTo>
                    <a:pt x="6848" y="21838"/>
                  </a:lnTo>
                  <a:lnTo>
                    <a:pt x="9147" y="15618"/>
                  </a:lnTo>
                  <a:lnTo>
                    <a:pt x="8266" y="12425"/>
                  </a:lnTo>
                  <a:lnTo>
                    <a:pt x="5117" y="11675"/>
                  </a:lnTo>
                  <a:lnTo>
                    <a:pt x="0" y="5216"/>
                  </a:lnTo>
                  <a:lnTo>
                    <a:pt x="1789" y="3846"/>
                  </a:lnTo>
                  <a:lnTo>
                    <a:pt x="9493" y="2936"/>
                  </a:lnTo>
                  <a:lnTo>
                    <a:pt x="9714" y="1926"/>
                  </a:lnTo>
                  <a:lnTo>
                    <a:pt x="1183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h3554"/>
            <p:cNvSpPr/>
            <p:nvPr/>
          </p:nvSpPr>
          <p:spPr>
            <a:xfrm>
              <a:off x="7989791" y="3567505"/>
              <a:ext cx="38700" cy="52079"/>
            </a:xfrm>
            <a:custGeom>
              <a:avLst/>
              <a:pathLst>
                <a:path w="38700" h="52079">
                  <a:moveTo>
                    <a:pt x="20881" y="117"/>
                  </a:moveTo>
                  <a:lnTo>
                    <a:pt x="19855" y="3165"/>
                  </a:lnTo>
                  <a:lnTo>
                    <a:pt x="22976" y="10911"/>
                  </a:lnTo>
                  <a:lnTo>
                    <a:pt x="25096" y="13021"/>
                  </a:lnTo>
                  <a:lnTo>
                    <a:pt x="26573" y="12959"/>
                  </a:lnTo>
                  <a:lnTo>
                    <a:pt x="25886" y="14293"/>
                  </a:lnTo>
                  <a:lnTo>
                    <a:pt x="27086" y="15235"/>
                  </a:lnTo>
                  <a:lnTo>
                    <a:pt x="32661" y="16192"/>
                  </a:lnTo>
                  <a:lnTo>
                    <a:pt x="38700" y="20174"/>
                  </a:lnTo>
                  <a:lnTo>
                    <a:pt x="36004" y="25028"/>
                  </a:lnTo>
                  <a:lnTo>
                    <a:pt x="37224" y="26225"/>
                  </a:lnTo>
                  <a:lnTo>
                    <a:pt x="37569" y="26769"/>
                  </a:lnTo>
                  <a:lnTo>
                    <a:pt x="29016" y="36612"/>
                  </a:lnTo>
                  <a:lnTo>
                    <a:pt x="24972" y="35464"/>
                  </a:lnTo>
                  <a:lnTo>
                    <a:pt x="22948" y="38024"/>
                  </a:lnTo>
                  <a:lnTo>
                    <a:pt x="22244" y="40609"/>
                  </a:lnTo>
                  <a:lnTo>
                    <a:pt x="29785" y="52079"/>
                  </a:lnTo>
                  <a:lnTo>
                    <a:pt x="27124" y="51304"/>
                  </a:lnTo>
                  <a:lnTo>
                    <a:pt x="0" y="26497"/>
                  </a:lnTo>
                  <a:lnTo>
                    <a:pt x="874" y="24372"/>
                  </a:lnTo>
                  <a:lnTo>
                    <a:pt x="3589" y="25810"/>
                  </a:lnTo>
                  <a:lnTo>
                    <a:pt x="9641" y="19138"/>
                  </a:lnTo>
                  <a:lnTo>
                    <a:pt x="10887" y="13744"/>
                  </a:lnTo>
                  <a:lnTo>
                    <a:pt x="14514" y="10315"/>
                  </a:lnTo>
                  <a:lnTo>
                    <a:pt x="14788" y="4757"/>
                  </a:lnTo>
                  <a:lnTo>
                    <a:pt x="17316" y="4451"/>
                  </a:lnTo>
                  <a:lnTo>
                    <a:pt x="18589" y="2893"/>
                  </a:lnTo>
                  <a:lnTo>
                    <a:pt x="18606" y="1405"/>
                  </a:lnTo>
                  <a:lnTo>
                    <a:pt x="1920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h3555"/>
            <p:cNvSpPr/>
            <p:nvPr/>
          </p:nvSpPr>
          <p:spPr>
            <a:xfrm>
              <a:off x="8063995" y="3526797"/>
              <a:ext cx="22419" cy="19786"/>
            </a:xfrm>
            <a:custGeom>
              <a:avLst/>
              <a:pathLst>
                <a:path w="22419" h="19786">
                  <a:moveTo>
                    <a:pt x="11944" y="0"/>
                  </a:moveTo>
                  <a:lnTo>
                    <a:pt x="22419" y="8452"/>
                  </a:lnTo>
                  <a:lnTo>
                    <a:pt x="21326" y="14244"/>
                  </a:lnTo>
                  <a:lnTo>
                    <a:pt x="16582" y="14009"/>
                  </a:lnTo>
                  <a:lnTo>
                    <a:pt x="16379" y="16613"/>
                  </a:lnTo>
                  <a:lnTo>
                    <a:pt x="18357" y="18832"/>
                  </a:lnTo>
                  <a:lnTo>
                    <a:pt x="9989" y="18223"/>
                  </a:lnTo>
                  <a:lnTo>
                    <a:pt x="6881" y="19786"/>
                  </a:lnTo>
                  <a:lnTo>
                    <a:pt x="3050" y="18175"/>
                  </a:lnTo>
                  <a:lnTo>
                    <a:pt x="609" y="14938"/>
                  </a:lnTo>
                  <a:lnTo>
                    <a:pt x="1166" y="8836"/>
                  </a:lnTo>
                  <a:lnTo>
                    <a:pt x="0" y="5643"/>
                  </a:lnTo>
                  <a:lnTo>
                    <a:pt x="984" y="3707"/>
                  </a:lnTo>
                  <a:lnTo>
                    <a:pt x="4601" y="2084"/>
                  </a:lnTo>
                  <a:lnTo>
                    <a:pt x="7736" y="2576"/>
                  </a:lnTo>
                  <a:lnTo>
                    <a:pt x="9629" y="24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h3556"/>
            <p:cNvSpPr/>
            <p:nvPr/>
          </p:nvSpPr>
          <p:spPr>
            <a:xfrm>
              <a:off x="7914706" y="3361514"/>
              <a:ext cx="26810" cy="39487"/>
            </a:xfrm>
            <a:custGeom>
              <a:avLst/>
              <a:pathLst>
                <a:path w="26810" h="39487">
                  <a:moveTo>
                    <a:pt x="12792" y="1030"/>
                  </a:moveTo>
                  <a:lnTo>
                    <a:pt x="12692" y="4317"/>
                  </a:lnTo>
                  <a:lnTo>
                    <a:pt x="13846" y="4363"/>
                  </a:lnTo>
                  <a:lnTo>
                    <a:pt x="15353" y="5986"/>
                  </a:lnTo>
                  <a:lnTo>
                    <a:pt x="15603" y="10707"/>
                  </a:lnTo>
                  <a:lnTo>
                    <a:pt x="13981" y="13375"/>
                  </a:lnTo>
                  <a:lnTo>
                    <a:pt x="15312" y="16145"/>
                  </a:lnTo>
                  <a:lnTo>
                    <a:pt x="19334" y="22124"/>
                  </a:lnTo>
                  <a:lnTo>
                    <a:pt x="26810" y="27394"/>
                  </a:lnTo>
                  <a:lnTo>
                    <a:pt x="26309" y="30695"/>
                  </a:lnTo>
                  <a:lnTo>
                    <a:pt x="23652" y="32869"/>
                  </a:lnTo>
                  <a:lnTo>
                    <a:pt x="22953" y="35297"/>
                  </a:lnTo>
                  <a:lnTo>
                    <a:pt x="19083" y="39487"/>
                  </a:lnTo>
                  <a:lnTo>
                    <a:pt x="13525" y="38343"/>
                  </a:lnTo>
                  <a:lnTo>
                    <a:pt x="13138" y="33705"/>
                  </a:lnTo>
                  <a:lnTo>
                    <a:pt x="14156" y="31135"/>
                  </a:lnTo>
                  <a:lnTo>
                    <a:pt x="11959" y="29441"/>
                  </a:lnTo>
                  <a:lnTo>
                    <a:pt x="6682" y="30877"/>
                  </a:lnTo>
                  <a:lnTo>
                    <a:pt x="5835" y="30176"/>
                  </a:lnTo>
                  <a:lnTo>
                    <a:pt x="6414" y="27510"/>
                  </a:lnTo>
                  <a:lnTo>
                    <a:pt x="1418" y="21327"/>
                  </a:lnTo>
                  <a:lnTo>
                    <a:pt x="0" y="16942"/>
                  </a:lnTo>
                  <a:lnTo>
                    <a:pt x="4756" y="14381"/>
                  </a:lnTo>
                  <a:lnTo>
                    <a:pt x="4951" y="9290"/>
                  </a:lnTo>
                  <a:lnTo>
                    <a:pt x="2630" y="5547"/>
                  </a:lnTo>
                  <a:lnTo>
                    <a:pt x="2870" y="4484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h3557"/>
            <p:cNvSpPr/>
            <p:nvPr/>
          </p:nvSpPr>
          <p:spPr>
            <a:xfrm>
              <a:off x="7972164" y="3319139"/>
              <a:ext cx="20319" cy="24099"/>
            </a:xfrm>
            <a:custGeom>
              <a:avLst/>
              <a:pathLst>
                <a:path w="20319" h="24099">
                  <a:moveTo>
                    <a:pt x="9439" y="5058"/>
                  </a:moveTo>
                  <a:lnTo>
                    <a:pt x="10316" y="5431"/>
                  </a:lnTo>
                  <a:lnTo>
                    <a:pt x="13127" y="5984"/>
                  </a:lnTo>
                  <a:lnTo>
                    <a:pt x="13791" y="3785"/>
                  </a:lnTo>
                  <a:lnTo>
                    <a:pt x="15338" y="4148"/>
                  </a:lnTo>
                  <a:lnTo>
                    <a:pt x="15960" y="7956"/>
                  </a:lnTo>
                  <a:lnTo>
                    <a:pt x="19209" y="11286"/>
                  </a:lnTo>
                  <a:lnTo>
                    <a:pt x="20319" y="16904"/>
                  </a:lnTo>
                  <a:lnTo>
                    <a:pt x="17368" y="15492"/>
                  </a:lnTo>
                  <a:lnTo>
                    <a:pt x="13183" y="22010"/>
                  </a:lnTo>
                  <a:lnTo>
                    <a:pt x="4293" y="24099"/>
                  </a:lnTo>
                  <a:lnTo>
                    <a:pt x="574" y="22942"/>
                  </a:lnTo>
                  <a:lnTo>
                    <a:pt x="0" y="20724"/>
                  </a:lnTo>
                  <a:lnTo>
                    <a:pt x="1263" y="22025"/>
                  </a:lnTo>
                  <a:lnTo>
                    <a:pt x="4062" y="19713"/>
                  </a:lnTo>
                  <a:lnTo>
                    <a:pt x="5943" y="13754"/>
                  </a:lnTo>
                  <a:lnTo>
                    <a:pt x="6426" y="7394"/>
                  </a:lnTo>
                  <a:lnTo>
                    <a:pt x="3442" y="7092"/>
                  </a:lnTo>
                  <a:lnTo>
                    <a:pt x="2591" y="8617"/>
                  </a:lnTo>
                  <a:lnTo>
                    <a:pt x="1554" y="7767"/>
                  </a:lnTo>
                  <a:lnTo>
                    <a:pt x="1680" y="5766"/>
                  </a:lnTo>
                  <a:lnTo>
                    <a:pt x="3892" y="5171"/>
                  </a:lnTo>
                  <a:lnTo>
                    <a:pt x="1924" y="329"/>
                  </a:lnTo>
                  <a:lnTo>
                    <a:pt x="716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h3558"/>
            <p:cNvSpPr/>
            <p:nvPr/>
          </p:nvSpPr>
          <p:spPr>
            <a:xfrm>
              <a:off x="8039265" y="3605234"/>
              <a:ext cx="33338" cy="24351"/>
            </a:xfrm>
            <a:custGeom>
              <a:avLst/>
              <a:pathLst>
                <a:path w="33338" h="24351">
                  <a:moveTo>
                    <a:pt x="28258" y="453"/>
                  </a:moveTo>
                  <a:lnTo>
                    <a:pt x="30455" y="4199"/>
                  </a:lnTo>
                  <a:lnTo>
                    <a:pt x="26797" y="9190"/>
                  </a:lnTo>
                  <a:lnTo>
                    <a:pt x="30265" y="10337"/>
                  </a:lnTo>
                  <a:lnTo>
                    <a:pt x="33117" y="14760"/>
                  </a:lnTo>
                  <a:lnTo>
                    <a:pt x="33338" y="16231"/>
                  </a:lnTo>
                  <a:lnTo>
                    <a:pt x="31556" y="18461"/>
                  </a:lnTo>
                  <a:lnTo>
                    <a:pt x="22783" y="22065"/>
                  </a:lnTo>
                  <a:lnTo>
                    <a:pt x="20424" y="22240"/>
                  </a:lnTo>
                  <a:lnTo>
                    <a:pt x="20466" y="21207"/>
                  </a:lnTo>
                  <a:lnTo>
                    <a:pt x="18912" y="20040"/>
                  </a:lnTo>
                  <a:lnTo>
                    <a:pt x="17106" y="21249"/>
                  </a:lnTo>
                  <a:lnTo>
                    <a:pt x="16340" y="20491"/>
                  </a:lnTo>
                  <a:lnTo>
                    <a:pt x="12469" y="24351"/>
                  </a:lnTo>
                  <a:lnTo>
                    <a:pt x="8739" y="20132"/>
                  </a:lnTo>
                  <a:lnTo>
                    <a:pt x="3113" y="22058"/>
                  </a:lnTo>
                  <a:lnTo>
                    <a:pt x="0" y="22028"/>
                  </a:lnTo>
                  <a:lnTo>
                    <a:pt x="547" y="17191"/>
                  </a:lnTo>
                  <a:lnTo>
                    <a:pt x="67" y="16165"/>
                  </a:lnTo>
                  <a:lnTo>
                    <a:pt x="7777" y="8455"/>
                  </a:lnTo>
                  <a:lnTo>
                    <a:pt x="10216" y="8971"/>
                  </a:lnTo>
                  <a:lnTo>
                    <a:pt x="10869" y="7172"/>
                  </a:lnTo>
                  <a:lnTo>
                    <a:pt x="15229" y="8966"/>
                  </a:lnTo>
                  <a:lnTo>
                    <a:pt x="23276" y="2384"/>
                  </a:lnTo>
                  <a:lnTo>
                    <a:pt x="22607" y="2618"/>
                  </a:lnTo>
                  <a:lnTo>
                    <a:pt x="22720" y="936"/>
                  </a:lnTo>
                  <a:lnTo>
                    <a:pt x="2369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h3559"/>
            <p:cNvSpPr/>
            <p:nvPr/>
          </p:nvSpPr>
          <p:spPr>
            <a:xfrm>
              <a:off x="7989941" y="3372575"/>
              <a:ext cx="38406" cy="20055"/>
            </a:xfrm>
            <a:custGeom>
              <a:avLst/>
              <a:pathLst>
                <a:path w="38406" h="20055">
                  <a:moveTo>
                    <a:pt x="18870" y="1660"/>
                  </a:moveTo>
                  <a:lnTo>
                    <a:pt x="23506" y="2295"/>
                  </a:lnTo>
                  <a:lnTo>
                    <a:pt x="23214" y="4269"/>
                  </a:lnTo>
                  <a:lnTo>
                    <a:pt x="24688" y="4843"/>
                  </a:lnTo>
                  <a:lnTo>
                    <a:pt x="26129" y="3069"/>
                  </a:lnTo>
                  <a:lnTo>
                    <a:pt x="32238" y="4712"/>
                  </a:lnTo>
                  <a:lnTo>
                    <a:pt x="36203" y="4771"/>
                  </a:lnTo>
                  <a:lnTo>
                    <a:pt x="35523" y="6724"/>
                  </a:lnTo>
                  <a:lnTo>
                    <a:pt x="35492" y="12480"/>
                  </a:lnTo>
                  <a:lnTo>
                    <a:pt x="36908" y="14663"/>
                  </a:lnTo>
                  <a:lnTo>
                    <a:pt x="37310" y="17691"/>
                  </a:lnTo>
                  <a:lnTo>
                    <a:pt x="38406" y="18285"/>
                  </a:lnTo>
                  <a:lnTo>
                    <a:pt x="37631" y="19598"/>
                  </a:lnTo>
                  <a:lnTo>
                    <a:pt x="35955" y="20055"/>
                  </a:lnTo>
                  <a:lnTo>
                    <a:pt x="31636" y="18576"/>
                  </a:lnTo>
                  <a:lnTo>
                    <a:pt x="29030" y="13435"/>
                  </a:lnTo>
                  <a:lnTo>
                    <a:pt x="26782" y="16162"/>
                  </a:lnTo>
                  <a:lnTo>
                    <a:pt x="23780" y="17225"/>
                  </a:lnTo>
                  <a:lnTo>
                    <a:pt x="17354" y="17756"/>
                  </a:lnTo>
                  <a:lnTo>
                    <a:pt x="6065" y="16194"/>
                  </a:lnTo>
                  <a:lnTo>
                    <a:pt x="2113" y="17175"/>
                  </a:lnTo>
                  <a:lnTo>
                    <a:pt x="0" y="14884"/>
                  </a:lnTo>
                  <a:lnTo>
                    <a:pt x="1667" y="12451"/>
                  </a:lnTo>
                  <a:lnTo>
                    <a:pt x="1523" y="9779"/>
                  </a:lnTo>
                  <a:lnTo>
                    <a:pt x="348" y="7623"/>
                  </a:lnTo>
                  <a:lnTo>
                    <a:pt x="82" y="3506"/>
                  </a:lnTo>
                  <a:lnTo>
                    <a:pt x="736" y="1428"/>
                  </a:lnTo>
                  <a:lnTo>
                    <a:pt x="5899" y="5021"/>
                  </a:lnTo>
                  <a:lnTo>
                    <a:pt x="8728" y="5783"/>
                  </a:lnTo>
                  <a:lnTo>
                    <a:pt x="14664" y="3725"/>
                  </a:lnTo>
                  <a:lnTo>
                    <a:pt x="15772" y="2750"/>
                  </a:lnTo>
                  <a:lnTo>
                    <a:pt x="1626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h3560"/>
            <p:cNvSpPr/>
            <p:nvPr/>
          </p:nvSpPr>
          <p:spPr>
            <a:xfrm>
              <a:off x="8080518" y="3545630"/>
              <a:ext cx="11408" cy="16096"/>
            </a:xfrm>
            <a:custGeom>
              <a:avLst/>
              <a:pathLst>
                <a:path w="11408" h="16096">
                  <a:moveTo>
                    <a:pt x="7158" y="3516"/>
                  </a:moveTo>
                  <a:lnTo>
                    <a:pt x="9018" y="2895"/>
                  </a:lnTo>
                  <a:lnTo>
                    <a:pt x="10217" y="1452"/>
                  </a:lnTo>
                  <a:lnTo>
                    <a:pt x="11036" y="2509"/>
                  </a:lnTo>
                  <a:lnTo>
                    <a:pt x="11408" y="9666"/>
                  </a:lnTo>
                  <a:lnTo>
                    <a:pt x="9105" y="11155"/>
                  </a:lnTo>
                  <a:lnTo>
                    <a:pt x="7719" y="13299"/>
                  </a:lnTo>
                  <a:lnTo>
                    <a:pt x="7387" y="16096"/>
                  </a:lnTo>
                  <a:lnTo>
                    <a:pt x="5823" y="13112"/>
                  </a:lnTo>
                  <a:lnTo>
                    <a:pt x="396" y="12697"/>
                  </a:lnTo>
                  <a:lnTo>
                    <a:pt x="0" y="12103"/>
                  </a:lnTo>
                  <a:lnTo>
                    <a:pt x="183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h3561"/>
            <p:cNvSpPr/>
            <p:nvPr/>
          </p:nvSpPr>
          <p:spPr>
            <a:xfrm>
              <a:off x="8078335" y="3373010"/>
              <a:ext cx="75173" cy="44147"/>
            </a:xfrm>
            <a:custGeom>
              <a:avLst/>
              <a:pathLst>
                <a:path w="75173" h="44147">
                  <a:moveTo>
                    <a:pt x="15983" y="1364"/>
                  </a:moveTo>
                  <a:lnTo>
                    <a:pt x="15273" y="2933"/>
                  </a:lnTo>
                  <a:lnTo>
                    <a:pt x="19076" y="4401"/>
                  </a:lnTo>
                  <a:lnTo>
                    <a:pt x="21276" y="4072"/>
                  </a:lnTo>
                  <a:lnTo>
                    <a:pt x="27370" y="5187"/>
                  </a:lnTo>
                  <a:lnTo>
                    <a:pt x="28917" y="8177"/>
                  </a:lnTo>
                  <a:lnTo>
                    <a:pt x="28634" y="10759"/>
                  </a:lnTo>
                  <a:lnTo>
                    <a:pt x="29988" y="12058"/>
                  </a:lnTo>
                  <a:lnTo>
                    <a:pt x="42203" y="12166"/>
                  </a:lnTo>
                  <a:lnTo>
                    <a:pt x="46088" y="10883"/>
                  </a:lnTo>
                  <a:lnTo>
                    <a:pt x="45149" y="17380"/>
                  </a:lnTo>
                  <a:lnTo>
                    <a:pt x="62146" y="27673"/>
                  </a:lnTo>
                  <a:lnTo>
                    <a:pt x="65773" y="27592"/>
                  </a:lnTo>
                  <a:lnTo>
                    <a:pt x="68670" y="29627"/>
                  </a:lnTo>
                  <a:lnTo>
                    <a:pt x="72441" y="28201"/>
                  </a:lnTo>
                  <a:lnTo>
                    <a:pt x="75173" y="32328"/>
                  </a:lnTo>
                  <a:lnTo>
                    <a:pt x="68645" y="35377"/>
                  </a:lnTo>
                  <a:lnTo>
                    <a:pt x="68074" y="37169"/>
                  </a:lnTo>
                  <a:lnTo>
                    <a:pt x="67360" y="39341"/>
                  </a:lnTo>
                  <a:lnTo>
                    <a:pt x="62693" y="38077"/>
                  </a:lnTo>
                  <a:lnTo>
                    <a:pt x="60785" y="35993"/>
                  </a:lnTo>
                  <a:lnTo>
                    <a:pt x="58163" y="36311"/>
                  </a:lnTo>
                  <a:lnTo>
                    <a:pt x="57187" y="39920"/>
                  </a:lnTo>
                  <a:lnTo>
                    <a:pt x="55666" y="41244"/>
                  </a:lnTo>
                  <a:lnTo>
                    <a:pt x="51228" y="43785"/>
                  </a:lnTo>
                  <a:lnTo>
                    <a:pt x="49048" y="44147"/>
                  </a:lnTo>
                  <a:lnTo>
                    <a:pt x="46226" y="42329"/>
                  </a:lnTo>
                  <a:lnTo>
                    <a:pt x="48418" y="39908"/>
                  </a:lnTo>
                  <a:lnTo>
                    <a:pt x="45397" y="37218"/>
                  </a:lnTo>
                  <a:lnTo>
                    <a:pt x="40946" y="37244"/>
                  </a:lnTo>
                  <a:lnTo>
                    <a:pt x="36360" y="35931"/>
                  </a:lnTo>
                  <a:lnTo>
                    <a:pt x="28730" y="38798"/>
                  </a:lnTo>
                  <a:lnTo>
                    <a:pt x="27744" y="32103"/>
                  </a:lnTo>
                  <a:lnTo>
                    <a:pt x="18113" y="33652"/>
                  </a:lnTo>
                  <a:lnTo>
                    <a:pt x="15062" y="24952"/>
                  </a:lnTo>
                  <a:lnTo>
                    <a:pt x="13248" y="23376"/>
                  </a:lnTo>
                  <a:lnTo>
                    <a:pt x="14705" y="21480"/>
                  </a:lnTo>
                  <a:lnTo>
                    <a:pt x="8443" y="19646"/>
                  </a:lnTo>
                  <a:lnTo>
                    <a:pt x="3592" y="17544"/>
                  </a:lnTo>
                  <a:lnTo>
                    <a:pt x="0" y="14528"/>
                  </a:lnTo>
                  <a:lnTo>
                    <a:pt x="8798" y="9823"/>
                  </a:lnTo>
                  <a:lnTo>
                    <a:pt x="9882" y="6910"/>
                  </a:lnTo>
                  <a:lnTo>
                    <a:pt x="9272" y="4236"/>
                  </a:lnTo>
                  <a:lnTo>
                    <a:pt x="10861" y="140"/>
                  </a:lnTo>
                  <a:lnTo>
                    <a:pt x="1197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h3562"/>
            <p:cNvSpPr/>
            <p:nvPr/>
          </p:nvSpPr>
          <p:spPr>
            <a:xfrm>
              <a:off x="7968930" y="3293680"/>
              <a:ext cx="25645" cy="31443"/>
            </a:xfrm>
            <a:custGeom>
              <a:avLst/>
              <a:pathLst>
                <a:path w="25645" h="31443">
                  <a:moveTo>
                    <a:pt x="10090" y="635"/>
                  </a:moveTo>
                  <a:lnTo>
                    <a:pt x="10976" y="1204"/>
                  </a:lnTo>
                  <a:lnTo>
                    <a:pt x="12442" y="5146"/>
                  </a:lnTo>
                  <a:lnTo>
                    <a:pt x="14179" y="4221"/>
                  </a:lnTo>
                  <a:lnTo>
                    <a:pt x="14392" y="3299"/>
                  </a:lnTo>
                  <a:lnTo>
                    <a:pt x="16559" y="9661"/>
                  </a:lnTo>
                  <a:lnTo>
                    <a:pt x="15531" y="12911"/>
                  </a:lnTo>
                  <a:lnTo>
                    <a:pt x="18430" y="12466"/>
                  </a:lnTo>
                  <a:lnTo>
                    <a:pt x="20429" y="13073"/>
                  </a:lnTo>
                  <a:lnTo>
                    <a:pt x="23429" y="15449"/>
                  </a:lnTo>
                  <a:lnTo>
                    <a:pt x="23345" y="18766"/>
                  </a:lnTo>
                  <a:lnTo>
                    <a:pt x="25645" y="20859"/>
                  </a:lnTo>
                  <a:lnTo>
                    <a:pt x="25259" y="24259"/>
                  </a:lnTo>
                  <a:lnTo>
                    <a:pt x="21687" y="29086"/>
                  </a:lnTo>
                  <a:lnTo>
                    <a:pt x="18572" y="29608"/>
                  </a:lnTo>
                  <a:lnTo>
                    <a:pt x="17025" y="29244"/>
                  </a:lnTo>
                  <a:lnTo>
                    <a:pt x="16362" y="31443"/>
                  </a:lnTo>
                  <a:lnTo>
                    <a:pt x="13550" y="30890"/>
                  </a:lnTo>
                  <a:lnTo>
                    <a:pt x="12673" y="30517"/>
                  </a:lnTo>
                  <a:lnTo>
                    <a:pt x="10400" y="25459"/>
                  </a:lnTo>
                  <a:lnTo>
                    <a:pt x="5158" y="25788"/>
                  </a:lnTo>
                  <a:lnTo>
                    <a:pt x="3112" y="19512"/>
                  </a:lnTo>
                  <a:lnTo>
                    <a:pt x="3209" y="18585"/>
                  </a:lnTo>
                  <a:lnTo>
                    <a:pt x="3541" y="11495"/>
                  </a:lnTo>
                  <a:lnTo>
                    <a:pt x="0" y="9212"/>
                  </a:lnTo>
                  <a:lnTo>
                    <a:pt x="3246" y="1288"/>
                  </a:lnTo>
                  <a:lnTo>
                    <a:pt x="4250" y="1813"/>
                  </a:lnTo>
                  <a:lnTo>
                    <a:pt x="737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h3563"/>
            <p:cNvSpPr/>
            <p:nvPr/>
          </p:nvSpPr>
          <p:spPr>
            <a:xfrm>
              <a:off x="8079272" y="3643871"/>
              <a:ext cx="14378" cy="14712"/>
            </a:xfrm>
            <a:custGeom>
              <a:avLst/>
              <a:pathLst>
                <a:path w="14378" h="14712">
                  <a:moveTo>
                    <a:pt x="10821" y="0"/>
                  </a:moveTo>
                  <a:lnTo>
                    <a:pt x="13325" y="4010"/>
                  </a:lnTo>
                  <a:lnTo>
                    <a:pt x="14378" y="9585"/>
                  </a:lnTo>
                  <a:lnTo>
                    <a:pt x="12576" y="9528"/>
                  </a:lnTo>
                  <a:lnTo>
                    <a:pt x="6034" y="14712"/>
                  </a:lnTo>
                  <a:lnTo>
                    <a:pt x="2717" y="14595"/>
                  </a:lnTo>
                  <a:lnTo>
                    <a:pt x="0" y="11912"/>
                  </a:lnTo>
                  <a:lnTo>
                    <a:pt x="265" y="4260"/>
                  </a:lnTo>
                  <a:lnTo>
                    <a:pt x="1966" y="4258"/>
                  </a:lnTo>
                  <a:lnTo>
                    <a:pt x="5000" y="3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h3564"/>
            <p:cNvSpPr/>
            <p:nvPr/>
          </p:nvSpPr>
          <p:spPr>
            <a:xfrm>
              <a:off x="8015678" y="3557131"/>
              <a:ext cx="36492" cy="36599"/>
            </a:xfrm>
            <a:custGeom>
              <a:avLst/>
              <a:pathLst>
                <a:path w="36492" h="36599">
                  <a:moveTo>
                    <a:pt x="25734" y="307"/>
                  </a:moveTo>
                  <a:lnTo>
                    <a:pt x="26736" y="1679"/>
                  </a:lnTo>
                  <a:lnTo>
                    <a:pt x="29468" y="5781"/>
                  </a:lnTo>
                  <a:lnTo>
                    <a:pt x="36492" y="7396"/>
                  </a:lnTo>
                  <a:lnTo>
                    <a:pt x="35199" y="14457"/>
                  </a:lnTo>
                  <a:lnTo>
                    <a:pt x="32826" y="18229"/>
                  </a:lnTo>
                  <a:lnTo>
                    <a:pt x="34481" y="25160"/>
                  </a:lnTo>
                  <a:lnTo>
                    <a:pt x="32191" y="26175"/>
                  </a:lnTo>
                  <a:lnTo>
                    <a:pt x="33376" y="28424"/>
                  </a:lnTo>
                  <a:lnTo>
                    <a:pt x="31963" y="29025"/>
                  </a:lnTo>
                  <a:lnTo>
                    <a:pt x="29841" y="27416"/>
                  </a:lnTo>
                  <a:lnTo>
                    <a:pt x="25175" y="26172"/>
                  </a:lnTo>
                  <a:lnTo>
                    <a:pt x="25544" y="23696"/>
                  </a:lnTo>
                  <a:lnTo>
                    <a:pt x="27299" y="23416"/>
                  </a:lnTo>
                  <a:lnTo>
                    <a:pt x="27414" y="21482"/>
                  </a:lnTo>
                  <a:lnTo>
                    <a:pt x="21182" y="21314"/>
                  </a:lnTo>
                  <a:lnTo>
                    <a:pt x="19748" y="19412"/>
                  </a:lnTo>
                  <a:lnTo>
                    <a:pt x="17392" y="20650"/>
                  </a:lnTo>
                  <a:lnTo>
                    <a:pt x="15883" y="23846"/>
                  </a:lnTo>
                  <a:lnTo>
                    <a:pt x="17553" y="24848"/>
                  </a:lnTo>
                  <a:lnTo>
                    <a:pt x="18083" y="30291"/>
                  </a:lnTo>
                  <a:lnTo>
                    <a:pt x="14412" y="36446"/>
                  </a:lnTo>
                  <a:lnTo>
                    <a:pt x="12115" y="35460"/>
                  </a:lnTo>
                  <a:lnTo>
                    <a:pt x="11338" y="36599"/>
                  </a:lnTo>
                  <a:lnTo>
                    <a:pt x="10118" y="35402"/>
                  </a:lnTo>
                  <a:lnTo>
                    <a:pt x="12814" y="30548"/>
                  </a:lnTo>
                  <a:lnTo>
                    <a:pt x="6775" y="26566"/>
                  </a:lnTo>
                  <a:lnTo>
                    <a:pt x="1199" y="25609"/>
                  </a:lnTo>
                  <a:lnTo>
                    <a:pt x="0" y="24668"/>
                  </a:lnTo>
                  <a:lnTo>
                    <a:pt x="687" y="23333"/>
                  </a:lnTo>
                  <a:lnTo>
                    <a:pt x="1195" y="22366"/>
                  </a:lnTo>
                  <a:lnTo>
                    <a:pt x="2988" y="22403"/>
                  </a:lnTo>
                  <a:lnTo>
                    <a:pt x="4380" y="23318"/>
                  </a:lnTo>
                  <a:lnTo>
                    <a:pt x="8887" y="21225"/>
                  </a:lnTo>
                  <a:lnTo>
                    <a:pt x="9551" y="17481"/>
                  </a:lnTo>
                  <a:lnTo>
                    <a:pt x="10476" y="17447"/>
                  </a:lnTo>
                  <a:lnTo>
                    <a:pt x="13208" y="11406"/>
                  </a:lnTo>
                  <a:lnTo>
                    <a:pt x="11136" y="11558"/>
                  </a:lnTo>
                  <a:lnTo>
                    <a:pt x="10670" y="10687"/>
                  </a:lnTo>
                  <a:lnTo>
                    <a:pt x="11308" y="8696"/>
                  </a:lnTo>
                  <a:lnTo>
                    <a:pt x="13728" y="4706"/>
                  </a:lnTo>
                  <a:lnTo>
                    <a:pt x="18952" y="4419"/>
                  </a:lnTo>
                  <a:lnTo>
                    <a:pt x="20505" y="1555"/>
                  </a:lnTo>
                  <a:lnTo>
                    <a:pt x="1973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h3565"/>
            <p:cNvSpPr/>
            <p:nvPr/>
          </p:nvSpPr>
          <p:spPr>
            <a:xfrm>
              <a:off x="7954101" y="3343463"/>
              <a:ext cx="35144" cy="29846"/>
            </a:xfrm>
            <a:custGeom>
              <a:avLst/>
              <a:pathLst>
                <a:path w="35144" h="29846">
                  <a:moveTo>
                    <a:pt x="11370" y="1257"/>
                  </a:moveTo>
                  <a:lnTo>
                    <a:pt x="14302" y="3830"/>
                  </a:lnTo>
                  <a:lnTo>
                    <a:pt x="15624" y="2009"/>
                  </a:lnTo>
                  <a:lnTo>
                    <a:pt x="16236" y="1314"/>
                  </a:lnTo>
                  <a:lnTo>
                    <a:pt x="18696" y="2487"/>
                  </a:lnTo>
                  <a:lnTo>
                    <a:pt x="13048" y="7706"/>
                  </a:lnTo>
                  <a:lnTo>
                    <a:pt x="12525" y="10346"/>
                  </a:lnTo>
                  <a:lnTo>
                    <a:pt x="19299" y="12112"/>
                  </a:lnTo>
                  <a:lnTo>
                    <a:pt x="17564" y="10119"/>
                  </a:lnTo>
                  <a:lnTo>
                    <a:pt x="19369" y="5090"/>
                  </a:lnTo>
                  <a:lnTo>
                    <a:pt x="20298" y="4471"/>
                  </a:lnTo>
                  <a:lnTo>
                    <a:pt x="20327" y="10396"/>
                  </a:lnTo>
                  <a:lnTo>
                    <a:pt x="21265" y="11745"/>
                  </a:lnTo>
                  <a:lnTo>
                    <a:pt x="24311" y="13019"/>
                  </a:lnTo>
                  <a:lnTo>
                    <a:pt x="27027" y="11965"/>
                  </a:lnTo>
                  <a:lnTo>
                    <a:pt x="29383" y="13212"/>
                  </a:lnTo>
                  <a:lnTo>
                    <a:pt x="30721" y="15147"/>
                  </a:lnTo>
                  <a:lnTo>
                    <a:pt x="33713" y="15930"/>
                  </a:lnTo>
                  <a:lnTo>
                    <a:pt x="34959" y="14811"/>
                  </a:lnTo>
                  <a:lnTo>
                    <a:pt x="35144" y="16974"/>
                  </a:lnTo>
                  <a:lnTo>
                    <a:pt x="32849" y="17887"/>
                  </a:lnTo>
                  <a:lnTo>
                    <a:pt x="31716" y="20301"/>
                  </a:lnTo>
                  <a:lnTo>
                    <a:pt x="33061" y="21961"/>
                  </a:lnTo>
                  <a:lnTo>
                    <a:pt x="31603" y="26096"/>
                  </a:lnTo>
                  <a:lnTo>
                    <a:pt x="25543" y="29743"/>
                  </a:lnTo>
                  <a:lnTo>
                    <a:pt x="20606" y="29846"/>
                  </a:lnTo>
                  <a:lnTo>
                    <a:pt x="19449" y="27110"/>
                  </a:lnTo>
                  <a:lnTo>
                    <a:pt x="19763" y="25258"/>
                  </a:lnTo>
                  <a:lnTo>
                    <a:pt x="17788" y="24060"/>
                  </a:lnTo>
                  <a:lnTo>
                    <a:pt x="11359" y="22181"/>
                  </a:lnTo>
                  <a:lnTo>
                    <a:pt x="8567" y="22456"/>
                  </a:lnTo>
                  <a:lnTo>
                    <a:pt x="5118" y="21084"/>
                  </a:lnTo>
                  <a:lnTo>
                    <a:pt x="671" y="12484"/>
                  </a:lnTo>
                  <a:lnTo>
                    <a:pt x="0" y="11315"/>
                  </a:lnTo>
                  <a:lnTo>
                    <a:pt x="2657" y="8074"/>
                  </a:lnTo>
                  <a:lnTo>
                    <a:pt x="5628" y="6564"/>
                  </a:lnTo>
                  <a:lnTo>
                    <a:pt x="6601" y="3311"/>
                  </a:lnTo>
                  <a:lnTo>
                    <a:pt x="4677" y="651"/>
                  </a:lnTo>
                  <a:lnTo>
                    <a:pt x="544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h3566"/>
            <p:cNvSpPr/>
            <p:nvPr/>
          </p:nvSpPr>
          <p:spPr>
            <a:xfrm>
              <a:off x="7989060" y="3347209"/>
              <a:ext cx="21395" cy="18570"/>
            </a:xfrm>
            <a:custGeom>
              <a:avLst/>
              <a:pathLst>
                <a:path w="21395" h="18570">
                  <a:moveTo>
                    <a:pt x="21395" y="2372"/>
                  </a:moveTo>
                  <a:lnTo>
                    <a:pt x="14177" y="12441"/>
                  </a:lnTo>
                  <a:lnTo>
                    <a:pt x="13940" y="14410"/>
                  </a:lnTo>
                  <a:lnTo>
                    <a:pt x="12279" y="13686"/>
                  </a:lnTo>
                  <a:lnTo>
                    <a:pt x="10894" y="14442"/>
                  </a:lnTo>
                  <a:lnTo>
                    <a:pt x="10174" y="18082"/>
                  </a:lnTo>
                  <a:lnTo>
                    <a:pt x="8002" y="18570"/>
                  </a:lnTo>
                  <a:lnTo>
                    <a:pt x="5357" y="15591"/>
                  </a:lnTo>
                  <a:lnTo>
                    <a:pt x="4706" y="17307"/>
                  </a:lnTo>
                  <a:lnTo>
                    <a:pt x="3944" y="17206"/>
                  </a:lnTo>
                  <a:lnTo>
                    <a:pt x="185" y="13228"/>
                  </a:lnTo>
                  <a:lnTo>
                    <a:pt x="0" y="11065"/>
                  </a:lnTo>
                  <a:lnTo>
                    <a:pt x="1142" y="10004"/>
                  </a:lnTo>
                  <a:lnTo>
                    <a:pt x="48" y="7114"/>
                  </a:lnTo>
                  <a:lnTo>
                    <a:pt x="4092" y="6567"/>
                  </a:lnTo>
                  <a:lnTo>
                    <a:pt x="6641" y="1885"/>
                  </a:lnTo>
                  <a:lnTo>
                    <a:pt x="6695" y="0"/>
                  </a:lnTo>
                  <a:lnTo>
                    <a:pt x="8490" y="695"/>
                  </a:lnTo>
                  <a:lnTo>
                    <a:pt x="14478" y="62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h3567"/>
            <p:cNvSpPr/>
            <p:nvPr/>
          </p:nvSpPr>
          <p:spPr>
            <a:xfrm>
              <a:off x="7911126" y="3510302"/>
              <a:ext cx="86765" cy="61769"/>
            </a:xfrm>
            <a:custGeom>
              <a:avLst/>
              <a:pathLst>
                <a:path w="86765" h="61769">
                  <a:moveTo>
                    <a:pt x="19232" y="3390"/>
                  </a:moveTo>
                  <a:lnTo>
                    <a:pt x="26080" y="6155"/>
                  </a:lnTo>
                  <a:lnTo>
                    <a:pt x="32150" y="6939"/>
                  </a:lnTo>
                  <a:lnTo>
                    <a:pt x="33316" y="4940"/>
                  </a:lnTo>
                  <a:lnTo>
                    <a:pt x="35064" y="3758"/>
                  </a:lnTo>
                  <a:lnTo>
                    <a:pt x="38417" y="4134"/>
                  </a:lnTo>
                  <a:lnTo>
                    <a:pt x="41163" y="3441"/>
                  </a:lnTo>
                  <a:lnTo>
                    <a:pt x="46568" y="0"/>
                  </a:lnTo>
                  <a:lnTo>
                    <a:pt x="48092" y="2315"/>
                  </a:lnTo>
                  <a:lnTo>
                    <a:pt x="52709" y="7936"/>
                  </a:lnTo>
                  <a:lnTo>
                    <a:pt x="54453" y="11527"/>
                  </a:lnTo>
                  <a:lnTo>
                    <a:pt x="52002" y="15800"/>
                  </a:lnTo>
                  <a:lnTo>
                    <a:pt x="57570" y="15023"/>
                  </a:lnTo>
                  <a:lnTo>
                    <a:pt x="58178" y="18467"/>
                  </a:lnTo>
                  <a:lnTo>
                    <a:pt x="60051" y="19599"/>
                  </a:lnTo>
                  <a:lnTo>
                    <a:pt x="62836" y="18710"/>
                  </a:lnTo>
                  <a:lnTo>
                    <a:pt x="66373" y="19343"/>
                  </a:lnTo>
                  <a:lnTo>
                    <a:pt x="67888" y="23210"/>
                  </a:lnTo>
                  <a:lnTo>
                    <a:pt x="70827" y="25504"/>
                  </a:lnTo>
                  <a:lnTo>
                    <a:pt x="78883" y="21860"/>
                  </a:lnTo>
                  <a:lnTo>
                    <a:pt x="79442" y="24281"/>
                  </a:lnTo>
                  <a:lnTo>
                    <a:pt x="81763" y="25176"/>
                  </a:lnTo>
                  <a:lnTo>
                    <a:pt x="86765" y="30063"/>
                  </a:lnTo>
                  <a:lnTo>
                    <a:pt x="75593" y="29984"/>
                  </a:lnTo>
                  <a:lnTo>
                    <a:pt x="76008" y="33711"/>
                  </a:lnTo>
                  <a:lnTo>
                    <a:pt x="75491" y="35731"/>
                  </a:lnTo>
                  <a:lnTo>
                    <a:pt x="71328" y="36800"/>
                  </a:lnTo>
                  <a:lnTo>
                    <a:pt x="71550" y="47144"/>
                  </a:lnTo>
                  <a:lnTo>
                    <a:pt x="66520" y="50656"/>
                  </a:lnTo>
                  <a:lnTo>
                    <a:pt x="59145" y="47440"/>
                  </a:lnTo>
                  <a:lnTo>
                    <a:pt x="53732" y="51499"/>
                  </a:lnTo>
                  <a:lnTo>
                    <a:pt x="55370" y="54595"/>
                  </a:lnTo>
                  <a:lnTo>
                    <a:pt x="60203" y="55847"/>
                  </a:lnTo>
                  <a:lnTo>
                    <a:pt x="52531" y="61769"/>
                  </a:lnTo>
                  <a:lnTo>
                    <a:pt x="24383" y="39405"/>
                  </a:lnTo>
                  <a:lnTo>
                    <a:pt x="0" y="21922"/>
                  </a:lnTo>
                  <a:lnTo>
                    <a:pt x="6736" y="19008"/>
                  </a:lnTo>
                  <a:lnTo>
                    <a:pt x="11907" y="7277"/>
                  </a:lnTo>
                  <a:lnTo>
                    <a:pt x="17699" y="149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h3568"/>
            <p:cNvSpPr/>
            <p:nvPr/>
          </p:nvSpPr>
          <p:spPr>
            <a:xfrm>
              <a:off x="8019121" y="3404730"/>
              <a:ext cx="30295" cy="24834"/>
            </a:xfrm>
            <a:custGeom>
              <a:avLst/>
              <a:pathLst>
                <a:path w="30295" h="24834">
                  <a:moveTo>
                    <a:pt x="11401" y="663"/>
                  </a:moveTo>
                  <a:lnTo>
                    <a:pt x="13761" y="1088"/>
                  </a:lnTo>
                  <a:lnTo>
                    <a:pt x="17126" y="93"/>
                  </a:lnTo>
                  <a:lnTo>
                    <a:pt x="16972" y="1749"/>
                  </a:lnTo>
                  <a:lnTo>
                    <a:pt x="21557" y="2328"/>
                  </a:lnTo>
                  <a:lnTo>
                    <a:pt x="23280" y="1058"/>
                  </a:lnTo>
                  <a:lnTo>
                    <a:pt x="22974" y="0"/>
                  </a:lnTo>
                  <a:lnTo>
                    <a:pt x="29848" y="6070"/>
                  </a:lnTo>
                  <a:lnTo>
                    <a:pt x="30295" y="8265"/>
                  </a:lnTo>
                  <a:lnTo>
                    <a:pt x="22152" y="6595"/>
                  </a:lnTo>
                  <a:lnTo>
                    <a:pt x="20324" y="12001"/>
                  </a:lnTo>
                  <a:lnTo>
                    <a:pt x="21163" y="17054"/>
                  </a:lnTo>
                  <a:lnTo>
                    <a:pt x="20217" y="21350"/>
                  </a:lnTo>
                  <a:lnTo>
                    <a:pt x="17763" y="20659"/>
                  </a:lnTo>
                  <a:lnTo>
                    <a:pt x="16020" y="20106"/>
                  </a:lnTo>
                  <a:lnTo>
                    <a:pt x="10544" y="24834"/>
                  </a:lnTo>
                  <a:lnTo>
                    <a:pt x="5186" y="21038"/>
                  </a:lnTo>
                  <a:lnTo>
                    <a:pt x="4725" y="15056"/>
                  </a:lnTo>
                  <a:lnTo>
                    <a:pt x="0" y="8801"/>
                  </a:lnTo>
                  <a:lnTo>
                    <a:pt x="2192" y="7409"/>
                  </a:lnTo>
                  <a:lnTo>
                    <a:pt x="1283" y="493"/>
                  </a:lnTo>
                  <a:lnTo>
                    <a:pt x="8699" y="354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h3569"/>
            <p:cNvSpPr/>
            <p:nvPr/>
          </p:nvSpPr>
          <p:spPr>
            <a:xfrm>
              <a:off x="7900143" y="3322006"/>
              <a:ext cx="33200" cy="43993"/>
            </a:xfrm>
            <a:custGeom>
              <a:avLst/>
              <a:pathLst>
                <a:path w="33200" h="43993">
                  <a:moveTo>
                    <a:pt x="12235" y="1692"/>
                  </a:moveTo>
                  <a:lnTo>
                    <a:pt x="12658" y="2943"/>
                  </a:lnTo>
                  <a:lnTo>
                    <a:pt x="15400" y="3518"/>
                  </a:lnTo>
                  <a:lnTo>
                    <a:pt x="16478" y="7395"/>
                  </a:lnTo>
                  <a:lnTo>
                    <a:pt x="27559" y="6360"/>
                  </a:lnTo>
                  <a:lnTo>
                    <a:pt x="28396" y="7285"/>
                  </a:lnTo>
                  <a:lnTo>
                    <a:pt x="28411" y="9691"/>
                  </a:lnTo>
                  <a:lnTo>
                    <a:pt x="31084" y="10066"/>
                  </a:lnTo>
                  <a:lnTo>
                    <a:pt x="32934" y="9414"/>
                  </a:lnTo>
                  <a:lnTo>
                    <a:pt x="33200" y="11531"/>
                  </a:lnTo>
                  <a:lnTo>
                    <a:pt x="31184" y="12733"/>
                  </a:lnTo>
                  <a:lnTo>
                    <a:pt x="28219" y="12777"/>
                  </a:lnTo>
                  <a:lnTo>
                    <a:pt x="26490" y="13692"/>
                  </a:lnTo>
                  <a:lnTo>
                    <a:pt x="27904" y="18504"/>
                  </a:lnTo>
                  <a:lnTo>
                    <a:pt x="27307" y="23783"/>
                  </a:lnTo>
                  <a:lnTo>
                    <a:pt x="24769" y="29609"/>
                  </a:lnTo>
                  <a:lnTo>
                    <a:pt x="17660" y="32453"/>
                  </a:lnTo>
                  <a:lnTo>
                    <a:pt x="18943" y="39508"/>
                  </a:lnTo>
                  <a:lnTo>
                    <a:pt x="17434" y="43993"/>
                  </a:lnTo>
                  <a:lnTo>
                    <a:pt x="14695" y="43461"/>
                  </a:lnTo>
                  <a:lnTo>
                    <a:pt x="12134" y="37865"/>
                  </a:lnTo>
                  <a:lnTo>
                    <a:pt x="645" y="27315"/>
                  </a:lnTo>
                  <a:lnTo>
                    <a:pt x="2156" y="23883"/>
                  </a:lnTo>
                  <a:lnTo>
                    <a:pt x="4294" y="21680"/>
                  </a:lnTo>
                  <a:lnTo>
                    <a:pt x="3907" y="13805"/>
                  </a:lnTo>
                  <a:lnTo>
                    <a:pt x="0" y="7302"/>
                  </a:lnTo>
                  <a:lnTo>
                    <a:pt x="695" y="5043"/>
                  </a:lnTo>
                  <a:lnTo>
                    <a:pt x="5484" y="5357"/>
                  </a:lnTo>
                  <a:lnTo>
                    <a:pt x="8224" y="4981"/>
                  </a:lnTo>
                  <a:lnTo>
                    <a:pt x="8413" y="4087"/>
                  </a:lnTo>
                  <a:lnTo>
                    <a:pt x="9044" y="4113"/>
                  </a:lnTo>
                  <a:lnTo>
                    <a:pt x="943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h3570"/>
            <p:cNvSpPr/>
            <p:nvPr/>
          </p:nvSpPr>
          <p:spPr>
            <a:xfrm>
              <a:off x="8081716" y="3591466"/>
              <a:ext cx="14400" cy="30109"/>
            </a:xfrm>
            <a:custGeom>
              <a:avLst/>
              <a:pathLst>
                <a:path w="14400" h="30109">
                  <a:moveTo>
                    <a:pt x="14400" y="8643"/>
                  </a:moveTo>
                  <a:lnTo>
                    <a:pt x="14151" y="14813"/>
                  </a:lnTo>
                  <a:lnTo>
                    <a:pt x="10380" y="19512"/>
                  </a:lnTo>
                  <a:lnTo>
                    <a:pt x="12538" y="24513"/>
                  </a:lnTo>
                  <a:lnTo>
                    <a:pt x="10493" y="27838"/>
                  </a:lnTo>
                  <a:lnTo>
                    <a:pt x="6522" y="30109"/>
                  </a:lnTo>
                  <a:lnTo>
                    <a:pt x="5383" y="27671"/>
                  </a:lnTo>
                  <a:lnTo>
                    <a:pt x="5330" y="23088"/>
                  </a:lnTo>
                  <a:lnTo>
                    <a:pt x="421" y="22783"/>
                  </a:lnTo>
                  <a:lnTo>
                    <a:pt x="0" y="21115"/>
                  </a:lnTo>
                  <a:lnTo>
                    <a:pt x="2123" y="9839"/>
                  </a:lnTo>
                  <a:lnTo>
                    <a:pt x="4874" y="6057"/>
                  </a:lnTo>
                  <a:lnTo>
                    <a:pt x="672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h3571"/>
            <p:cNvSpPr/>
            <p:nvPr/>
          </p:nvSpPr>
          <p:spPr>
            <a:xfrm>
              <a:off x="8062340" y="3232456"/>
              <a:ext cx="49641" cy="43105"/>
            </a:xfrm>
            <a:custGeom>
              <a:avLst/>
              <a:pathLst>
                <a:path w="49641" h="43105">
                  <a:moveTo>
                    <a:pt x="29604" y="1151"/>
                  </a:moveTo>
                  <a:lnTo>
                    <a:pt x="29772" y="1970"/>
                  </a:lnTo>
                  <a:lnTo>
                    <a:pt x="27782" y="4902"/>
                  </a:lnTo>
                  <a:lnTo>
                    <a:pt x="27836" y="6123"/>
                  </a:lnTo>
                  <a:lnTo>
                    <a:pt x="28993" y="7008"/>
                  </a:lnTo>
                  <a:lnTo>
                    <a:pt x="31480" y="5843"/>
                  </a:lnTo>
                  <a:lnTo>
                    <a:pt x="31895" y="4289"/>
                  </a:lnTo>
                  <a:lnTo>
                    <a:pt x="34399" y="2314"/>
                  </a:lnTo>
                  <a:lnTo>
                    <a:pt x="41212" y="3568"/>
                  </a:lnTo>
                  <a:lnTo>
                    <a:pt x="45467" y="942"/>
                  </a:lnTo>
                  <a:lnTo>
                    <a:pt x="49641" y="12913"/>
                  </a:lnTo>
                  <a:lnTo>
                    <a:pt x="45756" y="14433"/>
                  </a:lnTo>
                  <a:lnTo>
                    <a:pt x="44445" y="12618"/>
                  </a:lnTo>
                  <a:lnTo>
                    <a:pt x="41903" y="11078"/>
                  </a:lnTo>
                  <a:lnTo>
                    <a:pt x="35411" y="9757"/>
                  </a:lnTo>
                  <a:lnTo>
                    <a:pt x="33065" y="10399"/>
                  </a:lnTo>
                  <a:lnTo>
                    <a:pt x="31598" y="15063"/>
                  </a:lnTo>
                  <a:lnTo>
                    <a:pt x="32333" y="19480"/>
                  </a:lnTo>
                  <a:lnTo>
                    <a:pt x="29678" y="23900"/>
                  </a:lnTo>
                  <a:lnTo>
                    <a:pt x="29967" y="28034"/>
                  </a:lnTo>
                  <a:lnTo>
                    <a:pt x="31730" y="32058"/>
                  </a:lnTo>
                  <a:lnTo>
                    <a:pt x="27485" y="37055"/>
                  </a:lnTo>
                  <a:lnTo>
                    <a:pt x="22795" y="33159"/>
                  </a:lnTo>
                  <a:lnTo>
                    <a:pt x="21068" y="34944"/>
                  </a:lnTo>
                  <a:lnTo>
                    <a:pt x="22642" y="40527"/>
                  </a:lnTo>
                  <a:lnTo>
                    <a:pt x="19936" y="43105"/>
                  </a:lnTo>
                  <a:lnTo>
                    <a:pt x="14526" y="40828"/>
                  </a:lnTo>
                  <a:lnTo>
                    <a:pt x="14522" y="36786"/>
                  </a:lnTo>
                  <a:lnTo>
                    <a:pt x="15762" y="34693"/>
                  </a:lnTo>
                  <a:lnTo>
                    <a:pt x="14493" y="31306"/>
                  </a:lnTo>
                  <a:lnTo>
                    <a:pt x="9712" y="28648"/>
                  </a:lnTo>
                  <a:lnTo>
                    <a:pt x="9345" y="24472"/>
                  </a:lnTo>
                  <a:lnTo>
                    <a:pt x="7046" y="24534"/>
                  </a:lnTo>
                  <a:lnTo>
                    <a:pt x="6076" y="27528"/>
                  </a:lnTo>
                  <a:lnTo>
                    <a:pt x="5405" y="27697"/>
                  </a:lnTo>
                  <a:lnTo>
                    <a:pt x="659" y="26242"/>
                  </a:lnTo>
                  <a:lnTo>
                    <a:pt x="0" y="22217"/>
                  </a:lnTo>
                  <a:lnTo>
                    <a:pt x="4585" y="23539"/>
                  </a:lnTo>
                  <a:lnTo>
                    <a:pt x="4344" y="21738"/>
                  </a:lnTo>
                  <a:lnTo>
                    <a:pt x="7062" y="21234"/>
                  </a:lnTo>
                  <a:lnTo>
                    <a:pt x="7240" y="18727"/>
                  </a:lnTo>
                  <a:lnTo>
                    <a:pt x="4536" y="15119"/>
                  </a:lnTo>
                  <a:lnTo>
                    <a:pt x="5423" y="15702"/>
                  </a:lnTo>
                  <a:lnTo>
                    <a:pt x="7985" y="17347"/>
                  </a:lnTo>
                  <a:lnTo>
                    <a:pt x="9710" y="14991"/>
                  </a:lnTo>
                  <a:lnTo>
                    <a:pt x="9806" y="9983"/>
                  </a:lnTo>
                  <a:lnTo>
                    <a:pt x="15998" y="7549"/>
                  </a:lnTo>
                  <a:lnTo>
                    <a:pt x="2309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h3572"/>
            <p:cNvSpPr/>
            <p:nvPr/>
          </p:nvSpPr>
          <p:spPr>
            <a:xfrm>
              <a:off x="7966627" y="3339295"/>
              <a:ext cx="29128" cy="20098"/>
            </a:xfrm>
            <a:custGeom>
              <a:avLst/>
              <a:pathLst>
                <a:path w="29128" h="20098">
                  <a:moveTo>
                    <a:pt x="5537" y="569"/>
                  </a:moveTo>
                  <a:lnTo>
                    <a:pt x="6111" y="2786"/>
                  </a:lnTo>
                  <a:lnTo>
                    <a:pt x="9831" y="3943"/>
                  </a:lnTo>
                  <a:lnTo>
                    <a:pt x="18721" y="1854"/>
                  </a:lnTo>
                  <a:lnTo>
                    <a:pt x="20365" y="4860"/>
                  </a:lnTo>
                  <a:lnTo>
                    <a:pt x="26975" y="5071"/>
                  </a:lnTo>
                  <a:lnTo>
                    <a:pt x="29128" y="7914"/>
                  </a:lnTo>
                  <a:lnTo>
                    <a:pt x="29075" y="9800"/>
                  </a:lnTo>
                  <a:lnTo>
                    <a:pt x="26526" y="14482"/>
                  </a:lnTo>
                  <a:lnTo>
                    <a:pt x="22482" y="15028"/>
                  </a:lnTo>
                  <a:lnTo>
                    <a:pt x="23576" y="17919"/>
                  </a:lnTo>
                  <a:lnTo>
                    <a:pt x="22433" y="18980"/>
                  </a:lnTo>
                  <a:lnTo>
                    <a:pt x="21188" y="20098"/>
                  </a:lnTo>
                  <a:lnTo>
                    <a:pt x="18196" y="19316"/>
                  </a:lnTo>
                  <a:lnTo>
                    <a:pt x="16858" y="17380"/>
                  </a:lnTo>
                  <a:lnTo>
                    <a:pt x="14502" y="16134"/>
                  </a:lnTo>
                  <a:lnTo>
                    <a:pt x="11785" y="17188"/>
                  </a:lnTo>
                  <a:lnTo>
                    <a:pt x="8739" y="15914"/>
                  </a:lnTo>
                  <a:lnTo>
                    <a:pt x="7801" y="14565"/>
                  </a:lnTo>
                  <a:lnTo>
                    <a:pt x="7772" y="8640"/>
                  </a:lnTo>
                  <a:lnTo>
                    <a:pt x="6843" y="9259"/>
                  </a:lnTo>
                  <a:lnTo>
                    <a:pt x="5039" y="14287"/>
                  </a:lnTo>
                  <a:lnTo>
                    <a:pt x="6774" y="16281"/>
                  </a:lnTo>
                  <a:lnTo>
                    <a:pt x="0" y="14515"/>
                  </a:lnTo>
                  <a:lnTo>
                    <a:pt x="522" y="11875"/>
                  </a:lnTo>
                  <a:lnTo>
                    <a:pt x="6170" y="6656"/>
                  </a:lnTo>
                  <a:lnTo>
                    <a:pt x="3711" y="5483"/>
                  </a:lnTo>
                  <a:lnTo>
                    <a:pt x="3098" y="6178"/>
                  </a:lnTo>
                  <a:lnTo>
                    <a:pt x="2511" y="4983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h3573"/>
            <p:cNvSpPr/>
            <p:nvPr/>
          </p:nvSpPr>
          <p:spPr>
            <a:xfrm>
              <a:off x="8080374" y="3531645"/>
              <a:ext cx="26195" cy="33313"/>
            </a:xfrm>
            <a:custGeom>
              <a:avLst/>
              <a:pathLst>
                <a:path w="26195" h="33313">
                  <a:moveTo>
                    <a:pt x="26195" y="999"/>
                  </a:moveTo>
                  <a:lnTo>
                    <a:pt x="10636" y="33313"/>
                  </a:lnTo>
                  <a:lnTo>
                    <a:pt x="7531" y="30081"/>
                  </a:lnTo>
                  <a:lnTo>
                    <a:pt x="7863" y="27284"/>
                  </a:lnTo>
                  <a:lnTo>
                    <a:pt x="9248" y="25140"/>
                  </a:lnTo>
                  <a:lnTo>
                    <a:pt x="11552" y="23651"/>
                  </a:lnTo>
                  <a:lnTo>
                    <a:pt x="11180" y="16494"/>
                  </a:lnTo>
                  <a:lnTo>
                    <a:pt x="10360" y="15437"/>
                  </a:lnTo>
                  <a:lnTo>
                    <a:pt x="9161" y="16880"/>
                  </a:lnTo>
                  <a:lnTo>
                    <a:pt x="7301" y="17501"/>
                  </a:lnTo>
                  <a:lnTo>
                    <a:pt x="1977" y="13984"/>
                  </a:lnTo>
                  <a:lnTo>
                    <a:pt x="0" y="11765"/>
                  </a:lnTo>
                  <a:lnTo>
                    <a:pt x="202" y="9161"/>
                  </a:lnTo>
                  <a:lnTo>
                    <a:pt x="4946" y="9396"/>
                  </a:lnTo>
                  <a:lnTo>
                    <a:pt x="6039" y="3604"/>
                  </a:lnTo>
                  <a:lnTo>
                    <a:pt x="11728" y="2955"/>
                  </a:lnTo>
                  <a:lnTo>
                    <a:pt x="13618" y="1010"/>
                  </a:lnTo>
                  <a:lnTo>
                    <a:pt x="2367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h3574"/>
            <p:cNvSpPr/>
            <p:nvPr/>
          </p:nvSpPr>
          <p:spPr>
            <a:xfrm>
              <a:off x="8047979" y="3408912"/>
              <a:ext cx="5569" cy="7357"/>
            </a:xfrm>
            <a:custGeom>
              <a:avLst/>
              <a:pathLst>
                <a:path w="5569" h="7357">
                  <a:moveTo>
                    <a:pt x="0" y="6536"/>
                  </a:moveTo>
                  <a:lnTo>
                    <a:pt x="1437" y="4083"/>
                  </a:lnTo>
                  <a:lnTo>
                    <a:pt x="991" y="1889"/>
                  </a:lnTo>
                  <a:lnTo>
                    <a:pt x="2579" y="0"/>
                  </a:lnTo>
                  <a:lnTo>
                    <a:pt x="5569" y="2761"/>
                  </a:lnTo>
                  <a:lnTo>
                    <a:pt x="3219" y="735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h3575"/>
            <p:cNvSpPr/>
            <p:nvPr/>
          </p:nvSpPr>
          <p:spPr>
            <a:xfrm>
              <a:off x="8004060" y="3386011"/>
              <a:ext cx="39623" cy="27937"/>
            </a:xfrm>
            <a:custGeom>
              <a:avLst/>
              <a:pathLst>
                <a:path w="39623" h="27937">
                  <a:moveTo>
                    <a:pt x="21836" y="6619"/>
                  </a:moveTo>
                  <a:lnTo>
                    <a:pt x="23512" y="6162"/>
                  </a:lnTo>
                  <a:lnTo>
                    <a:pt x="24286" y="4849"/>
                  </a:lnTo>
                  <a:lnTo>
                    <a:pt x="23191" y="4255"/>
                  </a:lnTo>
                  <a:lnTo>
                    <a:pt x="22789" y="1227"/>
                  </a:lnTo>
                  <a:lnTo>
                    <a:pt x="26069" y="2055"/>
                  </a:lnTo>
                  <a:lnTo>
                    <a:pt x="25455" y="3488"/>
                  </a:lnTo>
                  <a:lnTo>
                    <a:pt x="26354" y="13972"/>
                  </a:lnTo>
                  <a:lnTo>
                    <a:pt x="35030" y="13380"/>
                  </a:lnTo>
                  <a:lnTo>
                    <a:pt x="38790" y="15433"/>
                  </a:lnTo>
                  <a:lnTo>
                    <a:pt x="39623" y="17097"/>
                  </a:lnTo>
                  <a:lnTo>
                    <a:pt x="32187" y="18812"/>
                  </a:lnTo>
                  <a:lnTo>
                    <a:pt x="28822" y="19807"/>
                  </a:lnTo>
                  <a:lnTo>
                    <a:pt x="26462" y="19382"/>
                  </a:lnTo>
                  <a:lnTo>
                    <a:pt x="23760" y="22261"/>
                  </a:lnTo>
                  <a:lnTo>
                    <a:pt x="16344" y="19212"/>
                  </a:lnTo>
                  <a:lnTo>
                    <a:pt x="17253" y="26128"/>
                  </a:lnTo>
                  <a:lnTo>
                    <a:pt x="15061" y="27520"/>
                  </a:lnTo>
                  <a:lnTo>
                    <a:pt x="14404" y="27937"/>
                  </a:lnTo>
                  <a:lnTo>
                    <a:pt x="10406" y="26534"/>
                  </a:lnTo>
                  <a:lnTo>
                    <a:pt x="8429" y="24281"/>
                  </a:lnTo>
                  <a:lnTo>
                    <a:pt x="1862" y="20058"/>
                  </a:lnTo>
                  <a:lnTo>
                    <a:pt x="1499" y="17971"/>
                  </a:lnTo>
                  <a:lnTo>
                    <a:pt x="1610" y="14235"/>
                  </a:lnTo>
                  <a:lnTo>
                    <a:pt x="0" y="9839"/>
                  </a:lnTo>
                  <a:lnTo>
                    <a:pt x="3825" y="6692"/>
                  </a:lnTo>
                  <a:lnTo>
                    <a:pt x="4434" y="5402"/>
                  </a:lnTo>
                  <a:lnTo>
                    <a:pt x="3235" y="4320"/>
                  </a:lnTo>
                  <a:lnTo>
                    <a:pt x="9660" y="3790"/>
                  </a:lnTo>
                  <a:lnTo>
                    <a:pt x="12663" y="2726"/>
                  </a:lnTo>
                  <a:lnTo>
                    <a:pt x="14910" y="0"/>
                  </a:lnTo>
                  <a:lnTo>
                    <a:pt x="17517" y="514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h3576"/>
            <p:cNvSpPr/>
            <p:nvPr/>
          </p:nvSpPr>
          <p:spPr>
            <a:xfrm>
              <a:off x="7915208" y="3315212"/>
              <a:ext cx="26380" cy="19939"/>
            </a:xfrm>
            <a:custGeom>
              <a:avLst/>
              <a:pathLst>
                <a:path w="26380" h="19939">
                  <a:moveTo>
                    <a:pt x="19685" y="1834"/>
                  </a:moveTo>
                  <a:lnTo>
                    <a:pt x="19209" y="2469"/>
                  </a:lnTo>
                  <a:lnTo>
                    <a:pt x="21146" y="4545"/>
                  </a:lnTo>
                  <a:lnTo>
                    <a:pt x="26380" y="12810"/>
                  </a:lnTo>
                  <a:lnTo>
                    <a:pt x="21229" y="19939"/>
                  </a:lnTo>
                  <a:lnTo>
                    <a:pt x="18135" y="18325"/>
                  </a:lnTo>
                  <a:lnTo>
                    <a:pt x="17869" y="16208"/>
                  </a:lnTo>
                  <a:lnTo>
                    <a:pt x="16019" y="16860"/>
                  </a:lnTo>
                  <a:lnTo>
                    <a:pt x="13346" y="16485"/>
                  </a:lnTo>
                  <a:lnTo>
                    <a:pt x="13331" y="14079"/>
                  </a:lnTo>
                  <a:lnTo>
                    <a:pt x="12494" y="13154"/>
                  </a:lnTo>
                  <a:lnTo>
                    <a:pt x="1413" y="14189"/>
                  </a:lnTo>
                  <a:lnTo>
                    <a:pt x="335" y="10312"/>
                  </a:lnTo>
                  <a:lnTo>
                    <a:pt x="0" y="7526"/>
                  </a:lnTo>
                  <a:lnTo>
                    <a:pt x="4798" y="5560"/>
                  </a:lnTo>
                  <a:lnTo>
                    <a:pt x="7527" y="2852"/>
                  </a:lnTo>
                  <a:lnTo>
                    <a:pt x="14068" y="1983"/>
                  </a:lnTo>
                  <a:lnTo>
                    <a:pt x="16694" y="267"/>
                  </a:lnTo>
                  <a:lnTo>
                    <a:pt x="1755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h3577"/>
            <p:cNvSpPr/>
            <p:nvPr/>
          </p:nvSpPr>
          <p:spPr>
            <a:xfrm>
              <a:off x="8007936" y="3522164"/>
              <a:ext cx="23233" cy="21056"/>
            </a:xfrm>
            <a:custGeom>
              <a:avLst/>
              <a:pathLst>
                <a:path w="23233" h="21056">
                  <a:moveTo>
                    <a:pt x="23233" y="0"/>
                  </a:moveTo>
                  <a:lnTo>
                    <a:pt x="23193" y="8458"/>
                  </a:lnTo>
                  <a:lnTo>
                    <a:pt x="21948" y="12829"/>
                  </a:lnTo>
                  <a:lnTo>
                    <a:pt x="12695" y="19367"/>
                  </a:lnTo>
                  <a:lnTo>
                    <a:pt x="8288" y="21056"/>
                  </a:lnTo>
                  <a:lnTo>
                    <a:pt x="3236" y="19466"/>
                  </a:lnTo>
                  <a:lnTo>
                    <a:pt x="10" y="19863"/>
                  </a:lnTo>
                  <a:lnTo>
                    <a:pt x="0" y="17693"/>
                  </a:lnTo>
                  <a:lnTo>
                    <a:pt x="65" y="12680"/>
                  </a:lnTo>
                  <a:lnTo>
                    <a:pt x="5530" y="10496"/>
                  </a:lnTo>
                  <a:lnTo>
                    <a:pt x="10292" y="4918"/>
                  </a:lnTo>
                  <a:lnTo>
                    <a:pt x="12367" y="377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h3578"/>
            <p:cNvSpPr/>
            <p:nvPr/>
          </p:nvSpPr>
          <p:spPr>
            <a:xfrm>
              <a:off x="8177076" y="3430600"/>
              <a:ext cx="35682" cy="37906"/>
            </a:xfrm>
            <a:custGeom>
              <a:avLst/>
              <a:pathLst>
                <a:path w="35682" h="37906">
                  <a:moveTo>
                    <a:pt x="32146" y="1492"/>
                  </a:moveTo>
                  <a:lnTo>
                    <a:pt x="29791" y="6445"/>
                  </a:lnTo>
                  <a:lnTo>
                    <a:pt x="27113" y="4517"/>
                  </a:lnTo>
                  <a:lnTo>
                    <a:pt x="26562" y="10644"/>
                  </a:lnTo>
                  <a:lnTo>
                    <a:pt x="26521" y="11494"/>
                  </a:lnTo>
                  <a:lnTo>
                    <a:pt x="30505" y="11748"/>
                  </a:lnTo>
                  <a:lnTo>
                    <a:pt x="29037" y="17427"/>
                  </a:lnTo>
                  <a:lnTo>
                    <a:pt x="35682" y="23257"/>
                  </a:lnTo>
                  <a:lnTo>
                    <a:pt x="30218" y="29697"/>
                  </a:lnTo>
                  <a:lnTo>
                    <a:pt x="30328" y="36662"/>
                  </a:lnTo>
                  <a:lnTo>
                    <a:pt x="13686" y="37906"/>
                  </a:lnTo>
                  <a:lnTo>
                    <a:pt x="12323" y="33589"/>
                  </a:lnTo>
                  <a:lnTo>
                    <a:pt x="7682" y="31585"/>
                  </a:lnTo>
                  <a:lnTo>
                    <a:pt x="5475" y="28848"/>
                  </a:lnTo>
                  <a:lnTo>
                    <a:pt x="7204" y="26032"/>
                  </a:lnTo>
                  <a:lnTo>
                    <a:pt x="6739" y="22329"/>
                  </a:lnTo>
                  <a:lnTo>
                    <a:pt x="3332" y="21988"/>
                  </a:lnTo>
                  <a:lnTo>
                    <a:pt x="215" y="18584"/>
                  </a:lnTo>
                  <a:lnTo>
                    <a:pt x="0" y="14427"/>
                  </a:lnTo>
                  <a:lnTo>
                    <a:pt x="2308" y="16197"/>
                  </a:lnTo>
                  <a:lnTo>
                    <a:pt x="3860" y="10096"/>
                  </a:lnTo>
                  <a:lnTo>
                    <a:pt x="10601" y="6500"/>
                  </a:lnTo>
                  <a:lnTo>
                    <a:pt x="10206" y="7813"/>
                  </a:lnTo>
                  <a:lnTo>
                    <a:pt x="10892" y="9770"/>
                  </a:lnTo>
                  <a:lnTo>
                    <a:pt x="19055" y="13077"/>
                  </a:lnTo>
                  <a:lnTo>
                    <a:pt x="19349" y="4616"/>
                  </a:lnTo>
                  <a:lnTo>
                    <a:pt x="23792" y="4595"/>
                  </a:lnTo>
                  <a:lnTo>
                    <a:pt x="25977" y="3529"/>
                  </a:lnTo>
                  <a:lnTo>
                    <a:pt x="2773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h3579"/>
            <p:cNvSpPr/>
            <p:nvPr/>
          </p:nvSpPr>
          <p:spPr>
            <a:xfrm>
              <a:off x="8012036" y="3576543"/>
              <a:ext cx="35605" cy="45656"/>
            </a:xfrm>
            <a:custGeom>
              <a:avLst/>
              <a:pathLst>
                <a:path w="35605" h="45656">
                  <a:moveTo>
                    <a:pt x="24824" y="1901"/>
                  </a:moveTo>
                  <a:lnTo>
                    <a:pt x="31056" y="2069"/>
                  </a:lnTo>
                  <a:lnTo>
                    <a:pt x="30941" y="4003"/>
                  </a:lnTo>
                  <a:lnTo>
                    <a:pt x="29187" y="4283"/>
                  </a:lnTo>
                  <a:lnTo>
                    <a:pt x="28817" y="6759"/>
                  </a:lnTo>
                  <a:lnTo>
                    <a:pt x="33483" y="8003"/>
                  </a:lnTo>
                  <a:lnTo>
                    <a:pt x="35605" y="9613"/>
                  </a:lnTo>
                  <a:lnTo>
                    <a:pt x="32176" y="11470"/>
                  </a:lnTo>
                  <a:lnTo>
                    <a:pt x="29475" y="23798"/>
                  </a:lnTo>
                  <a:lnTo>
                    <a:pt x="30214" y="25300"/>
                  </a:lnTo>
                  <a:lnTo>
                    <a:pt x="27761" y="29578"/>
                  </a:lnTo>
                  <a:lnTo>
                    <a:pt x="23177" y="28809"/>
                  </a:lnTo>
                  <a:lnTo>
                    <a:pt x="20364" y="29457"/>
                  </a:lnTo>
                  <a:lnTo>
                    <a:pt x="19574" y="33386"/>
                  </a:lnTo>
                  <a:lnTo>
                    <a:pt x="20203" y="36137"/>
                  </a:lnTo>
                  <a:lnTo>
                    <a:pt x="19703" y="38408"/>
                  </a:lnTo>
                  <a:lnTo>
                    <a:pt x="15916" y="39456"/>
                  </a:lnTo>
                  <a:lnTo>
                    <a:pt x="11981" y="45656"/>
                  </a:lnTo>
                  <a:lnTo>
                    <a:pt x="7541" y="43040"/>
                  </a:lnTo>
                  <a:lnTo>
                    <a:pt x="0" y="31570"/>
                  </a:lnTo>
                  <a:lnTo>
                    <a:pt x="703" y="28986"/>
                  </a:lnTo>
                  <a:lnTo>
                    <a:pt x="2728" y="26425"/>
                  </a:lnTo>
                  <a:lnTo>
                    <a:pt x="6772" y="27573"/>
                  </a:lnTo>
                  <a:lnTo>
                    <a:pt x="15325" y="17731"/>
                  </a:lnTo>
                  <a:lnTo>
                    <a:pt x="14980" y="17186"/>
                  </a:lnTo>
                  <a:lnTo>
                    <a:pt x="15757" y="16047"/>
                  </a:lnTo>
                  <a:lnTo>
                    <a:pt x="18054" y="17034"/>
                  </a:lnTo>
                  <a:lnTo>
                    <a:pt x="21725" y="10878"/>
                  </a:lnTo>
                  <a:lnTo>
                    <a:pt x="21195" y="5435"/>
                  </a:lnTo>
                  <a:lnTo>
                    <a:pt x="19525" y="4433"/>
                  </a:lnTo>
                  <a:lnTo>
                    <a:pt x="21034" y="1238"/>
                  </a:lnTo>
                  <a:lnTo>
                    <a:pt x="2339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h3580"/>
            <p:cNvSpPr/>
            <p:nvPr/>
          </p:nvSpPr>
          <p:spPr>
            <a:xfrm>
              <a:off x="8020855" y="3339596"/>
              <a:ext cx="22581" cy="21604"/>
            </a:xfrm>
            <a:custGeom>
              <a:avLst/>
              <a:pathLst>
                <a:path w="22581" h="21604">
                  <a:moveTo>
                    <a:pt x="22581" y="3814"/>
                  </a:moveTo>
                  <a:lnTo>
                    <a:pt x="21772" y="7512"/>
                  </a:lnTo>
                  <a:lnTo>
                    <a:pt x="19582" y="9353"/>
                  </a:lnTo>
                  <a:lnTo>
                    <a:pt x="18781" y="13749"/>
                  </a:lnTo>
                  <a:lnTo>
                    <a:pt x="20244" y="15872"/>
                  </a:lnTo>
                  <a:lnTo>
                    <a:pt x="16626" y="19392"/>
                  </a:lnTo>
                  <a:lnTo>
                    <a:pt x="15545" y="20540"/>
                  </a:lnTo>
                  <a:lnTo>
                    <a:pt x="9904" y="21604"/>
                  </a:lnTo>
                  <a:lnTo>
                    <a:pt x="6505" y="16012"/>
                  </a:lnTo>
                  <a:lnTo>
                    <a:pt x="8102" y="11505"/>
                  </a:lnTo>
                  <a:lnTo>
                    <a:pt x="2541" y="8807"/>
                  </a:lnTo>
                  <a:lnTo>
                    <a:pt x="0" y="5548"/>
                  </a:lnTo>
                  <a:lnTo>
                    <a:pt x="3229" y="809"/>
                  </a:lnTo>
                  <a:lnTo>
                    <a:pt x="4826" y="849"/>
                  </a:lnTo>
                  <a:lnTo>
                    <a:pt x="5274" y="4250"/>
                  </a:lnTo>
                  <a:lnTo>
                    <a:pt x="4111" y="4867"/>
                  </a:lnTo>
                  <a:lnTo>
                    <a:pt x="3763" y="6018"/>
                  </a:lnTo>
                  <a:lnTo>
                    <a:pt x="4317" y="7929"/>
                  </a:lnTo>
                  <a:lnTo>
                    <a:pt x="6185" y="9051"/>
                  </a:lnTo>
                  <a:lnTo>
                    <a:pt x="8513" y="3811"/>
                  </a:lnTo>
                  <a:lnTo>
                    <a:pt x="8715" y="2505"/>
                  </a:lnTo>
                  <a:lnTo>
                    <a:pt x="7907" y="1117"/>
                  </a:lnTo>
                  <a:lnTo>
                    <a:pt x="1443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h3581"/>
            <p:cNvSpPr/>
            <p:nvPr/>
          </p:nvSpPr>
          <p:spPr>
            <a:xfrm>
              <a:off x="8002248" y="3361855"/>
              <a:ext cx="7059" cy="12381"/>
            </a:xfrm>
            <a:custGeom>
              <a:avLst/>
              <a:pathLst>
                <a:path w="7059" h="12381">
                  <a:moveTo>
                    <a:pt x="3011" y="878"/>
                  </a:moveTo>
                  <a:lnTo>
                    <a:pt x="2377" y="3358"/>
                  </a:lnTo>
                  <a:lnTo>
                    <a:pt x="3113" y="5938"/>
                  </a:lnTo>
                  <a:lnTo>
                    <a:pt x="5638" y="7291"/>
                  </a:lnTo>
                  <a:lnTo>
                    <a:pt x="7059" y="9984"/>
                  </a:lnTo>
                  <a:lnTo>
                    <a:pt x="6562" y="12381"/>
                  </a:lnTo>
                  <a:lnTo>
                    <a:pt x="3960" y="10720"/>
                  </a:lnTo>
                  <a:lnTo>
                    <a:pt x="3430" y="9777"/>
                  </a:lnTo>
                  <a:lnTo>
                    <a:pt x="942" y="9942"/>
                  </a:lnTo>
                  <a:lnTo>
                    <a:pt x="0" y="8583"/>
                  </a:lnTo>
                  <a:lnTo>
                    <a:pt x="1966" y="5811"/>
                  </a:lnTo>
                  <a:lnTo>
                    <a:pt x="629" y="988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h3582"/>
            <p:cNvSpPr/>
            <p:nvPr/>
          </p:nvSpPr>
          <p:spPr>
            <a:xfrm>
              <a:off x="8001194" y="3413531"/>
              <a:ext cx="23113" cy="18401"/>
            </a:xfrm>
            <a:custGeom>
              <a:avLst/>
              <a:pathLst>
                <a:path w="23113" h="18401">
                  <a:moveTo>
                    <a:pt x="22652" y="6254"/>
                  </a:moveTo>
                  <a:lnTo>
                    <a:pt x="23113" y="12236"/>
                  </a:lnTo>
                  <a:lnTo>
                    <a:pt x="20834" y="13994"/>
                  </a:lnTo>
                  <a:lnTo>
                    <a:pt x="17112" y="14325"/>
                  </a:lnTo>
                  <a:lnTo>
                    <a:pt x="16398" y="13076"/>
                  </a:lnTo>
                  <a:lnTo>
                    <a:pt x="11324" y="16680"/>
                  </a:lnTo>
                  <a:lnTo>
                    <a:pt x="6411" y="13498"/>
                  </a:lnTo>
                  <a:lnTo>
                    <a:pt x="4544" y="13859"/>
                  </a:lnTo>
                  <a:lnTo>
                    <a:pt x="5375" y="17310"/>
                  </a:lnTo>
                  <a:lnTo>
                    <a:pt x="4296" y="18401"/>
                  </a:lnTo>
                  <a:lnTo>
                    <a:pt x="1201" y="16857"/>
                  </a:lnTo>
                  <a:lnTo>
                    <a:pt x="1980" y="14547"/>
                  </a:lnTo>
                  <a:lnTo>
                    <a:pt x="253" y="12039"/>
                  </a:lnTo>
                  <a:lnTo>
                    <a:pt x="0" y="10301"/>
                  </a:lnTo>
                  <a:lnTo>
                    <a:pt x="1408" y="7625"/>
                  </a:lnTo>
                  <a:lnTo>
                    <a:pt x="8613" y="9657"/>
                  </a:lnTo>
                  <a:lnTo>
                    <a:pt x="7158" y="5311"/>
                  </a:lnTo>
                  <a:lnTo>
                    <a:pt x="7417" y="3645"/>
                  </a:lnTo>
                  <a:lnTo>
                    <a:pt x="9562" y="1007"/>
                  </a:lnTo>
                  <a:lnTo>
                    <a:pt x="17270" y="416"/>
                  </a:lnTo>
                  <a:lnTo>
                    <a:pt x="1792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h3583"/>
            <p:cNvSpPr/>
            <p:nvPr/>
          </p:nvSpPr>
          <p:spPr>
            <a:xfrm>
              <a:off x="8025434" y="3365912"/>
              <a:ext cx="22539" cy="22617"/>
            </a:xfrm>
            <a:custGeom>
              <a:avLst/>
              <a:pathLst>
                <a:path w="22539" h="22617">
                  <a:moveTo>
                    <a:pt x="12497" y="515"/>
                  </a:moveTo>
                  <a:lnTo>
                    <a:pt x="12137" y="4508"/>
                  </a:lnTo>
                  <a:lnTo>
                    <a:pt x="13663" y="6176"/>
                  </a:lnTo>
                  <a:lnTo>
                    <a:pt x="12145" y="8398"/>
                  </a:lnTo>
                  <a:lnTo>
                    <a:pt x="10868" y="10280"/>
                  </a:lnTo>
                  <a:lnTo>
                    <a:pt x="13467" y="14786"/>
                  </a:lnTo>
                  <a:lnTo>
                    <a:pt x="22539" y="15460"/>
                  </a:lnTo>
                  <a:lnTo>
                    <a:pt x="21497" y="19601"/>
                  </a:lnTo>
                  <a:lnTo>
                    <a:pt x="17762" y="21113"/>
                  </a:lnTo>
                  <a:lnTo>
                    <a:pt x="12588" y="22617"/>
                  </a:lnTo>
                  <a:lnTo>
                    <a:pt x="10992" y="20626"/>
                  </a:lnTo>
                  <a:lnTo>
                    <a:pt x="9563" y="20400"/>
                  </a:lnTo>
                  <a:lnTo>
                    <a:pt x="4696" y="22154"/>
                  </a:lnTo>
                  <a:lnTo>
                    <a:pt x="1415" y="21327"/>
                  </a:lnTo>
                  <a:lnTo>
                    <a:pt x="0" y="19144"/>
                  </a:lnTo>
                  <a:lnTo>
                    <a:pt x="30" y="13388"/>
                  </a:lnTo>
                  <a:lnTo>
                    <a:pt x="710" y="11435"/>
                  </a:lnTo>
                  <a:lnTo>
                    <a:pt x="2944" y="6462"/>
                  </a:lnTo>
                  <a:lnTo>
                    <a:pt x="2926" y="5100"/>
                  </a:lnTo>
                  <a:lnTo>
                    <a:pt x="6591" y="607"/>
                  </a:lnTo>
                  <a:lnTo>
                    <a:pt x="912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h3584"/>
            <p:cNvSpPr/>
            <p:nvPr/>
          </p:nvSpPr>
          <p:spPr>
            <a:xfrm>
              <a:off x="8036302" y="3368386"/>
              <a:ext cx="50476" cy="28042"/>
            </a:xfrm>
            <a:custGeom>
              <a:avLst/>
              <a:pathLst>
                <a:path w="50476" h="28042">
                  <a:moveTo>
                    <a:pt x="19828" y="492"/>
                  </a:moveTo>
                  <a:lnTo>
                    <a:pt x="22723" y="4805"/>
                  </a:lnTo>
                  <a:lnTo>
                    <a:pt x="28047" y="10149"/>
                  </a:lnTo>
                  <a:lnTo>
                    <a:pt x="28521" y="12493"/>
                  </a:lnTo>
                  <a:lnTo>
                    <a:pt x="27614" y="13951"/>
                  </a:lnTo>
                  <a:lnTo>
                    <a:pt x="38724" y="14496"/>
                  </a:lnTo>
                  <a:lnTo>
                    <a:pt x="41704" y="16532"/>
                  </a:lnTo>
                  <a:lnTo>
                    <a:pt x="42032" y="19152"/>
                  </a:lnTo>
                  <a:lnTo>
                    <a:pt x="45625" y="22167"/>
                  </a:lnTo>
                  <a:lnTo>
                    <a:pt x="50476" y="24269"/>
                  </a:lnTo>
                  <a:lnTo>
                    <a:pt x="49814" y="25026"/>
                  </a:lnTo>
                  <a:lnTo>
                    <a:pt x="42607" y="26272"/>
                  </a:lnTo>
                  <a:lnTo>
                    <a:pt x="31314" y="26608"/>
                  </a:lnTo>
                  <a:lnTo>
                    <a:pt x="31349" y="27632"/>
                  </a:lnTo>
                  <a:lnTo>
                    <a:pt x="29704" y="28029"/>
                  </a:lnTo>
                  <a:lnTo>
                    <a:pt x="27102" y="28042"/>
                  </a:lnTo>
                  <a:lnTo>
                    <a:pt x="20149" y="24869"/>
                  </a:lnTo>
                  <a:lnTo>
                    <a:pt x="16238" y="21212"/>
                  </a:lnTo>
                  <a:lnTo>
                    <a:pt x="11719" y="20673"/>
                  </a:lnTo>
                  <a:lnTo>
                    <a:pt x="7916" y="19601"/>
                  </a:lnTo>
                  <a:lnTo>
                    <a:pt x="6894" y="18639"/>
                  </a:lnTo>
                  <a:lnTo>
                    <a:pt x="10628" y="17126"/>
                  </a:lnTo>
                  <a:lnTo>
                    <a:pt x="11671" y="12986"/>
                  </a:lnTo>
                  <a:lnTo>
                    <a:pt x="2599" y="12311"/>
                  </a:lnTo>
                  <a:lnTo>
                    <a:pt x="0" y="7806"/>
                  </a:lnTo>
                  <a:lnTo>
                    <a:pt x="1277" y="5923"/>
                  </a:lnTo>
                  <a:lnTo>
                    <a:pt x="4403" y="7206"/>
                  </a:lnTo>
                  <a:lnTo>
                    <a:pt x="8856" y="7757"/>
                  </a:lnTo>
                  <a:lnTo>
                    <a:pt x="11895" y="7132"/>
                  </a:lnTo>
                  <a:lnTo>
                    <a:pt x="14657" y="2808"/>
                  </a:lnTo>
                  <a:lnTo>
                    <a:pt x="14811" y="1342"/>
                  </a:lnTo>
                  <a:lnTo>
                    <a:pt x="12833" y="984"/>
                  </a:lnTo>
                  <a:lnTo>
                    <a:pt x="1748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h3585"/>
            <p:cNvSpPr/>
            <p:nvPr/>
          </p:nvSpPr>
          <p:spPr>
            <a:xfrm>
              <a:off x="8049136" y="3318872"/>
              <a:ext cx="217791" cy="148390"/>
            </a:xfrm>
            <a:custGeom>
              <a:avLst/>
              <a:pathLst>
                <a:path w="217791" h="148390">
                  <a:moveTo>
                    <a:pt x="88134" y="4014"/>
                  </a:moveTo>
                  <a:lnTo>
                    <a:pt x="88741" y="2004"/>
                  </a:lnTo>
                  <a:lnTo>
                    <a:pt x="91909" y="1266"/>
                  </a:lnTo>
                  <a:lnTo>
                    <a:pt x="97515" y="1179"/>
                  </a:lnTo>
                  <a:lnTo>
                    <a:pt x="101507" y="2400"/>
                  </a:lnTo>
                  <a:lnTo>
                    <a:pt x="101894" y="4950"/>
                  </a:lnTo>
                  <a:lnTo>
                    <a:pt x="98725" y="8560"/>
                  </a:lnTo>
                  <a:lnTo>
                    <a:pt x="97985" y="13432"/>
                  </a:lnTo>
                  <a:lnTo>
                    <a:pt x="100864" y="15205"/>
                  </a:lnTo>
                  <a:lnTo>
                    <a:pt x="102601" y="13576"/>
                  </a:lnTo>
                  <a:lnTo>
                    <a:pt x="111658" y="18558"/>
                  </a:lnTo>
                  <a:lnTo>
                    <a:pt x="112903" y="15674"/>
                  </a:lnTo>
                  <a:lnTo>
                    <a:pt x="105629" y="12625"/>
                  </a:lnTo>
                  <a:lnTo>
                    <a:pt x="108076" y="8115"/>
                  </a:lnTo>
                  <a:lnTo>
                    <a:pt x="112938" y="10051"/>
                  </a:lnTo>
                  <a:lnTo>
                    <a:pt x="116456" y="13985"/>
                  </a:lnTo>
                  <a:lnTo>
                    <a:pt x="118216" y="18013"/>
                  </a:lnTo>
                  <a:lnTo>
                    <a:pt x="120517" y="18965"/>
                  </a:lnTo>
                  <a:lnTo>
                    <a:pt x="123470" y="15960"/>
                  </a:lnTo>
                  <a:lnTo>
                    <a:pt x="124029" y="11330"/>
                  </a:lnTo>
                  <a:lnTo>
                    <a:pt x="128184" y="11654"/>
                  </a:lnTo>
                  <a:lnTo>
                    <a:pt x="132529" y="13720"/>
                  </a:lnTo>
                  <a:lnTo>
                    <a:pt x="130129" y="16591"/>
                  </a:lnTo>
                  <a:lnTo>
                    <a:pt x="131227" y="19203"/>
                  </a:lnTo>
                  <a:lnTo>
                    <a:pt x="136095" y="14089"/>
                  </a:lnTo>
                  <a:lnTo>
                    <a:pt x="139396" y="14156"/>
                  </a:lnTo>
                  <a:lnTo>
                    <a:pt x="140398" y="14811"/>
                  </a:lnTo>
                  <a:lnTo>
                    <a:pt x="142916" y="20165"/>
                  </a:lnTo>
                  <a:lnTo>
                    <a:pt x="147715" y="24739"/>
                  </a:lnTo>
                  <a:lnTo>
                    <a:pt x="150457" y="25962"/>
                  </a:lnTo>
                  <a:lnTo>
                    <a:pt x="154549" y="25926"/>
                  </a:lnTo>
                  <a:lnTo>
                    <a:pt x="157834" y="30654"/>
                  </a:lnTo>
                  <a:lnTo>
                    <a:pt x="162619" y="35570"/>
                  </a:lnTo>
                  <a:lnTo>
                    <a:pt x="161525" y="37172"/>
                  </a:lnTo>
                  <a:lnTo>
                    <a:pt x="162697" y="38506"/>
                  </a:lnTo>
                  <a:lnTo>
                    <a:pt x="172031" y="41200"/>
                  </a:lnTo>
                  <a:lnTo>
                    <a:pt x="172835" y="39200"/>
                  </a:lnTo>
                  <a:lnTo>
                    <a:pt x="176590" y="40642"/>
                  </a:lnTo>
                  <a:lnTo>
                    <a:pt x="181710" y="47736"/>
                  </a:lnTo>
                  <a:lnTo>
                    <a:pt x="189464" y="48494"/>
                  </a:lnTo>
                  <a:lnTo>
                    <a:pt x="203001" y="54338"/>
                  </a:lnTo>
                  <a:lnTo>
                    <a:pt x="207870" y="57878"/>
                  </a:lnTo>
                  <a:lnTo>
                    <a:pt x="213465" y="62878"/>
                  </a:lnTo>
                  <a:lnTo>
                    <a:pt x="217027" y="69088"/>
                  </a:lnTo>
                  <a:lnTo>
                    <a:pt x="217791" y="75275"/>
                  </a:lnTo>
                  <a:lnTo>
                    <a:pt x="213822" y="74906"/>
                  </a:lnTo>
                  <a:lnTo>
                    <a:pt x="213109" y="76006"/>
                  </a:lnTo>
                  <a:lnTo>
                    <a:pt x="212744" y="78939"/>
                  </a:lnTo>
                  <a:lnTo>
                    <a:pt x="216140" y="88818"/>
                  </a:lnTo>
                  <a:lnTo>
                    <a:pt x="215642" y="89280"/>
                  </a:lnTo>
                  <a:lnTo>
                    <a:pt x="213148" y="88405"/>
                  </a:lnTo>
                  <a:lnTo>
                    <a:pt x="212339" y="89060"/>
                  </a:lnTo>
                  <a:lnTo>
                    <a:pt x="213762" y="92001"/>
                  </a:lnTo>
                  <a:lnTo>
                    <a:pt x="215960" y="93529"/>
                  </a:lnTo>
                  <a:lnTo>
                    <a:pt x="212092" y="95274"/>
                  </a:lnTo>
                  <a:lnTo>
                    <a:pt x="212138" y="98581"/>
                  </a:lnTo>
                  <a:lnTo>
                    <a:pt x="211131" y="99379"/>
                  </a:lnTo>
                  <a:lnTo>
                    <a:pt x="209839" y="96420"/>
                  </a:lnTo>
                  <a:lnTo>
                    <a:pt x="211926" y="92243"/>
                  </a:lnTo>
                  <a:lnTo>
                    <a:pt x="211284" y="91551"/>
                  </a:lnTo>
                  <a:lnTo>
                    <a:pt x="210267" y="91789"/>
                  </a:lnTo>
                  <a:lnTo>
                    <a:pt x="204576" y="99265"/>
                  </a:lnTo>
                  <a:lnTo>
                    <a:pt x="206024" y="104969"/>
                  </a:lnTo>
                  <a:lnTo>
                    <a:pt x="208078" y="108760"/>
                  </a:lnTo>
                  <a:lnTo>
                    <a:pt x="207797" y="109592"/>
                  </a:lnTo>
                  <a:lnTo>
                    <a:pt x="204213" y="109036"/>
                  </a:lnTo>
                  <a:lnTo>
                    <a:pt x="198350" y="111178"/>
                  </a:lnTo>
                  <a:lnTo>
                    <a:pt x="194893" y="110874"/>
                  </a:lnTo>
                  <a:lnTo>
                    <a:pt x="193008" y="116063"/>
                  </a:lnTo>
                  <a:lnTo>
                    <a:pt x="195607" y="124474"/>
                  </a:lnTo>
                  <a:lnTo>
                    <a:pt x="193132" y="132174"/>
                  </a:lnTo>
                  <a:lnTo>
                    <a:pt x="190749" y="136829"/>
                  </a:lnTo>
                  <a:lnTo>
                    <a:pt x="185572" y="145418"/>
                  </a:lnTo>
                  <a:lnTo>
                    <a:pt x="184304" y="146433"/>
                  </a:lnTo>
                  <a:lnTo>
                    <a:pt x="158268" y="148390"/>
                  </a:lnTo>
                  <a:lnTo>
                    <a:pt x="158158" y="141424"/>
                  </a:lnTo>
                  <a:lnTo>
                    <a:pt x="163622" y="134985"/>
                  </a:lnTo>
                  <a:lnTo>
                    <a:pt x="156977" y="129154"/>
                  </a:lnTo>
                  <a:lnTo>
                    <a:pt x="158445" y="123476"/>
                  </a:lnTo>
                  <a:lnTo>
                    <a:pt x="154461" y="123222"/>
                  </a:lnTo>
                  <a:lnTo>
                    <a:pt x="154503" y="122371"/>
                  </a:lnTo>
                  <a:lnTo>
                    <a:pt x="155054" y="116244"/>
                  </a:lnTo>
                  <a:lnTo>
                    <a:pt x="157731" y="118173"/>
                  </a:lnTo>
                  <a:lnTo>
                    <a:pt x="160086" y="113220"/>
                  </a:lnTo>
                  <a:lnTo>
                    <a:pt x="155671" y="111727"/>
                  </a:lnTo>
                  <a:lnTo>
                    <a:pt x="153918" y="115256"/>
                  </a:lnTo>
                  <a:lnTo>
                    <a:pt x="151733" y="116322"/>
                  </a:lnTo>
                  <a:lnTo>
                    <a:pt x="147289" y="116344"/>
                  </a:lnTo>
                  <a:lnTo>
                    <a:pt x="146995" y="124804"/>
                  </a:lnTo>
                  <a:lnTo>
                    <a:pt x="138832" y="121497"/>
                  </a:lnTo>
                  <a:lnTo>
                    <a:pt x="138147" y="119541"/>
                  </a:lnTo>
                  <a:lnTo>
                    <a:pt x="138542" y="118227"/>
                  </a:lnTo>
                  <a:lnTo>
                    <a:pt x="134765" y="116604"/>
                  </a:lnTo>
                  <a:lnTo>
                    <a:pt x="134157" y="115537"/>
                  </a:lnTo>
                  <a:lnTo>
                    <a:pt x="134852" y="111461"/>
                  </a:lnTo>
                  <a:lnTo>
                    <a:pt x="132621" y="106882"/>
                  </a:lnTo>
                  <a:lnTo>
                    <a:pt x="130039" y="107003"/>
                  </a:lnTo>
                  <a:lnTo>
                    <a:pt x="126817" y="109341"/>
                  </a:lnTo>
                  <a:lnTo>
                    <a:pt x="122591" y="107478"/>
                  </a:lnTo>
                  <a:lnTo>
                    <a:pt x="120526" y="105018"/>
                  </a:lnTo>
                  <a:lnTo>
                    <a:pt x="118933" y="100001"/>
                  </a:lnTo>
                  <a:lnTo>
                    <a:pt x="120253" y="96499"/>
                  </a:lnTo>
                  <a:lnTo>
                    <a:pt x="117199" y="93363"/>
                  </a:lnTo>
                  <a:lnTo>
                    <a:pt x="113094" y="92078"/>
                  </a:lnTo>
                  <a:lnTo>
                    <a:pt x="112918" y="94192"/>
                  </a:lnTo>
                  <a:lnTo>
                    <a:pt x="110783" y="96060"/>
                  </a:lnTo>
                  <a:lnTo>
                    <a:pt x="107224" y="94256"/>
                  </a:lnTo>
                  <a:lnTo>
                    <a:pt x="101876" y="97967"/>
                  </a:lnTo>
                  <a:lnTo>
                    <a:pt x="100934" y="96695"/>
                  </a:lnTo>
                  <a:lnTo>
                    <a:pt x="101374" y="94724"/>
                  </a:lnTo>
                  <a:lnTo>
                    <a:pt x="100509" y="92221"/>
                  </a:lnTo>
                  <a:lnTo>
                    <a:pt x="99593" y="91245"/>
                  </a:lnTo>
                  <a:lnTo>
                    <a:pt x="97273" y="91306"/>
                  </a:lnTo>
                  <a:lnTo>
                    <a:pt x="97844" y="89514"/>
                  </a:lnTo>
                  <a:lnTo>
                    <a:pt x="104372" y="86466"/>
                  </a:lnTo>
                  <a:lnTo>
                    <a:pt x="101640" y="82338"/>
                  </a:lnTo>
                  <a:lnTo>
                    <a:pt x="97869" y="83764"/>
                  </a:lnTo>
                  <a:lnTo>
                    <a:pt x="94972" y="81729"/>
                  </a:lnTo>
                  <a:lnTo>
                    <a:pt x="91345" y="81810"/>
                  </a:lnTo>
                  <a:lnTo>
                    <a:pt x="74348" y="71517"/>
                  </a:lnTo>
                  <a:lnTo>
                    <a:pt x="75287" y="65020"/>
                  </a:lnTo>
                  <a:lnTo>
                    <a:pt x="71402" y="66304"/>
                  </a:lnTo>
                  <a:lnTo>
                    <a:pt x="59187" y="66195"/>
                  </a:lnTo>
                  <a:lnTo>
                    <a:pt x="57833" y="64896"/>
                  </a:lnTo>
                  <a:lnTo>
                    <a:pt x="58116" y="62314"/>
                  </a:lnTo>
                  <a:lnTo>
                    <a:pt x="56569" y="59324"/>
                  </a:lnTo>
                  <a:lnTo>
                    <a:pt x="50475" y="58209"/>
                  </a:lnTo>
                  <a:lnTo>
                    <a:pt x="48275" y="58538"/>
                  </a:lnTo>
                  <a:lnTo>
                    <a:pt x="44472" y="57070"/>
                  </a:lnTo>
                  <a:lnTo>
                    <a:pt x="45182" y="55501"/>
                  </a:lnTo>
                  <a:lnTo>
                    <a:pt x="41172" y="54137"/>
                  </a:lnTo>
                  <a:lnTo>
                    <a:pt x="40060" y="54277"/>
                  </a:lnTo>
                  <a:lnTo>
                    <a:pt x="38471" y="58373"/>
                  </a:lnTo>
                  <a:lnTo>
                    <a:pt x="39081" y="61047"/>
                  </a:lnTo>
                  <a:lnTo>
                    <a:pt x="37997" y="63961"/>
                  </a:lnTo>
                  <a:lnTo>
                    <a:pt x="29198" y="68666"/>
                  </a:lnTo>
                  <a:lnTo>
                    <a:pt x="28870" y="66045"/>
                  </a:lnTo>
                  <a:lnTo>
                    <a:pt x="25890" y="64010"/>
                  </a:lnTo>
                  <a:lnTo>
                    <a:pt x="14780" y="63465"/>
                  </a:lnTo>
                  <a:lnTo>
                    <a:pt x="15687" y="62007"/>
                  </a:lnTo>
                  <a:lnTo>
                    <a:pt x="15214" y="59663"/>
                  </a:lnTo>
                  <a:lnTo>
                    <a:pt x="9889" y="54319"/>
                  </a:lnTo>
                  <a:lnTo>
                    <a:pt x="6994" y="50006"/>
                  </a:lnTo>
                  <a:lnTo>
                    <a:pt x="4653" y="49513"/>
                  </a:lnTo>
                  <a:lnTo>
                    <a:pt x="0" y="50498"/>
                  </a:lnTo>
                  <a:lnTo>
                    <a:pt x="1321" y="46233"/>
                  </a:lnTo>
                  <a:lnTo>
                    <a:pt x="4547" y="45187"/>
                  </a:lnTo>
                  <a:lnTo>
                    <a:pt x="4876" y="43771"/>
                  </a:lnTo>
                  <a:lnTo>
                    <a:pt x="3473" y="43801"/>
                  </a:lnTo>
                  <a:lnTo>
                    <a:pt x="5076" y="43003"/>
                  </a:lnTo>
                  <a:lnTo>
                    <a:pt x="9554" y="44202"/>
                  </a:lnTo>
                  <a:lnTo>
                    <a:pt x="15727" y="43260"/>
                  </a:lnTo>
                  <a:lnTo>
                    <a:pt x="17705" y="38554"/>
                  </a:lnTo>
                  <a:lnTo>
                    <a:pt x="17081" y="37241"/>
                  </a:lnTo>
                  <a:lnTo>
                    <a:pt x="17706" y="36303"/>
                  </a:lnTo>
                  <a:lnTo>
                    <a:pt x="21711" y="37093"/>
                  </a:lnTo>
                  <a:lnTo>
                    <a:pt x="24118" y="38303"/>
                  </a:lnTo>
                  <a:lnTo>
                    <a:pt x="24343" y="39587"/>
                  </a:lnTo>
                  <a:lnTo>
                    <a:pt x="27857" y="40526"/>
                  </a:lnTo>
                  <a:lnTo>
                    <a:pt x="30434" y="38753"/>
                  </a:lnTo>
                  <a:lnTo>
                    <a:pt x="47271" y="36169"/>
                  </a:lnTo>
                  <a:lnTo>
                    <a:pt x="53801" y="33750"/>
                  </a:lnTo>
                  <a:lnTo>
                    <a:pt x="59150" y="33582"/>
                  </a:lnTo>
                  <a:lnTo>
                    <a:pt x="68093" y="27660"/>
                  </a:lnTo>
                  <a:lnTo>
                    <a:pt x="75356" y="18369"/>
                  </a:lnTo>
                  <a:lnTo>
                    <a:pt x="80113" y="19313"/>
                  </a:lnTo>
                  <a:lnTo>
                    <a:pt x="80508" y="18015"/>
                  </a:lnTo>
                  <a:lnTo>
                    <a:pt x="73661" y="15847"/>
                  </a:lnTo>
                  <a:lnTo>
                    <a:pt x="73755" y="14009"/>
                  </a:lnTo>
                  <a:lnTo>
                    <a:pt x="75240" y="12574"/>
                  </a:lnTo>
                  <a:lnTo>
                    <a:pt x="78109" y="13822"/>
                  </a:lnTo>
                  <a:lnTo>
                    <a:pt x="80146" y="13848"/>
                  </a:lnTo>
                  <a:lnTo>
                    <a:pt x="86506" y="8593"/>
                  </a:lnTo>
                  <a:lnTo>
                    <a:pt x="86011" y="4433"/>
                  </a:lnTo>
                  <a:lnTo>
                    <a:pt x="85468" y="4056"/>
                  </a:lnTo>
                  <a:lnTo>
                    <a:pt x="82366" y="5688"/>
                  </a:lnTo>
                  <a:lnTo>
                    <a:pt x="82953" y="6320"/>
                  </a:lnTo>
                  <a:lnTo>
                    <a:pt x="80917" y="9269"/>
                  </a:lnTo>
                  <a:lnTo>
                    <a:pt x="76570" y="9923"/>
                  </a:lnTo>
                  <a:lnTo>
                    <a:pt x="75249" y="5062"/>
                  </a:lnTo>
                  <a:lnTo>
                    <a:pt x="76926" y="4141"/>
                  </a:lnTo>
                  <a:lnTo>
                    <a:pt x="8199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h3586"/>
            <p:cNvSpPr/>
            <p:nvPr/>
          </p:nvSpPr>
          <p:spPr>
            <a:xfrm>
              <a:off x="7856299" y="3347923"/>
              <a:ext cx="89578" cy="89487"/>
            </a:xfrm>
            <a:custGeom>
              <a:avLst/>
              <a:pathLst>
                <a:path w="89578" h="89487">
                  <a:moveTo>
                    <a:pt x="31090" y="212"/>
                  </a:moveTo>
                  <a:lnTo>
                    <a:pt x="39641" y="3611"/>
                  </a:lnTo>
                  <a:lnTo>
                    <a:pt x="44489" y="1398"/>
                  </a:lnTo>
                  <a:lnTo>
                    <a:pt x="55978" y="11948"/>
                  </a:lnTo>
                  <a:lnTo>
                    <a:pt x="58539" y="17544"/>
                  </a:lnTo>
                  <a:lnTo>
                    <a:pt x="61277" y="18075"/>
                  </a:lnTo>
                  <a:lnTo>
                    <a:pt x="61037" y="19139"/>
                  </a:lnTo>
                  <a:lnTo>
                    <a:pt x="63358" y="22881"/>
                  </a:lnTo>
                  <a:lnTo>
                    <a:pt x="63163" y="27972"/>
                  </a:lnTo>
                  <a:lnTo>
                    <a:pt x="58407" y="30534"/>
                  </a:lnTo>
                  <a:lnTo>
                    <a:pt x="59825" y="34918"/>
                  </a:lnTo>
                  <a:lnTo>
                    <a:pt x="64821" y="41101"/>
                  </a:lnTo>
                  <a:lnTo>
                    <a:pt x="64242" y="43767"/>
                  </a:lnTo>
                  <a:lnTo>
                    <a:pt x="65089" y="44469"/>
                  </a:lnTo>
                  <a:lnTo>
                    <a:pt x="70367" y="43032"/>
                  </a:lnTo>
                  <a:lnTo>
                    <a:pt x="72563" y="44726"/>
                  </a:lnTo>
                  <a:lnTo>
                    <a:pt x="71545" y="47297"/>
                  </a:lnTo>
                  <a:lnTo>
                    <a:pt x="71932" y="51934"/>
                  </a:lnTo>
                  <a:lnTo>
                    <a:pt x="77490" y="53079"/>
                  </a:lnTo>
                  <a:lnTo>
                    <a:pt x="81360" y="48889"/>
                  </a:lnTo>
                  <a:lnTo>
                    <a:pt x="83607" y="49094"/>
                  </a:lnTo>
                  <a:lnTo>
                    <a:pt x="81844" y="52458"/>
                  </a:lnTo>
                  <a:lnTo>
                    <a:pt x="81856" y="53891"/>
                  </a:lnTo>
                  <a:lnTo>
                    <a:pt x="83281" y="56240"/>
                  </a:lnTo>
                  <a:lnTo>
                    <a:pt x="83108" y="58508"/>
                  </a:lnTo>
                  <a:lnTo>
                    <a:pt x="82145" y="58139"/>
                  </a:lnTo>
                  <a:lnTo>
                    <a:pt x="82890" y="59807"/>
                  </a:lnTo>
                  <a:lnTo>
                    <a:pt x="89578" y="66944"/>
                  </a:lnTo>
                  <a:lnTo>
                    <a:pt x="89578" y="67982"/>
                  </a:lnTo>
                  <a:lnTo>
                    <a:pt x="84603" y="73885"/>
                  </a:lnTo>
                  <a:lnTo>
                    <a:pt x="81363" y="70326"/>
                  </a:lnTo>
                  <a:lnTo>
                    <a:pt x="78941" y="70460"/>
                  </a:lnTo>
                  <a:lnTo>
                    <a:pt x="75808" y="71938"/>
                  </a:lnTo>
                  <a:lnTo>
                    <a:pt x="78679" y="79347"/>
                  </a:lnTo>
                  <a:lnTo>
                    <a:pt x="77297" y="81993"/>
                  </a:lnTo>
                  <a:lnTo>
                    <a:pt x="73116" y="82845"/>
                  </a:lnTo>
                  <a:lnTo>
                    <a:pt x="64098" y="82447"/>
                  </a:lnTo>
                  <a:lnTo>
                    <a:pt x="60203" y="83323"/>
                  </a:lnTo>
                  <a:lnTo>
                    <a:pt x="54863" y="86511"/>
                  </a:lnTo>
                  <a:lnTo>
                    <a:pt x="54349" y="89487"/>
                  </a:lnTo>
                  <a:lnTo>
                    <a:pt x="52363" y="88547"/>
                  </a:lnTo>
                  <a:lnTo>
                    <a:pt x="49589" y="88407"/>
                  </a:lnTo>
                  <a:lnTo>
                    <a:pt x="47627" y="87543"/>
                  </a:lnTo>
                  <a:lnTo>
                    <a:pt x="47286" y="84064"/>
                  </a:lnTo>
                  <a:lnTo>
                    <a:pt x="48262" y="79413"/>
                  </a:lnTo>
                  <a:lnTo>
                    <a:pt x="50770" y="78102"/>
                  </a:lnTo>
                  <a:lnTo>
                    <a:pt x="51844" y="75451"/>
                  </a:lnTo>
                  <a:lnTo>
                    <a:pt x="52075" y="69374"/>
                  </a:lnTo>
                  <a:lnTo>
                    <a:pt x="43673" y="60706"/>
                  </a:lnTo>
                  <a:lnTo>
                    <a:pt x="42754" y="56485"/>
                  </a:lnTo>
                  <a:lnTo>
                    <a:pt x="45060" y="51863"/>
                  </a:lnTo>
                  <a:lnTo>
                    <a:pt x="45353" y="49333"/>
                  </a:lnTo>
                  <a:lnTo>
                    <a:pt x="43409" y="46788"/>
                  </a:lnTo>
                  <a:lnTo>
                    <a:pt x="43323" y="43942"/>
                  </a:lnTo>
                  <a:lnTo>
                    <a:pt x="44636" y="42700"/>
                  </a:lnTo>
                  <a:lnTo>
                    <a:pt x="43830" y="39630"/>
                  </a:lnTo>
                  <a:lnTo>
                    <a:pt x="42260" y="37620"/>
                  </a:lnTo>
                  <a:lnTo>
                    <a:pt x="39935" y="37644"/>
                  </a:lnTo>
                  <a:lnTo>
                    <a:pt x="34032" y="31901"/>
                  </a:lnTo>
                  <a:lnTo>
                    <a:pt x="20850" y="26414"/>
                  </a:lnTo>
                  <a:lnTo>
                    <a:pt x="17586" y="26668"/>
                  </a:lnTo>
                  <a:lnTo>
                    <a:pt x="11997" y="18277"/>
                  </a:lnTo>
                  <a:lnTo>
                    <a:pt x="3718" y="13076"/>
                  </a:lnTo>
                  <a:lnTo>
                    <a:pt x="0" y="12127"/>
                  </a:lnTo>
                  <a:lnTo>
                    <a:pt x="193" y="5974"/>
                  </a:lnTo>
                  <a:lnTo>
                    <a:pt x="3835" y="4295"/>
                  </a:lnTo>
                  <a:lnTo>
                    <a:pt x="2877" y="4245"/>
                  </a:lnTo>
                  <a:lnTo>
                    <a:pt x="3472" y="4065"/>
                  </a:lnTo>
                  <a:lnTo>
                    <a:pt x="6336" y="4821"/>
                  </a:lnTo>
                  <a:lnTo>
                    <a:pt x="11422" y="7738"/>
                  </a:lnTo>
                  <a:lnTo>
                    <a:pt x="16641" y="8837"/>
                  </a:lnTo>
                  <a:lnTo>
                    <a:pt x="21150" y="6772"/>
                  </a:lnTo>
                  <a:lnTo>
                    <a:pt x="22579" y="2375"/>
                  </a:lnTo>
                  <a:lnTo>
                    <a:pt x="2227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h3587"/>
            <p:cNvSpPr/>
            <p:nvPr/>
          </p:nvSpPr>
          <p:spPr>
            <a:xfrm>
              <a:off x="7922497" y="3292091"/>
              <a:ext cx="15268" cy="15867"/>
            </a:xfrm>
            <a:custGeom>
              <a:avLst/>
              <a:pathLst>
                <a:path w="15268" h="15867">
                  <a:moveTo>
                    <a:pt x="7748" y="0"/>
                  </a:moveTo>
                  <a:lnTo>
                    <a:pt x="10074" y="837"/>
                  </a:lnTo>
                  <a:lnTo>
                    <a:pt x="10598" y="4588"/>
                  </a:lnTo>
                  <a:lnTo>
                    <a:pt x="12019" y="4771"/>
                  </a:lnTo>
                  <a:lnTo>
                    <a:pt x="14454" y="6614"/>
                  </a:lnTo>
                  <a:lnTo>
                    <a:pt x="15268" y="8275"/>
                  </a:lnTo>
                  <a:lnTo>
                    <a:pt x="9587" y="13312"/>
                  </a:lnTo>
                  <a:lnTo>
                    <a:pt x="8227" y="15867"/>
                  </a:lnTo>
                  <a:lnTo>
                    <a:pt x="7006" y="15679"/>
                  </a:lnTo>
                  <a:lnTo>
                    <a:pt x="3889" y="10812"/>
                  </a:lnTo>
                  <a:lnTo>
                    <a:pt x="3184" y="6704"/>
                  </a:lnTo>
                  <a:lnTo>
                    <a:pt x="0" y="5413"/>
                  </a:lnTo>
                  <a:lnTo>
                    <a:pt x="3537" y="3564"/>
                  </a:lnTo>
                  <a:lnTo>
                    <a:pt x="5279" y="100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h3588"/>
            <p:cNvSpPr/>
            <p:nvPr/>
          </p:nvSpPr>
          <p:spPr>
            <a:xfrm>
              <a:off x="8073568" y="3653400"/>
              <a:ext cx="21942" cy="26945"/>
            </a:xfrm>
            <a:custGeom>
              <a:avLst/>
              <a:pathLst>
                <a:path w="21942" h="26945">
                  <a:moveTo>
                    <a:pt x="20082" y="57"/>
                  </a:moveTo>
                  <a:lnTo>
                    <a:pt x="21167" y="1407"/>
                  </a:lnTo>
                  <a:lnTo>
                    <a:pt x="21942" y="8961"/>
                  </a:lnTo>
                  <a:lnTo>
                    <a:pt x="18265" y="14073"/>
                  </a:lnTo>
                  <a:lnTo>
                    <a:pt x="17836" y="15664"/>
                  </a:lnTo>
                  <a:lnTo>
                    <a:pt x="18733" y="15980"/>
                  </a:lnTo>
                  <a:lnTo>
                    <a:pt x="18001" y="20448"/>
                  </a:lnTo>
                  <a:lnTo>
                    <a:pt x="13423" y="26514"/>
                  </a:lnTo>
                  <a:lnTo>
                    <a:pt x="12722" y="26945"/>
                  </a:lnTo>
                  <a:lnTo>
                    <a:pt x="0" y="16364"/>
                  </a:lnTo>
                  <a:lnTo>
                    <a:pt x="2868" y="11026"/>
                  </a:lnTo>
                  <a:lnTo>
                    <a:pt x="5703" y="2384"/>
                  </a:lnTo>
                  <a:lnTo>
                    <a:pt x="8421" y="5067"/>
                  </a:lnTo>
                  <a:lnTo>
                    <a:pt x="11738" y="5184"/>
                  </a:lnTo>
                  <a:lnTo>
                    <a:pt x="1828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h3589"/>
            <p:cNvSpPr/>
            <p:nvPr/>
          </p:nvSpPr>
          <p:spPr>
            <a:xfrm>
              <a:off x="7958413" y="3364548"/>
              <a:ext cx="22050" cy="13620"/>
            </a:xfrm>
            <a:custGeom>
              <a:avLst/>
              <a:pathLst>
                <a:path w="22050" h="13620">
                  <a:moveTo>
                    <a:pt x="4254" y="1372"/>
                  </a:moveTo>
                  <a:lnTo>
                    <a:pt x="7046" y="1097"/>
                  </a:lnTo>
                  <a:lnTo>
                    <a:pt x="13475" y="2975"/>
                  </a:lnTo>
                  <a:lnTo>
                    <a:pt x="15450" y="4173"/>
                  </a:lnTo>
                  <a:lnTo>
                    <a:pt x="15137" y="6025"/>
                  </a:lnTo>
                  <a:lnTo>
                    <a:pt x="16293" y="8761"/>
                  </a:lnTo>
                  <a:lnTo>
                    <a:pt x="21231" y="8658"/>
                  </a:lnTo>
                  <a:lnTo>
                    <a:pt x="20472" y="10338"/>
                  </a:lnTo>
                  <a:lnTo>
                    <a:pt x="22050" y="11292"/>
                  </a:lnTo>
                  <a:lnTo>
                    <a:pt x="21742" y="11660"/>
                  </a:lnTo>
                  <a:lnTo>
                    <a:pt x="18848" y="13620"/>
                  </a:lnTo>
                  <a:lnTo>
                    <a:pt x="17153" y="12954"/>
                  </a:lnTo>
                  <a:lnTo>
                    <a:pt x="9740" y="8814"/>
                  </a:lnTo>
                  <a:lnTo>
                    <a:pt x="5644" y="11482"/>
                  </a:lnTo>
                  <a:lnTo>
                    <a:pt x="0" y="5277"/>
                  </a:lnTo>
                  <a:lnTo>
                    <a:pt x="80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h3590"/>
            <p:cNvSpPr/>
            <p:nvPr/>
          </p:nvSpPr>
          <p:spPr>
            <a:xfrm>
              <a:off x="7855160" y="3313585"/>
              <a:ext cx="53396" cy="43175"/>
            </a:xfrm>
            <a:custGeom>
              <a:avLst/>
              <a:pathLst>
                <a:path w="53396" h="43175">
                  <a:moveTo>
                    <a:pt x="44772" y="1172"/>
                  </a:moveTo>
                  <a:lnTo>
                    <a:pt x="45748" y="5909"/>
                  </a:lnTo>
                  <a:lnTo>
                    <a:pt x="51744" y="12303"/>
                  </a:lnTo>
                  <a:lnTo>
                    <a:pt x="53396" y="12508"/>
                  </a:lnTo>
                  <a:lnTo>
                    <a:pt x="53206" y="13402"/>
                  </a:lnTo>
                  <a:lnTo>
                    <a:pt x="50467" y="13778"/>
                  </a:lnTo>
                  <a:lnTo>
                    <a:pt x="45677" y="13464"/>
                  </a:lnTo>
                  <a:lnTo>
                    <a:pt x="44982" y="15723"/>
                  </a:lnTo>
                  <a:lnTo>
                    <a:pt x="48890" y="22226"/>
                  </a:lnTo>
                  <a:lnTo>
                    <a:pt x="49276" y="30101"/>
                  </a:lnTo>
                  <a:lnTo>
                    <a:pt x="47138" y="32304"/>
                  </a:lnTo>
                  <a:lnTo>
                    <a:pt x="45628" y="35736"/>
                  </a:lnTo>
                  <a:lnTo>
                    <a:pt x="40780" y="37949"/>
                  </a:lnTo>
                  <a:lnTo>
                    <a:pt x="32229" y="34550"/>
                  </a:lnTo>
                  <a:lnTo>
                    <a:pt x="23411" y="34338"/>
                  </a:lnTo>
                  <a:lnTo>
                    <a:pt x="23718" y="36713"/>
                  </a:lnTo>
                  <a:lnTo>
                    <a:pt x="22289" y="41111"/>
                  </a:lnTo>
                  <a:lnTo>
                    <a:pt x="17780" y="43175"/>
                  </a:lnTo>
                  <a:lnTo>
                    <a:pt x="12560" y="42076"/>
                  </a:lnTo>
                  <a:lnTo>
                    <a:pt x="7475" y="39159"/>
                  </a:lnTo>
                  <a:lnTo>
                    <a:pt x="4611" y="38403"/>
                  </a:lnTo>
                  <a:lnTo>
                    <a:pt x="4016" y="38583"/>
                  </a:lnTo>
                  <a:lnTo>
                    <a:pt x="413" y="36612"/>
                  </a:lnTo>
                  <a:lnTo>
                    <a:pt x="0" y="35359"/>
                  </a:lnTo>
                  <a:lnTo>
                    <a:pt x="1036" y="33046"/>
                  </a:lnTo>
                  <a:lnTo>
                    <a:pt x="5238" y="31651"/>
                  </a:lnTo>
                  <a:lnTo>
                    <a:pt x="6115" y="27517"/>
                  </a:lnTo>
                  <a:lnTo>
                    <a:pt x="7580" y="24413"/>
                  </a:lnTo>
                  <a:lnTo>
                    <a:pt x="9279" y="22856"/>
                  </a:lnTo>
                  <a:lnTo>
                    <a:pt x="25376" y="19444"/>
                  </a:lnTo>
                  <a:lnTo>
                    <a:pt x="28211" y="14707"/>
                  </a:lnTo>
                  <a:lnTo>
                    <a:pt x="31838" y="11332"/>
                  </a:lnTo>
                  <a:lnTo>
                    <a:pt x="38062" y="1306"/>
                  </a:lnTo>
                  <a:lnTo>
                    <a:pt x="41282" y="1582"/>
                  </a:lnTo>
                  <a:lnTo>
                    <a:pt x="40908" y="284"/>
                  </a:lnTo>
                  <a:lnTo>
                    <a:pt x="4143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h3591"/>
            <p:cNvSpPr/>
            <p:nvPr/>
          </p:nvSpPr>
          <p:spPr>
            <a:xfrm>
              <a:off x="7949695" y="3325195"/>
              <a:ext cx="20029" cy="22098"/>
            </a:xfrm>
            <a:custGeom>
              <a:avLst/>
              <a:pathLst>
                <a:path w="20029" h="22098">
                  <a:moveTo>
                    <a:pt x="8467" y="1427"/>
                  </a:moveTo>
                  <a:lnTo>
                    <a:pt x="10948" y="5797"/>
                  </a:lnTo>
                  <a:lnTo>
                    <a:pt x="10282" y="13396"/>
                  </a:lnTo>
                  <a:lnTo>
                    <a:pt x="12310" y="15897"/>
                  </a:lnTo>
                  <a:lnTo>
                    <a:pt x="16728" y="18835"/>
                  </a:lnTo>
                  <a:lnTo>
                    <a:pt x="19442" y="19083"/>
                  </a:lnTo>
                  <a:lnTo>
                    <a:pt x="20029" y="20277"/>
                  </a:lnTo>
                  <a:lnTo>
                    <a:pt x="18708" y="22098"/>
                  </a:lnTo>
                  <a:lnTo>
                    <a:pt x="15776" y="19525"/>
                  </a:lnTo>
                  <a:lnTo>
                    <a:pt x="9847" y="18267"/>
                  </a:lnTo>
                  <a:lnTo>
                    <a:pt x="9082" y="18919"/>
                  </a:lnTo>
                  <a:lnTo>
                    <a:pt x="8417" y="17241"/>
                  </a:lnTo>
                  <a:lnTo>
                    <a:pt x="5618" y="18391"/>
                  </a:lnTo>
                  <a:lnTo>
                    <a:pt x="4344" y="20124"/>
                  </a:lnTo>
                  <a:lnTo>
                    <a:pt x="1420" y="20455"/>
                  </a:lnTo>
                  <a:lnTo>
                    <a:pt x="60" y="19741"/>
                  </a:lnTo>
                  <a:lnTo>
                    <a:pt x="208" y="17365"/>
                  </a:lnTo>
                  <a:lnTo>
                    <a:pt x="4943" y="13124"/>
                  </a:lnTo>
                  <a:lnTo>
                    <a:pt x="5917" y="10092"/>
                  </a:lnTo>
                  <a:lnTo>
                    <a:pt x="2727" y="3746"/>
                  </a:lnTo>
                  <a:lnTo>
                    <a:pt x="0" y="622"/>
                  </a:lnTo>
                  <a:lnTo>
                    <a:pt x="2040" y="2013"/>
                  </a:lnTo>
                  <a:lnTo>
                    <a:pt x="4631" y="1944"/>
                  </a:lnTo>
                  <a:lnTo>
                    <a:pt x="5744" y="1826"/>
                  </a:lnTo>
                  <a:lnTo>
                    <a:pt x="599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h3592"/>
            <p:cNvSpPr/>
            <p:nvPr/>
          </p:nvSpPr>
          <p:spPr>
            <a:xfrm>
              <a:off x="8035327" y="3531048"/>
              <a:ext cx="24385" cy="27761"/>
            </a:xfrm>
            <a:custGeom>
              <a:avLst/>
              <a:pathLst>
                <a:path w="24385" h="27761">
                  <a:moveTo>
                    <a:pt x="20507" y="267"/>
                  </a:moveTo>
                  <a:lnTo>
                    <a:pt x="19950" y="1777"/>
                  </a:lnTo>
                  <a:lnTo>
                    <a:pt x="17607" y="2334"/>
                  </a:lnTo>
                  <a:lnTo>
                    <a:pt x="16679" y="5124"/>
                  </a:lnTo>
                  <a:lnTo>
                    <a:pt x="17019" y="7146"/>
                  </a:lnTo>
                  <a:lnTo>
                    <a:pt x="21886" y="16860"/>
                  </a:lnTo>
                  <a:lnTo>
                    <a:pt x="24385" y="17298"/>
                  </a:lnTo>
                  <a:lnTo>
                    <a:pt x="24177" y="20842"/>
                  </a:lnTo>
                  <a:lnTo>
                    <a:pt x="22598" y="22603"/>
                  </a:lnTo>
                  <a:lnTo>
                    <a:pt x="19839" y="21712"/>
                  </a:lnTo>
                  <a:lnTo>
                    <a:pt x="12304" y="22906"/>
                  </a:lnTo>
                  <a:lnTo>
                    <a:pt x="10770" y="25056"/>
                  </a:lnTo>
                  <a:lnTo>
                    <a:pt x="7087" y="27761"/>
                  </a:lnTo>
                  <a:lnTo>
                    <a:pt x="6085" y="26389"/>
                  </a:lnTo>
                  <a:lnTo>
                    <a:pt x="3097" y="24194"/>
                  </a:lnTo>
                  <a:lnTo>
                    <a:pt x="447" y="18779"/>
                  </a:lnTo>
                  <a:lnTo>
                    <a:pt x="0" y="15106"/>
                  </a:lnTo>
                  <a:lnTo>
                    <a:pt x="1087" y="10947"/>
                  </a:lnTo>
                  <a:lnTo>
                    <a:pt x="6734" y="4694"/>
                  </a:lnTo>
                  <a:lnTo>
                    <a:pt x="8490" y="5631"/>
                  </a:lnTo>
                  <a:lnTo>
                    <a:pt x="14946" y="2418"/>
                  </a:lnTo>
                  <a:lnTo>
                    <a:pt x="1821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h3593"/>
            <p:cNvSpPr/>
            <p:nvPr/>
          </p:nvSpPr>
          <p:spPr>
            <a:xfrm>
              <a:off x="8084272" y="3637940"/>
              <a:ext cx="5820" cy="5968"/>
            </a:xfrm>
            <a:custGeom>
              <a:avLst/>
              <a:pathLst>
                <a:path w="5820" h="5968">
                  <a:moveTo>
                    <a:pt x="4984" y="371"/>
                  </a:moveTo>
                  <a:lnTo>
                    <a:pt x="5820" y="5931"/>
                  </a:lnTo>
                  <a:lnTo>
                    <a:pt x="0" y="5968"/>
                  </a:lnTo>
                  <a:lnTo>
                    <a:pt x="194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h3594"/>
            <p:cNvSpPr/>
            <p:nvPr/>
          </p:nvSpPr>
          <p:spPr>
            <a:xfrm>
              <a:off x="7975280" y="3408503"/>
              <a:ext cx="24240" cy="33121"/>
            </a:xfrm>
            <a:custGeom>
              <a:avLst/>
              <a:pathLst>
                <a:path w="24240" h="33121">
                  <a:moveTo>
                    <a:pt x="9111" y="6458"/>
                  </a:moveTo>
                  <a:lnTo>
                    <a:pt x="12260" y="7209"/>
                  </a:lnTo>
                  <a:lnTo>
                    <a:pt x="13141" y="10401"/>
                  </a:lnTo>
                  <a:lnTo>
                    <a:pt x="10842" y="16621"/>
                  </a:lnTo>
                  <a:lnTo>
                    <a:pt x="14624" y="22449"/>
                  </a:lnTo>
                  <a:lnTo>
                    <a:pt x="18838" y="24777"/>
                  </a:lnTo>
                  <a:lnTo>
                    <a:pt x="24240" y="30106"/>
                  </a:lnTo>
                  <a:lnTo>
                    <a:pt x="20935" y="32964"/>
                  </a:lnTo>
                  <a:lnTo>
                    <a:pt x="17547" y="33121"/>
                  </a:lnTo>
                  <a:lnTo>
                    <a:pt x="13055" y="29753"/>
                  </a:lnTo>
                  <a:lnTo>
                    <a:pt x="10795" y="30814"/>
                  </a:lnTo>
                  <a:lnTo>
                    <a:pt x="4262" y="21254"/>
                  </a:lnTo>
                  <a:lnTo>
                    <a:pt x="2723" y="20622"/>
                  </a:lnTo>
                  <a:lnTo>
                    <a:pt x="1877" y="19173"/>
                  </a:lnTo>
                  <a:lnTo>
                    <a:pt x="2143" y="14198"/>
                  </a:lnTo>
                  <a:lnTo>
                    <a:pt x="176" y="11122"/>
                  </a:lnTo>
                  <a:lnTo>
                    <a:pt x="0" y="8955"/>
                  </a:lnTo>
                  <a:lnTo>
                    <a:pt x="399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h3595"/>
            <p:cNvSpPr/>
            <p:nvPr/>
          </p:nvSpPr>
          <p:spPr>
            <a:xfrm>
              <a:off x="8074107" y="3494889"/>
              <a:ext cx="40610" cy="40360"/>
            </a:xfrm>
            <a:custGeom>
              <a:avLst/>
              <a:pathLst>
                <a:path w="40610" h="40360">
                  <a:moveTo>
                    <a:pt x="8701" y="0"/>
                  </a:moveTo>
                  <a:lnTo>
                    <a:pt x="12588" y="1307"/>
                  </a:lnTo>
                  <a:lnTo>
                    <a:pt x="22668" y="9818"/>
                  </a:lnTo>
                  <a:lnTo>
                    <a:pt x="27963" y="10512"/>
                  </a:lnTo>
                  <a:lnTo>
                    <a:pt x="33458" y="9369"/>
                  </a:lnTo>
                  <a:lnTo>
                    <a:pt x="40267" y="14793"/>
                  </a:lnTo>
                  <a:lnTo>
                    <a:pt x="40610" y="17700"/>
                  </a:lnTo>
                  <a:lnTo>
                    <a:pt x="38793" y="18458"/>
                  </a:lnTo>
                  <a:lnTo>
                    <a:pt x="38205" y="20383"/>
                  </a:lnTo>
                  <a:lnTo>
                    <a:pt x="38800" y="21501"/>
                  </a:lnTo>
                  <a:lnTo>
                    <a:pt x="40095" y="21896"/>
                  </a:lnTo>
                  <a:lnTo>
                    <a:pt x="32462" y="37755"/>
                  </a:lnTo>
                  <a:lnTo>
                    <a:pt x="29944" y="36755"/>
                  </a:lnTo>
                  <a:lnTo>
                    <a:pt x="19886" y="37766"/>
                  </a:lnTo>
                  <a:lnTo>
                    <a:pt x="17996" y="39711"/>
                  </a:lnTo>
                  <a:lnTo>
                    <a:pt x="12307" y="40360"/>
                  </a:lnTo>
                  <a:lnTo>
                    <a:pt x="1832" y="31908"/>
                  </a:lnTo>
                  <a:lnTo>
                    <a:pt x="2238" y="29311"/>
                  </a:lnTo>
                  <a:lnTo>
                    <a:pt x="0" y="24251"/>
                  </a:lnTo>
                  <a:lnTo>
                    <a:pt x="1071" y="19091"/>
                  </a:lnTo>
                  <a:lnTo>
                    <a:pt x="4489" y="13250"/>
                  </a:lnTo>
                  <a:lnTo>
                    <a:pt x="3595" y="10503"/>
                  </a:lnTo>
                  <a:lnTo>
                    <a:pt x="5374" y="4493"/>
                  </a:lnTo>
                  <a:lnTo>
                    <a:pt x="8372" y="1937"/>
                  </a:lnTo>
                  <a:lnTo>
                    <a:pt x="6716" y="9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h3596"/>
            <p:cNvSpPr/>
            <p:nvPr/>
          </p:nvSpPr>
          <p:spPr>
            <a:xfrm>
              <a:off x="6332032" y="1984545"/>
              <a:ext cx="96016" cy="66035"/>
            </a:xfrm>
            <a:custGeom>
              <a:avLst/>
              <a:pathLst>
                <a:path w="96016" h="66035">
                  <a:moveTo>
                    <a:pt x="63406" y="2226"/>
                  </a:moveTo>
                  <a:lnTo>
                    <a:pt x="74219" y="6689"/>
                  </a:lnTo>
                  <a:lnTo>
                    <a:pt x="86993" y="13769"/>
                  </a:lnTo>
                  <a:lnTo>
                    <a:pt x="89405" y="18818"/>
                  </a:lnTo>
                  <a:lnTo>
                    <a:pt x="90223" y="23118"/>
                  </a:lnTo>
                  <a:lnTo>
                    <a:pt x="87097" y="22906"/>
                  </a:lnTo>
                  <a:lnTo>
                    <a:pt x="88444" y="24929"/>
                  </a:lnTo>
                  <a:lnTo>
                    <a:pt x="92278" y="26777"/>
                  </a:lnTo>
                  <a:lnTo>
                    <a:pt x="93563" y="32805"/>
                  </a:lnTo>
                  <a:lnTo>
                    <a:pt x="96004" y="35360"/>
                  </a:lnTo>
                  <a:lnTo>
                    <a:pt x="96016" y="37847"/>
                  </a:lnTo>
                  <a:lnTo>
                    <a:pt x="94485" y="41116"/>
                  </a:lnTo>
                  <a:lnTo>
                    <a:pt x="93454" y="46004"/>
                  </a:lnTo>
                  <a:lnTo>
                    <a:pt x="92698" y="51044"/>
                  </a:lnTo>
                  <a:lnTo>
                    <a:pt x="92279" y="51491"/>
                  </a:lnTo>
                  <a:lnTo>
                    <a:pt x="81980" y="49469"/>
                  </a:lnTo>
                  <a:lnTo>
                    <a:pt x="84937" y="55832"/>
                  </a:lnTo>
                  <a:lnTo>
                    <a:pt x="83011" y="55697"/>
                  </a:lnTo>
                  <a:lnTo>
                    <a:pt x="77620" y="58258"/>
                  </a:lnTo>
                  <a:lnTo>
                    <a:pt x="69725" y="55203"/>
                  </a:lnTo>
                  <a:lnTo>
                    <a:pt x="71230" y="51184"/>
                  </a:lnTo>
                  <a:lnTo>
                    <a:pt x="68980" y="47672"/>
                  </a:lnTo>
                  <a:lnTo>
                    <a:pt x="58284" y="53434"/>
                  </a:lnTo>
                  <a:lnTo>
                    <a:pt x="59683" y="59159"/>
                  </a:lnTo>
                  <a:lnTo>
                    <a:pt x="55972" y="65122"/>
                  </a:lnTo>
                  <a:lnTo>
                    <a:pt x="54181" y="66035"/>
                  </a:lnTo>
                  <a:lnTo>
                    <a:pt x="52098" y="64558"/>
                  </a:lnTo>
                  <a:lnTo>
                    <a:pt x="50282" y="61613"/>
                  </a:lnTo>
                  <a:lnTo>
                    <a:pt x="51337" y="59599"/>
                  </a:lnTo>
                  <a:lnTo>
                    <a:pt x="48251" y="57192"/>
                  </a:lnTo>
                  <a:lnTo>
                    <a:pt x="42540" y="58198"/>
                  </a:lnTo>
                  <a:lnTo>
                    <a:pt x="34408" y="51375"/>
                  </a:lnTo>
                  <a:lnTo>
                    <a:pt x="30914" y="50780"/>
                  </a:lnTo>
                  <a:lnTo>
                    <a:pt x="30437" y="58270"/>
                  </a:lnTo>
                  <a:lnTo>
                    <a:pt x="31578" y="62446"/>
                  </a:lnTo>
                  <a:lnTo>
                    <a:pt x="30188" y="64368"/>
                  </a:lnTo>
                  <a:lnTo>
                    <a:pt x="27554" y="63295"/>
                  </a:lnTo>
                  <a:lnTo>
                    <a:pt x="22893" y="64346"/>
                  </a:lnTo>
                  <a:lnTo>
                    <a:pt x="17081" y="59224"/>
                  </a:lnTo>
                  <a:lnTo>
                    <a:pt x="11386" y="57334"/>
                  </a:lnTo>
                  <a:lnTo>
                    <a:pt x="10607" y="51511"/>
                  </a:lnTo>
                  <a:lnTo>
                    <a:pt x="15288" y="49774"/>
                  </a:lnTo>
                  <a:lnTo>
                    <a:pt x="18435" y="49657"/>
                  </a:lnTo>
                  <a:lnTo>
                    <a:pt x="20063" y="47713"/>
                  </a:lnTo>
                  <a:lnTo>
                    <a:pt x="19792" y="45724"/>
                  </a:lnTo>
                  <a:lnTo>
                    <a:pt x="18251" y="42568"/>
                  </a:lnTo>
                  <a:lnTo>
                    <a:pt x="16616" y="41619"/>
                  </a:lnTo>
                  <a:lnTo>
                    <a:pt x="8960" y="41088"/>
                  </a:lnTo>
                  <a:lnTo>
                    <a:pt x="10447" y="37544"/>
                  </a:lnTo>
                  <a:lnTo>
                    <a:pt x="0" y="30413"/>
                  </a:lnTo>
                  <a:lnTo>
                    <a:pt x="1288" y="26358"/>
                  </a:lnTo>
                  <a:lnTo>
                    <a:pt x="3229" y="24580"/>
                  </a:lnTo>
                  <a:lnTo>
                    <a:pt x="11433" y="23984"/>
                  </a:lnTo>
                  <a:lnTo>
                    <a:pt x="12788" y="22905"/>
                  </a:lnTo>
                  <a:lnTo>
                    <a:pt x="13011" y="20392"/>
                  </a:lnTo>
                  <a:lnTo>
                    <a:pt x="10663" y="17118"/>
                  </a:lnTo>
                  <a:lnTo>
                    <a:pt x="8702" y="18316"/>
                  </a:lnTo>
                  <a:lnTo>
                    <a:pt x="5927" y="18577"/>
                  </a:lnTo>
                  <a:lnTo>
                    <a:pt x="2782" y="14358"/>
                  </a:lnTo>
                  <a:lnTo>
                    <a:pt x="4116" y="12022"/>
                  </a:lnTo>
                  <a:lnTo>
                    <a:pt x="12877" y="10229"/>
                  </a:lnTo>
                  <a:lnTo>
                    <a:pt x="11229" y="4404"/>
                  </a:lnTo>
                  <a:lnTo>
                    <a:pt x="22214" y="0"/>
                  </a:lnTo>
                  <a:lnTo>
                    <a:pt x="24784" y="6975"/>
                  </a:lnTo>
                  <a:lnTo>
                    <a:pt x="31379" y="8149"/>
                  </a:lnTo>
                  <a:lnTo>
                    <a:pt x="35475" y="10850"/>
                  </a:lnTo>
                  <a:lnTo>
                    <a:pt x="36796" y="8513"/>
                  </a:lnTo>
                  <a:lnTo>
                    <a:pt x="34214" y="6259"/>
                  </a:lnTo>
                  <a:lnTo>
                    <a:pt x="34412" y="4034"/>
                  </a:lnTo>
                  <a:lnTo>
                    <a:pt x="36560" y="2766"/>
                  </a:lnTo>
                  <a:lnTo>
                    <a:pt x="37405" y="5877"/>
                  </a:lnTo>
                  <a:lnTo>
                    <a:pt x="38451" y="6731"/>
                  </a:lnTo>
                  <a:lnTo>
                    <a:pt x="46422" y="7629"/>
                  </a:lnTo>
                  <a:lnTo>
                    <a:pt x="47995" y="9332"/>
                  </a:lnTo>
                  <a:lnTo>
                    <a:pt x="51564" y="7905"/>
                  </a:lnTo>
                  <a:lnTo>
                    <a:pt x="53828" y="2861"/>
                  </a:lnTo>
                  <a:lnTo>
                    <a:pt x="57347" y="3514"/>
                  </a:lnTo>
                  <a:lnTo>
                    <a:pt x="59530" y="380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h3597"/>
            <p:cNvSpPr/>
            <p:nvPr/>
          </p:nvSpPr>
          <p:spPr>
            <a:xfrm>
              <a:off x="6145918" y="1812462"/>
              <a:ext cx="38524" cy="43837"/>
            </a:xfrm>
            <a:custGeom>
              <a:avLst/>
              <a:pathLst>
                <a:path w="38524" h="43837">
                  <a:moveTo>
                    <a:pt x="18810" y="0"/>
                  </a:moveTo>
                  <a:lnTo>
                    <a:pt x="24061" y="912"/>
                  </a:lnTo>
                  <a:lnTo>
                    <a:pt x="25841" y="2686"/>
                  </a:lnTo>
                  <a:lnTo>
                    <a:pt x="33072" y="4355"/>
                  </a:lnTo>
                  <a:lnTo>
                    <a:pt x="35359" y="5619"/>
                  </a:lnTo>
                  <a:lnTo>
                    <a:pt x="35043" y="6500"/>
                  </a:lnTo>
                  <a:lnTo>
                    <a:pt x="32914" y="7524"/>
                  </a:lnTo>
                  <a:lnTo>
                    <a:pt x="33740" y="8838"/>
                  </a:lnTo>
                  <a:lnTo>
                    <a:pt x="35535" y="11266"/>
                  </a:lnTo>
                  <a:lnTo>
                    <a:pt x="38524" y="12622"/>
                  </a:lnTo>
                  <a:lnTo>
                    <a:pt x="34289" y="15892"/>
                  </a:lnTo>
                  <a:lnTo>
                    <a:pt x="33170" y="23979"/>
                  </a:lnTo>
                  <a:lnTo>
                    <a:pt x="27256" y="33294"/>
                  </a:lnTo>
                  <a:lnTo>
                    <a:pt x="14297" y="40587"/>
                  </a:lnTo>
                  <a:lnTo>
                    <a:pt x="12842" y="43837"/>
                  </a:lnTo>
                  <a:lnTo>
                    <a:pt x="10069" y="43506"/>
                  </a:lnTo>
                  <a:lnTo>
                    <a:pt x="10572" y="37210"/>
                  </a:lnTo>
                  <a:lnTo>
                    <a:pt x="6621" y="40833"/>
                  </a:lnTo>
                  <a:lnTo>
                    <a:pt x="3212" y="42195"/>
                  </a:lnTo>
                  <a:lnTo>
                    <a:pt x="4166" y="36675"/>
                  </a:lnTo>
                  <a:lnTo>
                    <a:pt x="954" y="24864"/>
                  </a:lnTo>
                  <a:lnTo>
                    <a:pt x="1851" y="22129"/>
                  </a:lnTo>
                  <a:lnTo>
                    <a:pt x="2019" y="17499"/>
                  </a:lnTo>
                  <a:lnTo>
                    <a:pt x="0" y="16013"/>
                  </a:lnTo>
                  <a:lnTo>
                    <a:pt x="5651" y="8078"/>
                  </a:lnTo>
                  <a:lnTo>
                    <a:pt x="6752" y="8477"/>
                  </a:lnTo>
                  <a:lnTo>
                    <a:pt x="5524" y="12235"/>
                  </a:lnTo>
                  <a:lnTo>
                    <a:pt x="11254" y="12146"/>
                  </a:lnTo>
                  <a:lnTo>
                    <a:pt x="9219" y="640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h3598"/>
            <p:cNvSpPr/>
            <p:nvPr/>
          </p:nvSpPr>
          <p:spPr>
            <a:xfrm>
              <a:off x="6406252" y="1976112"/>
              <a:ext cx="46280" cy="58085"/>
            </a:xfrm>
            <a:custGeom>
              <a:avLst/>
              <a:pathLst>
                <a:path w="46280" h="58085">
                  <a:moveTo>
                    <a:pt x="35560" y="3603"/>
                  </a:moveTo>
                  <a:lnTo>
                    <a:pt x="36296" y="1246"/>
                  </a:lnTo>
                  <a:lnTo>
                    <a:pt x="39395" y="5217"/>
                  </a:lnTo>
                  <a:lnTo>
                    <a:pt x="35604" y="10885"/>
                  </a:lnTo>
                  <a:lnTo>
                    <a:pt x="40396" y="13341"/>
                  </a:lnTo>
                  <a:lnTo>
                    <a:pt x="36007" y="14764"/>
                  </a:lnTo>
                  <a:lnTo>
                    <a:pt x="36277" y="24577"/>
                  </a:lnTo>
                  <a:lnTo>
                    <a:pt x="41378" y="31592"/>
                  </a:lnTo>
                  <a:lnTo>
                    <a:pt x="46280" y="33203"/>
                  </a:lnTo>
                  <a:lnTo>
                    <a:pt x="46191" y="38990"/>
                  </a:lnTo>
                  <a:lnTo>
                    <a:pt x="45540" y="41192"/>
                  </a:lnTo>
                  <a:lnTo>
                    <a:pt x="41288" y="42693"/>
                  </a:lnTo>
                  <a:lnTo>
                    <a:pt x="37423" y="48014"/>
                  </a:lnTo>
                  <a:lnTo>
                    <a:pt x="37699" y="48835"/>
                  </a:lnTo>
                  <a:lnTo>
                    <a:pt x="36231" y="49269"/>
                  </a:lnTo>
                  <a:lnTo>
                    <a:pt x="36865" y="52919"/>
                  </a:lnTo>
                  <a:lnTo>
                    <a:pt x="35856" y="55229"/>
                  </a:lnTo>
                  <a:lnTo>
                    <a:pt x="32869" y="57919"/>
                  </a:lnTo>
                  <a:lnTo>
                    <a:pt x="30975" y="58085"/>
                  </a:lnTo>
                  <a:lnTo>
                    <a:pt x="20997" y="54171"/>
                  </a:lnTo>
                  <a:lnTo>
                    <a:pt x="19234" y="54437"/>
                  </a:lnTo>
                  <a:lnTo>
                    <a:pt x="20266" y="49549"/>
                  </a:lnTo>
                  <a:lnTo>
                    <a:pt x="21796" y="46280"/>
                  </a:lnTo>
                  <a:lnTo>
                    <a:pt x="21784" y="43793"/>
                  </a:lnTo>
                  <a:lnTo>
                    <a:pt x="19343" y="41238"/>
                  </a:lnTo>
                  <a:lnTo>
                    <a:pt x="18058" y="35210"/>
                  </a:lnTo>
                  <a:lnTo>
                    <a:pt x="14224" y="33362"/>
                  </a:lnTo>
                  <a:lnTo>
                    <a:pt x="12877" y="31339"/>
                  </a:lnTo>
                  <a:lnTo>
                    <a:pt x="16004" y="31551"/>
                  </a:lnTo>
                  <a:lnTo>
                    <a:pt x="15185" y="27251"/>
                  </a:lnTo>
                  <a:lnTo>
                    <a:pt x="12773" y="22202"/>
                  </a:lnTo>
                  <a:lnTo>
                    <a:pt x="0" y="15122"/>
                  </a:lnTo>
                  <a:lnTo>
                    <a:pt x="4944" y="10346"/>
                  </a:lnTo>
                  <a:lnTo>
                    <a:pt x="26467" y="9251"/>
                  </a:lnTo>
                  <a:lnTo>
                    <a:pt x="29601" y="6915"/>
                  </a:lnTo>
                  <a:lnTo>
                    <a:pt x="29487" y="3752"/>
                  </a:lnTo>
                  <a:lnTo>
                    <a:pt x="30836" y="1458"/>
                  </a:lnTo>
                  <a:lnTo>
                    <a:pt x="3313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h3599"/>
            <p:cNvSpPr/>
            <p:nvPr/>
          </p:nvSpPr>
          <p:spPr>
            <a:xfrm>
              <a:off x="6284288" y="2021312"/>
              <a:ext cx="67808" cy="40994"/>
            </a:xfrm>
            <a:custGeom>
              <a:avLst/>
              <a:pathLst>
                <a:path w="67808" h="40994">
                  <a:moveTo>
                    <a:pt x="31750" y="783"/>
                  </a:moveTo>
                  <a:lnTo>
                    <a:pt x="35939" y="5135"/>
                  </a:lnTo>
                  <a:lnTo>
                    <a:pt x="37909" y="6018"/>
                  </a:lnTo>
                  <a:lnTo>
                    <a:pt x="49087" y="6986"/>
                  </a:lnTo>
                  <a:lnTo>
                    <a:pt x="48901" y="2911"/>
                  </a:lnTo>
                  <a:lnTo>
                    <a:pt x="50180" y="765"/>
                  </a:lnTo>
                  <a:lnTo>
                    <a:pt x="53618" y="2140"/>
                  </a:lnTo>
                  <a:lnTo>
                    <a:pt x="56489" y="4834"/>
                  </a:lnTo>
                  <a:lnTo>
                    <a:pt x="56704" y="4321"/>
                  </a:lnTo>
                  <a:lnTo>
                    <a:pt x="64360" y="4851"/>
                  </a:lnTo>
                  <a:lnTo>
                    <a:pt x="65996" y="5800"/>
                  </a:lnTo>
                  <a:lnTo>
                    <a:pt x="67537" y="8956"/>
                  </a:lnTo>
                  <a:lnTo>
                    <a:pt x="67808" y="10946"/>
                  </a:lnTo>
                  <a:lnTo>
                    <a:pt x="66180" y="12889"/>
                  </a:lnTo>
                  <a:lnTo>
                    <a:pt x="63033" y="13006"/>
                  </a:lnTo>
                  <a:lnTo>
                    <a:pt x="58351" y="14743"/>
                  </a:lnTo>
                  <a:lnTo>
                    <a:pt x="59131" y="20567"/>
                  </a:lnTo>
                  <a:lnTo>
                    <a:pt x="59466" y="27114"/>
                  </a:lnTo>
                  <a:lnTo>
                    <a:pt x="61300" y="33788"/>
                  </a:lnTo>
                  <a:lnTo>
                    <a:pt x="56050" y="37434"/>
                  </a:lnTo>
                  <a:lnTo>
                    <a:pt x="52463" y="38378"/>
                  </a:lnTo>
                  <a:lnTo>
                    <a:pt x="50555" y="38108"/>
                  </a:lnTo>
                  <a:lnTo>
                    <a:pt x="46766" y="36256"/>
                  </a:lnTo>
                  <a:lnTo>
                    <a:pt x="42406" y="35633"/>
                  </a:lnTo>
                  <a:lnTo>
                    <a:pt x="39633" y="36286"/>
                  </a:lnTo>
                  <a:lnTo>
                    <a:pt x="41232" y="39371"/>
                  </a:lnTo>
                  <a:lnTo>
                    <a:pt x="38720" y="40994"/>
                  </a:lnTo>
                  <a:lnTo>
                    <a:pt x="32993" y="37710"/>
                  </a:lnTo>
                  <a:lnTo>
                    <a:pt x="27075" y="35982"/>
                  </a:lnTo>
                  <a:lnTo>
                    <a:pt x="18284" y="38715"/>
                  </a:lnTo>
                  <a:lnTo>
                    <a:pt x="14656" y="38901"/>
                  </a:lnTo>
                  <a:lnTo>
                    <a:pt x="11414" y="37789"/>
                  </a:lnTo>
                  <a:lnTo>
                    <a:pt x="9159" y="38471"/>
                  </a:lnTo>
                  <a:lnTo>
                    <a:pt x="10911" y="33678"/>
                  </a:lnTo>
                  <a:lnTo>
                    <a:pt x="5776" y="32341"/>
                  </a:lnTo>
                  <a:lnTo>
                    <a:pt x="1788" y="34138"/>
                  </a:lnTo>
                  <a:lnTo>
                    <a:pt x="0" y="32966"/>
                  </a:lnTo>
                  <a:lnTo>
                    <a:pt x="183" y="31895"/>
                  </a:lnTo>
                  <a:lnTo>
                    <a:pt x="3059" y="31045"/>
                  </a:lnTo>
                  <a:lnTo>
                    <a:pt x="3917" y="31375"/>
                  </a:lnTo>
                  <a:lnTo>
                    <a:pt x="4821" y="24301"/>
                  </a:lnTo>
                  <a:lnTo>
                    <a:pt x="7942" y="28555"/>
                  </a:lnTo>
                  <a:lnTo>
                    <a:pt x="8516" y="28840"/>
                  </a:lnTo>
                  <a:lnTo>
                    <a:pt x="9501" y="27191"/>
                  </a:lnTo>
                  <a:lnTo>
                    <a:pt x="7994" y="19137"/>
                  </a:lnTo>
                  <a:lnTo>
                    <a:pt x="12431" y="15981"/>
                  </a:lnTo>
                  <a:lnTo>
                    <a:pt x="15134" y="8901"/>
                  </a:lnTo>
                  <a:lnTo>
                    <a:pt x="17355" y="9899"/>
                  </a:lnTo>
                  <a:lnTo>
                    <a:pt x="20293" y="15287"/>
                  </a:lnTo>
                  <a:lnTo>
                    <a:pt x="23025" y="15783"/>
                  </a:lnTo>
                  <a:lnTo>
                    <a:pt x="19242" y="9809"/>
                  </a:lnTo>
                  <a:lnTo>
                    <a:pt x="29642" y="5945"/>
                  </a:lnTo>
                  <a:lnTo>
                    <a:pt x="2835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h3600"/>
            <p:cNvSpPr/>
            <p:nvPr/>
          </p:nvSpPr>
          <p:spPr>
            <a:xfrm>
              <a:off x="6259811" y="1777761"/>
              <a:ext cx="68020" cy="113594"/>
            </a:xfrm>
            <a:custGeom>
              <a:avLst/>
              <a:pathLst>
                <a:path w="68020" h="113594">
                  <a:moveTo>
                    <a:pt x="27570" y="2708"/>
                  </a:moveTo>
                  <a:lnTo>
                    <a:pt x="29155" y="6325"/>
                  </a:lnTo>
                  <a:lnTo>
                    <a:pt x="32032" y="9052"/>
                  </a:lnTo>
                  <a:lnTo>
                    <a:pt x="37605" y="11416"/>
                  </a:lnTo>
                  <a:lnTo>
                    <a:pt x="39673" y="10898"/>
                  </a:lnTo>
                  <a:lnTo>
                    <a:pt x="41179" y="9021"/>
                  </a:lnTo>
                  <a:lnTo>
                    <a:pt x="40080" y="15625"/>
                  </a:lnTo>
                  <a:lnTo>
                    <a:pt x="36779" y="19652"/>
                  </a:lnTo>
                  <a:lnTo>
                    <a:pt x="35072" y="20500"/>
                  </a:lnTo>
                  <a:lnTo>
                    <a:pt x="32231" y="25619"/>
                  </a:lnTo>
                  <a:lnTo>
                    <a:pt x="34015" y="31195"/>
                  </a:lnTo>
                  <a:lnTo>
                    <a:pt x="34402" y="54825"/>
                  </a:lnTo>
                  <a:lnTo>
                    <a:pt x="33687" y="65250"/>
                  </a:lnTo>
                  <a:lnTo>
                    <a:pt x="35798" y="68692"/>
                  </a:lnTo>
                  <a:lnTo>
                    <a:pt x="48127" y="66481"/>
                  </a:lnTo>
                  <a:lnTo>
                    <a:pt x="55122" y="73794"/>
                  </a:lnTo>
                  <a:lnTo>
                    <a:pt x="54992" y="75064"/>
                  </a:lnTo>
                  <a:lnTo>
                    <a:pt x="53511" y="74648"/>
                  </a:lnTo>
                  <a:lnTo>
                    <a:pt x="52481" y="75576"/>
                  </a:lnTo>
                  <a:lnTo>
                    <a:pt x="55301" y="81541"/>
                  </a:lnTo>
                  <a:lnTo>
                    <a:pt x="60329" y="87796"/>
                  </a:lnTo>
                  <a:lnTo>
                    <a:pt x="65801" y="91923"/>
                  </a:lnTo>
                  <a:lnTo>
                    <a:pt x="68020" y="95674"/>
                  </a:lnTo>
                  <a:lnTo>
                    <a:pt x="64449" y="96914"/>
                  </a:lnTo>
                  <a:lnTo>
                    <a:pt x="63407" y="99588"/>
                  </a:lnTo>
                  <a:lnTo>
                    <a:pt x="65478" y="104734"/>
                  </a:lnTo>
                  <a:lnTo>
                    <a:pt x="66908" y="112664"/>
                  </a:lnTo>
                  <a:lnTo>
                    <a:pt x="65587" y="113497"/>
                  </a:lnTo>
                  <a:lnTo>
                    <a:pt x="63227" y="113145"/>
                  </a:lnTo>
                  <a:lnTo>
                    <a:pt x="58815" y="109797"/>
                  </a:lnTo>
                  <a:lnTo>
                    <a:pt x="51225" y="109984"/>
                  </a:lnTo>
                  <a:lnTo>
                    <a:pt x="46645" y="111221"/>
                  </a:lnTo>
                  <a:lnTo>
                    <a:pt x="46978" y="112985"/>
                  </a:lnTo>
                  <a:lnTo>
                    <a:pt x="43191" y="113594"/>
                  </a:lnTo>
                  <a:lnTo>
                    <a:pt x="41671" y="110206"/>
                  </a:lnTo>
                  <a:lnTo>
                    <a:pt x="38330" y="113435"/>
                  </a:lnTo>
                  <a:lnTo>
                    <a:pt x="33605" y="105835"/>
                  </a:lnTo>
                  <a:lnTo>
                    <a:pt x="33328" y="103636"/>
                  </a:lnTo>
                  <a:lnTo>
                    <a:pt x="34251" y="101230"/>
                  </a:lnTo>
                  <a:lnTo>
                    <a:pt x="33719" y="98216"/>
                  </a:lnTo>
                  <a:lnTo>
                    <a:pt x="29479" y="91994"/>
                  </a:lnTo>
                  <a:lnTo>
                    <a:pt x="22232" y="86205"/>
                  </a:lnTo>
                  <a:lnTo>
                    <a:pt x="18846" y="86545"/>
                  </a:lnTo>
                  <a:lnTo>
                    <a:pt x="17191" y="85697"/>
                  </a:lnTo>
                  <a:lnTo>
                    <a:pt x="14194" y="80904"/>
                  </a:lnTo>
                  <a:lnTo>
                    <a:pt x="11994" y="70615"/>
                  </a:lnTo>
                  <a:lnTo>
                    <a:pt x="8999" y="67601"/>
                  </a:lnTo>
                  <a:lnTo>
                    <a:pt x="7027" y="67020"/>
                  </a:lnTo>
                  <a:lnTo>
                    <a:pt x="5372" y="68409"/>
                  </a:lnTo>
                  <a:lnTo>
                    <a:pt x="0" y="66731"/>
                  </a:lnTo>
                  <a:lnTo>
                    <a:pt x="3990" y="60969"/>
                  </a:lnTo>
                  <a:lnTo>
                    <a:pt x="7919" y="59044"/>
                  </a:lnTo>
                  <a:lnTo>
                    <a:pt x="9315" y="55670"/>
                  </a:lnTo>
                  <a:lnTo>
                    <a:pt x="5098" y="50538"/>
                  </a:lnTo>
                  <a:lnTo>
                    <a:pt x="5840" y="46461"/>
                  </a:lnTo>
                  <a:lnTo>
                    <a:pt x="7283" y="45861"/>
                  </a:lnTo>
                  <a:lnTo>
                    <a:pt x="14865" y="47462"/>
                  </a:lnTo>
                  <a:lnTo>
                    <a:pt x="15711" y="43384"/>
                  </a:lnTo>
                  <a:lnTo>
                    <a:pt x="14025" y="42193"/>
                  </a:lnTo>
                  <a:lnTo>
                    <a:pt x="14087" y="31752"/>
                  </a:lnTo>
                  <a:lnTo>
                    <a:pt x="8200" y="30030"/>
                  </a:lnTo>
                  <a:lnTo>
                    <a:pt x="13108" y="19036"/>
                  </a:lnTo>
                  <a:lnTo>
                    <a:pt x="10920" y="17235"/>
                  </a:lnTo>
                  <a:lnTo>
                    <a:pt x="9714" y="16253"/>
                  </a:lnTo>
                  <a:lnTo>
                    <a:pt x="9610" y="7815"/>
                  </a:lnTo>
                  <a:lnTo>
                    <a:pt x="16267" y="7808"/>
                  </a:lnTo>
                  <a:lnTo>
                    <a:pt x="14766" y="1310"/>
                  </a:lnTo>
                  <a:lnTo>
                    <a:pt x="9345" y="1601"/>
                  </a:lnTo>
                  <a:lnTo>
                    <a:pt x="9393" y="248"/>
                  </a:lnTo>
                  <a:lnTo>
                    <a:pt x="2302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h3601"/>
            <p:cNvSpPr/>
            <p:nvPr/>
          </p:nvSpPr>
          <p:spPr>
            <a:xfrm>
              <a:off x="6216290" y="1896264"/>
              <a:ext cx="81037" cy="44667"/>
            </a:xfrm>
            <a:custGeom>
              <a:avLst/>
              <a:pathLst>
                <a:path w="81037" h="44667">
                  <a:moveTo>
                    <a:pt x="68314" y="0"/>
                  </a:moveTo>
                  <a:lnTo>
                    <a:pt x="69193" y="3202"/>
                  </a:lnTo>
                  <a:lnTo>
                    <a:pt x="67737" y="7488"/>
                  </a:lnTo>
                  <a:lnTo>
                    <a:pt x="64751" y="6322"/>
                  </a:lnTo>
                  <a:lnTo>
                    <a:pt x="65652" y="4619"/>
                  </a:lnTo>
                  <a:lnTo>
                    <a:pt x="65021" y="2469"/>
                  </a:lnTo>
                  <a:lnTo>
                    <a:pt x="61601" y="4131"/>
                  </a:lnTo>
                  <a:lnTo>
                    <a:pt x="63691" y="7581"/>
                  </a:lnTo>
                  <a:lnTo>
                    <a:pt x="58520" y="7554"/>
                  </a:lnTo>
                  <a:lnTo>
                    <a:pt x="57789" y="10119"/>
                  </a:lnTo>
                  <a:lnTo>
                    <a:pt x="61222" y="13466"/>
                  </a:lnTo>
                  <a:lnTo>
                    <a:pt x="63659" y="11304"/>
                  </a:lnTo>
                  <a:lnTo>
                    <a:pt x="73969" y="13692"/>
                  </a:lnTo>
                  <a:lnTo>
                    <a:pt x="73722" y="14713"/>
                  </a:lnTo>
                  <a:lnTo>
                    <a:pt x="72598" y="14298"/>
                  </a:lnTo>
                  <a:lnTo>
                    <a:pt x="68782" y="18833"/>
                  </a:lnTo>
                  <a:lnTo>
                    <a:pt x="68571" y="23274"/>
                  </a:lnTo>
                  <a:lnTo>
                    <a:pt x="77778" y="26390"/>
                  </a:lnTo>
                  <a:lnTo>
                    <a:pt x="78900" y="26737"/>
                  </a:lnTo>
                  <a:lnTo>
                    <a:pt x="81037" y="33354"/>
                  </a:lnTo>
                  <a:lnTo>
                    <a:pt x="75411" y="39710"/>
                  </a:lnTo>
                  <a:lnTo>
                    <a:pt x="69574" y="33779"/>
                  </a:lnTo>
                  <a:lnTo>
                    <a:pt x="69204" y="44667"/>
                  </a:lnTo>
                  <a:lnTo>
                    <a:pt x="62520" y="35483"/>
                  </a:lnTo>
                  <a:lnTo>
                    <a:pt x="56221" y="38350"/>
                  </a:lnTo>
                  <a:lnTo>
                    <a:pt x="46091" y="36662"/>
                  </a:lnTo>
                  <a:lnTo>
                    <a:pt x="44383" y="37556"/>
                  </a:lnTo>
                  <a:lnTo>
                    <a:pt x="45695" y="40120"/>
                  </a:lnTo>
                  <a:lnTo>
                    <a:pt x="44532" y="40814"/>
                  </a:lnTo>
                  <a:lnTo>
                    <a:pt x="42298" y="41016"/>
                  </a:lnTo>
                  <a:lnTo>
                    <a:pt x="39774" y="38440"/>
                  </a:lnTo>
                  <a:lnTo>
                    <a:pt x="37592" y="40558"/>
                  </a:lnTo>
                  <a:lnTo>
                    <a:pt x="34398" y="36628"/>
                  </a:lnTo>
                  <a:lnTo>
                    <a:pt x="25977" y="34957"/>
                  </a:lnTo>
                  <a:lnTo>
                    <a:pt x="21626" y="36296"/>
                  </a:lnTo>
                  <a:lnTo>
                    <a:pt x="17304" y="38874"/>
                  </a:lnTo>
                  <a:lnTo>
                    <a:pt x="15716" y="36360"/>
                  </a:lnTo>
                  <a:lnTo>
                    <a:pt x="18431" y="32576"/>
                  </a:lnTo>
                  <a:lnTo>
                    <a:pt x="13235" y="33837"/>
                  </a:lnTo>
                  <a:lnTo>
                    <a:pt x="12167" y="32574"/>
                  </a:lnTo>
                  <a:lnTo>
                    <a:pt x="12779" y="28317"/>
                  </a:lnTo>
                  <a:lnTo>
                    <a:pt x="14970" y="27748"/>
                  </a:lnTo>
                  <a:lnTo>
                    <a:pt x="15303" y="25706"/>
                  </a:lnTo>
                  <a:lnTo>
                    <a:pt x="12965" y="23076"/>
                  </a:lnTo>
                  <a:lnTo>
                    <a:pt x="9205" y="22791"/>
                  </a:lnTo>
                  <a:lnTo>
                    <a:pt x="11331" y="27001"/>
                  </a:lnTo>
                  <a:lnTo>
                    <a:pt x="10752" y="29410"/>
                  </a:lnTo>
                  <a:lnTo>
                    <a:pt x="7862" y="28695"/>
                  </a:lnTo>
                  <a:lnTo>
                    <a:pt x="6418" y="32081"/>
                  </a:lnTo>
                  <a:lnTo>
                    <a:pt x="1327" y="33048"/>
                  </a:lnTo>
                  <a:lnTo>
                    <a:pt x="1206" y="26232"/>
                  </a:lnTo>
                  <a:lnTo>
                    <a:pt x="6164" y="25894"/>
                  </a:lnTo>
                  <a:lnTo>
                    <a:pt x="6755" y="23487"/>
                  </a:lnTo>
                  <a:lnTo>
                    <a:pt x="3342" y="20361"/>
                  </a:lnTo>
                  <a:lnTo>
                    <a:pt x="2300" y="16996"/>
                  </a:lnTo>
                  <a:lnTo>
                    <a:pt x="4201" y="15199"/>
                  </a:lnTo>
                  <a:lnTo>
                    <a:pt x="0" y="11853"/>
                  </a:lnTo>
                  <a:lnTo>
                    <a:pt x="363" y="8974"/>
                  </a:lnTo>
                  <a:lnTo>
                    <a:pt x="9539" y="5490"/>
                  </a:lnTo>
                  <a:lnTo>
                    <a:pt x="18734" y="4766"/>
                  </a:lnTo>
                  <a:lnTo>
                    <a:pt x="21166" y="1795"/>
                  </a:lnTo>
                  <a:lnTo>
                    <a:pt x="22967" y="3124"/>
                  </a:lnTo>
                  <a:lnTo>
                    <a:pt x="42558" y="4071"/>
                  </a:lnTo>
                  <a:lnTo>
                    <a:pt x="43036" y="1017"/>
                  </a:lnTo>
                  <a:lnTo>
                    <a:pt x="45980" y="742"/>
                  </a:lnTo>
                  <a:lnTo>
                    <a:pt x="53083" y="2392"/>
                  </a:lnTo>
                  <a:lnTo>
                    <a:pt x="55539" y="3989"/>
                  </a:lnTo>
                  <a:lnTo>
                    <a:pt x="60268" y="2177"/>
                  </a:lnTo>
                  <a:lnTo>
                    <a:pt x="62222" y="49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h3602"/>
            <p:cNvSpPr/>
            <p:nvPr/>
          </p:nvSpPr>
          <p:spPr>
            <a:xfrm>
              <a:off x="6247951" y="2048782"/>
              <a:ext cx="98422" cy="132111"/>
            </a:xfrm>
            <a:custGeom>
              <a:avLst/>
              <a:pathLst>
                <a:path w="98422" h="132111">
                  <a:moveTo>
                    <a:pt x="30739" y="4589"/>
                  </a:moveTo>
                  <a:lnTo>
                    <a:pt x="35407" y="2038"/>
                  </a:lnTo>
                  <a:lnTo>
                    <a:pt x="39396" y="3575"/>
                  </a:lnTo>
                  <a:lnTo>
                    <a:pt x="36520" y="4425"/>
                  </a:lnTo>
                  <a:lnTo>
                    <a:pt x="36336" y="5496"/>
                  </a:lnTo>
                  <a:lnTo>
                    <a:pt x="38124" y="6668"/>
                  </a:lnTo>
                  <a:lnTo>
                    <a:pt x="42113" y="4871"/>
                  </a:lnTo>
                  <a:lnTo>
                    <a:pt x="47248" y="6208"/>
                  </a:lnTo>
                  <a:lnTo>
                    <a:pt x="45496" y="11001"/>
                  </a:lnTo>
                  <a:lnTo>
                    <a:pt x="47751" y="10319"/>
                  </a:lnTo>
                  <a:lnTo>
                    <a:pt x="45866" y="14682"/>
                  </a:lnTo>
                  <a:lnTo>
                    <a:pt x="46684" y="16485"/>
                  </a:lnTo>
                  <a:lnTo>
                    <a:pt x="53063" y="17765"/>
                  </a:lnTo>
                  <a:lnTo>
                    <a:pt x="58495" y="17125"/>
                  </a:lnTo>
                  <a:lnTo>
                    <a:pt x="62958" y="19310"/>
                  </a:lnTo>
                  <a:lnTo>
                    <a:pt x="63866" y="21971"/>
                  </a:lnTo>
                  <a:lnTo>
                    <a:pt x="69042" y="21298"/>
                  </a:lnTo>
                  <a:lnTo>
                    <a:pt x="70026" y="21759"/>
                  </a:lnTo>
                  <a:lnTo>
                    <a:pt x="69747" y="24412"/>
                  </a:lnTo>
                  <a:lnTo>
                    <a:pt x="68324" y="24536"/>
                  </a:lnTo>
                  <a:lnTo>
                    <a:pt x="67639" y="26381"/>
                  </a:lnTo>
                  <a:lnTo>
                    <a:pt x="69277" y="30283"/>
                  </a:lnTo>
                  <a:lnTo>
                    <a:pt x="72901" y="31353"/>
                  </a:lnTo>
                  <a:lnTo>
                    <a:pt x="74900" y="32994"/>
                  </a:lnTo>
                  <a:lnTo>
                    <a:pt x="78727" y="43228"/>
                  </a:lnTo>
                  <a:lnTo>
                    <a:pt x="84457" y="44409"/>
                  </a:lnTo>
                  <a:lnTo>
                    <a:pt x="85789" y="46607"/>
                  </a:lnTo>
                  <a:lnTo>
                    <a:pt x="89480" y="47416"/>
                  </a:lnTo>
                  <a:lnTo>
                    <a:pt x="88836" y="48932"/>
                  </a:lnTo>
                  <a:lnTo>
                    <a:pt x="90488" y="52174"/>
                  </a:lnTo>
                  <a:lnTo>
                    <a:pt x="92812" y="52098"/>
                  </a:lnTo>
                  <a:lnTo>
                    <a:pt x="96591" y="54239"/>
                  </a:lnTo>
                  <a:lnTo>
                    <a:pt x="98422" y="56802"/>
                  </a:lnTo>
                  <a:lnTo>
                    <a:pt x="95623" y="61839"/>
                  </a:lnTo>
                  <a:lnTo>
                    <a:pt x="92799" y="59122"/>
                  </a:lnTo>
                  <a:lnTo>
                    <a:pt x="86897" y="59800"/>
                  </a:lnTo>
                  <a:lnTo>
                    <a:pt x="86327" y="61081"/>
                  </a:lnTo>
                  <a:lnTo>
                    <a:pt x="86560" y="65727"/>
                  </a:lnTo>
                  <a:lnTo>
                    <a:pt x="90672" y="66757"/>
                  </a:lnTo>
                  <a:lnTo>
                    <a:pt x="91784" y="67706"/>
                  </a:lnTo>
                  <a:lnTo>
                    <a:pt x="91704" y="69811"/>
                  </a:lnTo>
                  <a:lnTo>
                    <a:pt x="89919" y="68251"/>
                  </a:lnTo>
                  <a:lnTo>
                    <a:pt x="86935" y="68699"/>
                  </a:lnTo>
                  <a:lnTo>
                    <a:pt x="82665" y="72394"/>
                  </a:lnTo>
                  <a:lnTo>
                    <a:pt x="79097" y="81095"/>
                  </a:lnTo>
                  <a:lnTo>
                    <a:pt x="79398" y="85210"/>
                  </a:lnTo>
                  <a:lnTo>
                    <a:pt x="78238" y="89468"/>
                  </a:lnTo>
                  <a:lnTo>
                    <a:pt x="73598" y="91027"/>
                  </a:lnTo>
                  <a:lnTo>
                    <a:pt x="74825" y="91706"/>
                  </a:lnTo>
                  <a:lnTo>
                    <a:pt x="73456" y="93688"/>
                  </a:lnTo>
                  <a:lnTo>
                    <a:pt x="76147" y="94406"/>
                  </a:lnTo>
                  <a:lnTo>
                    <a:pt x="77839" y="99715"/>
                  </a:lnTo>
                  <a:lnTo>
                    <a:pt x="74936" y="105231"/>
                  </a:lnTo>
                  <a:lnTo>
                    <a:pt x="71005" y="108747"/>
                  </a:lnTo>
                  <a:lnTo>
                    <a:pt x="70336" y="113002"/>
                  </a:lnTo>
                  <a:lnTo>
                    <a:pt x="73506" y="112632"/>
                  </a:lnTo>
                  <a:lnTo>
                    <a:pt x="72011" y="116831"/>
                  </a:lnTo>
                  <a:lnTo>
                    <a:pt x="70545" y="116524"/>
                  </a:lnTo>
                  <a:lnTo>
                    <a:pt x="65108" y="119930"/>
                  </a:lnTo>
                  <a:lnTo>
                    <a:pt x="55366" y="132111"/>
                  </a:lnTo>
                  <a:lnTo>
                    <a:pt x="49626" y="125885"/>
                  </a:lnTo>
                  <a:lnTo>
                    <a:pt x="47061" y="118792"/>
                  </a:lnTo>
                  <a:lnTo>
                    <a:pt x="42788" y="115956"/>
                  </a:lnTo>
                  <a:lnTo>
                    <a:pt x="42009" y="112420"/>
                  </a:lnTo>
                  <a:lnTo>
                    <a:pt x="37528" y="109243"/>
                  </a:lnTo>
                  <a:lnTo>
                    <a:pt x="27216" y="106635"/>
                  </a:lnTo>
                  <a:lnTo>
                    <a:pt x="21510" y="102494"/>
                  </a:lnTo>
                  <a:lnTo>
                    <a:pt x="16143" y="95662"/>
                  </a:lnTo>
                  <a:lnTo>
                    <a:pt x="13334" y="95529"/>
                  </a:lnTo>
                  <a:lnTo>
                    <a:pt x="8557" y="86744"/>
                  </a:lnTo>
                  <a:lnTo>
                    <a:pt x="0" y="81187"/>
                  </a:lnTo>
                  <a:lnTo>
                    <a:pt x="85" y="78813"/>
                  </a:lnTo>
                  <a:lnTo>
                    <a:pt x="1081" y="77714"/>
                  </a:lnTo>
                  <a:lnTo>
                    <a:pt x="439" y="74083"/>
                  </a:lnTo>
                  <a:lnTo>
                    <a:pt x="5740" y="71202"/>
                  </a:lnTo>
                  <a:lnTo>
                    <a:pt x="6569" y="71795"/>
                  </a:lnTo>
                  <a:lnTo>
                    <a:pt x="8218" y="71076"/>
                  </a:lnTo>
                  <a:lnTo>
                    <a:pt x="10541" y="67734"/>
                  </a:lnTo>
                  <a:lnTo>
                    <a:pt x="9354" y="63309"/>
                  </a:lnTo>
                  <a:lnTo>
                    <a:pt x="7771" y="61777"/>
                  </a:lnTo>
                  <a:lnTo>
                    <a:pt x="6929" y="59596"/>
                  </a:lnTo>
                  <a:lnTo>
                    <a:pt x="10106" y="47819"/>
                  </a:lnTo>
                  <a:lnTo>
                    <a:pt x="2407" y="37646"/>
                  </a:lnTo>
                  <a:lnTo>
                    <a:pt x="1638" y="31339"/>
                  </a:lnTo>
                  <a:lnTo>
                    <a:pt x="6722" y="20528"/>
                  </a:lnTo>
                  <a:lnTo>
                    <a:pt x="6493" y="19225"/>
                  </a:lnTo>
                  <a:lnTo>
                    <a:pt x="3886" y="15973"/>
                  </a:lnTo>
                  <a:lnTo>
                    <a:pt x="1271" y="14665"/>
                  </a:lnTo>
                  <a:lnTo>
                    <a:pt x="1063" y="13271"/>
                  </a:lnTo>
                  <a:lnTo>
                    <a:pt x="5901" y="10681"/>
                  </a:lnTo>
                  <a:lnTo>
                    <a:pt x="7582" y="5885"/>
                  </a:lnTo>
                  <a:lnTo>
                    <a:pt x="5787" y="550"/>
                  </a:lnTo>
                  <a:lnTo>
                    <a:pt x="802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h3603"/>
            <p:cNvSpPr/>
            <p:nvPr/>
          </p:nvSpPr>
          <p:spPr>
            <a:xfrm>
              <a:off x="6231684" y="1526355"/>
              <a:ext cx="186777" cy="202787"/>
            </a:xfrm>
            <a:custGeom>
              <a:avLst/>
              <a:pathLst>
                <a:path w="186777" h="202787">
                  <a:moveTo>
                    <a:pt x="95578" y="375"/>
                  </a:moveTo>
                  <a:lnTo>
                    <a:pt x="94773" y="4130"/>
                  </a:lnTo>
                  <a:lnTo>
                    <a:pt x="97353" y="4783"/>
                  </a:lnTo>
                  <a:lnTo>
                    <a:pt x="98286" y="518"/>
                  </a:lnTo>
                  <a:lnTo>
                    <a:pt x="104591" y="5134"/>
                  </a:lnTo>
                  <a:lnTo>
                    <a:pt x="105194" y="5478"/>
                  </a:lnTo>
                  <a:lnTo>
                    <a:pt x="108402" y="20623"/>
                  </a:lnTo>
                  <a:lnTo>
                    <a:pt x="117359" y="23358"/>
                  </a:lnTo>
                  <a:lnTo>
                    <a:pt x="117076" y="32068"/>
                  </a:lnTo>
                  <a:lnTo>
                    <a:pt x="123972" y="31811"/>
                  </a:lnTo>
                  <a:lnTo>
                    <a:pt x="124174" y="28008"/>
                  </a:lnTo>
                  <a:lnTo>
                    <a:pt x="128871" y="28152"/>
                  </a:lnTo>
                  <a:lnTo>
                    <a:pt x="128637" y="35396"/>
                  </a:lnTo>
                  <a:lnTo>
                    <a:pt x="130711" y="40003"/>
                  </a:lnTo>
                  <a:lnTo>
                    <a:pt x="132734" y="40005"/>
                  </a:lnTo>
                  <a:lnTo>
                    <a:pt x="132533" y="50126"/>
                  </a:lnTo>
                  <a:lnTo>
                    <a:pt x="152218" y="50689"/>
                  </a:lnTo>
                  <a:lnTo>
                    <a:pt x="152186" y="47679"/>
                  </a:lnTo>
                  <a:lnTo>
                    <a:pt x="152791" y="47127"/>
                  </a:lnTo>
                  <a:lnTo>
                    <a:pt x="159303" y="47318"/>
                  </a:lnTo>
                  <a:lnTo>
                    <a:pt x="161876" y="48816"/>
                  </a:lnTo>
                  <a:lnTo>
                    <a:pt x="168040" y="55447"/>
                  </a:lnTo>
                  <a:lnTo>
                    <a:pt x="171534" y="57725"/>
                  </a:lnTo>
                  <a:lnTo>
                    <a:pt x="169065" y="72674"/>
                  </a:lnTo>
                  <a:lnTo>
                    <a:pt x="173981" y="74747"/>
                  </a:lnTo>
                  <a:lnTo>
                    <a:pt x="173393" y="92810"/>
                  </a:lnTo>
                  <a:lnTo>
                    <a:pt x="181293" y="93024"/>
                  </a:lnTo>
                  <a:lnTo>
                    <a:pt x="183587" y="94113"/>
                  </a:lnTo>
                  <a:lnTo>
                    <a:pt x="183856" y="97618"/>
                  </a:lnTo>
                  <a:lnTo>
                    <a:pt x="182470" y="102320"/>
                  </a:lnTo>
                  <a:lnTo>
                    <a:pt x="182023" y="107822"/>
                  </a:lnTo>
                  <a:lnTo>
                    <a:pt x="185605" y="111121"/>
                  </a:lnTo>
                  <a:lnTo>
                    <a:pt x="186157" y="114305"/>
                  </a:lnTo>
                  <a:lnTo>
                    <a:pt x="186777" y="116988"/>
                  </a:lnTo>
                  <a:lnTo>
                    <a:pt x="179797" y="115965"/>
                  </a:lnTo>
                  <a:lnTo>
                    <a:pt x="176392" y="119557"/>
                  </a:lnTo>
                  <a:lnTo>
                    <a:pt x="171916" y="122285"/>
                  </a:lnTo>
                  <a:lnTo>
                    <a:pt x="173068" y="127939"/>
                  </a:lnTo>
                  <a:lnTo>
                    <a:pt x="179431" y="128141"/>
                  </a:lnTo>
                  <a:lnTo>
                    <a:pt x="179245" y="134828"/>
                  </a:lnTo>
                  <a:lnTo>
                    <a:pt x="172284" y="130572"/>
                  </a:lnTo>
                  <a:lnTo>
                    <a:pt x="169810" y="133595"/>
                  </a:lnTo>
                  <a:lnTo>
                    <a:pt x="170074" y="134300"/>
                  </a:lnTo>
                  <a:lnTo>
                    <a:pt x="167721" y="136143"/>
                  </a:lnTo>
                  <a:lnTo>
                    <a:pt x="155805" y="142454"/>
                  </a:lnTo>
                  <a:lnTo>
                    <a:pt x="147670" y="150382"/>
                  </a:lnTo>
                  <a:lnTo>
                    <a:pt x="146671" y="152223"/>
                  </a:lnTo>
                  <a:lnTo>
                    <a:pt x="147102" y="154922"/>
                  </a:lnTo>
                  <a:lnTo>
                    <a:pt x="161830" y="155471"/>
                  </a:lnTo>
                  <a:lnTo>
                    <a:pt x="161854" y="174785"/>
                  </a:lnTo>
                  <a:lnTo>
                    <a:pt x="157051" y="174687"/>
                  </a:lnTo>
                  <a:lnTo>
                    <a:pt x="157170" y="187696"/>
                  </a:lnTo>
                  <a:lnTo>
                    <a:pt x="148659" y="188216"/>
                  </a:lnTo>
                  <a:lnTo>
                    <a:pt x="155636" y="192381"/>
                  </a:lnTo>
                  <a:lnTo>
                    <a:pt x="154427" y="198453"/>
                  </a:lnTo>
                  <a:lnTo>
                    <a:pt x="149124" y="199273"/>
                  </a:lnTo>
                  <a:lnTo>
                    <a:pt x="148111" y="198949"/>
                  </a:lnTo>
                  <a:lnTo>
                    <a:pt x="147298" y="197230"/>
                  </a:lnTo>
                  <a:lnTo>
                    <a:pt x="146360" y="197428"/>
                  </a:lnTo>
                  <a:lnTo>
                    <a:pt x="144992" y="198214"/>
                  </a:lnTo>
                  <a:lnTo>
                    <a:pt x="144769" y="202787"/>
                  </a:lnTo>
                  <a:lnTo>
                    <a:pt x="142572" y="202050"/>
                  </a:lnTo>
                  <a:lnTo>
                    <a:pt x="140667" y="200300"/>
                  </a:lnTo>
                  <a:lnTo>
                    <a:pt x="140602" y="198472"/>
                  </a:lnTo>
                  <a:lnTo>
                    <a:pt x="142906" y="190675"/>
                  </a:lnTo>
                  <a:lnTo>
                    <a:pt x="122791" y="191944"/>
                  </a:lnTo>
                  <a:lnTo>
                    <a:pt x="106685" y="186056"/>
                  </a:lnTo>
                  <a:lnTo>
                    <a:pt x="101167" y="187942"/>
                  </a:lnTo>
                  <a:lnTo>
                    <a:pt x="99533" y="190397"/>
                  </a:lnTo>
                  <a:lnTo>
                    <a:pt x="101612" y="191563"/>
                  </a:lnTo>
                  <a:lnTo>
                    <a:pt x="103833" y="195509"/>
                  </a:lnTo>
                  <a:lnTo>
                    <a:pt x="92431" y="195149"/>
                  </a:lnTo>
                  <a:lnTo>
                    <a:pt x="91430" y="191569"/>
                  </a:lnTo>
                  <a:lnTo>
                    <a:pt x="80875" y="191240"/>
                  </a:lnTo>
                  <a:lnTo>
                    <a:pt x="76385" y="195798"/>
                  </a:lnTo>
                  <a:lnTo>
                    <a:pt x="78435" y="198417"/>
                  </a:lnTo>
                  <a:lnTo>
                    <a:pt x="78519" y="199668"/>
                  </a:lnTo>
                  <a:lnTo>
                    <a:pt x="77687" y="199671"/>
                  </a:lnTo>
                  <a:lnTo>
                    <a:pt x="74607" y="196496"/>
                  </a:lnTo>
                  <a:lnTo>
                    <a:pt x="75727" y="191080"/>
                  </a:lnTo>
                  <a:lnTo>
                    <a:pt x="66336" y="190363"/>
                  </a:lnTo>
                  <a:lnTo>
                    <a:pt x="66169" y="196777"/>
                  </a:lnTo>
                  <a:lnTo>
                    <a:pt x="59767" y="195530"/>
                  </a:lnTo>
                  <a:lnTo>
                    <a:pt x="60007" y="186530"/>
                  </a:lnTo>
                  <a:lnTo>
                    <a:pt x="62138" y="187164"/>
                  </a:lnTo>
                  <a:lnTo>
                    <a:pt x="63812" y="185577"/>
                  </a:lnTo>
                  <a:lnTo>
                    <a:pt x="60964" y="181213"/>
                  </a:lnTo>
                  <a:lnTo>
                    <a:pt x="59744" y="176440"/>
                  </a:lnTo>
                  <a:lnTo>
                    <a:pt x="61005" y="172540"/>
                  </a:lnTo>
                  <a:lnTo>
                    <a:pt x="56570" y="171951"/>
                  </a:lnTo>
                  <a:lnTo>
                    <a:pt x="50669" y="169427"/>
                  </a:lnTo>
                  <a:lnTo>
                    <a:pt x="48259" y="165291"/>
                  </a:lnTo>
                  <a:lnTo>
                    <a:pt x="49149" y="163050"/>
                  </a:lnTo>
                  <a:lnTo>
                    <a:pt x="48708" y="160143"/>
                  </a:lnTo>
                  <a:lnTo>
                    <a:pt x="47156" y="156397"/>
                  </a:lnTo>
                  <a:lnTo>
                    <a:pt x="45419" y="154643"/>
                  </a:lnTo>
                  <a:lnTo>
                    <a:pt x="45126" y="152120"/>
                  </a:lnTo>
                  <a:lnTo>
                    <a:pt x="51161" y="128098"/>
                  </a:lnTo>
                  <a:lnTo>
                    <a:pt x="30927" y="120685"/>
                  </a:lnTo>
                  <a:lnTo>
                    <a:pt x="31212" y="118191"/>
                  </a:lnTo>
                  <a:lnTo>
                    <a:pt x="26261" y="113445"/>
                  </a:lnTo>
                  <a:lnTo>
                    <a:pt x="20407" y="112163"/>
                  </a:lnTo>
                  <a:lnTo>
                    <a:pt x="17382" y="110563"/>
                  </a:lnTo>
                  <a:lnTo>
                    <a:pt x="13554" y="115401"/>
                  </a:lnTo>
                  <a:lnTo>
                    <a:pt x="11493" y="113679"/>
                  </a:lnTo>
                  <a:lnTo>
                    <a:pt x="8204" y="117988"/>
                  </a:lnTo>
                  <a:lnTo>
                    <a:pt x="3240" y="117399"/>
                  </a:lnTo>
                  <a:lnTo>
                    <a:pt x="9483" y="109632"/>
                  </a:lnTo>
                  <a:lnTo>
                    <a:pt x="0" y="101205"/>
                  </a:lnTo>
                  <a:lnTo>
                    <a:pt x="16616" y="81017"/>
                  </a:lnTo>
                  <a:lnTo>
                    <a:pt x="8313" y="81032"/>
                  </a:lnTo>
                  <a:lnTo>
                    <a:pt x="10885" y="75990"/>
                  </a:lnTo>
                  <a:lnTo>
                    <a:pt x="15819" y="71097"/>
                  </a:lnTo>
                  <a:lnTo>
                    <a:pt x="7456" y="60327"/>
                  </a:lnTo>
                  <a:lnTo>
                    <a:pt x="14320" y="60439"/>
                  </a:lnTo>
                  <a:lnTo>
                    <a:pt x="16752" y="59105"/>
                  </a:lnTo>
                  <a:lnTo>
                    <a:pt x="18503" y="54172"/>
                  </a:lnTo>
                  <a:lnTo>
                    <a:pt x="18560" y="49681"/>
                  </a:lnTo>
                  <a:lnTo>
                    <a:pt x="21215" y="48473"/>
                  </a:lnTo>
                  <a:lnTo>
                    <a:pt x="20639" y="40959"/>
                  </a:lnTo>
                  <a:lnTo>
                    <a:pt x="13515" y="40506"/>
                  </a:lnTo>
                  <a:lnTo>
                    <a:pt x="16930" y="31415"/>
                  </a:lnTo>
                  <a:lnTo>
                    <a:pt x="19938" y="28784"/>
                  </a:lnTo>
                  <a:lnTo>
                    <a:pt x="20748" y="11344"/>
                  </a:lnTo>
                  <a:lnTo>
                    <a:pt x="37815" y="12035"/>
                  </a:lnTo>
                  <a:lnTo>
                    <a:pt x="38121" y="3216"/>
                  </a:lnTo>
                  <a:lnTo>
                    <a:pt x="41977" y="4162"/>
                  </a:lnTo>
                  <a:lnTo>
                    <a:pt x="45739" y="7284"/>
                  </a:lnTo>
                  <a:lnTo>
                    <a:pt x="51402" y="7235"/>
                  </a:lnTo>
                  <a:lnTo>
                    <a:pt x="55005" y="5656"/>
                  </a:lnTo>
                  <a:lnTo>
                    <a:pt x="55123" y="2703"/>
                  </a:lnTo>
                  <a:lnTo>
                    <a:pt x="64861" y="1364"/>
                  </a:lnTo>
                  <a:lnTo>
                    <a:pt x="67115" y="1911"/>
                  </a:lnTo>
                  <a:lnTo>
                    <a:pt x="69972" y="4284"/>
                  </a:lnTo>
                  <a:lnTo>
                    <a:pt x="82846" y="4620"/>
                  </a:lnTo>
                  <a:lnTo>
                    <a:pt x="8231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h3604"/>
            <p:cNvSpPr/>
            <p:nvPr/>
          </p:nvSpPr>
          <p:spPr>
            <a:xfrm>
              <a:off x="6112050" y="1934134"/>
              <a:ext cx="33336" cy="59140"/>
            </a:xfrm>
            <a:custGeom>
              <a:avLst/>
              <a:pathLst>
                <a:path w="33336" h="59140">
                  <a:moveTo>
                    <a:pt x="20674" y="31"/>
                  </a:moveTo>
                  <a:lnTo>
                    <a:pt x="29290" y="6628"/>
                  </a:lnTo>
                  <a:lnTo>
                    <a:pt x="30917" y="10067"/>
                  </a:lnTo>
                  <a:lnTo>
                    <a:pt x="30877" y="13114"/>
                  </a:lnTo>
                  <a:lnTo>
                    <a:pt x="32676" y="14521"/>
                  </a:lnTo>
                  <a:lnTo>
                    <a:pt x="33336" y="19307"/>
                  </a:lnTo>
                  <a:lnTo>
                    <a:pt x="32624" y="23111"/>
                  </a:lnTo>
                  <a:lnTo>
                    <a:pt x="31216" y="25919"/>
                  </a:lnTo>
                  <a:lnTo>
                    <a:pt x="33036" y="36874"/>
                  </a:lnTo>
                  <a:lnTo>
                    <a:pt x="25064" y="49126"/>
                  </a:lnTo>
                  <a:lnTo>
                    <a:pt x="23323" y="53295"/>
                  </a:lnTo>
                  <a:lnTo>
                    <a:pt x="20894" y="52324"/>
                  </a:lnTo>
                  <a:lnTo>
                    <a:pt x="15966" y="52097"/>
                  </a:lnTo>
                  <a:lnTo>
                    <a:pt x="16029" y="53877"/>
                  </a:lnTo>
                  <a:lnTo>
                    <a:pt x="17497" y="55447"/>
                  </a:lnTo>
                  <a:lnTo>
                    <a:pt x="17215" y="57337"/>
                  </a:lnTo>
                  <a:lnTo>
                    <a:pt x="15877" y="59140"/>
                  </a:lnTo>
                  <a:lnTo>
                    <a:pt x="14453" y="58823"/>
                  </a:lnTo>
                  <a:lnTo>
                    <a:pt x="13442" y="57174"/>
                  </a:lnTo>
                  <a:lnTo>
                    <a:pt x="11258" y="56125"/>
                  </a:lnTo>
                  <a:lnTo>
                    <a:pt x="9321" y="57357"/>
                  </a:lnTo>
                  <a:lnTo>
                    <a:pt x="8503" y="54650"/>
                  </a:lnTo>
                  <a:lnTo>
                    <a:pt x="3578" y="50183"/>
                  </a:lnTo>
                  <a:lnTo>
                    <a:pt x="2721" y="42368"/>
                  </a:lnTo>
                  <a:lnTo>
                    <a:pt x="2002" y="41775"/>
                  </a:lnTo>
                  <a:lnTo>
                    <a:pt x="7259" y="39460"/>
                  </a:lnTo>
                  <a:lnTo>
                    <a:pt x="7921" y="36151"/>
                  </a:lnTo>
                  <a:lnTo>
                    <a:pt x="0" y="19655"/>
                  </a:lnTo>
                  <a:lnTo>
                    <a:pt x="2277" y="13215"/>
                  </a:lnTo>
                  <a:lnTo>
                    <a:pt x="1073" y="10739"/>
                  </a:lnTo>
                  <a:lnTo>
                    <a:pt x="3824" y="10119"/>
                  </a:lnTo>
                  <a:lnTo>
                    <a:pt x="4616" y="5314"/>
                  </a:lnTo>
                  <a:lnTo>
                    <a:pt x="9416" y="1232"/>
                  </a:lnTo>
                  <a:lnTo>
                    <a:pt x="1182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h3605"/>
            <p:cNvSpPr/>
            <p:nvPr/>
          </p:nvSpPr>
          <p:spPr>
            <a:xfrm>
              <a:off x="6246122" y="1931748"/>
              <a:ext cx="53289" cy="56285"/>
            </a:xfrm>
            <a:custGeom>
              <a:avLst/>
              <a:pathLst>
                <a:path w="53289" h="56285">
                  <a:moveTo>
                    <a:pt x="39372" y="9184"/>
                  </a:moveTo>
                  <a:lnTo>
                    <a:pt x="41096" y="9907"/>
                  </a:lnTo>
                  <a:lnTo>
                    <a:pt x="42637" y="11825"/>
                  </a:lnTo>
                  <a:lnTo>
                    <a:pt x="41918" y="13239"/>
                  </a:lnTo>
                  <a:lnTo>
                    <a:pt x="39474" y="13199"/>
                  </a:lnTo>
                  <a:lnTo>
                    <a:pt x="37401" y="17708"/>
                  </a:lnTo>
                  <a:lnTo>
                    <a:pt x="44051" y="17602"/>
                  </a:lnTo>
                  <a:lnTo>
                    <a:pt x="43406" y="20389"/>
                  </a:lnTo>
                  <a:lnTo>
                    <a:pt x="37785" y="20963"/>
                  </a:lnTo>
                  <a:lnTo>
                    <a:pt x="43102" y="22029"/>
                  </a:lnTo>
                  <a:lnTo>
                    <a:pt x="46313" y="21748"/>
                  </a:lnTo>
                  <a:lnTo>
                    <a:pt x="53082" y="27399"/>
                  </a:lnTo>
                  <a:lnTo>
                    <a:pt x="52725" y="36353"/>
                  </a:lnTo>
                  <a:lnTo>
                    <a:pt x="48545" y="35937"/>
                  </a:lnTo>
                  <a:lnTo>
                    <a:pt x="53289" y="45134"/>
                  </a:lnTo>
                  <a:lnTo>
                    <a:pt x="50192" y="41875"/>
                  </a:lnTo>
                  <a:lnTo>
                    <a:pt x="48461" y="42616"/>
                  </a:lnTo>
                  <a:lnTo>
                    <a:pt x="46313" y="52841"/>
                  </a:lnTo>
                  <a:lnTo>
                    <a:pt x="43227" y="52191"/>
                  </a:lnTo>
                  <a:lnTo>
                    <a:pt x="41701" y="52629"/>
                  </a:lnTo>
                  <a:lnTo>
                    <a:pt x="41138" y="53582"/>
                  </a:lnTo>
                  <a:lnTo>
                    <a:pt x="39090" y="53047"/>
                  </a:lnTo>
                  <a:lnTo>
                    <a:pt x="37846" y="52929"/>
                  </a:lnTo>
                  <a:lnTo>
                    <a:pt x="34326" y="56097"/>
                  </a:lnTo>
                  <a:lnTo>
                    <a:pt x="31748" y="56285"/>
                  </a:lnTo>
                  <a:lnTo>
                    <a:pt x="29651" y="54936"/>
                  </a:lnTo>
                  <a:lnTo>
                    <a:pt x="25655" y="48700"/>
                  </a:lnTo>
                  <a:lnTo>
                    <a:pt x="22662" y="46046"/>
                  </a:lnTo>
                  <a:lnTo>
                    <a:pt x="11161" y="46514"/>
                  </a:lnTo>
                  <a:lnTo>
                    <a:pt x="11027" y="44226"/>
                  </a:lnTo>
                  <a:lnTo>
                    <a:pt x="9268" y="41686"/>
                  </a:lnTo>
                  <a:lnTo>
                    <a:pt x="6650" y="40836"/>
                  </a:lnTo>
                  <a:lnTo>
                    <a:pt x="4654" y="34274"/>
                  </a:lnTo>
                  <a:lnTo>
                    <a:pt x="8102" y="34462"/>
                  </a:lnTo>
                  <a:lnTo>
                    <a:pt x="11082" y="32788"/>
                  </a:lnTo>
                  <a:lnTo>
                    <a:pt x="11366" y="31503"/>
                  </a:lnTo>
                  <a:lnTo>
                    <a:pt x="6830" y="26340"/>
                  </a:lnTo>
                  <a:lnTo>
                    <a:pt x="5136" y="23012"/>
                  </a:lnTo>
                  <a:lnTo>
                    <a:pt x="5991" y="19388"/>
                  </a:lnTo>
                  <a:lnTo>
                    <a:pt x="0" y="17812"/>
                  </a:lnTo>
                  <a:lnTo>
                    <a:pt x="6945" y="13575"/>
                  </a:lnTo>
                  <a:lnTo>
                    <a:pt x="9041" y="8746"/>
                  </a:lnTo>
                  <a:lnTo>
                    <a:pt x="7212" y="5377"/>
                  </a:lnTo>
                  <a:lnTo>
                    <a:pt x="7760" y="5075"/>
                  </a:lnTo>
                  <a:lnTo>
                    <a:pt x="9942" y="2957"/>
                  </a:lnTo>
                  <a:lnTo>
                    <a:pt x="12466" y="5533"/>
                  </a:lnTo>
                  <a:lnTo>
                    <a:pt x="14700" y="5331"/>
                  </a:lnTo>
                  <a:lnTo>
                    <a:pt x="15862" y="4636"/>
                  </a:lnTo>
                  <a:lnTo>
                    <a:pt x="14550" y="2073"/>
                  </a:lnTo>
                  <a:lnTo>
                    <a:pt x="16259" y="1178"/>
                  </a:lnTo>
                  <a:lnTo>
                    <a:pt x="26389" y="2867"/>
                  </a:lnTo>
                  <a:lnTo>
                    <a:pt x="3268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h3606"/>
            <p:cNvSpPr/>
            <p:nvPr/>
          </p:nvSpPr>
          <p:spPr>
            <a:xfrm>
              <a:off x="6367767" y="1500692"/>
              <a:ext cx="25802" cy="38930"/>
            </a:xfrm>
            <a:custGeom>
              <a:avLst/>
              <a:pathLst>
                <a:path w="25802" h="38930">
                  <a:moveTo>
                    <a:pt x="4287" y="269"/>
                  </a:moveTo>
                  <a:lnTo>
                    <a:pt x="7821" y="3750"/>
                  </a:lnTo>
                  <a:lnTo>
                    <a:pt x="9849" y="4139"/>
                  </a:lnTo>
                  <a:lnTo>
                    <a:pt x="11954" y="10865"/>
                  </a:lnTo>
                  <a:lnTo>
                    <a:pt x="18374" y="13949"/>
                  </a:lnTo>
                  <a:lnTo>
                    <a:pt x="25802" y="23799"/>
                  </a:lnTo>
                  <a:lnTo>
                    <a:pt x="23793" y="25871"/>
                  </a:lnTo>
                  <a:lnTo>
                    <a:pt x="25594" y="38519"/>
                  </a:lnTo>
                  <a:lnTo>
                    <a:pt x="21942" y="38930"/>
                  </a:lnTo>
                  <a:lnTo>
                    <a:pt x="4927" y="27724"/>
                  </a:lnTo>
                  <a:lnTo>
                    <a:pt x="3047" y="28252"/>
                  </a:lnTo>
                  <a:lnTo>
                    <a:pt x="0" y="21366"/>
                  </a:lnTo>
                  <a:lnTo>
                    <a:pt x="4549" y="18643"/>
                  </a:lnTo>
                  <a:lnTo>
                    <a:pt x="5318" y="15393"/>
                  </a:lnTo>
                  <a:lnTo>
                    <a:pt x="825" y="12486"/>
                  </a:lnTo>
                  <a:lnTo>
                    <a:pt x="237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h3607"/>
            <p:cNvSpPr/>
            <p:nvPr/>
          </p:nvSpPr>
          <p:spPr>
            <a:xfrm>
              <a:off x="6064977" y="1891990"/>
              <a:ext cx="84993" cy="56961"/>
            </a:xfrm>
            <a:custGeom>
              <a:avLst/>
              <a:pathLst>
                <a:path w="84993" h="56961">
                  <a:moveTo>
                    <a:pt x="27643" y="0"/>
                  </a:moveTo>
                  <a:lnTo>
                    <a:pt x="37163" y="1488"/>
                  </a:lnTo>
                  <a:lnTo>
                    <a:pt x="48467" y="6704"/>
                  </a:lnTo>
                  <a:lnTo>
                    <a:pt x="52285" y="6195"/>
                  </a:lnTo>
                  <a:lnTo>
                    <a:pt x="52943" y="7310"/>
                  </a:lnTo>
                  <a:lnTo>
                    <a:pt x="51019" y="10407"/>
                  </a:lnTo>
                  <a:lnTo>
                    <a:pt x="66519" y="24847"/>
                  </a:lnTo>
                  <a:lnTo>
                    <a:pt x="70437" y="29939"/>
                  </a:lnTo>
                  <a:lnTo>
                    <a:pt x="71707" y="33452"/>
                  </a:lnTo>
                  <a:lnTo>
                    <a:pt x="76453" y="36767"/>
                  </a:lnTo>
                  <a:lnTo>
                    <a:pt x="77550" y="35435"/>
                  </a:lnTo>
                  <a:lnTo>
                    <a:pt x="79378" y="35753"/>
                  </a:lnTo>
                  <a:lnTo>
                    <a:pt x="84154" y="39293"/>
                  </a:lnTo>
                  <a:lnTo>
                    <a:pt x="83228" y="43132"/>
                  </a:lnTo>
                  <a:lnTo>
                    <a:pt x="81680" y="44854"/>
                  </a:lnTo>
                  <a:lnTo>
                    <a:pt x="84993" y="53682"/>
                  </a:lnTo>
                  <a:lnTo>
                    <a:pt x="80436" y="56961"/>
                  </a:lnTo>
                  <a:lnTo>
                    <a:pt x="79748" y="56665"/>
                  </a:lnTo>
                  <a:lnTo>
                    <a:pt x="77949" y="55258"/>
                  </a:lnTo>
                  <a:lnTo>
                    <a:pt x="77989" y="52211"/>
                  </a:lnTo>
                  <a:lnTo>
                    <a:pt x="76362" y="48772"/>
                  </a:lnTo>
                  <a:lnTo>
                    <a:pt x="67746" y="42175"/>
                  </a:lnTo>
                  <a:lnTo>
                    <a:pt x="58893" y="42144"/>
                  </a:lnTo>
                  <a:lnTo>
                    <a:pt x="56488" y="43376"/>
                  </a:lnTo>
                  <a:lnTo>
                    <a:pt x="51688" y="47458"/>
                  </a:lnTo>
                  <a:lnTo>
                    <a:pt x="50896" y="52263"/>
                  </a:lnTo>
                  <a:lnTo>
                    <a:pt x="48145" y="52883"/>
                  </a:lnTo>
                  <a:lnTo>
                    <a:pt x="48641" y="48969"/>
                  </a:lnTo>
                  <a:lnTo>
                    <a:pt x="47197" y="47044"/>
                  </a:lnTo>
                  <a:lnTo>
                    <a:pt x="41474" y="43708"/>
                  </a:lnTo>
                  <a:lnTo>
                    <a:pt x="33801" y="43551"/>
                  </a:lnTo>
                  <a:lnTo>
                    <a:pt x="29511" y="44224"/>
                  </a:lnTo>
                  <a:lnTo>
                    <a:pt x="26584" y="47316"/>
                  </a:lnTo>
                  <a:lnTo>
                    <a:pt x="22699" y="48995"/>
                  </a:lnTo>
                  <a:lnTo>
                    <a:pt x="17237" y="48206"/>
                  </a:lnTo>
                  <a:lnTo>
                    <a:pt x="16605" y="46610"/>
                  </a:lnTo>
                  <a:lnTo>
                    <a:pt x="10570" y="43198"/>
                  </a:lnTo>
                  <a:lnTo>
                    <a:pt x="4121" y="43499"/>
                  </a:lnTo>
                  <a:lnTo>
                    <a:pt x="0" y="42578"/>
                  </a:lnTo>
                  <a:lnTo>
                    <a:pt x="2151" y="40773"/>
                  </a:lnTo>
                  <a:lnTo>
                    <a:pt x="7349" y="38976"/>
                  </a:lnTo>
                  <a:lnTo>
                    <a:pt x="9772" y="39696"/>
                  </a:lnTo>
                  <a:lnTo>
                    <a:pt x="11438" y="37759"/>
                  </a:lnTo>
                  <a:lnTo>
                    <a:pt x="10430" y="34520"/>
                  </a:lnTo>
                  <a:lnTo>
                    <a:pt x="11678" y="30226"/>
                  </a:lnTo>
                  <a:lnTo>
                    <a:pt x="14616" y="29392"/>
                  </a:lnTo>
                  <a:lnTo>
                    <a:pt x="11189" y="22480"/>
                  </a:lnTo>
                  <a:lnTo>
                    <a:pt x="6218" y="18064"/>
                  </a:lnTo>
                  <a:lnTo>
                    <a:pt x="8219" y="5879"/>
                  </a:lnTo>
                  <a:lnTo>
                    <a:pt x="7024" y="304"/>
                  </a:lnTo>
                  <a:lnTo>
                    <a:pt x="11598" y="3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h3608"/>
            <p:cNvSpPr/>
            <p:nvPr/>
          </p:nvSpPr>
          <p:spPr>
            <a:xfrm>
              <a:off x="6139249" y="1564415"/>
              <a:ext cx="68830" cy="92461"/>
            </a:xfrm>
            <a:custGeom>
              <a:avLst/>
              <a:pathLst>
                <a:path w="68830" h="92461">
                  <a:moveTo>
                    <a:pt x="30399" y="5447"/>
                  </a:moveTo>
                  <a:lnTo>
                    <a:pt x="33351" y="4427"/>
                  </a:lnTo>
                  <a:lnTo>
                    <a:pt x="36582" y="5281"/>
                  </a:lnTo>
                  <a:lnTo>
                    <a:pt x="36729" y="7497"/>
                  </a:lnTo>
                  <a:lnTo>
                    <a:pt x="39177" y="10780"/>
                  </a:lnTo>
                  <a:lnTo>
                    <a:pt x="45064" y="13301"/>
                  </a:lnTo>
                  <a:lnTo>
                    <a:pt x="44189" y="18993"/>
                  </a:lnTo>
                  <a:lnTo>
                    <a:pt x="46331" y="19281"/>
                  </a:lnTo>
                  <a:lnTo>
                    <a:pt x="56889" y="11315"/>
                  </a:lnTo>
                  <a:lnTo>
                    <a:pt x="56843" y="14565"/>
                  </a:lnTo>
                  <a:lnTo>
                    <a:pt x="58851" y="14629"/>
                  </a:lnTo>
                  <a:lnTo>
                    <a:pt x="58464" y="24534"/>
                  </a:lnTo>
                  <a:lnTo>
                    <a:pt x="61802" y="26381"/>
                  </a:lnTo>
                  <a:lnTo>
                    <a:pt x="67481" y="31431"/>
                  </a:lnTo>
                  <a:lnTo>
                    <a:pt x="68830" y="41341"/>
                  </a:lnTo>
                  <a:lnTo>
                    <a:pt x="68236" y="50543"/>
                  </a:lnTo>
                  <a:lnTo>
                    <a:pt x="60064" y="50400"/>
                  </a:lnTo>
                  <a:lnTo>
                    <a:pt x="64047" y="54861"/>
                  </a:lnTo>
                  <a:lnTo>
                    <a:pt x="67275" y="60514"/>
                  </a:lnTo>
                  <a:lnTo>
                    <a:pt x="68386" y="70351"/>
                  </a:lnTo>
                  <a:lnTo>
                    <a:pt x="62141" y="71254"/>
                  </a:lnTo>
                  <a:lnTo>
                    <a:pt x="58251" y="66107"/>
                  </a:lnTo>
                  <a:lnTo>
                    <a:pt x="57160" y="58567"/>
                  </a:lnTo>
                  <a:lnTo>
                    <a:pt x="48548" y="55137"/>
                  </a:lnTo>
                  <a:lnTo>
                    <a:pt x="48425" y="64599"/>
                  </a:lnTo>
                  <a:lnTo>
                    <a:pt x="41881" y="65598"/>
                  </a:lnTo>
                  <a:lnTo>
                    <a:pt x="37841" y="64071"/>
                  </a:lnTo>
                  <a:lnTo>
                    <a:pt x="26352" y="62987"/>
                  </a:lnTo>
                  <a:lnTo>
                    <a:pt x="25876" y="78772"/>
                  </a:lnTo>
                  <a:lnTo>
                    <a:pt x="30988" y="83379"/>
                  </a:lnTo>
                  <a:lnTo>
                    <a:pt x="29780" y="90486"/>
                  </a:lnTo>
                  <a:lnTo>
                    <a:pt x="24405" y="89235"/>
                  </a:lnTo>
                  <a:lnTo>
                    <a:pt x="21978" y="91209"/>
                  </a:lnTo>
                  <a:lnTo>
                    <a:pt x="17291" y="92461"/>
                  </a:lnTo>
                  <a:lnTo>
                    <a:pt x="4476" y="91063"/>
                  </a:lnTo>
                  <a:lnTo>
                    <a:pt x="5495" y="82990"/>
                  </a:lnTo>
                  <a:lnTo>
                    <a:pt x="0" y="81789"/>
                  </a:lnTo>
                  <a:lnTo>
                    <a:pt x="1029" y="80162"/>
                  </a:lnTo>
                  <a:lnTo>
                    <a:pt x="4201" y="79623"/>
                  </a:lnTo>
                  <a:lnTo>
                    <a:pt x="8739" y="65315"/>
                  </a:lnTo>
                  <a:lnTo>
                    <a:pt x="7662" y="63338"/>
                  </a:lnTo>
                  <a:lnTo>
                    <a:pt x="7449" y="54890"/>
                  </a:lnTo>
                  <a:lnTo>
                    <a:pt x="9317" y="52116"/>
                  </a:lnTo>
                  <a:lnTo>
                    <a:pt x="10329" y="48603"/>
                  </a:lnTo>
                  <a:lnTo>
                    <a:pt x="11881" y="34320"/>
                  </a:lnTo>
                  <a:lnTo>
                    <a:pt x="9364" y="25427"/>
                  </a:lnTo>
                  <a:lnTo>
                    <a:pt x="5607" y="11352"/>
                  </a:lnTo>
                  <a:lnTo>
                    <a:pt x="4885" y="5450"/>
                  </a:lnTo>
                  <a:lnTo>
                    <a:pt x="13213" y="1406"/>
                  </a:lnTo>
                  <a:lnTo>
                    <a:pt x="11080" y="6555"/>
                  </a:lnTo>
                  <a:lnTo>
                    <a:pt x="25886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h3609"/>
            <p:cNvSpPr/>
            <p:nvPr/>
          </p:nvSpPr>
          <p:spPr>
            <a:xfrm>
              <a:off x="6115997" y="1823030"/>
              <a:ext cx="124767" cy="119342"/>
            </a:xfrm>
            <a:custGeom>
              <a:avLst/>
              <a:pathLst>
                <a:path w="124767" h="119342">
                  <a:moveTo>
                    <a:pt x="76493" y="3989"/>
                  </a:moveTo>
                  <a:lnTo>
                    <a:pt x="71224" y="7441"/>
                  </a:lnTo>
                  <a:lnTo>
                    <a:pt x="68544" y="13045"/>
                  </a:lnTo>
                  <a:lnTo>
                    <a:pt x="70708" y="18639"/>
                  </a:lnTo>
                  <a:lnTo>
                    <a:pt x="78198" y="20514"/>
                  </a:lnTo>
                  <a:lnTo>
                    <a:pt x="77887" y="18170"/>
                  </a:lnTo>
                  <a:lnTo>
                    <a:pt x="78619" y="15297"/>
                  </a:lnTo>
                  <a:lnTo>
                    <a:pt x="79088" y="15455"/>
                  </a:lnTo>
                  <a:lnTo>
                    <a:pt x="82404" y="18980"/>
                  </a:lnTo>
                  <a:lnTo>
                    <a:pt x="85704" y="19436"/>
                  </a:lnTo>
                  <a:lnTo>
                    <a:pt x="87341" y="21818"/>
                  </a:lnTo>
                  <a:lnTo>
                    <a:pt x="86810" y="23914"/>
                  </a:lnTo>
                  <a:lnTo>
                    <a:pt x="88766" y="25851"/>
                  </a:lnTo>
                  <a:lnTo>
                    <a:pt x="91695" y="26412"/>
                  </a:lnTo>
                  <a:lnTo>
                    <a:pt x="93362" y="25391"/>
                  </a:lnTo>
                  <a:lnTo>
                    <a:pt x="94542" y="26435"/>
                  </a:lnTo>
                  <a:lnTo>
                    <a:pt x="92757" y="31214"/>
                  </a:lnTo>
                  <a:lnTo>
                    <a:pt x="97440" y="32219"/>
                  </a:lnTo>
                  <a:lnTo>
                    <a:pt x="100309" y="38166"/>
                  </a:lnTo>
                  <a:lnTo>
                    <a:pt x="103885" y="37272"/>
                  </a:lnTo>
                  <a:lnTo>
                    <a:pt x="104389" y="41541"/>
                  </a:lnTo>
                  <a:lnTo>
                    <a:pt x="108767" y="46642"/>
                  </a:lnTo>
                  <a:lnTo>
                    <a:pt x="119434" y="55852"/>
                  </a:lnTo>
                  <a:lnTo>
                    <a:pt x="118862" y="62070"/>
                  </a:lnTo>
                  <a:lnTo>
                    <a:pt x="119334" y="66090"/>
                  </a:lnTo>
                  <a:lnTo>
                    <a:pt x="124767" y="69082"/>
                  </a:lnTo>
                  <a:lnTo>
                    <a:pt x="121459" y="75030"/>
                  </a:lnTo>
                  <a:lnTo>
                    <a:pt x="119027" y="78001"/>
                  </a:lnTo>
                  <a:lnTo>
                    <a:pt x="109832" y="78724"/>
                  </a:lnTo>
                  <a:lnTo>
                    <a:pt x="100656" y="82209"/>
                  </a:lnTo>
                  <a:lnTo>
                    <a:pt x="100292" y="85088"/>
                  </a:lnTo>
                  <a:lnTo>
                    <a:pt x="104494" y="88434"/>
                  </a:lnTo>
                  <a:lnTo>
                    <a:pt x="102593" y="90230"/>
                  </a:lnTo>
                  <a:lnTo>
                    <a:pt x="103635" y="93595"/>
                  </a:lnTo>
                  <a:lnTo>
                    <a:pt x="107048" y="96721"/>
                  </a:lnTo>
                  <a:lnTo>
                    <a:pt x="106456" y="99129"/>
                  </a:lnTo>
                  <a:lnTo>
                    <a:pt x="101499" y="99467"/>
                  </a:lnTo>
                  <a:lnTo>
                    <a:pt x="101620" y="106282"/>
                  </a:lnTo>
                  <a:lnTo>
                    <a:pt x="106711" y="105315"/>
                  </a:lnTo>
                  <a:lnTo>
                    <a:pt x="106380" y="107460"/>
                  </a:lnTo>
                  <a:lnTo>
                    <a:pt x="105330" y="108192"/>
                  </a:lnTo>
                  <a:lnTo>
                    <a:pt x="100945" y="107369"/>
                  </a:lnTo>
                  <a:lnTo>
                    <a:pt x="99127" y="115547"/>
                  </a:lnTo>
                  <a:lnTo>
                    <a:pt x="95779" y="118622"/>
                  </a:lnTo>
                  <a:lnTo>
                    <a:pt x="93186" y="117417"/>
                  </a:lnTo>
                  <a:lnTo>
                    <a:pt x="87466" y="116910"/>
                  </a:lnTo>
                  <a:lnTo>
                    <a:pt x="86741" y="117424"/>
                  </a:lnTo>
                  <a:lnTo>
                    <a:pt x="87434" y="119342"/>
                  </a:lnTo>
                  <a:lnTo>
                    <a:pt x="85842" y="119165"/>
                  </a:lnTo>
                  <a:lnTo>
                    <a:pt x="83174" y="118721"/>
                  </a:lnTo>
                  <a:lnTo>
                    <a:pt x="78355" y="115118"/>
                  </a:lnTo>
                  <a:lnTo>
                    <a:pt x="74475" y="114298"/>
                  </a:lnTo>
                  <a:lnTo>
                    <a:pt x="74352" y="115514"/>
                  </a:lnTo>
                  <a:lnTo>
                    <a:pt x="71804" y="117020"/>
                  </a:lnTo>
                  <a:lnTo>
                    <a:pt x="66884" y="115491"/>
                  </a:lnTo>
                  <a:lnTo>
                    <a:pt x="64748" y="111424"/>
                  </a:lnTo>
                  <a:lnTo>
                    <a:pt x="53919" y="105497"/>
                  </a:lnTo>
                  <a:lnTo>
                    <a:pt x="51184" y="104847"/>
                  </a:lnTo>
                  <a:lnTo>
                    <a:pt x="49439" y="106042"/>
                  </a:lnTo>
                  <a:lnTo>
                    <a:pt x="49307" y="107824"/>
                  </a:lnTo>
                  <a:lnTo>
                    <a:pt x="47782" y="108973"/>
                  </a:lnTo>
                  <a:lnTo>
                    <a:pt x="41335" y="107235"/>
                  </a:lnTo>
                  <a:lnTo>
                    <a:pt x="38582" y="107417"/>
                  </a:lnTo>
                  <a:lnTo>
                    <a:pt x="36826" y="108926"/>
                  </a:lnTo>
                  <a:lnTo>
                    <a:pt x="36250" y="112623"/>
                  </a:lnTo>
                  <a:lnTo>
                    <a:pt x="32208" y="112093"/>
                  </a:lnTo>
                  <a:lnTo>
                    <a:pt x="33135" y="108254"/>
                  </a:lnTo>
                  <a:lnTo>
                    <a:pt x="28359" y="104713"/>
                  </a:lnTo>
                  <a:lnTo>
                    <a:pt x="26531" y="104395"/>
                  </a:lnTo>
                  <a:lnTo>
                    <a:pt x="25434" y="105728"/>
                  </a:lnTo>
                  <a:lnTo>
                    <a:pt x="20687" y="102412"/>
                  </a:lnTo>
                  <a:lnTo>
                    <a:pt x="19418" y="98900"/>
                  </a:lnTo>
                  <a:lnTo>
                    <a:pt x="15499" y="93807"/>
                  </a:lnTo>
                  <a:lnTo>
                    <a:pt x="0" y="79367"/>
                  </a:lnTo>
                  <a:lnTo>
                    <a:pt x="1924" y="76270"/>
                  </a:lnTo>
                  <a:lnTo>
                    <a:pt x="1266" y="75155"/>
                  </a:lnTo>
                  <a:lnTo>
                    <a:pt x="6045" y="67316"/>
                  </a:lnTo>
                  <a:lnTo>
                    <a:pt x="9783" y="63228"/>
                  </a:lnTo>
                  <a:lnTo>
                    <a:pt x="11803" y="61423"/>
                  </a:lnTo>
                  <a:lnTo>
                    <a:pt x="17216" y="60237"/>
                  </a:lnTo>
                  <a:lnTo>
                    <a:pt x="17540" y="57616"/>
                  </a:lnTo>
                  <a:lnTo>
                    <a:pt x="22728" y="50473"/>
                  </a:lnTo>
                  <a:lnTo>
                    <a:pt x="20928" y="45773"/>
                  </a:lnTo>
                  <a:lnTo>
                    <a:pt x="24211" y="44187"/>
                  </a:lnTo>
                  <a:lnTo>
                    <a:pt x="31162" y="46490"/>
                  </a:lnTo>
                  <a:lnTo>
                    <a:pt x="32296" y="44130"/>
                  </a:lnTo>
                  <a:lnTo>
                    <a:pt x="31597" y="36910"/>
                  </a:lnTo>
                  <a:lnTo>
                    <a:pt x="33283" y="33083"/>
                  </a:lnTo>
                  <a:lnTo>
                    <a:pt x="33134" y="31628"/>
                  </a:lnTo>
                  <a:lnTo>
                    <a:pt x="36543" y="30266"/>
                  </a:lnTo>
                  <a:lnTo>
                    <a:pt x="40494" y="26643"/>
                  </a:lnTo>
                  <a:lnTo>
                    <a:pt x="39991" y="32939"/>
                  </a:lnTo>
                  <a:lnTo>
                    <a:pt x="42764" y="33270"/>
                  </a:lnTo>
                  <a:lnTo>
                    <a:pt x="44219" y="30019"/>
                  </a:lnTo>
                  <a:lnTo>
                    <a:pt x="57177" y="22727"/>
                  </a:lnTo>
                  <a:lnTo>
                    <a:pt x="63092" y="13411"/>
                  </a:lnTo>
                  <a:lnTo>
                    <a:pt x="64211" y="5325"/>
                  </a:lnTo>
                  <a:lnTo>
                    <a:pt x="68446" y="2055"/>
                  </a:lnTo>
                  <a:lnTo>
                    <a:pt x="744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h3610"/>
            <p:cNvSpPr/>
            <p:nvPr/>
          </p:nvSpPr>
          <p:spPr>
            <a:xfrm>
              <a:off x="6349296" y="1871839"/>
              <a:ext cx="71866" cy="92716"/>
            </a:xfrm>
            <a:custGeom>
              <a:avLst/>
              <a:pathLst>
                <a:path w="71866" h="92716">
                  <a:moveTo>
                    <a:pt x="60173" y="729"/>
                  </a:moveTo>
                  <a:lnTo>
                    <a:pt x="66493" y="4329"/>
                  </a:lnTo>
                  <a:lnTo>
                    <a:pt x="67510" y="4168"/>
                  </a:lnTo>
                  <a:lnTo>
                    <a:pt x="71866" y="6313"/>
                  </a:lnTo>
                  <a:lnTo>
                    <a:pt x="71550" y="13197"/>
                  </a:lnTo>
                  <a:lnTo>
                    <a:pt x="69553" y="14601"/>
                  </a:lnTo>
                  <a:lnTo>
                    <a:pt x="65265" y="16176"/>
                  </a:lnTo>
                  <a:lnTo>
                    <a:pt x="58717" y="21022"/>
                  </a:lnTo>
                  <a:lnTo>
                    <a:pt x="52082" y="23592"/>
                  </a:lnTo>
                  <a:lnTo>
                    <a:pt x="55096" y="30091"/>
                  </a:lnTo>
                  <a:lnTo>
                    <a:pt x="60268" y="37261"/>
                  </a:lnTo>
                  <a:lnTo>
                    <a:pt x="63649" y="40738"/>
                  </a:lnTo>
                  <a:lnTo>
                    <a:pt x="67076" y="42137"/>
                  </a:lnTo>
                  <a:lnTo>
                    <a:pt x="68754" y="44163"/>
                  </a:lnTo>
                  <a:lnTo>
                    <a:pt x="69313" y="46690"/>
                  </a:lnTo>
                  <a:lnTo>
                    <a:pt x="70257" y="53632"/>
                  </a:lnTo>
                  <a:lnTo>
                    <a:pt x="65769" y="56124"/>
                  </a:lnTo>
                  <a:lnTo>
                    <a:pt x="63002" y="59475"/>
                  </a:lnTo>
                  <a:lnTo>
                    <a:pt x="60066" y="61400"/>
                  </a:lnTo>
                  <a:lnTo>
                    <a:pt x="56798" y="63059"/>
                  </a:lnTo>
                  <a:lnTo>
                    <a:pt x="56257" y="62585"/>
                  </a:lnTo>
                  <a:lnTo>
                    <a:pt x="57277" y="60692"/>
                  </a:lnTo>
                  <a:lnTo>
                    <a:pt x="52858" y="63699"/>
                  </a:lnTo>
                  <a:lnTo>
                    <a:pt x="47904" y="69785"/>
                  </a:lnTo>
                  <a:lnTo>
                    <a:pt x="52602" y="75711"/>
                  </a:lnTo>
                  <a:lnTo>
                    <a:pt x="49072" y="77910"/>
                  </a:lnTo>
                  <a:lnTo>
                    <a:pt x="46466" y="77910"/>
                  </a:lnTo>
                  <a:lnTo>
                    <a:pt x="42097" y="79373"/>
                  </a:lnTo>
                  <a:lnTo>
                    <a:pt x="38531" y="85503"/>
                  </a:lnTo>
                  <a:lnTo>
                    <a:pt x="36123" y="87970"/>
                  </a:lnTo>
                  <a:lnTo>
                    <a:pt x="31469" y="92716"/>
                  </a:lnTo>
                  <a:lnTo>
                    <a:pt x="30782" y="92651"/>
                  </a:lnTo>
                  <a:lnTo>
                    <a:pt x="26226" y="89926"/>
                  </a:lnTo>
                  <a:lnTo>
                    <a:pt x="25086" y="88466"/>
                  </a:lnTo>
                  <a:lnTo>
                    <a:pt x="24855" y="86133"/>
                  </a:lnTo>
                  <a:lnTo>
                    <a:pt x="22955" y="84017"/>
                  </a:lnTo>
                  <a:lnTo>
                    <a:pt x="20514" y="84583"/>
                  </a:lnTo>
                  <a:lnTo>
                    <a:pt x="18546" y="83984"/>
                  </a:lnTo>
                  <a:lnTo>
                    <a:pt x="13681" y="78319"/>
                  </a:lnTo>
                  <a:lnTo>
                    <a:pt x="11978" y="74574"/>
                  </a:lnTo>
                  <a:lnTo>
                    <a:pt x="13981" y="72863"/>
                  </a:lnTo>
                  <a:lnTo>
                    <a:pt x="11452" y="64878"/>
                  </a:lnTo>
                  <a:lnTo>
                    <a:pt x="10130" y="62970"/>
                  </a:lnTo>
                  <a:lnTo>
                    <a:pt x="8341" y="64742"/>
                  </a:lnTo>
                  <a:lnTo>
                    <a:pt x="464" y="60952"/>
                  </a:lnTo>
                  <a:lnTo>
                    <a:pt x="0" y="59877"/>
                  </a:lnTo>
                  <a:lnTo>
                    <a:pt x="3282" y="56926"/>
                  </a:lnTo>
                  <a:lnTo>
                    <a:pt x="6298" y="56519"/>
                  </a:lnTo>
                  <a:lnTo>
                    <a:pt x="14144" y="58395"/>
                  </a:lnTo>
                  <a:lnTo>
                    <a:pt x="14151" y="49789"/>
                  </a:lnTo>
                  <a:lnTo>
                    <a:pt x="18403" y="49286"/>
                  </a:lnTo>
                  <a:lnTo>
                    <a:pt x="20872" y="42469"/>
                  </a:lnTo>
                  <a:lnTo>
                    <a:pt x="23973" y="39926"/>
                  </a:lnTo>
                  <a:lnTo>
                    <a:pt x="27753" y="40339"/>
                  </a:lnTo>
                  <a:lnTo>
                    <a:pt x="32538" y="38476"/>
                  </a:lnTo>
                  <a:lnTo>
                    <a:pt x="36656" y="38058"/>
                  </a:lnTo>
                  <a:lnTo>
                    <a:pt x="39465" y="38722"/>
                  </a:lnTo>
                  <a:lnTo>
                    <a:pt x="40405" y="37234"/>
                  </a:lnTo>
                  <a:lnTo>
                    <a:pt x="39607" y="33907"/>
                  </a:lnTo>
                  <a:lnTo>
                    <a:pt x="40205" y="31062"/>
                  </a:lnTo>
                  <a:lnTo>
                    <a:pt x="42970" y="27209"/>
                  </a:lnTo>
                  <a:lnTo>
                    <a:pt x="43717" y="31680"/>
                  </a:lnTo>
                  <a:lnTo>
                    <a:pt x="46491" y="32231"/>
                  </a:lnTo>
                  <a:lnTo>
                    <a:pt x="45849" y="22988"/>
                  </a:lnTo>
                  <a:lnTo>
                    <a:pt x="43171" y="16543"/>
                  </a:lnTo>
                  <a:lnTo>
                    <a:pt x="42801" y="15392"/>
                  </a:lnTo>
                  <a:lnTo>
                    <a:pt x="45820" y="14766"/>
                  </a:lnTo>
                  <a:lnTo>
                    <a:pt x="48763" y="12133"/>
                  </a:lnTo>
                  <a:lnTo>
                    <a:pt x="41692" y="3800"/>
                  </a:lnTo>
                  <a:lnTo>
                    <a:pt x="48194" y="3989"/>
                  </a:lnTo>
                  <a:lnTo>
                    <a:pt x="48844" y="1192"/>
                  </a:lnTo>
                  <a:lnTo>
                    <a:pt x="50065" y="0"/>
                  </a:lnTo>
                  <a:lnTo>
                    <a:pt x="52433" y="79"/>
                  </a:lnTo>
                  <a:lnTo>
                    <a:pt x="55934" y="178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h3611"/>
            <p:cNvSpPr/>
            <p:nvPr/>
          </p:nvSpPr>
          <p:spPr>
            <a:xfrm>
              <a:off x="6142779" y="1739036"/>
              <a:ext cx="42156" cy="50727"/>
            </a:xfrm>
            <a:custGeom>
              <a:avLst/>
              <a:pathLst>
                <a:path w="42156" h="50727">
                  <a:moveTo>
                    <a:pt x="13266" y="0"/>
                  </a:moveTo>
                  <a:lnTo>
                    <a:pt x="18141" y="8514"/>
                  </a:lnTo>
                  <a:lnTo>
                    <a:pt x="18908" y="7712"/>
                  </a:lnTo>
                  <a:lnTo>
                    <a:pt x="18441" y="7013"/>
                  </a:lnTo>
                  <a:lnTo>
                    <a:pt x="24215" y="7449"/>
                  </a:lnTo>
                  <a:lnTo>
                    <a:pt x="25122" y="12152"/>
                  </a:lnTo>
                  <a:lnTo>
                    <a:pt x="37704" y="16928"/>
                  </a:lnTo>
                  <a:lnTo>
                    <a:pt x="40181" y="16274"/>
                  </a:lnTo>
                  <a:lnTo>
                    <a:pt x="38885" y="23125"/>
                  </a:lnTo>
                  <a:lnTo>
                    <a:pt x="42156" y="23729"/>
                  </a:lnTo>
                  <a:lnTo>
                    <a:pt x="36541" y="47687"/>
                  </a:lnTo>
                  <a:lnTo>
                    <a:pt x="31066" y="50727"/>
                  </a:lnTo>
                  <a:lnTo>
                    <a:pt x="25101" y="49446"/>
                  </a:lnTo>
                  <a:lnTo>
                    <a:pt x="23923" y="48239"/>
                  </a:lnTo>
                  <a:lnTo>
                    <a:pt x="25018" y="44302"/>
                  </a:lnTo>
                  <a:lnTo>
                    <a:pt x="21739" y="40574"/>
                  </a:lnTo>
                  <a:lnTo>
                    <a:pt x="18154" y="39439"/>
                  </a:lnTo>
                  <a:lnTo>
                    <a:pt x="11624" y="40154"/>
                  </a:lnTo>
                  <a:lnTo>
                    <a:pt x="8937" y="36433"/>
                  </a:lnTo>
                  <a:lnTo>
                    <a:pt x="1380" y="35913"/>
                  </a:lnTo>
                  <a:lnTo>
                    <a:pt x="0" y="31821"/>
                  </a:lnTo>
                  <a:lnTo>
                    <a:pt x="711" y="26370"/>
                  </a:lnTo>
                  <a:lnTo>
                    <a:pt x="2341" y="21606"/>
                  </a:lnTo>
                  <a:lnTo>
                    <a:pt x="5330" y="17947"/>
                  </a:lnTo>
                  <a:lnTo>
                    <a:pt x="11711" y="18994"/>
                  </a:lnTo>
                  <a:lnTo>
                    <a:pt x="12180" y="15431"/>
                  </a:lnTo>
                  <a:lnTo>
                    <a:pt x="11587" y="11091"/>
                  </a:lnTo>
                  <a:lnTo>
                    <a:pt x="7581" y="10948"/>
                  </a:lnTo>
                  <a:lnTo>
                    <a:pt x="4205" y="5549"/>
                  </a:lnTo>
                  <a:lnTo>
                    <a:pt x="3336" y="3860"/>
                  </a:lnTo>
                  <a:lnTo>
                    <a:pt x="4755" y="219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h3612"/>
            <p:cNvSpPr/>
            <p:nvPr/>
          </p:nvSpPr>
          <p:spPr>
            <a:xfrm>
              <a:off x="6142494" y="1619552"/>
              <a:ext cx="60470" cy="64816"/>
            </a:xfrm>
            <a:custGeom>
              <a:avLst/>
              <a:pathLst>
                <a:path w="60470" h="64816">
                  <a:moveTo>
                    <a:pt x="53916" y="3429"/>
                  </a:moveTo>
                  <a:lnTo>
                    <a:pt x="55006" y="10969"/>
                  </a:lnTo>
                  <a:lnTo>
                    <a:pt x="58896" y="16116"/>
                  </a:lnTo>
                  <a:lnTo>
                    <a:pt x="60470" y="24822"/>
                  </a:lnTo>
                  <a:lnTo>
                    <a:pt x="59175" y="64816"/>
                  </a:lnTo>
                  <a:lnTo>
                    <a:pt x="35532" y="64191"/>
                  </a:lnTo>
                  <a:lnTo>
                    <a:pt x="18943" y="63469"/>
                  </a:lnTo>
                  <a:lnTo>
                    <a:pt x="19057" y="54158"/>
                  </a:lnTo>
                  <a:lnTo>
                    <a:pt x="9864" y="52596"/>
                  </a:lnTo>
                  <a:lnTo>
                    <a:pt x="7454" y="53948"/>
                  </a:lnTo>
                  <a:lnTo>
                    <a:pt x="6681" y="56493"/>
                  </a:lnTo>
                  <a:lnTo>
                    <a:pt x="3918" y="55250"/>
                  </a:lnTo>
                  <a:lnTo>
                    <a:pt x="3077" y="54321"/>
                  </a:lnTo>
                  <a:lnTo>
                    <a:pt x="3862" y="51342"/>
                  </a:lnTo>
                  <a:lnTo>
                    <a:pt x="3512" y="48771"/>
                  </a:lnTo>
                  <a:lnTo>
                    <a:pt x="0" y="44408"/>
                  </a:lnTo>
                  <a:lnTo>
                    <a:pt x="1231" y="35926"/>
                  </a:lnTo>
                  <a:lnTo>
                    <a:pt x="14046" y="37323"/>
                  </a:lnTo>
                  <a:lnTo>
                    <a:pt x="18734" y="36071"/>
                  </a:lnTo>
                  <a:lnTo>
                    <a:pt x="21161" y="34098"/>
                  </a:lnTo>
                  <a:lnTo>
                    <a:pt x="26535" y="35349"/>
                  </a:lnTo>
                  <a:lnTo>
                    <a:pt x="27744" y="28241"/>
                  </a:lnTo>
                  <a:lnTo>
                    <a:pt x="22631" y="23635"/>
                  </a:lnTo>
                  <a:lnTo>
                    <a:pt x="23107" y="7850"/>
                  </a:lnTo>
                  <a:lnTo>
                    <a:pt x="34597" y="8933"/>
                  </a:lnTo>
                  <a:lnTo>
                    <a:pt x="38636" y="10460"/>
                  </a:lnTo>
                  <a:lnTo>
                    <a:pt x="45181" y="9462"/>
                  </a:lnTo>
                  <a:lnTo>
                    <a:pt x="4530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h3613"/>
            <p:cNvSpPr/>
            <p:nvPr/>
          </p:nvSpPr>
          <p:spPr>
            <a:xfrm>
              <a:off x="6283523" y="1916191"/>
              <a:ext cx="42031" cy="62186"/>
            </a:xfrm>
            <a:custGeom>
              <a:avLst/>
              <a:pathLst>
                <a:path w="42031" h="62186">
                  <a:moveTo>
                    <a:pt x="34371" y="3353"/>
                  </a:moveTo>
                  <a:lnTo>
                    <a:pt x="39629" y="4488"/>
                  </a:lnTo>
                  <a:lnTo>
                    <a:pt x="40544" y="9469"/>
                  </a:lnTo>
                  <a:lnTo>
                    <a:pt x="36634" y="10732"/>
                  </a:lnTo>
                  <a:lnTo>
                    <a:pt x="36982" y="12873"/>
                  </a:lnTo>
                  <a:lnTo>
                    <a:pt x="36336" y="15513"/>
                  </a:lnTo>
                  <a:lnTo>
                    <a:pt x="34522" y="17017"/>
                  </a:lnTo>
                  <a:lnTo>
                    <a:pt x="32495" y="17288"/>
                  </a:lnTo>
                  <a:lnTo>
                    <a:pt x="33594" y="24682"/>
                  </a:lnTo>
                  <a:lnTo>
                    <a:pt x="33089" y="27292"/>
                  </a:lnTo>
                  <a:lnTo>
                    <a:pt x="29361" y="29701"/>
                  </a:lnTo>
                  <a:lnTo>
                    <a:pt x="26840" y="29923"/>
                  </a:lnTo>
                  <a:lnTo>
                    <a:pt x="29483" y="33206"/>
                  </a:lnTo>
                  <a:lnTo>
                    <a:pt x="32692" y="34008"/>
                  </a:lnTo>
                  <a:lnTo>
                    <a:pt x="34729" y="35827"/>
                  </a:lnTo>
                  <a:lnTo>
                    <a:pt x="32187" y="38102"/>
                  </a:lnTo>
                  <a:lnTo>
                    <a:pt x="40455" y="38191"/>
                  </a:lnTo>
                  <a:lnTo>
                    <a:pt x="42031" y="40418"/>
                  </a:lnTo>
                  <a:lnTo>
                    <a:pt x="40712" y="47673"/>
                  </a:lnTo>
                  <a:lnTo>
                    <a:pt x="41110" y="52041"/>
                  </a:lnTo>
                  <a:lnTo>
                    <a:pt x="37120" y="56877"/>
                  </a:lnTo>
                  <a:lnTo>
                    <a:pt x="30946" y="57824"/>
                  </a:lnTo>
                  <a:lnTo>
                    <a:pt x="24120" y="55097"/>
                  </a:lnTo>
                  <a:lnTo>
                    <a:pt x="22176" y="55036"/>
                  </a:lnTo>
                  <a:lnTo>
                    <a:pt x="18995" y="57630"/>
                  </a:lnTo>
                  <a:lnTo>
                    <a:pt x="16561" y="62186"/>
                  </a:lnTo>
                  <a:lnTo>
                    <a:pt x="15888" y="60691"/>
                  </a:lnTo>
                  <a:lnTo>
                    <a:pt x="11144" y="51494"/>
                  </a:lnTo>
                  <a:lnTo>
                    <a:pt x="15324" y="51910"/>
                  </a:lnTo>
                  <a:lnTo>
                    <a:pt x="15681" y="42955"/>
                  </a:lnTo>
                  <a:lnTo>
                    <a:pt x="8912" y="37305"/>
                  </a:lnTo>
                  <a:lnTo>
                    <a:pt x="5701" y="37585"/>
                  </a:lnTo>
                  <a:lnTo>
                    <a:pt x="384" y="36520"/>
                  </a:lnTo>
                  <a:lnTo>
                    <a:pt x="6005" y="35945"/>
                  </a:lnTo>
                  <a:lnTo>
                    <a:pt x="6650" y="33159"/>
                  </a:lnTo>
                  <a:lnTo>
                    <a:pt x="0" y="33265"/>
                  </a:lnTo>
                  <a:lnTo>
                    <a:pt x="2073" y="28755"/>
                  </a:lnTo>
                  <a:lnTo>
                    <a:pt x="4517" y="28795"/>
                  </a:lnTo>
                  <a:lnTo>
                    <a:pt x="5236" y="27382"/>
                  </a:lnTo>
                  <a:lnTo>
                    <a:pt x="3695" y="25464"/>
                  </a:lnTo>
                  <a:lnTo>
                    <a:pt x="1971" y="24741"/>
                  </a:lnTo>
                  <a:lnTo>
                    <a:pt x="2340" y="13852"/>
                  </a:lnTo>
                  <a:lnTo>
                    <a:pt x="8178" y="19784"/>
                  </a:lnTo>
                  <a:lnTo>
                    <a:pt x="13804" y="13427"/>
                  </a:lnTo>
                  <a:lnTo>
                    <a:pt x="11666" y="6811"/>
                  </a:lnTo>
                  <a:lnTo>
                    <a:pt x="10545" y="6464"/>
                  </a:lnTo>
                  <a:lnTo>
                    <a:pt x="17191" y="3626"/>
                  </a:lnTo>
                  <a:lnTo>
                    <a:pt x="19333" y="5299"/>
                  </a:lnTo>
                  <a:lnTo>
                    <a:pt x="24201" y="6398"/>
                  </a:lnTo>
                  <a:lnTo>
                    <a:pt x="2665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h3614"/>
            <p:cNvSpPr/>
            <p:nvPr/>
          </p:nvSpPr>
          <p:spPr>
            <a:xfrm>
              <a:off x="6420462" y="2091746"/>
              <a:ext cx="87150" cy="66545"/>
            </a:xfrm>
            <a:custGeom>
              <a:avLst/>
              <a:pathLst>
                <a:path w="87150" h="66545">
                  <a:moveTo>
                    <a:pt x="36609" y="5230"/>
                  </a:moveTo>
                  <a:lnTo>
                    <a:pt x="38298" y="3684"/>
                  </a:lnTo>
                  <a:lnTo>
                    <a:pt x="44056" y="6004"/>
                  </a:lnTo>
                  <a:lnTo>
                    <a:pt x="42408" y="9943"/>
                  </a:lnTo>
                  <a:lnTo>
                    <a:pt x="37283" y="8900"/>
                  </a:lnTo>
                  <a:lnTo>
                    <a:pt x="36466" y="10456"/>
                  </a:lnTo>
                  <a:lnTo>
                    <a:pt x="46670" y="13258"/>
                  </a:lnTo>
                  <a:lnTo>
                    <a:pt x="47358" y="19151"/>
                  </a:lnTo>
                  <a:lnTo>
                    <a:pt x="46430" y="20413"/>
                  </a:lnTo>
                  <a:lnTo>
                    <a:pt x="50098" y="34405"/>
                  </a:lnTo>
                  <a:lnTo>
                    <a:pt x="53538" y="29985"/>
                  </a:lnTo>
                  <a:lnTo>
                    <a:pt x="57402" y="28975"/>
                  </a:lnTo>
                  <a:lnTo>
                    <a:pt x="56085" y="24420"/>
                  </a:lnTo>
                  <a:lnTo>
                    <a:pt x="64881" y="22378"/>
                  </a:lnTo>
                  <a:lnTo>
                    <a:pt x="65983" y="26987"/>
                  </a:lnTo>
                  <a:lnTo>
                    <a:pt x="80784" y="23621"/>
                  </a:lnTo>
                  <a:lnTo>
                    <a:pt x="84224" y="24039"/>
                  </a:lnTo>
                  <a:lnTo>
                    <a:pt x="83795" y="26531"/>
                  </a:lnTo>
                  <a:lnTo>
                    <a:pt x="87150" y="26874"/>
                  </a:lnTo>
                  <a:lnTo>
                    <a:pt x="84407" y="34881"/>
                  </a:lnTo>
                  <a:lnTo>
                    <a:pt x="86892" y="38607"/>
                  </a:lnTo>
                  <a:lnTo>
                    <a:pt x="68673" y="55845"/>
                  </a:lnTo>
                  <a:lnTo>
                    <a:pt x="63972" y="55034"/>
                  </a:lnTo>
                  <a:lnTo>
                    <a:pt x="54985" y="62326"/>
                  </a:lnTo>
                  <a:lnTo>
                    <a:pt x="52018" y="62005"/>
                  </a:lnTo>
                  <a:lnTo>
                    <a:pt x="45614" y="65183"/>
                  </a:lnTo>
                  <a:lnTo>
                    <a:pt x="45106" y="66545"/>
                  </a:lnTo>
                  <a:lnTo>
                    <a:pt x="40092" y="53040"/>
                  </a:lnTo>
                  <a:lnTo>
                    <a:pt x="20667" y="60394"/>
                  </a:lnTo>
                  <a:lnTo>
                    <a:pt x="19981" y="59804"/>
                  </a:lnTo>
                  <a:lnTo>
                    <a:pt x="19978" y="57779"/>
                  </a:lnTo>
                  <a:lnTo>
                    <a:pt x="18004" y="56810"/>
                  </a:lnTo>
                  <a:lnTo>
                    <a:pt x="14521" y="60225"/>
                  </a:lnTo>
                  <a:lnTo>
                    <a:pt x="9991" y="57582"/>
                  </a:lnTo>
                  <a:lnTo>
                    <a:pt x="11002" y="54602"/>
                  </a:lnTo>
                  <a:lnTo>
                    <a:pt x="9394" y="51210"/>
                  </a:lnTo>
                  <a:lnTo>
                    <a:pt x="8620" y="50642"/>
                  </a:lnTo>
                  <a:lnTo>
                    <a:pt x="6156" y="51929"/>
                  </a:lnTo>
                  <a:lnTo>
                    <a:pt x="6768" y="50030"/>
                  </a:lnTo>
                  <a:lnTo>
                    <a:pt x="0" y="48081"/>
                  </a:lnTo>
                  <a:lnTo>
                    <a:pt x="4859" y="42624"/>
                  </a:lnTo>
                  <a:lnTo>
                    <a:pt x="12423" y="36183"/>
                  </a:lnTo>
                  <a:lnTo>
                    <a:pt x="13716" y="33676"/>
                  </a:lnTo>
                  <a:lnTo>
                    <a:pt x="13593" y="31613"/>
                  </a:lnTo>
                  <a:lnTo>
                    <a:pt x="12621" y="31157"/>
                  </a:lnTo>
                  <a:lnTo>
                    <a:pt x="11577" y="28922"/>
                  </a:lnTo>
                  <a:lnTo>
                    <a:pt x="11331" y="26469"/>
                  </a:lnTo>
                  <a:lnTo>
                    <a:pt x="12982" y="20731"/>
                  </a:lnTo>
                  <a:lnTo>
                    <a:pt x="14941" y="18742"/>
                  </a:lnTo>
                  <a:lnTo>
                    <a:pt x="18465" y="17617"/>
                  </a:lnTo>
                  <a:lnTo>
                    <a:pt x="20485" y="17820"/>
                  </a:lnTo>
                  <a:lnTo>
                    <a:pt x="22853" y="21968"/>
                  </a:lnTo>
                  <a:lnTo>
                    <a:pt x="21757" y="25706"/>
                  </a:lnTo>
                  <a:lnTo>
                    <a:pt x="19899" y="28308"/>
                  </a:lnTo>
                  <a:lnTo>
                    <a:pt x="14867" y="29805"/>
                  </a:lnTo>
                  <a:lnTo>
                    <a:pt x="14842" y="34138"/>
                  </a:lnTo>
                  <a:lnTo>
                    <a:pt x="16032" y="35474"/>
                  </a:lnTo>
                  <a:lnTo>
                    <a:pt x="27288" y="37432"/>
                  </a:lnTo>
                  <a:lnTo>
                    <a:pt x="26120" y="31145"/>
                  </a:lnTo>
                  <a:lnTo>
                    <a:pt x="27450" y="23583"/>
                  </a:lnTo>
                  <a:lnTo>
                    <a:pt x="25289" y="22779"/>
                  </a:lnTo>
                  <a:lnTo>
                    <a:pt x="27499" y="14623"/>
                  </a:lnTo>
                  <a:lnTo>
                    <a:pt x="26748" y="13617"/>
                  </a:lnTo>
                  <a:lnTo>
                    <a:pt x="26562" y="8826"/>
                  </a:lnTo>
                  <a:lnTo>
                    <a:pt x="32235" y="14870"/>
                  </a:lnTo>
                  <a:lnTo>
                    <a:pt x="33655" y="13164"/>
                  </a:lnTo>
                  <a:lnTo>
                    <a:pt x="34866" y="8124"/>
                  </a:lnTo>
                  <a:lnTo>
                    <a:pt x="30748" y="22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h3615"/>
            <p:cNvSpPr/>
            <p:nvPr/>
          </p:nvSpPr>
          <p:spPr>
            <a:xfrm>
              <a:off x="6406856" y="2024947"/>
              <a:ext cx="64466" cy="104231"/>
            </a:xfrm>
            <a:custGeom>
              <a:avLst/>
              <a:pathLst>
                <a:path w="64466" h="104231">
                  <a:moveTo>
                    <a:pt x="38348" y="2081"/>
                  </a:moveTo>
                  <a:lnTo>
                    <a:pt x="40765" y="4054"/>
                  </a:lnTo>
                  <a:lnTo>
                    <a:pt x="41895" y="3652"/>
                  </a:lnTo>
                  <a:lnTo>
                    <a:pt x="48771" y="10343"/>
                  </a:lnTo>
                  <a:lnTo>
                    <a:pt x="49547" y="4588"/>
                  </a:lnTo>
                  <a:lnTo>
                    <a:pt x="56461" y="7664"/>
                  </a:lnTo>
                  <a:lnTo>
                    <a:pt x="64466" y="20643"/>
                  </a:lnTo>
                  <a:lnTo>
                    <a:pt x="63902" y="30274"/>
                  </a:lnTo>
                  <a:lnTo>
                    <a:pt x="62695" y="30648"/>
                  </a:lnTo>
                  <a:lnTo>
                    <a:pt x="62253" y="30289"/>
                  </a:lnTo>
                  <a:lnTo>
                    <a:pt x="40480" y="41446"/>
                  </a:lnTo>
                  <a:lnTo>
                    <a:pt x="37465" y="45285"/>
                  </a:lnTo>
                  <a:lnTo>
                    <a:pt x="36068" y="49838"/>
                  </a:lnTo>
                  <a:lnTo>
                    <a:pt x="37117" y="53779"/>
                  </a:lnTo>
                  <a:lnTo>
                    <a:pt x="38288" y="54032"/>
                  </a:lnTo>
                  <a:lnTo>
                    <a:pt x="41265" y="61909"/>
                  </a:lnTo>
                  <a:lnTo>
                    <a:pt x="44354" y="67021"/>
                  </a:lnTo>
                  <a:lnTo>
                    <a:pt x="48472" y="74923"/>
                  </a:lnTo>
                  <a:lnTo>
                    <a:pt x="47261" y="79963"/>
                  </a:lnTo>
                  <a:lnTo>
                    <a:pt x="45841" y="81669"/>
                  </a:lnTo>
                  <a:lnTo>
                    <a:pt x="40168" y="75625"/>
                  </a:lnTo>
                  <a:lnTo>
                    <a:pt x="40354" y="80416"/>
                  </a:lnTo>
                  <a:lnTo>
                    <a:pt x="41105" y="81422"/>
                  </a:lnTo>
                  <a:lnTo>
                    <a:pt x="38895" y="89578"/>
                  </a:lnTo>
                  <a:lnTo>
                    <a:pt x="41056" y="90382"/>
                  </a:lnTo>
                  <a:lnTo>
                    <a:pt x="39726" y="97944"/>
                  </a:lnTo>
                  <a:lnTo>
                    <a:pt x="40894" y="104231"/>
                  </a:lnTo>
                  <a:lnTo>
                    <a:pt x="29638" y="102273"/>
                  </a:lnTo>
                  <a:lnTo>
                    <a:pt x="28448" y="100937"/>
                  </a:lnTo>
                  <a:lnTo>
                    <a:pt x="28473" y="96604"/>
                  </a:lnTo>
                  <a:lnTo>
                    <a:pt x="33505" y="95107"/>
                  </a:lnTo>
                  <a:lnTo>
                    <a:pt x="35363" y="92505"/>
                  </a:lnTo>
                  <a:lnTo>
                    <a:pt x="36459" y="88767"/>
                  </a:lnTo>
                  <a:lnTo>
                    <a:pt x="34090" y="84619"/>
                  </a:lnTo>
                  <a:lnTo>
                    <a:pt x="32071" y="84416"/>
                  </a:lnTo>
                  <a:lnTo>
                    <a:pt x="28547" y="85541"/>
                  </a:lnTo>
                  <a:lnTo>
                    <a:pt x="27594" y="85952"/>
                  </a:lnTo>
                  <a:lnTo>
                    <a:pt x="26844" y="83731"/>
                  </a:lnTo>
                  <a:lnTo>
                    <a:pt x="28599" y="82239"/>
                  </a:lnTo>
                  <a:lnTo>
                    <a:pt x="26542" y="77812"/>
                  </a:lnTo>
                  <a:lnTo>
                    <a:pt x="17686" y="74960"/>
                  </a:lnTo>
                  <a:lnTo>
                    <a:pt x="9232" y="70810"/>
                  </a:lnTo>
                  <a:lnTo>
                    <a:pt x="3673" y="66986"/>
                  </a:lnTo>
                  <a:lnTo>
                    <a:pt x="1893" y="67930"/>
                  </a:lnTo>
                  <a:lnTo>
                    <a:pt x="6808" y="59694"/>
                  </a:lnTo>
                  <a:lnTo>
                    <a:pt x="8015" y="53673"/>
                  </a:lnTo>
                  <a:lnTo>
                    <a:pt x="5908" y="48736"/>
                  </a:lnTo>
                  <a:lnTo>
                    <a:pt x="1108" y="50904"/>
                  </a:lnTo>
                  <a:lnTo>
                    <a:pt x="0" y="45192"/>
                  </a:lnTo>
                  <a:lnTo>
                    <a:pt x="3451" y="37424"/>
                  </a:lnTo>
                  <a:lnTo>
                    <a:pt x="9780" y="36034"/>
                  </a:lnTo>
                  <a:lnTo>
                    <a:pt x="13268" y="33966"/>
                  </a:lnTo>
                  <a:lnTo>
                    <a:pt x="18437" y="32735"/>
                  </a:lnTo>
                  <a:lnTo>
                    <a:pt x="19706" y="30862"/>
                  </a:lnTo>
                  <a:lnTo>
                    <a:pt x="20324" y="28030"/>
                  </a:lnTo>
                  <a:lnTo>
                    <a:pt x="19452" y="21210"/>
                  </a:lnTo>
                  <a:lnTo>
                    <a:pt x="16765" y="17017"/>
                  </a:lnTo>
                  <a:lnTo>
                    <a:pt x="16744" y="14216"/>
                  </a:lnTo>
                  <a:lnTo>
                    <a:pt x="17874" y="10642"/>
                  </a:lnTo>
                  <a:lnTo>
                    <a:pt x="18630" y="5602"/>
                  </a:lnTo>
                  <a:lnTo>
                    <a:pt x="20393" y="5335"/>
                  </a:lnTo>
                  <a:lnTo>
                    <a:pt x="30371" y="9250"/>
                  </a:lnTo>
                  <a:lnTo>
                    <a:pt x="32265" y="9084"/>
                  </a:lnTo>
                  <a:lnTo>
                    <a:pt x="35252" y="6393"/>
                  </a:lnTo>
                  <a:lnTo>
                    <a:pt x="36261" y="4084"/>
                  </a:lnTo>
                  <a:lnTo>
                    <a:pt x="35627" y="434"/>
                  </a:lnTo>
                  <a:lnTo>
                    <a:pt x="3709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h3616"/>
            <p:cNvSpPr/>
            <p:nvPr/>
          </p:nvSpPr>
          <p:spPr>
            <a:xfrm>
              <a:off x="6397201" y="1913472"/>
              <a:ext cx="39146" cy="40040"/>
            </a:xfrm>
            <a:custGeom>
              <a:avLst/>
              <a:pathLst>
                <a:path w="39146" h="40040">
                  <a:moveTo>
                    <a:pt x="35699" y="52"/>
                  </a:moveTo>
                  <a:lnTo>
                    <a:pt x="39146" y="3665"/>
                  </a:lnTo>
                  <a:lnTo>
                    <a:pt x="37925" y="5460"/>
                  </a:lnTo>
                  <a:lnTo>
                    <a:pt x="37443" y="27437"/>
                  </a:lnTo>
                  <a:lnTo>
                    <a:pt x="32598" y="27631"/>
                  </a:lnTo>
                  <a:lnTo>
                    <a:pt x="29522" y="28965"/>
                  </a:lnTo>
                  <a:lnTo>
                    <a:pt x="24350" y="28881"/>
                  </a:lnTo>
                  <a:lnTo>
                    <a:pt x="24249" y="31634"/>
                  </a:lnTo>
                  <a:lnTo>
                    <a:pt x="20990" y="33572"/>
                  </a:lnTo>
                  <a:lnTo>
                    <a:pt x="14959" y="34441"/>
                  </a:lnTo>
                  <a:lnTo>
                    <a:pt x="9568" y="40040"/>
                  </a:lnTo>
                  <a:lnTo>
                    <a:pt x="4698" y="34078"/>
                  </a:lnTo>
                  <a:lnTo>
                    <a:pt x="0" y="28153"/>
                  </a:lnTo>
                  <a:lnTo>
                    <a:pt x="4954" y="22067"/>
                  </a:lnTo>
                  <a:lnTo>
                    <a:pt x="9373" y="19060"/>
                  </a:lnTo>
                  <a:lnTo>
                    <a:pt x="8353" y="20952"/>
                  </a:lnTo>
                  <a:lnTo>
                    <a:pt x="8894" y="21426"/>
                  </a:lnTo>
                  <a:lnTo>
                    <a:pt x="12161" y="19767"/>
                  </a:lnTo>
                  <a:lnTo>
                    <a:pt x="15097" y="17842"/>
                  </a:lnTo>
                  <a:lnTo>
                    <a:pt x="17865" y="14491"/>
                  </a:lnTo>
                  <a:lnTo>
                    <a:pt x="22352" y="11999"/>
                  </a:lnTo>
                  <a:lnTo>
                    <a:pt x="21409" y="5057"/>
                  </a:lnTo>
                  <a:lnTo>
                    <a:pt x="25398" y="4977"/>
                  </a:lnTo>
                  <a:lnTo>
                    <a:pt x="27618" y="1778"/>
                  </a:lnTo>
                  <a:lnTo>
                    <a:pt x="3433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h3617"/>
            <p:cNvSpPr/>
            <p:nvPr/>
          </p:nvSpPr>
          <p:spPr>
            <a:xfrm>
              <a:off x="6038088" y="1963141"/>
              <a:ext cx="55651" cy="107129"/>
            </a:xfrm>
            <a:custGeom>
              <a:avLst/>
              <a:pathLst>
                <a:path w="55651" h="107129">
                  <a:moveTo>
                    <a:pt x="28986" y="6080"/>
                  </a:moveTo>
                  <a:lnTo>
                    <a:pt x="31899" y="3875"/>
                  </a:lnTo>
                  <a:lnTo>
                    <a:pt x="36983" y="3024"/>
                  </a:lnTo>
                  <a:lnTo>
                    <a:pt x="41019" y="6913"/>
                  </a:lnTo>
                  <a:lnTo>
                    <a:pt x="43425" y="12810"/>
                  </a:lnTo>
                  <a:lnTo>
                    <a:pt x="43700" y="14593"/>
                  </a:lnTo>
                  <a:lnTo>
                    <a:pt x="42369" y="16746"/>
                  </a:lnTo>
                  <a:lnTo>
                    <a:pt x="48645" y="13095"/>
                  </a:lnTo>
                  <a:lnTo>
                    <a:pt x="49695" y="9800"/>
                  </a:lnTo>
                  <a:lnTo>
                    <a:pt x="48561" y="8424"/>
                  </a:lnTo>
                  <a:lnTo>
                    <a:pt x="53180" y="9485"/>
                  </a:lnTo>
                  <a:lnTo>
                    <a:pt x="55651" y="15669"/>
                  </a:lnTo>
                  <a:lnTo>
                    <a:pt x="52654" y="22400"/>
                  </a:lnTo>
                  <a:lnTo>
                    <a:pt x="42752" y="33025"/>
                  </a:lnTo>
                  <a:lnTo>
                    <a:pt x="34742" y="29221"/>
                  </a:lnTo>
                  <a:lnTo>
                    <a:pt x="32794" y="31072"/>
                  </a:lnTo>
                  <a:lnTo>
                    <a:pt x="30073" y="36604"/>
                  </a:lnTo>
                  <a:lnTo>
                    <a:pt x="33104" y="48964"/>
                  </a:lnTo>
                  <a:lnTo>
                    <a:pt x="38106" y="53157"/>
                  </a:lnTo>
                  <a:lnTo>
                    <a:pt x="39957" y="53538"/>
                  </a:lnTo>
                  <a:lnTo>
                    <a:pt x="42864" y="51376"/>
                  </a:lnTo>
                  <a:lnTo>
                    <a:pt x="45155" y="67663"/>
                  </a:lnTo>
                  <a:lnTo>
                    <a:pt x="38424" y="75694"/>
                  </a:lnTo>
                  <a:lnTo>
                    <a:pt x="36555" y="76469"/>
                  </a:lnTo>
                  <a:lnTo>
                    <a:pt x="33129" y="74529"/>
                  </a:lnTo>
                  <a:lnTo>
                    <a:pt x="32140" y="74773"/>
                  </a:lnTo>
                  <a:lnTo>
                    <a:pt x="27584" y="82277"/>
                  </a:lnTo>
                  <a:lnTo>
                    <a:pt x="26039" y="86546"/>
                  </a:lnTo>
                  <a:lnTo>
                    <a:pt x="25704" y="91023"/>
                  </a:lnTo>
                  <a:lnTo>
                    <a:pt x="28046" y="93641"/>
                  </a:lnTo>
                  <a:lnTo>
                    <a:pt x="27560" y="98292"/>
                  </a:lnTo>
                  <a:lnTo>
                    <a:pt x="28183" y="101097"/>
                  </a:lnTo>
                  <a:lnTo>
                    <a:pt x="27493" y="100371"/>
                  </a:lnTo>
                  <a:lnTo>
                    <a:pt x="25781" y="101333"/>
                  </a:lnTo>
                  <a:lnTo>
                    <a:pt x="24075" y="104578"/>
                  </a:lnTo>
                  <a:lnTo>
                    <a:pt x="24103" y="107129"/>
                  </a:lnTo>
                  <a:lnTo>
                    <a:pt x="18373" y="105582"/>
                  </a:lnTo>
                  <a:lnTo>
                    <a:pt x="16060" y="103438"/>
                  </a:lnTo>
                  <a:lnTo>
                    <a:pt x="17401" y="99115"/>
                  </a:lnTo>
                  <a:lnTo>
                    <a:pt x="12680" y="100091"/>
                  </a:lnTo>
                  <a:lnTo>
                    <a:pt x="12382" y="96576"/>
                  </a:lnTo>
                  <a:lnTo>
                    <a:pt x="13546" y="94880"/>
                  </a:lnTo>
                  <a:lnTo>
                    <a:pt x="12315" y="84672"/>
                  </a:lnTo>
                  <a:lnTo>
                    <a:pt x="8606" y="81259"/>
                  </a:lnTo>
                  <a:lnTo>
                    <a:pt x="7678" y="79407"/>
                  </a:lnTo>
                  <a:lnTo>
                    <a:pt x="6623" y="73204"/>
                  </a:lnTo>
                  <a:lnTo>
                    <a:pt x="11473" y="66876"/>
                  </a:lnTo>
                  <a:lnTo>
                    <a:pt x="15695" y="63280"/>
                  </a:lnTo>
                  <a:lnTo>
                    <a:pt x="11627" y="54569"/>
                  </a:lnTo>
                  <a:lnTo>
                    <a:pt x="11957" y="50950"/>
                  </a:lnTo>
                  <a:lnTo>
                    <a:pt x="9081" y="42041"/>
                  </a:lnTo>
                  <a:lnTo>
                    <a:pt x="9544" y="33321"/>
                  </a:lnTo>
                  <a:lnTo>
                    <a:pt x="2954" y="30061"/>
                  </a:lnTo>
                  <a:lnTo>
                    <a:pt x="1902" y="27132"/>
                  </a:lnTo>
                  <a:lnTo>
                    <a:pt x="0" y="25490"/>
                  </a:lnTo>
                  <a:lnTo>
                    <a:pt x="1938" y="20793"/>
                  </a:lnTo>
                  <a:lnTo>
                    <a:pt x="3713" y="21820"/>
                  </a:lnTo>
                  <a:lnTo>
                    <a:pt x="11449" y="19494"/>
                  </a:lnTo>
                  <a:lnTo>
                    <a:pt x="8347" y="15855"/>
                  </a:lnTo>
                  <a:lnTo>
                    <a:pt x="13083" y="11625"/>
                  </a:lnTo>
                  <a:lnTo>
                    <a:pt x="14083" y="9744"/>
                  </a:lnTo>
                  <a:lnTo>
                    <a:pt x="13595" y="7156"/>
                  </a:lnTo>
                  <a:lnTo>
                    <a:pt x="10858" y="4631"/>
                  </a:lnTo>
                  <a:lnTo>
                    <a:pt x="16696" y="550"/>
                  </a:lnTo>
                  <a:lnTo>
                    <a:pt x="2580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h3618"/>
            <p:cNvSpPr/>
            <p:nvPr/>
          </p:nvSpPr>
          <p:spPr>
            <a:xfrm>
              <a:off x="6216504" y="1786611"/>
              <a:ext cx="81636" cy="113725"/>
            </a:xfrm>
            <a:custGeom>
              <a:avLst/>
              <a:pathLst>
                <a:path w="81636" h="113725">
                  <a:moveTo>
                    <a:pt x="25671" y="187"/>
                  </a:moveTo>
                  <a:lnTo>
                    <a:pt x="25375" y="6224"/>
                  </a:lnTo>
                  <a:lnTo>
                    <a:pt x="32087" y="10536"/>
                  </a:lnTo>
                  <a:lnTo>
                    <a:pt x="36524" y="11835"/>
                  </a:lnTo>
                  <a:lnTo>
                    <a:pt x="41012" y="10446"/>
                  </a:lnTo>
                  <a:lnTo>
                    <a:pt x="45966" y="15631"/>
                  </a:lnTo>
                  <a:lnTo>
                    <a:pt x="54226" y="8385"/>
                  </a:lnTo>
                  <a:lnTo>
                    <a:pt x="56414" y="10186"/>
                  </a:lnTo>
                  <a:lnTo>
                    <a:pt x="51507" y="21181"/>
                  </a:lnTo>
                  <a:lnTo>
                    <a:pt x="57393" y="22902"/>
                  </a:lnTo>
                  <a:lnTo>
                    <a:pt x="57331" y="33343"/>
                  </a:lnTo>
                  <a:lnTo>
                    <a:pt x="59018" y="34534"/>
                  </a:lnTo>
                  <a:lnTo>
                    <a:pt x="58172" y="38612"/>
                  </a:lnTo>
                  <a:lnTo>
                    <a:pt x="50590" y="37012"/>
                  </a:lnTo>
                  <a:lnTo>
                    <a:pt x="49147" y="37612"/>
                  </a:lnTo>
                  <a:lnTo>
                    <a:pt x="48405" y="41688"/>
                  </a:lnTo>
                  <a:lnTo>
                    <a:pt x="52622" y="46820"/>
                  </a:lnTo>
                  <a:lnTo>
                    <a:pt x="51225" y="50194"/>
                  </a:lnTo>
                  <a:lnTo>
                    <a:pt x="47296" y="52119"/>
                  </a:lnTo>
                  <a:lnTo>
                    <a:pt x="43306" y="57881"/>
                  </a:lnTo>
                  <a:lnTo>
                    <a:pt x="48678" y="59559"/>
                  </a:lnTo>
                  <a:lnTo>
                    <a:pt x="50334" y="58171"/>
                  </a:lnTo>
                  <a:lnTo>
                    <a:pt x="52305" y="58752"/>
                  </a:lnTo>
                  <a:lnTo>
                    <a:pt x="55301" y="61765"/>
                  </a:lnTo>
                  <a:lnTo>
                    <a:pt x="57501" y="72054"/>
                  </a:lnTo>
                  <a:lnTo>
                    <a:pt x="60498" y="76848"/>
                  </a:lnTo>
                  <a:lnTo>
                    <a:pt x="62153" y="77696"/>
                  </a:lnTo>
                  <a:lnTo>
                    <a:pt x="65539" y="77355"/>
                  </a:lnTo>
                  <a:lnTo>
                    <a:pt x="72785" y="83144"/>
                  </a:lnTo>
                  <a:lnTo>
                    <a:pt x="77025" y="89366"/>
                  </a:lnTo>
                  <a:lnTo>
                    <a:pt x="77558" y="92380"/>
                  </a:lnTo>
                  <a:lnTo>
                    <a:pt x="76634" y="94787"/>
                  </a:lnTo>
                  <a:lnTo>
                    <a:pt x="76912" y="96986"/>
                  </a:lnTo>
                  <a:lnTo>
                    <a:pt x="81636" y="104585"/>
                  </a:lnTo>
                  <a:lnTo>
                    <a:pt x="80532" y="104976"/>
                  </a:lnTo>
                  <a:lnTo>
                    <a:pt x="72317" y="102822"/>
                  </a:lnTo>
                  <a:lnTo>
                    <a:pt x="69103" y="103404"/>
                  </a:lnTo>
                  <a:lnTo>
                    <a:pt x="68036" y="104277"/>
                  </a:lnTo>
                  <a:lnTo>
                    <a:pt x="69069" y="107286"/>
                  </a:lnTo>
                  <a:lnTo>
                    <a:pt x="68100" y="109653"/>
                  </a:lnTo>
                  <a:lnTo>
                    <a:pt x="62007" y="110153"/>
                  </a:lnTo>
                  <a:lnTo>
                    <a:pt x="60053" y="111830"/>
                  </a:lnTo>
                  <a:lnTo>
                    <a:pt x="55324" y="113643"/>
                  </a:lnTo>
                  <a:lnTo>
                    <a:pt x="52868" y="112045"/>
                  </a:lnTo>
                  <a:lnTo>
                    <a:pt x="45765" y="110395"/>
                  </a:lnTo>
                  <a:lnTo>
                    <a:pt x="42822" y="110670"/>
                  </a:lnTo>
                  <a:lnTo>
                    <a:pt x="42344" y="113725"/>
                  </a:lnTo>
                  <a:lnTo>
                    <a:pt x="22752" y="112778"/>
                  </a:lnTo>
                  <a:lnTo>
                    <a:pt x="20951" y="111449"/>
                  </a:lnTo>
                  <a:lnTo>
                    <a:pt x="24259" y="105501"/>
                  </a:lnTo>
                  <a:lnTo>
                    <a:pt x="18826" y="102508"/>
                  </a:lnTo>
                  <a:lnTo>
                    <a:pt x="18354" y="98489"/>
                  </a:lnTo>
                  <a:lnTo>
                    <a:pt x="18926" y="92270"/>
                  </a:lnTo>
                  <a:lnTo>
                    <a:pt x="8260" y="83061"/>
                  </a:lnTo>
                  <a:lnTo>
                    <a:pt x="3881" y="77960"/>
                  </a:lnTo>
                  <a:lnTo>
                    <a:pt x="3378" y="73691"/>
                  </a:lnTo>
                  <a:lnTo>
                    <a:pt x="4055" y="73535"/>
                  </a:lnTo>
                  <a:lnTo>
                    <a:pt x="6256" y="67915"/>
                  </a:lnTo>
                  <a:lnTo>
                    <a:pt x="6245" y="63945"/>
                  </a:lnTo>
                  <a:lnTo>
                    <a:pt x="9312" y="60169"/>
                  </a:lnTo>
                  <a:lnTo>
                    <a:pt x="10932" y="59864"/>
                  </a:lnTo>
                  <a:lnTo>
                    <a:pt x="11560" y="57650"/>
                  </a:lnTo>
                  <a:lnTo>
                    <a:pt x="9788" y="54158"/>
                  </a:lnTo>
                  <a:lnTo>
                    <a:pt x="8584" y="54048"/>
                  </a:lnTo>
                  <a:lnTo>
                    <a:pt x="8876" y="51155"/>
                  </a:lnTo>
                  <a:lnTo>
                    <a:pt x="14496" y="51078"/>
                  </a:lnTo>
                  <a:lnTo>
                    <a:pt x="17352" y="50168"/>
                  </a:lnTo>
                  <a:lnTo>
                    <a:pt x="18217" y="48387"/>
                  </a:lnTo>
                  <a:lnTo>
                    <a:pt x="17076" y="42404"/>
                  </a:lnTo>
                  <a:lnTo>
                    <a:pt x="14557" y="38925"/>
                  </a:lnTo>
                  <a:lnTo>
                    <a:pt x="8413" y="34120"/>
                  </a:lnTo>
                  <a:lnTo>
                    <a:pt x="7825" y="32069"/>
                  </a:lnTo>
                  <a:lnTo>
                    <a:pt x="8239" y="29303"/>
                  </a:lnTo>
                  <a:lnTo>
                    <a:pt x="6268" y="25620"/>
                  </a:lnTo>
                  <a:lnTo>
                    <a:pt x="4876" y="23919"/>
                  </a:lnTo>
                  <a:lnTo>
                    <a:pt x="1653" y="22880"/>
                  </a:lnTo>
                  <a:lnTo>
                    <a:pt x="0" y="19009"/>
                  </a:lnTo>
                  <a:lnTo>
                    <a:pt x="1461" y="15906"/>
                  </a:lnTo>
                  <a:lnTo>
                    <a:pt x="6124" y="9711"/>
                  </a:lnTo>
                  <a:lnTo>
                    <a:pt x="12100" y="10566"/>
                  </a:lnTo>
                  <a:lnTo>
                    <a:pt x="13355" y="11432"/>
                  </a:lnTo>
                  <a:lnTo>
                    <a:pt x="18623" y="11351"/>
                  </a:lnTo>
                  <a:lnTo>
                    <a:pt x="2415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h3619"/>
            <p:cNvSpPr/>
            <p:nvPr/>
          </p:nvSpPr>
          <p:spPr>
            <a:xfrm>
              <a:off x="6439319" y="1945050"/>
              <a:ext cx="65175" cy="37639"/>
            </a:xfrm>
            <a:custGeom>
              <a:avLst/>
              <a:pathLst>
                <a:path w="65175" h="37639">
                  <a:moveTo>
                    <a:pt x="43305" y="1065"/>
                  </a:moveTo>
                  <a:lnTo>
                    <a:pt x="53339" y="5469"/>
                  </a:lnTo>
                  <a:lnTo>
                    <a:pt x="53619" y="6472"/>
                  </a:lnTo>
                  <a:lnTo>
                    <a:pt x="54658" y="11694"/>
                  </a:lnTo>
                  <a:lnTo>
                    <a:pt x="57593" y="14053"/>
                  </a:lnTo>
                  <a:lnTo>
                    <a:pt x="58164" y="21177"/>
                  </a:lnTo>
                  <a:lnTo>
                    <a:pt x="59494" y="22191"/>
                  </a:lnTo>
                  <a:lnTo>
                    <a:pt x="62457" y="22090"/>
                  </a:lnTo>
                  <a:lnTo>
                    <a:pt x="64607" y="23032"/>
                  </a:lnTo>
                  <a:lnTo>
                    <a:pt x="65175" y="24061"/>
                  </a:lnTo>
                  <a:lnTo>
                    <a:pt x="53813" y="27705"/>
                  </a:lnTo>
                  <a:lnTo>
                    <a:pt x="52710" y="28489"/>
                  </a:lnTo>
                  <a:lnTo>
                    <a:pt x="53375" y="30661"/>
                  </a:lnTo>
                  <a:lnTo>
                    <a:pt x="40059" y="34364"/>
                  </a:lnTo>
                  <a:lnTo>
                    <a:pt x="37433" y="37639"/>
                  </a:lnTo>
                  <a:lnTo>
                    <a:pt x="35801" y="37177"/>
                  </a:lnTo>
                  <a:lnTo>
                    <a:pt x="35076" y="35604"/>
                  </a:lnTo>
                  <a:lnTo>
                    <a:pt x="36159" y="34710"/>
                  </a:lnTo>
                  <a:lnTo>
                    <a:pt x="37006" y="32199"/>
                  </a:lnTo>
                  <a:lnTo>
                    <a:pt x="34663" y="30725"/>
                  </a:lnTo>
                  <a:lnTo>
                    <a:pt x="32537" y="31088"/>
                  </a:lnTo>
                  <a:lnTo>
                    <a:pt x="25954" y="34356"/>
                  </a:lnTo>
                  <a:lnTo>
                    <a:pt x="10237" y="34029"/>
                  </a:lnTo>
                  <a:lnTo>
                    <a:pt x="6329" y="36279"/>
                  </a:lnTo>
                  <a:lnTo>
                    <a:pt x="3230" y="32308"/>
                  </a:lnTo>
                  <a:lnTo>
                    <a:pt x="7007" y="29889"/>
                  </a:lnTo>
                  <a:lnTo>
                    <a:pt x="0" y="20899"/>
                  </a:lnTo>
                  <a:lnTo>
                    <a:pt x="10746" y="13510"/>
                  </a:lnTo>
                  <a:lnTo>
                    <a:pt x="12058" y="10509"/>
                  </a:lnTo>
                  <a:lnTo>
                    <a:pt x="17460" y="5644"/>
                  </a:lnTo>
                  <a:lnTo>
                    <a:pt x="29571" y="4751"/>
                  </a:lnTo>
                  <a:lnTo>
                    <a:pt x="2744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h3620"/>
            <p:cNvSpPr/>
            <p:nvPr/>
          </p:nvSpPr>
          <p:spPr>
            <a:xfrm>
              <a:off x="6376454" y="1620296"/>
              <a:ext cx="156969" cy="204528"/>
            </a:xfrm>
            <a:custGeom>
              <a:avLst/>
              <a:pathLst>
                <a:path w="156969" h="204528">
                  <a:moveTo>
                    <a:pt x="104079" y="286"/>
                  </a:moveTo>
                  <a:lnTo>
                    <a:pt x="112089" y="16951"/>
                  </a:lnTo>
                  <a:lnTo>
                    <a:pt x="120855" y="17377"/>
                  </a:lnTo>
                  <a:lnTo>
                    <a:pt x="113451" y="29985"/>
                  </a:lnTo>
                  <a:lnTo>
                    <a:pt x="116380" y="37377"/>
                  </a:lnTo>
                  <a:lnTo>
                    <a:pt x="117160" y="44736"/>
                  </a:lnTo>
                  <a:lnTo>
                    <a:pt x="119998" y="46043"/>
                  </a:lnTo>
                  <a:lnTo>
                    <a:pt x="119863" y="60610"/>
                  </a:lnTo>
                  <a:lnTo>
                    <a:pt x="121379" y="66698"/>
                  </a:lnTo>
                  <a:lnTo>
                    <a:pt x="125360" y="68413"/>
                  </a:lnTo>
                  <a:lnTo>
                    <a:pt x="124396" y="71800"/>
                  </a:lnTo>
                  <a:lnTo>
                    <a:pt x="121893" y="71315"/>
                  </a:lnTo>
                  <a:lnTo>
                    <a:pt x="120842" y="72345"/>
                  </a:lnTo>
                  <a:lnTo>
                    <a:pt x="119959" y="76738"/>
                  </a:lnTo>
                  <a:lnTo>
                    <a:pt x="125199" y="83127"/>
                  </a:lnTo>
                  <a:lnTo>
                    <a:pt x="123115" y="94931"/>
                  </a:lnTo>
                  <a:lnTo>
                    <a:pt x="116720" y="98473"/>
                  </a:lnTo>
                  <a:lnTo>
                    <a:pt x="120763" y="103872"/>
                  </a:lnTo>
                  <a:lnTo>
                    <a:pt x="128216" y="105616"/>
                  </a:lnTo>
                  <a:lnTo>
                    <a:pt x="128605" y="130729"/>
                  </a:lnTo>
                  <a:lnTo>
                    <a:pt x="127117" y="134684"/>
                  </a:lnTo>
                  <a:lnTo>
                    <a:pt x="134403" y="142409"/>
                  </a:lnTo>
                  <a:lnTo>
                    <a:pt x="139494" y="152414"/>
                  </a:lnTo>
                  <a:lnTo>
                    <a:pt x="141542" y="148913"/>
                  </a:lnTo>
                  <a:lnTo>
                    <a:pt x="149302" y="153017"/>
                  </a:lnTo>
                  <a:lnTo>
                    <a:pt x="156414" y="161295"/>
                  </a:lnTo>
                  <a:lnTo>
                    <a:pt x="149766" y="165028"/>
                  </a:lnTo>
                  <a:lnTo>
                    <a:pt x="151756" y="166639"/>
                  </a:lnTo>
                  <a:lnTo>
                    <a:pt x="156969" y="174604"/>
                  </a:lnTo>
                  <a:lnTo>
                    <a:pt x="148098" y="174515"/>
                  </a:lnTo>
                  <a:lnTo>
                    <a:pt x="147408" y="181513"/>
                  </a:lnTo>
                  <a:lnTo>
                    <a:pt x="129949" y="196584"/>
                  </a:lnTo>
                  <a:lnTo>
                    <a:pt x="127965" y="204352"/>
                  </a:lnTo>
                  <a:lnTo>
                    <a:pt x="123790" y="204528"/>
                  </a:lnTo>
                  <a:lnTo>
                    <a:pt x="121387" y="200188"/>
                  </a:lnTo>
                  <a:lnTo>
                    <a:pt x="114756" y="202803"/>
                  </a:lnTo>
                  <a:lnTo>
                    <a:pt x="112597" y="198391"/>
                  </a:lnTo>
                  <a:lnTo>
                    <a:pt x="108058" y="201356"/>
                  </a:lnTo>
                  <a:lnTo>
                    <a:pt x="98512" y="199561"/>
                  </a:lnTo>
                  <a:lnTo>
                    <a:pt x="95764" y="200135"/>
                  </a:lnTo>
                  <a:lnTo>
                    <a:pt x="95686" y="201869"/>
                  </a:lnTo>
                  <a:lnTo>
                    <a:pt x="87715" y="192295"/>
                  </a:lnTo>
                  <a:lnTo>
                    <a:pt x="90941" y="186193"/>
                  </a:lnTo>
                  <a:lnTo>
                    <a:pt x="95885" y="182297"/>
                  </a:lnTo>
                  <a:lnTo>
                    <a:pt x="98200" y="174870"/>
                  </a:lnTo>
                  <a:lnTo>
                    <a:pt x="95555" y="170941"/>
                  </a:lnTo>
                  <a:lnTo>
                    <a:pt x="93566" y="171883"/>
                  </a:lnTo>
                  <a:lnTo>
                    <a:pt x="87173" y="171819"/>
                  </a:lnTo>
                  <a:lnTo>
                    <a:pt x="85223" y="171081"/>
                  </a:lnTo>
                  <a:lnTo>
                    <a:pt x="80180" y="167066"/>
                  </a:lnTo>
                  <a:lnTo>
                    <a:pt x="69527" y="153478"/>
                  </a:lnTo>
                  <a:lnTo>
                    <a:pt x="66108" y="150702"/>
                  </a:lnTo>
                  <a:lnTo>
                    <a:pt x="63285" y="146787"/>
                  </a:lnTo>
                  <a:lnTo>
                    <a:pt x="63653" y="145489"/>
                  </a:lnTo>
                  <a:lnTo>
                    <a:pt x="61855" y="142904"/>
                  </a:lnTo>
                  <a:lnTo>
                    <a:pt x="55835" y="142493"/>
                  </a:lnTo>
                  <a:lnTo>
                    <a:pt x="51628" y="143988"/>
                  </a:lnTo>
                  <a:lnTo>
                    <a:pt x="48958" y="140824"/>
                  </a:lnTo>
                  <a:lnTo>
                    <a:pt x="48794" y="136803"/>
                  </a:lnTo>
                  <a:lnTo>
                    <a:pt x="50430" y="133548"/>
                  </a:lnTo>
                  <a:lnTo>
                    <a:pt x="52383" y="133337"/>
                  </a:lnTo>
                  <a:lnTo>
                    <a:pt x="53243" y="131788"/>
                  </a:lnTo>
                  <a:lnTo>
                    <a:pt x="31237" y="130961"/>
                  </a:lnTo>
                  <a:lnTo>
                    <a:pt x="31600" y="119534"/>
                  </a:lnTo>
                  <a:lnTo>
                    <a:pt x="26024" y="119365"/>
                  </a:lnTo>
                  <a:lnTo>
                    <a:pt x="26457" y="112105"/>
                  </a:lnTo>
                  <a:lnTo>
                    <a:pt x="8177" y="111658"/>
                  </a:lnTo>
                  <a:lnTo>
                    <a:pt x="5733" y="115980"/>
                  </a:lnTo>
                  <a:lnTo>
                    <a:pt x="4316" y="113499"/>
                  </a:lnTo>
                  <a:lnTo>
                    <a:pt x="4977" y="110533"/>
                  </a:lnTo>
                  <a:lnTo>
                    <a:pt x="0" y="108846"/>
                  </a:lnTo>
                  <a:lnTo>
                    <a:pt x="222" y="104273"/>
                  </a:lnTo>
                  <a:lnTo>
                    <a:pt x="1590" y="103487"/>
                  </a:lnTo>
                  <a:lnTo>
                    <a:pt x="2529" y="103289"/>
                  </a:lnTo>
                  <a:lnTo>
                    <a:pt x="3342" y="105009"/>
                  </a:lnTo>
                  <a:lnTo>
                    <a:pt x="4354" y="105333"/>
                  </a:lnTo>
                  <a:lnTo>
                    <a:pt x="9657" y="104512"/>
                  </a:lnTo>
                  <a:lnTo>
                    <a:pt x="10866" y="98440"/>
                  </a:lnTo>
                  <a:lnTo>
                    <a:pt x="3889" y="94276"/>
                  </a:lnTo>
                  <a:lnTo>
                    <a:pt x="12400" y="93755"/>
                  </a:lnTo>
                  <a:lnTo>
                    <a:pt x="12281" y="80747"/>
                  </a:lnTo>
                  <a:lnTo>
                    <a:pt x="17084" y="80844"/>
                  </a:lnTo>
                  <a:lnTo>
                    <a:pt x="17060" y="61530"/>
                  </a:lnTo>
                  <a:lnTo>
                    <a:pt x="2332" y="60982"/>
                  </a:lnTo>
                  <a:lnTo>
                    <a:pt x="1902" y="58282"/>
                  </a:lnTo>
                  <a:lnTo>
                    <a:pt x="2900" y="56441"/>
                  </a:lnTo>
                  <a:lnTo>
                    <a:pt x="11036" y="48513"/>
                  </a:lnTo>
                  <a:lnTo>
                    <a:pt x="22951" y="42202"/>
                  </a:lnTo>
                  <a:lnTo>
                    <a:pt x="25304" y="40359"/>
                  </a:lnTo>
                  <a:lnTo>
                    <a:pt x="25040" y="39655"/>
                  </a:lnTo>
                  <a:lnTo>
                    <a:pt x="27514" y="36631"/>
                  </a:lnTo>
                  <a:lnTo>
                    <a:pt x="34475" y="40887"/>
                  </a:lnTo>
                  <a:lnTo>
                    <a:pt x="34661" y="34200"/>
                  </a:lnTo>
                  <a:lnTo>
                    <a:pt x="28299" y="33998"/>
                  </a:lnTo>
                  <a:lnTo>
                    <a:pt x="27146" y="28345"/>
                  </a:lnTo>
                  <a:lnTo>
                    <a:pt x="31623" y="25617"/>
                  </a:lnTo>
                  <a:lnTo>
                    <a:pt x="35027" y="22024"/>
                  </a:lnTo>
                  <a:lnTo>
                    <a:pt x="42007" y="23048"/>
                  </a:lnTo>
                  <a:lnTo>
                    <a:pt x="41388" y="20364"/>
                  </a:lnTo>
                  <a:lnTo>
                    <a:pt x="42118" y="21332"/>
                  </a:lnTo>
                  <a:lnTo>
                    <a:pt x="47080" y="23121"/>
                  </a:lnTo>
                  <a:lnTo>
                    <a:pt x="46722" y="27373"/>
                  </a:lnTo>
                  <a:lnTo>
                    <a:pt x="51025" y="27410"/>
                  </a:lnTo>
                  <a:lnTo>
                    <a:pt x="50122" y="22472"/>
                  </a:lnTo>
                  <a:lnTo>
                    <a:pt x="66283" y="23007"/>
                  </a:lnTo>
                  <a:lnTo>
                    <a:pt x="64610" y="16593"/>
                  </a:lnTo>
                  <a:lnTo>
                    <a:pt x="70721" y="16740"/>
                  </a:lnTo>
                  <a:lnTo>
                    <a:pt x="70891" y="10004"/>
                  </a:lnTo>
                  <a:lnTo>
                    <a:pt x="76891" y="10198"/>
                  </a:lnTo>
                  <a:lnTo>
                    <a:pt x="76778" y="19776"/>
                  </a:lnTo>
                  <a:lnTo>
                    <a:pt x="82761" y="20077"/>
                  </a:lnTo>
                  <a:lnTo>
                    <a:pt x="82836" y="16316"/>
                  </a:lnTo>
                  <a:lnTo>
                    <a:pt x="87628" y="16420"/>
                  </a:lnTo>
                  <a:lnTo>
                    <a:pt x="87389" y="2960"/>
                  </a:lnTo>
                  <a:lnTo>
                    <a:pt x="96366" y="3245"/>
                  </a:lnTo>
                  <a:lnTo>
                    <a:pt x="9536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h3621"/>
            <p:cNvSpPr/>
            <p:nvPr/>
          </p:nvSpPr>
          <p:spPr>
            <a:xfrm>
              <a:off x="6480533" y="1620583"/>
              <a:ext cx="118499" cy="255159"/>
            </a:xfrm>
            <a:custGeom>
              <a:avLst/>
              <a:pathLst>
                <a:path w="118499" h="255159">
                  <a:moveTo>
                    <a:pt x="5295" y="191"/>
                  </a:moveTo>
                  <a:lnTo>
                    <a:pt x="7666" y="4004"/>
                  </a:lnTo>
                  <a:lnTo>
                    <a:pt x="10412" y="5535"/>
                  </a:lnTo>
                  <a:lnTo>
                    <a:pt x="17901" y="5011"/>
                  </a:lnTo>
                  <a:lnTo>
                    <a:pt x="18155" y="8705"/>
                  </a:lnTo>
                  <a:lnTo>
                    <a:pt x="21228" y="18122"/>
                  </a:lnTo>
                  <a:lnTo>
                    <a:pt x="35026" y="36264"/>
                  </a:lnTo>
                  <a:lnTo>
                    <a:pt x="37967" y="44163"/>
                  </a:lnTo>
                  <a:lnTo>
                    <a:pt x="36486" y="59181"/>
                  </a:lnTo>
                  <a:lnTo>
                    <a:pt x="38124" y="78175"/>
                  </a:lnTo>
                  <a:lnTo>
                    <a:pt x="50930" y="98356"/>
                  </a:lnTo>
                  <a:lnTo>
                    <a:pt x="54350" y="111719"/>
                  </a:lnTo>
                  <a:lnTo>
                    <a:pt x="56751" y="114746"/>
                  </a:lnTo>
                  <a:lnTo>
                    <a:pt x="69631" y="124672"/>
                  </a:lnTo>
                  <a:lnTo>
                    <a:pt x="70252" y="127252"/>
                  </a:lnTo>
                  <a:lnTo>
                    <a:pt x="71747" y="128817"/>
                  </a:lnTo>
                  <a:lnTo>
                    <a:pt x="78417" y="131503"/>
                  </a:lnTo>
                  <a:lnTo>
                    <a:pt x="85100" y="132680"/>
                  </a:lnTo>
                  <a:lnTo>
                    <a:pt x="90891" y="136602"/>
                  </a:lnTo>
                  <a:lnTo>
                    <a:pt x="91351" y="137191"/>
                  </a:lnTo>
                  <a:lnTo>
                    <a:pt x="90792" y="139702"/>
                  </a:lnTo>
                  <a:lnTo>
                    <a:pt x="96153" y="148737"/>
                  </a:lnTo>
                  <a:lnTo>
                    <a:pt x="102789" y="151477"/>
                  </a:lnTo>
                  <a:lnTo>
                    <a:pt x="105591" y="155075"/>
                  </a:lnTo>
                  <a:lnTo>
                    <a:pt x="110756" y="158664"/>
                  </a:lnTo>
                  <a:lnTo>
                    <a:pt x="118499" y="161811"/>
                  </a:lnTo>
                  <a:lnTo>
                    <a:pt x="118061" y="169278"/>
                  </a:lnTo>
                  <a:lnTo>
                    <a:pt x="117435" y="169642"/>
                  </a:lnTo>
                  <a:lnTo>
                    <a:pt x="101316" y="161806"/>
                  </a:lnTo>
                  <a:lnTo>
                    <a:pt x="99649" y="165184"/>
                  </a:lnTo>
                  <a:lnTo>
                    <a:pt x="96853" y="166278"/>
                  </a:lnTo>
                  <a:lnTo>
                    <a:pt x="87917" y="164174"/>
                  </a:lnTo>
                  <a:lnTo>
                    <a:pt x="80533" y="165170"/>
                  </a:lnTo>
                  <a:lnTo>
                    <a:pt x="84486" y="173719"/>
                  </a:lnTo>
                  <a:lnTo>
                    <a:pt x="84127" y="176916"/>
                  </a:lnTo>
                  <a:lnTo>
                    <a:pt x="86243" y="180031"/>
                  </a:lnTo>
                  <a:lnTo>
                    <a:pt x="90812" y="183360"/>
                  </a:lnTo>
                  <a:lnTo>
                    <a:pt x="94738" y="184431"/>
                  </a:lnTo>
                  <a:lnTo>
                    <a:pt x="96988" y="188212"/>
                  </a:lnTo>
                  <a:lnTo>
                    <a:pt x="98126" y="191798"/>
                  </a:lnTo>
                  <a:lnTo>
                    <a:pt x="96436" y="194471"/>
                  </a:lnTo>
                  <a:lnTo>
                    <a:pt x="97280" y="207580"/>
                  </a:lnTo>
                  <a:lnTo>
                    <a:pt x="100599" y="211488"/>
                  </a:lnTo>
                  <a:lnTo>
                    <a:pt x="97073" y="215409"/>
                  </a:lnTo>
                  <a:lnTo>
                    <a:pt x="94119" y="211898"/>
                  </a:lnTo>
                  <a:lnTo>
                    <a:pt x="93148" y="215633"/>
                  </a:lnTo>
                  <a:lnTo>
                    <a:pt x="96258" y="219665"/>
                  </a:lnTo>
                  <a:lnTo>
                    <a:pt x="95173" y="223364"/>
                  </a:lnTo>
                  <a:lnTo>
                    <a:pt x="88424" y="232781"/>
                  </a:lnTo>
                  <a:lnTo>
                    <a:pt x="85959" y="233960"/>
                  </a:lnTo>
                  <a:lnTo>
                    <a:pt x="84274" y="237717"/>
                  </a:lnTo>
                  <a:lnTo>
                    <a:pt x="88656" y="237530"/>
                  </a:lnTo>
                  <a:lnTo>
                    <a:pt x="88202" y="238951"/>
                  </a:lnTo>
                  <a:lnTo>
                    <a:pt x="85793" y="245920"/>
                  </a:lnTo>
                  <a:lnTo>
                    <a:pt x="85634" y="248471"/>
                  </a:lnTo>
                  <a:lnTo>
                    <a:pt x="79750" y="255159"/>
                  </a:lnTo>
                  <a:lnTo>
                    <a:pt x="75846" y="250641"/>
                  </a:lnTo>
                  <a:lnTo>
                    <a:pt x="73349" y="253460"/>
                  </a:lnTo>
                  <a:lnTo>
                    <a:pt x="68869" y="249529"/>
                  </a:lnTo>
                  <a:lnTo>
                    <a:pt x="65158" y="248608"/>
                  </a:lnTo>
                  <a:lnTo>
                    <a:pt x="70928" y="241673"/>
                  </a:lnTo>
                  <a:lnTo>
                    <a:pt x="63282" y="239040"/>
                  </a:lnTo>
                  <a:lnTo>
                    <a:pt x="63339" y="235254"/>
                  </a:lnTo>
                  <a:lnTo>
                    <a:pt x="60119" y="232490"/>
                  </a:lnTo>
                  <a:lnTo>
                    <a:pt x="54232" y="230622"/>
                  </a:lnTo>
                  <a:lnTo>
                    <a:pt x="42453" y="235697"/>
                  </a:lnTo>
                  <a:lnTo>
                    <a:pt x="42503" y="231854"/>
                  </a:lnTo>
                  <a:lnTo>
                    <a:pt x="36888" y="233985"/>
                  </a:lnTo>
                  <a:lnTo>
                    <a:pt x="34651" y="229987"/>
                  </a:lnTo>
                  <a:lnTo>
                    <a:pt x="37362" y="229025"/>
                  </a:lnTo>
                  <a:lnTo>
                    <a:pt x="19711" y="204241"/>
                  </a:lnTo>
                  <a:lnTo>
                    <a:pt x="23886" y="204066"/>
                  </a:lnTo>
                  <a:lnTo>
                    <a:pt x="25870" y="196298"/>
                  </a:lnTo>
                  <a:lnTo>
                    <a:pt x="43329" y="181226"/>
                  </a:lnTo>
                  <a:lnTo>
                    <a:pt x="44019" y="174228"/>
                  </a:lnTo>
                  <a:lnTo>
                    <a:pt x="52890" y="174317"/>
                  </a:lnTo>
                  <a:lnTo>
                    <a:pt x="47677" y="166352"/>
                  </a:lnTo>
                  <a:lnTo>
                    <a:pt x="45687" y="164741"/>
                  </a:lnTo>
                  <a:lnTo>
                    <a:pt x="52335" y="161008"/>
                  </a:lnTo>
                  <a:lnTo>
                    <a:pt x="45223" y="152730"/>
                  </a:lnTo>
                  <a:lnTo>
                    <a:pt x="37463" y="148626"/>
                  </a:lnTo>
                  <a:lnTo>
                    <a:pt x="35415" y="152128"/>
                  </a:lnTo>
                  <a:lnTo>
                    <a:pt x="30324" y="142122"/>
                  </a:lnTo>
                  <a:lnTo>
                    <a:pt x="23038" y="134397"/>
                  </a:lnTo>
                  <a:lnTo>
                    <a:pt x="24526" y="130442"/>
                  </a:lnTo>
                  <a:lnTo>
                    <a:pt x="24137" y="105329"/>
                  </a:lnTo>
                  <a:lnTo>
                    <a:pt x="16684" y="103585"/>
                  </a:lnTo>
                  <a:lnTo>
                    <a:pt x="12641" y="98186"/>
                  </a:lnTo>
                  <a:lnTo>
                    <a:pt x="19036" y="94644"/>
                  </a:lnTo>
                  <a:lnTo>
                    <a:pt x="21120" y="82840"/>
                  </a:lnTo>
                  <a:lnTo>
                    <a:pt x="15880" y="76451"/>
                  </a:lnTo>
                  <a:lnTo>
                    <a:pt x="16763" y="72058"/>
                  </a:lnTo>
                  <a:lnTo>
                    <a:pt x="17814" y="71028"/>
                  </a:lnTo>
                  <a:lnTo>
                    <a:pt x="20317" y="71513"/>
                  </a:lnTo>
                  <a:lnTo>
                    <a:pt x="21281" y="68126"/>
                  </a:lnTo>
                  <a:lnTo>
                    <a:pt x="17300" y="66411"/>
                  </a:lnTo>
                  <a:lnTo>
                    <a:pt x="15784" y="60323"/>
                  </a:lnTo>
                  <a:lnTo>
                    <a:pt x="15919" y="45756"/>
                  </a:lnTo>
                  <a:lnTo>
                    <a:pt x="13081" y="44450"/>
                  </a:lnTo>
                  <a:lnTo>
                    <a:pt x="12301" y="37090"/>
                  </a:lnTo>
                  <a:lnTo>
                    <a:pt x="9372" y="29698"/>
                  </a:lnTo>
                  <a:lnTo>
                    <a:pt x="16776" y="17091"/>
                  </a:lnTo>
                  <a:lnTo>
                    <a:pt x="8010" y="16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h3622"/>
            <p:cNvSpPr/>
            <p:nvPr/>
          </p:nvSpPr>
          <p:spPr>
            <a:xfrm>
              <a:off x="6065413" y="1586801"/>
              <a:ext cx="85718" cy="121275"/>
            </a:xfrm>
            <a:custGeom>
              <a:avLst/>
              <a:pathLst>
                <a:path w="85718" h="121275">
                  <a:moveTo>
                    <a:pt x="71881" y="2259"/>
                  </a:moveTo>
                  <a:lnTo>
                    <a:pt x="71618" y="3929"/>
                  </a:lnTo>
                  <a:lnTo>
                    <a:pt x="83200" y="3040"/>
                  </a:lnTo>
                  <a:lnTo>
                    <a:pt x="85718" y="11933"/>
                  </a:lnTo>
                  <a:lnTo>
                    <a:pt x="84165" y="26216"/>
                  </a:lnTo>
                  <a:lnTo>
                    <a:pt x="83153" y="29730"/>
                  </a:lnTo>
                  <a:lnTo>
                    <a:pt x="81286" y="32503"/>
                  </a:lnTo>
                  <a:lnTo>
                    <a:pt x="81498" y="40951"/>
                  </a:lnTo>
                  <a:lnTo>
                    <a:pt x="82575" y="42928"/>
                  </a:lnTo>
                  <a:lnTo>
                    <a:pt x="78037" y="57236"/>
                  </a:lnTo>
                  <a:lnTo>
                    <a:pt x="74865" y="57775"/>
                  </a:lnTo>
                  <a:lnTo>
                    <a:pt x="73836" y="59402"/>
                  </a:lnTo>
                  <a:lnTo>
                    <a:pt x="79332" y="60603"/>
                  </a:lnTo>
                  <a:lnTo>
                    <a:pt x="78312" y="68676"/>
                  </a:lnTo>
                  <a:lnTo>
                    <a:pt x="77081" y="77159"/>
                  </a:lnTo>
                  <a:lnTo>
                    <a:pt x="80593" y="81522"/>
                  </a:lnTo>
                  <a:lnTo>
                    <a:pt x="80943" y="84092"/>
                  </a:lnTo>
                  <a:lnTo>
                    <a:pt x="80159" y="87072"/>
                  </a:lnTo>
                  <a:lnTo>
                    <a:pt x="80999" y="88001"/>
                  </a:lnTo>
                  <a:lnTo>
                    <a:pt x="78552" y="86900"/>
                  </a:lnTo>
                  <a:lnTo>
                    <a:pt x="73870" y="86791"/>
                  </a:lnTo>
                  <a:lnTo>
                    <a:pt x="70732" y="88482"/>
                  </a:lnTo>
                  <a:lnTo>
                    <a:pt x="73399" y="96653"/>
                  </a:lnTo>
                  <a:lnTo>
                    <a:pt x="73247" y="99978"/>
                  </a:lnTo>
                  <a:lnTo>
                    <a:pt x="71600" y="107452"/>
                  </a:lnTo>
                  <a:lnTo>
                    <a:pt x="68675" y="113037"/>
                  </a:lnTo>
                  <a:lnTo>
                    <a:pt x="68527" y="119275"/>
                  </a:lnTo>
                  <a:lnTo>
                    <a:pt x="59912" y="119014"/>
                  </a:lnTo>
                  <a:lnTo>
                    <a:pt x="56392" y="121275"/>
                  </a:lnTo>
                  <a:lnTo>
                    <a:pt x="45404" y="120800"/>
                  </a:lnTo>
                  <a:lnTo>
                    <a:pt x="46788" y="88272"/>
                  </a:lnTo>
                  <a:lnTo>
                    <a:pt x="36782" y="87854"/>
                  </a:lnTo>
                  <a:lnTo>
                    <a:pt x="36520" y="93783"/>
                  </a:lnTo>
                  <a:lnTo>
                    <a:pt x="31721" y="93571"/>
                  </a:lnTo>
                  <a:lnTo>
                    <a:pt x="30566" y="93519"/>
                  </a:lnTo>
                  <a:lnTo>
                    <a:pt x="30829" y="87622"/>
                  </a:lnTo>
                  <a:lnTo>
                    <a:pt x="13881" y="86808"/>
                  </a:lnTo>
                  <a:lnTo>
                    <a:pt x="7164" y="97226"/>
                  </a:lnTo>
                  <a:lnTo>
                    <a:pt x="6101" y="100718"/>
                  </a:lnTo>
                  <a:lnTo>
                    <a:pt x="3640" y="100936"/>
                  </a:lnTo>
                  <a:lnTo>
                    <a:pt x="1040" y="102290"/>
                  </a:lnTo>
                  <a:lnTo>
                    <a:pt x="984" y="95975"/>
                  </a:lnTo>
                  <a:lnTo>
                    <a:pt x="0" y="93012"/>
                  </a:lnTo>
                  <a:lnTo>
                    <a:pt x="1570" y="91440"/>
                  </a:lnTo>
                  <a:lnTo>
                    <a:pt x="2936" y="83217"/>
                  </a:lnTo>
                  <a:lnTo>
                    <a:pt x="2598" y="81386"/>
                  </a:lnTo>
                  <a:lnTo>
                    <a:pt x="2976" y="55826"/>
                  </a:lnTo>
                  <a:lnTo>
                    <a:pt x="15486" y="63835"/>
                  </a:lnTo>
                  <a:lnTo>
                    <a:pt x="16408" y="52725"/>
                  </a:lnTo>
                  <a:lnTo>
                    <a:pt x="19638" y="47561"/>
                  </a:lnTo>
                  <a:lnTo>
                    <a:pt x="23538" y="48008"/>
                  </a:lnTo>
                  <a:lnTo>
                    <a:pt x="24401" y="42558"/>
                  </a:lnTo>
                  <a:lnTo>
                    <a:pt x="27778" y="43695"/>
                  </a:lnTo>
                  <a:lnTo>
                    <a:pt x="31682" y="42520"/>
                  </a:lnTo>
                  <a:lnTo>
                    <a:pt x="32913" y="38614"/>
                  </a:lnTo>
                  <a:lnTo>
                    <a:pt x="36351" y="36888"/>
                  </a:lnTo>
                  <a:lnTo>
                    <a:pt x="40682" y="36566"/>
                  </a:lnTo>
                  <a:lnTo>
                    <a:pt x="45313" y="38773"/>
                  </a:lnTo>
                  <a:lnTo>
                    <a:pt x="51433" y="39362"/>
                  </a:lnTo>
                  <a:lnTo>
                    <a:pt x="51873" y="37785"/>
                  </a:lnTo>
                  <a:lnTo>
                    <a:pt x="50051" y="36385"/>
                  </a:lnTo>
                  <a:lnTo>
                    <a:pt x="49546" y="34227"/>
                  </a:lnTo>
                  <a:lnTo>
                    <a:pt x="54589" y="29825"/>
                  </a:lnTo>
                  <a:lnTo>
                    <a:pt x="54066" y="28529"/>
                  </a:lnTo>
                  <a:lnTo>
                    <a:pt x="51862" y="28615"/>
                  </a:lnTo>
                  <a:lnTo>
                    <a:pt x="49821" y="27452"/>
                  </a:lnTo>
                  <a:lnTo>
                    <a:pt x="48730" y="25723"/>
                  </a:lnTo>
                  <a:lnTo>
                    <a:pt x="53506" y="19650"/>
                  </a:lnTo>
                  <a:lnTo>
                    <a:pt x="55754" y="18770"/>
                  </a:lnTo>
                  <a:lnTo>
                    <a:pt x="55893" y="15239"/>
                  </a:lnTo>
                  <a:lnTo>
                    <a:pt x="59029" y="13135"/>
                  </a:lnTo>
                  <a:lnTo>
                    <a:pt x="65485" y="10870"/>
                  </a:lnTo>
                  <a:lnTo>
                    <a:pt x="67216" y="9601"/>
                  </a:lnTo>
                  <a:lnTo>
                    <a:pt x="67617" y="7031"/>
                  </a:lnTo>
                  <a:lnTo>
                    <a:pt x="63792" y="2354"/>
                  </a:lnTo>
                  <a:lnTo>
                    <a:pt x="63553" y="422"/>
                  </a:lnTo>
                  <a:lnTo>
                    <a:pt x="6953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h3623"/>
            <p:cNvSpPr/>
            <p:nvPr/>
          </p:nvSpPr>
          <p:spPr>
            <a:xfrm>
              <a:off x="6190112" y="1919056"/>
              <a:ext cx="88156" cy="102928"/>
            </a:xfrm>
            <a:custGeom>
              <a:avLst/>
              <a:pathLst>
                <a:path w="88156" h="102928">
                  <a:moveTo>
                    <a:pt x="39142" y="285"/>
                  </a:moveTo>
                  <a:lnTo>
                    <a:pt x="41480" y="2915"/>
                  </a:lnTo>
                  <a:lnTo>
                    <a:pt x="41148" y="4956"/>
                  </a:lnTo>
                  <a:lnTo>
                    <a:pt x="38956" y="5526"/>
                  </a:lnTo>
                  <a:lnTo>
                    <a:pt x="38344" y="9782"/>
                  </a:lnTo>
                  <a:lnTo>
                    <a:pt x="39412" y="11046"/>
                  </a:lnTo>
                  <a:lnTo>
                    <a:pt x="44608" y="9785"/>
                  </a:lnTo>
                  <a:lnTo>
                    <a:pt x="41893" y="13569"/>
                  </a:lnTo>
                  <a:lnTo>
                    <a:pt x="43481" y="16083"/>
                  </a:lnTo>
                  <a:lnTo>
                    <a:pt x="47803" y="13505"/>
                  </a:lnTo>
                  <a:lnTo>
                    <a:pt x="52154" y="12166"/>
                  </a:lnTo>
                  <a:lnTo>
                    <a:pt x="60576" y="13837"/>
                  </a:lnTo>
                  <a:lnTo>
                    <a:pt x="63769" y="17767"/>
                  </a:lnTo>
                  <a:lnTo>
                    <a:pt x="63221" y="18069"/>
                  </a:lnTo>
                  <a:lnTo>
                    <a:pt x="65050" y="21438"/>
                  </a:lnTo>
                  <a:lnTo>
                    <a:pt x="62955" y="26267"/>
                  </a:lnTo>
                  <a:lnTo>
                    <a:pt x="56009" y="30504"/>
                  </a:lnTo>
                  <a:lnTo>
                    <a:pt x="62000" y="32080"/>
                  </a:lnTo>
                  <a:lnTo>
                    <a:pt x="61145" y="35704"/>
                  </a:lnTo>
                  <a:lnTo>
                    <a:pt x="62840" y="39032"/>
                  </a:lnTo>
                  <a:lnTo>
                    <a:pt x="67375" y="44196"/>
                  </a:lnTo>
                  <a:lnTo>
                    <a:pt x="67092" y="45480"/>
                  </a:lnTo>
                  <a:lnTo>
                    <a:pt x="64111" y="47154"/>
                  </a:lnTo>
                  <a:lnTo>
                    <a:pt x="60664" y="46966"/>
                  </a:lnTo>
                  <a:lnTo>
                    <a:pt x="62660" y="53528"/>
                  </a:lnTo>
                  <a:lnTo>
                    <a:pt x="65277" y="54378"/>
                  </a:lnTo>
                  <a:lnTo>
                    <a:pt x="67036" y="56918"/>
                  </a:lnTo>
                  <a:lnTo>
                    <a:pt x="67170" y="59206"/>
                  </a:lnTo>
                  <a:lnTo>
                    <a:pt x="78672" y="58738"/>
                  </a:lnTo>
                  <a:lnTo>
                    <a:pt x="81665" y="61393"/>
                  </a:lnTo>
                  <a:lnTo>
                    <a:pt x="85661" y="67629"/>
                  </a:lnTo>
                  <a:lnTo>
                    <a:pt x="84817" y="67821"/>
                  </a:lnTo>
                  <a:lnTo>
                    <a:pt x="88156" y="72697"/>
                  </a:lnTo>
                  <a:lnTo>
                    <a:pt x="87988" y="76122"/>
                  </a:lnTo>
                  <a:lnTo>
                    <a:pt x="85679" y="75612"/>
                  </a:lnTo>
                  <a:lnTo>
                    <a:pt x="81949" y="71560"/>
                  </a:lnTo>
                  <a:lnTo>
                    <a:pt x="76258" y="74829"/>
                  </a:lnTo>
                  <a:lnTo>
                    <a:pt x="75057" y="80819"/>
                  </a:lnTo>
                  <a:lnTo>
                    <a:pt x="76061" y="82051"/>
                  </a:lnTo>
                  <a:lnTo>
                    <a:pt x="74512" y="83021"/>
                  </a:lnTo>
                  <a:lnTo>
                    <a:pt x="72713" y="82713"/>
                  </a:lnTo>
                  <a:lnTo>
                    <a:pt x="67789" y="78774"/>
                  </a:lnTo>
                  <a:lnTo>
                    <a:pt x="65752" y="82241"/>
                  </a:lnTo>
                  <a:lnTo>
                    <a:pt x="65315" y="85182"/>
                  </a:lnTo>
                  <a:lnTo>
                    <a:pt x="60012" y="93832"/>
                  </a:lnTo>
                  <a:lnTo>
                    <a:pt x="59213" y="98542"/>
                  </a:lnTo>
                  <a:lnTo>
                    <a:pt x="57333" y="102928"/>
                  </a:lnTo>
                  <a:lnTo>
                    <a:pt x="56970" y="100541"/>
                  </a:lnTo>
                  <a:lnTo>
                    <a:pt x="53844" y="100709"/>
                  </a:lnTo>
                  <a:lnTo>
                    <a:pt x="54932" y="95675"/>
                  </a:lnTo>
                  <a:lnTo>
                    <a:pt x="52313" y="87689"/>
                  </a:lnTo>
                  <a:lnTo>
                    <a:pt x="50703" y="89218"/>
                  </a:lnTo>
                  <a:lnTo>
                    <a:pt x="46981" y="90544"/>
                  </a:lnTo>
                  <a:lnTo>
                    <a:pt x="36208" y="81243"/>
                  </a:lnTo>
                  <a:lnTo>
                    <a:pt x="37138" y="72672"/>
                  </a:lnTo>
                  <a:lnTo>
                    <a:pt x="34819" y="72304"/>
                  </a:lnTo>
                  <a:lnTo>
                    <a:pt x="31345" y="76290"/>
                  </a:lnTo>
                  <a:lnTo>
                    <a:pt x="22942" y="76755"/>
                  </a:lnTo>
                  <a:lnTo>
                    <a:pt x="21183" y="74933"/>
                  </a:lnTo>
                  <a:lnTo>
                    <a:pt x="20632" y="61319"/>
                  </a:lnTo>
                  <a:lnTo>
                    <a:pt x="24725" y="56457"/>
                  </a:lnTo>
                  <a:lnTo>
                    <a:pt x="23816" y="52268"/>
                  </a:lnTo>
                  <a:lnTo>
                    <a:pt x="17976" y="37631"/>
                  </a:lnTo>
                  <a:lnTo>
                    <a:pt x="22580" y="37157"/>
                  </a:lnTo>
                  <a:lnTo>
                    <a:pt x="17835" y="33238"/>
                  </a:lnTo>
                  <a:lnTo>
                    <a:pt x="16482" y="33335"/>
                  </a:lnTo>
                  <a:lnTo>
                    <a:pt x="16262" y="35454"/>
                  </a:lnTo>
                  <a:lnTo>
                    <a:pt x="14079" y="35106"/>
                  </a:lnTo>
                  <a:lnTo>
                    <a:pt x="10525" y="31322"/>
                  </a:lnTo>
                  <a:lnTo>
                    <a:pt x="6828" y="31473"/>
                  </a:lnTo>
                  <a:lnTo>
                    <a:pt x="3000" y="27866"/>
                  </a:lnTo>
                  <a:lnTo>
                    <a:pt x="0" y="23492"/>
                  </a:lnTo>
                  <a:lnTo>
                    <a:pt x="237" y="19489"/>
                  </a:lnTo>
                  <a:lnTo>
                    <a:pt x="360" y="18272"/>
                  </a:lnTo>
                  <a:lnTo>
                    <a:pt x="4240" y="19092"/>
                  </a:lnTo>
                  <a:lnTo>
                    <a:pt x="9058" y="22695"/>
                  </a:lnTo>
                  <a:lnTo>
                    <a:pt x="11726" y="23140"/>
                  </a:lnTo>
                  <a:lnTo>
                    <a:pt x="13319" y="23317"/>
                  </a:lnTo>
                  <a:lnTo>
                    <a:pt x="12625" y="21398"/>
                  </a:lnTo>
                  <a:lnTo>
                    <a:pt x="13351" y="20884"/>
                  </a:lnTo>
                  <a:lnTo>
                    <a:pt x="19070" y="21391"/>
                  </a:lnTo>
                  <a:lnTo>
                    <a:pt x="21664" y="22596"/>
                  </a:lnTo>
                  <a:lnTo>
                    <a:pt x="25012" y="19521"/>
                  </a:lnTo>
                  <a:lnTo>
                    <a:pt x="26830" y="11343"/>
                  </a:lnTo>
                  <a:lnTo>
                    <a:pt x="31215" y="12166"/>
                  </a:lnTo>
                  <a:lnTo>
                    <a:pt x="32264" y="11434"/>
                  </a:lnTo>
                  <a:lnTo>
                    <a:pt x="32595" y="9289"/>
                  </a:lnTo>
                  <a:lnTo>
                    <a:pt x="34040" y="5904"/>
                  </a:lnTo>
                  <a:lnTo>
                    <a:pt x="36929" y="6619"/>
                  </a:lnTo>
                  <a:lnTo>
                    <a:pt x="37508" y="4210"/>
                  </a:lnTo>
                  <a:lnTo>
                    <a:pt x="3538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h3624"/>
            <p:cNvSpPr/>
            <p:nvPr/>
          </p:nvSpPr>
          <p:spPr>
            <a:xfrm>
              <a:off x="6441856" y="1851205"/>
              <a:ext cx="195600" cy="184085"/>
            </a:xfrm>
            <a:custGeom>
              <a:avLst/>
              <a:pathLst>
                <a:path w="195600" h="184085">
                  <a:moveTo>
                    <a:pt x="98795" y="1868"/>
                  </a:moveTo>
                  <a:lnTo>
                    <a:pt x="102015" y="4632"/>
                  </a:lnTo>
                  <a:lnTo>
                    <a:pt x="101958" y="8418"/>
                  </a:lnTo>
                  <a:lnTo>
                    <a:pt x="109604" y="11051"/>
                  </a:lnTo>
                  <a:lnTo>
                    <a:pt x="103834" y="17985"/>
                  </a:lnTo>
                  <a:lnTo>
                    <a:pt x="107545" y="18907"/>
                  </a:lnTo>
                  <a:lnTo>
                    <a:pt x="112025" y="22837"/>
                  </a:lnTo>
                  <a:lnTo>
                    <a:pt x="114522" y="20018"/>
                  </a:lnTo>
                  <a:lnTo>
                    <a:pt x="118426" y="24537"/>
                  </a:lnTo>
                  <a:lnTo>
                    <a:pt x="124310" y="17849"/>
                  </a:lnTo>
                  <a:lnTo>
                    <a:pt x="124469" y="15297"/>
                  </a:lnTo>
                  <a:lnTo>
                    <a:pt x="126878" y="8329"/>
                  </a:lnTo>
                  <a:lnTo>
                    <a:pt x="131039" y="10715"/>
                  </a:lnTo>
                  <a:lnTo>
                    <a:pt x="135834" y="12315"/>
                  </a:lnTo>
                  <a:lnTo>
                    <a:pt x="138879" y="8457"/>
                  </a:lnTo>
                  <a:lnTo>
                    <a:pt x="143667" y="12574"/>
                  </a:lnTo>
                  <a:lnTo>
                    <a:pt x="146677" y="18145"/>
                  </a:lnTo>
                  <a:lnTo>
                    <a:pt x="145738" y="22692"/>
                  </a:lnTo>
                  <a:lnTo>
                    <a:pt x="149874" y="28233"/>
                  </a:lnTo>
                  <a:lnTo>
                    <a:pt x="155196" y="21944"/>
                  </a:lnTo>
                  <a:lnTo>
                    <a:pt x="161028" y="22311"/>
                  </a:lnTo>
                  <a:lnTo>
                    <a:pt x="161100" y="25956"/>
                  </a:lnTo>
                  <a:lnTo>
                    <a:pt x="170910" y="22617"/>
                  </a:lnTo>
                  <a:lnTo>
                    <a:pt x="184638" y="28806"/>
                  </a:lnTo>
                  <a:lnTo>
                    <a:pt x="186653" y="22937"/>
                  </a:lnTo>
                  <a:lnTo>
                    <a:pt x="192177" y="22270"/>
                  </a:lnTo>
                  <a:lnTo>
                    <a:pt x="195600" y="24391"/>
                  </a:lnTo>
                  <a:lnTo>
                    <a:pt x="193948" y="30648"/>
                  </a:lnTo>
                  <a:lnTo>
                    <a:pt x="193801" y="34912"/>
                  </a:lnTo>
                  <a:lnTo>
                    <a:pt x="183640" y="55309"/>
                  </a:lnTo>
                  <a:lnTo>
                    <a:pt x="179528" y="62926"/>
                  </a:lnTo>
                  <a:lnTo>
                    <a:pt x="178914" y="62632"/>
                  </a:lnTo>
                  <a:lnTo>
                    <a:pt x="167033" y="87233"/>
                  </a:lnTo>
                  <a:lnTo>
                    <a:pt x="159886" y="105645"/>
                  </a:lnTo>
                  <a:lnTo>
                    <a:pt x="165576" y="107543"/>
                  </a:lnTo>
                  <a:lnTo>
                    <a:pt x="163731" y="113232"/>
                  </a:lnTo>
                  <a:lnTo>
                    <a:pt x="158038" y="111345"/>
                  </a:lnTo>
                  <a:lnTo>
                    <a:pt x="158795" y="109050"/>
                  </a:lnTo>
                  <a:lnTo>
                    <a:pt x="156549" y="108299"/>
                  </a:lnTo>
                  <a:lnTo>
                    <a:pt x="157797" y="116462"/>
                  </a:lnTo>
                  <a:lnTo>
                    <a:pt x="157453" y="120723"/>
                  </a:lnTo>
                  <a:lnTo>
                    <a:pt x="155755" y="123470"/>
                  </a:lnTo>
                  <a:lnTo>
                    <a:pt x="157620" y="124604"/>
                  </a:lnTo>
                  <a:lnTo>
                    <a:pt x="162650" y="124673"/>
                  </a:lnTo>
                  <a:lnTo>
                    <a:pt x="158532" y="128469"/>
                  </a:lnTo>
                  <a:lnTo>
                    <a:pt x="164800" y="136222"/>
                  </a:lnTo>
                  <a:lnTo>
                    <a:pt x="162772" y="147053"/>
                  </a:lnTo>
                  <a:lnTo>
                    <a:pt x="164279" y="154401"/>
                  </a:lnTo>
                  <a:lnTo>
                    <a:pt x="166013" y="153588"/>
                  </a:lnTo>
                  <a:lnTo>
                    <a:pt x="166988" y="158314"/>
                  </a:lnTo>
                  <a:lnTo>
                    <a:pt x="134558" y="157279"/>
                  </a:lnTo>
                  <a:lnTo>
                    <a:pt x="133712" y="159342"/>
                  </a:lnTo>
                  <a:lnTo>
                    <a:pt x="124960" y="157229"/>
                  </a:lnTo>
                  <a:lnTo>
                    <a:pt x="120444" y="160717"/>
                  </a:lnTo>
                  <a:lnTo>
                    <a:pt x="117730" y="159914"/>
                  </a:lnTo>
                  <a:lnTo>
                    <a:pt x="113122" y="157048"/>
                  </a:lnTo>
                  <a:lnTo>
                    <a:pt x="99787" y="164185"/>
                  </a:lnTo>
                  <a:lnTo>
                    <a:pt x="91576" y="171881"/>
                  </a:lnTo>
                  <a:lnTo>
                    <a:pt x="85644" y="167812"/>
                  </a:lnTo>
                  <a:lnTo>
                    <a:pt x="83647" y="172427"/>
                  </a:lnTo>
                  <a:lnTo>
                    <a:pt x="76344" y="173531"/>
                  </a:lnTo>
                  <a:lnTo>
                    <a:pt x="73939" y="171486"/>
                  </a:lnTo>
                  <a:lnTo>
                    <a:pt x="67880" y="168492"/>
                  </a:lnTo>
                  <a:lnTo>
                    <a:pt x="60700" y="167118"/>
                  </a:lnTo>
                  <a:lnTo>
                    <a:pt x="55450" y="169280"/>
                  </a:lnTo>
                  <a:lnTo>
                    <a:pt x="58058" y="173873"/>
                  </a:lnTo>
                  <a:lnTo>
                    <a:pt x="55569" y="175978"/>
                  </a:lnTo>
                  <a:lnTo>
                    <a:pt x="51844" y="171766"/>
                  </a:lnTo>
                  <a:lnTo>
                    <a:pt x="50193" y="170672"/>
                  </a:lnTo>
                  <a:lnTo>
                    <a:pt x="48509" y="170747"/>
                  </a:lnTo>
                  <a:lnTo>
                    <a:pt x="47650" y="170941"/>
                  </a:lnTo>
                  <a:lnTo>
                    <a:pt x="47491" y="173428"/>
                  </a:lnTo>
                  <a:lnTo>
                    <a:pt x="41496" y="172949"/>
                  </a:lnTo>
                  <a:lnTo>
                    <a:pt x="39841" y="174352"/>
                  </a:lnTo>
                  <a:lnTo>
                    <a:pt x="36599" y="177785"/>
                  </a:lnTo>
                  <a:lnTo>
                    <a:pt x="36420" y="182613"/>
                  </a:lnTo>
                  <a:lnTo>
                    <a:pt x="31812" y="183760"/>
                  </a:lnTo>
                  <a:lnTo>
                    <a:pt x="31240" y="181564"/>
                  </a:lnTo>
                  <a:lnTo>
                    <a:pt x="26289" y="179734"/>
                  </a:lnTo>
                  <a:lnTo>
                    <a:pt x="20862" y="180470"/>
                  </a:lnTo>
                  <a:lnTo>
                    <a:pt x="21460" y="181406"/>
                  </a:lnTo>
                  <a:lnTo>
                    <a:pt x="14546" y="178330"/>
                  </a:lnTo>
                  <a:lnTo>
                    <a:pt x="13770" y="184085"/>
                  </a:lnTo>
                  <a:lnTo>
                    <a:pt x="6894" y="177394"/>
                  </a:lnTo>
                  <a:lnTo>
                    <a:pt x="5764" y="177796"/>
                  </a:lnTo>
                  <a:lnTo>
                    <a:pt x="3347" y="175823"/>
                  </a:lnTo>
                  <a:lnTo>
                    <a:pt x="2095" y="173741"/>
                  </a:lnTo>
                  <a:lnTo>
                    <a:pt x="1819" y="172920"/>
                  </a:lnTo>
                  <a:lnTo>
                    <a:pt x="5684" y="167600"/>
                  </a:lnTo>
                  <a:lnTo>
                    <a:pt x="9936" y="166099"/>
                  </a:lnTo>
                  <a:lnTo>
                    <a:pt x="10587" y="163897"/>
                  </a:lnTo>
                  <a:lnTo>
                    <a:pt x="10675" y="158110"/>
                  </a:lnTo>
                  <a:lnTo>
                    <a:pt x="5773" y="156499"/>
                  </a:lnTo>
                  <a:lnTo>
                    <a:pt x="672" y="149484"/>
                  </a:lnTo>
                  <a:lnTo>
                    <a:pt x="403" y="139671"/>
                  </a:lnTo>
                  <a:lnTo>
                    <a:pt x="4791" y="138248"/>
                  </a:lnTo>
                  <a:lnTo>
                    <a:pt x="0" y="135792"/>
                  </a:lnTo>
                  <a:lnTo>
                    <a:pt x="3791" y="130124"/>
                  </a:lnTo>
                  <a:lnTo>
                    <a:pt x="7699" y="127874"/>
                  </a:lnTo>
                  <a:lnTo>
                    <a:pt x="23416" y="128201"/>
                  </a:lnTo>
                  <a:lnTo>
                    <a:pt x="29999" y="124933"/>
                  </a:lnTo>
                  <a:lnTo>
                    <a:pt x="32125" y="124570"/>
                  </a:lnTo>
                  <a:lnTo>
                    <a:pt x="34468" y="126044"/>
                  </a:lnTo>
                  <a:lnTo>
                    <a:pt x="33621" y="128555"/>
                  </a:lnTo>
                  <a:lnTo>
                    <a:pt x="32538" y="129449"/>
                  </a:lnTo>
                  <a:lnTo>
                    <a:pt x="33263" y="131022"/>
                  </a:lnTo>
                  <a:lnTo>
                    <a:pt x="34895" y="131484"/>
                  </a:lnTo>
                  <a:lnTo>
                    <a:pt x="37521" y="128209"/>
                  </a:lnTo>
                  <a:lnTo>
                    <a:pt x="50837" y="124506"/>
                  </a:lnTo>
                  <a:lnTo>
                    <a:pt x="50172" y="122334"/>
                  </a:lnTo>
                  <a:lnTo>
                    <a:pt x="51275" y="121550"/>
                  </a:lnTo>
                  <a:lnTo>
                    <a:pt x="62637" y="117906"/>
                  </a:lnTo>
                  <a:lnTo>
                    <a:pt x="62069" y="116877"/>
                  </a:lnTo>
                  <a:lnTo>
                    <a:pt x="59919" y="115935"/>
                  </a:lnTo>
                  <a:lnTo>
                    <a:pt x="56956" y="116036"/>
                  </a:lnTo>
                  <a:lnTo>
                    <a:pt x="55626" y="115022"/>
                  </a:lnTo>
                  <a:lnTo>
                    <a:pt x="55055" y="107898"/>
                  </a:lnTo>
                  <a:lnTo>
                    <a:pt x="52120" y="105539"/>
                  </a:lnTo>
                  <a:lnTo>
                    <a:pt x="51081" y="100317"/>
                  </a:lnTo>
                  <a:lnTo>
                    <a:pt x="54767" y="98923"/>
                  </a:lnTo>
                  <a:lnTo>
                    <a:pt x="56015" y="97024"/>
                  </a:lnTo>
                  <a:lnTo>
                    <a:pt x="55930" y="95786"/>
                  </a:lnTo>
                  <a:lnTo>
                    <a:pt x="55174" y="94729"/>
                  </a:lnTo>
                  <a:lnTo>
                    <a:pt x="47247" y="91188"/>
                  </a:lnTo>
                  <a:lnTo>
                    <a:pt x="39953" y="76352"/>
                  </a:lnTo>
                  <a:lnTo>
                    <a:pt x="40729" y="74250"/>
                  </a:lnTo>
                  <a:lnTo>
                    <a:pt x="41754" y="75151"/>
                  </a:lnTo>
                  <a:lnTo>
                    <a:pt x="48532" y="70654"/>
                  </a:lnTo>
                  <a:lnTo>
                    <a:pt x="49162" y="68534"/>
                  </a:lnTo>
                  <a:lnTo>
                    <a:pt x="53328" y="68953"/>
                  </a:lnTo>
                  <a:lnTo>
                    <a:pt x="53773" y="69774"/>
                  </a:lnTo>
                  <a:lnTo>
                    <a:pt x="57518" y="68999"/>
                  </a:lnTo>
                  <a:lnTo>
                    <a:pt x="69494" y="51465"/>
                  </a:lnTo>
                  <a:lnTo>
                    <a:pt x="71578" y="34744"/>
                  </a:lnTo>
                  <a:lnTo>
                    <a:pt x="74214" y="30441"/>
                  </a:lnTo>
                  <a:lnTo>
                    <a:pt x="73800" y="28911"/>
                  </a:lnTo>
                  <a:lnTo>
                    <a:pt x="68597" y="30077"/>
                  </a:lnTo>
                  <a:lnTo>
                    <a:pt x="68798" y="24742"/>
                  </a:lnTo>
                  <a:lnTo>
                    <a:pt x="77684" y="22518"/>
                  </a:lnTo>
                  <a:lnTo>
                    <a:pt x="77402" y="20183"/>
                  </a:lnTo>
                  <a:lnTo>
                    <a:pt x="81276" y="16697"/>
                  </a:lnTo>
                  <a:lnTo>
                    <a:pt x="85163" y="16830"/>
                  </a:lnTo>
                  <a:lnTo>
                    <a:pt x="82159" y="9807"/>
                  </a:lnTo>
                  <a:lnTo>
                    <a:pt x="81031" y="9723"/>
                  </a:lnTo>
                  <a:lnTo>
                    <a:pt x="81129" y="5075"/>
                  </a:lnTo>
                  <a:lnTo>
                    <a:pt x="929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h3625"/>
            <p:cNvSpPr/>
            <p:nvPr/>
          </p:nvSpPr>
          <p:spPr>
            <a:xfrm>
              <a:off x="6178026" y="1566464"/>
              <a:ext cx="132170" cy="178939"/>
            </a:xfrm>
            <a:custGeom>
              <a:avLst/>
              <a:pathLst>
                <a:path w="132170" h="178939">
                  <a:moveTo>
                    <a:pt x="67173" y="397"/>
                  </a:moveTo>
                  <a:lnTo>
                    <a:pt x="74297" y="850"/>
                  </a:lnTo>
                  <a:lnTo>
                    <a:pt x="74873" y="8364"/>
                  </a:lnTo>
                  <a:lnTo>
                    <a:pt x="72218" y="9572"/>
                  </a:lnTo>
                  <a:lnTo>
                    <a:pt x="72160" y="14063"/>
                  </a:lnTo>
                  <a:lnTo>
                    <a:pt x="70409" y="18996"/>
                  </a:lnTo>
                  <a:lnTo>
                    <a:pt x="67978" y="20330"/>
                  </a:lnTo>
                  <a:lnTo>
                    <a:pt x="61113" y="20218"/>
                  </a:lnTo>
                  <a:lnTo>
                    <a:pt x="69477" y="30988"/>
                  </a:lnTo>
                  <a:lnTo>
                    <a:pt x="64542" y="35881"/>
                  </a:lnTo>
                  <a:lnTo>
                    <a:pt x="61971" y="40923"/>
                  </a:lnTo>
                  <a:lnTo>
                    <a:pt x="70273" y="40908"/>
                  </a:lnTo>
                  <a:lnTo>
                    <a:pt x="53657" y="61096"/>
                  </a:lnTo>
                  <a:lnTo>
                    <a:pt x="63141" y="69523"/>
                  </a:lnTo>
                  <a:lnTo>
                    <a:pt x="56897" y="77290"/>
                  </a:lnTo>
                  <a:lnTo>
                    <a:pt x="61861" y="77879"/>
                  </a:lnTo>
                  <a:lnTo>
                    <a:pt x="65150" y="73570"/>
                  </a:lnTo>
                  <a:lnTo>
                    <a:pt x="67211" y="75292"/>
                  </a:lnTo>
                  <a:lnTo>
                    <a:pt x="71040" y="70454"/>
                  </a:lnTo>
                  <a:lnTo>
                    <a:pt x="74065" y="72054"/>
                  </a:lnTo>
                  <a:lnTo>
                    <a:pt x="79918" y="73336"/>
                  </a:lnTo>
                  <a:lnTo>
                    <a:pt x="84870" y="78082"/>
                  </a:lnTo>
                  <a:lnTo>
                    <a:pt x="84584" y="80577"/>
                  </a:lnTo>
                  <a:lnTo>
                    <a:pt x="104818" y="87989"/>
                  </a:lnTo>
                  <a:lnTo>
                    <a:pt x="98783" y="112011"/>
                  </a:lnTo>
                  <a:lnTo>
                    <a:pt x="99076" y="114534"/>
                  </a:lnTo>
                  <a:lnTo>
                    <a:pt x="100814" y="116288"/>
                  </a:lnTo>
                  <a:lnTo>
                    <a:pt x="102366" y="120034"/>
                  </a:lnTo>
                  <a:lnTo>
                    <a:pt x="102807" y="122942"/>
                  </a:lnTo>
                  <a:lnTo>
                    <a:pt x="101916" y="125182"/>
                  </a:lnTo>
                  <a:lnTo>
                    <a:pt x="104326" y="129318"/>
                  </a:lnTo>
                  <a:lnTo>
                    <a:pt x="110228" y="131842"/>
                  </a:lnTo>
                  <a:lnTo>
                    <a:pt x="114662" y="132432"/>
                  </a:lnTo>
                  <a:lnTo>
                    <a:pt x="113401" y="136331"/>
                  </a:lnTo>
                  <a:lnTo>
                    <a:pt x="114622" y="141104"/>
                  </a:lnTo>
                  <a:lnTo>
                    <a:pt x="117470" y="145469"/>
                  </a:lnTo>
                  <a:lnTo>
                    <a:pt x="115795" y="147056"/>
                  </a:lnTo>
                  <a:lnTo>
                    <a:pt x="113665" y="146421"/>
                  </a:lnTo>
                  <a:lnTo>
                    <a:pt x="113424" y="155421"/>
                  </a:lnTo>
                  <a:lnTo>
                    <a:pt x="119826" y="156668"/>
                  </a:lnTo>
                  <a:lnTo>
                    <a:pt x="119712" y="160604"/>
                  </a:lnTo>
                  <a:lnTo>
                    <a:pt x="132170" y="173802"/>
                  </a:lnTo>
                  <a:lnTo>
                    <a:pt x="125988" y="174010"/>
                  </a:lnTo>
                  <a:lnTo>
                    <a:pt x="112413" y="172673"/>
                  </a:lnTo>
                  <a:lnTo>
                    <a:pt x="101536" y="178437"/>
                  </a:lnTo>
                  <a:lnTo>
                    <a:pt x="96779" y="175661"/>
                  </a:lnTo>
                  <a:lnTo>
                    <a:pt x="91095" y="174913"/>
                  </a:lnTo>
                  <a:lnTo>
                    <a:pt x="86621" y="178939"/>
                  </a:lnTo>
                  <a:lnTo>
                    <a:pt x="80857" y="177462"/>
                  </a:lnTo>
                  <a:lnTo>
                    <a:pt x="74777" y="177924"/>
                  </a:lnTo>
                  <a:lnTo>
                    <a:pt x="72464" y="173595"/>
                  </a:lnTo>
                  <a:lnTo>
                    <a:pt x="63642" y="173814"/>
                  </a:lnTo>
                  <a:lnTo>
                    <a:pt x="64263" y="172740"/>
                  </a:lnTo>
                  <a:lnTo>
                    <a:pt x="62547" y="170653"/>
                  </a:lnTo>
                  <a:lnTo>
                    <a:pt x="50968" y="172917"/>
                  </a:lnTo>
                  <a:lnTo>
                    <a:pt x="36349" y="172096"/>
                  </a:lnTo>
                  <a:lnTo>
                    <a:pt x="32900" y="173440"/>
                  </a:lnTo>
                  <a:lnTo>
                    <a:pt x="29363" y="177298"/>
                  </a:lnTo>
                  <a:lnTo>
                    <a:pt x="26088" y="177380"/>
                  </a:lnTo>
                  <a:lnTo>
                    <a:pt x="28825" y="165391"/>
                  </a:lnTo>
                  <a:lnTo>
                    <a:pt x="28132" y="159094"/>
                  </a:lnTo>
                  <a:lnTo>
                    <a:pt x="24205" y="159474"/>
                  </a:lnTo>
                  <a:lnTo>
                    <a:pt x="25589" y="155074"/>
                  </a:lnTo>
                  <a:lnTo>
                    <a:pt x="25434" y="151203"/>
                  </a:lnTo>
                  <a:lnTo>
                    <a:pt x="22064" y="145963"/>
                  </a:lnTo>
                  <a:lnTo>
                    <a:pt x="22216" y="141059"/>
                  </a:lnTo>
                  <a:lnTo>
                    <a:pt x="21649" y="139703"/>
                  </a:lnTo>
                  <a:lnTo>
                    <a:pt x="14912" y="141367"/>
                  </a:lnTo>
                  <a:lnTo>
                    <a:pt x="17288" y="134354"/>
                  </a:lnTo>
                  <a:lnTo>
                    <a:pt x="13451" y="128872"/>
                  </a:lnTo>
                  <a:lnTo>
                    <a:pt x="10354" y="129113"/>
                  </a:lnTo>
                  <a:lnTo>
                    <a:pt x="8060" y="126778"/>
                  </a:lnTo>
                  <a:lnTo>
                    <a:pt x="7903" y="124281"/>
                  </a:lnTo>
                  <a:lnTo>
                    <a:pt x="0" y="117279"/>
                  </a:lnTo>
                  <a:lnTo>
                    <a:pt x="23643" y="117904"/>
                  </a:lnTo>
                  <a:lnTo>
                    <a:pt x="24938" y="77910"/>
                  </a:lnTo>
                  <a:lnTo>
                    <a:pt x="23364" y="69204"/>
                  </a:lnTo>
                  <a:lnTo>
                    <a:pt x="29610" y="68301"/>
                  </a:lnTo>
                  <a:lnTo>
                    <a:pt x="28498" y="58464"/>
                  </a:lnTo>
                  <a:lnTo>
                    <a:pt x="25270" y="52811"/>
                  </a:lnTo>
                  <a:lnTo>
                    <a:pt x="21287" y="48350"/>
                  </a:lnTo>
                  <a:lnTo>
                    <a:pt x="29459" y="48493"/>
                  </a:lnTo>
                  <a:lnTo>
                    <a:pt x="30053" y="39292"/>
                  </a:lnTo>
                  <a:lnTo>
                    <a:pt x="28704" y="29382"/>
                  </a:lnTo>
                  <a:lnTo>
                    <a:pt x="23025" y="24331"/>
                  </a:lnTo>
                  <a:lnTo>
                    <a:pt x="19688" y="22485"/>
                  </a:lnTo>
                  <a:lnTo>
                    <a:pt x="20074" y="12579"/>
                  </a:lnTo>
                  <a:lnTo>
                    <a:pt x="32440" y="13061"/>
                  </a:lnTo>
                  <a:lnTo>
                    <a:pt x="37055" y="2978"/>
                  </a:lnTo>
                  <a:lnTo>
                    <a:pt x="38391" y="2987"/>
                  </a:lnTo>
                  <a:lnTo>
                    <a:pt x="42905" y="6345"/>
                  </a:lnTo>
                  <a:lnTo>
                    <a:pt x="43863" y="10764"/>
                  </a:lnTo>
                  <a:lnTo>
                    <a:pt x="48014" y="13933"/>
                  </a:lnTo>
                  <a:lnTo>
                    <a:pt x="51026" y="7563"/>
                  </a:lnTo>
                  <a:lnTo>
                    <a:pt x="54850" y="7315"/>
                  </a:lnTo>
                  <a:lnTo>
                    <a:pt x="56616" y="8311"/>
                  </a:lnTo>
                  <a:lnTo>
                    <a:pt x="6058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h3626"/>
            <p:cNvSpPr/>
            <p:nvPr/>
          </p:nvSpPr>
          <p:spPr>
            <a:xfrm>
              <a:off x="6128016" y="1927878"/>
              <a:ext cx="86821" cy="77287"/>
            </a:xfrm>
            <a:custGeom>
              <a:avLst/>
              <a:pathLst>
                <a:path w="86821" h="77287">
                  <a:moveTo>
                    <a:pt x="41899" y="650"/>
                  </a:moveTo>
                  <a:lnTo>
                    <a:pt x="52728" y="6576"/>
                  </a:lnTo>
                  <a:lnTo>
                    <a:pt x="54864" y="10644"/>
                  </a:lnTo>
                  <a:lnTo>
                    <a:pt x="59785" y="12172"/>
                  </a:lnTo>
                  <a:lnTo>
                    <a:pt x="62333" y="10667"/>
                  </a:lnTo>
                  <a:lnTo>
                    <a:pt x="62096" y="14670"/>
                  </a:lnTo>
                  <a:lnTo>
                    <a:pt x="65097" y="19044"/>
                  </a:lnTo>
                  <a:lnTo>
                    <a:pt x="68924" y="22651"/>
                  </a:lnTo>
                  <a:lnTo>
                    <a:pt x="72622" y="22500"/>
                  </a:lnTo>
                  <a:lnTo>
                    <a:pt x="76175" y="26284"/>
                  </a:lnTo>
                  <a:lnTo>
                    <a:pt x="78358" y="26632"/>
                  </a:lnTo>
                  <a:lnTo>
                    <a:pt x="78578" y="24514"/>
                  </a:lnTo>
                  <a:lnTo>
                    <a:pt x="79931" y="24416"/>
                  </a:lnTo>
                  <a:lnTo>
                    <a:pt x="84676" y="28335"/>
                  </a:lnTo>
                  <a:lnTo>
                    <a:pt x="80072" y="28809"/>
                  </a:lnTo>
                  <a:lnTo>
                    <a:pt x="85912" y="43446"/>
                  </a:lnTo>
                  <a:lnTo>
                    <a:pt x="86821" y="47635"/>
                  </a:lnTo>
                  <a:lnTo>
                    <a:pt x="82729" y="52497"/>
                  </a:lnTo>
                  <a:lnTo>
                    <a:pt x="83279" y="66111"/>
                  </a:lnTo>
                  <a:lnTo>
                    <a:pt x="82141" y="66943"/>
                  </a:lnTo>
                  <a:lnTo>
                    <a:pt x="73884" y="66936"/>
                  </a:lnTo>
                  <a:lnTo>
                    <a:pt x="68930" y="77287"/>
                  </a:lnTo>
                  <a:lnTo>
                    <a:pt x="54545" y="61477"/>
                  </a:lnTo>
                  <a:lnTo>
                    <a:pt x="44042" y="55687"/>
                  </a:lnTo>
                  <a:lnTo>
                    <a:pt x="40900" y="57215"/>
                  </a:lnTo>
                  <a:lnTo>
                    <a:pt x="27784" y="69464"/>
                  </a:lnTo>
                  <a:lnTo>
                    <a:pt x="25326" y="75049"/>
                  </a:lnTo>
                  <a:lnTo>
                    <a:pt x="23479" y="75593"/>
                  </a:lnTo>
                  <a:lnTo>
                    <a:pt x="22337" y="74082"/>
                  </a:lnTo>
                  <a:lnTo>
                    <a:pt x="15704" y="61683"/>
                  </a:lnTo>
                  <a:lnTo>
                    <a:pt x="13355" y="62660"/>
                  </a:lnTo>
                  <a:lnTo>
                    <a:pt x="10470" y="66414"/>
                  </a:lnTo>
                  <a:lnTo>
                    <a:pt x="5434" y="65879"/>
                  </a:lnTo>
                  <a:lnTo>
                    <a:pt x="2674" y="62204"/>
                  </a:lnTo>
                  <a:lnTo>
                    <a:pt x="1530" y="61704"/>
                  </a:lnTo>
                  <a:lnTo>
                    <a:pt x="62" y="60134"/>
                  </a:lnTo>
                  <a:lnTo>
                    <a:pt x="0" y="58354"/>
                  </a:lnTo>
                  <a:lnTo>
                    <a:pt x="4928" y="58581"/>
                  </a:lnTo>
                  <a:lnTo>
                    <a:pt x="7357" y="59552"/>
                  </a:lnTo>
                  <a:lnTo>
                    <a:pt x="9097" y="55383"/>
                  </a:lnTo>
                  <a:lnTo>
                    <a:pt x="17069" y="43131"/>
                  </a:lnTo>
                  <a:lnTo>
                    <a:pt x="15250" y="32175"/>
                  </a:lnTo>
                  <a:lnTo>
                    <a:pt x="16658" y="29368"/>
                  </a:lnTo>
                  <a:lnTo>
                    <a:pt x="17369" y="25564"/>
                  </a:lnTo>
                  <a:lnTo>
                    <a:pt x="16710" y="20778"/>
                  </a:lnTo>
                  <a:lnTo>
                    <a:pt x="17397" y="21074"/>
                  </a:lnTo>
                  <a:lnTo>
                    <a:pt x="21955" y="17794"/>
                  </a:lnTo>
                  <a:lnTo>
                    <a:pt x="18641" y="8967"/>
                  </a:lnTo>
                  <a:lnTo>
                    <a:pt x="20189" y="7245"/>
                  </a:lnTo>
                  <a:lnTo>
                    <a:pt x="24230" y="7775"/>
                  </a:lnTo>
                  <a:lnTo>
                    <a:pt x="24806" y="4078"/>
                  </a:lnTo>
                  <a:lnTo>
                    <a:pt x="26563" y="2569"/>
                  </a:lnTo>
                  <a:lnTo>
                    <a:pt x="29316" y="2387"/>
                  </a:lnTo>
                  <a:lnTo>
                    <a:pt x="35762" y="4125"/>
                  </a:lnTo>
                  <a:lnTo>
                    <a:pt x="37287" y="2976"/>
                  </a:lnTo>
                  <a:lnTo>
                    <a:pt x="37419" y="1194"/>
                  </a:lnTo>
                  <a:lnTo>
                    <a:pt x="3916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h3627"/>
            <p:cNvSpPr/>
            <p:nvPr/>
          </p:nvSpPr>
          <p:spPr>
            <a:xfrm>
              <a:off x="6115916" y="2037872"/>
              <a:ext cx="81970" cy="87910"/>
            </a:xfrm>
            <a:custGeom>
              <a:avLst/>
              <a:pathLst>
                <a:path w="81970" h="87910">
                  <a:moveTo>
                    <a:pt x="58729" y="16199"/>
                  </a:moveTo>
                  <a:lnTo>
                    <a:pt x="63972" y="19028"/>
                  </a:lnTo>
                  <a:lnTo>
                    <a:pt x="71544" y="21317"/>
                  </a:lnTo>
                  <a:lnTo>
                    <a:pt x="75013" y="27739"/>
                  </a:lnTo>
                  <a:lnTo>
                    <a:pt x="72206" y="27503"/>
                  </a:lnTo>
                  <a:lnTo>
                    <a:pt x="81970" y="42610"/>
                  </a:lnTo>
                  <a:lnTo>
                    <a:pt x="66733" y="51139"/>
                  </a:lnTo>
                  <a:lnTo>
                    <a:pt x="59083" y="53211"/>
                  </a:lnTo>
                  <a:lnTo>
                    <a:pt x="56327" y="55982"/>
                  </a:lnTo>
                  <a:lnTo>
                    <a:pt x="56358" y="61060"/>
                  </a:lnTo>
                  <a:lnTo>
                    <a:pt x="53345" y="67948"/>
                  </a:lnTo>
                  <a:lnTo>
                    <a:pt x="52347" y="68726"/>
                  </a:lnTo>
                  <a:lnTo>
                    <a:pt x="50928" y="68415"/>
                  </a:lnTo>
                  <a:lnTo>
                    <a:pt x="39702" y="63006"/>
                  </a:lnTo>
                  <a:lnTo>
                    <a:pt x="27375" y="58647"/>
                  </a:lnTo>
                  <a:lnTo>
                    <a:pt x="26275" y="61722"/>
                  </a:lnTo>
                  <a:lnTo>
                    <a:pt x="26771" y="64615"/>
                  </a:lnTo>
                  <a:lnTo>
                    <a:pt x="29556" y="69319"/>
                  </a:lnTo>
                  <a:lnTo>
                    <a:pt x="26579" y="77773"/>
                  </a:lnTo>
                  <a:lnTo>
                    <a:pt x="24906" y="79888"/>
                  </a:lnTo>
                  <a:lnTo>
                    <a:pt x="19273" y="79782"/>
                  </a:lnTo>
                  <a:lnTo>
                    <a:pt x="17202" y="84265"/>
                  </a:lnTo>
                  <a:lnTo>
                    <a:pt x="17491" y="87592"/>
                  </a:lnTo>
                  <a:lnTo>
                    <a:pt x="15525" y="87910"/>
                  </a:lnTo>
                  <a:lnTo>
                    <a:pt x="9812" y="81175"/>
                  </a:lnTo>
                  <a:lnTo>
                    <a:pt x="12686" y="75097"/>
                  </a:lnTo>
                  <a:lnTo>
                    <a:pt x="19499" y="71578"/>
                  </a:lnTo>
                  <a:lnTo>
                    <a:pt x="18879" y="68048"/>
                  </a:lnTo>
                  <a:lnTo>
                    <a:pt x="16634" y="64703"/>
                  </a:lnTo>
                  <a:lnTo>
                    <a:pt x="10566" y="63499"/>
                  </a:lnTo>
                  <a:lnTo>
                    <a:pt x="4520" y="64819"/>
                  </a:lnTo>
                  <a:lnTo>
                    <a:pt x="4475" y="71678"/>
                  </a:lnTo>
                  <a:lnTo>
                    <a:pt x="2960" y="71892"/>
                  </a:lnTo>
                  <a:lnTo>
                    <a:pt x="2451" y="62990"/>
                  </a:lnTo>
                  <a:lnTo>
                    <a:pt x="0" y="58037"/>
                  </a:lnTo>
                  <a:lnTo>
                    <a:pt x="7499" y="56245"/>
                  </a:lnTo>
                  <a:lnTo>
                    <a:pt x="11380" y="54326"/>
                  </a:lnTo>
                  <a:lnTo>
                    <a:pt x="12714" y="36852"/>
                  </a:lnTo>
                  <a:lnTo>
                    <a:pt x="13595" y="35123"/>
                  </a:lnTo>
                  <a:lnTo>
                    <a:pt x="16182" y="33873"/>
                  </a:lnTo>
                  <a:lnTo>
                    <a:pt x="18606" y="35097"/>
                  </a:lnTo>
                  <a:lnTo>
                    <a:pt x="21155" y="32953"/>
                  </a:lnTo>
                  <a:lnTo>
                    <a:pt x="21889" y="30201"/>
                  </a:lnTo>
                  <a:lnTo>
                    <a:pt x="20659" y="29009"/>
                  </a:lnTo>
                  <a:lnTo>
                    <a:pt x="21074" y="27838"/>
                  </a:lnTo>
                  <a:lnTo>
                    <a:pt x="29562" y="27309"/>
                  </a:lnTo>
                  <a:lnTo>
                    <a:pt x="30793" y="21324"/>
                  </a:lnTo>
                  <a:lnTo>
                    <a:pt x="29319" y="16328"/>
                  </a:lnTo>
                  <a:lnTo>
                    <a:pt x="33266" y="16709"/>
                  </a:lnTo>
                  <a:lnTo>
                    <a:pt x="35990" y="18340"/>
                  </a:lnTo>
                  <a:lnTo>
                    <a:pt x="38144" y="16451"/>
                  </a:lnTo>
                  <a:lnTo>
                    <a:pt x="38719" y="15600"/>
                  </a:lnTo>
                  <a:lnTo>
                    <a:pt x="39302" y="2515"/>
                  </a:lnTo>
                  <a:lnTo>
                    <a:pt x="40219" y="1623"/>
                  </a:lnTo>
                  <a:lnTo>
                    <a:pt x="44530" y="6988"/>
                  </a:lnTo>
                  <a:lnTo>
                    <a:pt x="5106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h3628"/>
            <p:cNvSpPr/>
            <p:nvPr/>
          </p:nvSpPr>
          <p:spPr>
            <a:xfrm>
              <a:off x="6194785" y="1801010"/>
              <a:ext cx="39937" cy="60187"/>
            </a:xfrm>
            <a:custGeom>
              <a:avLst/>
              <a:pathLst>
                <a:path w="39937" h="60187">
                  <a:moveTo>
                    <a:pt x="23181" y="1508"/>
                  </a:moveTo>
                  <a:lnTo>
                    <a:pt x="21719" y="4611"/>
                  </a:lnTo>
                  <a:lnTo>
                    <a:pt x="23373" y="8481"/>
                  </a:lnTo>
                  <a:lnTo>
                    <a:pt x="26596" y="9521"/>
                  </a:lnTo>
                  <a:lnTo>
                    <a:pt x="27988" y="11222"/>
                  </a:lnTo>
                  <a:lnTo>
                    <a:pt x="29959" y="14905"/>
                  </a:lnTo>
                  <a:lnTo>
                    <a:pt x="29544" y="17671"/>
                  </a:lnTo>
                  <a:lnTo>
                    <a:pt x="30132" y="19721"/>
                  </a:lnTo>
                  <a:lnTo>
                    <a:pt x="36276" y="24527"/>
                  </a:lnTo>
                  <a:lnTo>
                    <a:pt x="38795" y="28005"/>
                  </a:lnTo>
                  <a:lnTo>
                    <a:pt x="39937" y="33989"/>
                  </a:lnTo>
                  <a:lnTo>
                    <a:pt x="39072" y="35769"/>
                  </a:lnTo>
                  <a:lnTo>
                    <a:pt x="36215" y="36679"/>
                  </a:lnTo>
                  <a:lnTo>
                    <a:pt x="30596" y="36756"/>
                  </a:lnTo>
                  <a:lnTo>
                    <a:pt x="30303" y="39649"/>
                  </a:lnTo>
                  <a:lnTo>
                    <a:pt x="31508" y="39760"/>
                  </a:lnTo>
                  <a:lnTo>
                    <a:pt x="33279" y="43251"/>
                  </a:lnTo>
                  <a:lnTo>
                    <a:pt x="32652" y="45466"/>
                  </a:lnTo>
                  <a:lnTo>
                    <a:pt x="31031" y="45771"/>
                  </a:lnTo>
                  <a:lnTo>
                    <a:pt x="27965" y="49547"/>
                  </a:lnTo>
                  <a:lnTo>
                    <a:pt x="27976" y="53516"/>
                  </a:lnTo>
                  <a:lnTo>
                    <a:pt x="25774" y="59136"/>
                  </a:lnTo>
                  <a:lnTo>
                    <a:pt x="25097" y="59293"/>
                  </a:lnTo>
                  <a:lnTo>
                    <a:pt x="21520" y="60187"/>
                  </a:lnTo>
                  <a:lnTo>
                    <a:pt x="18652" y="54240"/>
                  </a:lnTo>
                  <a:lnTo>
                    <a:pt x="13969" y="53234"/>
                  </a:lnTo>
                  <a:lnTo>
                    <a:pt x="15754" y="48456"/>
                  </a:lnTo>
                  <a:lnTo>
                    <a:pt x="14574" y="47411"/>
                  </a:lnTo>
                  <a:lnTo>
                    <a:pt x="12907" y="48432"/>
                  </a:lnTo>
                  <a:lnTo>
                    <a:pt x="9978" y="47872"/>
                  </a:lnTo>
                  <a:lnTo>
                    <a:pt x="8022" y="45934"/>
                  </a:lnTo>
                  <a:lnTo>
                    <a:pt x="8553" y="43838"/>
                  </a:lnTo>
                  <a:lnTo>
                    <a:pt x="6916" y="41457"/>
                  </a:lnTo>
                  <a:lnTo>
                    <a:pt x="3616" y="41000"/>
                  </a:lnTo>
                  <a:lnTo>
                    <a:pt x="300" y="37475"/>
                  </a:lnTo>
                  <a:lnTo>
                    <a:pt x="2251" y="35062"/>
                  </a:lnTo>
                  <a:lnTo>
                    <a:pt x="3228" y="32425"/>
                  </a:lnTo>
                  <a:lnTo>
                    <a:pt x="835" y="21581"/>
                  </a:lnTo>
                  <a:lnTo>
                    <a:pt x="4151" y="21401"/>
                  </a:lnTo>
                  <a:lnTo>
                    <a:pt x="3370" y="17140"/>
                  </a:lnTo>
                  <a:lnTo>
                    <a:pt x="0" y="17035"/>
                  </a:lnTo>
                  <a:lnTo>
                    <a:pt x="112" y="13348"/>
                  </a:lnTo>
                  <a:lnTo>
                    <a:pt x="3308" y="10296"/>
                  </a:lnTo>
                  <a:lnTo>
                    <a:pt x="6849" y="9910"/>
                  </a:lnTo>
                  <a:lnTo>
                    <a:pt x="13315" y="11222"/>
                  </a:lnTo>
                  <a:lnTo>
                    <a:pt x="14394" y="7394"/>
                  </a:lnTo>
                  <a:lnTo>
                    <a:pt x="12717" y="5047"/>
                  </a:lnTo>
                  <a:lnTo>
                    <a:pt x="12228" y="2537"/>
                  </a:lnTo>
                  <a:lnTo>
                    <a:pt x="1627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h3629"/>
            <p:cNvSpPr/>
            <p:nvPr/>
          </p:nvSpPr>
          <p:spPr>
            <a:xfrm>
              <a:off x="6364187" y="1856296"/>
              <a:ext cx="33873" cy="32163"/>
            </a:xfrm>
            <a:custGeom>
              <a:avLst/>
              <a:pathLst>
                <a:path w="33873" h="32163">
                  <a:moveTo>
                    <a:pt x="13050" y="3601"/>
                  </a:moveTo>
                  <a:lnTo>
                    <a:pt x="19079" y="2641"/>
                  </a:lnTo>
                  <a:lnTo>
                    <a:pt x="30917" y="3604"/>
                  </a:lnTo>
                  <a:lnTo>
                    <a:pt x="31741" y="14741"/>
                  </a:lnTo>
                  <a:lnTo>
                    <a:pt x="33304" y="19532"/>
                  </a:lnTo>
                  <a:lnTo>
                    <a:pt x="26802" y="19342"/>
                  </a:lnTo>
                  <a:lnTo>
                    <a:pt x="33873" y="27676"/>
                  </a:lnTo>
                  <a:lnTo>
                    <a:pt x="30929" y="30308"/>
                  </a:lnTo>
                  <a:lnTo>
                    <a:pt x="27910" y="30935"/>
                  </a:lnTo>
                  <a:lnTo>
                    <a:pt x="28280" y="32086"/>
                  </a:lnTo>
                  <a:lnTo>
                    <a:pt x="23657" y="32163"/>
                  </a:lnTo>
                  <a:lnTo>
                    <a:pt x="16796" y="30272"/>
                  </a:lnTo>
                  <a:lnTo>
                    <a:pt x="18644" y="26790"/>
                  </a:lnTo>
                  <a:lnTo>
                    <a:pt x="18087" y="25778"/>
                  </a:lnTo>
                  <a:lnTo>
                    <a:pt x="9543" y="25760"/>
                  </a:lnTo>
                  <a:lnTo>
                    <a:pt x="5348" y="23226"/>
                  </a:lnTo>
                  <a:lnTo>
                    <a:pt x="3652" y="20339"/>
                  </a:lnTo>
                  <a:lnTo>
                    <a:pt x="0" y="19499"/>
                  </a:lnTo>
                  <a:lnTo>
                    <a:pt x="2286" y="14978"/>
                  </a:lnTo>
                  <a:lnTo>
                    <a:pt x="4786" y="15700"/>
                  </a:lnTo>
                  <a:lnTo>
                    <a:pt x="5257" y="15030"/>
                  </a:lnTo>
                  <a:lnTo>
                    <a:pt x="4224" y="11066"/>
                  </a:lnTo>
                  <a:lnTo>
                    <a:pt x="2815" y="10743"/>
                  </a:lnTo>
                  <a:lnTo>
                    <a:pt x="2835" y="8606"/>
                  </a:lnTo>
                  <a:lnTo>
                    <a:pt x="6590" y="2299"/>
                  </a:lnTo>
                  <a:lnTo>
                    <a:pt x="8147" y="3192"/>
                  </a:lnTo>
                  <a:lnTo>
                    <a:pt x="933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h3630"/>
            <p:cNvSpPr/>
            <p:nvPr/>
          </p:nvSpPr>
          <p:spPr>
            <a:xfrm>
              <a:off x="6120800" y="1440238"/>
              <a:ext cx="173637" cy="143457"/>
            </a:xfrm>
            <a:custGeom>
              <a:avLst/>
              <a:pathLst>
                <a:path w="173637" h="143457">
                  <a:moveTo>
                    <a:pt x="154929" y="5846"/>
                  </a:moveTo>
                  <a:lnTo>
                    <a:pt x="158636" y="19785"/>
                  </a:lnTo>
                  <a:lnTo>
                    <a:pt x="153095" y="27181"/>
                  </a:lnTo>
                  <a:lnTo>
                    <a:pt x="161774" y="29753"/>
                  </a:lnTo>
                  <a:lnTo>
                    <a:pt x="167561" y="30185"/>
                  </a:lnTo>
                  <a:lnTo>
                    <a:pt x="166973" y="44404"/>
                  </a:lnTo>
                  <a:lnTo>
                    <a:pt x="170054" y="49970"/>
                  </a:lnTo>
                  <a:lnTo>
                    <a:pt x="173637" y="53088"/>
                  </a:lnTo>
                  <a:lnTo>
                    <a:pt x="167493" y="57085"/>
                  </a:lnTo>
                  <a:lnTo>
                    <a:pt x="155390" y="56560"/>
                  </a:lnTo>
                  <a:lnTo>
                    <a:pt x="155441" y="60463"/>
                  </a:lnTo>
                  <a:lnTo>
                    <a:pt x="143385" y="64804"/>
                  </a:lnTo>
                  <a:lnTo>
                    <a:pt x="146243" y="78008"/>
                  </a:lnTo>
                  <a:lnTo>
                    <a:pt x="150886" y="79688"/>
                  </a:lnTo>
                  <a:lnTo>
                    <a:pt x="152744" y="84972"/>
                  </a:lnTo>
                  <a:lnTo>
                    <a:pt x="155654" y="89464"/>
                  </a:lnTo>
                  <a:lnTo>
                    <a:pt x="157470" y="90958"/>
                  </a:lnTo>
                  <a:lnTo>
                    <a:pt x="156623" y="93401"/>
                  </a:lnTo>
                  <a:lnTo>
                    <a:pt x="152861" y="90279"/>
                  </a:lnTo>
                  <a:lnTo>
                    <a:pt x="149005" y="89333"/>
                  </a:lnTo>
                  <a:lnTo>
                    <a:pt x="148699" y="98152"/>
                  </a:lnTo>
                  <a:lnTo>
                    <a:pt x="131632" y="97461"/>
                  </a:lnTo>
                  <a:lnTo>
                    <a:pt x="130822" y="114901"/>
                  </a:lnTo>
                  <a:lnTo>
                    <a:pt x="127815" y="117532"/>
                  </a:lnTo>
                  <a:lnTo>
                    <a:pt x="124399" y="126623"/>
                  </a:lnTo>
                  <a:lnTo>
                    <a:pt x="117815" y="126225"/>
                  </a:lnTo>
                  <a:lnTo>
                    <a:pt x="113842" y="134537"/>
                  </a:lnTo>
                  <a:lnTo>
                    <a:pt x="112076" y="133540"/>
                  </a:lnTo>
                  <a:lnTo>
                    <a:pt x="108253" y="133789"/>
                  </a:lnTo>
                  <a:lnTo>
                    <a:pt x="105240" y="140158"/>
                  </a:lnTo>
                  <a:lnTo>
                    <a:pt x="101090" y="136990"/>
                  </a:lnTo>
                  <a:lnTo>
                    <a:pt x="100132" y="132571"/>
                  </a:lnTo>
                  <a:lnTo>
                    <a:pt x="95617" y="129213"/>
                  </a:lnTo>
                  <a:lnTo>
                    <a:pt x="94281" y="129204"/>
                  </a:lnTo>
                  <a:lnTo>
                    <a:pt x="89666" y="139287"/>
                  </a:lnTo>
                  <a:lnTo>
                    <a:pt x="77301" y="138805"/>
                  </a:lnTo>
                  <a:lnTo>
                    <a:pt x="75293" y="138741"/>
                  </a:lnTo>
                  <a:lnTo>
                    <a:pt x="75339" y="135492"/>
                  </a:lnTo>
                  <a:lnTo>
                    <a:pt x="64781" y="143457"/>
                  </a:lnTo>
                  <a:lnTo>
                    <a:pt x="62639" y="143169"/>
                  </a:lnTo>
                  <a:lnTo>
                    <a:pt x="63514" y="137477"/>
                  </a:lnTo>
                  <a:lnTo>
                    <a:pt x="57627" y="134957"/>
                  </a:lnTo>
                  <a:lnTo>
                    <a:pt x="55179" y="131674"/>
                  </a:lnTo>
                  <a:lnTo>
                    <a:pt x="55032" y="129457"/>
                  </a:lnTo>
                  <a:lnTo>
                    <a:pt x="51801" y="128603"/>
                  </a:lnTo>
                  <a:lnTo>
                    <a:pt x="48849" y="129623"/>
                  </a:lnTo>
                  <a:lnTo>
                    <a:pt x="44336" y="124176"/>
                  </a:lnTo>
                  <a:lnTo>
                    <a:pt x="29530" y="130731"/>
                  </a:lnTo>
                  <a:lnTo>
                    <a:pt x="31662" y="125582"/>
                  </a:lnTo>
                  <a:lnTo>
                    <a:pt x="23335" y="129627"/>
                  </a:lnTo>
                  <a:lnTo>
                    <a:pt x="21798" y="123575"/>
                  </a:lnTo>
                  <a:lnTo>
                    <a:pt x="23537" y="122438"/>
                  </a:lnTo>
                  <a:lnTo>
                    <a:pt x="24310" y="118935"/>
                  </a:lnTo>
                  <a:lnTo>
                    <a:pt x="22743" y="114179"/>
                  </a:lnTo>
                  <a:lnTo>
                    <a:pt x="21046" y="113003"/>
                  </a:lnTo>
                  <a:lnTo>
                    <a:pt x="21117" y="99528"/>
                  </a:lnTo>
                  <a:lnTo>
                    <a:pt x="17566" y="98350"/>
                  </a:lnTo>
                  <a:lnTo>
                    <a:pt x="10007" y="97928"/>
                  </a:lnTo>
                  <a:lnTo>
                    <a:pt x="9365" y="92135"/>
                  </a:lnTo>
                  <a:lnTo>
                    <a:pt x="12004" y="90142"/>
                  </a:lnTo>
                  <a:lnTo>
                    <a:pt x="3990" y="78264"/>
                  </a:lnTo>
                  <a:lnTo>
                    <a:pt x="0" y="75546"/>
                  </a:lnTo>
                  <a:lnTo>
                    <a:pt x="704" y="59585"/>
                  </a:lnTo>
                  <a:lnTo>
                    <a:pt x="329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h3631"/>
            <p:cNvSpPr/>
            <p:nvPr/>
          </p:nvSpPr>
          <p:spPr>
            <a:xfrm>
              <a:off x="6361069" y="2032217"/>
              <a:ext cx="66111" cy="66200"/>
            </a:xfrm>
            <a:custGeom>
              <a:avLst/>
              <a:pathLst>
                <a:path w="66111" h="66200">
                  <a:moveTo>
                    <a:pt x="42193" y="3512"/>
                  </a:moveTo>
                  <a:lnTo>
                    <a:pt x="40688" y="7530"/>
                  </a:lnTo>
                  <a:lnTo>
                    <a:pt x="48584" y="10586"/>
                  </a:lnTo>
                  <a:lnTo>
                    <a:pt x="53975" y="8024"/>
                  </a:lnTo>
                  <a:lnTo>
                    <a:pt x="55900" y="8159"/>
                  </a:lnTo>
                  <a:lnTo>
                    <a:pt x="52944" y="1797"/>
                  </a:lnTo>
                  <a:lnTo>
                    <a:pt x="63242" y="3819"/>
                  </a:lnTo>
                  <a:lnTo>
                    <a:pt x="63661" y="3372"/>
                  </a:lnTo>
                  <a:lnTo>
                    <a:pt x="62531" y="6946"/>
                  </a:lnTo>
                  <a:lnTo>
                    <a:pt x="62552" y="9747"/>
                  </a:lnTo>
                  <a:lnTo>
                    <a:pt x="65239" y="13940"/>
                  </a:lnTo>
                  <a:lnTo>
                    <a:pt x="66111" y="20760"/>
                  </a:lnTo>
                  <a:lnTo>
                    <a:pt x="65493" y="23592"/>
                  </a:lnTo>
                  <a:lnTo>
                    <a:pt x="64223" y="25465"/>
                  </a:lnTo>
                  <a:lnTo>
                    <a:pt x="59055" y="26696"/>
                  </a:lnTo>
                  <a:lnTo>
                    <a:pt x="55566" y="28764"/>
                  </a:lnTo>
                  <a:lnTo>
                    <a:pt x="49238" y="30153"/>
                  </a:lnTo>
                  <a:lnTo>
                    <a:pt x="45786" y="37922"/>
                  </a:lnTo>
                  <a:lnTo>
                    <a:pt x="46895" y="43634"/>
                  </a:lnTo>
                  <a:lnTo>
                    <a:pt x="51694" y="41466"/>
                  </a:lnTo>
                  <a:lnTo>
                    <a:pt x="53802" y="46403"/>
                  </a:lnTo>
                  <a:lnTo>
                    <a:pt x="52595" y="52424"/>
                  </a:lnTo>
                  <a:lnTo>
                    <a:pt x="47680" y="60660"/>
                  </a:lnTo>
                  <a:lnTo>
                    <a:pt x="45584" y="61996"/>
                  </a:lnTo>
                  <a:lnTo>
                    <a:pt x="45069" y="65602"/>
                  </a:lnTo>
                  <a:lnTo>
                    <a:pt x="41514" y="65264"/>
                  </a:lnTo>
                  <a:lnTo>
                    <a:pt x="38447" y="62286"/>
                  </a:lnTo>
                  <a:lnTo>
                    <a:pt x="31626" y="64121"/>
                  </a:lnTo>
                  <a:lnTo>
                    <a:pt x="31112" y="66200"/>
                  </a:lnTo>
                  <a:lnTo>
                    <a:pt x="26371" y="59592"/>
                  </a:lnTo>
                  <a:lnTo>
                    <a:pt x="20978" y="57097"/>
                  </a:lnTo>
                  <a:lnTo>
                    <a:pt x="21938" y="56436"/>
                  </a:lnTo>
                  <a:lnTo>
                    <a:pt x="18972" y="56164"/>
                  </a:lnTo>
                  <a:lnTo>
                    <a:pt x="13716" y="50348"/>
                  </a:lnTo>
                  <a:lnTo>
                    <a:pt x="9201" y="47125"/>
                  </a:lnTo>
                  <a:lnTo>
                    <a:pt x="6246" y="46439"/>
                  </a:lnTo>
                  <a:lnTo>
                    <a:pt x="4799" y="48601"/>
                  </a:lnTo>
                  <a:lnTo>
                    <a:pt x="3468" y="49052"/>
                  </a:lnTo>
                  <a:lnTo>
                    <a:pt x="2845" y="48333"/>
                  </a:lnTo>
                  <a:lnTo>
                    <a:pt x="1293" y="45769"/>
                  </a:lnTo>
                  <a:lnTo>
                    <a:pt x="2209" y="40291"/>
                  </a:lnTo>
                  <a:lnTo>
                    <a:pt x="0" y="30268"/>
                  </a:lnTo>
                  <a:lnTo>
                    <a:pt x="2412" y="24036"/>
                  </a:lnTo>
                  <a:lnTo>
                    <a:pt x="5612" y="20660"/>
                  </a:lnTo>
                  <a:lnTo>
                    <a:pt x="4708" y="17947"/>
                  </a:lnTo>
                  <a:lnTo>
                    <a:pt x="2850" y="16776"/>
                  </a:lnTo>
                  <a:lnTo>
                    <a:pt x="1151" y="16695"/>
                  </a:lnTo>
                  <a:lnTo>
                    <a:pt x="2541" y="14774"/>
                  </a:lnTo>
                  <a:lnTo>
                    <a:pt x="1401" y="10598"/>
                  </a:lnTo>
                  <a:lnTo>
                    <a:pt x="1877" y="3107"/>
                  </a:lnTo>
                  <a:lnTo>
                    <a:pt x="5372" y="3703"/>
                  </a:lnTo>
                  <a:lnTo>
                    <a:pt x="13503" y="10525"/>
                  </a:lnTo>
                  <a:lnTo>
                    <a:pt x="19214" y="9520"/>
                  </a:lnTo>
                  <a:lnTo>
                    <a:pt x="22300" y="11927"/>
                  </a:lnTo>
                  <a:lnTo>
                    <a:pt x="21246" y="13940"/>
                  </a:lnTo>
                  <a:lnTo>
                    <a:pt x="23061" y="16886"/>
                  </a:lnTo>
                  <a:lnTo>
                    <a:pt x="25144" y="18363"/>
                  </a:lnTo>
                  <a:lnTo>
                    <a:pt x="26935" y="17450"/>
                  </a:lnTo>
                  <a:lnTo>
                    <a:pt x="30646" y="11487"/>
                  </a:lnTo>
                  <a:lnTo>
                    <a:pt x="29247" y="5761"/>
                  </a:lnTo>
                  <a:lnTo>
                    <a:pt x="3994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h3632"/>
            <p:cNvSpPr/>
            <p:nvPr/>
          </p:nvSpPr>
          <p:spPr>
            <a:xfrm>
              <a:off x="6561066" y="1782390"/>
              <a:ext cx="114226" cy="99463"/>
            </a:xfrm>
            <a:custGeom>
              <a:avLst/>
              <a:pathLst>
                <a:path w="114226" h="99463">
                  <a:moveTo>
                    <a:pt x="51172" y="2141"/>
                  </a:moveTo>
                  <a:lnTo>
                    <a:pt x="59522" y="4412"/>
                  </a:lnTo>
                  <a:lnTo>
                    <a:pt x="60393" y="6525"/>
                  </a:lnTo>
                  <a:lnTo>
                    <a:pt x="67481" y="15106"/>
                  </a:lnTo>
                  <a:lnTo>
                    <a:pt x="81276" y="19844"/>
                  </a:lnTo>
                  <a:lnTo>
                    <a:pt x="86262" y="19352"/>
                  </a:lnTo>
                  <a:lnTo>
                    <a:pt x="96427" y="30815"/>
                  </a:lnTo>
                  <a:lnTo>
                    <a:pt x="101488" y="34721"/>
                  </a:lnTo>
                  <a:lnTo>
                    <a:pt x="108334" y="37416"/>
                  </a:lnTo>
                  <a:lnTo>
                    <a:pt x="109142" y="36230"/>
                  </a:lnTo>
                  <a:lnTo>
                    <a:pt x="111263" y="36161"/>
                  </a:lnTo>
                  <a:lnTo>
                    <a:pt x="111880" y="37833"/>
                  </a:lnTo>
                  <a:lnTo>
                    <a:pt x="114226" y="39454"/>
                  </a:lnTo>
                  <a:lnTo>
                    <a:pt x="108249" y="50415"/>
                  </a:lnTo>
                  <a:lnTo>
                    <a:pt x="102862" y="57076"/>
                  </a:lnTo>
                  <a:lnTo>
                    <a:pt x="102087" y="60798"/>
                  </a:lnTo>
                  <a:lnTo>
                    <a:pt x="95450" y="71453"/>
                  </a:lnTo>
                  <a:lnTo>
                    <a:pt x="95805" y="71831"/>
                  </a:lnTo>
                  <a:lnTo>
                    <a:pt x="89733" y="83825"/>
                  </a:lnTo>
                  <a:lnTo>
                    <a:pt x="84692" y="90839"/>
                  </a:lnTo>
                  <a:lnTo>
                    <a:pt x="82950" y="86957"/>
                  </a:lnTo>
                  <a:lnTo>
                    <a:pt x="80196" y="87080"/>
                  </a:lnTo>
                  <a:lnTo>
                    <a:pt x="75295" y="98204"/>
                  </a:lnTo>
                  <a:lnTo>
                    <a:pt x="74738" y="99463"/>
                  </a:lnTo>
                  <a:lnTo>
                    <a:pt x="76391" y="93206"/>
                  </a:lnTo>
                  <a:lnTo>
                    <a:pt x="72968" y="91085"/>
                  </a:lnTo>
                  <a:lnTo>
                    <a:pt x="67444" y="91753"/>
                  </a:lnTo>
                  <a:lnTo>
                    <a:pt x="65429" y="97621"/>
                  </a:lnTo>
                  <a:lnTo>
                    <a:pt x="51700" y="91433"/>
                  </a:lnTo>
                  <a:lnTo>
                    <a:pt x="41890" y="94772"/>
                  </a:lnTo>
                  <a:lnTo>
                    <a:pt x="41819" y="91126"/>
                  </a:lnTo>
                  <a:lnTo>
                    <a:pt x="35987" y="90759"/>
                  </a:lnTo>
                  <a:lnTo>
                    <a:pt x="30665" y="97048"/>
                  </a:lnTo>
                  <a:lnTo>
                    <a:pt x="26529" y="91507"/>
                  </a:lnTo>
                  <a:lnTo>
                    <a:pt x="27468" y="86961"/>
                  </a:lnTo>
                  <a:lnTo>
                    <a:pt x="24458" y="81389"/>
                  </a:lnTo>
                  <a:lnTo>
                    <a:pt x="19670" y="77272"/>
                  </a:lnTo>
                  <a:lnTo>
                    <a:pt x="16624" y="81130"/>
                  </a:lnTo>
                  <a:lnTo>
                    <a:pt x="11829" y="79531"/>
                  </a:lnTo>
                  <a:lnTo>
                    <a:pt x="7669" y="77144"/>
                  </a:lnTo>
                  <a:lnTo>
                    <a:pt x="8122" y="75723"/>
                  </a:lnTo>
                  <a:lnTo>
                    <a:pt x="3741" y="75910"/>
                  </a:lnTo>
                  <a:lnTo>
                    <a:pt x="5426" y="72153"/>
                  </a:lnTo>
                  <a:lnTo>
                    <a:pt x="7890" y="70974"/>
                  </a:lnTo>
                  <a:lnTo>
                    <a:pt x="14639" y="61557"/>
                  </a:lnTo>
                  <a:lnTo>
                    <a:pt x="15725" y="57858"/>
                  </a:lnTo>
                  <a:lnTo>
                    <a:pt x="12615" y="53826"/>
                  </a:lnTo>
                  <a:lnTo>
                    <a:pt x="13586" y="50092"/>
                  </a:lnTo>
                  <a:lnTo>
                    <a:pt x="16540" y="53602"/>
                  </a:lnTo>
                  <a:lnTo>
                    <a:pt x="20065" y="49681"/>
                  </a:lnTo>
                  <a:lnTo>
                    <a:pt x="16747" y="45773"/>
                  </a:lnTo>
                  <a:lnTo>
                    <a:pt x="15903" y="32664"/>
                  </a:lnTo>
                  <a:lnTo>
                    <a:pt x="17592" y="29991"/>
                  </a:lnTo>
                  <a:lnTo>
                    <a:pt x="16455" y="26405"/>
                  </a:lnTo>
                  <a:lnTo>
                    <a:pt x="14204" y="22624"/>
                  </a:lnTo>
                  <a:lnTo>
                    <a:pt x="10279" y="21553"/>
                  </a:lnTo>
                  <a:lnTo>
                    <a:pt x="5710" y="18224"/>
                  </a:lnTo>
                  <a:lnTo>
                    <a:pt x="3594" y="15109"/>
                  </a:lnTo>
                  <a:lnTo>
                    <a:pt x="3953" y="11912"/>
                  </a:lnTo>
                  <a:lnTo>
                    <a:pt x="0" y="3364"/>
                  </a:lnTo>
                  <a:lnTo>
                    <a:pt x="7384" y="2367"/>
                  </a:lnTo>
                  <a:lnTo>
                    <a:pt x="16319" y="4471"/>
                  </a:lnTo>
                  <a:lnTo>
                    <a:pt x="19115" y="3377"/>
                  </a:lnTo>
                  <a:lnTo>
                    <a:pt x="20783" y="0"/>
                  </a:lnTo>
                  <a:lnTo>
                    <a:pt x="36902" y="7835"/>
                  </a:lnTo>
                  <a:lnTo>
                    <a:pt x="37527" y="7472"/>
                  </a:lnTo>
                  <a:lnTo>
                    <a:pt x="37966" y="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h3633"/>
            <p:cNvSpPr/>
            <p:nvPr/>
          </p:nvSpPr>
          <p:spPr>
            <a:xfrm>
              <a:off x="6046356" y="1673610"/>
              <a:ext cx="112282" cy="174218"/>
            </a:xfrm>
            <a:custGeom>
              <a:avLst/>
              <a:pathLst>
                <a:path w="112282" h="174218">
                  <a:moveTo>
                    <a:pt x="49885" y="813"/>
                  </a:moveTo>
                  <a:lnTo>
                    <a:pt x="49623" y="6711"/>
                  </a:lnTo>
                  <a:lnTo>
                    <a:pt x="50777" y="6762"/>
                  </a:lnTo>
                  <a:lnTo>
                    <a:pt x="55576" y="6975"/>
                  </a:lnTo>
                  <a:lnTo>
                    <a:pt x="55838" y="1046"/>
                  </a:lnTo>
                  <a:lnTo>
                    <a:pt x="65844" y="1463"/>
                  </a:lnTo>
                  <a:lnTo>
                    <a:pt x="64461" y="33991"/>
                  </a:lnTo>
                  <a:lnTo>
                    <a:pt x="75448" y="34466"/>
                  </a:lnTo>
                  <a:lnTo>
                    <a:pt x="78968" y="32205"/>
                  </a:lnTo>
                  <a:lnTo>
                    <a:pt x="87584" y="32467"/>
                  </a:lnTo>
                  <a:lnTo>
                    <a:pt x="87153" y="42361"/>
                  </a:lnTo>
                  <a:lnTo>
                    <a:pt x="90402" y="46220"/>
                  </a:lnTo>
                  <a:lnTo>
                    <a:pt x="95472" y="48164"/>
                  </a:lnTo>
                  <a:lnTo>
                    <a:pt x="93798" y="62004"/>
                  </a:lnTo>
                  <a:lnTo>
                    <a:pt x="97404" y="62805"/>
                  </a:lnTo>
                  <a:lnTo>
                    <a:pt x="97897" y="70276"/>
                  </a:lnTo>
                  <a:lnTo>
                    <a:pt x="100628" y="70975"/>
                  </a:lnTo>
                  <a:lnTo>
                    <a:pt x="104004" y="76374"/>
                  </a:lnTo>
                  <a:lnTo>
                    <a:pt x="108010" y="76517"/>
                  </a:lnTo>
                  <a:lnTo>
                    <a:pt x="108603" y="80857"/>
                  </a:lnTo>
                  <a:lnTo>
                    <a:pt x="108134" y="84420"/>
                  </a:lnTo>
                  <a:lnTo>
                    <a:pt x="101753" y="83373"/>
                  </a:lnTo>
                  <a:lnTo>
                    <a:pt x="98764" y="87032"/>
                  </a:lnTo>
                  <a:lnTo>
                    <a:pt x="97134" y="91795"/>
                  </a:lnTo>
                  <a:lnTo>
                    <a:pt x="96422" y="97247"/>
                  </a:lnTo>
                  <a:lnTo>
                    <a:pt x="97803" y="101339"/>
                  </a:lnTo>
                  <a:lnTo>
                    <a:pt x="98045" y="105798"/>
                  </a:lnTo>
                  <a:lnTo>
                    <a:pt x="106353" y="104272"/>
                  </a:lnTo>
                  <a:lnTo>
                    <a:pt x="106107" y="111315"/>
                  </a:lnTo>
                  <a:lnTo>
                    <a:pt x="112235" y="111595"/>
                  </a:lnTo>
                  <a:lnTo>
                    <a:pt x="112282" y="117173"/>
                  </a:lnTo>
                  <a:lnTo>
                    <a:pt x="97103" y="117244"/>
                  </a:lnTo>
                  <a:lnTo>
                    <a:pt x="90363" y="113094"/>
                  </a:lnTo>
                  <a:lnTo>
                    <a:pt x="85390" y="130376"/>
                  </a:lnTo>
                  <a:lnTo>
                    <a:pt x="91499" y="131967"/>
                  </a:lnTo>
                  <a:lnTo>
                    <a:pt x="91952" y="140849"/>
                  </a:lnTo>
                  <a:lnTo>
                    <a:pt x="74978" y="139638"/>
                  </a:lnTo>
                  <a:lnTo>
                    <a:pt x="76728" y="146563"/>
                  </a:lnTo>
                  <a:lnTo>
                    <a:pt x="74340" y="149744"/>
                  </a:lnTo>
                  <a:lnTo>
                    <a:pt x="66681" y="150608"/>
                  </a:lnTo>
                  <a:lnTo>
                    <a:pt x="68667" y="153473"/>
                  </a:lnTo>
                  <a:lnTo>
                    <a:pt x="69203" y="155741"/>
                  </a:lnTo>
                  <a:lnTo>
                    <a:pt x="65021" y="153983"/>
                  </a:lnTo>
                  <a:lnTo>
                    <a:pt x="59941" y="154657"/>
                  </a:lnTo>
                  <a:lnTo>
                    <a:pt x="59036" y="156768"/>
                  </a:lnTo>
                  <a:lnTo>
                    <a:pt x="60880" y="159885"/>
                  </a:lnTo>
                  <a:lnTo>
                    <a:pt x="63425" y="158400"/>
                  </a:lnTo>
                  <a:lnTo>
                    <a:pt x="65613" y="161323"/>
                  </a:lnTo>
                  <a:lnTo>
                    <a:pt x="64914" y="165133"/>
                  </a:lnTo>
                  <a:lnTo>
                    <a:pt x="43250" y="164848"/>
                  </a:lnTo>
                  <a:lnTo>
                    <a:pt x="46172" y="170105"/>
                  </a:lnTo>
                  <a:lnTo>
                    <a:pt x="43065" y="174218"/>
                  </a:lnTo>
                  <a:lnTo>
                    <a:pt x="31949" y="169407"/>
                  </a:lnTo>
                  <a:lnTo>
                    <a:pt x="30072" y="170229"/>
                  </a:lnTo>
                  <a:lnTo>
                    <a:pt x="29548" y="172207"/>
                  </a:lnTo>
                  <a:lnTo>
                    <a:pt x="27007" y="172639"/>
                  </a:lnTo>
                  <a:lnTo>
                    <a:pt x="25083" y="172520"/>
                  </a:lnTo>
                  <a:lnTo>
                    <a:pt x="16706" y="169252"/>
                  </a:lnTo>
                  <a:lnTo>
                    <a:pt x="16855" y="166120"/>
                  </a:lnTo>
                  <a:lnTo>
                    <a:pt x="12635" y="164584"/>
                  </a:lnTo>
                  <a:lnTo>
                    <a:pt x="10112" y="162525"/>
                  </a:lnTo>
                  <a:lnTo>
                    <a:pt x="10031" y="158614"/>
                  </a:lnTo>
                  <a:lnTo>
                    <a:pt x="6271" y="150527"/>
                  </a:lnTo>
                  <a:lnTo>
                    <a:pt x="3408" y="146362"/>
                  </a:lnTo>
                  <a:lnTo>
                    <a:pt x="4810" y="139720"/>
                  </a:lnTo>
                  <a:lnTo>
                    <a:pt x="2603" y="122003"/>
                  </a:lnTo>
                  <a:lnTo>
                    <a:pt x="5943" y="114534"/>
                  </a:lnTo>
                  <a:lnTo>
                    <a:pt x="2712" y="108574"/>
                  </a:lnTo>
                  <a:lnTo>
                    <a:pt x="755" y="109729"/>
                  </a:lnTo>
                  <a:lnTo>
                    <a:pt x="0" y="104715"/>
                  </a:lnTo>
                  <a:lnTo>
                    <a:pt x="3146" y="95765"/>
                  </a:lnTo>
                  <a:lnTo>
                    <a:pt x="8685" y="96244"/>
                  </a:lnTo>
                  <a:lnTo>
                    <a:pt x="10369" y="91049"/>
                  </a:lnTo>
                  <a:lnTo>
                    <a:pt x="5808" y="69925"/>
                  </a:lnTo>
                  <a:lnTo>
                    <a:pt x="9162" y="67701"/>
                  </a:lnTo>
                  <a:lnTo>
                    <a:pt x="14446" y="67309"/>
                  </a:lnTo>
                  <a:lnTo>
                    <a:pt x="16689" y="65804"/>
                  </a:lnTo>
                  <a:lnTo>
                    <a:pt x="14025" y="64616"/>
                  </a:lnTo>
                  <a:lnTo>
                    <a:pt x="12676" y="59885"/>
                  </a:lnTo>
                  <a:lnTo>
                    <a:pt x="15384" y="54152"/>
                  </a:lnTo>
                  <a:lnTo>
                    <a:pt x="15215" y="49042"/>
                  </a:lnTo>
                  <a:lnTo>
                    <a:pt x="18450" y="44840"/>
                  </a:lnTo>
                  <a:lnTo>
                    <a:pt x="14096" y="37300"/>
                  </a:lnTo>
                  <a:lnTo>
                    <a:pt x="21757" y="37454"/>
                  </a:lnTo>
                  <a:lnTo>
                    <a:pt x="27820" y="35279"/>
                  </a:lnTo>
                  <a:lnTo>
                    <a:pt x="28579" y="33316"/>
                  </a:lnTo>
                  <a:lnTo>
                    <a:pt x="28124" y="27385"/>
                  </a:lnTo>
                  <a:lnTo>
                    <a:pt x="21190" y="26939"/>
                  </a:lnTo>
                  <a:lnTo>
                    <a:pt x="18054" y="25585"/>
                  </a:lnTo>
                  <a:lnTo>
                    <a:pt x="17509" y="22289"/>
                  </a:lnTo>
                  <a:lnTo>
                    <a:pt x="20858" y="20319"/>
                  </a:lnTo>
                  <a:lnTo>
                    <a:pt x="19383" y="16149"/>
                  </a:lnTo>
                  <a:lnTo>
                    <a:pt x="20097" y="15481"/>
                  </a:lnTo>
                  <a:lnTo>
                    <a:pt x="22697" y="14127"/>
                  </a:lnTo>
                  <a:lnTo>
                    <a:pt x="25157" y="13910"/>
                  </a:lnTo>
                  <a:lnTo>
                    <a:pt x="26220" y="10418"/>
                  </a:lnTo>
                  <a:lnTo>
                    <a:pt x="3293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h3634"/>
            <p:cNvSpPr/>
            <p:nvPr/>
          </p:nvSpPr>
          <p:spPr>
            <a:xfrm>
              <a:off x="6442924" y="2055236"/>
              <a:ext cx="65025" cy="70915"/>
            </a:xfrm>
            <a:custGeom>
              <a:avLst/>
              <a:pathLst>
                <a:path w="65025" h="70915">
                  <a:moveTo>
                    <a:pt x="26627" y="358"/>
                  </a:moveTo>
                  <a:lnTo>
                    <a:pt x="29412" y="6369"/>
                  </a:lnTo>
                  <a:lnTo>
                    <a:pt x="30406" y="11361"/>
                  </a:lnTo>
                  <a:lnTo>
                    <a:pt x="25020" y="13223"/>
                  </a:lnTo>
                  <a:lnTo>
                    <a:pt x="24976" y="14997"/>
                  </a:lnTo>
                  <a:lnTo>
                    <a:pt x="29832" y="20839"/>
                  </a:lnTo>
                  <a:lnTo>
                    <a:pt x="30414" y="25866"/>
                  </a:lnTo>
                  <a:lnTo>
                    <a:pt x="32794" y="27215"/>
                  </a:lnTo>
                  <a:lnTo>
                    <a:pt x="35149" y="24751"/>
                  </a:lnTo>
                  <a:lnTo>
                    <a:pt x="42740" y="37445"/>
                  </a:lnTo>
                  <a:lnTo>
                    <a:pt x="45461" y="38147"/>
                  </a:lnTo>
                  <a:lnTo>
                    <a:pt x="49989" y="42573"/>
                  </a:lnTo>
                  <a:lnTo>
                    <a:pt x="59810" y="42263"/>
                  </a:lnTo>
                  <a:lnTo>
                    <a:pt x="63698" y="59793"/>
                  </a:lnTo>
                  <a:lnTo>
                    <a:pt x="65025" y="61589"/>
                  </a:lnTo>
                  <a:lnTo>
                    <a:pt x="64688" y="63384"/>
                  </a:lnTo>
                  <a:lnTo>
                    <a:pt x="61332" y="63041"/>
                  </a:lnTo>
                  <a:lnTo>
                    <a:pt x="61762" y="60549"/>
                  </a:lnTo>
                  <a:lnTo>
                    <a:pt x="58322" y="60131"/>
                  </a:lnTo>
                  <a:lnTo>
                    <a:pt x="43521" y="63496"/>
                  </a:lnTo>
                  <a:lnTo>
                    <a:pt x="42418" y="58888"/>
                  </a:lnTo>
                  <a:lnTo>
                    <a:pt x="33623" y="60929"/>
                  </a:lnTo>
                  <a:lnTo>
                    <a:pt x="34939" y="65485"/>
                  </a:lnTo>
                  <a:lnTo>
                    <a:pt x="31075" y="66495"/>
                  </a:lnTo>
                  <a:lnTo>
                    <a:pt x="27636" y="70915"/>
                  </a:lnTo>
                  <a:lnTo>
                    <a:pt x="23968" y="56922"/>
                  </a:lnTo>
                  <a:lnTo>
                    <a:pt x="24895" y="55660"/>
                  </a:lnTo>
                  <a:lnTo>
                    <a:pt x="24208" y="49767"/>
                  </a:lnTo>
                  <a:lnTo>
                    <a:pt x="14004" y="46966"/>
                  </a:lnTo>
                  <a:lnTo>
                    <a:pt x="14821" y="45410"/>
                  </a:lnTo>
                  <a:lnTo>
                    <a:pt x="19945" y="46453"/>
                  </a:lnTo>
                  <a:lnTo>
                    <a:pt x="21593" y="42514"/>
                  </a:lnTo>
                  <a:lnTo>
                    <a:pt x="15836" y="40193"/>
                  </a:lnTo>
                  <a:lnTo>
                    <a:pt x="14146" y="41740"/>
                  </a:lnTo>
                  <a:lnTo>
                    <a:pt x="10599" y="36509"/>
                  </a:lnTo>
                  <a:lnTo>
                    <a:pt x="8285" y="36732"/>
                  </a:lnTo>
                  <a:lnTo>
                    <a:pt x="5197" y="31619"/>
                  </a:lnTo>
                  <a:lnTo>
                    <a:pt x="2220" y="23742"/>
                  </a:lnTo>
                  <a:lnTo>
                    <a:pt x="1049" y="23490"/>
                  </a:lnTo>
                  <a:lnTo>
                    <a:pt x="0" y="19548"/>
                  </a:lnTo>
                  <a:lnTo>
                    <a:pt x="1397" y="14996"/>
                  </a:lnTo>
                  <a:lnTo>
                    <a:pt x="4412" y="11156"/>
                  </a:lnTo>
                  <a:lnTo>
                    <a:pt x="2618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h3635"/>
            <p:cNvSpPr/>
            <p:nvPr/>
          </p:nvSpPr>
          <p:spPr>
            <a:xfrm>
              <a:off x="6416807" y="1842032"/>
              <a:ext cx="110212" cy="78947"/>
            </a:xfrm>
            <a:custGeom>
              <a:avLst/>
              <a:pathLst>
                <a:path w="110212" h="78947">
                  <a:moveTo>
                    <a:pt x="57569" y="6441"/>
                  </a:moveTo>
                  <a:lnTo>
                    <a:pt x="76997" y="1579"/>
                  </a:lnTo>
                  <a:lnTo>
                    <a:pt x="76932" y="6059"/>
                  </a:lnTo>
                  <a:lnTo>
                    <a:pt x="80197" y="4946"/>
                  </a:lnTo>
                  <a:lnTo>
                    <a:pt x="86998" y="4851"/>
                  </a:lnTo>
                  <a:lnTo>
                    <a:pt x="87887" y="7980"/>
                  </a:lnTo>
                  <a:lnTo>
                    <a:pt x="92154" y="9976"/>
                  </a:lnTo>
                  <a:lnTo>
                    <a:pt x="98377" y="8538"/>
                  </a:lnTo>
                  <a:lnTo>
                    <a:pt x="100613" y="12536"/>
                  </a:lnTo>
                  <a:lnTo>
                    <a:pt x="106228" y="10405"/>
                  </a:lnTo>
                  <a:lnTo>
                    <a:pt x="106178" y="14248"/>
                  </a:lnTo>
                  <a:lnTo>
                    <a:pt x="106080" y="18896"/>
                  </a:lnTo>
                  <a:lnTo>
                    <a:pt x="107208" y="18981"/>
                  </a:lnTo>
                  <a:lnTo>
                    <a:pt x="110212" y="26003"/>
                  </a:lnTo>
                  <a:lnTo>
                    <a:pt x="106325" y="25871"/>
                  </a:lnTo>
                  <a:lnTo>
                    <a:pt x="102451" y="29356"/>
                  </a:lnTo>
                  <a:lnTo>
                    <a:pt x="102733" y="31691"/>
                  </a:lnTo>
                  <a:lnTo>
                    <a:pt x="93847" y="33915"/>
                  </a:lnTo>
                  <a:lnTo>
                    <a:pt x="93646" y="39251"/>
                  </a:lnTo>
                  <a:lnTo>
                    <a:pt x="98849" y="38085"/>
                  </a:lnTo>
                  <a:lnTo>
                    <a:pt x="99263" y="39614"/>
                  </a:lnTo>
                  <a:lnTo>
                    <a:pt x="96627" y="43917"/>
                  </a:lnTo>
                  <a:lnTo>
                    <a:pt x="94543" y="60638"/>
                  </a:lnTo>
                  <a:lnTo>
                    <a:pt x="82567" y="78173"/>
                  </a:lnTo>
                  <a:lnTo>
                    <a:pt x="78822" y="78947"/>
                  </a:lnTo>
                  <a:lnTo>
                    <a:pt x="78378" y="78126"/>
                  </a:lnTo>
                  <a:lnTo>
                    <a:pt x="74211" y="77707"/>
                  </a:lnTo>
                  <a:lnTo>
                    <a:pt x="73808" y="74693"/>
                  </a:lnTo>
                  <a:lnTo>
                    <a:pt x="71666" y="70959"/>
                  </a:lnTo>
                  <a:lnTo>
                    <a:pt x="64496" y="68164"/>
                  </a:lnTo>
                  <a:lnTo>
                    <a:pt x="64187" y="72360"/>
                  </a:lnTo>
                  <a:lnTo>
                    <a:pt x="49969" y="74225"/>
                  </a:lnTo>
                  <a:lnTo>
                    <a:pt x="47332" y="68062"/>
                  </a:lnTo>
                  <a:lnTo>
                    <a:pt x="49074" y="67911"/>
                  </a:lnTo>
                  <a:lnTo>
                    <a:pt x="48576" y="67369"/>
                  </a:lnTo>
                  <a:lnTo>
                    <a:pt x="40382" y="63978"/>
                  </a:lnTo>
                  <a:lnTo>
                    <a:pt x="27525" y="68114"/>
                  </a:lnTo>
                  <a:lnTo>
                    <a:pt x="24081" y="70364"/>
                  </a:lnTo>
                  <a:lnTo>
                    <a:pt x="16300" y="67416"/>
                  </a:lnTo>
                  <a:lnTo>
                    <a:pt x="15439" y="66203"/>
                  </a:lnTo>
                  <a:lnTo>
                    <a:pt x="15991" y="63827"/>
                  </a:lnTo>
                  <a:lnTo>
                    <a:pt x="6979" y="55948"/>
                  </a:lnTo>
                  <a:lnTo>
                    <a:pt x="7755" y="54462"/>
                  </a:lnTo>
                  <a:lnTo>
                    <a:pt x="6536" y="47650"/>
                  </a:lnTo>
                  <a:lnTo>
                    <a:pt x="2042" y="44408"/>
                  </a:lnTo>
                  <a:lnTo>
                    <a:pt x="4039" y="43004"/>
                  </a:lnTo>
                  <a:lnTo>
                    <a:pt x="4355" y="36120"/>
                  </a:lnTo>
                  <a:lnTo>
                    <a:pt x="0" y="33975"/>
                  </a:lnTo>
                  <a:lnTo>
                    <a:pt x="3997" y="26374"/>
                  </a:lnTo>
                  <a:lnTo>
                    <a:pt x="13378" y="21284"/>
                  </a:lnTo>
                  <a:lnTo>
                    <a:pt x="12849" y="16208"/>
                  </a:lnTo>
                  <a:lnTo>
                    <a:pt x="19665" y="14194"/>
                  </a:lnTo>
                  <a:lnTo>
                    <a:pt x="21585" y="10832"/>
                  </a:lnTo>
                  <a:lnTo>
                    <a:pt x="25811" y="7988"/>
                  </a:lnTo>
                  <a:lnTo>
                    <a:pt x="27543" y="5964"/>
                  </a:lnTo>
                  <a:lnTo>
                    <a:pt x="28120" y="3807"/>
                  </a:lnTo>
                  <a:lnTo>
                    <a:pt x="30224" y="2311"/>
                  </a:lnTo>
                  <a:lnTo>
                    <a:pt x="34797" y="4834"/>
                  </a:lnTo>
                  <a:lnTo>
                    <a:pt x="36178" y="7598"/>
                  </a:lnTo>
                  <a:lnTo>
                    <a:pt x="42968" y="3643"/>
                  </a:lnTo>
                  <a:lnTo>
                    <a:pt x="45313" y="9987"/>
                  </a:lnTo>
                  <a:lnTo>
                    <a:pt x="5120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h3636"/>
            <p:cNvSpPr/>
            <p:nvPr/>
          </p:nvSpPr>
          <p:spPr>
            <a:xfrm>
              <a:off x="6033731" y="1497139"/>
              <a:ext cx="114882" cy="153497"/>
            </a:xfrm>
            <a:custGeom>
              <a:avLst/>
              <a:pathLst>
                <a:path w="114882" h="153497">
                  <a:moveTo>
                    <a:pt x="87772" y="2684"/>
                  </a:moveTo>
                  <a:lnTo>
                    <a:pt x="87068" y="18645"/>
                  </a:lnTo>
                  <a:lnTo>
                    <a:pt x="91058" y="21363"/>
                  </a:lnTo>
                  <a:lnTo>
                    <a:pt x="99073" y="33241"/>
                  </a:lnTo>
                  <a:lnTo>
                    <a:pt x="96434" y="35234"/>
                  </a:lnTo>
                  <a:lnTo>
                    <a:pt x="97075" y="41027"/>
                  </a:lnTo>
                  <a:lnTo>
                    <a:pt x="104635" y="41448"/>
                  </a:lnTo>
                  <a:lnTo>
                    <a:pt x="108186" y="42627"/>
                  </a:lnTo>
                  <a:lnTo>
                    <a:pt x="108114" y="56102"/>
                  </a:lnTo>
                  <a:lnTo>
                    <a:pt x="109812" y="57278"/>
                  </a:lnTo>
                  <a:lnTo>
                    <a:pt x="111379" y="62034"/>
                  </a:lnTo>
                  <a:lnTo>
                    <a:pt x="110605" y="65537"/>
                  </a:lnTo>
                  <a:lnTo>
                    <a:pt x="108866" y="66674"/>
                  </a:lnTo>
                  <a:lnTo>
                    <a:pt x="110403" y="72726"/>
                  </a:lnTo>
                  <a:lnTo>
                    <a:pt x="111125" y="78627"/>
                  </a:lnTo>
                  <a:lnTo>
                    <a:pt x="114882" y="92702"/>
                  </a:lnTo>
                  <a:lnTo>
                    <a:pt x="103300" y="93591"/>
                  </a:lnTo>
                  <a:lnTo>
                    <a:pt x="103562" y="91921"/>
                  </a:lnTo>
                  <a:lnTo>
                    <a:pt x="101217" y="89662"/>
                  </a:lnTo>
                  <a:lnTo>
                    <a:pt x="95235" y="90085"/>
                  </a:lnTo>
                  <a:lnTo>
                    <a:pt x="95473" y="92016"/>
                  </a:lnTo>
                  <a:lnTo>
                    <a:pt x="99299" y="96693"/>
                  </a:lnTo>
                  <a:lnTo>
                    <a:pt x="98898" y="99264"/>
                  </a:lnTo>
                  <a:lnTo>
                    <a:pt x="97167" y="100533"/>
                  </a:lnTo>
                  <a:lnTo>
                    <a:pt x="90711" y="102797"/>
                  </a:lnTo>
                  <a:lnTo>
                    <a:pt x="87575" y="104901"/>
                  </a:lnTo>
                  <a:lnTo>
                    <a:pt x="87435" y="108433"/>
                  </a:lnTo>
                  <a:lnTo>
                    <a:pt x="85188" y="109312"/>
                  </a:lnTo>
                  <a:lnTo>
                    <a:pt x="80412" y="115385"/>
                  </a:lnTo>
                  <a:lnTo>
                    <a:pt x="81503" y="117114"/>
                  </a:lnTo>
                  <a:lnTo>
                    <a:pt x="83544" y="118277"/>
                  </a:lnTo>
                  <a:lnTo>
                    <a:pt x="85748" y="118191"/>
                  </a:lnTo>
                  <a:lnTo>
                    <a:pt x="86270" y="119487"/>
                  </a:lnTo>
                  <a:lnTo>
                    <a:pt x="81228" y="123889"/>
                  </a:lnTo>
                  <a:lnTo>
                    <a:pt x="81733" y="126047"/>
                  </a:lnTo>
                  <a:lnTo>
                    <a:pt x="83554" y="127447"/>
                  </a:lnTo>
                  <a:lnTo>
                    <a:pt x="83115" y="129024"/>
                  </a:lnTo>
                  <a:lnTo>
                    <a:pt x="76994" y="128435"/>
                  </a:lnTo>
                  <a:lnTo>
                    <a:pt x="72364" y="126229"/>
                  </a:lnTo>
                  <a:lnTo>
                    <a:pt x="68032" y="126550"/>
                  </a:lnTo>
                  <a:lnTo>
                    <a:pt x="64595" y="128276"/>
                  </a:lnTo>
                  <a:lnTo>
                    <a:pt x="63364" y="132183"/>
                  </a:lnTo>
                  <a:lnTo>
                    <a:pt x="59460" y="133357"/>
                  </a:lnTo>
                  <a:lnTo>
                    <a:pt x="56082" y="132220"/>
                  </a:lnTo>
                  <a:lnTo>
                    <a:pt x="55220" y="137671"/>
                  </a:lnTo>
                  <a:lnTo>
                    <a:pt x="51320" y="137223"/>
                  </a:lnTo>
                  <a:lnTo>
                    <a:pt x="48089" y="142387"/>
                  </a:lnTo>
                  <a:lnTo>
                    <a:pt x="47168" y="153497"/>
                  </a:lnTo>
                  <a:lnTo>
                    <a:pt x="34658" y="145488"/>
                  </a:lnTo>
                  <a:lnTo>
                    <a:pt x="34734" y="137265"/>
                  </a:lnTo>
                  <a:lnTo>
                    <a:pt x="42517" y="141797"/>
                  </a:lnTo>
                  <a:lnTo>
                    <a:pt x="43574" y="139616"/>
                  </a:lnTo>
                  <a:lnTo>
                    <a:pt x="39574" y="132301"/>
                  </a:lnTo>
                  <a:lnTo>
                    <a:pt x="34781" y="131705"/>
                  </a:lnTo>
                  <a:lnTo>
                    <a:pt x="35244" y="127169"/>
                  </a:lnTo>
                  <a:lnTo>
                    <a:pt x="32207" y="121468"/>
                  </a:lnTo>
                  <a:lnTo>
                    <a:pt x="36333" y="119167"/>
                  </a:lnTo>
                  <a:lnTo>
                    <a:pt x="37622" y="115340"/>
                  </a:lnTo>
                  <a:lnTo>
                    <a:pt x="30678" y="114617"/>
                  </a:lnTo>
                  <a:lnTo>
                    <a:pt x="31566" y="114372"/>
                  </a:lnTo>
                  <a:lnTo>
                    <a:pt x="31328" y="107536"/>
                  </a:lnTo>
                  <a:lnTo>
                    <a:pt x="28626" y="103070"/>
                  </a:lnTo>
                  <a:lnTo>
                    <a:pt x="24213" y="99463"/>
                  </a:lnTo>
                  <a:lnTo>
                    <a:pt x="12564" y="96101"/>
                  </a:lnTo>
                  <a:lnTo>
                    <a:pt x="7479" y="92837"/>
                  </a:lnTo>
                  <a:lnTo>
                    <a:pt x="8977" y="84336"/>
                  </a:lnTo>
                  <a:lnTo>
                    <a:pt x="6886" y="80280"/>
                  </a:lnTo>
                  <a:lnTo>
                    <a:pt x="3360" y="77455"/>
                  </a:lnTo>
                  <a:lnTo>
                    <a:pt x="0" y="77616"/>
                  </a:lnTo>
                  <a:lnTo>
                    <a:pt x="1699" y="72840"/>
                  </a:lnTo>
                  <a:lnTo>
                    <a:pt x="2805" y="60606"/>
                  </a:lnTo>
                  <a:lnTo>
                    <a:pt x="2123" y="55136"/>
                  </a:lnTo>
                  <a:lnTo>
                    <a:pt x="17684" y="56341"/>
                  </a:lnTo>
                  <a:lnTo>
                    <a:pt x="18217" y="43033"/>
                  </a:lnTo>
                  <a:lnTo>
                    <a:pt x="31814" y="43521"/>
                  </a:lnTo>
                  <a:lnTo>
                    <a:pt x="31919" y="39851"/>
                  </a:lnTo>
                  <a:lnTo>
                    <a:pt x="24176" y="39473"/>
                  </a:lnTo>
                  <a:lnTo>
                    <a:pt x="24629" y="34741"/>
                  </a:lnTo>
                  <a:lnTo>
                    <a:pt x="22610" y="30313"/>
                  </a:lnTo>
                  <a:lnTo>
                    <a:pt x="15559" y="26935"/>
                  </a:lnTo>
                  <a:lnTo>
                    <a:pt x="14220" y="25531"/>
                  </a:lnTo>
                  <a:lnTo>
                    <a:pt x="15640" y="21128"/>
                  </a:lnTo>
                  <a:lnTo>
                    <a:pt x="19196" y="18169"/>
                  </a:lnTo>
                  <a:lnTo>
                    <a:pt x="14290" y="17650"/>
                  </a:lnTo>
                  <a:lnTo>
                    <a:pt x="13037" y="14435"/>
                  </a:lnTo>
                  <a:lnTo>
                    <a:pt x="8429" y="16396"/>
                  </a:lnTo>
                  <a:lnTo>
                    <a:pt x="7748" y="15622"/>
                  </a:lnTo>
                  <a:lnTo>
                    <a:pt x="8802" y="13396"/>
                  </a:lnTo>
                  <a:lnTo>
                    <a:pt x="10991" y="11707"/>
                  </a:lnTo>
                  <a:lnTo>
                    <a:pt x="18098" y="12017"/>
                  </a:lnTo>
                  <a:lnTo>
                    <a:pt x="2564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h3637"/>
            <p:cNvSpPr/>
            <p:nvPr/>
          </p:nvSpPr>
          <p:spPr>
            <a:xfrm>
              <a:off x="6133510" y="1672148"/>
              <a:ext cx="73342" cy="83816"/>
            </a:xfrm>
            <a:custGeom>
              <a:avLst/>
              <a:pathLst>
                <a:path w="73342" h="83816">
                  <a:moveTo>
                    <a:pt x="18848" y="0"/>
                  </a:moveTo>
                  <a:lnTo>
                    <a:pt x="28041" y="1561"/>
                  </a:lnTo>
                  <a:lnTo>
                    <a:pt x="27927" y="10873"/>
                  </a:lnTo>
                  <a:lnTo>
                    <a:pt x="44516" y="11594"/>
                  </a:lnTo>
                  <a:lnTo>
                    <a:pt x="52419" y="18597"/>
                  </a:lnTo>
                  <a:lnTo>
                    <a:pt x="52577" y="21094"/>
                  </a:lnTo>
                  <a:lnTo>
                    <a:pt x="54870" y="23429"/>
                  </a:lnTo>
                  <a:lnTo>
                    <a:pt x="57967" y="23188"/>
                  </a:lnTo>
                  <a:lnTo>
                    <a:pt x="61804" y="28669"/>
                  </a:lnTo>
                  <a:lnTo>
                    <a:pt x="59428" y="35682"/>
                  </a:lnTo>
                  <a:lnTo>
                    <a:pt x="66165" y="34018"/>
                  </a:lnTo>
                  <a:lnTo>
                    <a:pt x="66732" y="35375"/>
                  </a:lnTo>
                  <a:lnTo>
                    <a:pt x="66581" y="40278"/>
                  </a:lnTo>
                  <a:lnTo>
                    <a:pt x="69950" y="45519"/>
                  </a:lnTo>
                  <a:lnTo>
                    <a:pt x="70105" y="49389"/>
                  </a:lnTo>
                  <a:lnTo>
                    <a:pt x="68722" y="53790"/>
                  </a:lnTo>
                  <a:lnTo>
                    <a:pt x="72649" y="53410"/>
                  </a:lnTo>
                  <a:lnTo>
                    <a:pt x="73342" y="59706"/>
                  </a:lnTo>
                  <a:lnTo>
                    <a:pt x="70604" y="71695"/>
                  </a:lnTo>
                  <a:lnTo>
                    <a:pt x="64486" y="72321"/>
                  </a:lnTo>
                  <a:lnTo>
                    <a:pt x="56010" y="76683"/>
                  </a:lnTo>
                  <a:lnTo>
                    <a:pt x="51610" y="74788"/>
                  </a:lnTo>
                  <a:lnTo>
                    <a:pt x="49450" y="83161"/>
                  </a:lnTo>
                  <a:lnTo>
                    <a:pt x="46973" y="83816"/>
                  </a:lnTo>
                  <a:lnTo>
                    <a:pt x="34391" y="79040"/>
                  </a:lnTo>
                  <a:lnTo>
                    <a:pt x="33484" y="74336"/>
                  </a:lnTo>
                  <a:lnTo>
                    <a:pt x="27711" y="73901"/>
                  </a:lnTo>
                  <a:lnTo>
                    <a:pt x="28177" y="74600"/>
                  </a:lnTo>
                  <a:lnTo>
                    <a:pt x="27410" y="75401"/>
                  </a:lnTo>
                  <a:lnTo>
                    <a:pt x="22536" y="66887"/>
                  </a:lnTo>
                  <a:lnTo>
                    <a:pt x="14025" y="69085"/>
                  </a:lnTo>
                  <a:lnTo>
                    <a:pt x="12606" y="70747"/>
                  </a:lnTo>
                  <a:lnTo>
                    <a:pt x="13474" y="72437"/>
                  </a:lnTo>
                  <a:lnTo>
                    <a:pt x="10744" y="71738"/>
                  </a:lnTo>
                  <a:lnTo>
                    <a:pt x="10250" y="64267"/>
                  </a:lnTo>
                  <a:lnTo>
                    <a:pt x="6645" y="63466"/>
                  </a:lnTo>
                  <a:lnTo>
                    <a:pt x="8318" y="49625"/>
                  </a:lnTo>
                  <a:lnTo>
                    <a:pt x="3248" y="47682"/>
                  </a:lnTo>
                  <a:lnTo>
                    <a:pt x="0" y="43823"/>
                  </a:lnTo>
                  <a:lnTo>
                    <a:pt x="430" y="33928"/>
                  </a:lnTo>
                  <a:lnTo>
                    <a:pt x="577" y="27690"/>
                  </a:lnTo>
                  <a:lnTo>
                    <a:pt x="3503" y="22105"/>
                  </a:lnTo>
                  <a:lnTo>
                    <a:pt x="5149" y="14631"/>
                  </a:lnTo>
                  <a:lnTo>
                    <a:pt x="5302" y="11306"/>
                  </a:lnTo>
                  <a:lnTo>
                    <a:pt x="2635" y="3135"/>
                  </a:lnTo>
                  <a:lnTo>
                    <a:pt x="5773" y="1444"/>
                  </a:lnTo>
                  <a:lnTo>
                    <a:pt x="10454" y="1553"/>
                  </a:lnTo>
                  <a:lnTo>
                    <a:pt x="12902" y="2654"/>
                  </a:lnTo>
                  <a:lnTo>
                    <a:pt x="15665" y="3897"/>
                  </a:lnTo>
                  <a:lnTo>
                    <a:pt x="16438" y="135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h3638"/>
            <p:cNvSpPr/>
            <p:nvPr/>
          </p:nvSpPr>
          <p:spPr>
            <a:xfrm>
              <a:off x="6327978" y="2041880"/>
              <a:ext cx="38703" cy="55713"/>
            </a:xfrm>
            <a:custGeom>
              <a:avLst/>
              <a:pathLst>
                <a:path w="38703" h="55713">
                  <a:moveTo>
                    <a:pt x="21135" y="1890"/>
                  </a:moveTo>
                  <a:lnTo>
                    <a:pt x="26947" y="7012"/>
                  </a:lnTo>
                  <a:lnTo>
                    <a:pt x="31608" y="5960"/>
                  </a:lnTo>
                  <a:lnTo>
                    <a:pt x="34241" y="7033"/>
                  </a:lnTo>
                  <a:lnTo>
                    <a:pt x="35941" y="7113"/>
                  </a:lnTo>
                  <a:lnTo>
                    <a:pt x="37799" y="8284"/>
                  </a:lnTo>
                  <a:lnTo>
                    <a:pt x="38703" y="10997"/>
                  </a:lnTo>
                  <a:lnTo>
                    <a:pt x="35503" y="14374"/>
                  </a:lnTo>
                  <a:lnTo>
                    <a:pt x="33090" y="20605"/>
                  </a:lnTo>
                  <a:lnTo>
                    <a:pt x="35299" y="30628"/>
                  </a:lnTo>
                  <a:lnTo>
                    <a:pt x="34383" y="36106"/>
                  </a:lnTo>
                  <a:lnTo>
                    <a:pt x="35935" y="38671"/>
                  </a:lnTo>
                  <a:lnTo>
                    <a:pt x="33700" y="40558"/>
                  </a:lnTo>
                  <a:lnTo>
                    <a:pt x="30099" y="46931"/>
                  </a:lnTo>
                  <a:lnTo>
                    <a:pt x="27846" y="54468"/>
                  </a:lnTo>
                  <a:lnTo>
                    <a:pt x="25918" y="55713"/>
                  </a:lnTo>
                  <a:lnTo>
                    <a:pt x="21104" y="54468"/>
                  </a:lnTo>
                  <a:lnTo>
                    <a:pt x="17059" y="46263"/>
                  </a:lnTo>
                  <a:lnTo>
                    <a:pt x="13878" y="47170"/>
                  </a:lnTo>
                  <a:lnTo>
                    <a:pt x="10329" y="45678"/>
                  </a:lnTo>
                  <a:lnTo>
                    <a:pt x="11860" y="42357"/>
                  </a:lnTo>
                  <a:lnTo>
                    <a:pt x="9089" y="38542"/>
                  </a:lnTo>
                  <a:lnTo>
                    <a:pt x="3520" y="39635"/>
                  </a:lnTo>
                  <a:lnTo>
                    <a:pt x="0" y="32173"/>
                  </a:lnTo>
                  <a:lnTo>
                    <a:pt x="1232" y="30065"/>
                  </a:lnTo>
                  <a:lnTo>
                    <a:pt x="2111" y="21369"/>
                  </a:lnTo>
                  <a:lnTo>
                    <a:pt x="6864" y="17541"/>
                  </a:lnTo>
                  <a:lnTo>
                    <a:pt x="8773" y="17811"/>
                  </a:lnTo>
                  <a:lnTo>
                    <a:pt x="12359" y="16866"/>
                  </a:lnTo>
                  <a:lnTo>
                    <a:pt x="17609" y="13221"/>
                  </a:lnTo>
                  <a:lnTo>
                    <a:pt x="15775" y="6547"/>
                  </a:lnTo>
                  <a:lnTo>
                    <a:pt x="1544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h3639"/>
            <p:cNvSpPr/>
            <p:nvPr/>
          </p:nvSpPr>
          <p:spPr>
            <a:xfrm>
              <a:off x="6062983" y="1774950"/>
              <a:ext cx="119738" cy="123744"/>
            </a:xfrm>
            <a:custGeom>
              <a:avLst/>
              <a:pathLst>
                <a:path w="119738" h="123744">
                  <a:moveTo>
                    <a:pt x="88734" y="519"/>
                  </a:moveTo>
                  <a:lnTo>
                    <a:pt x="91421" y="4241"/>
                  </a:lnTo>
                  <a:lnTo>
                    <a:pt x="97951" y="3526"/>
                  </a:lnTo>
                  <a:lnTo>
                    <a:pt x="101536" y="4660"/>
                  </a:lnTo>
                  <a:lnTo>
                    <a:pt x="104815" y="8388"/>
                  </a:lnTo>
                  <a:lnTo>
                    <a:pt x="103720" y="12326"/>
                  </a:lnTo>
                  <a:lnTo>
                    <a:pt x="104897" y="13533"/>
                  </a:lnTo>
                  <a:lnTo>
                    <a:pt x="110862" y="14814"/>
                  </a:lnTo>
                  <a:lnTo>
                    <a:pt x="116338" y="11774"/>
                  </a:lnTo>
                  <a:lnTo>
                    <a:pt x="114901" y="18127"/>
                  </a:lnTo>
                  <a:lnTo>
                    <a:pt x="111825" y="22489"/>
                  </a:lnTo>
                  <a:lnTo>
                    <a:pt x="117290" y="26198"/>
                  </a:lnTo>
                  <a:lnTo>
                    <a:pt x="119089" y="29477"/>
                  </a:lnTo>
                  <a:lnTo>
                    <a:pt x="117910" y="35331"/>
                  </a:lnTo>
                  <a:lnTo>
                    <a:pt x="119738" y="38758"/>
                  </a:lnTo>
                  <a:lnTo>
                    <a:pt x="116008" y="41868"/>
                  </a:lnTo>
                  <a:lnTo>
                    <a:pt x="108776" y="40199"/>
                  </a:lnTo>
                  <a:lnTo>
                    <a:pt x="106997" y="38425"/>
                  </a:lnTo>
                  <a:lnTo>
                    <a:pt x="101746" y="37512"/>
                  </a:lnTo>
                  <a:lnTo>
                    <a:pt x="92155" y="43920"/>
                  </a:lnTo>
                  <a:lnTo>
                    <a:pt x="94189" y="49658"/>
                  </a:lnTo>
                  <a:lnTo>
                    <a:pt x="88460" y="49748"/>
                  </a:lnTo>
                  <a:lnTo>
                    <a:pt x="89688" y="45990"/>
                  </a:lnTo>
                  <a:lnTo>
                    <a:pt x="88586" y="45591"/>
                  </a:lnTo>
                  <a:lnTo>
                    <a:pt x="82935" y="53526"/>
                  </a:lnTo>
                  <a:lnTo>
                    <a:pt x="84955" y="55012"/>
                  </a:lnTo>
                  <a:lnTo>
                    <a:pt x="84787" y="59642"/>
                  </a:lnTo>
                  <a:lnTo>
                    <a:pt x="83890" y="62377"/>
                  </a:lnTo>
                  <a:lnTo>
                    <a:pt x="87101" y="74187"/>
                  </a:lnTo>
                  <a:lnTo>
                    <a:pt x="86148" y="79708"/>
                  </a:lnTo>
                  <a:lnTo>
                    <a:pt x="86297" y="81163"/>
                  </a:lnTo>
                  <a:lnTo>
                    <a:pt x="84611" y="84991"/>
                  </a:lnTo>
                  <a:lnTo>
                    <a:pt x="85310" y="92210"/>
                  </a:lnTo>
                  <a:lnTo>
                    <a:pt x="84175" y="94571"/>
                  </a:lnTo>
                  <a:lnTo>
                    <a:pt x="77225" y="92267"/>
                  </a:lnTo>
                  <a:lnTo>
                    <a:pt x="73942" y="93854"/>
                  </a:lnTo>
                  <a:lnTo>
                    <a:pt x="75742" y="98554"/>
                  </a:lnTo>
                  <a:lnTo>
                    <a:pt x="70554" y="105697"/>
                  </a:lnTo>
                  <a:lnTo>
                    <a:pt x="70230" y="108317"/>
                  </a:lnTo>
                  <a:lnTo>
                    <a:pt x="64817" y="109504"/>
                  </a:lnTo>
                  <a:lnTo>
                    <a:pt x="62797" y="111308"/>
                  </a:lnTo>
                  <a:lnTo>
                    <a:pt x="59059" y="115396"/>
                  </a:lnTo>
                  <a:lnTo>
                    <a:pt x="54280" y="123236"/>
                  </a:lnTo>
                  <a:lnTo>
                    <a:pt x="50461" y="123744"/>
                  </a:lnTo>
                  <a:lnTo>
                    <a:pt x="39158" y="118529"/>
                  </a:lnTo>
                  <a:lnTo>
                    <a:pt x="29637" y="117040"/>
                  </a:lnTo>
                  <a:lnTo>
                    <a:pt x="13592" y="117072"/>
                  </a:lnTo>
                  <a:lnTo>
                    <a:pt x="10086" y="114034"/>
                  </a:lnTo>
                  <a:lnTo>
                    <a:pt x="9041" y="113254"/>
                  </a:lnTo>
                  <a:lnTo>
                    <a:pt x="6260" y="106391"/>
                  </a:lnTo>
                  <a:lnTo>
                    <a:pt x="5897" y="101967"/>
                  </a:lnTo>
                  <a:lnTo>
                    <a:pt x="7908" y="97635"/>
                  </a:lnTo>
                  <a:lnTo>
                    <a:pt x="7663" y="95667"/>
                  </a:lnTo>
                  <a:lnTo>
                    <a:pt x="5837" y="95887"/>
                  </a:lnTo>
                  <a:lnTo>
                    <a:pt x="5212" y="89175"/>
                  </a:lnTo>
                  <a:lnTo>
                    <a:pt x="2979" y="86293"/>
                  </a:lnTo>
                  <a:lnTo>
                    <a:pt x="1708" y="81634"/>
                  </a:lnTo>
                  <a:lnTo>
                    <a:pt x="0" y="78956"/>
                  </a:lnTo>
                  <a:lnTo>
                    <a:pt x="80" y="67912"/>
                  </a:lnTo>
                  <a:lnTo>
                    <a:pt x="8457" y="71180"/>
                  </a:lnTo>
                  <a:lnTo>
                    <a:pt x="10380" y="71299"/>
                  </a:lnTo>
                  <a:lnTo>
                    <a:pt x="12922" y="70868"/>
                  </a:lnTo>
                  <a:lnTo>
                    <a:pt x="13445" y="68890"/>
                  </a:lnTo>
                  <a:lnTo>
                    <a:pt x="15322" y="68068"/>
                  </a:lnTo>
                  <a:lnTo>
                    <a:pt x="26439" y="72879"/>
                  </a:lnTo>
                  <a:lnTo>
                    <a:pt x="29546" y="68766"/>
                  </a:lnTo>
                  <a:lnTo>
                    <a:pt x="26624" y="63508"/>
                  </a:lnTo>
                  <a:lnTo>
                    <a:pt x="48287" y="63793"/>
                  </a:lnTo>
                  <a:lnTo>
                    <a:pt x="48987" y="59984"/>
                  </a:lnTo>
                  <a:lnTo>
                    <a:pt x="46799" y="57061"/>
                  </a:lnTo>
                  <a:lnTo>
                    <a:pt x="44253" y="58546"/>
                  </a:lnTo>
                  <a:lnTo>
                    <a:pt x="42410" y="55429"/>
                  </a:lnTo>
                  <a:lnTo>
                    <a:pt x="43315" y="53318"/>
                  </a:lnTo>
                  <a:lnTo>
                    <a:pt x="48395" y="52644"/>
                  </a:lnTo>
                  <a:lnTo>
                    <a:pt x="52577" y="54402"/>
                  </a:lnTo>
                  <a:lnTo>
                    <a:pt x="52040" y="52134"/>
                  </a:lnTo>
                  <a:lnTo>
                    <a:pt x="50054" y="49269"/>
                  </a:lnTo>
                  <a:lnTo>
                    <a:pt x="57714" y="48405"/>
                  </a:lnTo>
                  <a:lnTo>
                    <a:pt x="60101" y="45224"/>
                  </a:lnTo>
                  <a:lnTo>
                    <a:pt x="58352" y="38299"/>
                  </a:lnTo>
                  <a:lnTo>
                    <a:pt x="75325" y="39509"/>
                  </a:lnTo>
                  <a:lnTo>
                    <a:pt x="74873" y="30628"/>
                  </a:lnTo>
                  <a:lnTo>
                    <a:pt x="68763" y="29036"/>
                  </a:lnTo>
                  <a:lnTo>
                    <a:pt x="73737" y="11754"/>
                  </a:lnTo>
                  <a:lnTo>
                    <a:pt x="80476" y="15904"/>
                  </a:lnTo>
                  <a:lnTo>
                    <a:pt x="95656" y="15834"/>
                  </a:lnTo>
                  <a:lnTo>
                    <a:pt x="95609" y="10256"/>
                  </a:lnTo>
                  <a:lnTo>
                    <a:pt x="89480" y="9975"/>
                  </a:lnTo>
                  <a:lnTo>
                    <a:pt x="89726" y="2933"/>
                  </a:lnTo>
                  <a:lnTo>
                    <a:pt x="81418" y="4459"/>
                  </a:lnTo>
                  <a:lnTo>
                    <a:pt x="8117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h3640"/>
            <p:cNvSpPr/>
            <p:nvPr/>
          </p:nvSpPr>
          <p:spPr>
            <a:xfrm>
              <a:off x="6285213" y="1928765"/>
              <a:ext cx="104166" cy="99533"/>
            </a:xfrm>
            <a:custGeom>
              <a:avLst/>
              <a:pathLst>
                <a:path w="104166" h="99533">
                  <a:moveTo>
                    <a:pt x="40534" y="381"/>
                  </a:moveTo>
                  <a:lnTo>
                    <a:pt x="47105" y="5914"/>
                  </a:lnTo>
                  <a:lnTo>
                    <a:pt x="53852" y="2453"/>
                  </a:lnTo>
                  <a:lnTo>
                    <a:pt x="67365" y="0"/>
                  </a:lnTo>
                  <a:lnTo>
                    <a:pt x="64083" y="2951"/>
                  </a:lnTo>
                  <a:lnTo>
                    <a:pt x="64548" y="4025"/>
                  </a:lnTo>
                  <a:lnTo>
                    <a:pt x="72425" y="7816"/>
                  </a:lnTo>
                  <a:lnTo>
                    <a:pt x="74213" y="6043"/>
                  </a:lnTo>
                  <a:lnTo>
                    <a:pt x="75536" y="7952"/>
                  </a:lnTo>
                  <a:lnTo>
                    <a:pt x="78065" y="15937"/>
                  </a:lnTo>
                  <a:lnTo>
                    <a:pt x="76062" y="17647"/>
                  </a:lnTo>
                  <a:lnTo>
                    <a:pt x="77765" y="21392"/>
                  </a:lnTo>
                  <a:lnTo>
                    <a:pt x="82630" y="27057"/>
                  </a:lnTo>
                  <a:lnTo>
                    <a:pt x="84598" y="27657"/>
                  </a:lnTo>
                  <a:lnTo>
                    <a:pt x="87039" y="27091"/>
                  </a:lnTo>
                  <a:lnTo>
                    <a:pt x="88939" y="29206"/>
                  </a:lnTo>
                  <a:lnTo>
                    <a:pt x="89170" y="31539"/>
                  </a:lnTo>
                  <a:lnTo>
                    <a:pt x="90310" y="33000"/>
                  </a:lnTo>
                  <a:lnTo>
                    <a:pt x="94866" y="35724"/>
                  </a:lnTo>
                  <a:lnTo>
                    <a:pt x="95553" y="35790"/>
                  </a:lnTo>
                  <a:lnTo>
                    <a:pt x="100207" y="31043"/>
                  </a:lnTo>
                  <a:lnTo>
                    <a:pt x="101848" y="34909"/>
                  </a:lnTo>
                  <a:lnTo>
                    <a:pt x="99242" y="41239"/>
                  </a:lnTo>
                  <a:lnTo>
                    <a:pt x="97323" y="42412"/>
                  </a:lnTo>
                  <a:lnTo>
                    <a:pt x="95077" y="45217"/>
                  </a:lnTo>
                  <a:lnTo>
                    <a:pt x="94639" y="48479"/>
                  </a:lnTo>
                  <a:lnTo>
                    <a:pt x="95496" y="50582"/>
                  </a:lnTo>
                  <a:lnTo>
                    <a:pt x="98660" y="52821"/>
                  </a:lnTo>
                  <a:lnTo>
                    <a:pt x="100530" y="52532"/>
                  </a:lnTo>
                  <a:lnTo>
                    <a:pt x="102974" y="53341"/>
                  </a:lnTo>
                  <a:lnTo>
                    <a:pt x="104166" y="59293"/>
                  </a:lnTo>
                  <a:lnTo>
                    <a:pt x="100648" y="58641"/>
                  </a:lnTo>
                  <a:lnTo>
                    <a:pt x="98383" y="63684"/>
                  </a:lnTo>
                  <a:lnTo>
                    <a:pt x="94815" y="65112"/>
                  </a:lnTo>
                  <a:lnTo>
                    <a:pt x="93242" y="63409"/>
                  </a:lnTo>
                  <a:lnTo>
                    <a:pt x="85271" y="62510"/>
                  </a:lnTo>
                  <a:lnTo>
                    <a:pt x="84225" y="61656"/>
                  </a:lnTo>
                  <a:lnTo>
                    <a:pt x="83380" y="58545"/>
                  </a:lnTo>
                  <a:lnTo>
                    <a:pt x="81232" y="59814"/>
                  </a:lnTo>
                  <a:lnTo>
                    <a:pt x="81033" y="62039"/>
                  </a:lnTo>
                  <a:lnTo>
                    <a:pt x="83615" y="64292"/>
                  </a:lnTo>
                  <a:lnTo>
                    <a:pt x="82294" y="66629"/>
                  </a:lnTo>
                  <a:lnTo>
                    <a:pt x="78199" y="63929"/>
                  </a:lnTo>
                  <a:lnTo>
                    <a:pt x="71604" y="62755"/>
                  </a:lnTo>
                  <a:lnTo>
                    <a:pt x="69034" y="55779"/>
                  </a:lnTo>
                  <a:lnTo>
                    <a:pt x="58049" y="60184"/>
                  </a:lnTo>
                  <a:lnTo>
                    <a:pt x="59696" y="66009"/>
                  </a:lnTo>
                  <a:lnTo>
                    <a:pt x="50936" y="67802"/>
                  </a:lnTo>
                  <a:lnTo>
                    <a:pt x="49601" y="70138"/>
                  </a:lnTo>
                  <a:lnTo>
                    <a:pt x="52747" y="74357"/>
                  </a:lnTo>
                  <a:lnTo>
                    <a:pt x="55522" y="74096"/>
                  </a:lnTo>
                  <a:lnTo>
                    <a:pt x="57483" y="72897"/>
                  </a:lnTo>
                  <a:lnTo>
                    <a:pt x="59830" y="76171"/>
                  </a:lnTo>
                  <a:lnTo>
                    <a:pt x="59607" y="78684"/>
                  </a:lnTo>
                  <a:lnTo>
                    <a:pt x="58253" y="79763"/>
                  </a:lnTo>
                  <a:lnTo>
                    <a:pt x="50049" y="80360"/>
                  </a:lnTo>
                  <a:lnTo>
                    <a:pt x="48107" y="82138"/>
                  </a:lnTo>
                  <a:lnTo>
                    <a:pt x="46819" y="86193"/>
                  </a:lnTo>
                  <a:lnTo>
                    <a:pt x="57267" y="93323"/>
                  </a:lnTo>
                  <a:lnTo>
                    <a:pt x="55779" y="96868"/>
                  </a:lnTo>
                  <a:lnTo>
                    <a:pt x="55564" y="97381"/>
                  </a:lnTo>
                  <a:lnTo>
                    <a:pt x="52693" y="94687"/>
                  </a:lnTo>
                  <a:lnTo>
                    <a:pt x="49255" y="93312"/>
                  </a:lnTo>
                  <a:lnTo>
                    <a:pt x="47976" y="95458"/>
                  </a:lnTo>
                  <a:lnTo>
                    <a:pt x="48162" y="99533"/>
                  </a:lnTo>
                  <a:lnTo>
                    <a:pt x="36984" y="98565"/>
                  </a:lnTo>
                  <a:lnTo>
                    <a:pt x="35014" y="97682"/>
                  </a:lnTo>
                  <a:lnTo>
                    <a:pt x="30825" y="93330"/>
                  </a:lnTo>
                  <a:lnTo>
                    <a:pt x="27433" y="92547"/>
                  </a:lnTo>
                  <a:lnTo>
                    <a:pt x="26654" y="91468"/>
                  </a:lnTo>
                  <a:lnTo>
                    <a:pt x="17003" y="86455"/>
                  </a:lnTo>
                  <a:lnTo>
                    <a:pt x="12963" y="82646"/>
                  </a:lnTo>
                  <a:lnTo>
                    <a:pt x="11991" y="80912"/>
                  </a:lnTo>
                  <a:lnTo>
                    <a:pt x="12766" y="79538"/>
                  </a:lnTo>
                  <a:lnTo>
                    <a:pt x="12914" y="74605"/>
                  </a:lnTo>
                  <a:lnTo>
                    <a:pt x="11837" y="66135"/>
                  </a:lnTo>
                  <a:lnTo>
                    <a:pt x="13400" y="65419"/>
                  </a:lnTo>
                  <a:lnTo>
                    <a:pt x="8486" y="61425"/>
                  </a:lnTo>
                  <a:lnTo>
                    <a:pt x="4238" y="63076"/>
                  </a:lnTo>
                  <a:lnTo>
                    <a:pt x="1020" y="61449"/>
                  </a:lnTo>
                  <a:lnTo>
                    <a:pt x="0" y="56029"/>
                  </a:lnTo>
                  <a:lnTo>
                    <a:pt x="2047" y="56565"/>
                  </a:lnTo>
                  <a:lnTo>
                    <a:pt x="2610" y="55611"/>
                  </a:lnTo>
                  <a:lnTo>
                    <a:pt x="4136" y="55173"/>
                  </a:lnTo>
                  <a:lnTo>
                    <a:pt x="7222" y="55824"/>
                  </a:lnTo>
                  <a:lnTo>
                    <a:pt x="9370" y="45599"/>
                  </a:lnTo>
                  <a:lnTo>
                    <a:pt x="11101" y="44858"/>
                  </a:lnTo>
                  <a:lnTo>
                    <a:pt x="14199" y="48117"/>
                  </a:lnTo>
                  <a:lnTo>
                    <a:pt x="14871" y="49612"/>
                  </a:lnTo>
                  <a:lnTo>
                    <a:pt x="17305" y="45056"/>
                  </a:lnTo>
                  <a:lnTo>
                    <a:pt x="20486" y="42462"/>
                  </a:lnTo>
                  <a:lnTo>
                    <a:pt x="22430" y="42523"/>
                  </a:lnTo>
                  <a:lnTo>
                    <a:pt x="29257" y="45250"/>
                  </a:lnTo>
                  <a:lnTo>
                    <a:pt x="35430" y="44303"/>
                  </a:lnTo>
                  <a:lnTo>
                    <a:pt x="39420" y="39467"/>
                  </a:lnTo>
                  <a:lnTo>
                    <a:pt x="39022" y="35099"/>
                  </a:lnTo>
                  <a:lnTo>
                    <a:pt x="40341" y="27844"/>
                  </a:lnTo>
                  <a:lnTo>
                    <a:pt x="38765" y="25616"/>
                  </a:lnTo>
                  <a:lnTo>
                    <a:pt x="30498" y="25528"/>
                  </a:lnTo>
                  <a:lnTo>
                    <a:pt x="33039" y="23252"/>
                  </a:lnTo>
                  <a:lnTo>
                    <a:pt x="31003" y="21433"/>
                  </a:lnTo>
                  <a:lnTo>
                    <a:pt x="27793" y="20632"/>
                  </a:lnTo>
                  <a:lnTo>
                    <a:pt x="25150" y="17348"/>
                  </a:lnTo>
                  <a:lnTo>
                    <a:pt x="27671" y="17127"/>
                  </a:lnTo>
                  <a:lnTo>
                    <a:pt x="31399" y="14718"/>
                  </a:lnTo>
                  <a:lnTo>
                    <a:pt x="31904" y="12108"/>
                  </a:lnTo>
                  <a:lnTo>
                    <a:pt x="30805" y="4714"/>
                  </a:lnTo>
                  <a:lnTo>
                    <a:pt x="32833" y="4443"/>
                  </a:lnTo>
                  <a:lnTo>
                    <a:pt x="34646" y="2939"/>
                  </a:lnTo>
                  <a:lnTo>
                    <a:pt x="35292" y="29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h3641"/>
            <p:cNvSpPr/>
            <p:nvPr/>
          </p:nvSpPr>
          <p:spPr>
            <a:xfrm>
              <a:off x="6379852" y="1906011"/>
              <a:ext cx="118019" cy="85223"/>
            </a:xfrm>
            <a:custGeom>
              <a:avLst/>
              <a:pathLst>
                <a:path w="118019" h="85223">
                  <a:moveTo>
                    <a:pt x="77338" y="0"/>
                  </a:moveTo>
                  <a:lnTo>
                    <a:pt x="85531" y="3390"/>
                  </a:lnTo>
                  <a:lnTo>
                    <a:pt x="86029" y="3932"/>
                  </a:lnTo>
                  <a:lnTo>
                    <a:pt x="84288" y="4083"/>
                  </a:lnTo>
                  <a:lnTo>
                    <a:pt x="86924" y="10246"/>
                  </a:lnTo>
                  <a:lnTo>
                    <a:pt x="101143" y="8381"/>
                  </a:lnTo>
                  <a:lnTo>
                    <a:pt x="101451" y="4185"/>
                  </a:lnTo>
                  <a:lnTo>
                    <a:pt x="108622" y="6980"/>
                  </a:lnTo>
                  <a:lnTo>
                    <a:pt x="110764" y="10714"/>
                  </a:lnTo>
                  <a:lnTo>
                    <a:pt x="111167" y="13729"/>
                  </a:lnTo>
                  <a:lnTo>
                    <a:pt x="110536" y="15848"/>
                  </a:lnTo>
                  <a:lnTo>
                    <a:pt x="103758" y="20346"/>
                  </a:lnTo>
                  <a:lnTo>
                    <a:pt x="102733" y="19444"/>
                  </a:lnTo>
                  <a:lnTo>
                    <a:pt x="101957" y="21546"/>
                  </a:lnTo>
                  <a:lnTo>
                    <a:pt x="109251" y="36383"/>
                  </a:lnTo>
                  <a:lnTo>
                    <a:pt x="117178" y="39923"/>
                  </a:lnTo>
                  <a:lnTo>
                    <a:pt x="117934" y="40980"/>
                  </a:lnTo>
                  <a:lnTo>
                    <a:pt x="118019" y="42218"/>
                  </a:lnTo>
                  <a:lnTo>
                    <a:pt x="116772" y="44118"/>
                  </a:lnTo>
                  <a:lnTo>
                    <a:pt x="113086" y="45511"/>
                  </a:lnTo>
                  <a:lnTo>
                    <a:pt x="112806" y="44508"/>
                  </a:lnTo>
                  <a:lnTo>
                    <a:pt x="102772" y="40105"/>
                  </a:lnTo>
                  <a:lnTo>
                    <a:pt x="86908" y="39039"/>
                  </a:lnTo>
                  <a:lnTo>
                    <a:pt x="89038" y="43791"/>
                  </a:lnTo>
                  <a:lnTo>
                    <a:pt x="76927" y="44683"/>
                  </a:lnTo>
                  <a:lnTo>
                    <a:pt x="71525" y="49548"/>
                  </a:lnTo>
                  <a:lnTo>
                    <a:pt x="70212" y="52549"/>
                  </a:lnTo>
                  <a:lnTo>
                    <a:pt x="59466" y="59938"/>
                  </a:lnTo>
                  <a:lnTo>
                    <a:pt x="66473" y="68929"/>
                  </a:lnTo>
                  <a:lnTo>
                    <a:pt x="62696" y="71347"/>
                  </a:lnTo>
                  <a:lnTo>
                    <a:pt x="61960" y="73704"/>
                  </a:lnTo>
                  <a:lnTo>
                    <a:pt x="59534" y="70100"/>
                  </a:lnTo>
                  <a:lnTo>
                    <a:pt x="57236" y="71559"/>
                  </a:lnTo>
                  <a:lnTo>
                    <a:pt x="55887" y="73853"/>
                  </a:lnTo>
                  <a:lnTo>
                    <a:pt x="56001" y="77016"/>
                  </a:lnTo>
                  <a:lnTo>
                    <a:pt x="52867" y="79352"/>
                  </a:lnTo>
                  <a:lnTo>
                    <a:pt x="31344" y="80447"/>
                  </a:lnTo>
                  <a:lnTo>
                    <a:pt x="26400" y="85223"/>
                  </a:lnTo>
                  <a:lnTo>
                    <a:pt x="15586" y="80760"/>
                  </a:lnTo>
                  <a:lnTo>
                    <a:pt x="11711" y="82337"/>
                  </a:lnTo>
                  <a:lnTo>
                    <a:pt x="9527" y="82048"/>
                  </a:lnTo>
                  <a:lnTo>
                    <a:pt x="8335" y="76096"/>
                  </a:lnTo>
                  <a:lnTo>
                    <a:pt x="5891" y="75287"/>
                  </a:lnTo>
                  <a:lnTo>
                    <a:pt x="4021" y="75575"/>
                  </a:lnTo>
                  <a:lnTo>
                    <a:pt x="857" y="73336"/>
                  </a:lnTo>
                  <a:lnTo>
                    <a:pt x="0" y="71233"/>
                  </a:lnTo>
                  <a:lnTo>
                    <a:pt x="437" y="67972"/>
                  </a:lnTo>
                  <a:lnTo>
                    <a:pt x="2684" y="65166"/>
                  </a:lnTo>
                  <a:lnTo>
                    <a:pt x="4602" y="63994"/>
                  </a:lnTo>
                  <a:lnTo>
                    <a:pt x="7208" y="57664"/>
                  </a:lnTo>
                  <a:lnTo>
                    <a:pt x="5568" y="53798"/>
                  </a:lnTo>
                  <a:lnTo>
                    <a:pt x="7976" y="51331"/>
                  </a:lnTo>
                  <a:lnTo>
                    <a:pt x="11542" y="45201"/>
                  </a:lnTo>
                  <a:lnTo>
                    <a:pt x="15910" y="43738"/>
                  </a:lnTo>
                  <a:lnTo>
                    <a:pt x="18517" y="43738"/>
                  </a:lnTo>
                  <a:lnTo>
                    <a:pt x="22047" y="41539"/>
                  </a:lnTo>
                  <a:lnTo>
                    <a:pt x="26917" y="47501"/>
                  </a:lnTo>
                  <a:lnTo>
                    <a:pt x="32308" y="41902"/>
                  </a:lnTo>
                  <a:lnTo>
                    <a:pt x="38339" y="41033"/>
                  </a:lnTo>
                  <a:lnTo>
                    <a:pt x="41598" y="39095"/>
                  </a:lnTo>
                  <a:lnTo>
                    <a:pt x="41699" y="36342"/>
                  </a:lnTo>
                  <a:lnTo>
                    <a:pt x="46871" y="36426"/>
                  </a:lnTo>
                  <a:lnTo>
                    <a:pt x="49946" y="35092"/>
                  </a:lnTo>
                  <a:lnTo>
                    <a:pt x="54791" y="34898"/>
                  </a:lnTo>
                  <a:lnTo>
                    <a:pt x="55274" y="12921"/>
                  </a:lnTo>
                  <a:lnTo>
                    <a:pt x="56495" y="11126"/>
                  </a:lnTo>
                  <a:lnTo>
                    <a:pt x="60983" y="8857"/>
                  </a:lnTo>
                  <a:lnTo>
                    <a:pt x="61036" y="6385"/>
                  </a:lnTo>
                  <a:lnTo>
                    <a:pt x="64480" y="413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h3642"/>
            <p:cNvSpPr/>
            <p:nvPr/>
          </p:nvSpPr>
          <p:spPr>
            <a:xfrm>
              <a:off x="6063792" y="1975910"/>
              <a:ext cx="57578" cy="90353"/>
            </a:xfrm>
            <a:custGeom>
              <a:avLst/>
              <a:pathLst>
                <a:path w="57578" h="90353">
                  <a:moveTo>
                    <a:pt x="50978" y="593"/>
                  </a:moveTo>
                  <a:lnTo>
                    <a:pt x="51835" y="8408"/>
                  </a:lnTo>
                  <a:lnTo>
                    <a:pt x="56760" y="12875"/>
                  </a:lnTo>
                  <a:lnTo>
                    <a:pt x="57578" y="15582"/>
                  </a:lnTo>
                  <a:lnTo>
                    <a:pt x="56200" y="15914"/>
                  </a:lnTo>
                  <a:lnTo>
                    <a:pt x="55126" y="18126"/>
                  </a:lnTo>
                  <a:lnTo>
                    <a:pt x="50827" y="34246"/>
                  </a:lnTo>
                  <a:lnTo>
                    <a:pt x="50184" y="37532"/>
                  </a:lnTo>
                  <a:lnTo>
                    <a:pt x="51787" y="44669"/>
                  </a:lnTo>
                  <a:lnTo>
                    <a:pt x="50931" y="47842"/>
                  </a:lnTo>
                  <a:lnTo>
                    <a:pt x="43948" y="50028"/>
                  </a:lnTo>
                  <a:lnTo>
                    <a:pt x="37966" y="48748"/>
                  </a:lnTo>
                  <a:lnTo>
                    <a:pt x="35674" y="52956"/>
                  </a:lnTo>
                  <a:lnTo>
                    <a:pt x="29341" y="58607"/>
                  </a:lnTo>
                  <a:lnTo>
                    <a:pt x="32357" y="60253"/>
                  </a:lnTo>
                  <a:lnTo>
                    <a:pt x="32696" y="62412"/>
                  </a:lnTo>
                  <a:lnTo>
                    <a:pt x="28211" y="72929"/>
                  </a:lnTo>
                  <a:lnTo>
                    <a:pt x="32462" y="81190"/>
                  </a:lnTo>
                  <a:lnTo>
                    <a:pt x="26917" y="83083"/>
                  </a:lnTo>
                  <a:lnTo>
                    <a:pt x="24426" y="85889"/>
                  </a:lnTo>
                  <a:lnTo>
                    <a:pt x="17779" y="88315"/>
                  </a:lnTo>
                  <a:lnTo>
                    <a:pt x="16369" y="83627"/>
                  </a:lnTo>
                  <a:lnTo>
                    <a:pt x="9925" y="87538"/>
                  </a:lnTo>
                  <a:lnTo>
                    <a:pt x="8149" y="90353"/>
                  </a:lnTo>
                  <a:lnTo>
                    <a:pt x="2479" y="88329"/>
                  </a:lnTo>
                  <a:lnTo>
                    <a:pt x="1856" y="85523"/>
                  </a:lnTo>
                  <a:lnTo>
                    <a:pt x="2341" y="80873"/>
                  </a:lnTo>
                  <a:lnTo>
                    <a:pt x="0" y="78255"/>
                  </a:lnTo>
                  <a:lnTo>
                    <a:pt x="335" y="73777"/>
                  </a:lnTo>
                  <a:lnTo>
                    <a:pt x="1880" y="69509"/>
                  </a:lnTo>
                  <a:lnTo>
                    <a:pt x="6436" y="62004"/>
                  </a:lnTo>
                  <a:lnTo>
                    <a:pt x="7425" y="61760"/>
                  </a:lnTo>
                  <a:lnTo>
                    <a:pt x="10851" y="63701"/>
                  </a:lnTo>
                  <a:lnTo>
                    <a:pt x="12720" y="62925"/>
                  </a:lnTo>
                  <a:lnTo>
                    <a:pt x="19450" y="54894"/>
                  </a:lnTo>
                  <a:lnTo>
                    <a:pt x="17160" y="38608"/>
                  </a:lnTo>
                  <a:lnTo>
                    <a:pt x="14253" y="40770"/>
                  </a:lnTo>
                  <a:lnTo>
                    <a:pt x="12401" y="40389"/>
                  </a:lnTo>
                  <a:lnTo>
                    <a:pt x="7400" y="36195"/>
                  </a:lnTo>
                  <a:lnTo>
                    <a:pt x="4369" y="23835"/>
                  </a:lnTo>
                  <a:lnTo>
                    <a:pt x="7090" y="18304"/>
                  </a:lnTo>
                  <a:lnTo>
                    <a:pt x="9038" y="16452"/>
                  </a:lnTo>
                  <a:lnTo>
                    <a:pt x="17048" y="20256"/>
                  </a:lnTo>
                  <a:lnTo>
                    <a:pt x="26950" y="9632"/>
                  </a:lnTo>
                  <a:lnTo>
                    <a:pt x="29947" y="2900"/>
                  </a:lnTo>
                  <a:lnTo>
                    <a:pt x="46605" y="16750"/>
                  </a:lnTo>
                  <a:lnTo>
                    <a:pt x="45580" y="12772"/>
                  </a:lnTo>
                  <a:lnTo>
                    <a:pt x="40460" y="4846"/>
                  </a:lnTo>
                  <a:lnTo>
                    <a:pt x="5026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h3643"/>
            <p:cNvSpPr/>
            <p:nvPr/>
          </p:nvSpPr>
          <p:spPr>
            <a:xfrm>
              <a:off x="6336275" y="1491642"/>
              <a:ext cx="162460" cy="156063"/>
            </a:xfrm>
            <a:custGeom>
              <a:avLst/>
              <a:pathLst>
                <a:path w="162460" h="156063">
                  <a:moveTo>
                    <a:pt x="27088" y="8220"/>
                  </a:moveTo>
                  <a:lnTo>
                    <a:pt x="33863" y="9049"/>
                  </a:lnTo>
                  <a:lnTo>
                    <a:pt x="32317" y="21536"/>
                  </a:lnTo>
                  <a:lnTo>
                    <a:pt x="36810" y="24442"/>
                  </a:lnTo>
                  <a:lnTo>
                    <a:pt x="36040" y="27692"/>
                  </a:lnTo>
                  <a:lnTo>
                    <a:pt x="31491" y="30415"/>
                  </a:lnTo>
                  <a:lnTo>
                    <a:pt x="34539" y="37301"/>
                  </a:lnTo>
                  <a:lnTo>
                    <a:pt x="36419" y="36773"/>
                  </a:lnTo>
                  <a:lnTo>
                    <a:pt x="53434" y="47980"/>
                  </a:lnTo>
                  <a:lnTo>
                    <a:pt x="57085" y="47569"/>
                  </a:lnTo>
                  <a:lnTo>
                    <a:pt x="55285" y="34921"/>
                  </a:lnTo>
                  <a:lnTo>
                    <a:pt x="57294" y="32848"/>
                  </a:lnTo>
                  <a:lnTo>
                    <a:pt x="60367" y="37676"/>
                  </a:lnTo>
                  <a:lnTo>
                    <a:pt x="68283" y="44062"/>
                  </a:lnTo>
                  <a:lnTo>
                    <a:pt x="75156" y="47003"/>
                  </a:lnTo>
                  <a:lnTo>
                    <a:pt x="79909" y="51197"/>
                  </a:lnTo>
                  <a:lnTo>
                    <a:pt x="82098" y="54870"/>
                  </a:lnTo>
                  <a:lnTo>
                    <a:pt x="82734" y="59650"/>
                  </a:lnTo>
                  <a:lnTo>
                    <a:pt x="85063" y="63834"/>
                  </a:lnTo>
                  <a:lnTo>
                    <a:pt x="89053" y="65764"/>
                  </a:lnTo>
                  <a:lnTo>
                    <a:pt x="91841" y="68690"/>
                  </a:lnTo>
                  <a:lnTo>
                    <a:pt x="91574" y="69187"/>
                  </a:lnTo>
                  <a:lnTo>
                    <a:pt x="101154" y="76320"/>
                  </a:lnTo>
                  <a:lnTo>
                    <a:pt x="102742" y="78242"/>
                  </a:lnTo>
                  <a:lnTo>
                    <a:pt x="103168" y="81631"/>
                  </a:lnTo>
                  <a:lnTo>
                    <a:pt x="118780" y="90503"/>
                  </a:lnTo>
                  <a:lnTo>
                    <a:pt x="124000" y="90066"/>
                  </a:lnTo>
                  <a:lnTo>
                    <a:pt x="129884" y="95272"/>
                  </a:lnTo>
                  <a:lnTo>
                    <a:pt x="134868" y="97287"/>
                  </a:lnTo>
                  <a:lnTo>
                    <a:pt x="137007" y="101159"/>
                  </a:lnTo>
                  <a:lnTo>
                    <a:pt x="140651" y="105340"/>
                  </a:lnTo>
                  <a:lnTo>
                    <a:pt x="142352" y="106163"/>
                  </a:lnTo>
                  <a:lnTo>
                    <a:pt x="146935" y="105479"/>
                  </a:lnTo>
                  <a:lnTo>
                    <a:pt x="149324" y="108702"/>
                  </a:lnTo>
                  <a:lnTo>
                    <a:pt x="149390" y="112219"/>
                  </a:lnTo>
                  <a:lnTo>
                    <a:pt x="150583" y="115377"/>
                  </a:lnTo>
                  <a:lnTo>
                    <a:pt x="155673" y="116657"/>
                  </a:lnTo>
                  <a:lnTo>
                    <a:pt x="158928" y="120957"/>
                  </a:lnTo>
                  <a:lnTo>
                    <a:pt x="162460" y="131132"/>
                  </a:lnTo>
                  <a:lnTo>
                    <a:pt x="162158" y="133951"/>
                  </a:lnTo>
                  <a:lnTo>
                    <a:pt x="154670" y="134476"/>
                  </a:lnTo>
                  <a:lnTo>
                    <a:pt x="151923" y="132944"/>
                  </a:lnTo>
                  <a:lnTo>
                    <a:pt x="149553" y="129131"/>
                  </a:lnTo>
                  <a:lnTo>
                    <a:pt x="144257" y="128940"/>
                  </a:lnTo>
                  <a:lnTo>
                    <a:pt x="135546" y="128653"/>
                  </a:lnTo>
                  <a:lnTo>
                    <a:pt x="136544" y="131899"/>
                  </a:lnTo>
                  <a:lnTo>
                    <a:pt x="127568" y="131613"/>
                  </a:lnTo>
                  <a:lnTo>
                    <a:pt x="127807" y="145073"/>
                  </a:lnTo>
                  <a:lnTo>
                    <a:pt x="123015" y="144969"/>
                  </a:lnTo>
                  <a:lnTo>
                    <a:pt x="122940" y="148730"/>
                  </a:lnTo>
                  <a:lnTo>
                    <a:pt x="116956" y="148429"/>
                  </a:lnTo>
                  <a:lnTo>
                    <a:pt x="117069" y="138851"/>
                  </a:lnTo>
                  <a:lnTo>
                    <a:pt x="111070" y="138658"/>
                  </a:lnTo>
                  <a:lnTo>
                    <a:pt x="110899" y="145394"/>
                  </a:lnTo>
                  <a:lnTo>
                    <a:pt x="104788" y="145246"/>
                  </a:lnTo>
                  <a:lnTo>
                    <a:pt x="106462" y="151661"/>
                  </a:lnTo>
                  <a:lnTo>
                    <a:pt x="90301" y="151125"/>
                  </a:lnTo>
                  <a:lnTo>
                    <a:pt x="91204" y="156063"/>
                  </a:lnTo>
                  <a:lnTo>
                    <a:pt x="86901" y="156026"/>
                  </a:lnTo>
                  <a:lnTo>
                    <a:pt x="87259" y="151774"/>
                  </a:lnTo>
                  <a:lnTo>
                    <a:pt x="82297" y="149985"/>
                  </a:lnTo>
                  <a:lnTo>
                    <a:pt x="81566" y="149017"/>
                  </a:lnTo>
                  <a:lnTo>
                    <a:pt x="81013" y="145833"/>
                  </a:lnTo>
                  <a:lnTo>
                    <a:pt x="77432" y="142534"/>
                  </a:lnTo>
                  <a:lnTo>
                    <a:pt x="77879" y="137033"/>
                  </a:lnTo>
                  <a:lnTo>
                    <a:pt x="79265" y="132331"/>
                  </a:lnTo>
                  <a:lnTo>
                    <a:pt x="78996" y="128826"/>
                  </a:lnTo>
                  <a:lnTo>
                    <a:pt x="76701" y="127736"/>
                  </a:lnTo>
                  <a:lnTo>
                    <a:pt x="68802" y="127522"/>
                  </a:lnTo>
                  <a:lnTo>
                    <a:pt x="69390" y="109460"/>
                  </a:lnTo>
                  <a:lnTo>
                    <a:pt x="64473" y="107386"/>
                  </a:lnTo>
                  <a:lnTo>
                    <a:pt x="66942" y="92438"/>
                  </a:lnTo>
                  <a:lnTo>
                    <a:pt x="63449" y="90160"/>
                  </a:lnTo>
                  <a:lnTo>
                    <a:pt x="57284" y="83528"/>
                  </a:lnTo>
                  <a:lnTo>
                    <a:pt x="54711" y="82030"/>
                  </a:lnTo>
                  <a:lnTo>
                    <a:pt x="48200" y="81840"/>
                  </a:lnTo>
                  <a:lnTo>
                    <a:pt x="47594" y="82391"/>
                  </a:lnTo>
                  <a:lnTo>
                    <a:pt x="47627" y="85402"/>
                  </a:lnTo>
                  <a:lnTo>
                    <a:pt x="27942" y="84839"/>
                  </a:lnTo>
                  <a:lnTo>
                    <a:pt x="28143" y="74717"/>
                  </a:lnTo>
                  <a:lnTo>
                    <a:pt x="26120" y="74715"/>
                  </a:lnTo>
                  <a:lnTo>
                    <a:pt x="24046" y="70108"/>
                  </a:lnTo>
                  <a:lnTo>
                    <a:pt x="24280" y="62865"/>
                  </a:lnTo>
                  <a:lnTo>
                    <a:pt x="19582" y="62721"/>
                  </a:lnTo>
                  <a:lnTo>
                    <a:pt x="19381" y="66524"/>
                  </a:lnTo>
                  <a:lnTo>
                    <a:pt x="12485" y="66780"/>
                  </a:lnTo>
                  <a:lnTo>
                    <a:pt x="12768" y="58071"/>
                  </a:lnTo>
                  <a:lnTo>
                    <a:pt x="3811" y="55336"/>
                  </a:lnTo>
                  <a:lnTo>
                    <a:pt x="603" y="40190"/>
                  </a:lnTo>
                  <a:lnTo>
                    <a:pt x="0" y="39846"/>
                  </a:lnTo>
                  <a:lnTo>
                    <a:pt x="5326" y="36978"/>
                  </a:lnTo>
                  <a:lnTo>
                    <a:pt x="5423" y="11292"/>
                  </a:lnTo>
                  <a:lnTo>
                    <a:pt x="4192" y="11180"/>
                  </a:lnTo>
                  <a:lnTo>
                    <a:pt x="6873" y="2953"/>
                  </a:lnTo>
                  <a:lnTo>
                    <a:pt x="9579" y="6181"/>
                  </a:lnTo>
                  <a:lnTo>
                    <a:pt x="15731" y="842"/>
                  </a:lnTo>
                  <a:lnTo>
                    <a:pt x="1561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h3644"/>
            <p:cNvSpPr/>
            <p:nvPr/>
          </p:nvSpPr>
          <p:spPr>
            <a:xfrm>
              <a:off x="6142345" y="1983565"/>
              <a:ext cx="116147" cy="144030"/>
            </a:xfrm>
            <a:custGeom>
              <a:avLst/>
              <a:pathLst>
                <a:path w="116147" h="144030">
                  <a:moveTo>
                    <a:pt x="40216" y="5789"/>
                  </a:moveTo>
                  <a:lnTo>
                    <a:pt x="54602" y="21599"/>
                  </a:lnTo>
                  <a:lnTo>
                    <a:pt x="59555" y="11248"/>
                  </a:lnTo>
                  <a:lnTo>
                    <a:pt x="67812" y="11255"/>
                  </a:lnTo>
                  <a:lnTo>
                    <a:pt x="68950" y="10423"/>
                  </a:lnTo>
                  <a:lnTo>
                    <a:pt x="70710" y="12245"/>
                  </a:lnTo>
                  <a:lnTo>
                    <a:pt x="79112" y="11780"/>
                  </a:lnTo>
                  <a:lnTo>
                    <a:pt x="82586" y="7794"/>
                  </a:lnTo>
                  <a:lnTo>
                    <a:pt x="84906" y="8162"/>
                  </a:lnTo>
                  <a:lnTo>
                    <a:pt x="83975" y="16733"/>
                  </a:lnTo>
                  <a:lnTo>
                    <a:pt x="94748" y="26034"/>
                  </a:lnTo>
                  <a:lnTo>
                    <a:pt x="98470" y="24708"/>
                  </a:lnTo>
                  <a:lnTo>
                    <a:pt x="100080" y="23179"/>
                  </a:lnTo>
                  <a:lnTo>
                    <a:pt x="102699" y="31165"/>
                  </a:lnTo>
                  <a:lnTo>
                    <a:pt x="101612" y="36199"/>
                  </a:lnTo>
                  <a:lnTo>
                    <a:pt x="104737" y="36031"/>
                  </a:lnTo>
                  <a:lnTo>
                    <a:pt x="105100" y="38418"/>
                  </a:lnTo>
                  <a:lnTo>
                    <a:pt x="105769" y="39398"/>
                  </a:lnTo>
                  <a:lnTo>
                    <a:pt x="105259" y="40370"/>
                  </a:lnTo>
                  <a:lnTo>
                    <a:pt x="100659" y="41450"/>
                  </a:lnTo>
                  <a:lnTo>
                    <a:pt x="100977" y="42727"/>
                  </a:lnTo>
                  <a:lnTo>
                    <a:pt x="106021" y="44469"/>
                  </a:lnTo>
                  <a:lnTo>
                    <a:pt x="108880" y="46391"/>
                  </a:lnTo>
                  <a:lnTo>
                    <a:pt x="110762" y="49111"/>
                  </a:lnTo>
                  <a:lnTo>
                    <a:pt x="112679" y="54757"/>
                  </a:lnTo>
                  <a:lnTo>
                    <a:pt x="113632" y="65216"/>
                  </a:lnTo>
                  <a:lnTo>
                    <a:pt x="111393" y="65767"/>
                  </a:lnTo>
                  <a:lnTo>
                    <a:pt x="113188" y="71102"/>
                  </a:lnTo>
                  <a:lnTo>
                    <a:pt x="111507" y="75898"/>
                  </a:lnTo>
                  <a:lnTo>
                    <a:pt x="106669" y="78488"/>
                  </a:lnTo>
                  <a:lnTo>
                    <a:pt x="106877" y="79882"/>
                  </a:lnTo>
                  <a:lnTo>
                    <a:pt x="109491" y="81190"/>
                  </a:lnTo>
                  <a:lnTo>
                    <a:pt x="112099" y="84441"/>
                  </a:lnTo>
                  <a:lnTo>
                    <a:pt x="112328" y="85745"/>
                  </a:lnTo>
                  <a:lnTo>
                    <a:pt x="107244" y="96555"/>
                  </a:lnTo>
                  <a:lnTo>
                    <a:pt x="108013" y="102863"/>
                  </a:lnTo>
                  <a:lnTo>
                    <a:pt x="115712" y="113036"/>
                  </a:lnTo>
                  <a:lnTo>
                    <a:pt x="112535" y="124813"/>
                  </a:lnTo>
                  <a:lnTo>
                    <a:pt x="113377" y="126994"/>
                  </a:lnTo>
                  <a:lnTo>
                    <a:pt x="114960" y="128525"/>
                  </a:lnTo>
                  <a:lnTo>
                    <a:pt x="116147" y="132951"/>
                  </a:lnTo>
                  <a:lnTo>
                    <a:pt x="113824" y="136292"/>
                  </a:lnTo>
                  <a:lnTo>
                    <a:pt x="112175" y="137011"/>
                  </a:lnTo>
                  <a:lnTo>
                    <a:pt x="111346" y="136418"/>
                  </a:lnTo>
                  <a:lnTo>
                    <a:pt x="106045" y="139300"/>
                  </a:lnTo>
                  <a:lnTo>
                    <a:pt x="106687" y="142931"/>
                  </a:lnTo>
                  <a:lnTo>
                    <a:pt x="105691" y="144030"/>
                  </a:lnTo>
                  <a:lnTo>
                    <a:pt x="98510" y="137384"/>
                  </a:lnTo>
                  <a:lnTo>
                    <a:pt x="93475" y="135516"/>
                  </a:lnTo>
                  <a:lnTo>
                    <a:pt x="91235" y="136108"/>
                  </a:lnTo>
                  <a:lnTo>
                    <a:pt x="83643" y="134912"/>
                  </a:lnTo>
                  <a:lnTo>
                    <a:pt x="77711" y="138398"/>
                  </a:lnTo>
                  <a:lnTo>
                    <a:pt x="72104" y="138331"/>
                  </a:lnTo>
                  <a:lnTo>
                    <a:pt x="66009" y="140604"/>
                  </a:lnTo>
                  <a:lnTo>
                    <a:pt x="61157" y="137602"/>
                  </a:lnTo>
                  <a:lnTo>
                    <a:pt x="56695" y="132981"/>
                  </a:lnTo>
                  <a:lnTo>
                    <a:pt x="52244" y="131914"/>
                  </a:lnTo>
                  <a:lnTo>
                    <a:pt x="49651" y="132544"/>
                  </a:lnTo>
                  <a:lnTo>
                    <a:pt x="48882" y="130084"/>
                  </a:lnTo>
                  <a:lnTo>
                    <a:pt x="47228" y="128846"/>
                  </a:lnTo>
                  <a:lnTo>
                    <a:pt x="40190" y="126725"/>
                  </a:lnTo>
                  <a:lnTo>
                    <a:pt x="36540" y="128259"/>
                  </a:lnTo>
                  <a:lnTo>
                    <a:pt x="26916" y="122255"/>
                  </a:lnTo>
                  <a:lnTo>
                    <a:pt x="29929" y="115366"/>
                  </a:lnTo>
                  <a:lnTo>
                    <a:pt x="29899" y="110288"/>
                  </a:lnTo>
                  <a:lnTo>
                    <a:pt x="32655" y="107518"/>
                  </a:lnTo>
                  <a:lnTo>
                    <a:pt x="40305" y="105445"/>
                  </a:lnTo>
                  <a:lnTo>
                    <a:pt x="55541" y="96917"/>
                  </a:lnTo>
                  <a:lnTo>
                    <a:pt x="45777" y="81810"/>
                  </a:lnTo>
                  <a:lnTo>
                    <a:pt x="48585" y="82045"/>
                  </a:lnTo>
                  <a:lnTo>
                    <a:pt x="45116" y="75624"/>
                  </a:lnTo>
                  <a:lnTo>
                    <a:pt x="37544" y="73335"/>
                  </a:lnTo>
                  <a:lnTo>
                    <a:pt x="32300" y="70506"/>
                  </a:lnTo>
                  <a:lnTo>
                    <a:pt x="24637" y="54306"/>
                  </a:lnTo>
                  <a:lnTo>
                    <a:pt x="23409" y="44580"/>
                  </a:lnTo>
                  <a:lnTo>
                    <a:pt x="13859" y="51158"/>
                  </a:lnTo>
                  <a:lnTo>
                    <a:pt x="11928" y="50834"/>
                  </a:lnTo>
                  <a:lnTo>
                    <a:pt x="9126" y="48349"/>
                  </a:lnTo>
                  <a:lnTo>
                    <a:pt x="0" y="48514"/>
                  </a:lnTo>
                  <a:lnTo>
                    <a:pt x="11814" y="43408"/>
                  </a:lnTo>
                  <a:lnTo>
                    <a:pt x="13967" y="37843"/>
                  </a:lnTo>
                  <a:lnTo>
                    <a:pt x="15267" y="30487"/>
                  </a:lnTo>
                  <a:lnTo>
                    <a:pt x="21897" y="26578"/>
                  </a:lnTo>
                  <a:lnTo>
                    <a:pt x="10997" y="19361"/>
                  </a:lnTo>
                  <a:lnTo>
                    <a:pt x="13455" y="13776"/>
                  </a:lnTo>
                  <a:lnTo>
                    <a:pt x="26571" y="1528"/>
                  </a:lnTo>
                  <a:lnTo>
                    <a:pt x="2971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h3645"/>
            <p:cNvSpPr/>
            <p:nvPr/>
          </p:nvSpPr>
          <p:spPr>
            <a:xfrm>
              <a:off x="6274079" y="1889434"/>
              <a:ext cx="36102" cy="33221"/>
            </a:xfrm>
            <a:custGeom>
              <a:avLst/>
              <a:pathLst>
                <a:path w="36102" h="33221">
                  <a:moveTo>
                    <a:pt x="22957" y="2153"/>
                  </a:moveTo>
                  <a:lnTo>
                    <a:pt x="24062" y="1763"/>
                  </a:lnTo>
                  <a:lnTo>
                    <a:pt x="28631" y="5596"/>
                  </a:lnTo>
                  <a:lnTo>
                    <a:pt x="31523" y="9727"/>
                  </a:lnTo>
                  <a:lnTo>
                    <a:pt x="31125" y="11899"/>
                  </a:lnTo>
                  <a:lnTo>
                    <a:pt x="30047" y="12794"/>
                  </a:lnTo>
                  <a:lnTo>
                    <a:pt x="35125" y="18734"/>
                  </a:lnTo>
                  <a:lnTo>
                    <a:pt x="36043" y="22189"/>
                  </a:lnTo>
                  <a:lnTo>
                    <a:pt x="36102" y="26757"/>
                  </a:lnTo>
                  <a:lnTo>
                    <a:pt x="33645" y="33156"/>
                  </a:lnTo>
                  <a:lnTo>
                    <a:pt x="28777" y="32056"/>
                  </a:lnTo>
                  <a:lnTo>
                    <a:pt x="26635" y="30383"/>
                  </a:lnTo>
                  <a:lnTo>
                    <a:pt x="19989" y="33221"/>
                  </a:lnTo>
                  <a:lnTo>
                    <a:pt x="10782" y="30105"/>
                  </a:lnTo>
                  <a:lnTo>
                    <a:pt x="10993" y="25664"/>
                  </a:lnTo>
                  <a:lnTo>
                    <a:pt x="14809" y="21129"/>
                  </a:lnTo>
                  <a:lnTo>
                    <a:pt x="15932" y="21543"/>
                  </a:lnTo>
                  <a:lnTo>
                    <a:pt x="16180" y="20523"/>
                  </a:lnTo>
                  <a:lnTo>
                    <a:pt x="5869" y="18135"/>
                  </a:lnTo>
                  <a:lnTo>
                    <a:pt x="3433" y="20297"/>
                  </a:lnTo>
                  <a:lnTo>
                    <a:pt x="0" y="16950"/>
                  </a:lnTo>
                  <a:lnTo>
                    <a:pt x="730" y="14385"/>
                  </a:lnTo>
                  <a:lnTo>
                    <a:pt x="5902" y="14412"/>
                  </a:lnTo>
                  <a:lnTo>
                    <a:pt x="3812" y="10962"/>
                  </a:lnTo>
                  <a:lnTo>
                    <a:pt x="7231" y="9299"/>
                  </a:lnTo>
                  <a:lnTo>
                    <a:pt x="7863" y="11450"/>
                  </a:lnTo>
                  <a:lnTo>
                    <a:pt x="6962" y="13153"/>
                  </a:lnTo>
                  <a:lnTo>
                    <a:pt x="9947" y="14319"/>
                  </a:lnTo>
                  <a:lnTo>
                    <a:pt x="11404" y="10033"/>
                  </a:lnTo>
                  <a:lnTo>
                    <a:pt x="10525" y="6830"/>
                  </a:lnTo>
                  <a:lnTo>
                    <a:pt x="11495" y="4464"/>
                  </a:lnTo>
                  <a:lnTo>
                    <a:pt x="10462" y="1454"/>
                  </a:lnTo>
                  <a:lnTo>
                    <a:pt x="11528" y="582"/>
                  </a:lnTo>
                  <a:lnTo>
                    <a:pt x="1474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h3646"/>
            <p:cNvSpPr/>
            <p:nvPr/>
          </p:nvSpPr>
          <p:spPr>
            <a:xfrm>
              <a:off x="6292042" y="1712412"/>
              <a:ext cx="103745" cy="222267"/>
            </a:xfrm>
            <a:custGeom>
              <a:avLst/>
              <a:pathLst>
                <a:path w="103745" h="222267">
                  <a:moveTo>
                    <a:pt x="62433" y="5887"/>
                  </a:moveTo>
                  <a:lnTo>
                    <a:pt x="82547" y="4619"/>
                  </a:lnTo>
                  <a:lnTo>
                    <a:pt x="80244" y="12416"/>
                  </a:lnTo>
                  <a:lnTo>
                    <a:pt x="80309" y="14244"/>
                  </a:lnTo>
                  <a:lnTo>
                    <a:pt x="82214" y="15994"/>
                  </a:lnTo>
                  <a:lnTo>
                    <a:pt x="74867" y="30622"/>
                  </a:lnTo>
                  <a:lnTo>
                    <a:pt x="74326" y="50087"/>
                  </a:lnTo>
                  <a:lnTo>
                    <a:pt x="65983" y="49819"/>
                  </a:lnTo>
                  <a:lnTo>
                    <a:pt x="65190" y="55500"/>
                  </a:lnTo>
                  <a:lnTo>
                    <a:pt x="67403" y="62276"/>
                  </a:lnTo>
                  <a:lnTo>
                    <a:pt x="68242" y="67576"/>
                  </a:lnTo>
                  <a:lnTo>
                    <a:pt x="67085" y="80238"/>
                  </a:lnTo>
                  <a:lnTo>
                    <a:pt x="67854" y="84063"/>
                  </a:lnTo>
                  <a:lnTo>
                    <a:pt x="64175" y="85128"/>
                  </a:lnTo>
                  <a:lnTo>
                    <a:pt x="60685" y="83285"/>
                  </a:lnTo>
                  <a:lnTo>
                    <a:pt x="58606" y="83022"/>
                  </a:lnTo>
                  <a:lnTo>
                    <a:pt x="57873" y="83694"/>
                  </a:lnTo>
                  <a:lnTo>
                    <a:pt x="57752" y="86484"/>
                  </a:lnTo>
                  <a:lnTo>
                    <a:pt x="46273" y="86120"/>
                  </a:lnTo>
                  <a:lnTo>
                    <a:pt x="46222" y="88585"/>
                  </a:lnTo>
                  <a:lnTo>
                    <a:pt x="46943" y="94482"/>
                  </a:lnTo>
                  <a:lnTo>
                    <a:pt x="48128" y="96287"/>
                  </a:lnTo>
                  <a:lnTo>
                    <a:pt x="50248" y="96343"/>
                  </a:lnTo>
                  <a:lnTo>
                    <a:pt x="51694" y="101205"/>
                  </a:lnTo>
                  <a:lnTo>
                    <a:pt x="47665" y="99884"/>
                  </a:lnTo>
                  <a:lnTo>
                    <a:pt x="47573" y="101535"/>
                  </a:lnTo>
                  <a:lnTo>
                    <a:pt x="52017" y="112594"/>
                  </a:lnTo>
                  <a:lnTo>
                    <a:pt x="56511" y="114132"/>
                  </a:lnTo>
                  <a:lnTo>
                    <a:pt x="61079" y="127937"/>
                  </a:lnTo>
                  <a:lnTo>
                    <a:pt x="60552" y="130478"/>
                  </a:lnTo>
                  <a:lnTo>
                    <a:pt x="74826" y="139626"/>
                  </a:lnTo>
                  <a:lnTo>
                    <a:pt x="82142" y="140321"/>
                  </a:lnTo>
                  <a:lnTo>
                    <a:pt x="81484" y="143884"/>
                  </a:lnTo>
                  <a:lnTo>
                    <a:pt x="80292" y="147076"/>
                  </a:lnTo>
                  <a:lnTo>
                    <a:pt x="78734" y="146184"/>
                  </a:lnTo>
                  <a:lnTo>
                    <a:pt x="74980" y="152490"/>
                  </a:lnTo>
                  <a:lnTo>
                    <a:pt x="74959" y="154627"/>
                  </a:lnTo>
                  <a:lnTo>
                    <a:pt x="76369" y="154950"/>
                  </a:lnTo>
                  <a:lnTo>
                    <a:pt x="77401" y="158914"/>
                  </a:lnTo>
                  <a:lnTo>
                    <a:pt x="76931" y="159584"/>
                  </a:lnTo>
                  <a:lnTo>
                    <a:pt x="74431" y="158862"/>
                  </a:lnTo>
                  <a:lnTo>
                    <a:pt x="72144" y="163384"/>
                  </a:lnTo>
                  <a:lnTo>
                    <a:pt x="75797" y="164223"/>
                  </a:lnTo>
                  <a:lnTo>
                    <a:pt x="77493" y="167110"/>
                  </a:lnTo>
                  <a:lnTo>
                    <a:pt x="81688" y="169644"/>
                  </a:lnTo>
                  <a:lnTo>
                    <a:pt x="90231" y="169663"/>
                  </a:lnTo>
                  <a:lnTo>
                    <a:pt x="90789" y="170675"/>
                  </a:lnTo>
                  <a:lnTo>
                    <a:pt x="88941" y="174156"/>
                  </a:lnTo>
                  <a:lnTo>
                    <a:pt x="95802" y="176048"/>
                  </a:lnTo>
                  <a:lnTo>
                    <a:pt x="100425" y="175970"/>
                  </a:lnTo>
                  <a:lnTo>
                    <a:pt x="103104" y="182415"/>
                  </a:lnTo>
                  <a:lnTo>
                    <a:pt x="103745" y="191659"/>
                  </a:lnTo>
                  <a:lnTo>
                    <a:pt x="100972" y="191107"/>
                  </a:lnTo>
                  <a:lnTo>
                    <a:pt x="100224" y="186636"/>
                  </a:lnTo>
                  <a:lnTo>
                    <a:pt x="97459" y="190489"/>
                  </a:lnTo>
                  <a:lnTo>
                    <a:pt x="96862" y="193334"/>
                  </a:lnTo>
                  <a:lnTo>
                    <a:pt x="97659" y="196661"/>
                  </a:lnTo>
                  <a:lnTo>
                    <a:pt x="96720" y="198149"/>
                  </a:lnTo>
                  <a:lnTo>
                    <a:pt x="93910" y="197485"/>
                  </a:lnTo>
                  <a:lnTo>
                    <a:pt x="89793" y="197903"/>
                  </a:lnTo>
                  <a:lnTo>
                    <a:pt x="85007" y="199766"/>
                  </a:lnTo>
                  <a:lnTo>
                    <a:pt x="81227" y="199353"/>
                  </a:lnTo>
                  <a:lnTo>
                    <a:pt x="78126" y="201896"/>
                  </a:lnTo>
                  <a:lnTo>
                    <a:pt x="75657" y="208713"/>
                  </a:lnTo>
                  <a:lnTo>
                    <a:pt x="71405" y="209216"/>
                  </a:lnTo>
                  <a:lnTo>
                    <a:pt x="71398" y="217822"/>
                  </a:lnTo>
                  <a:lnTo>
                    <a:pt x="63552" y="215946"/>
                  </a:lnTo>
                  <a:lnTo>
                    <a:pt x="60536" y="216353"/>
                  </a:lnTo>
                  <a:lnTo>
                    <a:pt x="47022" y="218806"/>
                  </a:lnTo>
                  <a:lnTo>
                    <a:pt x="40275" y="222267"/>
                  </a:lnTo>
                  <a:lnTo>
                    <a:pt x="33704" y="216735"/>
                  </a:lnTo>
                  <a:lnTo>
                    <a:pt x="33538" y="215874"/>
                  </a:lnTo>
                  <a:lnTo>
                    <a:pt x="38663" y="213627"/>
                  </a:lnTo>
                  <a:lnTo>
                    <a:pt x="39632" y="205520"/>
                  </a:lnTo>
                  <a:lnTo>
                    <a:pt x="41373" y="206634"/>
                  </a:lnTo>
                  <a:lnTo>
                    <a:pt x="43699" y="205870"/>
                  </a:lnTo>
                  <a:lnTo>
                    <a:pt x="43318" y="199254"/>
                  </a:lnTo>
                  <a:lnTo>
                    <a:pt x="44786" y="190842"/>
                  </a:lnTo>
                  <a:lnTo>
                    <a:pt x="42469" y="186706"/>
                  </a:lnTo>
                  <a:lnTo>
                    <a:pt x="44075" y="183182"/>
                  </a:lnTo>
                  <a:lnTo>
                    <a:pt x="42526" y="180214"/>
                  </a:lnTo>
                  <a:lnTo>
                    <a:pt x="40816" y="179051"/>
                  </a:lnTo>
                  <a:lnTo>
                    <a:pt x="38450" y="180355"/>
                  </a:lnTo>
                  <a:lnTo>
                    <a:pt x="36336" y="180018"/>
                  </a:lnTo>
                  <a:lnTo>
                    <a:pt x="34677" y="178014"/>
                  </a:lnTo>
                  <a:lnTo>
                    <a:pt x="33247" y="170083"/>
                  </a:lnTo>
                  <a:lnTo>
                    <a:pt x="31176" y="164938"/>
                  </a:lnTo>
                  <a:lnTo>
                    <a:pt x="32218" y="162264"/>
                  </a:lnTo>
                  <a:lnTo>
                    <a:pt x="35789" y="161024"/>
                  </a:lnTo>
                  <a:lnTo>
                    <a:pt x="33570" y="157272"/>
                  </a:lnTo>
                  <a:lnTo>
                    <a:pt x="28098" y="153146"/>
                  </a:lnTo>
                  <a:lnTo>
                    <a:pt x="23070" y="146890"/>
                  </a:lnTo>
                  <a:lnTo>
                    <a:pt x="20250" y="140926"/>
                  </a:lnTo>
                  <a:lnTo>
                    <a:pt x="21280" y="139998"/>
                  </a:lnTo>
                  <a:lnTo>
                    <a:pt x="22761" y="140413"/>
                  </a:lnTo>
                  <a:lnTo>
                    <a:pt x="22890" y="139144"/>
                  </a:lnTo>
                  <a:lnTo>
                    <a:pt x="15895" y="131831"/>
                  </a:lnTo>
                  <a:lnTo>
                    <a:pt x="3567" y="134042"/>
                  </a:lnTo>
                  <a:lnTo>
                    <a:pt x="1456" y="130599"/>
                  </a:lnTo>
                  <a:lnTo>
                    <a:pt x="2171" y="120175"/>
                  </a:lnTo>
                  <a:lnTo>
                    <a:pt x="1784" y="96545"/>
                  </a:lnTo>
                  <a:lnTo>
                    <a:pt x="0" y="90969"/>
                  </a:lnTo>
                  <a:lnTo>
                    <a:pt x="2841" y="85850"/>
                  </a:lnTo>
                  <a:lnTo>
                    <a:pt x="4548" y="85002"/>
                  </a:lnTo>
                  <a:lnTo>
                    <a:pt x="7848" y="80975"/>
                  </a:lnTo>
                  <a:lnTo>
                    <a:pt x="8948" y="74371"/>
                  </a:lnTo>
                  <a:lnTo>
                    <a:pt x="10263" y="66474"/>
                  </a:lnTo>
                  <a:lnTo>
                    <a:pt x="4855" y="65662"/>
                  </a:lnTo>
                  <a:lnTo>
                    <a:pt x="5503" y="59282"/>
                  </a:lnTo>
                  <a:lnTo>
                    <a:pt x="4185" y="49422"/>
                  </a:lnTo>
                  <a:lnTo>
                    <a:pt x="5382" y="42341"/>
                  </a:lnTo>
                  <a:lnTo>
                    <a:pt x="5820" y="40511"/>
                  </a:lnTo>
                  <a:lnTo>
                    <a:pt x="9082" y="40359"/>
                  </a:lnTo>
                  <a:lnTo>
                    <a:pt x="9236" y="31337"/>
                  </a:lnTo>
                  <a:lnTo>
                    <a:pt x="14726" y="30363"/>
                  </a:lnTo>
                  <a:lnTo>
                    <a:pt x="18154" y="27854"/>
                  </a:lnTo>
                  <a:lnTo>
                    <a:pt x="5696" y="14656"/>
                  </a:lnTo>
                  <a:lnTo>
                    <a:pt x="5810" y="10720"/>
                  </a:lnTo>
                  <a:lnTo>
                    <a:pt x="5977" y="4307"/>
                  </a:lnTo>
                  <a:lnTo>
                    <a:pt x="15369" y="5024"/>
                  </a:lnTo>
                  <a:lnTo>
                    <a:pt x="14248" y="10440"/>
                  </a:lnTo>
                  <a:lnTo>
                    <a:pt x="17329" y="13615"/>
                  </a:lnTo>
                  <a:lnTo>
                    <a:pt x="18160" y="13612"/>
                  </a:lnTo>
                  <a:lnTo>
                    <a:pt x="18076" y="12361"/>
                  </a:lnTo>
                  <a:lnTo>
                    <a:pt x="16026" y="9741"/>
                  </a:lnTo>
                  <a:lnTo>
                    <a:pt x="20517" y="5183"/>
                  </a:lnTo>
                  <a:lnTo>
                    <a:pt x="31071" y="5513"/>
                  </a:lnTo>
                  <a:lnTo>
                    <a:pt x="32073" y="9092"/>
                  </a:lnTo>
                  <a:lnTo>
                    <a:pt x="43475" y="9452"/>
                  </a:lnTo>
                  <a:lnTo>
                    <a:pt x="41253" y="5506"/>
                  </a:lnTo>
                  <a:lnTo>
                    <a:pt x="39175" y="4341"/>
                  </a:lnTo>
                  <a:lnTo>
                    <a:pt x="40809" y="1886"/>
                  </a:lnTo>
                  <a:lnTo>
                    <a:pt x="4632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h3647"/>
            <p:cNvSpPr/>
            <p:nvPr/>
          </p:nvSpPr>
          <p:spPr>
            <a:xfrm>
              <a:off x="6293818" y="2056946"/>
              <a:ext cx="48039" cy="39252"/>
            </a:xfrm>
            <a:custGeom>
              <a:avLst/>
              <a:pathLst>
                <a:path w="48039" h="39252">
                  <a:moveTo>
                    <a:pt x="32877" y="0"/>
                  </a:moveTo>
                  <a:lnTo>
                    <a:pt x="37236" y="622"/>
                  </a:lnTo>
                  <a:lnTo>
                    <a:pt x="41025" y="2474"/>
                  </a:lnTo>
                  <a:lnTo>
                    <a:pt x="36272" y="6303"/>
                  </a:lnTo>
                  <a:lnTo>
                    <a:pt x="35393" y="14999"/>
                  </a:lnTo>
                  <a:lnTo>
                    <a:pt x="34160" y="17107"/>
                  </a:lnTo>
                  <a:lnTo>
                    <a:pt x="37681" y="24568"/>
                  </a:lnTo>
                  <a:lnTo>
                    <a:pt x="43250" y="23475"/>
                  </a:lnTo>
                  <a:lnTo>
                    <a:pt x="46021" y="27290"/>
                  </a:lnTo>
                  <a:lnTo>
                    <a:pt x="44490" y="30612"/>
                  </a:lnTo>
                  <a:lnTo>
                    <a:pt x="48039" y="32103"/>
                  </a:lnTo>
                  <a:lnTo>
                    <a:pt x="43613" y="39252"/>
                  </a:lnTo>
                  <a:lnTo>
                    <a:pt x="39922" y="38443"/>
                  </a:lnTo>
                  <a:lnTo>
                    <a:pt x="38590" y="36245"/>
                  </a:lnTo>
                  <a:lnTo>
                    <a:pt x="32860" y="35064"/>
                  </a:lnTo>
                  <a:lnTo>
                    <a:pt x="29033" y="24830"/>
                  </a:lnTo>
                  <a:lnTo>
                    <a:pt x="27035" y="23189"/>
                  </a:lnTo>
                  <a:lnTo>
                    <a:pt x="23410" y="22119"/>
                  </a:lnTo>
                  <a:lnTo>
                    <a:pt x="21772" y="18217"/>
                  </a:lnTo>
                  <a:lnTo>
                    <a:pt x="22457" y="16372"/>
                  </a:lnTo>
                  <a:lnTo>
                    <a:pt x="23880" y="16248"/>
                  </a:lnTo>
                  <a:lnTo>
                    <a:pt x="24159" y="13595"/>
                  </a:lnTo>
                  <a:lnTo>
                    <a:pt x="23175" y="13134"/>
                  </a:lnTo>
                  <a:lnTo>
                    <a:pt x="17999" y="13807"/>
                  </a:lnTo>
                  <a:lnTo>
                    <a:pt x="17092" y="11146"/>
                  </a:lnTo>
                  <a:lnTo>
                    <a:pt x="12629" y="8961"/>
                  </a:lnTo>
                  <a:lnTo>
                    <a:pt x="7196" y="9601"/>
                  </a:lnTo>
                  <a:lnTo>
                    <a:pt x="818" y="8321"/>
                  </a:lnTo>
                  <a:lnTo>
                    <a:pt x="0" y="6518"/>
                  </a:lnTo>
                  <a:lnTo>
                    <a:pt x="1884" y="2155"/>
                  </a:lnTo>
                  <a:lnTo>
                    <a:pt x="5126" y="3267"/>
                  </a:lnTo>
                  <a:lnTo>
                    <a:pt x="8755" y="3081"/>
                  </a:lnTo>
                  <a:lnTo>
                    <a:pt x="17545" y="348"/>
                  </a:lnTo>
                  <a:lnTo>
                    <a:pt x="23464" y="2076"/>
                  </a:lnTo>
                  <a:lnTo>
                    <a:pt x="29190" y="5361"/>
                  </a:lnTo>
                  <a:lnTo>
                    <a:pt x="31702" y="3737"/>
                  </a:lnTo>
                  <a:lnTo>
                    <a:pt x="30103" y="65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h3648"/>
            <p:cNvSpPr/>
            <p:nvPr/>
          </p:nvSpPr>
          <p:spPr>
            <a:xfrm>
              <a:off x="6298141" y="1887559"/>
              <a:ext cx="38687" cy="41588"/>
            </a:xfrm>
            <a:custGeom>
              <a:avLst/>
              <a:pathLst>
                <a:path w="38687" h="41588">
                  <a:moveTo>
                    <a:pt x="20485" y="0"/>
                  </a:moveTo>
                  <a:lnTo>
                    <a:pt x="24897" y="3348"/>
                  </a:lnTo>
                  <a:lnTo>
                    <a:pt x="27257" y="3699"/>
                  </a:lnTo>
                  <a:lnTo>
                    <a:pt x="28578" y="2866"/>
                  </a:lnTo>
                  <a:lnTo>
                    <a:pt x="30237" y="4871"/>
                  </a:lnTo>
                  <a:lnTo>
                    <a:pt x="32350" y="5208"/>
                  </a:lnTo>
                  <a:lnTo>
                    <a:pt x="34717" y="3904"/>
                  </a:lnTo>
                  <a:lnTo>
                    <a:pt x="36427" y="5067"/>
                  </a:lnTo>
                  <a:lnTo>
                    <a:pt x="37975" y="8035"/>
                  </a:lnTo>
                  <a:lnTo>
                    <a:pt x="36370" y="11559"/>
                  </a:lnTo>
                  <a:lnTo>
                    <a:pt x="38687" y="15695"/>
                  </a:lnTo>
                  <a:lnTo>
                    <a:pt x="37219" y="24107"/>
                  </a:lnTo>
                  <a:lnTo>
                    <a:pt x="37599" y="30723"/>
                  </a:lnTo>
                  <a:lnTo>
                    <a:pt x="35274" y="31487"/>
                  </a:lnTo>
                  <a:lnTo>
                    <a:pt x="33533" y="30373"/>
                  </a:lnTo>
                  <a:lnTo>
                    <a:pt x="32564" y="38480"/>
                  </a:lnTo>
                  <a:lnTo>
                    <a:pt x="27439" y="40727"/>
                  </a:lnTo>
                  <a:lnTo>
                    <a:pt x="27605" y="41588"/>
                  </a:lnTo>
                  <a:lnTo>
                    <a:pt x="22363" y="41505"/>
                  </a:lnTo>
                  <a:lnTo>
                    <a:pt x="22016" y="39364"/>
                  </a:lnTo>
                  <a:lnTo>
                    <a:pt x="25925" y="38102"/>
                  </a:lnTo>
                  <a:lnTo>
                    <a:pt x="25011" y="33120"/>
                  </a:lnTo>
                  <a:lnTo>
                    <a:pt x="19753" y="31985"/>
                  </a:lnTo>
                  <a:lnTo>
                    <a:pt x="12040" y="28632"/>
                  </a:lnTo>
                  <a:lnTo>
                    <a:pt x="11981" y="24064"/>
                  </a:lnTo>
                  <a:lnTo>
                    <a:pt x="11062" y="20609"/>
                  </a:lnTo>
                  <a:lnTo>
                    <a:pt x="5985" y="14669"/>
                  </a:lnTo>
                  <a:lnTo>
                    <a:pt x="7062" y="13774"/>
                  </a:lnTo>
                  <a:lnTo>
                    <a:pt x="7461" y="11601"/>
                  </a:lnTo>
                  <a:lnTo>
                    <a:pt x="4568" y="7471"/>
                  </a:lnTo>
                  <a:lnTo>
                    <a:pt x="0" y="3638"/>
                  </a:lnTo>
                  <a:lnTo>
                    <a:pt x="3341" y="409"/>
                  </a:lnTo>
                  <a:lnTo>
                    <a:pt x="4860" y="3796"/>
                  </a:lnTo>
                  <a:lnTo>
                    <a:pt x="8648" y="3188"/>
                  </a:lnTo>
                  <a:lnTo>
                    <a:pt x="8314" y="1424"/>
                  </a:lnTo>
                  <a:lnTo>
                    <a:pt x="12895" y="18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h3649"/>
            <p:cNvSpPr/>
            <p:nvPr/>
          </p:nvSpPr>
          <p:spPr>
            <a:xfrm>
              <a:off x="6264186" y="1446084"/>
              <a:ext cx="87821" cy="87555"/>
            </a:xfrm>
            <a:custGeom>
              <a:avLst/>
              <a:pathLst>
                <a:path w="87821" h="87555">
                  <a:moveTo>
                    <a:pt x="49909" y="1260"/>
                  </a:moveTo>
                  <a:lnTo>
                    <a:pt x="54395" y="6187"/>
                  </a:lnTo>
                  <a:lnTo>
                    <a:pt x="58481" y="4073"/>
                  </a:lnTo>
                  <a:lnTo>
                    <a:pt x="62416" y="5927"/>
                  </a:lnTo>
                  <a:lnTo>
                    <a:pt x="66359" y="8596"/>
                  </a:lnTo>
                  <a:lnTo>
                    <a:pt x="69734" y="13316"/>
                  </a:lnTo>
                  <a:lnTo>
                    <a:pt x="76282" y="28125"/>
                  </a:lnTo>
                  <a:lnTo>
                    <a:pt x="83680" y="42345"/>
                  </a:lnTo>
                  <a:lnTo>
                    <a:pt x="85676" y="44869"/>
                  </a:lnTo>
                  <a:lnTo>
                    <a:pt x="87707" y="45558"/>
                  </a:lnTo>
                  <a:lnTo>
                    <a:pt x="87821" y="46400"/>
                  </a:lnTo>
                  <a:lnTo>
                    <a:pt x="81668" y="51740"/>
                  </a:lnTo>
                  <a:lnTo>
                    <a:pt x="78962" y="48511"/>
                  </a:lnTo>
                  <a:lnTo>
                    <a:pt x="76281" y="56738"/>
                  </a:lnTo>
                  <a:lnTo>
                    <a:pt x="77512" y="56850"/>
                  </a:lnTo>
                  <a:lnTo>
                    <a:pt x="77415" y="82536"/>
                  </a:lnTo>
                  <a:lnTo>
                    <a:pt x="72089" y="85404"/>
                  </a:lnTo>
                  <a:lnTo>
                    <a:pt x="65784" y="80789"/>
                  </a:lnTo>
                  <a:lnTo>
                    <a:pt x="64851" y="85054"/>
                  </a:lnTo>
                  <a:lnTo>
                    <a:pt x="62271" y="84401"/>
                  </a:lnTo>
                  <a:lnTo>
                    <a:pt x="63076" y="80646"/>
                  </a:lnTo>
                  <a:lnTo>
                    <a:pt x="49815" y="80270"/>
                  </a:lnTo>
                  <a:lnTo>
                    <a:pt x="50344" y="84891"/>
                  </a:lnTo>
                  <a:lnTo>
                    <a:pt x="37470" y="84555"/>
                  </a:lnTo>
                  <a:lnTo>
                    <a:pt x="34613" y="82182"/>
                  </a:lnTo>
                  <a:lnTo>
                    <a:pt x="32359" y="81634"/>
                  </a:lnTo>
                  <a:lnTo>
                    <a:pt x="22621" y="82973"/>
                  </a:lnTo>
                  <a:lnTo>
                    <a:pt x="22503" y="85927"/>
                  </a:lnTo>
                  <a:lnTo>
                    <a:pt x="18900" y="87506"/>
                  </a:lnTo>
                  <a:lnTo>
                    <a:pt x="13237" y="87555"/>
                  </a:lnTo>
                  <a:lnTo>
                    <a:pt x="14084" y="85112"/>
                  </a:lnTo>
                  <a:lnTo>
                    <a:pt x="12268" y="83618"/>
                  </a:lnTo>
                  <a:lnTo>
                    <a:pt x="9358" y="79125"/>
                  </a:lnTo>
                  <a:lnTo>
                    <a:pt x="7500" y="73842"/>
                  </a:lnTo>
                  <a:lnTo>
                    <a:pt x="2857" y="72162"/>
                  </a:lnTo>
                  <a:lnTo>
                    <a:pt x="0" y="58958"/>
                  </a:lnTo>
                  <a:lnTo>
                    <a:pt x="12055" y="54616"/>
                  </a:lnTo>
                  <a:lnTo>
                    <a:pt x="12004" y="50714"/>
                  </a:lnTo>
                  <a:lnTo>
                    <a:pt x="24107" y="51239"/>
                  </a:lnTo>
                  <a:lnTo>
                    <a:pt x="30251" y="47242"/>
                  </a:lnTo>
                  <a:lnTo>
                    <a:pt x="26668" y="44123"/>
                  </a:lnTo>
                  <a:lnTo>
                    <a:pt x="23587" y="38558"/>
                  </a:lnTo>
                  <a:lnTo>
                    <a:pt x="24175" y="24339"/>
                  </a:lnTo>
                  <a:lnTo>
                    <a:pt x="18388" y="23907"/>
                  </a:lnTo>
                  <a:lnTo>
                    <a:pt x="9709" y="21335"/>
                  </a:lnTo>
                  <a:lnTo>
                    <a:pt x="15250" y="13938"/>
                  </a:lnTo>
                  <a:lnTo>
                    <a:pt x="1154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h3650"/>
            <p:cNvSpPr/>
            <p:nvPr/>
          </p:nvSpPr>
          <p:spPr>
            <a:xfrm>
              <a:off x="6336787" y="2078656"/>
              <a:ext cx="46220" cy="31988"/>
            </a:xfrm>
            <a:custGeom>
              <a:avLst/>
              <a:pathLst>
                <a:path w="46220" h="31988">
                  <a:moveTo>
                    <a:pt x="33483" y="686"/>
                  </a:moveTo>
                  <a:lnTo>
                    <a:pt x="37998" y="3909"/>
                  </a:lnTo>
                  <a:lnTo>
                    <a:pt x="43255" y="9725"/>
                  </a:lnTo>
                  <a:lnTo>
                    <a:pt x="46220" y="9996"/>
                  </a:lnTo>
                  <a:lnTo>
                    <a:pt x="45032" y="10390"/>
                  </a:lnTo>
                  <a:lnTo>
                    <a:pt x="41310" y="20133"/>
                  </a:lnTo>
                  <a:lnTo>
                    <a:pt x="28289" y="28990"/>
                  </a:lnTo>
                  <a:lnTo>
                    <a:pt x="26917" y="31668"/>
                  </a:lnTo>
                  <a:lnTo>
                    <a:pt x="25811" y="31988"/>
                  </a:lnTo>
                  <a:lnTo>
                    <a:pt x="13380" y="20922"/>
                  </a:lnTo>
                  <a:lnTo>
                    <a:pt x="11232" y="23125"/>
                  </a:lnTo>
                  <a:lnTo>
                    <a:pt x="9586" y="26928"/>
                  </a:lnTo>
                  <a:lnTo>
                    <a:pt x="7755" y="24365"/>
                  </a:lnTo>
                  <a:lnTo>
                    <a:pt x="3976" y="22224"/>
                  </a:lnTo>
                  <a:lnTo>
                    <a:pt x="1652" y="22300"/>
                  </a:lnTo>
                  <a:lnTo>
                    <a:pt x="0" y="19058"/>
                  </a:lnTo>
                  <a:lnTo>
                    <a:pt x="644" y="17542"/>
                  </a:lnTo>
                  <a:lnTo>
                    <a:pt x="5069" y="10393"/>
                  </a:lnTo>
                  <a:lnTo>
                    <a:pt x="8250" y="9486"/>
                  </a:lnTo>
                  <a:lnTo>
                    <a:pt x="12295" y="17692"/>
                  </a:lnTo>
                  <a:lnTo>
                    <a:pt x="17109" y="18936"/>
                  </a:lnTo>
                  <a:lnTo>
                    <a:pt x="19037" y="17691"/>
                  </a:lnTo>
                  <a:lnTo>
                    <a:pt x="21290" y="10155"/>
                  </a:lnTo>
                  <a:lnTo>
                    <a:pt x="24892" y="3782"/>
                  </a:lnTo>
                  <a:lnTo>
                    <a:pt x="27127" y="1894"/>
                  </a:lnTo>
                  <a:lnTo>
                    <a:pt x="27750" y="2613"/>
                  </a:lnTo>
                  <a:lnTo>
                    <a:pt x="29081" y="2162"/>
                  </a:lnTo>
                  <a:lnTo>
                    <a:pt x="3052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h3651"/>
            <p:cNvSpPr/>
            <p:nvPr/>
          </p:nvSpPr>
          <p:spPr>
            <a:xfrm>
              <a:off x="6012624" y="1924838"/>
              <a:ext cx="107347" cy="67822"/>
            </a:xfrm>
            <a:custGeom>
              <a:avLst/>
              <a:pathLst>
                <a:path w="107347" h="67822">
                  <a:moveTo>
                    <a:pt x="10124" y="1772"/>
                  </a:moveTo>
                  <a:lnTo>
                    <a:pt x="15890" y="3234"/>
                  </a:lnTo>
                  <a:lnTo>
                    <a:pt x="21329" y="6616"/>
                  </a:lnTo>
                  <a:lnTo>
                    <a:pt x="21793" y="8250"/>
                  </a:lnTo>
                  <a:lnTo>
                    <a:pt x="36221" y="16307"/>
                  </a:lnTo>
                  <a:lnTo>
                    <a:pt x="39961" y="16967"/>
                  </a:lnTo>
                  <a:lnTo>
                    <a:pt x="50860" y="9065"/>
                  </a:lnTo>
                  <a:lnTo>
                    <a:pt x="52353" y="9731"/>
                  </a:lnTo>
                  <a:lnTo>
                    <a:pt x="56474" y="10651"/>
                  </a:lnTo>
                  <a:lnTo>
                    <a:pt x="62923" y="10350"/>
                  </a:lnTo>
                  <a:lnTo>
                    <a:pt x="68958" y="13763"/>
                  </a:lnTo>
                  <a:lnTo>
                    <a:pt x="69590" y="15359"/>
                  </a:lnTo>
                  <a:lnTo>
                    <a:pt x="75053" y="16148"/>
                  </a:lnTo>
                  <a:lnTo>
                    <a:pt x="78937" y="14469"/>
                  </a:lnTo>
                  <a:lnTo>
                    <a:pt x="81864" y="11376"/>
                  </a:lnTo>
                  <a:lnTo>
                    <a:pt x="86154" y="10704"/>
                  </a:lnTo>
                  <a:lnTo>
                    <a:pt x="93827" y="10861"/>
                  </a:lnTo>
                  <a:lnTo>
                    <a:pt x="99551" y="14196"/>
                  </a:lnTo>
                  <a:lnTo>
                    <a:pt x="100995" y="16122"/>
                  </a:lnTo>
                  <a:lnTo>
                    <a:pt x="100499" y="20036"/>
                  </a:lnTo>
                  <a:lnTo>
                    <a:pt x="101702" y="22512"/>
                  </a:lnTo>
                  <a:lnTo>
                    <a:pt x="99425" y="28952"/>
                  </a:lnTo>
                  <a:lnTo>
                    <a:pt x="107347" y="45448"/>
                  </a:lnTo>
                  <a:lnTo>
                    <a:pt x="106685" y="48757"/>
                  </a:lnTo>
                  <a:lnTo>
                    <a:pt x="101428" y="51071"/>
                  </a:lnTo>
                  <a:lnTo>
                    <a:pt x="91628" y="55918"/>
                  </a:lnTo>
                  <a:lnTo>
                    <a:pt x="96748" y="63844"/>
                  </a:lnTo>
                  <a:lnTo>
                    <a:pt x="97773" y="67822"/>
                  </a:lnTo>
                  <a:lnTo>
                    <a:pt x="81115" y="53972"/>
                  </a:lnTo>
                  <a:lnTo>
                    <a:pt x="78644" y="47788"/>
                  </a:lnTo>
                  <a:lnTo>
                    <a:pt x="74025" y="46727"/>
                  </a:lnTo>
                  <a:lnTo>
                    <a:pt x="75159" y="48104"/>
                  </a:lnTo>
                  <a:lnTo>
                    <a:pt x="74109" y="51399"/>
                  </a:lnTo>
                  <a:lnTo>
                    <a:pt x="67833" y="55049"/>
                  </a:lnTo>
                  <a:lnTo>
                    <a:pt x="69163" y="52897"/>
                  </a:lnTo>
                  <a:lnTo>
                    <a:pt x="68889" y="51113"/>
                  </a:lnTo>
                  <a:lnTo>
                    <a:pt x="66483" y="45216"/>
                  </a:lnTo>
                  <a:lnTo>
                    <a:pt x="62446" y="41328"/>
                  </a:lnTo>
                  <a:lnTo>
                    <a:pt x="57363" y="42178"/>
                  </a:lnTo>
                  <a:lnTo>
                    <a:pt x="54449" y="44384"/>
                  </a:lnTo>
                  <a:lnTo>
                    <a:pt x="51269" y="38303"/>
                  </a:lnTo>
                  <a:lnTo>
                    <a:pt x="42160" y="38854"/>
                  </a:lnTo>
                  <a:lnTo>
                    <a:pt x="36321" y="42934"/>
                  </a:lnTo>
                  <a:lnTo>
                    <a:pt x="39059" y="45459"/>
                  </a:lnTo>
                  <a:lnTo>
                    <a:pt x="39547" y="48048"/>
                  </a:lnTo>
                  <a:lnTo>
                    <a:pt x="38547" y="49928"/>
                  </a:lnTo>
                  <a:lnTo>
                    <a:pt x="33811" y="54158"/>
                  </a:lnTo>
                  <a:lnTo>
                    <a:pt x="36912" y="57798"/>
                  </a:lnTo>
                  <a:lnTo>
                    <a:pt x="29177" y="60123"/>
                  </a:lnTo>
                  <a:lnTo>
                    <a:pt x="27402" y="59097"/>
                  </a:lnTo>
                  <a:lnTo>
                    <a:pt x="25463" y="63793"/>
                  </a:lnTo>
                  <a:lnTo>
                    <a:pt x="24014" y="58888"/>
                  </a:lnTo>
                  <a:lnTo>
                    <a:pt x="24758" y="55241"/>
                  </a:lnTo>
                  <a:lnTo>
                    <a:pt x="20964" y="48463"/>
                  </a:lnTo>
                  <a:lnTo>
                    <a:pt x="15482" y="44329"/>
                  </a:lnTo>
                  <a:lnTo>
                    <a:pt x="8181" y="43920"/>
                  </a:lnTo>
                  <a:lnTo>
                    <a:pt x="6085" y="39757"/>
                  </a:lnTo>
                  <a:lnTo>
                    <a:pt x="5536" y="38640"/>
                  </a:lnTo>
                  <a:lnTo>
                    <a:pt x="6843" y="35393"/>
                  </a:lnTo>
                  <a:lnTo>
                    <a:pt x="9717" y="34935"/>
                  </a:lnTo>
                  <a:lnTo>
                    <a:pt x="11855" y="31667"/>
                  </a:lnTo>
                  <a:lnTo>
                    <a:pt x="6613" y="29479"/>
                  </a:lnTo>
                  <a:lnTo>
                    <a:pt x="6151" y="27228"/>
                  </a:lnTo>
                  <a:lnTo>
                    <a:pt x="5804" y="18047"/>
                  </a:lnTo>
                  <a:lnTo>
                    <a:pt x="0" y="12744"/>
                  </a:lnTo>
                  <a:lnTo>
                    <a:pt x="5218" y="9871"/>
                  </a:lnTo>
                  <a:lnTo>
                    <a:pt x="2188" y="6051"/>
                  </a:lnTo>
                  <a:lnTo>
                    <a:pt x="658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h3652"/>
            <p:cNvSpPr/>
            <p:nvPr/>
          </p:nvSpPr>
          <p:spPr>
            <a:xfrm>
              <a:off x="6071941" y="1989561"/>
              <a:ext cx="95041" cy="106348"/>
            </a:xfrm>
            <a:custGeom>
              <a:avLst/>
              <a:pathLst>
                <a:path w="95041" h="106348">
                  <a:moveTo>
                    <a:pt x="58749" y="520"/>
                  </a:moveTo>
                  <a:lnTo>
                    <a:pt x="61508" y="4196"/>
                  </a:lnTo>
                  <a:lnTo>
                    <a:pt x="66545" y="4731"/>
                  </a:lnTo>
                  <a:lnTo>
                    <a:pt x="69430" y="976"/>
                  </a:lnTo>
                  <a:lnTo>
                    <a:pt x="71779" y="0"/>
                  </a:lnTo>
                  <a:lnTo>
                    <a:pt x="78412" y="12398"/>
                  </a:lnTo>
                  <a:lnTo>
                    <a:pt x="79554" y="13910"/>
                  </a:lnTo>
                  <a:lnTo>
                    <a:pt x="81400" y="13366"/>
                  </a:lnTo>
                  <a:lnTo>
                    <a:pt x="92300" y="20583"/>
                  </a:lnTo>
                  <a:lnTo>
                    <a:pt x="85671" y="24491"/>
                  </a:lnTo>
                  <a:lnTo>
                    <a:pt x="84371" y="31848"/>
                  </a:lnTo>
                  <a:lnTo>
                    <a:pt x="82217" y="37412"/>
                  </a:lnTo>
                  <a:lnTo>
                    <a:pt x="70403" y="42519"/>
                  </a:lnTo>
                  <a:lnTo>
                    <a:pt x="79530" y="42354"/>
                  </a:lnTo>
                  <a:lnTo>
                    <a:pt x="82332" y="44838"/>
                  </a:lnTo>
                  <a:lnTo>
                    <a:pt x="84262" y="45163"/>
                  </a:lnTo>
                  <a:lnTo>
                    <a:pt x="93813" y="38585"/>
                  </a:lnTo>
                  <a:lnTo>
                    <a:pt x="95041" y="48311"/>
                  </a:lnTo>
                  <a:lnTo>
                    <a:pt x="88505" y="55300"/>
                  </a:lnTo>
                  <a:lnTo>
                    <a:pt x="84194" y="49934"/>
                  </a:lnTo>
                  <a:lnTo>
                    <a:pt x="83277" y="50827"/>
                  </a:lnTo>
                  <a:lnTo>
                    <a:pt x="82694" y="63911"/>
                  </a:lnTo>
                  <a:lnTo>
                    <a:pt x="82119" y="64763"/>
                  </a:lnTo>
                  <a:lnTo>
                    <a:pt x="79965" y="66652"/>
                  </a:lnTo>
                  <a:lnTo>
                    <a:pt x="77241" y="65021"/>
                  </a:lnTo>
                  <a:lnTo>
                    <a:pt x="73294" y="64640"/>
                  </a:lnTo>
                  <a:lnTo>
                    <a:pt x="74768" y="69635"/>
                  </a:lnTo>
                  <a:lnTo>
                    <a:pt x="73537" y="75620"/>
                  </a:lnTo>
                  <a:lnTo>
                    <a:pt x="65049" y="76149"/>
                  </a:lnTo>
                  <a:lnTo>
                    <a:pt x="64634" y="77320"/>
                  </a:lnTo>
                  <a:lnTo>
                    <a:pt x="65864" y="78513"/>
                  </a:lnTo>
                  <a:lnTo>
                    <a:pt x="65130" y="81264"/>
                  </a:lnTo>
                  <a:lnTo>
                    <a:pt x="62581" y="83409"/>
                  </a:lnTo>
                  <a:lnTo>
                    <a:pt x="60157" y="82184"/>
                  </a:lnTo>
                  <a:lnTo>
                    <a:pt x="57570" y="83434"/>
                  </a:lnTo>
                  <a:lnTo>
                    <a:pt x="56689" y="85163"/>
                  </a:lnTo>
                  <a:lnTo>
                    <a:pt x="55355" y="102637"/>
                  </a:lnTo>
                  <a:lnTo>
                    <a:pt x="51474" y="104556"/>
                  </a:lnTo>
                  <a:lnTo>
                    <a:pt x="43975" y="106348"/>
                  </a:lnTo>
                  <a:lnTo>
                    <a:pt x="37573" y="98145"/>
                  </a:lnTo>
                  <a:lnTo>
                    <a:pt x="31661" y="98262"/>
                  </a:lnTo>
                  <a:lnTo>
                    <a:pt x="30444" y="94589"/>
                  </a:lnTo>
                  <a:lnTo>
                    <a:pt x="23760" y="95491"/>
                  </a:lnTo>
                  <a:lnTo>
                    <a:pt x="21766" y="92834"/>
                  </a:lnTo>
                  <a:lnTo>
                    <a:pt x="21524" y="85937"/>
                  </a:lnTo>
                  <a:lnTo>
                    <a:pt x="27917" y="81403"/>
                  </a:lnTo>
                  <a:lnTo>
                    <a:pt x="26323" y="76085"/>
                  </a:lnTo>
                  <a:lnTo>
                    <a:pt x="21125" y="74862"/>
                  </a:lnTo>
                  <a:lnTo>
                    <a:pt x="11176" y="77291"/>
                  </a:lnTo>
                  <a:lnTo>
                    <a:pt x="1291" y="77433"/>
                  </a:lnTo>
                  <a:lnTo>
                    <a:pt x="0" y="76702"/>
                  </a:lnTo>
                  <a:lnTo>
                    <a:pt x="1776" y="73887"/>
                  </a:lnTo>
                  <a:lnTo>
                    <a:pt x="8219" y="69976"/>
                  </a:lnTo>
                  <a:lnTo>
                    <a:pt x="9630" y="74664"/>
                  </a:lnTo>
                  <a:lnTo>
                    <a:pt x="16277" y="72237"/>
                  </a:lnTo>
                  <a:lnTo>
                    <a:pt x="18767" y="69432"/>
                  </a:lnTo>
                  <a:lnTo>
                    <a:pt x="24313" y="67539"/>
                  </a:lnTo>
                  <a:lnTo>
                    <a:pt x="20062" y="59278"/>
                  </a:lnTo>
                  <a:lnTo>
                    <a:pt x="24547" y="48761"/>
                  </a:lnTo>
                  <a:lnTo>
                    <a:pt x="24207" y="46602"/>
                  </a:lnTo>
                  <a:lnTo>
                    <a:pt x="21192" y="44955"/>
                  </a:lnTo>
                  <a:lnTo>
                    <a:pt x="27524" y="39305"/>
                  </a:lnTo>
                  <a:lnTo>
                    <a:pt x="29817" y="35097"/>
                  </a:lnTo>
                  <a:lnTo>
                    <a:pt x="35799" y="36376"/>
                  </a:lnTo>
                  <a:lnTo>
                    <a:pt x="42781" y="34191"/>
                  </a:lnTo>
                  <a:lnTo>
                    <a:pt x="43637" y="31018"/>
                  </a:lnTo>
                  <a:lnTo>
                    <a:pt x="42035" y="23881"/>
                  </a:lnTo>
                  <a:lnTo>
                    <a:pt x="42678" y="20594"/>
                  </a:lnTo>
                  <a:lnTo>
                    <a:pt x="46977" y="4474"/>
                  </a:lnTo>
                  <a:lnTo>
                    <a:pt x="48051" y="2263"/>
                  </a:lnTo>
                  <a:lnTo>
                    <a:pt x="49429" y="1931"/>
                  </a:lnTo>
                  <a:lnTo>
                    <a:pt x="51366" y="698"/>
                  </a:lnTo>
                  <a:lnTo>
                    <a:pt x="53550" y="1748"/>
                  </a:lnTo>
                  <a:lnTo>
                    <a:pt x="54561" y="3397"/>
                  </a:lnTo>
                  <a:lnTo>
                    <a:pt x="55985" y="3714"/>
                  </a:lnTo>
                  <a:lnTo>
                    <a:pt x="57324" y="1911"/>
                  </a:lnTo>
                  <a:lnTo>
                    <a:pt x="57605" y="2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h3653"/>
            <p:cNvSpPr/>
            <p:nvPr/>
          </p:nvSpPr>
          <p:spPr>
            <a:xfrm>
              <a:off x="6363705" y="2088653"/>
              <a:ext cx="31778" cy="35926"/>
            </a:xfrm>
            <a:custGeom>
              <a:avLst/>
              <a:pathLst>
                <a:path w="31778" h="35926">
                  <a:moveTo>
                    <a:pt x="18342" y="661"/>
                  </a:moveTo>
                  <a:lnTo>
                    <a:pt x="23735" y="3156"/>
                  </a:lnTo>
                  <a:lnTo>
                    <a:pt x="28476" y="9763"/>
                  </a:lnTo>
                  <a:lnTo>
                    <a:pt x="27173" y="13861"/>
                  </a:lnTo>
                  <a:lnTo>
                    <a:pt x="29679" y="14129"/>
                  </a:lnTo>
                  <a:lnTo>
                    <a:pt x="31778" y="17771"/>
                  </a:lnTo>
                  <a:lnTo>
                    <a:pt x="29650" y="22846"/>
                  </a:lnTo>
                  <a:lnTo>
                    <a:pt x="25195" y="24861"/>
                  </a:lnTo>
                  <a:lnTo>
                    <a:pt x="22562" y="23870"/>
                  </a:lnTo>
                  <a:lnTo>
                    <a:pt x="19367" y="24263"/>
                  </a:lnTo>
                  <a:lnTo>
                    <a:pt x="15736" y="30906"/>
                  </a:lnTo>
                  <a:lnTo>
                    <a:pt x="17779" y="35926"/>
                  </a:lnTo>
                  <a:lnTo>
                    <a:pt x="13318" y="31865"/>
                  </a:lnTo>
                  <a:lnTo>
                    <a:pt x="7522" y="24306"/>
                  </a:lnTo>
                  <a:lnTo>
                    <a:pt x="0" y="21671"/>
                  </a:lnTo>
                  <a:lnTo>
                    <a:pt x="1372" y="18993"/>
                  </a:lnTo>
                  <a:lnTo>
                    <a:pt x="14393" y="10136"/>
                  </a:lnTo>
                  <a:lnTo>
                    <a:pt x="18114" y="393"/>
                  </a:lnTo>
                  <a:lnTo>
                    <a:pt x="1930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h3654"/>
            <p:cNvSpPr/>
            <p:nvPr/>
          </p:nvSpPr>
          <p:spPr>
            <a:xfrm>
              <a:off x="6379441" y="2091933"/>
              <a:ext cx="56013" cy="52554"/>
            </a:xfrm>
            <a:custGeom>
              <a:avLst/>
              <a:pathLst>
                <a:path w="56013" h="52554">
                  <a:moveTo>
                    <a:pt x="36646" y="3824"/>
                  </a:moveTo>
                  <a:lnTo>
                    <a:pt x="45101" y="7974"/>
                  </a:lnTo>
                  <a:lnTo>
                    <a:pt x="53957" y="10826"/>
                  </a:lnTo>
                  <a:lnTo>
                    <a:pt x="56013" y="15253"/>
                  </a:lnTo>
                  <a:lnTo>
                    <a:pt x="54259" y="16745"/>
                  </a:lnTo>
                  <a:lnTo>
                    <a:pt x="55008" y="18966"/>
                  </a:lnTo>
                  <a:lnTo>
                    <a:pt x="55961" y="18555"/>
                  </a:lnTo>
                  <a:lnTo>
                    <a:pt x="54003" y="20544"/>
                  </a:lnTo>
                  <a:lnTo>
                    <a:pt x="52351" y="26282"/>
                  </a:lnTo>
                  <a:lnTo>
                    <a:pt x="52597" y="28734"/>
                  </a:lnTo>
                  <a:lnTo>
                    <a:pt x="53642" y="30969"/>
                  </a:lnTo>
                  <a:lnTo>
                    <a:pt x="54613" y="31426"/>
                  </a:lnTo>
                  <a:lnTo>
                    <a:pt x="54736" y="33489"/>
                  </a:lnTo>
                  <a:lnTo>
                    <a:pt x="53443" y="35996"/>
                  </a:lnTo>
                  <a:lnTo>
                    <a:pt x="45879" y="42437"/>
                  </a:lnTo>
                  <a:lnTo>
                    <a:pt x="41020" y="47894"/>
                  </a:lnTo>
                  <a:lnTo>
                    <a:pt x="47788" y="49842"/>
                  </a:lnTo>
                  <a:lnTo>
                    <a:pt x="47176" y="51742"/>
                  </a:lnTo>
                  <a:lnTo>
                    <a:pt x="45482" y="52554"/>
                  </a:lnTo>
                  <a:lnTo>
                    <a:pt x="41366" y="51036"/>
                  </a:lnTo>
                  <a:lnTo>
                    <a:pt x="37307" y="51499"/>
                  </a:lnTo>
                  <a:lnTo>
                    <a:pt x="28401" y="48327"/>
                  </a:lnTo>
                  <a:lnTo>
                    <a:pt x="20540" y="30159"/>
                  </a:lnTo>
                  <a:lnTo>
                    <a:pt x="22491" y="39220"/>
                  </a:lnTo>
                  <a:lnTo>
                    <a:pt x="17248" y="38857"/>
                  </a:lnTo>
                  <a:lnTo>
                    <a:pt x="10384" y="33917"/>
                  </a:lnTo>
                  <a:lnTo>
                    <a:pt x="7696" y="27942"/>
                  </a:lnTo>
                  <a:lnTo>
                    <a:pt x="5697" y="25793"/>
                  </a:lnTo>
                  <a:lnTo>
                    <a:pt x="1556" y="26527"/>
                  </a:lnTo>
                  <a:lnTo>
                    <a:pt x="0" y="27626"/>
                  </a:lnTo>
                  <a:lnTo>
                    <a:pt x="3631" y="20983"/>
                  </a:lnTo>
                  <a:lnTo>
                    <a:pt x="6826" y="20590"/>
                  </a:lnTo>
                  <a:lnTo>
                    <a:pt x="9458" y="21581"/>
                  </a:lnTo>
                  <a:lnTo>
                    <a:pt x="13913" y="19566"/>
                  </a:lnTo>
                  <a:lnTo>
                    <a:pt x="16042" y="14491"/>
                  </a:lnTo>
                  <a:lnTo>
                    <a:pt x="13943" y="10849"/>
                  </a:lnTo>
                  <a:lnTo>
                    <a:pt x="11437" y="10581"/>
                  </a:lnTo>
                  <a:lnTo>
                    <a:pt x="12739" y="6483"/>
                  </a:lnTo>
                  <a:lnTo>
                    <a:pt x="13254" y="4405"/>
                  </a:lnTo>
                  <a:lnTo>
                    <a:pt x="20074" y="2570"/>
                  </a:lnTo>
                  <a:lnTo>
                    <a:pt x="23142" y="5548"/>
                  </a:lnTo>
                  <a:lnTo>
                    <a:pt x="26697" y="5886"/>
                  </a:lnTo>
                  <a:lnTo>
                    <a:pt x="27211" y="2280"/>
                  </a:lnTo>
                  <a:lnTo>
                    <a:pt x="29307" y="944"/>
                  </a:lnTo>
                  <a:lnTo>
                    <a:pt x="3108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h3655"/>
            <p:cNvSpPr/>
            <p:nvPr/>
          </p:nvSpPr>
          <p:spPr>
            <a:xfrm>
              <a:off x="6401379" y="1886441"/>
              <a:ext cx="39509" cy="32088"/>
            </a:xfrm>
            <a:custGeom>
              <a:avLst/>
              <a:pathLst>
                <a:path w="39509" h="32088">
                  <a:moveTo>
                    <a:pt x="21964" y="3241"/>
                  </a:moveTo>
                  <a:lnTo>
                    <a:pt x="23183" y="10053"/>
                  </a:lnTo>
                  <a:lnTo>
                    <a:pt x="22407" y="11539"/>
                  </a:lnTo>
                  <a:lnTo>
                    <a:pt x="31419" y="19419"/>
                  </a:lnTo>
                  <a:lnTo>
                    <a:pt x="30867" y="21794"/>
                  </a:lnTo>
                  <a:lnTo>
                    <a:pt x="31728" y="23007"/>
                  </a:lnTo>
                  <a:lnTo>
                    <a:pt x="39509" y="25955"/>
                  </a:lnTo>
                  <a:lnTo>
                    <a:pt x="39455" y="28427"/>
                  </a:lnTo>
                  <a:lnTo>
                    <a:pt x="34967" y="30696"/>
                  </a:lnTo>
                  <a:lnTo>
                    <a:pt x="31521" y="27083"/>
                  </a:lnTo>
                  <a:lnTo>
                    <a:pt x="30157" y="27030"/>
                  </a:lnTo>
                  <a:lnTo>
                    <a:pt x="23439" y="28809"/>
                  </a:lnTo>
                  <a:lnTo>
                    <a:pt x="21219" y="32008"/>
                  </a:lnTo>
                  <a:lnTo>
                    <a:pt x="17230" y="32088"/>
                  </a:lnTo>
                  <a:lnTo>
                    <a:pt x="16671" y="29561"/>
                  </a:lnTo>
                  <a:lnTo>
                    <a:pt x="14993" y="27535"/>
                  </a:lnTo>
                  <a:lnTo>
                    <a:pt x="11566" y="26136"/>
                  </a:lnTo>
                  <a:lnTo>
                    <a:pt x="8185" y="22659"/>
                  </a:lnTo>
                  <a:lnTo>
                    <a:pt x="3013" y="15489"/>
                  </a:lnTo>
                  <a:lnTo>
                    <a:pt x="0" y="8990"/>
                  </a:lnTo>
                  <a:lnTo>
                    <a:pt x="6634" y="6421"/>
                  </a:lnTo>
                  <a:lnTo>
                    <a:pt x="13182" y="1574"/>
                  </a:lnTo>
                  <a:lnTo>
                    <a:pt x="1747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h3656"/>
            <p:cNvSpPr/>
            <p:nvPr/>
          </p:nvSpPr>
          <p:spPr>
            <a:xfrm>
              <a:off x="6111428" y="2096520"/>
              <a:ext cx="83427" cy="68664"/>
            </a:xfrm>
            <a:custGeom>
              <a:avLst/>
              <a:pathLst>
                <a:path w="83427" h="68664">
                  <a:moveTo>
                    <a:pt x="44190" y="4358"/>
                  </a:moveTo>
                  <a:lnTo>
                    <a:pt x="55416" y="9767"/>
                  </a:lnTo>
                  <a:lnTo>
                    <a:pt x="56835" y="10078"/>
                  </a:lnTo>
                  <a:lnTo>
                    <a:pt x="57833" y="9300"/>
                  </a:lnTo>
                  <a:lnTo>
                    <a:pt x="67457" y="15305"/>
                  </a:lnTo>
                  <a:lnTo>
                    <a:pt x="71107" y="13771"/>
                  </a:lnTo>
                  <a:lnTo>
                    <a:pt x="78145" y="15892"/>
                  </a:lnTo>
                  <a:lnTo>
                    <a:pt x="79798" y="17130"/>
                  </a:lnTo>
                  <a:lnTo>
                    <a:pt x="80568" y="19590"/>
                  </a:lnTo>
                  <a:lnTo>
                    <a:pt x="80086" y="21377"/>
                  </a:lnTo>
                  <a:lnTo>
                    <a:pt x="83427" y="22143"/>
                  </a:lnTo>
                  <a:lnTo>
                    <a:pt x="80583" y="30456"/>
                  </a:lnTo>
                  <a:lnTo>
                    <a:pt x="82736" y="32415"/>
                  </a:lnTo>
                  <a:lnTo>
                    <a:pt x="82254" y="40910"/>
                  </a:lnTo>
                  <a:lnTo>
                    <a:pt x="79538" y="41293"/>
                  </a:lnTo>
                  <a:lnTo>
                    <a:pt x="77022" y="40571"/>
                  </a:lnTo>
                  <a:lnTo>
                    <a:pt x="74478" y="30811"/>
                  </a:lnTo>
                  <a:lnTo>
                    <a:pt x="69194" y="30685"/>
                  </a:lnTo>
                  <a:lnTo>
                    <a:pt x="62593" y="37889"/>
                  </a:lnTo>
                  <a:lnTo>
                    <a:pt x="66684" y="41706"/>
                  </a:lnTo>
                  <a:lnTo>
                    <a:pt x="58661" y="49353"/>
                  </a:lnTo>
                  <a:lnTo>
                    <a:pt x="57739" y="51499"/>
                  </a:lnTo>
                  <a:lnTo>
                    <a:pt x="57893" y="53888"/>
                  </a:lnTo>
                  <a:lnTo>
                    <a:pt x="52147" y="54955"/>
                  </a:lnTo>
                  <a:lnTo>
                    <a:pt x="54570" y="65294"/>
                  </a:lnTo>
                  <a:lnTo>
                    <a:pt x="44360" y="59474"/>
                  </a:lnTo>
                  <a:lnTo>
                    <a:pt x="43375" y="56199"/>
                  </a:lnTo>
                  <a:lnTo>
                    <a:pt x="44288" y="51441"/>
                  </a:lnTo>
                  <a:lnTo>
                    <a:pt x="39198" y="54203"/>
                  </a:lnTo>
                  <a:lnTo>
                    <a:pt x="35906" y="58695"/>
                  </a:lnTo>
                  <a:lnTo>
                    <a:pt x="29075" y="58768"/>
                  </a:lnTo>
                  <a:lnTo>
                    <a:pt x="21832" y="57784"/>
                  </a:lnTo>
                  <a:lnTo>
                    <a:pt x="18029" y="65685"/>
                  </a:lnTo>
                  <a:lnTo>
                    <a:pt x="17785" y="68664"/>
                  </a:lnTo>
                  <a:lnTo>
                    <a:pt x="5275" y="48146"/>
                  </a:lnTo>
                  <a:lnTo>
                    <a:pt x="6911" y="46980"/>
                  </a:lnTo>
                  <a:lnTo>
                    <a:pt x="10537" y="44280"/>
                  </a:lnTo>
                  <a:lnTo>
                    <a:pt x="12405" y="39655"/>
                  </a:lnTo>
                  <a:lnTo>
                    <a:pt x="11715" y="37260"/>
                  </a:lnTo>
                  <a:lnTo>
                    <a:pt x="6334" y="28582"/>
                  </a:lnTo>
                  <a:lnTo>
                    <a:pt x="0" y="20637"/>
                  </a:lnTo>
                  <a:lnTo>
                    <a:pt x="6776" y="15324"/>
                  </a:lnTo>
                  <a:lnTo>
                    <a:pt x="7448" y="13244"/>
                  </a:lnTo>
                  <a:lnTo>
                    <a:pt x="8963" y="13030"/>
                  </a:lnTo>
                  <a:lnTo>
                    <a:pt x="9009" y="6171"/>
                  </a:lnTo>
                  <a:lnTo>
                    <a:pt x="15054" y="4851"/>
                  </a:lnTo>
                  <a:lnTo>
                    <a:pt x="21122" y="6056"/>
                  </a:lnTo>
                  <a:lnTo>
                    <a:pt x="23367" y="9400"/>
                  </a:lnTo>
                  <a:lnTo>
                    <a:pt x="23987" y="12930"/>
                  </a:lnTo>
                  <a:lnTo>
                    <a:pt x="17175" y="16450"/>
                  </a:lnTo>
                  <a:lnTo>
                    <a:pt x="14300" y="22528"/>
                  </a:lnTo>
                  <a:lnTo>
                    <a:pt x="20013" y="29262"/>
                  </a:lnTo>
                  <a:lnTo>
                    <a:pt x="21980" y="28945"/>
                  </a:lnTo>
                  <a:lnTo>
                    <a:pt x="21691" y="25618"/>
                  </a:lnTo>
                  <a:lnTo>
                    <a:pt x="23762" y="21134"/>
                  </a:lnTo>
                  <a:lnTo>
                    <a:pt x="29394" y="21240"/>
                  </a:lnTo>
                  <a:lnTo>
                    <a:pt x="31068" y="19126"/>
                  </a:lnTo>
                  <a:lnTo>
                    <a:pt x="34045" y="10672"/>
                  </a:lnTo>
                  <a:lnTo>
                    <a:pt x="31260" y="5967"/>
                  </a:lnTo>
                  <a:lnTo>
                    <a:pt x="30763" y="3075"/>
                  </a:lnTo>
                  <a:lnTo>
                    <a:pt x="3186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h3657"/>
            <p:cNvSpPr/>
            <p:nvPr/>
          </p:nvSpPr>
          <p:spPr>
            <a:xfrm>
              <a:off x="6002711" y="1888984"/>
              <a:ext cx="76882" cy="52821"/>
            </a:xfrm>
            <a:custGeom>
              <a:avLst/>
              <a:pathLst>
                <a:path w="76882" h="52821">
                  <a:moveTo>
                    <a:pt x="73864" y="3037"/>
                  </a:moveTo>
                  <a:lnTo>
                    <a:pt x="69290" y="3310"/>
                  </a:lnTo>
                  <a:lnTo>
                    <a:pt x="70485" y="8886"/>
                  </a:lnTo>
                  <a:lnTo>
                    <a:pt x="68484" y="21070"/>
                  </a:lnTo>
                  <a:lnTo>
                    <a:pt x="73455" y="25486"/>
                  </a:lnTo>
                  <a:lnTo>
                    <a:pt x="76882" y="32398"/>
                  </a:lnTo>
                  <a:lnTo>
                    <a:pt x="73944" y="33232"/>
                  </a:lnTo>
                  <a:lnTo>
                    <a:pt x="72696" y="37526"/>
                  </a:lnTo>
                  <a:lnTo>
                    <a:pt x="73705" y="40765"/>
                  </a:lnTo>
                  <a:lnTo>
                    <a:pt x="72038" y="42702"/>
                  </a:lnTo>
                  <a:lnTo>
                    <a:pt x="69615" y="41982"/>
                  </a:lnTo>
                  <a:lnTo>
                    <a:pt x="64417" y="43779"/>
                  </a:lnTo>
                  <a:lnTo>
                    <a:pt x="62266" y="45584"/>
                  </a:lnTo>
                  <a:lnTo>
                    <a:pt x="60773" y="44919"/>
                  </a:lnTo>
                  <a:lnTo>
                    <a:pt x="49874" y="52821"/>
                  </a:lnTo>
                  <a:lnTo>
                    <a:pt x="46134" y="52160"/>
                  </a:lnTo>
                  <a:lnTo>
                    <a:pt x="31706" y="44104"/>
                  </a:lnTo>
                  <a:lnTo>
                    <a:pt x="31242" y="42469"/>
                  </a:lnTo>
                  <a:lnTo>
                    <a:pt x="25803" y="39088"/>
                  </a:lnTo>
                  <a:lnTo>
                    <a:pt x="20037" y="37626"/>
                  </a:lnTo>
                  <a:lnTo>
                    <a:pt x="16502" y="35853"/>
                  </a:lnTo>
                  <a:lnTo>
                    <a:pt x="12101" y="41904"/>
                  </a:lnTo>
                  <a:lnTo>
                    <a:pt x="15131" y="45724"/>
                  </a:lnTo>
                  <a:lnTo>
                    <a:pt x="9912" y="48598"/>
                  </a:lnTo>
                  <a:lnTo>
                    <a:pt x="8371" y="48361"/>
                  </a:lnTo>
                  <a:lnTo>
                    <a:pt x="3931" y="43103"/>
                  </a:lnTo>
                  <a:lnTo>
                    <a:pt x="2326" y="33401"/>
                  </a:lnTo>
                  <a:lnTo>
                    <a:pt x="0" y="25762"/>
                  </a:lnTo>
                  <a:lnTo>
                    <a:pt x="1050" y="21333"/>
                  </a:lnTo>
                  <a:lnTo>
                    <a:pt x="1596" y="19176"/>
                  </a:lnTo>
                  <a:lnTo>
                    <a:pt x="1379" y="7720"/>
                  </a:lnTo>
                  <a:lnTo>
                    <a:pt x="7640" y="10537"/>
                  </a:lnTo>
                  <a:lnTo>
                    <a:pt x="11219" y="9411"/>
                  </a:lnTo>
                  <a:lnTo>
                    <a:pt x="13698" y="11501"/>
                  </a:lnTo>
                  <a:lnTo>
                    <a:pt x="27530" y="13318"/>
                  </a:lnTo>
                  <a:lnTo>
                    <a:pt x="32886" y="11743"/>
                  </a:lnTo>
                  <a:lnTo>
                    <a:pt x="38228" y="11415"/>
                  </a:lnTo>
                  <a:lnTo>
                    <a:pt x="45838" y="7574"/>
                  </a:lnTo>
                  <a:lnTo>
                    <a:pt x="51106" y="9379"/>
                  </a:lnTo>
                  <a:lnTo>
                    <a:pt x="51966" y="3677"/>
                  </a:lnTo>
                  <a:lnTo>
                    <a:pt x="55838" y="2232"/>
                  </a:lnTo>
                  <a:lnTo>
                    <a:pt x="61772" y="6388"/>
                  </a:lnTo>
                  <a:lnTo>
                    <a:pt x="65509" y="4359"/>
                  </a:lnTo>
                  <a:lnTo>
                    <a:pt x="7035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h3658"/>
            <p:cNvSpPr/>
            <p:nvPr/>
          </p:nvSpPr>
          <p:spPr>
            <a:xfrm>
              <a:off x="6174808" y="1737118"/>
              <a:ext cx="135389" cy="106426"/>
            </a:xfrm>
            <a:custGeom>
              <a:avLst/>
              <a:pathLst>
                <a:path w="135389" h="106426">
                  <a:moveTo>
                    <a:pt x="67482" y="2087"/>
                  </a:moveTo>
                  <a:lnTo>
                    <a:pt x="66861" y="3161"/>
                  </a:lnTo>
                  <a:lnTo>
                    <a:pt x="75682" y="2942"/>
                  </a:lnTo>
                  <a:lnTo>
                    <a:pt x="77995" y="7270"/>
                  </a:lnTo>
                  <a:lnTo>
                    <a:pt x="84076" y="6809"/>
                  </a:lnTo>
                  <a:lnTo>
                    <a:pt x="89839" y="8285"/>
                  </a:lnTo>
                  <a:lnTo>
                    <a:pt x="94313" y="4259"/>
                  </a:lnTo>
                  <a:lnTo>
                    <a:pt x="99998" y="5007"/>
                  </a:lnTo>
                  <a:lnTo>
                    <a:pt x="104754" y="7784"/>
                  </a:lnTo>
                  <a:lnTo>
                    <a:pt x="115631" y="2019"/>
                  </a:lnTo>
                  <a:lnTo>
                    <a:pt x="129207" y="3357"/>
                  </a:lnTo>
                  <a:lnTo>
                    <a:pt x="135389" y="3148"/>
                  </a:lnTo>
                  <a:lnTo>
                    <a:pt x="131960" y="5657"/>
                  </a:lnTo>
                  <a:lnTo>
                    <a:pt x="126470" y="6631"/>
                  </a:lnTo>
                  <a:lnTo>
                    <a:pt x="126316" y="15653"/>
                  </a:lnTo>
                  <a:lnTo>
                    <a:pt x="123054" y="15805"/>
                  </a:lnTo>
                  <a:lnTo>
                    <a:pt x="122616" y="17635"/>
                  </a:lnTo>
                  <a:lnTo>
                    <a:pt x="121420" y="24716"/>
                  </a:lnTo>
                  <a:lnTo>
                    <a:pt x="122737" y="34576"/>
                  </a:lnTo>
                  <a:lnTo>
                    <a:pt x="122089" y="40957"/>
                  </a:lnTo>
                  <a:lnTo>
                    <a:pt x="127497" y="41768"/>
                  </a:lnTo>
                  <a:lnTo>
                    <a:pt x="126182" y="49665"/>
                  </a:lnTo>
                  <a:lnTo>
                    <a:pt x="124676" y="51542"/>
                  </a:lnTo>
                  <a:lnTo>
                    <a:pt x="122608" y="52060"/>
                  </a:lnTo>
                  <a:lnTo>
                    <a:pt x="117035" y="49696"/>
                  </a:lnTo>
                  <a:lnTo>
                    <a:pt x="114158" y="46969"/>
                  </a:lnTo>
                  <a:lnTo>
                    <a:pt x="112573" y="43352"/>
                  </a:lnTo>
                  <a:lnTo>
                    <a:pt x="108032" y="40643"/>
                  </a:lnTo>
                  <a:lnTo>
                    <a:pt x="94396" y="40892"/>
                  </a:lnTo>
                  <a:lnTo>
                    <a:pt x="94348" y="42244"/>
                  </a:lnTo>
                  <a:lnTo>
                    <a:pt x="99769" y="41954"/>
                  </a:lnTo>
                  <a:lnTo>
                    <a:pt x="101270" y="48452"/>
                  </a:lnTo>
                  <a:lnTo>
                    <a:pt x="94613" y="48459"/>
                  </a:lnTo>
                  <a:lnTo>
                    <a:pt x="94717" y="56897"/>
                  </a:lnTo>
                  <a:lnTo>
                    <a:pt x="95923" y="57879"/>
                  </a:lnTo>
                  <a:lnTo>
                    <a:pt x="87663" y="65125"/>
                  </a:lnTo>
                  <a:lnTo>
                    <a:pt x="82709" y="59939"/>
                  </a:lnTo>
                  <a:lnTo>
                    <a:pt x="78220" y="61328"/>
                  </a:lnTo>
                  <a:lnTo>
                    <a:pt x="73783" y="60029"/>
                  </a:lnTo>
                  <a:lnTo>
                    <a:pt x="67072" y="55718"/>
                  </a:lnTo>
                  <a:lnTo>
                    <a:pt x="67367" y="49680"/>
                  </a:lnTo>
                  <a:lnTo>
                    <a:pt x="65856" y="49493"/>
                  </a:lnTo>
                  <a:lnTo>
                    <a:pt x="60319" y="60845"/>
                  </a:lnTo>
                  <a:lnTo>
                    <a:pt x="55052" y="60925"/>
                  </a:lnTo>
                  <a:lnTo>
                    <a:pt x="53796" y="60060"/>
                  </a:lnTo>
                  <a:lnTo>
                    <a:pt x="47820" y="59204"/>
                  </a:lnTo>
                  <a:lnTo>
                    <a:pt x="43158" y="65400"/>
                  </a:lnTo>
                  <a:lnTo>
                    <a:pt x="36247" y="63891"/>
                  </a:lnTo>
                  <a:lnTo>
                    <a:pt x="32205" y="66429"/>
                  </a:lnTo>
                  <a:lnTo>
                    <a:pt x="32694" y="68939"/>
                  </a:lnTo>
                  <a:lnTo>
                    <a:pt x="34370" y="71286"/>
                  </a:lnTo>
                  <a:lnTo>
                    <a:pt x="33292" y="75114"/>
                  </a:lnTo>
                  <a:lnTo>
                    <a:pt x="26826" y="73802"/>
                  </a:lnTo>
                  <a:lnTo>
                    <a:pt x="23285" y="74188"/>
                  </a:lnTo>
                  <a:lnTo>
                    <a:pt x="20089" y="77240"/>
                  </a:lnTo>
                  <a:lnTo>
                    <a:pt x="19976" y="80926"/>
                  </a:lnTo>
                  <a:lnTo>
                    <a:pt x="23347" y="81032"/>
                  </a:lnTo>
                  <a:lnTo>
                    <a:pt x="24128" y="85293"/>
                  </a:lnTo>
                  <a:lnTo>
                    <a:pt x="20812" y="85473"/>
                  </a:lnTo>
                  <a:lnTo>
                    <a:pt x="23205" y="96317"/>
                  </a:lnTo>
                  <a:lnTo>
                    <a:pt x="22228" y="98954"/>
                  </a:lnTo>
                  <a:lnTo>
                    <a:pt x="20277" y="101367"/>
                  </a:lnTo>
                  <a:lnTo>
                    <a:pt x="19807" y="101209"/>
                  </a:lnTo>
                  <a:lnTo>
                    <a:pt x="19076" y="104082"/>
                  </a:lnTo>
                  <a:lnTo>
                    <a:pt x="19386" y="106426"/>
                  </a:lnTo>
                  <a:lnTo>
                    <a:pt x="11896" y="104551"/>
                  </a:lnTo>
                  <a:lnTo>
                    <a:pt x="9733" y="98958"/>
                  </a:lnTo>
                  <a:lnTo>
                    <a:pt x="12413" y="93353"/>
                  </a:lnTo>
                  <a:lnTo>
                    <a:pt x="17682" y="89901"/>
                  </a:lnTo>
                  <a:lnTo>
                    <a:pt x="15624" y="85912"/>
                  </a:lnTo>
                  <a:lnTo>
                    <a:pt x="9635" y="87967"/>
                  </a:lnTo>
                  <a:lnTo>
                    <a:pt x="6646" y="86611"/>
                  </a:lnTo>
                  <a:lnTo>
                    <a:pt x="4851" y="84183"/>
                  </a:lnTo>
                  <a:lnTo>
                    <a:pt x="4025" y="82869"/>
                  </a:lnTo>
                  <a:lnTo>
                    <a:pt x="6153" y="81845"/>
                  </a:lnTo>
                  <a:lnTo>
                    <a:pt x="6469" y="80964"/>
                  </a:lnTo>
                  <a:lnTo>
                    <a:pt x="4183" y="79700"/>
                  </a:lnTo>
                  <a:lnTo>
                    <a:pt x="7913" y="76590"/>
                  </a:lnTo>
                  <a:lnTo>
                    <a:pt x="6085" y="73163"/>
                  </a:lnTo>
                  <a:lnTo>
                    <a:pt x="7264" y="67309"/>
                  </a:lnTo>
                  <a:lnTo>
                    <a:pt x="5465" y="64030"/>
                  </a:lnTo>
                  <a:lnTo>
                    <a:pt x="0" y="60321"/>
                  </a:lnTo>
                  <a:lnTo>
                    <a:pt x="3076" y="55958"/>
                  </a:lnTo>
                  <a:lnTo>
                    <a:pt x="4513" y="49606"/>
                  </a:lnTo>
                  <a:lnTo>
                    <a:pt x="10128" y="25648"/>
                  </a:lnTo>
                  <a:lnTo>
                    <a:pt x="6857" y="25043"/>
                  </a:lnTo>
                  <a:lnTo>
                    <a:pt x="8152" y="18192"/>
                  </a:lnTo>
                  <a:lnTo>
                    <a:pt x="10312" y="9819"/>
                  </a:lnTo>
                  <a:lnTo>
                    <a:pt x="14712" y="11713"/>
                  </a:lnTo>
                  <a:lnTo>
                    <a:pt x="23188" y="7352"/>
                  </a:lnTo>
                  <a:lnTo>
                    <a:pt x="29306" y="6726"/>
                  </a:lnTo>
                  <a:lnTo>
                    <a:pt x="32581" y="6644"/>
                  </a:lnTo>
                  <a:lnTo>
                    <a:pt x="36118" y="2786"/>
                  </a:lnTo>
                  <a:lnTo>
                    <a:pt x="39568" y="1442"/>
                  </a:lnTo>
                  <a:lnTo>
                    <a:pt x="54187" y="2263"/>
                  </a:lnTo>
                  <a:lnTo>
                    <a:pt x="6576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h3659"/>
            <p:cNvSpPr/>
            <p:nvPr/>
          </p:nvSpPr>
          <p:spPr>
            <a:xfrm>
              <a:off x="6129214" y="2115480"/>
              <a:ext cx="174769" cy="150510"/>
            </a:xfrm>
            <a:custGeom>
              <a:avLst/>
              <a:pathLst>
                <a:path w="174769" h="150510">
                  <a:moveTo>
                    <a:pt x="65375" y="0"/>
                  </a:moveTo>
                  <a:lnTo>
                    <a:pt x="69826" y="1067"/>
                  </a:lnTo>
                  <a:lnTo>
                    <a:pt x="74288" y="5687"/>
                  </a:lnTo>
                  <a:lnTo>
                    <a:pt x="79140" y="8689"/>
                  </a:lnTo>
                  <a:lnTo>
                    <a:pt x="85235" y="6417"/>
                  </a:lnTo>
                  <a:lnTo>
                    <a:pt x="90842" y="6484"/>
                  </a:lnTo>
                  <a:lnTo>
                    <a:pt x="96774" y="2997"/>
                  </a:lnTo>
                  <a:lnTo>
                    <a:pt x="104366" y="4193"/>
                  </a:lnTo>
                  <a:lnTo>
                    <a:pt x="106606" y="3601"/>
                  </a:lnTo>
                  <a:lnTo>
                    <a:pt x="111641" y="5470"/>
                  </a:lnTo>
                  <a:lnTo>
                    <a:pt x="118822" y="12115"/>
                  </a:lnTo>
                  <a:lnTo>
                    <a:pt x="118736" y="14489"/>
                  </a:lnTo>
                  <a:lnTo>
                    <a:pt x="127294" y="20046"/>
                  </a:lnTo>
                  <a:lnTo>
                    <a:pt x="132070" y="28831"/>
                  </a:lnTo>
                  <a:lnTo>
                    <a:pt x="134880" y="28964"/>
                  </a:lnTo>
                  <a:lnTo>
                    <a:pt x="140246" y="35796"/>
                  </a:lnTo>
                  <a:lnTo>
                    <a:pt x="145953" y="39937"/>
                  </a:lnTo>
                  <a:lnTo>
                    <a:pt x="156265" y="42545"/>
                  </a:lnTo>
                  <a:lnTo>
                    <a:pt x="160746" y="45722"/>
                  </a:lnTo>
                  <a:lnTo>
                    <a:pt x="161525" y="49258"/>
                  </a:lnTo>
                  <a:lnTo>
                    <a:pt x="165798" y="52094"/>
                  </a:lnTo>
                  <a:lnTo>
                    <a:pt x="168363" y="59187"/>
                  </a:lnTo>
                  <a:lnTo>
                    <a:pt x="174103" y="65413"/>
                  </a:lnTo>
                  <a:lnTo>
                    <a:pt x="173000" y="66791"/>
                  </a:lnTo>
                  <a:lnTo>
                    <a:pt x="174769" y="75324"/>
                  </a:lnTo>
                  <a:lnTo>
                    <a:pt x="169567" y="78736"/>
                  </a:lnTo>
                  <a:lnTo>
                    <a:pt x="167867" y="85458"/>
                  </a:lnTo>
                  <a:lnTo>
                    <a:pt x="168537" y="91076"/>
                  </a:lnTo>
                  <a:lnTo>
                    <a:pt x="170780" y="92821"/>
                  </a:lnTo>
                  <a:lnTo>
                    <a:pt x="169333" y="97041"/>
                  </a:lnTo>
                  <a:lnTo>
                    <a:pt x="159994" y="100266"/>
                  </a:lnTo>
                  <a:lnTo>
                    <a:pt x="158411" y="99342"/>
                  </a:lnTo>
                  <a:lnTo>
                    <a:pt x="156726" y="104499"/>
                  </a:lnTo>
                  <a:lnTo>
                    <a:pt x="156300" y="133473"/>
                  </a:lnTo>
                  <a:lnTo>
                    <a:pt x="159881" y="130744"/>
                  </a:lnTo>
                  <a:lnTo>
                    <a:pt x="167417" y="127264"/>
                  </a:lnTo>
                  <a:lnTo>
                    <a:pt x="167415" y="128926"/>
                  </a:lnTo>
                  <a:lnTo>
                    <a:pt x="150731" y="140367"/>
                  </a:lnTo>
                  <a:lnTo>
                    <a:pt x="143976" y="148361"/>
                  </a:lnTo>
                  <a:lnTo>
                    <a:pt x="144236" y="150510"/>
                  </a:lnTo>
                  <a:lnTo>
                    <a:pt x="140860" y="147735"/>
                  </a:lnTo>
                  <a:lnTo>
                    <a:pt x="133421" y="146704"/>
                  </a:lnTo>
                  <a:lnTo>
                    <a:pt x="124693" y="147957"/>
                  </a:lnTo>
                  <a:lnTo>
                    <a:pt x="118041" y="147932"/>
                  </a:lnTo>
                  <a:lnTo>
                    <a:pt x="115337" y="138413"/>
                  </a:lnTo>
                  <a:lnTo>
                    <a:pt x="104128" y="135601"/>
                  </a:lnTo>
                  <a:lnTo>
                    <a:pt x="107407" y="134915"/>
                  </a:lnTo>
                  <a:lnTo>
                    <a:pt x="107733" y="131051"/>
                  </a:lnTo>
                  <a:lnTo>
                    <a:pt x="104846" y="128715"/>
                  </a:lnTo>
                  <a:lnTo>
                    <a:pt x="102320" y="131704"/>
                  </a:lnTo>
                  <a:lnTo>
                    <a:pt x="98497" y="130752"/>
                  </a:lnTo>
                  <a:lnTo>
                    <a:pt x="96531" y="128375"/>
                  </a:lnTo>
                  <a:lnTo>
                    <a:pt x="96094" y="126066"/>
                  </a:lnTo>
                  <a:lnTo>
                    <a:pt x="97019" y="122873"/>
                  </a:lnTo>
                  <a:lnTo>
                    <a:pt x="81255" y="109854"/>
                  </a:lnTo>
                  <a:lnTo>
                    <a:pt x="77253" y="107422"/>
                  </a:lnTo>
                  <a:lnTo>
                    <a:pt x="75832" y="105891"/>
                  </a:lnTo>
                  <a:lnTo>
                    <a:pt x="75769" y="104399"/>
                  </a:lnTo>
                  <a:lnTo>
                    <a:pt x="69567" y="99917"/>
                  </a:lnTo>
                  <a:lnTo>
                    <a:pt x="72283" y="89890"/>
                  </a:lnTo>
                  <a:lnTo>
                    <a:pt x="68916" y="83624"/>
                  </a:lnTo>
                  <a:lnTo>
                    <a:pt x="69264" y="80013"/>
                  </a:lnTo>
                  <a:lnTo>
                    <a:pt x="64498" y="75489"/>
                  </a:lnTo>
                  <a:lnTo>
                    <a:pt x="56422" y="71027"/>
                  </a:lnTo>
                  <a:lnTo>
                    <a:pt x="52282" y="71343"/>
                  </a:lnTo>
                  <a:lnTo>
                    <a:pt x="45649" y="73954"/>
                  </a:lnTo>
                  <a:lnTo>
                    <a:pt x="43946" y="75405"/>
                  </a:lnTo>
                  <a:lnTo>
                    <a:pt x="42771" y="72081"/>
                  </a:lnTo>
                  <a:lnTo>
                    <a:pt x="40008" y="67983"/>
                  </a:lnTo>
                  <a:lnTo>
                    <a:pt x="36986" y="66425"/>
                  </a:lnTo>
                  <a:lnTo>
                    <a:pt x="32385" y="67303"/>
                  </a:lnTo>
                  <a:lnTo>
                    <a:pt x="25223" y="66979"/>
                  </a:lnTo>
                  <a:lnTo>
                    <a:pt x="21444" y="65491"/>
                  </a:lnTo>
                  <a:lnTo>
                    <a:pt x="18403" y="66133"/>
                  </a:lnTo>
                  <a:lnTo>
                    <a:pt x="16285" y="70343"/>
                  </a:lnTo>
                  <a:lnTo>
                    <a:pt x="13280" y="69904"/>
                  </a:lnTo>
                  <a:lnTo>
                    <a:pt x="12250" y="65688"/>
                  </a:lnTo>
                  <a:lnTo>
                    <a:pt x="10029" y="63637"/>
                  </a:lnTo>
                  <a:lnTo>
                    <a:pt x="6516" y="63592"/>
                  </a:lnTo>
                  <a:lnTo>
                    <a:pt x="4926" y="61745"/>
                  </a:lnTo>
                  <a:lnTo>
                    <a:pt x="4818" y="57866"/>
                  </a:lnTo>
                  <a:lnTo>
                    <a:pt x="0" y="49704"/>
                  </a:lnTo>
                  <a:lnTo>
                    <a:pt x="243" y="46724"/>
                  </a:lnTo>
                  <a:lnTo>
                    <a:pt x="4046" y="38823"/>
                  </a:lnTo>
                  <a:lnTo>
                    <a:pt x="11289" y="39808"/>
                  </a:lnTo>
                  <a:lnTo>
                    <a:pt x="18120" y="39734"/>
                  </a:lnTo>
                  <a:lnTo>
                    <a:pt x="21412" y="35243"/>
                  </a:lnTo>
                  <a:lnTo>
                    <a:pt x="26502" y="32480"/>
                  </a:lnTo>
                  <a:lnTo>
                    <a:pt x="25589" y="37239"/>
                  </a:lnTo>
                  <a:lnTo>
                    <a:pt x="26574" y="40513"/>
                  </a:lnTo>
                  <a:lnTo>
                    <a:pt x="36784" y="46334"/>
                  </a:lnTo>
                  <a:lnTo>
                    <a:pt x="34361" y="35995"/>
                  </a:lnTo>
                  <a:lnTo>
                    <a:pt x="40107" y="34927"/>
                  </a:lnTo>
                  <a:lnTo>
                    <a:pt x="39953" y="32539"/>
                  </a:lnTo>
                  <a:lnTo>
                    <a:pt x="40875" y="30393"/>
                  </a:lnTo>
                  <a:lnTo>
                    <a:pt x="48898" y="22745"/>
                  </a:lnTo>
                  <a:lnTo>
                    <a:pt x="44807" y="18929"/>
                  </a:lnTo>
                  <a:lnTo>
                    <a:pt x="51408" y="11725"/>
                  </a:lnTo>
                  <a:lnTo>
                    <a:pt x="56692" y="11851"/>
                  </a:lnTo>
                  <a:lnTo>
                    <a:pt x="59236" y="21610"/>
                  </a:lnTo>
                  <a:lnTo>
                    <a:pt x="61752" y="22333"/>
                  </a:lnTo>
                  <a:lnTo>
                    <a:pt x="64468" y="21949"/>
                  </a:lnTo>
                  <a:lnTo>
                    <a:pt x="64950" y="13455"/>
                  </a:lnTo>
                  <a:lnTo>
                    <a:pt x="62797" y="11495"/>
                  </a:lnTo>
                  <a:lnTo>
                    <a:pt x="65641" y="3182"/>
                  </a:lnTo>
                  <a:lnTo>
                    <a:pt x="62300" y="2416"/>
                  </a:lnTo>
                  <a:lnTo>
                    <a:pt x="62782" y="63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h3660"/>
            <p:cNvSpPr/>
            <p:nvPr/>
          </p:nvSpPr>
          <p:spPr>
            <a:xfrm>
              <a:off x="6462719" y="2008253"/>
              <a:ext cx="163640" cy="161494"/>
            </a:xfrm>
            <a:custGeom>
              <a:avLst/>
              <a:pathLst>
                <a:path w="163640" h="161494">
                  <a:moveTo>
                    <a:pt x="92259" y="0"/>
                  </a:moveTo>
                  <a:lnTo>
                    <a:pt x="96867" y="2865"/>
                  </a:lnTo>
                  <a:lnTo>
                    <a:pt x="99581" y="3669"/>
                  </a:lnTo>
                  <a:lnTo>
                    <a:pt x="104097" y="181"/>
                  </a:lnTo>
                  <a:lnTo>
                    <a:pt x="112849" y="2294"/>
                  </a:lnTo>
                  <a:lnTo>
                    <a:pt x="113695" y="230"/>
                  </a:lnTo>
                  <a:lnTo>
                    <a:pt x="146125" y="1266"/>
                  </a:lnTo>
                  <a:lnTo>
                    <a:pt x="146718" y="4140"/>
                  </a:lnTo>
                  <a:lnTo>
                    <a:pt x="146074" y="18520"/>
                  </a:lnTo>
                  <a:lnTo>
                    <a:pt x="145473" y="18377"/>
                  </a:lnTo>
                  <a:lnTo>
                    <a:pt x="143701" y="35340"/>
                  </a:lnTo>
                  <a:lnTo>
                    <a:pt x="148928" y="37154"/>
                  </a:lnTo>
                  <a:lnTo>
                    <a:pt x="152740" y="48339"/>
                  </a:lnTo>
                  <a:lnTo>
                    <a:pt x="152480" y="59988"/>
                  </a:lnTo>
                  <a:lnTo>
                    <a:pt x="154296" y="64412"/>
                  </a:lnTo>
                  <a:lnTo>
                    <a:pt x="157918" y="66201"/>
                  </a:lnTo>
                  <a:lnTo>
                    <a:pt x="158794" y="72936"/>
                  </a:lnTo>
                  <a:lnTo>
                    <a:pt x="154576" y="75222"/>
                  </a:lnTo>
                  <a:lnTo>
                    <a:pt x="153980" y="78915"/>
                  </a:lnTo>
                  <a:lnTo>
                    <a:pt x="145969" y="84862"/>
                  </a:lnTo>
                  <a:lnTo>
                    <a:pt x="145950" y="89913"/>
                  </a:lnTo>
                  <a:lnTo>
                    <a:pt x="157705" y="101378"/>
                  </a:lnTo>
                  <a:lnTo>
                    <a:pt x="160677" y="106375"/>
                  </a:lnTo>
                  <a:lnTo>
                    <a:pt x="161752" y="111247"/>
                  </a:lnTo>
                  <a:lnTo>
                    <a:pt x="163640" y="112558"/>
                  </a:lnTo>
                  <a:lnTo>
                    <a:pt x="144578" y="108537"/>
                  </a:lnTo>
                  <a:lnTo>
                    <a:pt x="136182" y="108439"/>
                  </a:lnTo>
                  <a:lnTo>
                    <a:pt x="128966" y="108391"/>
                  </a:lnTo>
                  <a:lnTo>
                    <a:pt x="128873" y="105249"/>
                  </a:lnTo>
                  <a:lnTo>
                    <a:pt x="124368" y="105599"/>
                  </a:lnTo>
                  <a:lnTo>
                    <a:pt x="121523" y="109001"/>
                  </a:lnTo>
                  <a:lnTo>
                    <a:pt x="106613" y="105446"/>
                  </a:lnTo>
                  <a:lnTo>
                    <a:pt x="101453" y="104896"/>
                  </a:lnTo>
                  <a:lnTo>
                    <a:pt x="96262" y="96267"/>
                  </a:lnTo>
                  <a:lnTo>
                    <a:pt x="91864" y="102597"/>
                  </a:lnTo>
                  <a:lnTo>
                    <a:pt x="92396" y="107606"/>
                  </a:lnTo>
                  <a:lnTo>
                    <a:pt x="94428" y="111577"/>
                  </a:lnTo>
                  <a:lnTo>
                    <a:pt x="89116" y="120530"/>
                  </a:lnTo>
                  <a:lnTo>
                    <a:pt x="83773" y="122518"/>
                  </a:lnTo>
                  <a:lnTo>
                    <a:pt x="76695" y="127149"/>
                  </a:lnTo>
                  <a:lnTo>
                    <a:pt x="72521" y="138123"/>
                  </a:lnTo>
                  <a:lnTo>
                    <a:pt x="68978" y="145053"/>
                  </a:lnTo>
                  <a:lnTo>
                    <a:pt x="69155" y="149469"/>
                  </a:lnTo>
                  <a:lnTo>
                    <a:pt x="68454" y="151905"/>
                  </a:lnTo>
                  <a:lnTo>
                    <a:pt x="59602" y="161494"/>
                  </a:lnTo>
                  <a:lnTo>
                    <a:pt x="57404" y="156211"/>
                  </a:lnTo>
                  <a:lnTo>
                    <a:pt x="54278" y="157675"/>
                  </a:lnTo>
                  <a:lnTo>
                    <a:pt x="53570" y="157307"/>
                  </a:lnTo>
                  <a:lnTo>
                    <a:pt x="43353" y="144612"/>
                  </a:lnTo>
                  <a:lnTo>
                    <a:pt x="39496" y="141182"/>
                  </a:lnTo>
                  <a:lnTo>
                    <a:pt x="32287" y="138936"/>
                  </a:lnTo>
                  <a:lnTo>
                    <a:pt x="26415" y="139337"/>
                  </a:lnTo>
                  <a:lnTo>
                    <a:pt x="44634" y="122099"/>
                  </a:lnTo>
                  <a:lnTo>
                    <a:pt x="42150" y="118373"/>
                  </a:lnTo>
                  <a:lnTo>
                    <a:pt x="44892" y="110367"/>
                  </a:lnTo>
                  <a:lnTo>
                    <a:pt x="45230" y="108571"/>
                  </a:lnTo>
                  <a:lnTo>
                    <a:pt x="43902" y="106775"/>
                  </a:lnTo>
                  <a:lnTo>
                    <a:pt x="40015" y="89245"/>
                  </a:lnTo>
                  <a:lnTo>
                    <a:pt x="30194" y="89556"/>
                  </a:lnTo>
                  <a:lnTo>
                    <a:pt x="25666" y="85130"/>
                  </a:lnTo>
                  <a:lnTo>
                    <a:pt x="22944" y="84427"/>
                  </a:lnTo>
                  <a:lnTo>
                    <a:pt x="15354" y="71734"/>
                  </a:lnTo>
                  <a:lnTo>
                    <a:pt x="12998" y="74198"/>
                  </a:lnTo>
                  <a:lnTo>
                    <a:pt x="10619" y="72848"/>
                  </a:lnTo>
                  <a:lnTo>
                    <a:pt x="10037" y="67822"/>
                  </a:lnTo>
                  <a:lnTo>
                    <a:pt x="5181" y="61980"/>
                  </a:lnTo>
                  <a:lnTo>
                    <a:pt x="5224" y="60205"/>
                  </a:lnTo>
                  <a:lnTo>
                    <a:pt x="10611" y="58344"/>
                  </a:lnTo>
                  <a:lnTo>
                    <a:pt x="9617" y="53352"/>
                  </a:lnTo>
                  <a:lnTo>
                    <a:pt x="6832" y="47341"/>
                  </a:lnTo>
                  <a:lnTo>
                    <a:pt x="8039" y="46968"/>
                  </a:lnTo>
                  <a:lnTo>
                    <a:pt x="8602" y="37336"/>
                  </a:lnTo>
                  <a:lnTo>
                    <a:pt x="597" y="24358"/>
                  </a:lnTo>
                  <a:lnTo>
                    <a:pt x="0" y="23422"/>
                  </a:lnTo>
                  <a:lnTo>
                    <a:pt x="5426" y="22686"/>
                  </a:lnTo>
                  <a:lnTo>
                    <a:pt x="10377" y="24515"/>
                  </a:lnTo>
                  <a:lnTo>
                    <a:pt x="10949" y="26712"/>
                  </a:lnTo>
                  <a:lnTo>
                    <a:pt x="15557" y="25565"/>
                  </a:lnTo>
                  <a:lnTo>
                    <a:pt x="15736" y="20737"/>
                  </a:lnTo>
                  <a:lnTo>
                    <a:pt x="18978" y="17304"/>
                  </a:lnTo>
                  <a:lnTo>
                    <a:pt x="20633" y="15901"/>
                  </a:lnTo>
                  <a:lnTo>
                    <a:pt x="26628" y="16380"/>
                  </a:lnTo>
                  <a:lnTo>
                    <a:pt x="26787" y="13892"/>
                  </a:lnTo>
                  <a:lnTo>
                    <a:pt x="27646" y="13698"/>
                  </a:lnTo>
                  <a:lnTo>
                    <a:pt x="29330" y="13623"/>
                  </a:lnTo>
                  <a:lnTo>
                    <a:pt x="30981" y="14718"/>
                  </a:lnTo>
                  <a:lnTo>
                    <a:pt x="34706" y="18930"/>
                  </a:lnTo>
                  <a:lnTo>
                    <a:pt x="37195" y="16825"/>
                  </a:lnTo>
                  <a:lnTo>
                    <a:pt x="34587" y="12231"/>
                  </a:lnTo>
                  <a:lnTo>
                    <a:pt x="39837" y="10070"/>
                  </a:lnTo>
                  <a:lnTo>
                    <a:pt x="47017" y="11443"/>
                  </a:lnTo>
                  <a:lnTo>
                    <a:pt x="53076" y="14437"/>
                  </a:lnTo>
                  <a:lnTo>
                    <a:pt x="55481" y="16482"/>
                  </a:lnTo>
                  <a:lnTo>
                    <a:pt x="62784" y="15378"/>
                  </a:lnTo>
                  <a:lnTo>
                    <a:pt x="64781" y="10764"/>
                  </a:lnTo>
                  <a:lnTo>
                    <a:pt x="70713" y="14833"/>
                  </a:lnTo>
                  <a:lnTo>
                    <a:pt x="78924" y="713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h3661"/>
            <p:cNvSpPr/>
            <p:nvPr/>
          </p:nvSpPr>
          <p:spPr>
            <a:xfrm>
              <a:off x="6243004" y="1984677"/>
              <a:ext cx="70926" cy="68694"/>
            </a:xfrm>
            <a:custGeom>
              <a:avLst/>
              <a:pathLst>
                <a:path w="70926" h="68694">
                  <a:moveTo>
                    <a:pt x="42208" y="117"/>
                  </a:moveTo>
                  <a:lnTo>
                    <a:pt x="43228" y="5537"/>
                  </a:lnTo>
                  <a:lnTo>
                    <a:pt x="46446" y="7164"/>
                  </a:lnTo>
                  <a:lnTo>
                    <a:pt x="50694" y="5513"/>
                  </a:lnTo>
                  <a:lnTo>
                    <a:pt x="55608" y="9507"/>
                  </a:lnTo>
                  <a:lnTo>
                    <a:pt x="54045" y="10223"/>
                  </a:lnTo>
                  <a:lnTo>
                    <a:pt x="55123" y="18693"/>
                  </a:lnTo>
                  <a:lnTo>
                    <a:pt x="54974" y="23626"/>
                  </a:lnTo>
                  <a:lnTo>
                    <a:pt x="54199" y="25000"/>
                  </a:lnTo>
                  <a:lnTo>
                    <a:pt x="55171" y="26734"/>
                  </a:lnTo>
                  <a:lnTo>
                    <a:pt x="59211" y="30543"/>
                  </a:lnTo>
                  <a:lnTo>
                    <a:pt x="68863" y="35556"/>
                  </a:lnTo>
                  <a:lnTo>
                    <a:pt x="69641" y="36635"/>
                  </a:lnTo>
                  <a:lnTo>
                    <a:pt x="70926" y="42580"/>
                  </a:lnTo>
                  <a:lnTo>
                    <a:pt x="60526" y="46445"/>
                  </a:lnTo>
                  <a:lnTo>
                    <a:pt x="64308" y="52419"/>
                  </a:lnTo>
                  <a:lnTo>
                    <a:pt x="61577" y="51922"/>
                  </a:lnTo>
                  <a:lnTo>
                    <a:pt x="58638" y="46534"/>
                  </a:lnTo>
                  <a:lnTo>
                    <a:pt x="56417" y="45536"/>
                  </a:lnTo>
                  <a:lnTo>
                    <a:pt x="53715" y="52616"/>
                  </a:lnTo>
                  <a:lnTo>
                    <a:pt x="49277" y="55772"/>
                  </a:lnTo>
                  <a:lnTo>
                    <a:pt x="50785" y="63826"/>
                  </a:lnTo>
                  <a:lnTo>
                    <a:pt x="49800" y="65475"/>
                  </a:lnTo>
                  <a:lnTo>
                    <a:pt x="49226" y="65190"/>
                  </a:lnTo>
                  <a:lnTo>
                    <a:pt x="46104" y="60936"/>
                  </a:lnTo>
                  <a:lnTo>
                    <a:pt x="45200" y="68011"/>
                  </a:lnTo>
                  <a:lnTo>
                    <a:pt x="44343" y="67680"/>
                  </a:lnTo>
                  <a:lnTo>
                    <a:pt x="40353" y="66143"/>
                  </a:lnTo>
                  <a:lnTo>
                    <a:pt x="35686" y="68694"/>
                  </a:lnTo>
                  <a:lnTo>
                    <a:pt x="12973" y="64105"/>
                  </a:lnTo>
                  <a:lnTo>
                    <a:pt x="12020" y="53646"/>
                  </a:lnTo>
                  <a:lnTo>
                    <a:pt x="10103" y="47999"/>
                  </a:lnTo>
                  <a:lnTo>
                    <a:pt x="8221" y="45279"/>
                  </a:lnTo>
                  <a:lnTo>
                    <a:pt x="5361" y="43357"/>
                  </a:lnTo>
                  <a:lnTo>
                    <a:pt x="317" y="41615"/>
                  </a:lnTo>
                  <a:lnTo>
                    <a:pt x="0" y="40338"/>
                  </a:lnTo>
                  <a:lnTo>
                    <a:pt x="4600" y="39258"/>
                  </a:lnTo>
                  <a:lnTo>
                    <a:pt x="5110" y="38287"/>
                  </a:lnTo>
                  <a:lnTo>
                    <a:pt x="4441" y="37307"/>
                  </a:lnTo>
                  <a:lnTo>
                    <a:pt x="6321" y="32921"/>
                  </a:lnTo>
                  <a:lnTo>
                    <a:pt x="7120" y="28210"/>
                  </a:lnTo>
                  <a:lnTo>
                    <a:pt x="12423" y="19561"/>
                  </a:lnTo>
                  <a:lnTo>
                    <a:pt x="12860" y="16620"/>
                  </a:lnTo>
                  <a:lnTo>
                    <a:pt x="14897" y="13152"/>
                  </a:lnTo>
                  <a:lnTo>
                    <a:pt x="19821" y="17092"/>
                  </a:lnTo>
                  <a:lnTo>
                    <a:pt x="21621" y="17400"/>
                  </a:lnTo>
                  <a:lnTo>
                    <a:pt x="23169" y="16429"/>
                  </a:lnTo>
                  <a:lnTo>
                    <a:pt x="22166" y="15197"/>
                  </a:lnTo>
                  <a:lnTo>
                    <a:pt x="23366" y="9207"/>
                  </a:lnTo>
                  <a:lnTo>
                    <a:pt x="29057" y="5939"/>
                  </a:lnTo>
                  <a:lnTo>
                    <a:pt x="32787" y="9990"/>
                  </a:lnTo>
                  <a:lnTo>
                    <a:pt x="35097" y="10501"/>
                  </a:lnTo>
                  <a:lnTo>
                    <a:pt x="35265" y="7076"/>
                  </a:lnTo>
                  <a:lnTo>
                    <a:pt x="31926" y="2199"/>
                  </a:lnTo>
                  <a:lnTo>
                    <a:pt x="32769" y="2007"/>
                  </a:lnTo>
                  <a:lnTo>
                    <a:pt x="34866" y="3356"/>
                  </a:lnTo>
                  <a:lnTo>
                    <a:pt x="37444" y="3168"/>
                  </a:lnTo>
                  <a:lnTo>
                    <a:pt x="4096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h3662"/>
            <p:cNvSpPr/>
            <p:nvPr/>
          </p:nvSpPr>
          <p:spPr>
            <a:xfrm>
              <a:off x="6338264" y="1728406"/>
              <a:ext cx="179630" cy="147762"/>
            </a:xfrm>
            <a:custGeom>
              <a:avLst/>
              <a:pathLst>
                <a:path w="179630" h="147762">
                  <a:moveTo>
                    <a:pt x="38189" y="736"/>
                  </a:moveTo>
                  <a:lnTo>
                    <a:pt x="43166" y="2423"/>
                  </a:lnTo>
                  <a:lnTo>
                    <a:pt x="42506" y="5389"/>
                  </a:lnTo>
                  <a:lnTo>
                    <a:pt x="43922" y="7869"/>
                  </a:lnTo>
                  <a:lnTo>
                    <a:pt x="46366" y="3548"/>
                  </a:lnTo>
                  <a:lnTo>
                    <a:pt x="64646" y="3994"/>
                  </a:lnTo>
                  <a:lnTo>
                    <a:pt x="64213" y="11255"/>
                  </a:lnTo>
                  <a:lnTo>
                    <a:pt x="69789" y="11424"/>
                  </a:lnTo>
                  <a:lnTo>
                    <a:pt x="69427" y="22850"/>
                  </a:lnTo>
                  <a:lnTo>
                    <a:pt x="91432" y="23677"/>
                  </a:lnTo>
                  <a:lnTo>
                    <a:pt x="90572" y="25226"/>
                  </a:lnTo>
                  <a:lnTo>
                    <a:pt x="88619" y="25438"/>
                  </a:lnTo>
                  <a:lnTo>
                    <a:pt x="86984" y="28693"/>
                  </a:lnTo>
                  <a:lnTo>
                    <a:pt x="87147" y="32714"/>
                  </a:lnTo>
                  <a:lnTo>
                    <a:pt x="89818" y="35878"/>
                  </a:lnTo>
                  <a:lnTo>
                    <a:pt x="94025" y="34383"/>
                  </a:lnTo>
                  <a:lnTo>
                    <a:pt x="100044" y="34794"/>
                  </a:lnTo>
                  <a:lnTo>
                    <a:pt x="101842" y="37379"/>
                  </a:lnTo>
                  <a:lnTo>
                    <a:pt x="101474" y="38677"/>
                  </a:lnTo>
                  <a:lnTo>
                    <a:pt x="104297" y="42591"/>
                  </a:lnTo>
                  <a:lnTo>
                    <a:pt x="107717" y="45368"/>
                  </a:lnTo>
                  <a:lnTo>
                    <a:pt x="118369" y="58956"/>
                  </a:lnTo>
                  <a:lnTo>
                    <a:pt x="123412" y="62971"/>
                  </a:lnTo>
                  <a:lnTo>
                    <a:pt x="125362" y="63709"/>
                  </a:lnTo>
                  <a:lnTo>
                    <a:pt x="131755" y="63773"/>
                  </a:lnTo>
                  <a:lnTo>
                    <a:pt x="133744" y="62830"/>
                  </a:lnTo>
                  <a:lnTo>
                    <a:pt x="136389" y="66760"/>
                  </a:lnTo>
                  <a:lnTo>
                    <a:pt x="134074" y="74187"/>
                  </a:lnTo>
                  <a:lnTo>
                    <a:pt x="129130" y="78082"/>
                  </a:lnTo>
                  <a:lnTo>
                    <a:pt x="125904" y="84184"/>
                  </a:lnTo>
                  <a:lnTo>
                    <a:pt x="133875" y="93759"/>
                  </a:lnTo>
                  <a:lnTo>
                    <a:pt x="133953" y="92025"/>
                  </a:lnTo>
                  <a:lnTo>
                    <a:pt x="136702" y="91450"/>
                  </a:lnTo>
                  <a:lnTo>
                    <a:pt x="146247" y="93246"/>
                  </a:lnTo>
                  <a:lnTo>
                    <a:pt x="150786" y="90281"/>
                  </a:lnTo>
                  <a:lnTo>
                    <a:pt x="152945" y="94692"/>
                  </a:lnTo>
                  <a:lnTo>
                    <a:pt x="159576" y="92077"/>
                  </a:lnTo>
                  <a:lnTo>
                    <a:pt x="161979" y="96418"/>
                  </a:lnTo>
                  <a:lnTo>
                    <a:pt x="179630" y="121201"/>
                  </a:lnTo>
                  <a:lnTo>
                    <a:pt x="176919" y="122163"/>
                  </a:lnTo>
                  <a:lnTo>
                    <a:pt x="170697" y="123601"/>
                  </a:lnTo>
                  <a:lnTo>
                    <a:pt x="166430" y="121606"/>
                  </a:lnTo>
                  <a:lnTo>
                    <a:pt x="165541" y="118476"/>
                  </a:lnTo>
                  <a:lnTo>
                    <a:pt x="158740" y="118571"/>
                  </a:lnTo>
                  <a:lnTo>
                    <a:pt x="155475" y="119685"/>
                  </a:lnTo>
                  <a:lnTo>
                    <a:pt x="155540" y="115205"/>
                  </a:lnTo>
                  <a:lnTo>
                    <a:pt x="136112" y="120067"/>
                  </a:lnTo>
                  <a:lnTo>
                    <a:pt x="129743" y="113625"/>
                  </a:lnTo>
                  <a:lnTo>
                    <a:pt x="123855" y="123613"/>
                  </a:lnTo>
                  <a:lnTo>
                    <a:pt x="121511" y="117269"/>
                  </a:lnTo>
                  <a:lnTo>
                    <a:pt x="114721" y="121224"/>
                  </a:lnTo>
                  <a:lnTo>
                    <a:pt x="113339" y="118460"/>
                  </a:lnTo>
                  <a:lnTo>
                    <a:pt x="108767" y="115936"/>
                  </a:lnTo>
                  <a:lnTo>
                    <a:pt x="106663" y="117433"/>
                  </a:lnTo>
                  <a:lnTo>
                    <a:pt x="106086" y="119589"/>
                  </a:lnTo>
                  <a:lnTo>
                    <a:pt x="104354" y="121613"/>
                  </a:lnTo>
                  <a:lnTo>
                    <a:pt x="100127" y="124458"/>
                  </a:lnTo>
                  <a:lnTo>
                    <a:pt x="98208" y="127820"/>
                  </a:lnTo>
                  <a:lnTo>
                    <a:pt x="91392" y="129834"/>
                  </a:lnTo>
                  <a:lnTo>
                    <a:pt x="91921" y="134910"/>
                  </a:lnTo>
                  <a:lnTo>
                    <a:pt x="82540" y="140000"/>
                  </a:lnTo>
                  <a:lnTo>
                    <a:pt x="78542" y="147600"/>
                  </a:lnTo>
                  <a:lnTo>
                    <a:pt x="77525" y="147762"/>
                  </a:lnTo>
                  <a:lnTo>
                    <a:pt x="71205" y="144162"/>
                  </a:lnTo>
                  <a:lnTo>
                    <a:pt x="66966" y="145221"/>
                  </a:lnTo>
                  <a:lnTo>
                    <a:pt x="63465" y="143511"/>
                  </a:lnTo>
                  <a:lnTo>
                    <a:pt x="61097" y="143432"/>
                  </a:lnTo>
                  <a:lnTo>
                    <a:pt x="59876" y="144625"/>
                  </a:lnTo>
                  <a:lnTo>
                    <a:pt x="59226" y="147422"/>
                  </a:lnTo>
                  <a:lnTo>
                    <a:pt x="57663" y="142631"/>
                  </a:lnTo>
                  <a:lnTo>
                    <a:pt x="56839" y="131494"/>
                  </a:lnTo>
                  <a:lnTo>
                    <a:pt x="45001" y="130531"/>
                  </a:lnTo>
                  <a:lnTo>
                    <a:pt x="38972" y="131491"/>
                  </a:lnTo>
                  <a:lnTo>
                    <a:pt x="35262" y="127889"/>
                  </a:lnTo>
                  <a:lnTo>
                    <a:pt x="35920" y="124326"/>
                  </a:lnTo>
                  <a:lnTo>
                    <a:pt x="28604" y="123632"/>
                  </a:lnTo>
                  <a:lnTo>
                    <a:pt x="14330" y="114484"/>
                  </a:lnTo>
                  <a:lnTo>
                    <a:pt x="14857" y="111942"/>
                  </a:lnTo>
                  <a:lnTo>
                    <a:pt x="10289" y="98138"/>
                  </a:lnTo>
                  <a:lnTo>
                    <a:pt x="5795" y="96599"/>
                  </a:lnTo>
                  <a:lnTo>
                    <a:pt x="1350" y="85541"/>
                  </a:lnTo>
                  <a:lnTo>
                    <a:pt x="1443" y="83889"/>
                  </a:lnTo>
                  <a:lnTo>
                    <a:pt x="5471" y="85211"/>
                  </a:lnTo>
                  <a:lnTo>
                    <a:pt x="4026" y="80348"/>
                  </a:lnTo>
                  <a:lnTo>
                    <a:pt x="1906" y="80293"/>
                  </a:lnTo>
                  <a:lnTo>
                    <a:pt x="721" y="78488"/>
                  </a:lnTo>
                  <a:lnTo>
                    <a:pt x="0" y="72590"/>
                  </a:lnTo>
                  <a:lnTo>
                    <a:pt x="50" y="70125"/>
                  </a:lnTo>
                  <a:lnTo>
                    <a:pt x="11529" y="70489"/>
                  </a:lnTo>
                  <a:lnTo>
                    <a:pt x="11650" y="67699"/>
                  </a:lnTo>
                  <a:lnTo>
                    <a:pt x="12383" y="67027"/>
                  </a:lnTo>
                  <a:lnTo>
                    <a:pt x="14463" y="67290"/>
                  </a:lnTo>
                  <a:lnTo>
                    <a:pt x="17952" y="69133"/>
                  </a:lnTo>
                  <a:lnTo>
                    <a:pt x="21632" y="68068"/>
                  </a:lnTo>
                  <a:lnTo>
                    <a:pt x="20863" y="64244"/>
                  </a:lnTo>
                  <a:lnTo>
                    <a:pt x="22020" y="51582"/>
                  </a:lnTo>
                  <a:lnTo>
                    <a:pt x="21181" y="46281"/>
                  </a:lnTo>
                  <a:lnTo>
                    <a:pt x="18968" y="39506"/>
                  </a:lnTo>
                  <a:lnTo>
                    <a:pt x="19761" y="33825"/>
                  </a:lnTo>
                  <a:lnTo>
                    <a:pt x="28104" y="34092"/>
                  </a:lnTo>
                  <a:lnTo>
                    <a:pt x="28644" y="14628"/>
                  </a:lnTo>
                  <a:lnTo>
                    <a:pt x="3599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h3663"/>
            <p:cNvSpPr/>
            <p:nvPr/>
          </p:nvSpPr>
          <p:spPr>
            <a:xfrm>
              <a:off x="7161242" y="3090098"/>
              <a:ext cx="26562" cy="29046"/>
            </a:xfrm>
            <a:custGeom>
              <a:avLst/>
              <a:pathLst>
                <a:path w="26562" h="29046">
                  <a:moveTo>
                    <a:pt x="13487" y="829"/>
                  </a:moveTo>
                  <a:lnTo>
                    <a:pt x="20251" y="1703"/>
                  </a:lnTo>
                  <a:lnTo>
                    <a:pt x="26562" y="1313"/>
                  </a:lnTo>
                  <a:lnTo>
                    <a:pt x="21378" y="5721"/>
                  </a:lnTo>
                  <a:lnTo>
                    <a:pt x="20220" y="11159"/>
                  </a:lnTo>
                  <a:lnTo>
                    <a:pt x="20107" y="11863"/>
                  </a:lnTo>
                  <a:lnTo>
                    <a:pt x="22124" y="12468"/>
                  </a:lnTo>
                  <a:lnTo>
                    <a:pt x="23280" y="14115"/>
                  </a:lnTo>
                  <a:lnTo>
                    <a:pt x="23297" y="20740"/>
                  </a:lnTo>
                  <a:lnTo>
                    <a:pt x="22030" y="20808"/>
                  </a:lnTo>
                  <a:lnTo>
                    <a:pt x="20548" y="22163"/>
                  </a:lnTo>
                  <a:lnTo>
                    <a:pt x="19266" y="25422"/>
                  </a:lnTo>
                  <a:lnTo>
                    <a:pt x="22684" y="29046"/>
                  </a:lnTo>
                  <a:lnTo>
                    <a:pt x="11400" y="28390"/>
                  </a:lnTo>
                  <a:lnTo>
                    <a:pt x="4833" y="23836"/>
                  </a:lnTo>
                  <a:lnTo>
                    <a:pt x="1133" y="13484"/>
                  </a:lnTo>
                  <a:lnTo>
                    <a:pt x="293" y="12465"/>
                  </a:lnTo>
                  <a:lnTo>
                    <a:pt x="0" y="11364"/>
                  </a:lnTo>
                  <a:lnTo>
                    <a:pt x="4169" y="13164"/>
                  </a:lnTo>
                  <a:lnTo>
                    <a:pt x="7725" y="10244"/>
                  </a:lnTo>
                  <a:lnTo>
                    <a:pt x="8783" y="7871"/>
                  </a:lnTo>
                  <a:lnTo>
                    <a:pt x="8922" y="2677"/>
                  </a:lnTo>
                  <a:lnTo>
                    <a:pt x="1170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h3664"/>
            <p:cNvSpPr/>
            <p:nvPr/>
          </p:nvSpPr>
          <p:spPr>
            <a:xfrm>
              <a:off x="7180508" y="3101255"/>
              <a:ext cx="25838" cy="23096"/>
            </a:xfrm>
            <a:custGeom>
              <a:avLst/>
              <a:pathLst>
                <a:path w="25838" h="23096">
                  <a:moveTo>
                    <a:pt x="24039" y="1553"/>
                  </a:moveTo>
                  <a:lnTo>
                    <a:pt x="25838" y="6308"/>
                  </a:lnTo>
                  <a:lnTo>
                    <a:pt x="24312" y="7604"/>
                  </a:lnTo>
                  <a:lnTo>
                    <a:pt x="24483" y="10301"/>
                  </a:lnTo>
                  <a:lnTo>
                    <a:pt x="25659" y="13097"/>
                  </a:lnTo>
                  <a:lnTo>
                    <a:pt x="25515" y="15478"/>
                  </a:lnTo>
                  <a:lnTo>
                    <a:pt x="24736" y="17913"/>
                  </a:lnTo>
                  <a:lnTo>
                    <a:pt x="23111" y="19444"/>
                  </a:lnTo>
                  <a:lnTo>
                    <a:pt x="22525" y="18891"/>
                  </a:lnTo>
                  <a:lnTo>
                    <a:pt x="16842" y="18142"/>
                  </a:lnTo>
                  <a:lnTo>
                    <a:pt x="15094" y="19441"/>
                  </a:lnTo>
                  <a:lnTo>
                    <a:pt x="13097" y="23096"/>
                  </a:lnTo>
                  <a:lnTo>
                    <a:pt x="3556" y="17897"/>
                  </a:lnTo>
                  <a:lnTo>
                    <a:pt x="3418" y="17889"/>
                  </a:lnTo>
                  <a:lnTo>
                    <a:pt x="0" y="14266"/>
                  </a:lnTo>
                  <a:lnTo>
                    <a:pt x="1282" y="11007"/>
                  </a:lnTo>
                  <a:lnTo>
                    <a:pt x="2764" y="9652"/>
                  </a:lnTo>
                  <a:lnTo>
                    <a:pt x="4030" y="9583"/>
                  </a:lnTo>
                  <a:lnTo>
                    <a:pt x="7753" y="2208"/>
                  </a:lnTo>
                  <a:lnTo>
                    <a:pt x="16316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h3665"/>
            <p:cNvSpPr/>
            <p:nvPr/>
          </p:nvSpPr>
          <p:spPr>
            <a:xfrm>
              <a:off x="7177139" y="3069862"/>
              <a:ext cx="7589" cy="8631"/>
            </a:xfrm>
            <a:custGeom>
              <a:avLst/>
              <a:pathLst>
                <a:path w="7589" h="8631">
                  <a:moveTo>
                    <a:pt x="7589" y="640"/>
                  </a:moveTo>
                  <a:lnTo>
                    <a:pt x="7305" y="7924"/>
                  </a:lnTo>
                  <a:lnTo>
                    <a:pt x="5953" y="8151"/>
                  </a:lnTo>
                  <a:lnTo>
                    <a:pt x="1747" y="8631"/>
                  </a:lnTo>
                  <a:lnTo>
                    <a:pt x="0" y="7610"/>
                  </a:lnTo>
                  <a:lnTo>
                    <a:pt x="2437" y="1182"/>
                  </a:lnTo>
                  <a:lnTo>
                    <a:pt x="497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h3666"/>
            <p:cNvSpPr/>
            <p:nvPr/>
          </p:nvSpPr>
          <p:spPr>
            <a:xfrm>
              <a:off x="7182808" y="3078090"/>
              <a:ext cx="22428" cy="15217"/>
            </a:xfrm>
            <a:custGeom>
              <a:avLst/>
              <a:pathLst>
                <a:path w="22428" h="15217">
                  <a:moveTo>
                    <a:pt x="10057" y="0"/>
                  </a:moveTo>
                  <a:lnTo>
                    <a:pt x="18394" y="4180"/>
                  </a:lnTo>
                  <a:lnTo>
                    <a:pt x="20667" y="8139"/>
                  </a:lnTo>
                  <a:lnTo>
                    <a:pt x="22428" y="9632"/>
                  </a:lnTo>
                  <a:lnTo>
                    <a:pt x="17327" y="9508"/>
                  </a:lnTo>
                  <a:lnTo>
                    <a:pt x="10838" y="11648"/>
                  </a:lnTo>
                  <a:lnTo>
                    <a:pt x="9018" y="15217"/>
                  </a:lnTo>
                  <a:lnTo>
                    <a:pt x="5172" y="10637"/>
                  </a:lnTo>
                  <a:lnTo>
                    <a:pt x="3407" y="8713"/>
                  </a:lnTo>
                  <a:lnTo>
                    <a:pt x="2221" y="5810"/>
                  </a:lnTo>
                  <a:lnTo>
                    <a:pt x="0" y="5953"/>
                  </a:lnTo>
                  <a:lnTo>
                    <a:pt x="488" y="3282"/>
                  </a:lnTo>
                  <a:lnTo>
                    <a:pt x="6266" y="1434"/>
                  </a:lnTo>
                  <a:lnTo>
                    <a:pt x="9767" y="23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h3667"/>
            <p:cNvSpPr/>
            <p:nvPr/>
          </p:nvSpPr>
          <p:spPr>
            <a:xfrm>
              <a:off x="7160394" y="3086716"/>
              <a:ext cx="14034" cy="16547"/>
            </a:xfrm>
            <a:custGeom>
              <a:avLst/>
              <a:pathLst>
                <a:path w="14034" h="16547">
                  <a:moveTo>
                    <a:pt x="14034" y="0"/>
                  </a:moveTo>
                  <a:lnTo>
                    <a:pt x="12553" y="3382"/>
                  </a:lnTo>
                  <a:lnTo>
                    <a:pt x="9770" y="6060"/>
                  </a:lnTo>
                  <a:lnTo>
                    <a:pt x="9631" y="11253"/>
                  </a:lnTo>
                  <a:lnTo>
                    <a:pt x="8573" y="13626"/>
                  </a:lnTo>
                  <a:lnTo>
                    <a:pt x="5017" y="16547"/>
                  </a:lnTo>
                  <a:lnTo>
                    <a:pt x="848" y="14746"/>
                  </a:lnTo>
                  <a:lnTo>
                    <a:pt x="0" y="14072"/>
                  </a:lnTo>
                  <a:lnTo>
                    <a:pt x="999" y="10902"/>
                  </a:lnTo>
                  <a:lnTo>
                    <a:pt x="3307" y="9920"/>
                  </a:lnTo>
                  <a:lnTo>
                    <a:pt x="5968" y="7062"/>
                  </a:lnTo>
                  <a:lnTo>
                    <a:pt x="6297" y="3482"/>
                  </a:lnTo>
                  <a:lnTo>
                    <a:pt x="8125" y="15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h3668"/>
            <p:cNvSpPr/>
            <p:nvPr/>
          </p:nvSpPr>
          <p:spPr>
            <a:xfrm>
              <a:off x="7160137" y="3078028"/>
              <a:ext cx="18695" cy="22770"/>
            </a:xfrm>
            <a:custGeom>
              <a:avLst/>
              <a:pathLst>
                <a:path w="18695" h="22770">
                  <a:moveTo>
                    <a:pt x="16442" y="1062"/>
                  </a:moveTo>
                  <a:lnTo>
                    <a:pt x="18695" y="5746"/>
                  </a:lnTo>
                  <a:lnTo>
                    <a:pt x="16321" y="8771"/>
                  </a:lnTo>
                  <a:lnTo>
                    <a:pt x="14593" y="12899"/>
                  </a:lnTo>
                  <a:lnTo>
                    <a:pt x="12810" y="12070"/>
                  </a:lnTo>
                  <a:lnTo>
                    <a:pt x="14291" y="8688"/>
                  </a:lnTo>
                  <a:lnTo>
                    <a:pt x="8383" y="10279"/>
                  </a:lnTo>
                  <a:lnTo>
                    <a:pt x="6554" y="12170"/>
                  </a:lnTo>
                  <a:lnTo>
                    <a:pt x="6226" y="15751"/>
                  </a:lnTo>
                  <a:lnTo>
                    <a:pt x="3564" y="18609"/>
                  </a:lnTo>
                  <a:lnTo>
                    <a:pt x="1257" y="19590"/>
                  </a:lnTo>
                  <a:lnTo>
                    <a:pt x="257" y="22761"/>
                  </a:lnTo>
                  <a:lnTo>
                    <a:pt x="0" y="22770"/>
                  </a:lnTo>
                  <a:lnTo>
                    <a:pt x="975" y="13737"/>
                  </a:lnTo>
                  <a:lnTo>
                    <a:pt x="4320" y="9502"/>
                  </a:lnTo>
                  <a:lnTo>
                    <a:pt x="7843" y="7446"/>
                  </a:lnTo>
                  <a:lnTo>
                    <a:pt x="7490" y="3827"/>
                  </a:lnTo>
                  <a:lnTo>
                    <a:pt x="9170" y="2467"/>
                  </a:lnTo>
                  <a:lnTo>
                    <a:pt x="15357" y="98"/>
                  </a:lnTo>
                  <a:lnTo>
                    <a:pt x="1602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h3669"/>
            <p:cNvSpPr/>
            <p:nvPr/>
          </p:nvSpPr>
          <p:spPr>
            <a:xfrm>
              <a:off x="7174730" y="3083774"/>
              <a:ext cx="13251" cy="8028"/>
            </a:xfrm>
            <a:custGeom>
              <a:avLst/>
              <a:pathLst>
                <a:path w="13251" h="8028">
                  <a:moveTo>
                    <a:pt x="8078" y="269"/>
                  </a:moveTo>
                  <a:lnTo>
                    <a:pt x="10299" y="126"/>
                  </a:lnTo>
                  <a:lnTo>
                    <a:pt x="11485" y="3029"/>
                  </a:lnTo>
                  <a:lnTo>
                    <a:pt x="13251" y="4953"/>
                  </a:lnTo>
                  <a:lnTo>
                    <a:pt x="13074" y="7637"/>
                  </a:lnTo>
                  <a:lnTo>
                    <a:pt x="6763" y="8028"/>
                  </a:lnTo>
                  <a:lnTo>
                    <a:pt x="0" y="7153"/>
                  </a:lnTo>
                  <a:lnTo>
                    <a:pt x="1728" y="3025"/>
                  </a:lnTo>
                  <a:lnTo>
                    <a:pt x="410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h3670"/>
            <p:cNvSpPr/>
            <p:nvPr/>
          </p:nvSpPr>
          <p:spPr>
            <a:xfrm>
              <a:off x="7168248" y="3069211"/>
              <a:ext cx="11328" cy="11284"/>
            </a:xfrm>
            <a:custGeom>
              <a:avLst/>
              <a:pathLst>
                <a:path w="11328" h="11284">
                  <a:moveTo>
                    <a:pt x="7965" y="59"/>
                  </a:moveTo>
                  <a:lnTo>
                    <a:pt x="8234" y="1324"/>
                  </a:lnTo>
                  <a:lnTo>
                    <a:pt x="11328" y="1833"/>
                  </a:lnTo>
                  <a:lnTo>
                    <a:pt x="8891" y="8261"/>
                  </a:lnTo>
                  <a:lnTo>
                    <a:pt x="10638" y="9282"/>
                  </a:lnTo>
                  <a:lnTo>
                    <a:pt x="8331" y="9878"/>
                  </a:lnTo>
                  <a:lnTo>
                    <a:pt x="7918" y="8816"/>
                  </a:lnTo>
                  <a:lnTo>
                    <a:pt x="7246" y="8915"/>
                  </a:lnTo>
                  <a:lnTo>
                    <a:pt x="1059" y="11284"/>
                  </a:lnTo>
                  <a:lnTo>
                    <a:pt x="0" y="8992"/>
                  </a:lnTo>
                  <a:lnTo>
                    <a:pt x="1993" y="7821"/>
                  </a:lnTo>
                  <a:lnTo>
                    <a:pt x="4115" y="5835"/>
                  </a:lnTo>
                  <a:lnTo>
                    <a:pt x="592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h3671"/>
            <p:cNvSpPr/>
            <p:nvPr/>
          </p:nvSpPr>
          <p:spPr>
            <a:xfrm>
              <a:off x="7155971" y="3078203"/>
              <a:ext cx="13336" cy="22595"/>
            </a:xfrm>
            <a:custGeom>
              <a:avLst/>
              <a:pathLst>
                <a:path w="13336" h="22595">
                  <a:moveTo>
                    <a:pt x="12277" y="0"/>
                  </a:moveTo>
                  <a:lnTo>
                    <a:pt x="13336" y="2291"/>
                  </a:lnTo>
                  <a:lnTo>
                    <a:pt x="11656" y="3651"/>
                  </a:lnTo>
                  <a:lnTo>
                    <a:pt x="12009" y="7270"/>
                  </a:lnTo>
                  <a:lnTo>
                    <a:pt x="8486" y="9327"/>
                  </a:lnTo>
                  <a:lnTo>
                    <a:pt x="5141" y="13561"/>
                  </a:lnTo>
                  <a:lnTo>
                    <a:pt x="4166" y="22595"/>
                  </a:lnTo>
                  <a:lnTo>
                    <a:pt x="1899" y="21519"/>
                  </a:lnTo>
                  <a:lnTo>
                    <a:pt x="811" y="14226"/>
                  </a:lnTo>
                  <a:lnTo>
                    <a:pt x="0" y="13388"/>
                  </a:lnTo>
                  <a:lnTo>
                    <a:pt x="3398" y="782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h3672"/>
            <p:cNvSpPr/>
            <p:nvPr/>
          </p:nvSpPr>
          <p:spPr>
            <a:xfrm>
              <a:off x="7183092" y="3075273"/>
              <a:ext cx="10007" cy="6099"/>
            </a:xfrm>
            <a:custGeom>
              <a:avLst/>
              <a:pathLst>
                <a:path w="10007" h="6099">
                  <a:moveTo>
                    <a:pt x="10007" y="0"/>
                  </a:moveTo>
                  <a:lnTo>
                    <a:pt x="9772" y="2816"/>
                  </a:lnTo>
                  <a:lnTo>
                    <a:pt x="9483" y="5202"/>
                  </a:lnTo>
                  <a:lnTo>
                    <a:pt x="5982" y="4250"/>
                  </a:lnTo>
                  <a:lnTo>
                    <a:pt x="204" y="6099"/>
                  </a:lnTo>
                  <a:lnTo>
                    <a:pt x="0" y="2739"/>
                  </a:lnTo>
                  <a:lnTo>
                    <a:pt x="1351" y="2513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h3673"/>
            <p:cNvSpPr/>
            <p:nvPr/>
          </p:nvSpPr>
          <p:spPr>
            <a:xfrm>
              <a:off x="7191827" y="3087598"/>
              <a:ext cx="15518" cy="15209"/>
            </a:xfrm>
            <a:custGeom>
              <a:avLst/>
              <a:pathLst>
                <a:path w="15518" h="15209">
                  <a:moveTo>
                    <a:pt x="13409" y="123"/>
                  </a:moveTo>
                  <a:lnTo>
                    <a:pt x="11605" y="9646"/>
                  </a:lnTo>
                  <a:lnTo>
                    <a:pt x="12653" y="12369"/>
                  </a:lnTo>
                  <a:lnTo>
                    <a:pt x="15518" y="13261"/>
                  </a:lnTo>
                  <a:lnTo>
                    <a:pt x="12721" y="15209"/>
                  </a:lnTo>
                  <a:lnTo>
                    <a:pt x="4997" y="13656"/>
                  </a:lnTo>
                  <a:lnTo>
                    <a:pt x="7806" y="9925"/>
                  </a:lnTo>
                  <a:lnTo>
                    <a:pt x="0" y="5708"/>
                  </a:lnTo>
                  <a:lnTo>
                    <a:pt x="1819" y="2139"/>
                  </a:lnTo>
                  <a:lnTo>
                    <a:pt x="830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h3674"/>
            <p:cNvSpPr/>
            <p:nvPr/>
          </p:nvSpPr>
          <p:spPr>
            <a:xfrm>
              <a:off x="7181350" y="3088727"/>
              <a:ext cx="18284" cy="22111"/>
            </a:xfrm>
            <a:custGeom>
              <a:avLst/>
              <a:pathLst>
                <a:path w="18284" h="22111">
                  <a:moveTo>
                    <a:pt x="10477" y="4580"/>
                  </a:moveTo>
                  <a:lnTo>
                    <a:pt x="18284" y="8797"/>
                  </a:lnTo>
                  <a:lnTo>
                    <a:pt x="15475" y="12527"/>
                  </a:lnTo>
                  <a:lnTo>
                    <a:pt x="6912" y="14736"/>
                  </a:lnTo>
                  <a:lnTo>
                    <a:pt x="3189" y="22111"/>
                  </a:lnTo>
                  <a:lnTo>
                    <a:pt x="3173" y="15486"/>
                  </a:lnTo>
                  <a:lnTo>
                    <a:pt x="2017" y="13839"/>
                  </a:lnTo>
                  <a:lnTo>
                    <a:pt x="0" y="13234"/>
                  </a:lnTo>
                  <a:lnTo>
                    <a:pt x="112" y="12531"/>
                  </a:lnTo>
                  <a:lnTo>
                    <a:pt x="1270" y="7092"/>
                  </a:lnTo>
                  <a:lnTo>
                    <a:pt x="6454" y="2684"/>
                  </a:lnTo>
                  <a:lnTo>
                    <a:pt x="663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h3675"/>
            <p:cNvSpPr/>
            <p:nvPr/>
          </p:nvSpPr>
          <p:spPr>
            <a:xfrm>
              <a:off x="7179508" y="3053061"/>
              <a:ext cx="14127" cy="19256"/>
            </a:xfrm>
            <a:custGeom>
              <a:avLst/>
              <a:pathLst>
                <a:path w="14127" h="19256">
                  <a:moveTo>
                    <a:pt x="5416" y="269"/>
                  </a:moveTo>
                  <a:lnTo>
                    <a:pt x="6088" y="2530"/>
                  </a:lnTo>
                  <a:lnTo>
                    <a:pt x="4332" y="8960"/>
                  </a:lnTo>
                  <a:lnTo>
                    <a:pt x="9052" y="10841"/>
                  </a:lnTo>
                  <a:lnTo>
                    <a:pt x="12380" y="12177"/>
                  </a:lnTo>
                  <a:lnTo>
                    <a:pt x="14127" y="18520"/>
                  </a:lnTo>
                  <a:lnTo>
                    <a:pt x="12721" y="19256"/>
                  </a:lnTo>
                  <a:lnTo>
                    <a:pt x="7843" y="18679"/>
                  </a:lnTo>
                  <a:lnTo>
                    <a:pt x="5220" y="17441"/>
                  </a:lnTo>
                  <a:lnTo>
                    <a:pt x="2608" y="16800"/>
                  </a:lnTo>
                  <a:lnTo>
                    <a:pt x="760" y="11877"/>
                  </a:lnTo>
                  <a:lnTo>
                    <a:pt x="0" y="9909"/>
                  </a:lnTo>
                  <a:lnTo>
                    <a:pt x="1150" y="4111"/>
                  </a:lnTo>
                  <a:lnTo>
                    <a:pt x="2285" y="2726"/>
                  </a:lnTo>
                  <a:lnTo>
                    <a:pt x="468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h3676"/>
            <p:cNvSpPr/>
            <p:nvPr/>
          </p:nvSpPr>
          <p:spPr>
            <a:xfrm>
              <a:off x="7173234" y="3063443"/>
              <a:ext cx="8882" cy="7601"/>
            </a:xfrm>
            <a:custGeom>
              <a:avLst/>
              <a:pathLst>
                <a:path w="8882" h="7601">
                  <a:moveTo>
                    <a:pt x="7034" y="1495"/>
                  </a:moveTo>
                  <a:lnTo>
                    <a:pt x="8882" y="6418"/>
                  </a:lnTo>
                  <a:lnTo>
                    <a:pt x="6342" y="7601"/>
                  </a:lnTo>
                  <a:lnTo>
                    <a:pt x="3248" y="7092"/>
                  </a:lnTo>
                  <a:lnTo>
                    <a:pt x="2979" y="5826"/>
                  </a:lnTo>
                  <a:lnTo>
                    <a:pt x="939" y="5767"/>
                  </a:lnTo>
                  <a:lnTo>
                    <a:pt x="0" y="2368"/>
                  </a:lnTo>
                  <a:lnTo>
                    <a:pt x="1094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h3677"/>
            <p:cNvSpPr/>
            <p:nvPr/>
          </p:nvSpPr>
          <p:spPr>
            <a:xfrm>
              <a:off x="7184444" y="3070502"/>
              <a:ext cx="9192" cy="7283"/>
            </a:xfrm>
            <a:custGeom>
              <a:avLst/>
              <a:pathLst>
                <a:path w="9192" h="7283">
                  <a:moveTo>
                    <a:pt x="2908" y="1238"/>
                  </a:moveTo>
                  <a:lnTo>
                    <a:pt x="7785" y="1815"/>
                  </a:lnTo>
                  <a:lnTo>
                    <a:pt x="9192" y="1079"/>
                  </a:lnTo>
                  <a:lnTo>
                    <a:pt x="8655" y="4770"/>
                  </a:lnTo>
                  <a:lnTo>
                    <a:pt x="0" y="7283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h3678"/>
            <p:cNvSpPr/>
            <p:nvPr/>
          </p:nvSpPr>
          <p:spPr>
            <a:xfrm>
              <a:off x="7176579" y="3078013"/>
              <a:ext cx="6717" cy="6029"/>
            </a:xfrm>
            <a:custGeom>
              <a:avLst/>
              <a:pathLst>
                <a:path w="6717" h="6029">
                  <a:moveTo>
                    <a:pt x="6513" y="0"/>
                  </a:moveTo>
                  <a:lnTo>
                    <a:pt x="6717" y="3359"/>
                  </a:lnTo>
                  <a:lnTo>
                    <a:pt x="6229" y="6029"/>
                  </a:lnTo>
                  <a:lnTo>
                    <a:pt x="2253" y="5760"/>
                  </a:lnTo>
                  <a:lnTo>
                    <a:pt x="0" y="1076"/>
                  </a:lnTo>
                  <a:lnTo>
                    <a:pt x="2307" y="48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h3679"/>
            <p:cNvSpPr/>
            <p:nvPr/>
          </p:nvSpPr>
          <p:spPr>
            <a:xfrm>
              <a:off x="6636858" y="2311017"/>
              <a:ext cx="84459" cy="115068"/>
            </a:xfrm>
            <a:custGeom>
              <a:avLst/>
              <a:pathLst>
                <a:path w="84459" h="115068">
                  <a:moveTo>
                    <a:pt x="10278" y="0"/>
                  </a:moveTo>
                  <a:lnTo>
                    <a:pt x="19175" y="10180"/>
                  </a:lnTo>
                  <a:lnTo>
                    <a:pt x="22580" y="12753"/>
                  </a:lnTo>
                  <a:lnTo>
                    <a:pt x="27502" y="21996"/>
                  </a:lnTo>
                  <a:lnTo>
                    <a:pt x="35425" y="26281"/>
                  </a:lnTo>
                  <a:lnTo>
                    <a:pt x="38687" y="29474"/>
                  </a:lnTo>
                  <a:lnTo>
                    <a:pt x="37777" y="30232"/>
                  </a:lnTo>
                  <a:lnTo>
                    <a:pt x="37599" y="33768"/>
                  </a:lnTo>
                  <a:lnTo>
                    <a:pt x="40850" y="37056"/>
                  </a:lnTo>
                  <a:lnTo>
                    <a:pt x="40978" y="38834"/>
                  </a:lnTo>
                  <a:lnTo>
                    <a:pt x="39312" y="41153"/>
                  </a:lnTo>
                  <a:lnTo>
                    <a:pt x="59042" y="59910"/>
                  </a:lnTo>
                  <a:lnTo>
                    <a:pt x="69834" y="63748"/>
                  </a:lnTo>
                  <a:lnTo>
                    <a:pt x="71460" y="63474"/>
                  </a:lnTo>
                  <a:lnTo>
                    <a:pt x="73084" y="63063"/>
                  </a:lnTo>
                  <a:lnTo>
                    <a:pt x="79380" y="65767"/>
                  </a:lnTo>
                  <a:lnTo>
                    <a:pt x="82608" y="67521"/>
                  </a:lnTo>
                  <a:lnTo>
                    <a:pt x="83996" y="69476"/>
                  </a:lnTo>
                  <a:lnTo>
                    <a:pt x="84331" y="70418"/>
                  </a:lnTo>
                  <a:lnTo>
                    <a:pt x="78363" y="74458"/>
                  </a:lnTo>
                  <a:lnTo>
                    <a:pt x="71874" y="74202"/>
                  </a:lnTo>
                  <a:lnTo>
                    <a:pt x="63269" y="77955"/>
                  </a:lnTo>
                  <a:lnTo>
                    <a:pt x="67705" y="86960"/>
                  </a:lnTo>
                  <a:lnTo>
                    <a:pt x="76110" y="94570"/>
                  </a:lnTo>
                  <a:lnTo>
                    <a:pt x="75417" y="97516"/>
                  </a:lnTo>
                  <a:lnTo>
                    <a:pt x="77733" y="101213"/>
                  </a:lnTo>
                  <a:lnTo>
                    <a:pt x="81372" y="104784"/>
                  </a:lnTo>
                  <a:lnTo>
                    <a:pt x="84459" y="105986"/>
                  </a:lnTo>
                  <a:lnTo>
                    <a:pt x="82814" y="107484"/>
                  </a:lnTo>
                  <a:lnTo>
                    <a:pt x="81753" y="111714"/>
                  </a:lnTo>
                  <a:lnTo>
                    <a:pt x="73704" y="107836"/>
                  </a:lnTo>
                  <a:lnTo>
                    <a:pt x="71748" y="111025"/>
                  </a:lnTo>
                  <a:lnTo>
                    <a:pt x="64635" y="106620"/>
                  </a:lnTo>
                  <a:lnTo>
                    <a:pt x="60764" y="112339"/>
                  </a:lnTo>
                  <a:lnTo>
                    <a:pt x="57931" y="115068"/>
                  </a:lnTo>
                  <a:lnTo>
                    <a:pt x="53974" y="112018"/>
                  </a:lnTo>
                  <a:lnTo>
                    <a:pt x="50042" y="110625"/>
                  </a:lnTo>
                  <a:lnTo>
                    <a:pt x="47308" y="112146"/>
                  </a:lnTo>
                  <a:lnTo>
                    <a:pt x="48721" y="108650"/>
                  </a:lnTo>
                  <a:lnTo>
                    <a:pt x="44918" y="105153"/>
                  </a:lnTo>
                  <a:lnTo>
                    <a:pt x="45504" y="102027"/>
                  </a:lnTo>
                  <a:lnTo>
                    <a:pt x="47374" y="98895"/>
                  </a:lnTo>
                  <a:lnTo>
                    <a:pt x="43571" y="94812"/>
                  </a:lnTo>
                  <a:lnTo>
                    <a:pt x="32821" y="89376"/>
                  </a:lnTo>
                  <a:lnTo>
                    <a:pt x="26903" y="82519"/>
                  </a:lnTo>
                  <a:lnTo>
                    <a:pt x="24418" y="78139"/>
                  </a:lnTo>
                  <a:lnTo>
                    <a:pt x="32581" y="77383"/>
                  </a:lnTo>
                  <a:lnTo>
                    <a:pt x="23358" y="76916"/>
                  </a:lnTo>
                  <a:lnTo>
                    <a:pt x="21485" y="71906"/>
                  </a:lnTo>
                  <a:lnTo>
                    <a:pt x="18815" y="69795"/>
                  </a:lnTo>
                  <a:lnTo>
                    <a:pt x="21878" y="65149"/>
                  </a:lnTo>
                  <a:lnTo>
                    <a:pt x="24999" y="53356"/>
                  </a:lnTo>
                  <a:lnTo>
                    <a:pt x="27334" y="49211"/>
                  </a:lnTo>
                  <a:lnTo>
                    <a:pt x="26385" y="45955"/>
                  </a:lnTo>
                  <a:lnTo>
                    <a:pt x="26733" y="43050"/>
                  </a:lnTo>
                  <a:lnTo>
                    <a:pt x="33841" y="42197"/>
                  </a:lnTo>
                  <a:lnTo>
                    <a:pt x="34028" y="42778"/>
                  </a:lnTo>
                  <a:lnTo>
                    <a:pt x="35743" y="42732"/>
                  </a:lnTo>
                  <a:lnTo>
                    <a:pt x="36458" y="37968"/>
                  </a:lnTo>
                  <a:lnTo>
                    <a:pt x="34877" y="34238"/>
                  </a:lnTo>
                  <a:lnTo>
                    <a:pt x="18781" y="32249"/>
                  </a:lnTo>
                  <a:lnTo>
                    <a:pt x="23839" y="26295"/>
                  </a:lnTo>
                  <a:lnTo>
                    <a:pt x="17674" y="25404"/>
                  </a:lnTo>
                  <a:lnTo>
                    <a:pt x="16111" y="21755"/>
                  </a:lnTo>
                  <a:lnTo>
                    <a:pt x="6643" y="31771"/>
                  </a:lnTo>
                  <a:lnTo>
                    <a:pt x="0" y="27813"/>
                  </a:lnTo>
                  <a:lnTo>
                    <a:pt x="11471" y="13534"/>
                  </a:lnTo>
                  <a:lnTo>
                    <a:pt x="5922" y="11033"/>
                  </a:lnTo>
                  <a:lnTo>
                    <a:pt x="7260" y="7127"/>
                  </a:lnTo>
                  <a:lnTo>
                    <a:pt x="9914" y="471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h3680"/>
            <p:cNvSpPr/>
            <p:nvPr/>
          </p:nvSpPr>
          <p:spPr>
            <a:xfrm>
              <a:off x="6555022" y="2387774"/>
              <a:ext cx="43961" cy="74417"/>
            </a:xfrm>
            <a:custGeom>
              <a:avLst/>
              <a:pathLst>
                <a:path w="43961" h="74417">
                  <a:moveTo>
                    <a:pt x="19732" y="4122"/>
                  </a:moveTo>
                  <a:lnTo>
                    <a:pt x="24292" y="7237"/>
                  </a:lnTo>
                  <a:lnTo>
                    <a:pt x="26446" y="451"/>
                  </a:lnTo>
                  <a:lnTo>
                    <a:pt x="29000" y="4506"/>
                  </a:lnTo>
                  <a:lnTo>
                    <a:pt x="27651" y="9499"/>
                  </a:lnTo>
                  <a:lnTo>
                    <a:pt x="30563" y="22566"/>
                  </a:lnTo>
                  <a:lnTo>
                    <a:pt x="32345" y="26318"/>
                  </a:lnTo>
                  <a:lnTo>
                    <a:pt x="35415" y="24509"/>
                  </a:lnTo>
                  <a:lnTo>
                    <a:pt x="38643" y="23070"/>
                  </a:lnTo>
                  <a:lnTo>
                    <a:pt x="42053" y="29238"/>
                  </a:lnTo>
                  <a:lnTo>
                    <a:pt x="41584" y="36529"/>
                  </a:lnTo>
                  <a:lnTo>
                    <a:pt x="42423" y="39910"/>
                  </a:lnTo>
                  <a:lnTo>
                    <a:pt x="38077" y="38977"/>
                  </a:lnTo>
                  <a:lnTo>
                    <a:pt x="31121" y="34947"/>
                  </a:lnTo>
                  <a:lnTo>
                    <a:pt x="29025" y="35771"/>
                  </a:lnTo>
                  <a:lnTo>
                    <a:pt x="34479" y="39386"/>
                  </a:lnTo>
                  <a:lnTo>
                    <a:pt x="40466" y="44749"/>
                  </a:lnTo>
                  <a:lnTo>
                    <a:pt x="43392" y="44290"/>
                  </a:lnTo>
                  <a:lnTo>
                    <a:pt x="43961" y="49338"/>
                  </a:lnTo>
                  <a:lnTo>
                    <a:pt x="41132" y="49995"/>
                  </a:lnTo>
                  <a:lnTo>
                    <a:pt x="43579" y="56202"/>
                  </a:lnTo>
                  <a:lnTo>
                    <a:pt x="43311" y="58162"/>
                  </a:lnTo>
                  <a:lnTo>
                    <a:pt x="41557" y="59366"/>
                  </a:lnTo>
                  <a:lnTo>
                    <a:pt x="40512" y="56885"/>
                  </a:lnTo>
                  <a:lnTo>
                    <a:pt x="39371" y="56801"/>
                  </a:lnTo>
                  <a:lnTo>
                    <a:pt x="37606" y="62211"/>
                  </a:lnTo>
                  <a:lnTo>
                    <a:pt x="40676" y="70862"/>
                  </a:lnTo>
                  <a:lnTo>
                    <a:pt x="39930" y="73368"/>
                  </a:lnTo>
                  <a:lnTo>
                    <a:pt x="37702" y="74417"/>
                  </a:lnTo>
                  <a:lnTo>
                    <a:pt x="24920" y="65912"/>
                  </a:lnTo>
                  <a:lnTo>
                    <a:pt x="20605" y="60662"/>
                  </a:lnTo>
                  <a:lnTo>
                    <a:pt x="16834" y="58632"/>
                  </a:lnTo>
                  <a:lnTo>
                    <a:pt x="16818" y="60271"/>
                  </a:lnTo>
                  <a:lnTo>
                    <a:pt x="12862" y="61495"/>
                  </a:lnTo>
                  <a:lnTo>
                    <a:pt x="11535" y="48328"/>
                  </a:lnTo>
                  <a:lnTo>
                    <a:pt x="9586" y="48947"/>
                  </a:lnTo>
                  <a:lnTo>
                    <a:pt x="1832" y="47326"/>
                  </a:lnTo>
                  <a:lnTo>
                    <a:pt x="45" y="50174"/>
                  </a:lnTo>
                  <a:lnTo>
                    <a:pt x="1039" y="43632"/>
                  </a:lnTo>
                  <a:lnTo>
                    <a:pt x="11494" y="41013"/>
                  </a:lnTo>
                  <a:lnTo>
                    <a:pt x="9518" y="38016"/>
                  </a:lnTo>
                  <a:lnTo>
                    <a:pt x="7325" y="38929"/>
                  </a:lnTo>
                  <a:lnTo>
                    <a:pt x="6728" y="38554"/>
                  </a:lnTo>
                  <a:lnTo>
                    <a:pt x="7689" y="34988"/>
                  </a:lnTo>
                  <a:lnTo>
                    <a:pt x="10374" y="30708"/>
                  </a:lnTo>
                  <a:lnTo>
                    <a:pt x="9518" y="26115"/>
                  </a:lnTo>
                  <a:lnTo>
                    <a:pt x="6435" y="20862"/>
                  </a:lnTo>
                  <a:lnTo>
                    <a:pt x="3967" y="19279"/>
                  </a:lnTo>
                  <a:lnTo>
                    <a:pt x="5067" y="18412"/>
                  </a:lnTo>
                  <a:lnTo>
                    <a:pt x="4880" y="16267"/>
                  </a:lnTo>
                  <a:lnTo>
                    <a:pt x="0" y="12556"/>
                  </a:lnTo>
                  <a:lnTo>
                    <a:pt x="6154" y="11907"/>
                  </a:lnTo>
                  <a:lnTo>
                    <a:pt x="458" y="6545"/>
                  </a:lnTo>
                  <a:lnTo>
                    <a:pt x="10339" y="364"/>
                  </a:lnTo>
                  <a:lnTo>
                    <a:pt x="1681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h3681"/>
            <p:cNvSpPr/>
            <p:nvPr/>
          </p:nvSpPr>
          <p:spPr>
            <a:xfrm>
              <a:off x="6285514" y="2140489"/>
              <a:ext cx="126727" cy="128740"/>
            </a:xfrm>
            <a:custGeom>
              <a:avLst/>
              <a:pathLst>
                <a:path w="126727" h="128740">
                  <a:moveTo>
                    <a:pt x="40045" y="2914"/>
                  </a:moveTo>
                  <a:lnTo>
                    <a:pt x="44609" y="2128"/>
                  </a:lnTo>
                  <a:lnTo>
                    <a:pt x="45732" y="3631"/>
                  </a:lnTo>
                  <a:lnTo>
                    <a:pt x="44895" y="6456"/>
                  </a:lnTo>
                  <a:lnTo>
                    <a:pt x="42404" y="7461"/>
                  </a:lnTo>
                  <a:lnTo>
                    <a:pt x="50731" y="7945"/>
                  </a:lnTo>
                  <a:lnTo>
                    <a:pt x="53403" y="12183"/>
                  </a:lnTo>
                  <a:lnTo>
                    <a:pt x="54144" y="15137"/>
                  </a:lnTo>
                  <a:lnTo>
                    <a:pt x="62502" y="21630"/>
                  </a:lnTo>
                  <a:lnTo>
                    <a:pt x="64490" y="22370"/>
                  </a:lnTo>
                  <a:lnTo>
                    <a:pt x="67279" y="21488"/>
                  </a:lnTo>
                  <a:lnTo>
                    <a:pt x="68873" y="19145"/>
                  </a:lnTo>
                  <a:lnTo>
                    <a:pt x="69627" y="14160"/>
                  </a:lnTo>
                  <a:lnTo>
                    <a:pt x="74913" y="10999"/>
                  </a:lnTo>
                  <a:lnTo>
                    <a:pt x="75767" y="14541"/>
                  </a:lnTo>
                  <a:lnTo>
                    <a:pt x="78116" y="17650"/>
                  </a:lnTo>
                  <a:lnTo>
                    <a:pt x="83347" y="11220"/>
                  </a:lnTo>
                  <a:lnTo>
                    <a:pt x="82822" y="18167"/>
                  </a:lnTo>
                  <a:lnTo>
                    <a:pt x="79344" y="23455"/>
                  </a:lnTo>
                  <a:lnTo>
                    <a:pt x="76881" y="20633"/>
                  </a:lnTo>
                  <a:lnTo>
                    <a:pt x="75025" y="20461"/>
                  </a:lnTo>
                  <a:lnTo>
                    <a:pt x="74174" y="22096"/>
                  </a:lnTo>
                  <a:lnTo>
                    <a:pt x="76771" y="25314"/>
                  </a:lnTo>
                  <a:lnTo>
                    <a:pt x="74938" y="32540"/>
                  </a:lnTo>
                  <a:lnTo>
                    <a:pt x="79559" y="38848"/>
                  </a:lnTo>
                  <a:lnTo>
                    <a:pt x="73342" y="44003"/>
                  </a:lnTo>
                  <a:lnTo>
                    <a:pt x="77551" y="49310"/>
                  </a:lnTo>
                  <a:lnTo>
                    <a:pt x="80467" y="51236"/>
                  </a:lnTo>
                  <a:lnTo>
                    <a:pt x="83411" y="50836"/>
                  </a:lnTo>
                  <a:lnTo>
                    <a:pt x="94193" y="61008"/>
                  </a:lnTo>
                  <a:lnTo>
                    <a:pt x="93995" y="67437"/>
                  </a:lnTo>
                  <a:lnTo>
                    <a:pt x="96434" y="70661"/>
                  </a:lnTo>
                  <a:lnTo>
                    <a:pt x="99906" y="70247"/>
                  </a:lnTo>
                  <a:lnTo>
                    <a:pt x="99465" y="69964"/>
                  </a:lnTo>
                  <a:lnTo>
                    <a:pt x="103914" y="63836"/>
                  </a:lnTo>
                  <a:lnTo>
                    <a:pt x="105197" y="64087"/>
                  </a:lnTo>
                  <a:lnTo>
                    <a:pt x="106235" y="66375"/>
                  </a:lnTo>
                  <a:lnTo>
                    <a:pt x="106442" y="69425"/>
                  </a:lnTo>
                  <a:lnTo>
                    <a:pt x="104919" y="72522"/>
                  </a:lnTo>
                  <a:lnTo>
                    <a:pt x="101901" y="71106"/>
                  </a:lnTo>
                  <a:lnTo>
                    <a:pt x="99827" y="71834"/>
                  </a:lnTo>
                  <a:lnTo>
                    <a:pt x="99814" y="78329"/>
                  </a:lnTo>
                  <a:lnTo>
                    <a:pt x="102499" y="88167"/>
                  </a:lnTo>
                  <a:lnTo>
                    <a:pt x="108354" y="93047"/>
                  </a:lnTo>
                  <a:lnTo>
                    <a:pt x="110598" y="94128"/>
                  </a:lnTo>
                  <a:lnTo>
                    <a:pt x="107919" y="84156"/>
                  </a:lnTo>
                  <a:lnTo>
                    <a:pt x="115299" y="92229"/>
                  </a:lnTo>
                  <a:lnTo>
                    <a:pt x="119837" y="87571"/>
                  </a:lnTo>
                  <a:lnTo>
                    <a:pt x="115979" y="84669"/>
                  </a:lnTo>
                  <a:lnTo>
                    <a:pt x="118463" y="81606"/>
                  </a:lnTo>
                  <a:lnTo>
                    <a:pt x="125688" y="81880"/>
                  </a:lnTo>
                  <a:lnTo>
                    <a:pt x="126727" y="84654"/>
                  </a:lnTo>
                  <a:lnTo>
                    <a:pt x="120084" y="91029"/>
                  </a:lnTo>
                  <a:lnTo>
                    <a:pt x="122937" y="93647"/>
                  </a:lnTo>
                  <a:lnTo>
                    <a:pt x="124207" y="96185"/>
                  </a:lnTo>
                  <a:lnTo>
                    <a:pt x="121977" y="104544"/>
                  </a:lnTo>
                  <a:lnTo>
                    <a:pt x="119577" y="105187"/>
                  </a:lnTo>
                  <a:lnTo>
                    <a:pt x="118289" y="106677"/>
                  </a:lnTo>
                  <a:lnTo>
                    <a:pt x="120126" y="115067"/>
                  </a:lnTo>
                  <a:lnTo>
                    <a:pt x="116664" y="115241"/>
                  </a:lnTo>
                  <a:lnTo>
                    <a:pt x="117617" y="122762"/>
                  </a:lnTo>
                  <a:lnTo>
                    <a:pt x="109227" y="128740"/>
                  </a:lnTo>
                  <a:lnTo>
                    <a:pt x="103997" y="128713"/>
                  </a:lnTo>
                  <a:lnTo>
                    <a:pt x="100219" y="126835"/>
                  </a:lnTo>
                  <a:lnTo>
                    <a:pt x="96034" y="121338"/>
                  </a:lnTo>
                  <a:lnTo>
                    <a:pt x="95954" y="114940"/>
                  </a:lnTo>
                  <a:lnTo>
                    <a:pt x="92729" y="110912"/>
                  </a:lnTo>
                  <a:lnTo>
                    <a:pt x="90128" y="113471"/>
                  </a:lnTo>
                  <a:lnTo>
                    <a:pt x="83227" y="108912"/>
                  </a:lnTo>
                  <a:lnTo>
                    <a:pt x="77994" y="107115"/>
                  </a:lnTo>
                  <a:lnTo>
                    <a:pt x="74793" y="107080"/>
                  </a:lnTo>
                  <a:lnTo>
                    <a:pt x="68021" y="103883"/>
                  </a:lnTo>
                  <a:lnTo>
                    <a:pt x="61838" y="104956"/>
                  </a:lnTo>
                  <a:lnTo>
                    <a:pt x="60204" y="106821"/>
                  </a:lnTo>
                  <a:lnTo>
                    <a:pt x="55022" y="106173"/>
                  </a:lnTo>
                  <a:lnTo>
                    <a:pt x="44072" y="97463"/>
                  </a:lnTo>
                  <a:lnTo>
                    <a:pt x="42314" y="92609"/>
                  </a:lnTo>
                  <a:lnTo>
                    <a:pt x="37306" y="102771"/>
                  </a:lnTo>
                  <a:lnTo>
                    <a:pt x="25517" y="95608"/>
                  </a:lnTo>
                  <a:lnTo>
                    <a:pt x="11117" y="102256"/>
                  </a:lnTo>
                  <a:lnTo>
                    <a:pt x="3581" y="105735"/>
                  </a:lnTo>
                  <a:lnTo>
                    <a:pt x="0" y="108464"/>
                  </a:lnTo>
                  <a:lnTo>
                    <a:pt x="426" y="79490"/>
                  </a:lnTo>
                  <a:lnTo>
                    <a:pt x="2111" y="74334"/>
                  </a:lnTo>
                  <a:lnTo>
                    <a:pt x="3694" y="75258"/>
                  </a:lnTo>
                  <a:lnTo>
                    <a:pt x="13033" y="72032"/>
                  </a:lnTo>
                  <a:lnTo>
                    <a:pt x="14480" y="67813"/>
                  </a:lnTo>
                  <a:lnTo>
                    <a:pt x="12237" y="66067"/>
                  </a:lnTo>
                  <a:lnTo>
                    <a:pt x="11567" y="60450"/>
                  </a:lnTo>
                  <a:lnTo>
                    <a:pt x="13267" y="53728"/>
                  </a:lnTo>
                  <a:lnTo>
                    <a:pt x="18469" y="50315"/>
                  </a:lnTo>
                  <a:lnTo>
                    <a:pt x="16700" y="41783"/>
                  </a:lnTo>
                  <a:lnTo>
                    <a:pt x="17803" y="40404"/>
                  </a:lnTo>
                  <a:lnTo>
                    <a:pt x="27545" y="28224"/>
                  </a:lnTo>
                  <a:lnTo>
                    <a:pt x="32981" y="24818"/>
                  </a:lnTo>
                  <a:lnTo>
                    <a:pt x="34448" y="25124"/>
                  </a:lnTo>
                  <a:lnTo>
                    <a:pt x="35942" y="20926"/>
                  </a:lnTo>
                  <a:lnTo>
                    <a:pt x="32773" y="21295"/>
                  </a:lnTo>
                  <a:lnTo>
                    <a:pt x="33442" y="17040"/>
                  </a:lnTo>
                  <a:lnTo>
                    <a:pt x="37373" y="13525"/>
                  </a:lnTo>
                  <a:lnTo>
                    <a:pt x="40276" y="8009"/>
                  </a:lnTo>
                  <a:lnTo>
                    <a:pt x="38583" y="2700"/>
                  </a:lnTo>
                  <a:lnTo>
                    <a:pt x="35892" y="1982"/>
                  </a:lnTo>
                  <a:lnTo>
                    <a:pt x="3726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h3682"/>
            <p:cNvSpPr/>
            <p:nvPr/>
          </p:nvSpPr>
          <p:spPr>
            <a:xfrm>
              <a:off x="6438895" y="2146780"/>
              <a:ext cx="99206" cy="122337"/>
            </a:xfrm>
            <a:custGeom>
              <a:avLst/>
              <a:pathLst>
                <a:path w="99206" h="122337">
                  <a:moveTo>
                    <a:pt x="50239" y="810"/>
                  </a:moveTo>
                  <a:lnTo>
                    <a:pt x="56111" y="409"/>
                  </a:lnTo>
                  <a:lnTo>
                    <a:pt x="63320" y="2655"/>
                  </a:lnTo>
                  <a:lnTo>
                    <a:pt x="67177" y="6085"/>
                  </a:lnTo>
                  <a:lnTo>
                    <a:pt x="77394" y="18780"/>
                  </a:lnTo>
                  <a:lnTo>
                    <a:pt x="78102" y="19149"/>
                  </a:lnTo>
                  <a:lnTo>
                    <a:pt x="81229" y="17684"/>
                  </a:lnTo>
                  <a:lnTo>
                    <a:pt x="83427" y="22967"/>
                  </a:lnTo>
                  <a:lnTo>
                    <a:pt x="84814" y="28875"/>
                  </a:lnTo>
                  <a:lnTo>
                    <a:pt x="92971" y="38160"/>
                  </a:lnTo>
                  <a:lnTo>
                    <a:pt x="92145" y="40504"/>
                  </a:lnTo>
                  <a:lnTo>
                    <a:pt x="92015" y="51331"/>
                  </a:lnTo>
                  <a:lnTo>
                    <a:pt x="81944" y="55640"/>
                  </a:lnTo>
                  <a:lnTo>
                    <a:pt x="82737" y="65463"/>
                  </a:lnTo>
                  <a:lnTo>
                    <a:pt x="78100" y="73887"/>
                  </a:lnTo>
                  <a:lnTo>
                    <a:pt x="86321" y="80056"/>
                  </a:lnTo>
                  <a:lnTo>
                    <a:pt x="92406" y="82525"/>
                  </a:lnTo>
                  <a:lnTo>
                    <a:pt x="97859" y="82338"/>
                  </a:lnTo>
                  <a:lnTo>
                    <a:pt x="98290" y="84532"/>
                  </a:lnTo>
                  <a:lnTo>
                    <a:pt x="99206" y="90632"/>
                  </a:lnTo>
                  <a:lnTo>
                    <a:pt x="79641" y="98591"/>
                  </a:lnTo>
                  <a:lnTo>
                    <a:pt x="82311" y="102970"/>
                  </a:lnTo>
                  <a:lnTo>
                    <a:pt x="84906" y="105876"/>
                  </a:lnTo>
                  <a:lnTo>
                    <a:pt x="87191" y="107230"/>
                  </a:lnTo>
                  <a:lnTo>
                    <a:pt x="85834" y="109024"/>
                  </a:lnTo>
                  <a:lnTo>
                    <a:pt x="82809" y="110689"/>
                  </a:lnTo>
                  <a:lnTo>
                    <a:pt x="80781" y="110877"/>
                  </a:lnTo>
                  <a:lnTo>
                    <a:pt x="78217" y="109832"/>
                  </a:lnTo>
                  <a:lnTo>
                    <a:pt x="73320" y="113018"/>
                  </a:lnTo>
                  <a:lnTo>
                    <a:pt x="74415" y="115010"/>
                  </a:lnTo>
                  <a:lnTo>
                    <a:pt x="74085" y="117108"/>
                  </a:lnTo>
                  <a:lnTo>
                    <a:pt x="70905" y="119478"/>
                  </a:lnTo>
                  <a:lnTo>
                    <a:pt x="65006" y="122337"/>
                  </a:lnTo>
                  <a:lnTo>
                    <a:pt x="58511" y="118160"/>
                  </a:lnTo>
                  <a:lnTo>
                    <a:pt x="56055" y="112892"/>
                  </a:lnTo>
                  <a:lnTo>
                    <a:pt x="49556" y="105297"/>
                  </a:lnTo>
                  <a:lnTo>
                    <a:pt x="42772" y="98897"/>
                  </a:lnTo>
                  <a:lnTo>
                    <a:pt x="39341" y="90169"/>
                  </a:lnTo>
                  <a:lnTo>
                    <a:pt x="28484" y="73184"/>
                  </a:lnTo>
                  <a:lnTo>
                    <a:pt x="30612" y="69798"/>
                  </a:lnTo>
                  <a:lnTo>
                    <a:pt x="30907" y="65785"/>
                  </a:lnTo>
                  <a:lnTo>
                    <a:pt x="26601" y="63153"/>
                  </a:lnTo>
                  <a:lnTo>
                    <a:pt x="19686" y="61321"/>
                  </a:lnTo>
                  <a:lnTo>
                    <a:pt x="20007" y="58807"/>
                  </a:lnTo>
                  <a:lnTo>
                    <a:pt x="18982" y="56595"/>
                  </a:lnTo>
                  <a:lnTo>
                    <a:pt x="14235" y="51141"/>
                  </a:lnTo>
                  <a:lnTo>
                    <a:pt x="10463" y="55082"/>
                  </a:lnTo>
                  <a:lnTo>
                    <a:pt x="6611" y="48588"/>
                  </a:lnTo>
                  <a:lnTo>
                    <a:pt x="4877" y="44986"/>
                  </a:lnTo>
                  <a:lnTo>
                    <a:pt x="3935" y="43885"/>
                  </a:lnTo>
                  <a:lnTo>
                    <a:pt x="3028" y="43914"/>
                  </a:lnTo>
                  <a:lnTo>
                    <a:pt x="0" y="39537"/>
                  </a:lnTo>
                  <a:lnTo>
                    <a:pt x="26684" y="12432"/>
                  </a:lnTo>
                  <a:lnTo>
                    <a:pt x="26673" y="11511"/>
                  </a:lnTo>
                  <a:lnTo>
                    <a:pt x="27181" y="10149"/>
                  </a:lnTo>
                  <a:lnTo>
                    <a:pt x="33585" y="6971"/>
                  </a:lnTo>
                  <a:lnTo>
                    <a:pt x="36552" y="7292"/>
                  </a:lnTo>
                  <a:lnTo>
                    <a:pt x="4553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h3683"/>
            <p:cNvSpPr/>
            <p:nvPr/>
          </p:nvSpPr>
          <p:spPr>
            <a:xfrm>
              <a:off x="6523321" y="2279311"/>
              <a:ext cx="50737" cy="31717"/>
            </a:xfrm>
            <a:custGeom>
              <a:avLst/>
              <a:pathLst>
                <a:path w="50737" h="31717">
                  <a:moveTo>
                    <a:pt x="50064" y="2875"/>
                  </a:moveTo>
                  <a:lnTo>
                    <a:pt x="50169" y="5260"/>
                  </a:lnTo>
                  <a:lnTo>
                    <a:pt x="48821" y="6425"/>
                  </a:lnTo>
                  <a:lnTo>
                    <a:pt x="47890" y="5399"/>
                  </a:lnTo>
                  <a:lnTo>
                    <a:pt x="45999" y="5699"/>
                  </a:lnTo>
                  <a:lnTo>
                    <a:pt x="45207" y="7735"/>
                  </a:lnTo>
                  <a:lnTo>
                    <a:pt x="45695" y="11335"/>
                  </a:lnTo>
                  <a:lnTo>
                    <a:pt x="48768" y="12898"/>
                  </a:lnTo>
                  <a:lnTo>
                    <a:pt x="49886" y="14822"/>
                  </a:lnTo>
                  <a:lnTo>
                    <a:pt x="50737" y="24780"/>
                  </a:lnTo>
                  <a:lnTo>
                    <a:pt x="41077" y="26340"/>
                  </a:lnTo>
                  <a:lnTo>
                    <a:pt x="28048" y="31337"/>
                  </a:lnTo>
                  <a:lnTo>
                    <a:pt x="20355" y="31717"/>
                  </a:lnTo>
                  <a:lnTo>
                    <a:pt x="17079" y="25270"/>
                  </a:lnTo>
                  <a:lnTo>
                    <a:pt x="15539" y="25865"/>
                  </a:lnTo>
                  <a:lnTo>
                    <a:pt x="0" y="14412"/>
                  </a:lnTo>
                  <a:lnTo>
                    <a:pt x="2603" y="12772"/>
                  </a:lnTo>
                  <a:lnTo>
                    <a:pt x="6826" y="12186"/>
                  </a:lnTo>
                  <a:lnTo>
                    <a:pt x="9904" y="12284"/>
                  </a:lnTo>
                  <a:lnTo>
                    <a:pt x="10212" y="13959"/>
                  </a:lnTo>
                  <a:lnTo>
                    <a:pt x="11936" y="14048"/>
                  </a:lnTo>
                  <a:lnTo>
                    <a:pt x="14804" y="8638"/>
                  </a:lnTo>
                  <a:lnTo>
                    <a:pt x="12858" y="5996"/>
                  </a:lnTo>
                  <a:lnTo>
                    <a:pt x="16148" y="3530"/>
                  </a:lnTo>
                  <a:lnTo>
                    <a:pt x="21170" y="3236"/>
                  </a:lnTo>
                  <a:lnTo>
                    <a:pt x="21446" y="8829"/>
                  </a:lnTo>
                  <a:lnTo>
                    <a:pt x="23136" y="9061"/>
                  </a:lnTo>
                  <a:lnTo>
                    <a:pt x="23982" y="7725"/>
                  </a:lnTo>
                  <a:lnTo>
                    <a:pt x="26696" y="7471"/>
                  </a:lnTo>
                  <a:lnTo>
                    <a:pt x="30280" y="8053"/>
                  </a:lnTo>
                  <a:lnTo>
                    <a:pt x="31932" y="10047"/>
                  </a:lnTo>
                  <a:lnTo>
                    <a:pt x="31953" y="11381"/>
                  </a:lnTo>
                  <a:lnTo>
                    <a:pt x="38892" y="6415"/>
                  </a:lnTo>
                  <a:lnTo>
                    <a:pt x="40511" y="9016"/>
                  </a:lnTo>
                  <a:lnTo>
                    <a:pt x="42945" y="6740"/>
                  </a:lnTo>
                  <a:lnTo>
                    <a:pt x="44633" y="2748"/>
                  </a:lnTo>
                  <a:lnTo>
                    <a:pt x="45929" y="3689"/>
                  </a:lnTo>
                  <a:lnTo>
                    <a:pt x="4853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h3684"/>
            <p:cNvSpPr/>
            <p:nvPr/>
          </p:nvSpPr>
          <p:spPr>
            <a:xfrm>
              <a:off x="6628726" y="2380813"/>
              <a:ext cx="56853" cy="66510"/>
            </a:xfrm>
            <a:custGeom>
              <a:avLst/>
              <a:pathLst>
                <a:path w="56853" h="66510">
                  <a:moveTo>
                    <a:pt x="29617" y="2111"/>
                  </a:moveTo>
                  <a:lnTo>
                    <a:pt x="31490" y="7121"/>
                  </a:lnTo>
                  <a:lnTo>
                    <a:pt x="40713" y="7587"/>
                  </a:lnTo>
                  <a:lnTo>
                    <a:pt x="32550" y="8344"/>
                  </a:lnTo>
                  <a:lnTo>
                    <a:pt x="35035" y="12724"/>
                  </a:lnTo>
                  <a:lnTo>
                    <a:pt x="40953" y="19581"/>
                  </a:lnTo>
                  <a:lnTo>
                    <a:pt x="51703" y="25016"/>
                  </a:lnTo>
                  <a:lnTo>
                    <a:pt x="55506" y="29099"/>
                  </a:lnTo>
                  <a:lnTo>
                    <a:pt x="53636" y="32231"/>
                  </a:lnTo>
                  <a:lnTo>
                    <a:pt x="53050" y="35358"/>
                  </a:lnTo>
                  <a:lnTo>
                    <a:pt x="56853" y="38855"/>
                  </a:lnTo>
                  <a:lnTo>
                    <a:pt x="55439" y="42351"/>
                  </a:lnTo>
                  <a:lnTo>
                    <a:pt x="53623" y="42586"/>
                  </a:lnTo>
                  <a:lnTo>
                    <a:pt x="49864" y="42276"/>
                  </a:lnTo>
                  <a:lnTo>
                    <a:pt x="48509" y="39449"/>
                  </a:lnTo>
                  <a:lnTo>
                    <a:pt x="47522" y="39144"/>
                  </a:lnTo>
                  <a:lnTo>
                    <a:pt x="42126" y="41332"/>
                  </a:lnTo>
                  <a:lnTo>
                    <a:pt x="31583" y="42179"/>
                  </a:lnTo>
                  <a:lnTo>
                    <a:pt x="30653" y="40973"/>
                  </a:lnTo>
                  <a:lnTo>
                    <a:pt x="27619" y="41155"/>
                  </a:lnTo>
                  <a:lnTo>
                    <a:pt x="26284" y="43968"/>
                  </a:lnTo>
                  <a:lnTo>
                    <a:pt x="26751" y="47402"/>
                  </a:lnTo>
                  <a:lnTo>
                    <a:pt x="25869" y="50578"/>
                  </a:lnTo>
                  <a:lnTo>
                    <a:pt x="22272" y="55513"/>
                  </a:lnTo>
                  <a:lnTo>
                    <a:pt x="16939" y="59715"/>
                  </a:lnTo>
                  <a:lnTo>
                    <a:pt x="9543" y="59845"/>
                  </a:lnTo>
                  <a:lnTo>
                    <a:pt x="10125" y="63677"/>
                  </a:lnTo>
                  <a:lnTo>
                    <a:pt x="5926" y="66510"/>
                  </a:lnTo>
                  <a:lnTo>
                    <a:pt x="1150" y="66430"/>
                  </a:lnTo>
                  <a:lnTo>
                    <a:pt x="0" y="64589"/>
                  </a:lnTo>
                  <a:lnTo>
                    <a:pt x="445" y="62140"/>
                  </a:lnTo>
                  <a:lnTo>
                    <a:pt x="3293" y="59429"/>
                  </a:lnTo>
                  <a:lnTo>
                    <a:pt x="10802" y="54756"/>
                  </a:lnTo>
                  <a:lnTo>
                    <a:pt x="14021" y="49955"/>
                  </a:lnTo>
                  <a:lnTo>
                    <a:pt x="14338" y="43297"/>
                  </a:lnTo>
                  <a:lnTo>
                    <a:pt x="18222" y="41627"/>
                  </a:lnTo>
                  <a:lnTo>
                    <a:pt x="10612" y="40746"/>
                  </a:lnTo>
                  <a:lnTo>
                    <a:pt x="10740" y="39103"/>
                  </a:lnTo>
                  <a:lnTo>
                    <a:pt x="14760" y="36983"/>
                  </a:lnTo>
                  <a:lnTo>
                    <a:pt x="15248" y="34526"/>
                  </a:lnTo>
                  <a:lnTo>
                    <a:pt x="15069" y="30522"/>
                  </a:lnTo>
                  <a:lnTo>
                    <a:pt x="14004" y="30030"/>
                  </a:lnTo>
                  <a:lnTo>
                    <a:pt x="11485" y="31024"/>
                  </a:lnTo>
                  <a:lnTo>
                    <a:pt x="12100" y="24154"/>
                  </a:lnTo>
                  <a:lnTo>
                    <a:pt x="18081" y="20013"/>
                  </a:lnTo>
                  <a:lnTo>
                    <a:pt x="14890" y="13093"/>
                  </a:lnTo>
                  <a:lnTo>
                    <a:pt x="19153" y="10903"/>
                  </a:lnTo>
                  <a:lnTo>
                    <a:pt x="19944" y="12162"/>
                  </a:lnTo>
                  <a:lnTo>
                    <a:pt x="26726" y="15851"/>
                  </a:lnTo>
                  <a:lnTo>
                    <a:pt x="25911" y="13141"/>
                  </a:lnTo>
                  <a:lnTo>
                    <a:pt x="20130" y="10401"/>
                  </a:lnTo>
                  <a:lnTo>
                    <a:pt x="2694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h3685"/>
            <p:cNvSpPr/>
            <p:nvPr/>
          </p:nvSpPr>
          <p:spPr>
            <a:xfrm>
              <a:off x="6429279" y="2195369"/>
              <a:ext cx="87577" cy="105259"/>
            </a:xfrm>
            <a:custGeom>
              <a:avLst/>
              <a:pathLst>
                <a:path w="87577" h="105259">
                  <a:moveTo>
                    <a:pt x="16228" y="0"/>
                  </a:moveTo>
                  <a:lnTo>
                    <a:pt x="20079" y="6493"/>
                  </a:lnTo>
                  <a:lnTo>
                    <a:pt x="23851" y="2552"/>
                  </a:lnTo>
                  <a:lnTo>
                    <a:pt x="28599" y="8006"/>
                  </a:lnTo>
                  <a:lnTo>
                    <a:pt x="29624" y="10218"/>
                  </a:lnTo>
                  <a:lnTo>
                    <a:pt x="29302" y="12732"/>
                  </a:lnTo>
                  <a:lnTo>
                    <a:pt x="36218" y="14564"/>
                  </a:lnTo>
                  <a:lnTo>
                    <a:pt x="40523" y="17196"/>
                  </a:lnTo>
                  <a:lnTo>
                    <a:pt x="40228" y="21209"/>
                  </a:lnTo>
                  <a:lnTo>
                    <a:pt x="38100" y="24595"/>
                  </a:lnTo>
                  <a:lnTo>
                    <a:pt x="48957" y="41580"/>
                  </a:lnTo>
                  <a:lnTo>
                    <a:pt x="52388" y="50308"/>
                  </a:lnTo>
                  <a:lnTo>
                    <a:pt x="59173" y="56708"/>
                  </a:lnTo>
                  <a:lnTo>
                    <a:pt x="65671" y="64303"/>
                  </a:lnTo>
                  <a:lnTo>
                    <a:pt x="68127" y="69571"/>
                  </a:lnTo>
                  <a:lnTo>
                    <a:pt x="74623" y="73748"/>
                  </a:lnTo>
                  <a:lnTo>
                    <a:pt x="80521" y="70889"/>
                  </a:lnTo>
                  <a:lnTo>
                    <a:pt x="87243" y="82324"/>
                  </a:lnTo>
                  <a:lnTo>
                    <a:pt x="87577" y="91844"/>
                  </a:lnTo>
                  <a:lnTo>
                    <a:pt x="86382" y="93886"/>
                  </a:lnTo>
                  <a:lnTo>
                    <a:pt x="85205" y="94094"/>
                  </a:lnTo>
                  <a:lnTo>
                    <a:pt x="82742" y="97669"/>
                  </a:lnTo>
                  <a:lnTo>
                    <a:pt x="84757" y="98208"/>
                  </a:lnTo>
                  <a:lnTo>
                    <a:pt x="82474" y="102599"/>
                  </a:lnTo>
                  <a:lnTo>
                    <a:pt x="78789" y="105259"/>
                  </a:lnTo>
                  <a:lnTo>
                    <a:pt x="74635" y="102389"/>
                  </a:lnTo>
                  <a:lnTo>
                    <a:pt x="73912" y="104797"/>
                  </a:lnTo>
                  <a:lnTo>
                    <a:pt x="57948" y="91605"/>
                  </a:lnTo>
                  <a:lnTo>
                    <a:pt x="51580" y="89833"/>
                  </a:lnTo>
                  <a:lnTo>
                    <a:pt x="48592" y="87469"/>
                  </a:lnTo>
                  <a:lnTo>
                    <a:pt x="45443" y="86653"/>
                  </a:lnTo>
                  <a:lnTo>
                    <a:pt x="41624" y="90686"/>
                  </a:lnTo>
                  <a:lnTo>
                    <a:pt x="35259" y="82814"/>
                  </a:lnTo>
                  <a:lnTo>
                    <a:pt x="34011" y="82350"/>
                  </a:lnTo>
                  <a:lnTo>
                    <a:pt x="35517" y="77537"/>
                  </a:lnTo>
                  <a:lnTo>
                    <a:pt x="32745" y="72821"/>
                  </a:lnTo>
                  <a:lnTo>
                    <a:pt x="31050" y="67178"/>
                  </a:lnTo>
                  <a:lnTo>
                    <a:pt x="29961" y="59719"/>
                  </a:lnTo>
                  <a:lnTo>
                    <a:pt x="33000" y="57417"/>
                  </a:lnTo>
                  <a:lnTo>
                    <a:pt x="31377" y="55037"/>
                  </a:lnTo>
                  <a:lnTo>
                    <a:pt x="26822" y="53654"/>
                  </a:lnTo>
                  <a:lnTo>
                    <a:pt x="21389" y="57647"/>
                  </a:lnTo>
                  <a:lnTo>
                    <a:pt x="15702" y="57640"/>
                  </a:lnTo>
                  <a:lnTo>
                    <a:pt x="14780" y="56575"/>
                  </a:lnTo>
                  <a:lnTo>
                    <a:pt x="14169" y="42767"/>
                  </a:lnTo>
                  <a:lnTo>
                    <a:pt x="13245" y="39885"/>
                  </a:lnTo>
                  <a:lnTo>
                    <a:pt x="8991" y="38997"/>
                  </a:lnTo>
                  <a:lnTo>
                    <a:pt x="3749" y="28068"/>
                  </a:lnTo>
                  <a:lnTo>
                    <a:pt x="4032" y="23642"/>
                  </a:lnTo>
                  <a:lnTo>
                    <a:pt x="5930" y="19226"/>
                  </a:lnTo>
                  <a:lnTo>
                    <a:pt x="0" y="7786"/>
                  </a:lnTo>
                  <a:lnTo>
                    <a:pt x="2074" y="7812"/>
                  </a:lnTo>
                  <a:lnTo>
                    <a:pt x="14190" y="179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h3686"/>
            <p:cNvSpPr/>
            <p:nvPr/>
          </p:nvSpPr>
          <p:spPr>
            <a:xfrm>
              <a:off x="6568485" y="2495970"/>
              <a:ext cx="39251" cy="34886"/>
            </a:xfrm>
            <a:custGeom>
              <a:avLst/>
              <a:pathLst>
                <a:path w="39251" h="34886">
                  <a:moveTo>
                    <a:pt x="37326" y="1600"/>
                  </a:moveTo>
                  <a:lnTo>
                    <a:pt x="39251" y="7031"/>
                  </a:lnTo>
                  <a:lnTo>
                    <a:pt x="38687" y="8592"/>
                  </a:lnTo>
                  <a:lnTo>
                    <a:pt x="33580" y="14163"/>
                  </a:lnTo>
                  <a:lnTo>
                    <a:pt x="36065" y="20924"/>
                  </a:lnTo>
                  <a:lnTo>
                    <a:pt x="20985" y="24907"/>
                  </a:lnTo>
                  <a:lnTo>
                    <a:pt x="16680" y="25401"/>
                  </a:lnTo>
                  <a:lnTo>
                    <a:pt x="16809" y="32448"/>
                  </a:lnTo>
                  <a:lnTo>
                    <a:pt x="13777" y="34886"/>
                  </a:lnTo>
                  <a:lnTo>
                    <a:pt x="12474" y="34780"/>
                  </a:lnTo>
                  <a:lnTo>
                    <a:pt x="14442" y="31870"/>
                  </a:lnTo>
                  <a:lnTo>
                    <a:pt x="11622" y="27481"/>
                  </a:lnTo>
                  <a:lnTo>
                    <a:pt x="7512" y="30257"/>
                  </a:lnTo>
                  <a:lnTo>
                    <a:pt x="5386" y="33004"/>
                  </a:lnTo>
                  <a:lnTo>
                    <a:pt x="0" y="33502"/>
                  </a:lnTo>
                  <a:lnTo>
                    <a:pt x="2196" y="31066"/>
                  </a:lnTo>
                  <a:lnTo>
                    <a:pt x="9644" y="22705"/>
                  </a:lnTo>
                  <a:lnTo>
                    <a:pt x="12746" y="18109"/>
                  </a:lnTo>
                  <a:lnTo>
                    <a:pt x="12084" y="14928"/>
                  </a:lnTo>
                  <a:lnTo>
                    <a:pt x="15649" y="10939"/>
                  </a:lnTo>
                  <a:lnTo>
                    <a:pt x="23370" y="4429"/>
                  </a:lnTo>
                  <a:lnTo>
                    <a:pt x="28501" y="5308"/>
                  </a:lnTo>
                  <a:lnTo>
                    <a:pt x="28688" y="3418"/>
                  </a:lnTo>
                  <a:lnTo>
                    <a:pt x="3552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h3687"/>
            <p:cNvSpPr/>
            <p:nvPr/>
          </p:nvSpPr>
          <p:spPr>
            <a:xfrm>
              <a:off x="6509800" y="2230129"/>
              <a:ext cx="63210" cy="63594"/>
            </a:xfrm>
            <a:custGeom>
              <a:avLst/>
              <a:pathLst>
                <a:path w="63210" h="63594">
                  <a:moveTo>
                    <a:pt x="31697" y="0"/>
                  </a:moveTo>
                  <a:lnTo>
                    <a:pt x="41411" y="1822"/>
                  </a:lnTo>
                  <a:lnTo>
                    <a:pt x="42412" y="6278"/>
                  </a:lnTo>
                  <a:lnTo>
                    <a:pt x="44031" y="6560"/>
                  </a:lnTo>
                  <a:lnTo>
                    <a:pt x="45361" y="11025"/>
                  </a:lnTo>
                  <a:lnTo>
                    <a:pt x="44402" y="16727"/>
                  </a:lnTo>
                  <a:lnTo>
                    <a:pt x="48312" y="21837"/>
                  </a:lnTo>
                  <a:lnTo>
                    <a:pt x="53080" y="14992"/>
                  </a:lnTo>
                  <a:lnTo>
                    <a:pt x="60227" y="16338"/>
                  </a:lnTo>
                  <a:lnTo>
                    <a:pt x="62986" y="18558"/>
                  </a:lnTo>
                  <a:lnTo>
                    <a:pt x="63210" y="19004"/>
                  </a:lnTo>
                  <a:lnTo>
                    <a:pt x="60982" y="20168"/>
                  </a:lnTo>
                  <a:lnTo>
                    <a:pt x="59169" y="31515"/>
                  </a:lnTo>
                  <a:lnTo>
                    <a:pt x="56941" y="31875"/>
                  </a:lnTo>
                  <a:lnTo>
                    <a:pt x="57124" y="34593"/>
                  </a:lnTo>
                  <a:lnTo>
                    <a:pt x="61166" y="41175"/>
                  </a:lnTo>
                  <a:lnTo>
                    <a:pt x="61013" y="42585"/>
                  </a:lnTo>
                  <a:lnTo>
                    <a:pt x="56088" y="43616"/>
                  </a:lnTo>
                  <a:lnTo>
                    <a:pt x="56221" y="46451"/>
                  </a:lnTo>
                  <a:lnTo>
                    <a:pt x="58153" y="51930"/>
                  </a:lnTo>
                  <a:lnTo>
                    <a:pt x="56466" y="55922"/>
                  </a:lnTo>
                  <a:lnTo>
                    <a:pt x="54031" y="58199"/>
                  </a:lnTo>
                  <a:lnTo>
                    <a:pt x="52413" y="55598"/>
                  </a:lnTo>
                  <a:lnTo>
                    <a:pt x="45474" y="60564"/>
                  </a:lnTo>
                  <a:lnTo>
                    <a:pt x="45453" y="59229"/>
                  </a:lnTo>
                  <a:lnTo>
                    <a:pt x="43800" y="57235"/>
                  </a:lnTo>
                  <a:lnTo>
                    <a:pt x="40217" y="56654"/>
                  </a:lnTo>
                  <a:lnTo>
                    <a:pt x="37502" y="56908"/>
                  </a:lnTo>
                  <a:lnTo>
                    <a:pt x="36656" y="58244"/>
                  </a:lnTo>
                  <a:lnTo>
                    <a:pt x="34967" y="58011"/>
                  </a:lnTo>
                  <a:lnTo>
                    <a:pt x="34691" y="52419"/>
                  </a:lnTo>
                  <a:lnTo>
                    <a:pt x="29669" y="52713"/>
                  </a:lnTo>
                  <a:lnTo>
                    <a:pt x="26379" y="55178"/>
                  </a:lnTo>
                  <a:lnTo>
                    <a:pt x="28324" y="57820"/>
                  </a:lnTo>
                  <a:lnTo>
                    <a:pt x="25456" y="63231"/>
                  </a:lnTo>
                  <a:lnTo>
                    <a:pt x="23732" y="63141"/>
                  </a:lnTo>
                  <a:lnTo>
                    <a:pt x="23425" y="61466"/>
                  </a:lnTo>
                  <a:lnTo>
                    <a:pt x="20346" y="61368"/>
                  </a:lnTo>
                  <a:lnTo>
                    <a:pt x="16123" y="61955"/>
                  </a:lnTo>
                  <a:lnTo>
                    <a:pt x="13520" y="63594"/>
                  </a:lnTo>
                  <a:lnTo>
                    <a:pt x="5860" y="59127"/>
                  </a:lnTo>
                  <a:lnTo>
                    <a:pt x="7055" y="57085"/>
                  </a:lnTo>
                  <a:lnTo>
                    <a:pt x="6721" y="47564"/>
                  </a:lnTo>
                  <a:lnTo>
                    <a:pt x="0" y="36129"/>
                  </a:lnTo>
                  <a:lnTo>
                    <a:pt x="3180" y="33759"/>
                  </a:lnTo>
                  <a:lnTo>
                    <a:pt x="3510" y="31662"/>
                  </a:lnTo>
                  <a:lnTo>
                    <a:pt x="2415" y="29670"/>
                  </a:lnTo>
                  <a:lnTo>
                    <a:pt x="7312" y="26484"/>
                  </a:lnTo>
                  <a:lnTo>
                    <a:pt x="9875" y="27529"/>
                  </a:lnTo>
                  <a:lnTo>
                    <a:pt x="11903" y="27340"/>
                  </a:lnTo>
                  <a:lnTo>
                    <a:pt x="14929" y="25675"/>
                  </a:lnTo>
                  <a:lnTo>
                    <a:pt x="16286" y="23881"/>
                  </a:lnTo>
                  <a:lnTo>
                    <a:pt x="14001" y="22528"/>
                  </a:lnTo>
                  <a:lnTo>
                    <a:pt x="11405" y="19622"/>
                  </a:lnTo>
                  <a:lnTo>
                    <a:pt x="8735" y="15243"/>
                  </a:lnTo>
                  <a:lnTo>
                    <a:pt x="28301" y="7283"/>
                  </a:lnTo>
                  <a:lnTo>
                    <a:pt x="27384" y="118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h3688"/>
            <p:cNvSpPr/>
            <p:nvPr/>
          </p:nvSpPr>
          <p:spPr>
            <a:xfrm>
              <a:off x="6368550" y="2478074"/>
              <a:ext cx="125023" cy="135094"/>
            </a:xfrm>
            <a:custGeom>
              <a:avLst/>
              <a:pathLst>
                <a:path w="125023" h="135094">
                  <a:moveTo>
                    <a:pt x="44899" y="8383"/>
                  </a:moveTo>
                  <a:lnTo>
                    <a:pt x="50873" y="14722"/>
                  </a:lnTo>
                  <a:lnTo>
                    <a:pt x="57881" y="14333"/>
                  </a:lnTo>
                  <a:lnTo>
                    <a:pt x="61905" y="15179"/>
                  </a:lnTo>
                  <a:lnTo>
                    <a:pt x="64080" y="17717"/>
                  </a:lnTo>
                  <a:lnTo>
                    <a:pt x="68036" y="28233"/>
                  </a:lnTo>
                  <a:lnTo>
                    <a:pt x="62950" y="37374"/>
                  </a:lnTo>
                  <a:lnTo>
                    <a:pt x="63970" y="46706"/>
                  </a:lnTo>
                  <a:lnTo>
                    <a:pt x="62678" y="54309"/>
                  </a:lnTo>
                  <a:lnTo>
                    <a:pt x="66437" y="55414"/>
                  </a:lnTo>
                  <a:lnTo>
                    <a:pt x="67083" y="52846"/>
                  </a:lnTo>
                  <a:lnTo>
                    <a:pt x="70390" y="51572"/>
                  </a:lnTo>
                  <a:lnTo>
                    <a:pt x="72690" y="53393"/>
                  </a:lnTo>
                  <a:lnTo>
                    <a:pt x="72067" y="55222"/>
                  </a:lnTo>
                  <a:lnTo>
                    <a:pt x="75580" y="58248"/>
                  </a:lnTo>
                  <a:lnTo>
                    <a:pt x="78765" y="56382"/>
                  </a:lnTo>
                  <a:lnTo>
                    <a:pt x="78913" y="53354"/>
                  </a:lnTo>
                  <a:lnTo>
                    <a:pt x="95670" y="62610"/>
                  </a:lnTo>
                  <a:lnTo>
                    <a:pt x="107728" y="57965"/>
                  </a:lnTo>
                  <a:lnTo>
                    <a:pt x="113929" y="56984"/>
                  </a:lnTo>
                  <a:lnTo>
                    <a:pt x="112451" y="63556"/>
                  </a:lnTo>
                  <a:lnTo>
                    <a:pt x="115113" y="65564"/>
                  </a:lnTo>
                  <a:lnTo>
                    <a:pt x="117025" y="65875"/>
                  </a:lnTo>
                  <a:lnTo>
                    <a:pt x="115748" y="75668"/>
                  </a:lnTo>
                  <a:lnTo>
                    <a:pt x="118406" y="76700"/>
                  </a:lnTo>
                  <a:lnTo>
                    <a:pt x="118568" y="80182"/>
                  </a:lnTo>
                  <a:lnTo>
                    <a:pt x="123942" y="73558"/>
                  </a:lnTo>
                  <a:lnTo>
                    <a:pt x="125023" y="75407"/>
                  </a:lnTo>
                  <a:lnTo>
                    <a:pt x="122178" y="81484"/>
                  </a:lnTo>
                  <a:lnTo>
                    <a:pt x="120035" y="82410"/>
                  </a:lnTo>
                  <a:lnTo>
                    <a:pt x="119468" y="83429"/>
                  </a:lnTo>
                  <a:lnTo>
                    <a:pt x="116929" y="93414"/>
                  </a:lnTo>
                  <a:lnTo>
                    <a:pt x="117104" y="99345"/>
                  </a:lnTo>
                  <a:lnTo>
                    <a:pt x="118102" y="100818"/>
                  </a:lnTo>
                  <a:lnTo>
                    <a:pt x="120136" y="101908"/>
                  </a:lnTo>
                  <a:lnTo>
                    <a:pt x="119540" y="110045"/>
                  </a:lnTo>
                  <a:lnTo>
                    <a:pt x="115093" y="116352"/>
                  </a:lnTo>
                  <a:lnTo>
                    <a:pt x="111097" y="117334"/>
                  </a:lnTo>
                  <a:lnTo>
                    <a:pt x="103858" y="122705"/>
                  </a:lnTo>
                  <a:lnTo>
                    <a:pt x="102159" y="122157"/>
                  </a:lnTo>
                  <a:lnTo>
                    <a:pt x="94567" y="126535"/>
                  </a:lnTo>
                  <a:lnTo>
                    <a:pt x="93873" y="131282"/>
                  </a:lnTo>
                  <a:lnTo>
                    <a:pt x="85007" y="133367"/>
                  </a:lnTo>
                  <a:lnTo>
                    <a:pt x="74375" y="133891"/>
                  </a:lnTo>
                  <a:lnTo>
                    <a:pt x="58114" y="133487"/>
                  </a:lnTo>
                  <a:lnTo>
                    <a:pt x="54938" y="135094"/>
                  </a:lnTo>
                  <a:lnTo>
                    <a:pt x="53693" y="133483"/>
                  </a:lnTo>
                  <a:lnTo>
                    <a:pt x="52011" y="119696"/>
                  </a:lnTo>
                  <a:lnTo>
                    <a:pt x="51032" y="118216"/>
                  </a:lnTo>
                  <a:lnTo>
                    <a:pt x="47053" y="116210"/>
                  </a:lnTo>
                  <a:lnTo>
                    <a:pt x="44291" y="111846"/>
                  </a:lnTo>
                  <a:lnTo>
                    <a:pt x="43268" y="111377"/>
                  </a:lnTo>
                  <a:lnTo>
                    <a:pt x="39518" y="111674"/>
                  </a:lnTo>
                  <a:lnTo>
                    <a:pt x="33653" y="110171"/>
                  </a:lnTo>
                  <a:lnTo>
                    <a:pt x="30677" y="111177"/>
                  </a:lnTo>
                  <a:lnTo>
                    <a:pt x="29524" y="113114"/>
                  </a:lnTo>
                  <a:lnTo>
                    <a:pt x="27472" y="113797"/>
                  </a:lnTo>
                  <a:lnTo>
                    <a:pt x="22258" y="112322"/>
                  </a:lnTo>
                  <a:lnTo>
                    <a:pt x="16753" y="107910"/>
                  </a:lnTo>
                  <a:lnTo>
                    <a:pt x="16566" y="106631"/>
                  </a:lnTo>
                  <a:lnTo>
                    <a:pt x="17662" y="106080"/>
                  </a:lnTo>
                  <a:lnTo>
                    <a:pt x="18683" y="100030"/>
                  </a:lnTo>
                  <a:lnTo>
                    <a:pt x="17296" y="90277"/>
                  </a:lnTo>
                  <a:lnTo>
                    <a:pt x="12027" y="88696"/>
                  </a:lnTo>
                  <a:lnTo>
                    <a:pt x="10141" y="81182"/>
                  </a:lnTo>
                  <a:lnTo>
                    <a:pt x="8559" y="77994"/>
                  </a:lnTo>
                  <a:lnTo>
                    <a:pt x="7582" y="76848"/>
                  </a:lnTo>
                  <a:lnTo>
                    <a:pt x="10878" y="71289"/>
                  </a:lnTo>
                  <a:lnTo>
                    <a:pt x="7520" y="70048"/>
                  </a:lnTo>
                  <a:lnTo>
                    <a:pt x="6303" y="67891"/>
                  </a:lnTo>
                  <a:lnTo>
                    <a:pt x="8073" y="65893"/>
                  </a:lnTo>
                  <a:lnTo>
                    <a:pt x="8250" y="64008"/>
                  </a:lnTo>
                  <a:lnTo>
                    <a:pt x="5321" y="61235"/>
                  </a:lnTo>
                  <a:lnTo>
                    <a:pt x="3064" y="53337"/>
                  </a:lnTo>
                  <a:lnTo>
                    <a:pt x="1" y="50060"/>
                  </a:lnTo>
                  <a:lnTo>
                    <a:pt x="566" y="46434"/>
                  </a:lnTo>
                  <a:lnTo>
                    <a:pt x="0" y="41402"/>
                  </a:lnTo>
                  <a:lnTo>
                    <a:pt x="4598" y="39524"/>
                  </a:lnTo>
                  <a:lnTo>
                    <a:pt x="7216" y="37372"/>
                  </a:lnTo>
                  <a:lnTo>
                    <a:pt x="8655" y="30024"/>
                  </a:lnTo>
                  <a:lnTo>
                    <a:pt x="8409" y="27522"/>
                  </a:lnTo>
                  <a:lnTo>
                    <a:pt x="11185" y="21336"/>
                  </a:lnTo>
                  <a:lnTo>
                    <a:pt x="13352" y="6924"/>
                  </a:lnTo>
                  <a:lnTo>
                    <a:pt x="2813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h3689"/>
            <p:cNvSpPr/>
            <p:nvPr/>
          </p:nvSpPr>
          <p:spPr>
            <a:xfrm>
              <a:off x="6358857" y="2140211"/>
              <a:ext cx="67542" cy="94405"/>
            </a:xfrm>
            <a:custGeom>
              <a:avLst/>
              <a:pathLst>
                <a:path w="67542" h="94405">
                  <a:moveTo>
                    <a:pt x="21287" y="0"/>
                  </a:moveTo>
                  <a:lnTo>
                    <a:pt x="23240" y="2993"/>
                  </a:lnTo>
                  <a:lnTo>
                    <a:pt x="28695" y="5897"/>
                  </a:lnTo>
                  <a:lnTo>
                    <a:pt x="32247" y="10893"/>
                  </a:lnTo>
                  <a:lnTo>
                    <a:pt x="32360" y="15483"/>
                  </a:lnTo>
                  <a:lnTo>
                    <a:pt x="34895" y="25321"/>
                  </a:lnTo>
                  <a:lnTo>
                    <a:pt x="39678" y="24302"/>
                  </a:lnTo>
                  <a:lnTo>
                    <a:pt x="41556" y="25779"/>
                  </a:lnTo>
                  <a:lnTo>
                    <a:pt x="46525" y="22233"/>
                  </a:lnTo>
                  <a:lnTo>
                    <a:pt x="49203" y="26386"/>
                  </a:lnTo>
                  <a:lnTo>
                    <a:pt x="53063" y="29654"/>
                  </a:lnTo>
                  <a:lnTo>
                    <a:pt x="51837" y="40525"/>
                  </a:lnTo>
                  <a:lnTo>
                    <a:pt x="56426" y="41296"/>
                  </a:lnTo>
                  <a:lnTo>
                    <a:pt x="63110" y="51386"/>
                  </a:lnTo>
                  <a:lnTo>
                    <a:pt x="64048" y="51652"/>
                  </a:lnTo>
                  <a:lnTo>
                    <a:pt x="67123" y="57377"/>
                  </a:lnTo>
                  <a:lnTo>
                    <a:pt x="65394" y="57892"/>
                  </a:lnTo>
                  <a:lnTo>
                    <a:pt x="63180" y="59938"/>
                  </a:lnTo>
                  <a:lnTo>
                    <a:pt x="67542" y="65083"/>
                  </a:lnTo>
                  <a:lnTo>
                    <a:pt x="57602" y="79797"/>
                  </a:lnTo>
                  <a:lnTo>
                    <a:pt x="52345" y="82158"/>
                  </a:lnTo>
                  <a:lnTo>
                    <a:pt x="45121" y="81884"/>
                  </a:lnTo>
                  <a:lnTo>
                    <a:pt x="42636" y="84947"/>
                  </a:lnTo>
                  <a:lnTo>
                    <a:pt x="46494" y="87849"/>
                  </a:lnTo>
                  <a:lnTo>
                    <a:pt x="41956" y="92507"/>
                  </a:lnTo>
                  <a:lnTo>
                    <a:pt x="34576" y="84433"/>
                  </a:lnTo>
                  <a:lnTo>
                    <a:pt x="37255" y="94405"/>
                  </a:lnTo>
                  <a:lnTo>
                    <a:pt x="35011" y="93325"/>
                  </a:lnTo>
                  <a:lnTo>
                    <a:pt x="29156" y="88444"/>
                  </a:lnTo>
                  <a:lnTo>
                    <a:pt x="26472" y="78607"/>
                  </a:lnTo>
                  <a:lnTo>
                    <a:pt x="26485" y="72112"/>
                  </a:lnTo>
                  <a:lnTo>
                    <a:pt x="28559" y="71384"/>
                  </a:lnTo>
                  <a:lnTo>
                    <a:pt x="31576" y="72799"/>
                  </a:lnTo>
                  <a:lnTo>
                    <a:pt x="33099" y="69703"/>
                  </a:lnTo>
                  <a:lnTo>
                    <a:pt x="32893" y="66653"/>
                  </a:lnTo>
                  <a:lnTo>
                    <a:pt x="31854" y="64365"/>
                  </a:lnTo>
                  <a:lnTo>
                    <a:pt x="30571" y="64114"/>
                  </a:lnTo>
                  <a:lnTo>
                    <a:pt x="26122" y="70242"/>
                  </a:lnTo>
                  <a:lnTo>
                    <a:pt x="26563" y="70525"/>
                  </a:lnTo>
                  <a:lnTo>
                    <a:pt x="23091" y="70939"/>
                  </a:lnTo>
                  <a:lnTo>
                    <a:pt x="20653" y="67715"/>
                  </a:lnTo>
                  <a:lnTo>
                    <a:pt x="20851" y="61285"/>
                  </a:lnTo>
                  <a:lnTo>
                    <a:pt x="10068" y="51114"/>
                  </a:lnTo>
                  <a:lnTo>
                    <a:pt x="7124" y="51514"/>
                  </a:lnTo>
                  <a:lnTo>
                    <a:pt x="4208" y="49588"/>
                  </a:lnTo>
                  <a:lnTo>
                    <a:pt x="0" y="44281"/>
                  </a:lnTo>
                  <a:lnTo>
                    <a:pt x="6217" y="39126"/>
                  </a:lnTo>
                  <a:lnTo>
                    <a:pt x="1595" y="32818"/>
                  </a:lnTo>
                  <a:lnTo>
                    <a:pt x="3429" y="25592"/>
                  </a:lnTo>
                  <a:lnTo>
                    <a:pt x="832" y="22374"/>
                  </a:lnTo>
                  <a:lnTo>
                    <a:pt x="1682" y="20739"/>
                  </a:lnTo>
                  <a:lnTo>
                    <a:pt x="3539" y="20911"/>
                  </a:lnTo>
                  <a:lnTo>
                    <a:pt x="6002" y="23733"/>
                  </a:lnTo>
                  <a:lnTo>
                    <a:pt x="9480" y="18445"/>
                  </a:lnTo>
                  <a:lnTo>
                    <a:pt x="10004" y="11497"/>
                  </a:lnTo>
                  <a:lnTo>
                    <a:pt x="9760" y="8347"/>
                  </a:lnTo>
                  <a:lnTo>
                    <a:pt x="17911" y="3993"/>
                  </a:lnTo>
                  <a:lnTo>
                    <a:pt x="17056" y="1582"/>
                  </a:lnTo>
                  <a:lnTo>
                    <a:pt x="19642" y="7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h3690"/>
            <p:cNvSpPr/>
            <p:nvPr/>
          </p:nvSpPr>
          <p:spPr>
            <a:xfrm>
              <a:off x="6275536" y="2284608"/>
              <a:ext cx="190084" cy="110314"/>
            </a:xfrm>
            <a:custGeom>
              <a:avLst/>
              <a:pathLst>
                <a:path w="190084" h="110314">
                  <a:moveTo>
                    <a:pt x="135473" y="8171"/>
                  </a:moveTo>
                  <a:lnTo>
                    <a:pt x="138997" y="9705"/>
                  </a:lnTo>
                  <a:lnTo>
                    <a:pt x="141784" y="7448"/>
                  </a:lnTo>
                  <a:lnTo>
                    <a:pt x="145755" y="4556"/>
                  </a:lnTo>
                  <a:lnTo>
                    <a:pt x="148270" y="7032"/>
                  </a:lnTo>
                  <a:lnTo>
                    <a:pt x="150213" y="10749"/>
                  </a:lnTo>
                  <a:lnTo>
                    <a:pt x="150153" y="14776"/>
                  </a:lnTo>
                  <a:lnTo>
                    <a:pt x="151875" y="16021"/>
                  </a:lnTo>
                  <a:lnTo>
                    <a:pt x="154014" y="16367"/>
                  </a:lnTo>
                  <a:lnTo>
                    <a:pt x="155789" y="11920"/>
                  </a:lnTo>
                  <a:lnTo>
                    <a:pt x="160895" y="9642"/>
                  </a:lnTo>
                  <a:lnTo>
                    <a:pt x="163031" y="10151"/>
                  </a:lnTo>
                  <a:lnTo>
                    <a:pt x="169402" y="13815"/>
                  </a:lnTo>
                  <a:lnTo>
                    <a:pt x="176310" y="22713"/>
                  </a:lnTo>
                  <a:lnTo>
                    <a:pt x="177472" y="31577"/>
                  </a:lnTo>
                  <a:lnTo>
                    <a:pt x="175718" y="35577"/>
                  </a:lnTo>
                  <a:lnTo>
                    <a:pt x="178782" y="37960"/>
                  </a:lnTo>
                  <a:lnTo>
                    <a:pt x="180653" y="38146"/>
                  </a:lnTo>
                  <a:lnTo>
                    <a:pt x="181781" y="36994"/>
                  </a:lnTo>
                  <a:lnTo>
                    <a:pt x="184425" y="41292"/>
                  </a:lnTo>
                  <a:lnTo>
                    <a:pt x="190084" y="42217"/>
                  </a:lnTo>
                  <a:lnTo>
                    <a:pt x="188666" y="45090"/>
                  </a:lnTo>
                  <a:lnTo>
                    <a:pt x="185450" y="45114"/>
                  </a:lnTo>
                  <a:lnTo>
                    <a:pt x="183537" y="47821"/>
                  </a:lnTo>
                  <a:lnTo>
                    <a:pt x="179515" y="46115"/>
                  </a:lnTo>
                  <a:lnTo>
                    <a:pt x="178867" y="46791"/>
                  </a:lnTo>
                  <a:lnTo>
                    <a:pt x="177501" y="52809"/>
                  </a:lnTo>
                  <a:lnTo>
                    <a:pt x="175033" y="55564"/>
                  </a:lnTo>
                  <a:lnTo>
                    <a:pt x="170643" y="63827"/>
                  </a:lnTo>
                  <a:lnTo>
                    <a:pt x="167782" y="67499"/>
                  </a:lnTo>
                  <a:lnTo>
                    <a:pt x="166833" y="69954"/>
                  </a:lnTo>
                  <a:lnTo>
                    <a:pt x="167140" y="71494"/>
                  </a:lnTo>
                  <a:lnTo>
                    <a:pt x="173327" y="68747"/>
                  </a:lnTo>
                  <a:lnTo>
                    <a:pt x="175727" y="72684"/>
                  </a:lnTo>
                  <a:lnTo>
                    <a:pt x="167353" y="73587"/>
                  </a:lnTo>
                  <a:lnTo>
                    <a:pt x="161046" y="76233"/>
                  </a:lnTo>
                  <a:lnTo>
                    <a:pt x="163856" y="85423"/>
                  </a:lnTo>
                  <a:lnTo>
                    <a:pt x="156570" y="87355"/>
                  </a:lnTo>
                  <a:lnTo>
                    <a:pt x="153943" y="89516"/>
                  </a:lnTo>
                  <a:lnTo>
                    <a:pt x="157249" y="97906"/>
                  </a:lnTo>
                  <a:lnTo>
                    <a:pt x="165693" y="98315"/>
                  </a:lnTo>
                  <a:lnTo>
                    <a:pt x="165394" y="100666"/>
                  </a:lnTo>
                  <a:lnTo>
                    <a:pt x="162592" y="101996"/>
                  </a:lnTo>
                  <a:lnTo>
                    <a:pt x="160698" y="108558"/>
                  </a:lnTo>
                  <a:lnTo>
                    <a:pt x="156674" y="106852"/>
                  </a:lnTo>
                  <a:lnTo>
                    <a:pt x="152786" y="109475"/>
                  </a:lnTo>
                  <a:lnTo>
                    <a:pt x="151693" y="104834"/>
                  </a:lnTo>
                  <a:lnTo>
                    <a:pt x="149961" y="104170"/>
                  </a:lnTo>
                  <a:lnTo>
                    <a:pt x="149980" y="101168"/>
                  </a:lnTo>
                  <a:lnTo>
                    <a:pt x="142376" y="106581"/>
                  </a:lnTo>
                  <a:lnTo>
                    <a:pt x="142680" y="108500"/>
                  </a:lnTo>
                  <a:lnTo>
                    <a:pt x="135429" y="104415"/>
                  </a:lnTo>
                  <a:lnTo>
                    <a:pt x="132682" y="108356"/>
                  </a:lnTo>
                  <a:lnTo>
                    <a:pt x="118835" y="108110"/>
                  </a:lnTo>
                  <a:lnTo>
                    <a:pt x="114904" y="105816"/>
                  </a:lnTo>
                  <a:lnTo>
                    <a:pt x="111119" y="109673"/>
                  </a:lnTo>
                  <a:lnTo>
                    <a:pt x="109558" y="110314"/>
                  </a:lnTo>
                  <a:lnTo>
                    <a:pt x="106989" y="105306"/>
                  </a:lnTo>
                  <a:lnTo>
                    <a:pt x="110659" y="103463"/>
                  </a:lnTo>
                  <a:lnTo>
                    <a:pt x="116290" y="90441"/>
                  </a:lnTo>
                  <a:lnTo>
                    <a:pt x="114752" y="84953"/>
                  </a:lnTo>
                  <a:lnTo>
                    <a:pt x="107555" y="84972"/>
                  </a:lnTo>
                  <a:lnTo>
                    <a:pt x="107650" y="79293"/>
                  </a:lnTo>
                  <a:lnTo>
                    <a:pt x="105230" y="78128"/>
                  </a:lnTo>
                  <a:lnTo>
                    <a:pt x="105221" y="80043"/>
                  </a:lnTo>
                  <a:lnTo>
                    <a:pt x="86572" y="72732"/>
                  </a:lnTo>
                  <a:lnTo>
                    <a:pt x="84801" y="67929"/>
                  </a:lnTo>
                  <a:lnTo>
                    <a:pt x="83168" y="67339"/>
                  </a:lnTo>
                  <a:lnTo>
                    <a:pt x="75193" y="71065"/>
                  </a:lnTo>
                  <a:lnTo>
                    <a:pt x="75525" y="74015"/>
                  </a:lnTo>
                  <a:lnTo>
                    <a:pt x="74425" y="78641"/>
                  </a:lnTo>
                  <a:lnTo>
                    <a:pt x="71979" y="81068"/>
                  </a:lnTo>
                  <a:lnTo>
                    <a:pt x="61642" y="81170"/>
                  </a:lnTo>
                  <a:lnTo>
                    <a:pt x="56582" y="83634"/>
                  </a:lnTo>
                  <a:lnTo>
                    <a:pt x="48439" y="81923"/>
                  </a:lnTo>
                  <a:lnTo>
                    <a:pt x="46140" y="89607"/>
                  </a:lnTo>
                  <a:lnTo>
                    <a:pt x="45226" y="88559"/>
                  </a:lnTo>
                  <a:lnTo>
                    <a:pt x="38394" y="85624"/>
                  </a:lnTo>
                  <a:lnTo>
                    <a:pt x="36794" y="87291"/>
                  </a:lnTo>
                  <a:lnTo>
                    <a:pt x="33457" y="88706"/>
                  </a:lnTo>
                  <a:lnTo>
                    <a:pt x="26951" y="89074"/>
                  </a:lnTo>
                  <a:lnTo>
                    <a:pt x="25277" y="88384"/>
                  </a:lnTo>
                  <a:lnTo>
                    <a:pt x="22641" y="83896"/>
                  </a:lnTo>
                  <a:lnTo>
                    <a:pt x="14405" y="89451"/>
                  </a:lnTo>
                  <a:lnTo>
                    <a:pt x="13026" y="92476"/>
                  </a:lnTo>
                  <a:lnTo>
                    <a:pt x="9333" y="93400"/>
                  </a:lnTo>
                  <a:lnTo>
                    <a:pt x="14624" y="82285"/>
                  </a:lnTo>
                  <a:lnTo>
                    <a:pt x="13392" y="79479"/>
                  </a:lnTo>
                  <a:lnTo>
                    <a:pt x="9924" y="75849"/>
                  </a:lnTo>
                  <a:lnTo>
                    <a:pt x="5333" y="73118"/>
                  </a:lnTo>
                  <a:lnTo>
                    <a:pt x="3495" y="64862"/>
                  </a:lnTo>
                  <a:lnTo>
                    <a:pt x="226" y="61246"/>
                  </a:lnTo>
                  <a:lnTo>
                    <a:pt x="654" y="60158"/>
                  </a:lnTo>
                  <a:lnTo>
                    <a:pt x="0" y="57323"/>
                  </a:lnTo>
                  <a:lnTo>
                    <a:pt x="3980" y="55685"/>
                  </a:lnTo>
                  <a:lnTo>
                    <a:pt x="6533" y="60469"/>
                  </a:lnTo>
                  <a:lnTo>
                    <a:pt x="12780" y="61631"/>
                  </a:lnTo>
                  <a:lnTo>
                    <a:pt x="13666" y="61218"/>
                  </a:lnTo>
                  <a:lnTo>
                    <a:pt x="14346" y="57139"/>
                  </a:lnTo>
                  <a:lnTo>
                    <a:pt x="17682" y="59430"/>
                  </a:lnTo>
                  <a:lnTo>
                    <a:pt x="26026" y="46103"/>
                  </a:lnTo>
                  <a:lnTo>
                    <a:pt x="29110" y="42396"/>
                  </a:lnTo>
                  <a:lnTo>
                    <a:pt x="28240" y="48130"/>
                  </a:lnTo>
                  <a:lnTo>
                    <a:pt x="27067" y="47104"/>
                  </a:lnTo>
                  <a:lnTo>
                    <a:pt x="27385" y="50155"/>
                  </a:lnTo>
                  <a:lnTo>
                    <a:pt x="30740" y="49510"/>
                  </a:lnTo>
                  <a:lnTo>
                    <a:pt x="32973" y="46401"/>
                  </a:lnTo>
                  <a:lnTo>
                    <a:pt x="34951" y="45208"/>
                  </a:lnTo>
                  <a:lnTo>
                    <a:pt x="36163" y="48730"/>
                  </a:lnTo>
                  <a:lnTo>
                    <a:pt x="33374" y="51541"/>
                  </a:lnTo>
                  <a:lnTo>
                    <a:pt x="41160" y="57121"/>
                  </a:lnTo>
                  <a:lnTo>
                    <a:pt x="52428" y="57260"/>
                  </a:lnTo>
                  <a:lnTo>
                    <a:pt x="53089" y="47193"/>
                  </a:lnTo>
                  <a:lnTo>
                    <a:pt x="58832" y="47616"/>
                  </a:lnTo>
                  <a:lnTo>
                    <a:pt x="59141" y="43593"/>
                  </a:lnTo>
                  <a:lnTo>
                    <a:pt x="75994" y="44043"/>
                  </a:lnTo>
                  <a:lnTo>
                    <a:pt x="86691" y="43409"/>
                  </a:lnTo>
                  <a:lnTo>
                    <a:pt x="89695" y="54022"/>
                  </a:lnTo>
                  <a:lnTo>
                    <a:pt x="100239" y="45238"/>
                  </a:lnTo>
                  <a:lnTo>
                    <a:pt x="99160" y="35083"/>
                  </a:lnTo>
                  <a:lnTo>
                    <a:pt x="100157" y="28618"/>
                  </a:lnTo>
                  <a:lnTo>
                    <a:pt x="96857" y="26918"/>
                  </a:lnTo>
                  <a:lnTo>
                    <a:pt x="112090" y="28674"/>
                  </a:lnTo>
                  <a:lnTo>
                    <a:pt x="118228" y="35966"/>
                  </a:lnTo>
                  <a:lnTo>
                    <a:pt x="126552" y="33556"/>
                  </a:lnTo>
                  <a:lnTo>
                    <a:pt x="127412" y="32346"/>
                  </a:lnTo>
                  <a:lnTo>
                    <a:pt x="122254" y="24354"/>
                  </a:lnTo>
                  <a:lnTo>
                    <a:pt x="123237" y="23292"/>
                  </a:lnTo>
                  <a:lnTo>
                    <a:pt x="127420" y="21788"/>
                  </a:lnTo>
                  <a:lnTo>
                    <a:pt x="128609" y="22335"/>
                  </a:lnTo>
                  <a:lnTo>
                    <a:pt x="129504" y="20250"/>
                  </a:lnTo>
                  <a:lnTo>
                    <a:pt x="127384" y="14613"/>
                  </a:lnTo>
                  <a:lnTo>
                    <a:pt x="12951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h3691"/>
            <p:cNvSpPr/>
            <p:nvPr/>
          </p:nvSpPr>
          <p:spPr>
            <a:xfrm>
              <a:off x="6700127" y="2339282"/>
              <a:ext cx="69699" cy="90451"/>
            </a:xfrm>
            <a:custGeom>
              <a:avLst/>
              <a:pathLst>
                <a:path w="69699" h="90451">
                  <a:moveTo>
                    <a:pt x="51345" y="7662"/>
                  </a:moveTo>
                  <a:lnTo>
                    <a:pt x="49647" y="11543"/>
                  </a:lnTo>
                  <a:lnTo>
                    <a:pt x="46061" y="11504"/>
                  </a:lnTo>
                  <a:lnTo>
                    <a:pt x="46030" y="16230"/>
                  </a:lnTo>
                  <a:lnTo>
                    <a:pt x="58770" y="21595"/>
                  </a:lnTo>
                  <a:lnTo>
                    <a:pt x="58854" y="26295"/>
                  </a:lnTo>
                  <a:lnTo>
                    <a:pt x="65139" y="46839"/>
                  </a:lnTo>
                  <a:lnTo>
                    <a:pt x="69699" y="81505"/>
                  </a:lnTo>
                  <a:lnTo>
                    <a:pt x="68835" y="83755"/>
                  </a:lnTo>
                  <a:lnTo>
                    <a:pt x="62389" y="86390"/>
                  </a:lnTo>
                  <a:lnTo>
                    <a:pt x="53675" y="85904"/>
                  </a:lnTo>
                  <a:lnTo>
                    <a:pt x="53081" y="87319"/>
                  </a:lnTo>
                  <a:lnTo>
                    <a:pt x="44947" y="89954"/>
                  </a:lnTo>
                  <a:lnTo>
                    <a:pt x="36258" y="90451"/>
                  </a:lnTo>
                  <a:lnTo>
                    <a:pt x="32943" y="87817"/>
                  </a:lnTo>
                  <a:lnTo>
                    <a:pt x="26768" y="89165"/>
                  </a:lnTo>
                  <a:lnTo>
                    <a:pt x="24961" y="87473"/>
                  </a:lnTo>
                  <a:lnTo>
                    <a:pt x="22809" y="82436"/>
                  </a:lnTo>
                  <a:lnTo>
                    <a:pt x="19545" y="79219"/>
                  </a:lnTo>
                  <a:lnTo>
                    <a:pt x="21190" y="77721"/>
                  </a:lnTo>
                  <a:lnTo>
                    <a:pt x="18103" y="76519"/>
                  </a:lnTo>
                  <a:lnTo>
                    <a:pt x="14464" y="72948"/>
                  </a:lnTo>
                  <a:lnTo>
                    <a:pt x="12148" y="69251"/>
                  </a:lnTo>
                  <a:lnTo>
                    <a:pt x="12841" y="66305"/>
                  </a:lnTo>
                  <a:lnTo>
                    <a:pt x="4436" y="58695"/>
                  </a:lnTo>
                  <a:lnTo>
                    <a:pt x="0" y="49690"/>
                  </a:lnTo>
                  <a:lnTo>
                    <a:pt x="8605" y="45937"/>
                  </a:lnTo>
                  <a:lnTo>
                    <a:pt x="15094" y="46194"/>
                  </a:lnTo>
                  <a:lnTo>
                    <a:pt x="21062" y="42154"/>
                  </a:lnTo>
                  <a:lnTo>
                    <a:pt x="20727" y="41211"/>
                  </a:lnTo>
                  <a:lnTo>
                    <a:pt x="23969" y="42706"/>
                  </a:lnTo>
                  <a:lnTo>
                    <a:pt x="24386" y="38486"/>
                  </a:lnTo>
                  <a:lnTo>
                    <a:pt x="4650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h3692"/>
            <p:cNvSpPr/>
            <p:nvPr/>
          </p:nvSpPr>
          <p:spPr>
            <a:xfrm>
              <a:off x="6625845" y="2230796"/>
              <a:ext cx="44247" cy="45906"/>
            </a:xfrm>
            <a:custGeom>
              <a:avLst/>
              <a:pathLst>
                <a:path w="44247" h="45906">
                  <a:moveTo>
                    <a:pt x="15167" y="1372"/>
                  </a:moveTo>
                  <a:lnTo>
                    <a:pt x="17682" y="2950"/>
                  </a:lnTo>
                  <a:lnTo>
                    <a:pt x="20050" y="3258"/>
                  </a:lnTo>
                  <a:lnTo>
                    <a:pt x="21868" y="7345"/>
                  </a:lnTo>
                  <a:lnTo>
                    <a:pt x="24550" y="7562"/>
                  </a:lnTo>
                  <a:lnTo>
                    <a:pt x="24900" y="4089"/>
                  </a:lnTo>
                  <a:lnTo>
                    <a:pt x="27465" y="4503"/>
                  </a:lnTo>
                  <a:lnTo>
                    <a:pt x="30136" y="7862"/>
                  </a:lnTo>
                  <a:lnTo>
                    <a:pt x="33269" y="7050"/>
                  </a:lnTo>
                  <a:lnTo>
                    <a:pt x="29457" y="2564"/>
                  </a:lnTo>
                  <a:lnTo>
                    <a:pt x="34446" y="1913"/>
                  </a:lnTo>
                  <a:lnTo>
                    <a:pt x="35640" y="4327"/>
                  </a:lnTo>
                  <a:lnTo>
                    <a:pt x="37788" y="4204"/>
                  </a:lnTo>
                  <a:lnTo>
                    <a:pt x="41001" y="1718"/>
                  </a:lnTo>
                  <a:lnTo>
                    <a:pt x="41313" y="5092"/>
                  </a:lnTo>
                  <a:lnTo>
                    <a:pt x="44247" y="10171"/>
                  </a:lnTo>
                  <a:lnTo>
                    <a:pt x="43257" y="17012"/>
                  </a:lnTo>
                  <a:lnTo>
                    <a:pt x="41689" y="21592"/>
                  </a:lnTo>
                  <a:lnTo>
                    <a:pt x="40064" y="22737"/>
                  </a:lnTo>
                  <a:lnTo>
                    <a:pt x="41398" y="23789"/>
                  </a:lnTo>
                  <a:lnTo>
                    <a:pt x="39726" y="26033"/>
                  </a:lnTo>
                  <a:lnTo>
                    <a:pt x="36045" y="32681"/>
                  </a:lnTo>
                  <a:lnTo>
                    <a:pt x="33327" y="32751"/>
                  </a:lnTo>
                  <a:lnTo>
                    <a:pt x="27763" y="43410"/>
                  </a:lnTo>
                  <a:lnTo>
                    <a:pt x="23149" y="45906"/>
                  </a:lnTo>
                  <a:lnTo>
                    <a:pt x="16567" y="38262"/>
                  </a:lnTo>
                  <a:lnTo>
                    <a:pt x="15791" y="37812"/>
                  </a:lnTo>
                  <a:lnTo>
                    <a:pt x="14169" y="39335"/>
                  </a:lnTo>
                  <a:lnTo>
                    <a:pt x="12365" y="37955"/>
                  </a:lnTo>
                  <a:lnTo>
                    <a:pt x="9573" y="34466"/>
                  </a:lnTo>
                  <a:lnTo>
                    <a:pt x="6184" y="27050"/>
                  </a:lnTo>
                  <a:lnTo>
                    <a:pt x="0" y="19938"/>
                  </a:lnTo>
                  <a:lnTo>
                    <a:pt x="6729" y="17700"/>
                  </a:lnTo>
                  <a:lnTo>
                    <a:pt x="8095" y="15248"/>
                  </a:lnTo>
                  <a:lnTo>
                    <a:pt x="10283" y="5874"/>
                  </a:lnTo>
                  <a:lnTo>
                    <a:pt x="13071" y="3836"/>
                  </a:lnTo>
                  <a:lnTo>
                    <a:pt x="14556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h3693"/>
            <p:cNvSpPr/>
            <p:nvPr/>
          </p:nvSpPr>
          <p:spPr>
            <a:xfrm>
              <a:off x="6543158" y="2270589"/>
              <a:ext cx="71543" cy="81661"/>
            </a:xfrm>
            <a:custGeom>
              <a:avLst/>
              <a:pathLst>
                <a:path w="71543" h="81661">
                  <a:moveTo>
                    <a:pt x="39751" y="1823"/>
                  </a:moveTo>
                  <a:lnTo>
                    <a:pt x="40485" y="706"/>
                  </a:lnTo>
                  <a:lnTo>
                    <a:pt x="43577" y="0"/>
                  </a:lnTo>
                  <a:lnTo>
                    <a:pt x="43671" y="4604"/>
                  </a:lnTo>
                  <a:lnTo>
                    <a:pt x="47958" y="3502"/>
                  </a:lnTo>
                  <a:lnTo>
                    <a:pt x="48261" y="3953"/>
                  </a:lnTo>
                  <a:lnTo>
                    <a:pt x="48959" y="9713"/>
                  </a:lnTo>
                  <a:lnTo>
                    <a:pt x="51457" y="15979"/>
                  </a:lnTo>
                  <a:lnTo>
                    <a:pt x="56761" y="14239"/>
                  </a:lnTo>
                  <a:lnTo>
                    <a:pt x="57047" y="16816"/>
                  </a:lnTo>
                  <a:lnTo>
                    <a:pt x="63486" y="15741"/>
                  </a:lnTo>
                  <a:lnTo>
                    <a:pt x="69949" y="24824"/>
                  </a:lnTo>
                  <a:lnTo>
                    <a:pt x="66348" y="30359"/>
                  </a:lnTo>
                  <a:lnTo>
                    <a:pt x="71543" y="40900"/>
                  </a:lnTo>
                  <a:lnTo>
                    <a:pt x="68748" y="39607"/>
                  </a:lnTo>
                  <a:lnTo>
                    <a:pt x="65615" y="42137"/>
                  </a:lnTo>
                  <a:lnTo>
                    <a:pt x="61482" y="50284"/>
                  </a:lnTo>
                  <a:lnTo>
                    <a:pt x="59745" y="51154"/>
                  </a:lnTo>
                  <a:lnTo>
                    <a:pt x="54432" y="58489"/>
                  </a:lnTo>
                  <a:lnTo>
                    <a:pt x="55195" y="61484"/>
                  </a:lnTo>
                  <a:lnTo>
                    <a:pt x="56978" y="63929"/>
                  </a:lnTo>
                  <a:lnTo>
                    <a:pt x="49824" y="68615"/>
                  </a:lnTo>
                  <a:lnTo>
                    <a:pt x="50827" y="70686"/>
                  </a:lnTo>
                  <a:lnTo>
                    <a:pt x="51399" y="77531"/>
                  </a:lnTo>
                  <a:lnTo>
                    <a:pt x="45123" y="77926"/>
                  </a:lnTo>
                  <a:lnTo>
                    <a:pt x="45200" y="80816"/>
                  </a:lnTo>
                  <a:lnTo>
                    <a:pt x="41224" y="79842"/>
                  </a:lnTo>
                  <a:lnTo>
                    <a:pt x="37871" y="81661"/>
                  </a:lnTo>
                  <a:lnTo>
                    <a:pt x="33002" y="68802"/>
                  </a:lnTo>
                  <a:lnTo>
                    <a:pt x="32203" y="74153"/>
                  </a:lnTo>
                  <a:lnTo>
                    <a:pt x="29270" y="76757"/>
                  </a:lnTo>
                  <a:lnTo>
                    <a:pt x="26968" y="77027"/>
                  </a:lnTo>
                  <a:lnTo>
                    <a:pt x="22781" y="75832"/>
                  </a:lnTo>
                  <a:lnTo>
                    <a:pt x="24331" y="69277"/>
                  </a:lnTo>
                  <a:lnTo>
                    <a:pt x="18602" y="68691"/>
                  </a:lnTo>
                  <a:lnTo>
                    <a:pt x="19103" y="72787"/>
                  </a:lnTo>
                  <a:lnTo>
                    <a:pt x="11969" y="75754"/>
                  </a:lnTo>
                  <a:lnTo>
                    <a:pt x="10033" y="76121"/>
                  </a:lnTo>
                  <a:lnTo>
                    <a:pt x="9892" y="72930"/>
                  </a:lnTo>
                  <a:lnTo>
                    <a:pt x="8871" y="71665"/>
                  </a:lnTo>
                  <a:lnTo>
                    <a:pt x="3909" y="73822"/>
                  </a:lnTo>
                  <a:lnTo>
                    <a:pt x="2061" y="72434"/>
                  </a:lnTo>
                  <a:lnTo>
                    <a:pt x="1423" y="67827"/>
                  </a:lnTo>
                  <a:lnTo>
                    <a:pt x="0" y="65936"/>
                  </a:lnTo>
                  <a:lnTo>
                    <a:pt x="1368" y="51239"/>
                  </a:lnTo>
                  <a:lnTo>
                    <a:pt x="1225" y="41697"/>
                  </a:lnTo>
                  <a:lnTo>
                    <a:pt x="518" y="40439"/>
                  </a:lnTo>
                  <a:lnTo>
                    <a:pt x="8211" y="40059"/>
                  </a:lnTo>
                  <a:lnTo>
                    <a:pt x="21239" y="35061"/>
                  </a:lnTo>
                  <a:lnTo>
                    <a:pt x="30900" y="33502"/>
                  </a:lnTo>
                  <a:lnTo>
                    <a:pt x="30049" y="23543"/>
                  </a:lnTo>
                  <a:lnTo>
                    <a:pt x="28931" y="21619"/>
                  </a:lnTo>
                  <a:lnTo>
                    <a:pt x="25858" y="20057"/>
                  </a:lnTo>
                  <a:lnTo>
                    <a:pt x="25370" y="16456"/>
                  </a:lnTo>
                  <a:lnTo>
                    <a:pt x="26162" y="14421"/>
                  </a:lnTo>
                  <a:lnTo>
                    <a:pt x="28052" y="14120"/>
                  </a:lnTo>
                  <a:lnTo>
                    <a:pt x="28984" y="15147"/>
                  </a:lnTo>
                  <a:lnTo>
                    <a:pt x="30332" y="13981"/>
                  </a:lnTo>
                  <a:lnTo>
                    <a:pt x="30226" y="11597"/>
                  </a:lnTo>
                  <a:lnTo>
                    <a:pt x="28699" y="8721"/>
                  </a:lnTo>
                  <a:lnTo>
                    <a:pt x="26092" y="12411"/>
                  </a:lnTo>
                  <a:lnTo>
                    <a:pt x="24795" y="11469"/>
                  </a:lnTo>
                  <a:lnTo>
                    <a:pt x="22863" y="5990"/>
                  </a:lnTo>
                  <a:lnTo>
                    <a:pt x="22730" y="3155"/>
                  </a:lnTo>
                  <a:lnTo>
                    <a:pt x="27656" y="2124"/>
                  </a:lnTo>
                  <a:lnTo>
                    <a:pt x="27808" y="715"/>
                  </a:lnTo>
                  <a:lnTo>
                    <a:pt x="30997" y="178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h3694"/>
            <p:cNvSpPr/>
            <p:nvPr/>
          </p:nvSpPr>
          <p:spPr>
            <a:xfrm>
              <a:off x="6269492" y="2233099"/>
              <a:ext cx="147828" cy="105532"/>
            </a:xfrm>
            <a:custGeom>
              <a:avLst/>
              <a:pathLst>
                <a:path w="147828" h="105532">
                  <a:moveTo>
                    <a:pt x="60094" y="4853"/>
                  </a:moveTo>
                  <a:lnTo>
                    <a:pt x="71044" y="13563"/>
                  </a:lnTo>
                  <a:lnTo>
                    <a:pt x="76226" y="14211"/>
                  </a:lnTo>
                  <a:lnTo>
                    <a:pt x="77860" y="12346"/>
                  </a:lnTo>
                  <a:lnTo>
                    <a:pt x="84043" y="11273"/>
                  </a:lnTo>
                  <a:lnTo>
                    <a:pt x="90815" y="14470"/>
                  </a:lnTo>
                  <a:lnTo>
                    <a:pt x="94016" y="14505"/>
                  </a:lnTo>
                  <a:lnTo>
                    <a:pt x="99249" y="16302"/>
                  </a:lnTo>
                  <a:lnTo>
                    <a:pt x="106150" y="20861"/>
                  </a:lnTo>
                  <a:lnTo>
                    <a:pt x="108751" y="18302"/>
                  </a:lnTo>
                  <a:lnTo>
                    <a:pt x="111976" y="22330"/>
                  </a:lnTo>
                  <a:lnTo>
                    <a:pt x="112055" y="28728"/>
                  </a:lnTo>
                  <a:lnTo>
                    <a:pt x="116241" y="34225"/>
                  </a:lnTo>
                  <a:lnTo>
                    <a:pt x="120018" y="36103"/>
                  </a:lnTo>
                  <a:lnTo>
                    <a:pt x="125249" y="36130"/>
                  </a:lnTo>
                  <a:lnTo>
                    <a:pt x="133639" y="30152"/>
                  </a:lnTo>
                  <a:lnTo>
                    <a:pt x="136118" y="33794"/>
                  </a:lnTo>
                  <a:lnTo>
                    <a:pt x="140895" y="37394"/>
                  </a:lnTo>
                  <a:lnTo>
                    <a:pt x="143230" y="40142"/>
                  </a:lnTo>
                  <a:lnTo>
                    <a:pt x="143671" y="41130"/>
                  </a:lnTo>
                  <a:lnTo>
                    <a:pt x="141721" y="51922"/>
                  </a:lnTo>
                  <a:lnTo>
                    <a:pt x="147828" y="58957"/>
                  </a:lnTo>
                  <a:lnTo>
                    <a:pt x="145041" y="61215"/>
                  </a:lnTo>
                  <a:lnTo>
                    <a:pt x="141516" y="59680"/>
                  </a:lnTo>
                  <a:lnTo>
                    <a:pt x="135555" y="51509"/>
                  </a:lnTo>
                  <a:lnTo>
                    <a:pt x="133428" y="66123"/>
                  </a:lnTo>
                  <a:lnTo>
                    <a:pt x="135547" y="71760"/>
                  </a:lnTo>
                  <a:lnTo>
                    <a:pt x="134653" y="73845"/>
                  </a:lnTo>
                  <a:lnTo>
                    <a:pt x="133464" y="73298"/>
                  </a:lnTo>
                  <a:lnTo>
                    <a:pt x="129281" y="74802"/>
                  </a:lnTo>
                  <a:lnTo>
                    <a:pt x="128298" y="75864"/>
                  </a:lnTo>
                  <a:lnTo>
                    <a:pt x="133456" y="83856"/>
                  </a:lnTo>
                  <a:lnTo>
                    <a:pt x="132595" y="85066"/>
                  </a:lnTo>
                  <a:lnTo>
                    <a:pt x="124271" y="87476"/>
                  </a:lnTo>
                  <a:lnTo>
                    <a:pt x="118133" y="80184"/>
                  </a:lnTo>
                  <a:lnTo>
                    <a:pt x="102901" y="78428"/>
                  </a:lnTo>
                  <a:lnTo>
                    <a:pt x="106201" y="80128"/>
                  </a:lnTo>
                  <a:lnTo>
                    <a:pt x="105203" y="86593"/>
                  </a:lnTo>
                  <a:lnTo>
                    <a:pt x="106282" y="96747"/>
                  </a:lnTo>
                  <a:lnTo>
                    <a:pt x="95738" y="105532"/>
                  </a:lnTo>
                  <a:lnTo>
                    <a:pt x="92735" y="94919"/>
                  </a:lnTo>
                  <a:lnTo>
                    <a:pt x="82037" y="95552"/>
                  </a:lnTo>
                  <a:lnTo>
                    <a:pt x="65185" y="95103"/>
                  </a:lnTo>
                  <a:lnTo>
                    <a:pt x="59133" y="94585"/>
                  </a:lnTo>
                  <a:lnTo>
                    <a:pt x="60659" y="92198"/>
                  </a:lnTo>
                  <a:lnTo>
                    <a:pt x="59952" y="90391"/>
                  </a:lnTo>
                  <a:lnTo>
                    <a:pt x="56338" y="89186"/>
                  </a:lnTo>
                  <a:lnTo>
                    <a:pt x="56212" y="93167"/>
                  </a:lnTo>
                  <a:lnTo>
                    <a:pt x="52965" y="95752"/>
                  </a:lnTo>
                  <a:lnTo>
                    <a:pt x="50529" y="94147"/>
                  </a:lnTo>
                  <a:lnTo>
                    <a:pt x="49207" y="90572"/>
                  </a:lnTo>
                  <a:lnTo>
                    <a:pt x="47641" y="85198"/>
                  </a:lnTo>
                  <a:lnTo>
                    <a:pt x="54033" y="82686"/>
                  </a:lnTo>
                  <a:lnTo>
                    <a:pt x="53729" y="80568"/>
                  </a:lnTo>
                  <a:lnTo>
                    <a:pt x="50077" y="80665"/>
                  </a:lnTo>
                  <a:lnTo>
                    <a:pt x="49650" y="78862"/>
                  </a:lnTo>
                  <a:lnTo>
                    <a:pt x="54839" y="78996"/>
                  </a:lnTo>
                  <a:lnTo>
                    <a:pt x="56091" y="81240"/>
                  </a:lnTo>
                  <a:lnTo>
                    <a:pt x="58699" y="78185"/>
                  </a:lnTo>
                  <a:lnTo>
                    <a:pt x="59906" y="75046"/>
                  </a:lnTo>
                  <a:lnTo>
                    <a:pt x="58551" y="70465"/>
                  </a:lnTo>
                  <a:lnTo>
                    <a:pt x="55340" y="67273"/>
                  </a:lnTo>
                  <a:lnTo>
                    <a:pt x="49493" y="66087"/>
                  </a:lnTo>
                  <a:lnTo>
                    <a:pt x="40516" y="68162"/>
                  </a:lnTo>
                  <a:lnTo>
                    <a:pt x="36878" y="68064"/>
                  </a:lnTo>
                  <a:lnTo>
                    <a:pt x="31758" y="64521"/>
                  </a:lnTo>
                  <a:lnTo>
                    <a:pt x="27819" y="60455"/>
                  </a:lnTo>
                  <a:lnTo>
                    <a:pt x="15373" y="54686"/>
                  </a:lnTo>
                  <a:lnTo>
                    <a:pt x="657" y="53676"/>
                  </a:lnTo>
                  <a:lnTo>
                    <a:pt x="0" y="46737"/>
                  </a:lnTo>
                  <a:lnTo>
                    <a:pt x="4827" y="39332"/>
                  </a:lnTo>
                  <a:lnTo>
                    <a:pt x="3958" y="32892"/>
                  </a:lnTo>
                  <a:lnTo>
                    <a:pt x="3698" y="30743"/>
                  </a:lnTo>
                  <a:lnTo>
                    <a:pt x="10453" y="22749"/>
                  </a:lnTo>
                  <a:lnTo>
                    <a:pt x="27137" y="11307"/>
                  </a:lnTo>
                  <a:lnTo>
                    <a:pt x="27139" y="9646"/>
                  </a:lnTo>
                  <a:lnTo>
                    <a:pt x="41538" y="2998"/>
                  </a:lnTo>
                  <a:lnTo>
                    <a:pt x="53328" y="10161"/>
                  </a:lnTo>
                  <a:lnTo>
                    <a:pt x="5833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h3695"/>
            <p:cNvSpPr/>
            <p:nvPr/>
          </p:nvSpPr>
          <p:spPr>
            <a:xfrm>
              <a:off x="6556029" y="2446407"/>
              <a:ext cx="53358" cy="54872"/>
            </a:xfrm>
            <a:custGeom>
              <a:avLst/>
              <a:pathLst>
                <a:path w="53358" h="54872">
                  <a:moveTo>
                    <a:pt x="19598" y="2029"/>
                  </a:moveTo>
                  <a:lnTo>
                    <a:pt x="23913" y="7279"/>
                  </a:lnTo>
                  <a:lnTo>
                    <a:pt x="36694" y="15784"/>
                  </a:lnTo>
                  <a:lnTo>
                    <a:pt x="37994" y="16677"/>
                  </a:lnTo>
                  <a:lnTo>
                    <a:pt x="34328" y="19027"/>
                  </a:lnTo>
                  <a:lnTo>
                    <a:pt x="35642" y="24062"/>
                  </a:lnTo>
                  <a:lnTo>
                    <a:pt x="39917" y="27845"/>
                  </a:lnTo>
                  <a:lnTo>
                    <a:pt x="45894" y="26111"/>
                  </a:lnTo>
                  <a:lnTo>
                    <a:pt x="46714" y="20059"/>
                  </a:lnTo>
                  <a:lnTo>
                    <a:pt x="41472" y="17665"/>
                  </a:lnTo>
                  <a:lnTo>
                    <a:pt x="44028" y="14554"/>
                  </a:lnTo>
                  <a:lnTo>
                    <a:pt x="51814" y="20012"/>
                  </a:lnTo>
                  <a:lnTo>
                    <a:pt x="53358" y="23017"/>
                  </a:lnTo>
                  <a:lnTo>
                    <a:pt x="52788" y="26163"/>
                  </a:lnTo>
                  <a:lnTo>
                    <a:pt x="52398" y="28531"/>
                  </a:lnTo>
                  <a:lnTo>
                    <a:pt x="48815" y="27832"/>
                  </a:lnTo>
                  <a:lnTo>
                    <a:pt x="45262" y="30398"/>
                  </a:lnTo>
                  <a:lnTo>
                    <a:pt x="49824" y="35353"/>
                  </a:lnTo>
                  <a:lnTo>
                    <a:pt x="51078" y="37766"/>
                  </a:lnTo>
                  <a:lnTo>
                    <a:pt x="50099" y="43457"/>
                  </a:lnTo>
                  <a:lnTo>
                    <a:pt x="47356" y="47768"/>
                  </a:lnTo>
                  <a:lnTo>
                    <a:pt x="47979" y="49563"/>
                  </a:lnTo>
                  <a:lnTo>
                    <a:pt x="41144" y="52981"/>
                  </a:lnTo>
                  <a:lnTo>
                    <a:pt x="40956" y="54872"/>
                  </a:lnTo>
                  <a:lnTo>
                    <a:pt x="35826" y="53992"/>
                  </a:lnTo>
                  <a:lnTo>
                    <a:pt x="24072" y="52410"/>
                  </a:lnTo>
                  <a:lnTo>
                    <a:pt x="23778" y="51639"/>
                  </a:lnTo>
                  <a:lnTo>
                    <a:pt x="24753" y="50333"/>
                  </a:lnTo>
                  <a:lnTo>
                    <a:pt x="24521" y="46469"/>
                  </a:lnTo>
                  <a:lnTo>
                    <a:pt x="18840" y="45709"/>
                  </a:lnTo>
                  <a:lnTo>
                    <a:pt x="15470" y="43917"/>
                  </a:lnTo>
                  <a:lnTo>
                    <a:pt x="6914" y="43651"/>
                  </a:lnTo>
                  <a:lnTo>
                    <a:pt x="6016" y="42516"/>
                  </a:lnTo>
                  <a:lnTo>
                    <a:pt x="6740" y="40987"/>
                  </a:lnTo>
                  <a:lnTo>
                    <a:pt x="11243" y="39897"/>
                  </a:lnTo>
                  <a:lnTo>
                    <a:pt x="14112" y="37610"/>
                  </a:lnTo>
                  <a:lnTo>
                    <a:pt x="13492" y="35064"/>
                  </a:lnTo>
                  <a:lnTo>
                    <a:pt x="4978" y="37482"/>
                  </a:lnTo>
                  <a:lnTo>
                    <a:pt x="4169" y="38680"/>
                  </a:lnTo>
                  <a:lnTo>
                    <a:pt x="1714" y="38782"/>
                  </a:lnTo>
                  <a:lnTo>
                    <a:pt x="960" y="34050"/>
                  </a:lnTo>
                  <a:lnTo>
                    <a:pt x="3632" y="32993"/>
                  </a:lnTo>
                  <a:lnTo>
                    <a:pt x="4035" y="31033"/>
                  </a:lnTo>
                  <a:lnTo>
                    <a:pt x="908" y="26126"/>
                  </a:lnTo>
                  <a:lnTo>
                    <a:pt x="0" y="26116"/>
                  </a:lnTo>
                  <a:lnTo>
                    <a:pt x="2187" y="24808"/>
                  </a:lnTo>
                  <a:lnTo>
                    <a:pt x="6032" y="20616"/>
                  </a:lnTo>
                  <a:lnTo>
                    <a:pt x="12456" y="16965"/>
                  </a:lnTo>
                  <a:lnTo>
                    <a:pt x="16688" y="16560"/>
                  </a:lnTo>
                  <a:lnTo>
                    <a:pt x="17856" y="15180"/>
                  </a:lnTo>
                  <a:lnTo>
                    <a:pt x="17674" y="13739"/>
                  </a:lnTo>
                  <a:lnTo>
                    <a:pt x="11755" y="8942"/>
                  </a:lnTo>
                  <a:lnTo>
                    <a:pt x="14125" y="6192"/>
                  </a:lnTo>
                  <a:lnTo>
                    <a:pt x="11855" y="2862"/>
                  </a:lnTo>
                  <a:lnTo>
                    <a:pt x="15810" y="1638"/>
                  </a:lnTo>
                  <a:lnTo>
                    <a:pt x="158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h3696"/>
            <p:cNvSpPr/>
            <p:nvPr/>
          </p:nvSpPr>
          <p:spPr>
            <a:xfrm>
              <a:off x="6502769" y="2342000"/>
              <a:ext cx="54464" cy="60899"/>
            </a:xfrm>
            <a:custGeom>
              <a:avLst/>
              <a:pathLst>
                <a:path w="54464" h="60899">
                  <a:moveTo>
                    <a:pt x="38297" y="1434"/>
                  </a:moveTo>
                  <a:lnTo>
                    <a:pt x="42450" y="1023"/>
                  </a:lnTo>
                  <a:lnTo>
                    <a:pt x="44298" y="2412"/>
                  </a:lnTo>
                  <a:lnTo>
                    <a:pt x="49260" y="255"/>
                  </a:lnTo>
                  <a:lnTo>
                    <a:pt x="50281" y="1520"/>
                  </a:lnTo>
                  <a:lnTo>
                    <a:pt x="47350" y="5131"/>
                  </a:lnTo>
                  <a:lnTo>
                    <a:pt x="48368" y="7841"/>
                  </a:lnTo>
                  <a:lnTo>
                    <a:pt x="47608" y="18873"/>
                  </a:lnTo>
                  <a:lnTo>
                    <a:pt x="52458" y="15691"/>
                  </a:lnTo>
                  <a:lnTo>
                    <a:pt x="54464" y="16636"/>
                  </a:lnTo>
                  <a:lnTo>
                    <a:pt x="51854" y="21407"/>
                  </a:lnTo>
                  <a:lnTo>
                    <a:pt x="51805" y="25942"/>
                  </a:lnTo>
                  <a:lnTo>
                    <a:pt x="54400" y="31488"/>
                  </a:lnTo>
                  <a:lnTo>
                    <a:pt x="53753" y="33437"/>
                  </a:lnTo>
                  <a:lnTo>
                    <a:pt x="46378" y="35447"/>
                  </a:lnTo>
                  <a:lnTo>
                    <a:pt x="45905" y="40038"/>
                  </a:lnTo>
                  <a:lnTo>
                    <a:pt x="44193" y="40012"/>
                  </a:lnTo>
                  <a:lnTo>
                    <a:pt x="39598" y="42051"/>
                  </a:lnTo>
                  <a:lnTo>
                    <a:pt x="34584" y="42091"/>
                  </a:lnTo>
                  <a:lnTo>
                    <a:pt x="36673" y="48145"/>
                  </a:lnTo>
                  <a:lnTo>
                    <a:pt x="35049" y="50165"/>
                  </a:lnTo>
                  <a:lnTo>
                    <a:pt x="31409" y="51737"/>
                  </a:lnTo>
                  <a:lnTo>
                    <a:pt x="28415" y="60693"/>
                  </a:lnTo>
                  <a:lnTo>
                    <a:pt x="24184" y="60899"/>
                  </a:lnTo>
                  <a:lnTo>
                    <a:pt x="16199" y="59619"/>
                  </a:lnTo>
                  <a:lnTo>
                    <a:pt x="14843" y="59579"/>
                  </a:lnTo>
                  <a:lnTo>
                    <a:pt x="14248" y="58739"/>
                  </a:lnTo>
                  <a:lnTo>
                    <a:pt x="14304" y="55502"/>
                  </a:lnTo>
                  <a:lnTo>
                    <a:pt x="14533" y="51150"/>
                  </a:lnTo>
                  <a:lnTo>
                    <a:pt x="16575" y="46505"/>
                  </a:lnTo>
                  <a:lnTo>
                    <a:pt x="8233" y="46078"/>
                  </a:lnTo>
                  <a:lnTo>
                    <a:pt x="841" y="42879"/>
                  </a:lnTo>
                  <a:lnTo>
                    <a:pt x="0" y="36748"/>
                  </a:lnTo>
                  <a:lnTo>
                    <a:pt x="481" y="35122"/>
                  </a:lnTo>
                  <a:lnTo>
                    <a:pt x="3994" y="36174"/>
                  </a:lnTo>
                  <a:lnTo>
                    <a:pt x="5018" y="30445"/>
                  </a:lnTo>
                  <a:lnTo>
                    <a:pt x="8488" y="31253"/>
                  </a:lnTo>
                  <a:lnTo>
                    <a:pt x="8929" y="21689"/>
                  </a:lnTo>
                  <a:lnTo>
                    <a:pt x="9577" y="20005"/>
                  </a:lnTo>
                  <a:lnTo>
                    <a:pt x="11691" y="15611"/>
                  </a:lnTo>
                  <a:lnTo>
                    <a:pt x="17643" y="12215"/>
                  </a:lnTo>
                  <a:lnTo>
                    <a:pt x="14252" y="9006"/>
                  </a:lnTo>
                  <a:lnTo>
                    <a:pt x="25320" y="5717"/>
                  </a:lnTo>
                  <a:lnTo>
                    <a:pt x="28615" y="3350"/>
                  </a:lnTo>
                  <a:lnTo>
                    <a:pt x="2873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h3697"/>
            <p:cNvSpPr/>
            <p:nvPr/>
          </p:nvSpPr>
          <p:spPr>
            <a:xfrm>
              <a:off x="6321549" y="2099579"/>
              <a:ext cx="144030" cy="103602"/>
            </a:xfrm>
            <a:custGeom>
              <a:avLst/>
              <a:pathLst>
                <a:path w="144030" h="103602">
                  <a:moveTo>
                    <a:pt x="41049" y="11066"/>
                  </a:moveTo>
                  <a:lnTo>
                    <a:pt x="42155" y="10746"/>
                  </a:lnTo>
                  <a:lnTo>
                    <a:pt x="49678" y="13380"/>
                  </a:lnTo>
                  <a:lnTo>
                    <a:pt x="55474" y="20940"/>
                  </a:lnTo>
                  <a:lnTo>
                    <a:pt x="59935" y="25000"/>
                  </a:lnTo>
                  <a:lnTo>
                    <a:pt x="57892" y="19980"/>
                  </a:lnTo>
                  <a:lnTo>
                    <a:pt x="59448" y="18881"/>
                  </a:lnTo>
                  <a:lnTo>
                    <a:pt x="63589" y="18148"/>
                  </a:lnTo>
                  <a:lnTo>
                    <a:pt x="65589" y="20297"/>
                  </a:lnTo>
                  <a:lnTo>
                    <a:pt x="68277" y="26271"/>
                  </a:lnTo>
                  <a:lnTo>
                    <a:pt x="75140" y="31211"/>
                  </a:lnTo>
                  <a:lnTo>
                    <a:pt x="80384" y="31575"/>
                  </a:lnTo>
                  <a:lnTo>
                    <a:pt x="78432" y="22514"/>
                  </a:lnTo>
                  <a:lnTo>
                    <a:pt x="86293" y="40682"/>
                  </a:lnTo>
                  <a:lnTo>
                    <a:pt x="95200" y="43854"/>
                  </a:lnTo>
                  <a:lnTo>
                    <a:pt x="99259" y="43390"/>
                  </a:lnTo>
                  <a:lnTo>
                    <a:pt x="103375" y="44908"/>
                  </a:lnTo>
                  <a:lnTo>
                    <a:pt x="105069" y="44097"/>
                  </a:lnTo>
                  <a:lnTo>
                    <a:pt x="107533" y="42809"/>
                  </a:lnTo>
                  <a:lnTo>
                    <a:pt x="108307" y="43377"/>
                  </a:lnTo>
                  <a:lnTo>
                    <a:pt x="109914" y="46770"/>
                  </a:lnTo>
                  <a:lnTo>
                    <a:pt x="108904" y="49750"/>
                  </a:lnTo>
                  <a:lnTo>
                    <a:pt x="113434" y="52393"/>
                  </a:lnTo>
                  <a:lnTo>
                    <a:pt x="116917" y="48977"/>
                  </a:lnTo>
                  <a:lnTo>
                    <a:pt x="118891" y="49947"/>
                  </a:lnTo>
                  <a:lnTo>
                    <a:pt x="118893" y="51971"/>
                  </a:lnTo>
                  <a:lnTo>
                    <a:pt x="119580" y="52562"/>
                  </a:lnTo>
                  <a:lnTo>
                    <a:pt x="139004" y="45207"/>
                  </a:lnTo>
                  <a:lnTo>
                    <a:pt x="144019" y="58712"/>
                  </a:lnTo>
                  <a:lnTo>
                    <a:pt x="144030" y="59634"/>
                  </a:lnTo>
                  <a:lnTo>
                    <a:pt x="117346" y="86739"/>
                  </a:lnTo>
                  <a:lnTo>
                    <a:pt x="120374" y="91116"/>
                  </a:lnTo>
                  <a:lnTo>
                    <a:pt x="121281" y="91087"/>
                  </a:lnTo>
                  <a:lnTo>
                    <a:pt x="122223" y="92188"/>
                  </a:lnTo>
                  <a:lnTo>
                    <a:pt x="123957" y="95790"/>
                  </a:lnTo>
                  <a:lnTo>
                    <a:pt x="121920" y="97582"/>
                  </a:lnTo>
                  <a:lnTo>
                    <a:pt x="109803" y="103602"/>
                  </a:lnTo>
                  <a:lnTo>
                    <a:pt x="107729" y="103577"/>
                  </a:lnTo>
                  <a:lnTo>
                    <a:pt x="104431" y="98009"/>
                  </a:lnTo>
                  <a:lnTo>
                    <a:pt x="101355" y="92284"/>
                  </a:lnTo>
                  <a:lnTo>
                    <a:pt x="100417" y="92019"/>
                  </a:lnTo>
                  <a:lnTo>
                    <a:pt x="93734" y="81928"/>
                  </a:lnTo>
                  <a:lnTo>
                    <a:pt x="89145" y="81157"/>
                  </a:lnTo>
                  <a:lnTo>
                    <a:pt x="90370" y="70286"/>
                  </a:lnTo>
                  <a:lnTo>
                    <a:pt x="86511" y="67018"/>
                  </a:lnTo>
                  <a:lnTo>
                    <a:pt x="83833" y="62865"/>
                  </a:lnTo>
                  <a:lnTo>
                    <a:pt x="78864" y="66411"/>
                  </a:lnTo>
                  <a:lnTo>
                    <a:pt x="76985" y="64934"/>
                  </a:lnTo>
                  <a:lnTo>
                    <a:pt x="72202" y="65953"/>
                  </a:lnTo>
                  <a:lnTo>
                    <a:pt x="69667" y="56115"/>
                  </a:lnTo>
                  <a:lnTo>
                    <a:pt x="69554" y="51526"/>
                  </a:lnTo>
                  <a:lnTo>
                    <a:pt x="66003" y="46529"/>
                  </a:lnTo>
                  <a:lnTo>
                    <a:pt x="60547" y="43625"/>
                  </a:lnTo>
                  <a:lnTo>
                    <a:pt x="58595" y="40632"/>
                  </a:lnTo>
                  <a:lnTo>
                    <a:pt x="56950" y="40705"/>
                  </a:lnTo>
                  <a:lnTo>
                    <a:pt x="54364" y="42214"/>
                  </a:lnTo>
                  <a:lnTo>
                    <a:pt x="55218" y="44625"/>
                  </a:lnTo>
                  <a:lnTo>
                    <a:pt x="47068" y="48980"/>
                  </a:lnTo>
                  <a:lnTo>
                    <a:pt x="47312" y="52130"/>
                  </a:lnTo>
                  <a:lnTo>
                    <a:pt x="42081" y="58560"/>
                  </a:lnTo>
                  <a:lnTo>
                    <a:pt x="39732" y="55451"/>
                  </a:lnTo>
                  <a:lnTo>
                    <a:pt x="38879" y="51909"/>
                  </a:lnTo>
                  <a:lnTo>
                    <a:pt x="33592" y="55070"/>
                  </a:lnTo>
                  <a:lnTo>
                    <a:pt x="32838" y="60055"/>
                  </a:lnTo>
                  <a:lnTo>
                    <a:pt x="31244" y="62398"/>
                  </a:lnTo>
                  <a:lnTo>
                    <a:pt x="28455" y="63280"/>
                  </a:lnTo>
                  <a:lnTo>
                    <a:pt x="26467" y="62540"/>
                  </a:lnTo>
                  <a:lnTo>
                    <a:pt x="18109" y="56047"/>
                  </a:lnTo>
                  <a:lnTo>
                    <a:pt x="17368" y="53093"/>
                  </a:lnTo>
                  <a:lnTo>
                    <a:pt x="14696" y="48855"/>
                  </a:lnTo>
                  <a:lnTo>
                    <a:pt x="6369" y="48371"/>
                  </a:lnTo>
                  <a:lnTo>
                    <a:pt x="8860" y="47366"/>
                  </a:lnTo>
                  <a:lnTo>
                    <a:pt x="9697" y="44542"/>
                  </a:lnTo>
                  <a:lnTo>
                    <a:pt x="8575" y="43038"/>
                  </a:lnTo>
                  <a:lnTo>
                    <a:pt x="4010" y="43824"/>
                  </a:lnTo>
                  <a:lnTo>
                    <a:pt x="1226" y="40910"/>
                  </a:lnTo>
                  <a:lnTo>
                    <a:pt x="0" y="40230"/>
                  </a:lnTo>
                  <a:lnTo>
                    <a:pt x="4640" y="38672"/>
                  </a:lnTo>
                  <a:lnTo>
                    <a:pt x="5799" y="34414"/>
                  </a:lnTo>
                  <a:lnTo>
                    <a:pt x="5499" y="30299"/>
                  </a:lnTo>
                  <a:lnTo>
                    <a:pt x="9067" y="21598"/>
                  </a:lnTo>
                  <a:lnTo>
                    <a:pt x="13337" y="17902"/>
                  </a:lnTo>
                  <a:lnTo>
                    <a:pt x="16321" y="17455"/>
                  </a:lnTo>
                  <a:lnTo>
                    <a:pt x="18106" y="19015"/>
                  </a:lnTo>
                  <a:lnTo>
                    <a:pt x="18186" y="16910"/>
                  </a:lnTo>
                  <a:lnTo>
                    <a:pt x="17074" y="15960"/>
                  </a:lnTo>
                  <a:lnTo>
                    <a:pt x="12962" y="14931"/>
                  </a:lnTo>
                  <a:lnTo>
                    <a:pt x="12729" y="10284"/>
                  </a:lnTo>
                  <a:lnTo>
                    <a:pt x="13299" y="9004"/>
                  </a:lnTo>
                  <a:lnTo>
                    <a:pt x="19201" y="8326"/>
                  </a:lnTo>
                  <a:lnTo>
                    <a:pt x="22024" y="11042"/>
                  </a:lnTo>
                  <a:lnTo>
                    <a:pt x="24824" y="6005"/>
                  </a:lnTo>
                  <a:lnTo>
                    <a:pt x="26470" y="2202"/>
                  </a:lnTo>
                  <a:lnTo>
                    <a:pt x="2861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h3698"/>
            <p:cNvSpPr/>
            <p:nvPr/>
          </p:nvSpPr>
          <p:spPr>
            <a:xfrm>
              <a:off x="6408761" y="2365425"/>
              <a:ext cx="124512" cy="82307"/>
            </a:xfrm>
            <a:custGeom>
              <a:avLst/>
              <a:pathLst>
                <a:path w="124512" h="82307">
                  <a:moveTo>
                    <a:pt x="93046" y="1527"/>
                  </a:moveTo>
                  <a:lnTo>
                    <a:pt x="90641" y="8009"/>
                  </a:lnTo>
                  <a:lnTo>
                    <a:pt x="92006" y="12698"/>
                  </a:lnTo>
                  <a:lnTo>
                    <a:pt x="94008" y="13323"/>
                  </a:lnTo>
                  <a:lnTo>
                    <a:pt x="94850" y="19454"/>
                  </a:lnTo>
                  <a:lnTo>
                    <a:pt x="102241" y="22652"/>
                  </a:lnTo>
                  <a:lnTo>
                    <a:pt x="110584" y="23080"/>
                  </a:lnTo>
                  <a:lnTo>
                    <a:pt x="108542" y="27725"/>
                  </a:lnTo>
                  <a:lnTo>
                    <a:pt x="108313" y="32077"/>
                  </a:lnTo>
                  <a:lnTo>
                    <a:pt x="108256" y="35313"/>
                  </a:lnTo>
                  <a:lnTo>
                    <a:pt x="108852" y="36154"/>
                  </a:lnTo>
                  <a:lnTo>
                    <a:pt x="110208" y="36194"/>
                  </a:lnTo>
                  <a:lnTo>
                    <a:pt x="113700" y="40602"/>
                  </a:lnTo>
                  <a:lnTo>
                    <a:pt x="116154" y="38456"/>
                  </a:lnTo>
                  <a:lnTo>
                    <a:pt x="117339" y="44557"/>
                  </a:lnTo>
                  <a:lnTo>
                    <a:pt x="114453" y="48162"/>
                  </a:lnTo>
                  <a:lnTo>
                    <a:pt x="116837" y="52115"/>
                  </a:lnTo>
                  <a:lnTo>
                    <a:pt x="124454" y="53931"/>
                  </a:lnTo>
                  <a:lnTo>
                    <a:pt x="124512" y="54980"/>
                  </a:lnTo>
                  <a:lnTo>
                    <a:pt x="122796" y="56801"/>
                  </a:lnTo>
                  <a:lnTo>
                    <a:pt x="121361" y="56201"/>
                  </a:lnTo>
                  <a:lnTo>
                    <a:pt x="119372" y="56869"/>
                  </a:lnTo>
                  <a:lnTo>
                    <a:pt x="114747" y="60966"/>
                  </a:lnTo>
                  <a:lnTo>
                    <a:pt x="112989" y="59870"/>
                  </a:lnTo>
                  <a:lnTo>
                    <a:pt x="110118" y="63058"/>
                  </a:lnTo>
                  <a:lnTo>
                    <a:pt x="107650" y="68391"/>
                  </a:lnTo>
                  <a:lnTo>
                    <a:pt x="101732" y="68578"/>
                  </a:lnTo>
                  <a:lnTo>
                    <a:pt x="96883" y="71109"/>
                  </a:lnTo>
                  <a:lnTo>
                    <a:pt x="92965" y="71131"/>
                  </a:lnTo>
                  <a:lnTo>
                    <a:pt x="92233" y="70386"/>
                  </a:lnTo>
                  <a:lnTo>
                    <a:pt x="88605" y="69804"/>
                  </a:lnTo>
                  <a:lnTo>
                    <a:pt x="82952" y="70884"/>
                  </a:lnTo>
                  <a:lnTo>
                    <a:pt x="79738" y="76252"/>
                  </a:lnTo>
                  <a:lnTo>
                    <a:pt x="80312" y="82307"/>
                  </a:lnTo>
                  <a:lnTo>
                    <a:pt x="75553" y="82281"/>
                  </a:lnTo>
                  <a:lnTo>
                    <a:pt x="73957" y="74784"/>
                  </a:lnTo>
                  <a:lnTo>
                    <a:pt x="71292" y="72001"/>
                  </a:lnTo>
                  <a:lnTo>
                    <a:pt x="71684" y="68843"/>
                  </a:lnTo>
                  <a:lnTo>
                    <a:pt x="72946" y="66893"/>
                  </a:lnTo>
                  <a:lnTo>
                    <a:pt x="71821" y="66050"/>
                  </a:lnTo>
                  <a:lnTo>
                    <a:pt x="65385" y="65438"/>
                  </a:lnTo>
                  <a:lnTo>
                    <a:pt x="57696" y="67436"/>
                  </a:lnTo>
                  <a:lnTo>
                    <a:pt x="53498" y="63401"/>
                  </a:lnTo>
                  <a:lnTo>
                    <a:pt x="46788" y="54909"/>
                  </a:lnTo>
                  <a:lnTo>
                    <a:pt x="40822" y="54018"/>
                  </a:lnTo>
                  <a:lnTo>
                    <a:pt x="41225" y="55570"/>
                  </a:lnTo>
                  <a:lnTo>
                    <a:pt x="40601" y="57998"/>
                  </a:lnTo>
                  <a:lnTo>
                    <a:pt x="38046" y="59615"/>
                  </a:lnTo>
                  <a:lnTo>
                    <a:pt x="34488" y="60382"/>
                  </a:lnTo>
                  <a:lnTo>
                    <a:pt x="33874" y="61724"/>
                  </a:lnTo>
                  <a:lnTo>
                    <a:pt x="36179" y="64016"/>
                  </a:lnTo>
                  <a:lnTo>
                    <a:pt x="38845" y="64707"/>
                  </a:lnTo>
                  <a:lnTo>
                    <a:pt x="41856" y="67582"/>
                  </a:lnTo>
                  <a:lnTo>
                    <a:pt x="42607" y="70538"/>
                  </a:lnTo>
                  <a:lnTo>
                    <a:pt x="39756" y="70066"/>
                  </a:lnTo>
                  <a:lnTo>
                    <a:pt x="37725" y="65420"/>
                  </a:lnTo>
                  <a:lnTo>
                    <a:pt x="30588" y="66435"/>
                  </a:lnTo>
                  <a:lnTo>
                    <a:pt x="29903" y="70254"/>
                  </a:lnTo>
                  <a:lnTo>
                    <a:pt x="3916" y="58358"/>
                  </a:lnTo>
                  <a:lnTo>
                    <a:pt x="6979" y="55257"/>
                  </a:lnTo>
                  <a:lnTo>
                    <a:pt x="7852" y="50218"/>
                  </a:lnTo>
                  <a:lnTo>
                    <a:pt x="4120" y="42807"/>
                  </a:lnTo>
                  <a:lnTo>
                    <a:pt x="0" y="39862"/>
                  </a:lnTo>
                  <a:lnTo>
                    <a:pt x="12311" y="39311"/>
                  </a:lnTo>
                  <a:lnTo>
                    <a:pt x="11404" y="33881"/>
                  </a:lnTo>
                  <a:lnTo>
                    <a:pt x="18468" y="24017"/>
                  </a:lnTo>
                  <a:lnTo>
                    <a:pt x="19561" y="28659"/>
                  </a:lnTo>
                  <a:lnTo>
                    <a:pt x="23449" y="26035"/>
                  </a:lnTo>
                  <a:lnTo>
                    <a:pt x="27473" y="27741"/>
                  </a:lnTo>
                  <a:lnTo>
                    <a:pt x="38980" y="21524"/>
                  </a:lnTo>
                  <a:lnTo>
                    <a:pt x="45054" y="29274"/>
                  </a:lnTo>
                  <a:lnTo>
                    <a:pt x="54254" y="36905"/>
                  </a:lnTo>
                  <a:lnTo>
                    <a:pt x="56075" y="35132"/>
                  </a:lnTo>
                  <a:lnTo>
                    <a:pt x="54146" y="30225"/>
                  </a:lnTo>
                  <a:lnTo>
                    <a:pt x="56221" y="28893"/>
                  </a:lnTo>
                  <a:lnTo>
                    <a:pt x="57833" y="33354"/>
                  </a:lnTo>
                  <a:lnTo>
                    <a:pt x="70617" y="20640"/>
                  </a:lnTo>
                  <a:lnTo>
                    <a:pt x="67796" y="21672"/>
                  </a:lnTo>
                  <a:lnTo>
                    <a:pt x="65075" y="15756"/>
                  </a:lnTo>
                  <a:lnTo>
                    <a:pt x="64301" y="11252"/>
                  </a:lnTo>
                  <a:lnTo>
                    <a:pt x="70121" y="5924"/>
                  </a:lnTo>
                  <a:lnTo>
                    <a:pt x="83667" y="1459"/>
                  </a:lnTo>
                  <a:lnTo>
                    <a:pt x="9242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h3699"/>
            <p:cNvSpPr/>
            <p:nvPr/>
          </p:nvSpPr>
          <p:spPr>
            <a:xfrm>
              <a:off x="6396686" y="2419443"/>
              <a:ext cx="177200" cy="135330"/>
            </a:xfrm>
            <a:custGeom>
              <a:avLst/>
              <a:pathLst>
                <a:path w="177200" h="135330">
                  <a:moveTo>
                    <a:pt x="58863" y="891"/>
                  </a:moveTo>
                  <a:lnTo>
                    <a:pt x="65573" y="9383"/>
                  </a:lnTo>
                  <a:lnTo>
                    <a:pt x="69772" y="13417"/>
                  </a:lnTo>
                  <a:lnTo>
                    <a:pt x="77460" y="11420"/>
                  </a:lnTo>
                  <a:lnTo>
                    <a:pt x="83896" y="12031"/>
                  </a:lnTo>
                  <a:lnTo>
                    <a:pt x="85021" y="12875"/>
                  </a:lnTo>
                  <a:lnTo>
                    <a:pt x="83759" y="14825"/>
                  </a:lnTo>
                  <a:lnTo>
                    <a:pt x="83367" y="17982"/>
                  </a:lnTo>
                  <a:lnTo>
                    <a:pt x="86032" y="20766"/>
                  </a:lnTo>
                  <a:lnTo>
                    <a:pt x="87628" y="28262"/>
                  </a:lnTo>
                  <a:lnTo>
                    <a:pt x="92387" y="28289"/>
                  </a:lnTo>
                  <a:lnTo>
                    <a:pt x="91813" y="22234"/>
                  </a:lnTo>
                  <a:lnTo>
                    <a:pt x="95027" y="16866"/>
                  </a:lnTo>
                  <a:lnTo>
                    <a:pt x="100680" y="15785"/>
                  </a:lnTo>
                  <a:lnTo>
                    <a:pt x="104308" y="16368"/>
                  </a:lnTo>
                  <a:lnTo>
                    <a:pt x="105040" y="17113"/>
                  </a:lnTo>
                  <a:lnTo>
                    <a:pt x="108958" y="17090"/>
                  </a:lnTo>
                  <a:lnTo>
                    <a:pt x="113807" y="14560"/>
                  </a:lnTo>
                  <a:lnTo>
                    <a:pt x="119725" y="14373"/>
                  </a:lnTo>
                  <a:lnTo>
                    <a:pt x="122193" y="9039"/>
                  </a:lnTo>
                  <a:lnTo>
                    <a:pt x="124201" y="9518"/>
                  </a:lnTo>
                  <a:lnTo>
                    <a:pt x="125648" y="11959"/>
                  </a:lnTo>
                  <a:lnTo>
                    <a:pt x="126672" y="12334"/>
                  </a:lnTo>
                  <a:lnTo>
                    <a:pt x="130161" y="11370"/>
                  </a:lnTo>
                  <a:lnTo>
                    <a:pt x="134136" y="8399"/>
                  </a:lnTo>
                  <a:lnTo>
                    <a:pt x="146674" y="9697"/>
                  </a:lnTo>
                  <a:lnTo>
                    <a:pt x="151588" y="18789"/>
                  </a:lnTo>
                  <a:lnTo>
                    <a:pt x="152895" y="20010"/>
                  </a:lnTo>
                  <a:lnTo>
                    <a:pt x="153996" y="17049"/>
                  </a:lnTo>
                  <a:lnTo>
                    <a:pt x="158184" y="19873"/>
                  </a:lnTo>
                  <a:lnTo>
                    <a:pt x="158381" y="18505"/>
                  </a:lnTo>
                  <a:lnTo>
                    <a:pt x="160169" y="15656"/>
                  </a:lnTo>
                  <a:lnTo>
                    <a:pt x="167923" y="17278"/>
                  </a:lnTo>
                  <a:lnTo>
                    <a:pt x="169871" y="16659"/>
                  </a:lnTo>
                  <a:lnTo>
                    <a:pt x="171198" y="29825"/>
                  </a:lnTo>
                  <a:lnTo>
                    <a:pt x="173469" y="33155"/>
                  </a:lnTo>
                  <a:lnTo>
                    <a:pt x="171099" y="35905"/>
                  </a:lnTo>
                  <a:lnTo>
                    <a:pt x="177018" y="40703"/>
                  </a:lnTo>
                  <a:lnTo>
                    <a:pt x="177200" y="42143"/>
                  </a:lnTo>
                  <a:lnTo>
                    <a:pt x="176032" y="43523"/>
                  </a:lnTo>
                  <a:lnTo>
                    <a:pt x="171800" y="43928"/>
                  </a:lnTo>
                  <a:lnTo>
                    <a:pt x="165376" y="47580"/>
                  </a:lnTo>
                  <a:lnTo>
                    <a:pt x="161531" y="51771"/>
                  </a:lnTo>
                  <a:lnTo>
                    <a:pt x="159343" y="53079"/>
                  </a:lnTo>
                  <a:lnTo>
                    <a:pt x="157991" y="50102"/>
                  </a:lnTo>
                  <a:lnTo>
                    <a:pt x="156117" y="48733"/>
                  </a:lnTo>
                  <a:lnTo>
                    <a:pt x="154483" y="49004"/>
                  </a:lnTo>
                  <a:lnTo>
                    <a:pt x="149731" y="57327"/>
                  </a:lnTo>
                  <a:lnTo>
                    <a:pt x="150251" y="62408"/>
                  </a:lnTo>
                  <a:lnTo>
                    <a:pt x="142242" y="64753"/>
                  </a:lnTo>
                  <a:lnTo>
                    <a:pt x="140954" y="69056"/>
                  </a:lnTo>
                  <a:lnTo>
                    <a:pt x="141696" y="78504"/>
                  </a:lnTo>
                  <a:lnTo>
                    <a:pt x="139214" y="88023"/>
                  </a:lnTo>
                  <a:lnTo>
                    <a:pt x="139014" y="88902"/>
                  </a:lnTo>
                  <a:lnTo>
                    <a:pt x="130803" y="90524"/>
                  </a:lnTo>
                  <a:lnTo>
                    <a:pt x="127107" y="89573"/>
                  </a:lnTo>
                  <a:lnTo>
                    <a:pt x="123841" y="87331"/>
                  </a:lnTo>
                  <a:lnTo>
                    <a:pt x="123101" y="91227"/>
                  </a:lnTo>
                  <a:lnTo>
                    <a:pt x="127219" y="95756"/>
                  </a:lnTo>
                  <a:lnTo>
                    <a:pt x="131567" y="99049"/>
                  </a:lnTo>
                  <a:lnTo>
                    <a:pt x="135401" y="97640"/>
                  </a:lnTo>
                  <a:lnTo>
                    <a:pt x="137632" y="98251"/>
                  </a:lnTo>
                  <a:lnTo>
                    <a:pt x="138653" y="99493"/>
                  </a:lnTo>
                  <a:lnTo>
                    <a:pt x="139134" y="101267"/>
                  </a:lnTo>
                  <a:lnTo>
                    <a:pt x="134707" y="103764"/>
                  </a:lnTo>
                  <a:lnTo>
                    <a:pt x="132146" y="101672"/>
                  </a:lnTo>
                  <a:lnTo>
                    <a:pt x="129681" y="101894"/>
                  </a:lnTo>
                  <a:lnTo>
                    <a:pt x="128089" y="104500"/>
                  </a:lnTo>
                  <a:lnTo>
                    <a:pt x="129363" y="107100"/>
                  </a:lnTo>
                  <a:lnTo>
                    <a:pt x="134652" y="107146"/>
                  </a:lnTo>
                  <a:lnTo>
                    <a:pt x="134788" y="108405"/>
                  </a:lnTo>
                  <a:lnTo>
                    <a:pt x="132488" y="108947"/>
                  </a:lnTo>
                  <a:lnTo>
                    <a:pt x="125089" y="108667"/>
                  </a:lnTo>
                  <a:lnTo>
                    <a:pt x="126232" y="105954"/>
                  </a:lnTo>
                  <a:lnTo>
                    <a:pt x="125593" y="104810"/>
                  </a:lnTo>
                  <a:lnTo>
                    <a:pt x="119612" y="115315"/>
                  </a:lnTo>
                  <a:lnTo>
                    <a:pt x="116440" y="112758"/>
                  </a:lnTo>
                  <a:lnTo>
                    <a:pt x="107604" y="117983"/>
                  </a:lnTo>
                  <a:lnTo>
                    <a:pt x="109891" y="120353"/>
                  </a:lnTo>
                  <a:lnTo>
                    <a:pt x="109571" y="122628"/>
                  </a:lnTo>
                  <a:lnTo>
                    <a:pt x="106979" y="125038"/>
                  </a:lnTo>
                  <a:lnTo>
                    <a:pt x="100427" y="120798"/>
                  </a:lnTo>
                  <a:lnTo>
                    <a:pt x="100232" y="123937"/>
                  </a:lnTo>
                  <a:lnTo>
                    <a:pt x="90169" y="124086"/>
                  </a:lnTo>
                  <a:lnTo>
                    <a:pt x="90270" y="135330"/>
                  </a:lnTo>
                  <a:lnTo>
                    <a:pt x="87612" y="134298"/>
                  </a:lnTo>
                  <a:lnTo>
                    <a:pt x="88889" y="124505"/>
                  </a:lnTo>
                  <a:lnTo>
                    <a:pt x="86977" y="124194"/>
                  </a:lnTo>
                  <a:lnTo>
                    <a:pt x="84315" y="122186"/>
                  </a:lnTo>
                  <a:lnTo>
                    <a:pt x="85793" y="115614"/>
                  </a:lnTo>
                  <a:lnTo>
                    <a:pt x="79592" y="116595"/>
                  </a:lnTo>
                  <a:lnTo>
                    <a:pt x="67534" y="121240"/>
                  </a:lnTo>
                  <a:lnTo>
                    <a:pt x="50777" y="111984"/>
                  </a:lnTo>
                  <a:lnTo>
                    <a:pt x="50629" y="115012"/>
                  </a:lnTo>
                  <a:lnTo>
                    <a:pt x="47444" y="116878"/>
                  </a:lnTo>
                  <a:lnTo>
                    <a:pt x="43931" y="113852"/>
                  </a:lnTo>
                  <a:lnTo>
                    <a:pt x="44554" y="112023"/>
                  </a:lnTo>
                  <a:lnTo>
                    <a:pt x="42254" y="110202"/>
                  </a:lnTo>
                  <a:lnTo>
                    <a:pt x="38947" y="111476"/>
                  </a:lnTo>
                  <a:lnTo>
                    <a:pt x="38301" y="114044"/>
                  </a:lnTo>
                  <a:lnTo>
                    <a:pt x="34542" y="112939"/>
                  </a:lnTo>
                  <a:lnTo>
                    <a:pt x="35835" y="105336"/>
                  </a:lnTo>
                  <a:lnTo>
                    <a:pt x="34815" y="96004"/>
                  </a:lnTo>
                  <a:lnTo>
                    <a:pt x="39900" y="86863"/>
                  </a:lnTo>
                  <a:lnTo>
                    <a:pt x="35944" y="76347"/>
                  </a:lnTo>
                  <a:lnTo>
                    <a:pt x="33769" y="73809"/>
                  </a:lnTo>
                  <a:lnTo>
                    <a:pt x="29746" y="72963"/>
                  </a:lnTo>
                  <a:lnTo>
                    <a:pt x="22737" y="73352"/>
                  </a:lnTo>
                  <a:lnTo>
                    <a:pt x="16763" y="67013"/>
                  </a:lnTo>
                  <a:lnTo>
                    <a:pt x="0" y="58630"/>
                  </a:lnTo>
                  <a:lnTo>
                    <a:pt x="407" y="53187"/>
                  </a:lnTo>
                  <a:lnTo>
                    <a:pt x="1962" y="50200"/>
                  </a:lnTo>
                  <a:lnTo>
                    <a:pt x="6556" y="45304"/>
                  </a:lnTo>
                  <a:lnTo>
                    <a:pt x="10027" y="44473"/>
                  </a:lnTo>
                  <a:lnTo>
                    <a:pt x="12173" y="37301"/>
                  </a:lnTo>
                  <a:lnTo>
                    <a:pt x="18599" y="33213"/>
                  </a:lnTo>
                  <a:lnTo>
                    <a:pt x="19924" y="30659"/>
                  </a:lnTo>
                  <a:lnTo>
                    <a:pt x="16917" y="31306"/>
                  </a:lnTo>
                  <a:lnTo>
                    <a:pt x="24668" y="26564"/>
                  </a:lnTo>
                  <a:lnTo>
                    <a:pt x="29093" y="26097"/>
                  </a:lnTo>
                  <a:lnTo>
                    <a:pt x="32572" y="27199"/>
                  </a:lnTo>
                  <a:lnTo>
                    <a:pt x="40082" y="25126"/>
                  </a:lnTo>
                  <a:lnTo>
                    <a:pt x="41978" y="16236"/>
                  </a:lnTo>
                  <a:lnTo>
                    <a:pt x="42663" y="12417"/>
                  </a:lnTo>
                  <a:lnTo>
                    <a:pt x="49800" y="11401"/>
                  </a:lnTo>
                  <a:lnTo>
                    <a:pt x="51832" y="16048"/>
                  </a:lnTo>
                  <a:lnTo>
                    <a:pt x="54682" y="16520"/>
                  </a:lnTo>
                  <a:lnTo>
                    <a:pt x="53931" y="13564"/>
                  </a:lnTo>
                  <a:lnTo>
                    <a:pt x="50920" y="10689"/>
                  </a:lnTo>
                  <a:lnTo>
                    <a:pt x="48254" y="9998"/>
                  </a:lnTo>
                  <a:lnTo>
                    <a:pt x="45950" y="7705"/>
                  </a:lnTo>
                  <a:lnTo>
                    <a:pt x="46563" y="6364"/>
                  </a:lnTo>
                  <a:lnTo>
                    <a:pt x="50121" y="5597"/>
                  </a:lnTo>
                  <a:lnTo>
                    <a:pt x="52676" y="3980"/>
                  </a:lnTo>
                  <a:lnTo>
                    <a:pt x="53300" y="1551"/>
                  </a:lnTo>
                  <a:lnTo>
                    <a:pt x="5289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h3700"/>
            <p:cNvSpPr/>
            <p:nvPr/>
          </p:nvSpPr>
          <p:spPr>
            <a:xfrm>
              <a:off x="6236318" y="2285028"/>
              <a:ext cx="93080" cy="41434"/>
            </a:xfrm>
            <a:custGeom>
              <a:avLst/>
              <a:pathLst>
                <a:path w="93080" h="41434">
                  <a:moveTo>
                    <a:pt x="25956" y="3239"/>
                  </a:moveTo>
                  <a:lnTo>
                    <a:pt x="33831" y="1747"/>
                  </a:lnTo>
                  <a:lnTo>
                    <a:pt x="48547" y="2758"/>
                  </a:lnTo>
                  <a:lnTo>
                    <a:pt x="60993" y="8526"/>
                  </a:lnTo>
                  <a:lnTo>
                    <a:pt x="64932" y="12592"/>
                  </a:lnTo>
                  <a:lnTo>
                    <a:pt x="70053" y="16135"/>
                  </a:lnTo>
                  <a:lnTo>
                    <a:pt x="73690" y="16233"/>
                  </a:lnTo>
                  <a:lnTo>
                    <a:pt x="82667" y="14158"/>
                  </a:lnTo>
                  <a:lnTo>
                    <a:pt x="88514" y="15344"/>
                  </a:lnTo>
                  <a:lnTo>
                    <a:pt x="91725" y="18536"/>
                  </a:lnTo>
                  <a:lnTo>
                    <a:pt x="93080" y="23117"/>
                  </a:lnTo>
                  <a:lnTo>
                    <a:pt x="91874" y="26256"/>
                  </a:lnTo>
                  <a:lnTo>
                    <a:pt x="89265" y="29311"/>
                  </a:lnTo>
                  <a:lnTo>
                    <a:pt x="88014" y="27067"/>
                  </a:lnTo>
                  <a:lnTo>
                    <a:pt x="82824" y="26933"/>
                  </a:lnTo>
                  <a:lnTo>
                    <a:pt x="83251" y="28736"/>
                  </a:lnTo>
                  <a:lnTo>
                    <a:pt x="86903" y="28639"/>
                  </a:lnTo>
                  <a:lnTo>
                    <a:pt x="87208" y="30757"/>
                  </a:lnTo>
                  <a:lnTo>
                    <a:pt x="80815" y="33269"/>
                  </a:lnTo>
                  <a:lnTo>
                    <a:pt x="82381" y="38643"/>
                  </a:lnTo>
                  <a:lnTo>
                    <a:pt x="80595" y="41434"/>
                  </a:lnTo>
                  <a:lnTo>
                    <a:pt x="76980" y="35137"/>
                  </a:lnTo>
                  <a:lnTo>
                    <a:pt x="73422" y="31403"/>
                  </a:lnTo>
                  <a:lnTo>
                    <a:pt x="79159" y="29693"/>
                  </a:lnTo>
                  <a:lnTo>
                    <a:pt x="68880" y="31323"/>
                  </a:lnTo>
                  <a:lnTo>
                    <a:pt x="71287" y="32022"/>
                  </a:lnTo>
                  <a:lnTo>
                    <a:pt x="71505" y="36054"/>
                  </a:lnTo>
                  <a:lnTo>
                    <a:pt x="68437" y="38239"/>
                  </a:lnTo>
                  <a:lnTo>
                    <a:pt x="61688" y="35714"/>
                  </a:lnTo>
                  <a:lnTo>
                    <a:pt x="64989" y="33400"/>
                  </a:lnTo>
                  <a:lnTo>
                    <a:pt x="59559" y="30883"/>
                  </a:lnTo>
                  <a:lnTo>
                    <a:pt x="56482" y="32342"/>
                  </a:lnTo>
                  <a:lnTo>
                    <a:pt x="43281" y="32286"/>
                  </a:lnTo>
                  <a:lnTo>
                    <a:pt x="37917" y="34604"/>
                  </a:lnTo>
                  <a:lnTo>
                    <a:pt x="34993" y="33620"/>
                  </a:lnTo>
                  <a:lnTo>
                    <a:pt x="28847" y="38142"/>
                  </a:lnTo>
                  <a:lnTo>
                    <a:pt x="28317" y="39398"/>
                  </a:lnTo>
                  <a:lnTo>
                    <a:pt x="23257" y="36117"/>
                  </a:lnTo>
                  <a:lnTo>
                    <a:pt x="13823" y="40282"/>
                  </a:lnTo>
                  <a:lnTo>
                    <a:pt x="9814" y="41124"/>
                  </a:lnTo>
                  <a:lnTo>
                    <a:pt x="7125" y="35707"/>
                  </a:lnTo>
                  <a:lnTo>
                    <a:pt x="11054" y="32686"/>
                  </a:lnTo>
                  <a:lnTo>
                    <a:pt x="11814" y="29785"/>
                  </a:lnTo>
                  <a:lnTo>
                    <a:pt x="7401" y="23759"/>
                  </a:lnTo>
                  <a:lnTo>
                    <a:pt x="1077" y="19266"/>
                  </a:lnTo>
                  <a:lnTo>
                    <a:pt x="0" y="16013"/>
                  </a:lnTo>
                  <a:lnTo>
                    <a:pt x="6739" y="13864"/>
                  </a:lnTo>
                  <a:lnTo>
                    <a:pt x="10371" y="9277"/>
                  </a:lnTo>
                  <a:lnTo>
                    <a:pt x="2100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h3701"/>
            <p:cNvSpPr/>
            <p:nvPr/>
          </p:nvSpPr>
          <p:spPr>
            <a:xfrm>
              <a:off x="6540154" y="2516894"/>
              <a:ext cx="71099" cy="74453"/>
            </a:xfrm>
            <a:custGeom>
              <a:avLst/>
              <a:pathLst>
                <a:path w="71099" h="74453">
                  <a:moveTo>
                    <a:pt x="63147" y="2821"/>
                  </a:moveTo>
                  <a:lnTo>
                    <a:pt x="71099" y="3320"/>
                  </a:lnTo>
                  <a:lnTo>
                    <a:pt x="70006" y="9293"/>
                  </a:lnTo>
                  <a:lnTo>
                    <a:pt x="67835" y="11519"/>
                  </a:lnTo>
                  <a:lnTo>
                    <a:pt x="63310" y="7999"/>
                  </a:lnTo>
                  <a:lnTo>
                    <a:pt x="59882" y="9410"/>
                  </a:lnTo>
                  <a:lnTo>
                    <a:pt x="59654" y="11686"/>
                  </a:lnTo>
                  <a:lnTo>
                    <a:pt x="59205" y="14208"/>
                  </a:lnTo>
                  <a:lnTo>
                    <a:pt x="58307" y="15158"/>
                  </a:lnTo>
                  <a:lnTo>
                    <a:pt x="36925" y="30762"/>
                  </a:lnTo>
                  <a:lnTo>
                    <a:pt x="31141" y="45390"/>
                  </a:lnTo>
                  <a:lnTo>
                    <a:pt x="30691" y="49838"/>
                  </a:lnTo>
                  <a:lnTo>
                    <a:pt x="28660" y="67486"/>
                  </a:lnTo>
                  <a:lnTo>
                    <a:pt x="23334" y="74453"/>
                  </a:lnTo>
                  <a:lnTo>
                    <a:pt x="22993" y="69837"/>
                  </a:lnTo>
                  <a:lnTo>
                    <a:pt x="21102" y="70730"/>
                  </a:lnTo>
                  <a:lnTo>
                    <a:pt x="15564" y="70533"/>
                  </a:lnTo>
                  <a:lnTo>
                    <a:pt x="13117" y="68370"/>
                  </a:lnTo>
                  <a:lnTo>
                    <a:pt x="11669" y="68240"/>
                  </a:lnTo>
                  <a:lnTo>
                    <a:pt x="8530" y="71171"/>
                  </a:lnTo>
                  <a:lnTo>
                    <a:pt x="6591" y="71473"/>
                  </a:lnTo>
                  <a:lnTo>
                    <a:pt x="2797" y="69085"/>
                  </a:lnTo>
                  <a:lnTo>
                    <a:pt x="0" y="64492"/>
                  </a:lnTo>
                  <a:lnTo>
                    <a:pt x="396" y="61235"/>
                  </a:lnTo>
                  <a:lnTo>
                    <a:pt x="3596" y="51786"/>
                  </a:lnTo>
                  <a:lnTo>
                    <a:pt x="7337" y="50845"/>
                  </a:lnTo>
                  <a:lnTo>
                    <a:pt x="8715" y="49500"/>
                  </a:lnTo>
                  <a:lnTo>
                    <a:pt x="10286" y="44799"/>
                  </a:lnTo>
                  <a:lnTo>
                    <a:pt x="10474" y="41194"/>
                  </a:lnTo>
                  <a:lnTo>
                    <a:pt x="9576" y="38798"/>
                  </a:lnTo>
                  <a:lnTo>
                    <a:pt x="6259" y="37853"/>
                  </a:lnTo>
                  <a:lnTo>
                    <a:pt x="3704" y="34822"/>
                  </a:lnTo>
                  <a:lnTo>
                    <a:pt x="8846" y="34751"/>
                  </a:lnTo>
                  <a:lnTo>
                    <a:pt x="7054" y="28018"/>
                  </a:lnTo>
                  <a:lnTo>
                    <a:pt x="9379" y="25518"/>
                  </a:lnTo>
                  <a:lnTo>
                    <a:pt x="12313" y="23928"/>
                  </a:lnTo>
                  <a:lnTo>
                    <a:pt x="11178" y="21262"/>
                  </a:lnTo>
                  <a:lnTo>
                    <a:pt x="7722" y="20126"/>
                  </a:lnTo>
                  <a:lnTo>
                    <a:pt x="6771" y="16799"/>
                  </a:lnTo>
                  <a:lnTo>
                    <a:pt x="7085" y="12852"/>
                  </a:lnTo>
                  <a:lnTo>
                    <a:pt x="2718" y="11109"/>
                  </a:lnTo>
                  <a:lnTo>
                    <a:pt x="2379" y="9618"/>
                  </a:lnTo>
                  <a:lnTo>
                    <a:pt x="10706" y="12748"/>
                  </a:lnTo>
                  <a:lnTo>
                    <a:pt x="11252" y="20087"/>
                  </a:lnTo>
                  <a:lnTo>
                    <a:pt x="16346" y="8576"/>
                  </a:lnTo>
                  <a:lnTo>
                    <a:pt x="19928" y="8966"/>
                  </a:lnTo>
                  <a:lnTo>
                    <a:pt x="22441" y="10799"/>
                  </a:lnTo>
                  <a:lnTo>
                    <a:pt x="30527" y="10142"/>
                  </a:lnTo>
                  <a:lnTo>
                    <a:pt x="28330" y="12578"/>
                  </a:lnTo>
                  <a:lnTo>
                    <a:pt x="33717" y="12080"/>
                  </a:lnTo>
                  <a:lnTo>
                    <a:pt x="35843" y="9333"/>
                  </a:lnTo>
                  <a:lnTo>
                    <a:pt x="39952" y="6557"/>
                  </a:lnTo>
                  <a:lnTo>
                    <a:pt x="42773" y="10946"/>
                  </a:lnTo>
                  <a:lnTo>
                    <a:pt x="40804" y="13856"/>
                  </a:lnTo>
                  <a:lnTo>
                    <a:pt x="42108" y="13962"/>
                  </a:lnTo>
                  <a:lnTo>
                    <a:pt x="45140" y="11524"/>
                  </a:lnTo>
                  <a:lnTo>
                    <a:pt x="45011" y="4477"/>
                  </a:lnTo>
                  <a:lnTo>
                    <a:pt x="49315" y="3983"/>
                  </a:lnTo>
                  <a:lnTo>
                    <a:pt x="6439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h3702"/>
            <p:cNvSpPr/>
            <p:nvPr/>
          </p:nvSpPr>
          <p:spPr>
            <a:xfrm>
              <a:off x="6585567" y="2116693"/>
              <a:ext cx="91924" cy="121965"/>
            </a:xfrm>
            <a:custGeom>
              <a:avLst/>
              <a:pathLst>
                <a:path w="91924" h="121965">
                  <a:moveTo>
                    <a:pt x="21731" y="97"/>
                  </a:moveTo>
                  <a:lnTo>
                    <a:pt x="40793" y="4119"/>
                  </a:lnTo>
                  <a:lnTo>
                    <a:pt x="45596" y="4932"/>
                  </a:lnTo>
                  <a:lnTo>
                    <a:pt x="48065" y="8493"/>
                  </a:lnTo>
                  <a:lnTo>
                    <a:pt x="74012" y="18719"/>
                  </a:lnTo>
                  <a:lnTo>
                    <a:pt x="78921" y="20654"/>
                  </a:lnTo>
                  <a:lnTo>
                    <a:pt x="85400" y="52276"/>
                  </a:lnTo>
                  <a:lnTo>
                    <a:pt x="91924" y="62441"/>
                  </a:lnTo>
                  <a:lnTo>
                    <a:pt x="81147" y="81011"/>
                  </a:lnTo>
                  <a:lnTo>
                    <a:pt x="81280" y="115820"/>
                  </a:lnTo>
                  <a:lnTo>
                    <a:pt x="78066" y="118306"/>
                  </a:lnTo>
                  <a:lnTo>
                    <a:pt x="75918" y="118430"/>
                  </a:lnTo>
                  <a:lnTo>
                    <a:pt x="74725" y="116015"/>
                  </a:lnTo>
                  <a:lnTo>
                    <a:pt x="69735" y="116667"/>
                  </a:lnTo>
                  <a:lnTo>
                    <a:pt x="73547" y="121152"/>
                  </a:lnTo>
                  <a:lnTo>
                    <a:pt x="70415" y="121965"/>
                  </a:lnTo>
                  <a:lnTo>
                    <a:pt x="67744" y="118605"/>
                  </a:lnTo>
                  <a:lnTo>
                    <a:pt x="65178" y="118191"/>
                  </a:lnTo>
                  <a:lnTo>
                    <a:pt x="64828" y="121665"/>
                  </a:lnTo>
                  <a:lnTo>
                    <a:pt x="62147" y="121447"/>
                  </a:lnTo>
                  <a:lnTo>
                    <a:pt x="60329" y="117361"/>
                  </a:lnTo>
                  <a:lnTo>
                    <a:pt x="57961" y="117052"/>
                  </a:lnTo>
                  <a:lnTo>
                    <a:pt x="55445" y="115474"/>
                  </a:lnTo>
                  <a:lnTo>
                    <a:pt x="54834" y="114102"/>
                  </a:lnTo>
                  <a:lnTo>
                    <a:pt x="55256" y="112961"/>
                  </a:lnTo>
                  <a:lnTo>
                    <a:pt x="54440" y="110884"/>
                  </a:lnTo>
                  <a:lnTo>
                    <a:pt x="52111" y="109169"/>
                  </a:lnTo>
                  <a:lnTo>
                    <a:pt x="47988" y="112286"/>
                  </a:lnTo>
                  <a:lnTo>
                    <a:pt x="39661" y="88524"/>
                  </a:lnTo>
                  <a:lnTo>
                    <a:pt x="23545" y="71495"/>
                  </a:lnTo>
                  <a:lnTo>
                    <a:pt x="3529" y="46942"/>
                  </a:lnTo>
                  <a:lnTo>
                    <a:pt x="10187" y="41137"/>
                  </a:lnTo>
                  <a:lnTo>
                    <a:pt x="10076" y="34270"/>
                  </a:lnTo>
                  <a:lnTo>
                    <a:pt x="11511" y="27800"/>
                  </a:lnTo>
                  <a:lnTo>
                    <a:pt x="11232" y="25709"/>
                  </a:lnTo>
                  <a:lnTo>
                    <a:pt x="3137" y="25296"/>
                  </a:lnTo>
                  <a:lnTo>
                    <a:pt x="2255" y="24202"/>
                  </a:lnTo>
                  <a:lnTo>
                    <a:pt x="3371" y="20442"/>
                  </a:lnTo>
                  <a:lnTo>
                    <a:pt x="3357" y="16141"/>
                  </a:lnTo>
                  <a:lnTo>
                    <a:pt x="0" y="14412"/>
                  </a:lnTo>
                  <a:lnTo>
                    <a:pt x="1333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h3703"/>
            <p:cNvSpPr/>
            <p:nvPr/>
          </p:nvSpPr>
          <p:spPr>
            <a:xfrm>
              <a:off x="6591420" y="2246113"/>
              <a:ext cx="75958" cy="78032"/>
            </a:xfrm>
            <a:custGeom>
              <a:avLst/>
              <a:pathLst>
                <a:path w="75958" h="78032">
                  <a:moveTo>
                    <a:pt x="16049" y="70"/>
                  </a:moveTo>
                  <a:lnTo>
                    <a:pt x="19799" y="1311"/>
                  </a:lnTo>
                  <a:lnTo>
                    <a:pt x="32660" y="2857"/>
                  </a:lnTo>
                  <a:lnTo>
                    <a:pt x="34425" y="4621"/>
                  </a:lnTo>
                  <a:lnTo>
                    <a:pt x="40610" y="11733"/>
                  </a:lnTo>
                  <a:lnTo>
                    <a:pt x="43998" y="19149"/>
                  </a:lnTo>
                  <a:lnTo>
                    <a:pt x="46791" y="22638"/>
                  </a:lnTo>
                  <a:lnTo>
                    <a:pt x="48594" y="24018"/>
                  </a:lnTo>
                  <a:lnTo>
                    <a:pt x="50216" y="22495"/>
                  </a:lnTo>
                  <a:lnTo>
                    <a:pt x="50993" y="22945"/>
                  </a:lnTo>
                  <a:lnTo>
                    <a:pt x="57574" y="30589"/>
                  </a:lnTo>
                  <a:lnTo>
                    <a:pt x="69641" y="44334"/>
                  </a:lnTo>
                  <a:lnTo>
                    <a:pt x="72187" y="46735"/>
                  </a:lnTo>
                  <a:lnTo>
                    <a:pt x="75476" y="47594"/>
                  </a:lnTo>
                  <a:lnTo>
                    <a:pt x="75958" y="52683"/>
                  </a:lnTo>
                  <a:lnTo>
                    <a:pt x="74256" y="52453"/>
                  </a:lnTo>
                  <a:lnTo>
                    <a:pt x="72475" y="49754"/>
                  </a:lnTo>
                  <a:lnTo>
                    <a:pt x="66121" y="49578"/>
                  </a:lnTo>
                  <a:lnTo>
                    <a:pt x="61040" y="51902"/>
                  </a:lnTo>
                  <a:lnTo>
                    <a:pt x="58947" y="58731"/>
                  </a:lnTo>
                  <a:lnTo>
                    <a:pt x="57228" y="60313"/>
                  </a:lnTo>
                  <a:lnTo>
                    <a:pt x="55716" y="64904"/>
                  </a:lnTo>
                  <a:lnTo>
                    <a:pt x="55352" y="69623"/>
                  </a:lnTo>
                  <a:lnTo>
                    <a:pt x="52699" y="72031"/>
                  </a:lnTo>
                  <a:lnTo>
                    <a:pt x="43161" y="75415"/>
                  </a:lnTo>
                  <a:lnTo>
                    <a:pt x="30482" y="78032"/>
                  </a:lnTo>
                  <a:lnTo>
                    <a:pt x="26066" y="75618"/>
                  </a:lnTo>
                  <a:lnTo>
                    <a:pt x="23281" y="65377"/>
                  </a:lnTo>
                  <a:lnTo>
                    <a:pt x="18086" y="54835"/>
                  </a:lnTo>
                  <a:lnTo>
                    <a:pt x="21687" y="49301"/>
                  </a:lnTo>
                  <a:lnTo>
                    <a:pt x="15224" y="40217"/>
                  </a:lnTo>
                  <a:lnTo>
                    <a:pt x="8785" y="41293"/>
                  </a:lnTo>
                  <a:lnTo>
                    <a:pt x="8499" y="38716"/>
                  </a:lnTo>
                  <a:lnTo>
                    <a:pt x="3195" y="40456"/>
                  </a:lnTo>
                  <a:lnTo>
                    <a:pt x="698" y="34189"/>
                  </a:lnTo>
                  <a:lnTo>
                    <a:pt x="0" y="28430"/>
                  </a:lnTo>
                  <a:lnTo>
                    <a:pt x="4802" y="36111"/>
                  </a:lnTo>
                  <a:lnTo>
                    <a:pt x="9866" y="38452"/>
                  </a:lnTo>
                  <a:lnTo>
                    <a:pt x="13473" y="37757"/>
                  </a:lnTo>
                  <a:lnTo>
                    <a:pt x="10746" y="29764"/>
                  </a:lnTo>
                  <a:lnTo>
                    <a:pt x="14480" y="29974"/>
                  </a:lnTo>
                  <a:lnTo>
                    <a:pt x="13789" y="28145"/>
                  </a:lnTo>
                  <a:lnTo>
                    <a:pt x="13365" y="27134"/>
                  </a:lnTo>
                  <a:lnTo>
                    <a:pt x="7604" y="26822"/>
                  </a:lnTo>
                  <a:lnTo>
                    <a:pt x="8221" y="18797"/>
                  </a:lnTo>
                  <a:lnTo>
                    <a:pt x="9578" y="18327"/>
                  </a:lnTo>
                  <a:lnTo>
                    <a:pt x="4135" y="10338"/>
                  </a:lnTo>
                  <a:lnTo>
                    <a:pt x="3015" y="10947"/>
                  </a:lnTo>
                  <a:lnTo>
                    <a:pt x="1701" y="8031"/>
                  </a:lnTo>
                  <a:lnTo>
                    <a:pt x="1633" y="6760"/>
                  </a:lnTo>
                  <a:lnTo>
                    <a:pt x="6407" y="5120"/>
                  </a:lnTo>
                  <a:lnTo>
                    <a:pt x="4919" y="1898"/>
                  </a:lnTo>
                  <a:lnTo>
                    <a:pt x="8081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h3704"/>
            <p:cNvSpPr/>
            <p:nvPr/>
          </p:nvSpPr>
          <p:spPr>
            <a:xfrm>
              <a:off x="6453150" y="2506775"/>
              <a:ext cx="119150" cy="186470"/>
            </a:xfrm>
            <a:custGeom>
              <a:avLst/>
              <a:pathLst>
                <a:path w="119150" h="186470">
                  <a:moveTo>
                    <a:pt x="70643" y="2241"/>
                  </a:moveTo>
                  <a:lnTo>
                    <a:pt x="74339" y="3193"/>
                  </a:lnTo>
                  <a:lnTo>
                    <a:pt x="82550" y="1570"/>
                  </a:lnTo>
                  <a:lnTo>
                    <a:pt x="82750" y="691"/>
                  </a:lnTo>
                  <a:lnTo>
                    <a:pt x="85412" y="2653"/>
                  </a:lnTo>
                  <a:lnTo>
                    <a:pt x="92423" y="2586"/>
                  </a:lnTo>
                  <a:lnTo>
                    <a:pt x="96305" y="5009"/>
                  </a:lnTo>
                  <a:lnTo>
                    <a:pt x="99717" y="8447"/>
                  </a:lnTo>
                  <a:lnTo>
                    <a:pt x="99594" y="12005"/>
                  </a:lnTo>
                  <a:lnTo>
                    <a:pt x="98367" y="14595"/>
                  </a:lnTo>
                  <a:lnTo>
                    <a:pt x="98351" y="18584"/>
                  </a:lnTo>
                  <a:lnTo>
                    <a:pt x="103350" y="18695"/>
                  </a:lnTo>
                  <a:lnTo>
                    <a:pt x="98256" y="30206"/>
                  </a:lnTo>
                  <a:lnTo>
                    <a:pt x="97711" y="22868"/>
                  </a:lnTo>
                  <a:lnTo>
                    <a:pt x="89383" y="19738"/>
                  </a:lnTo>
                  <a:lnTo>
                    <a:pt x="89722" y="21229"/>
                  </a:lnTo>
                  <a:lnTo>
                    <a:pt x="94090" y="22971"/>
                  </a:lnTo>
                  <a:lnTo>
                    <a:pt x="93776" y="26919"/>
                  </a:lnTo>
                  <a:lnTo>
                    <a:pt x="94727" y="30245"/>
                  </a:lnTo>
                  <a:lnTo>
                    <a:pt x="98182" y="31381"/>
                  </a:lnTo>
                  <a:lnTo>
                    <a:pt x="99317" y="34048"/>
                  </a:lnTo>
                  <a:lnTo>
                    <a:pt x="96384" y="35638"/>
                  </a:lnTo>
                  <a:lnTo>
                    <a:pt x="94059" y="38137"/>
                  </a:lnTo>
                  <a:lnTo>
                    <a:pt x="95851" y="44870"/>
                  </a:lnTo>
                  <a:lnTo>
                    <a:pt x="90708" y="44941"/>
                  </a:lnTo>
                  <a:lnTo>
                    <a:pt x="93264" y="47973"/>
                  </a:lnTo>
                  <a:lnTo>
                    <a:pt x="96580" y="48917"/>
                  </a:lnTo>
                  <a:lnTo>
                    <a:pt x="97478" y="51313"/>
                  </a:lnTo>
                  <a:lnTo>
                    <a:pt x="97291" y="54918"/>
                  </a:lnTo>
                  <a:lnTo>
                    <a:pt x="95720" y="59619"/>
                  </a:lnTo>
                  <a:lnTo>
                    <a:pt x="94342" y="60964"/>
                  </a:lnTo>
                  <a:lnTo>
                    <a:pt x="90600" y="61905"/>
                  </a:lnTo>
                  <a:lnTo>
                    <a:pt x="87401" y="71354"/>
                  </a:lnTo>
                  <a:lnTo>
                    <a:pt x="87004" y="74611"/>
                  </a:lnTo>
                  <a:lnTo>
                    <a:pt x="89801" y="79204"/>
                  </a:lnTo>
                  <a:lnTo>
                    <a:pt x="93595" y="81593"/>
                  </a:lnTo>
                  <a:lnTo>
                    <a:pt x="95534" y="81291"/>
                  </a:lnTo>
                  <a:lnTo>
                    <a:pt x="98673" y="78359"/>
                  </a:lnTo>
                  <a:lnTo>
                    <a:pt x="100121" y="78490"/>
                  </a:lnTo>
                  <a:lnTo>
                    <a:pt x="102569" y="80652"/>
                  </a:lnTo>
                  <a:lnTo>
                    <a:pt x="108106" y="80850"/>
                  </a:lnTo>
                  <a:lnTo>
                    <a:pt x="109997" y="79956"/>
                  </a:lnTo>
                  <a:lnTo>
                    <a:pt x="110339" y="84572"/>
                  </a:lnTo>
                  <a:lnTo>
                    <a:pt x="109870" y="103682"/>
                  </a:lnTo>
                  <a:lnTo>
                    <a:pt x="111166" y="104684"/>
                  </a:lnTo>
                  <a:lnTo>
                    <a:pt x="110486" y="106079"/>
                  </a:lnTo>
                  <a:lnTo>
                    <a:pt x="110798" y="109026"/>
                  </a:lnTo>
                  <a:lnTo>
                    <a:pt x="112617" y="111690"/>
                  </a:lnTo>
                  <a:lnTo>
                    <a:pt x="116684" y="114238"/>
                  </a:lnTo>
                  <a:lnTo>
                    <a:pt x="117697" y="116588"/>
                  </a:lnTo>
                  <a:lnTo>
                    <a:pt x="117278" y="125033"/>
                  </a:lnTo>
                  <a:lnTo>
                    <a:pt x="119150" y="130340"/>
                  </a:lnTo>
                  <a:lnTo>
                    <a:pt x="116751" y="132380"/>
                  </a:lnTo>
                  <a:lnTo>
                    <a:pt x="108491" y="132946"/>
                  </a:lnTo>
                  <a:lnTo>
                    <a:pt x="106257" y="130576"/>
                  </a:lnTo>
                  <a:lnTo>
                    <a:pt x="103708" y="130179"/>
                  </a:lnTo>
                  <a:lnTo>
                    <a:pt x="98119" y="135707"/>
                  </a:lnTo>
                  <a:lnTo>
                    <a:pt x="95468" y="144662"/>
                  </a:lnTo>
                  <a:lnTo>
                    <a:pt x="97297" y="155024"/>
                  </a:lnTo>
                  <a:lnTo>
                    <a:pt x="91046" y="161924"/>
                  </a:lnTo>
                  <a:lnTo>
                    <a:pt x="91199" y="164265"/>
                  </a:lnTo>
                  <a:lnTo>
                    <a:pt x="93949" y="170160"/>
                  </a:lnTo>
                  <a:lnTo>
                    <a:pt x="91036" y="174983"/>
                  </a:lnTo>
                  <a:lnTo>
                    <a:pt x="87397" y="178342"/>
                  </a:lnTo>
                  <a:lnTo>
                    <a:pt x="84663" y="176733"/>
                  </a:lnTo>
                  <a:lnTo>
                    <a:pt x="73904" y="181112"/>
                  </a:lnTo>
                  <a:lnTo>
                    <a:pt x="70242" y="183860"/>
                  </a:lnTo>
                  <a:lnTo>
                    <a:pt x="70373" y="185688"/>
                  </a:lnTo>
                  <a:lnTo>
                    <a:pt x="68052" y="186470"/>
                  </a:lnTo>
                  <a:lnTo>
                    <a:pt x="58978" y="179067"/>
                  </a:lnTo>
                  <a:lnTo>
                    <a:pt x="56241" y="173122"/>
                  </a:lnTo>
                  <a:lnTo>
                    <a:pt x="56627" y="171158"/>
                  </a:lnTo>
                  <a:lnTo>
                    <a:pt x="50213" y="170824"/>
                  </a:lnTo>
                  <a:lnTo>
                    <a:pt x="50247" y="160988"/>
                  </a:lnTo>
                  <a:lnTo>
                    <a:pt x="48675" y="157290"/>
                  </a:lnTo>
                  <a:lnTo>
                    <a:pt x="44124" y="158551"/>
                  </a:lnTo>
                  <a:lnTo>
                    <a:pt x="40502" y="158075"/>
                  </a:lnTo>
                  <a:lnTo>
                    <a:pt x="37557" y="156448"/>
                  </a:lnTo>
                  <a:lnTo>
                    <a:pt x="35527" y="151949"/>
                  </a:lnTo>
                  <a:lnTo>
                    <a:pt x="36186" y="148239"/>
                  </a:lnTo>
                  <a:lnTo>
                    <a:pt x="34458" y="146198"/>
                  </a:lnTo>
                  <a:lnTo>
                    <a:pt x="25980" y="145973"/>
                  </a:lnTo>
                  <a:lnTo>
                    <a:pt x="25375" y="151364"/>
                  </a:lnTo>
                  <a:lnTo>
                    <a:pt x="13182" y="164446"/>
                  </a:lnTo>
                  <a:lnTo>
                    <a:pt x="9832" y="165239"/>
                  </a:lnTo>
                  <a:lnTo>
                    <a:pt x="7681" y="153805"/>
                  </a:lnTo>
                  <a:lnTo>
                    <a:pt x="0" y="144365"/>
                  </a:lnTo>
                  <a:lnTo>
                    <a:pt x="540" y="141506"/>
                  </a:lnTo>
                  <a:lnTo>
                    <a:pt x="1919" y="140267"/>
                  </a:lnTo>
                  <a:lnTo>
                    <a:pt x="22044" y="134225"/>
                  </a:lnTo>
                  <a:lnTo>
                    <a:pt x="19291" y="132712"/>
                  </a:lnTo>
                  <a:lnTo>
                    <a:pt x="20648" y="126054"/>
                  </a:lnTo>
                  <a:lnTo>
                    <a:pt x="19146" y="123377"/>
                  </a:lnTo>
                  <a:lnTo>
                    <a:pt x="17244" y="122352"/>
                  </a:lnTo>
                  <a:lnTo>
                    <a:pt x="14205" y="124085"/>
                  </a:lnTo>
                  <a:lnTo>
                    <a:pt x="10693" y="121072"/>
                  </a:lnTo>
                  <a:lnTo>
                    <a:pt x="10777" y="116114"/>
                  </a:lnTo>
                  <a:lnTo>
                    <a:pt x="8305" y="109716"/>
                  </a:lnTo>
                  <a:lnTo>
                    <a:pt x="8637" y="103685"/>
                  </a:lnTo>
                  <a:lnTo>
                    <a:pt x="9274" y="102581"/>
                  </a:lnTo>
                  <a:lnTo>
                    <a:pt x="9967" y="97834"/>
                  </a:lnTo>
                  <a:lnTo>
                    <a:pt x="17559" y="93456"/>
                  </a:lnTo>
                  <a:lnTo>
                    <a:pt x="19258" y="94004"/>
                  </a:lnTo>
                  <a:lnTo>
                    <a:pt x="26497" y="88632"/>
                  </a:lnTo>
                  <a:lnTo>
                    <a:pt x="30493" y="87650"/>
                  </a:lnTo>
                  <a:lnTo>
                    <a:pt x="34940" y="81344"/>
                  </a:lnTo>
                  <a:lnTo>
                    <a:pt x="35536" y="73207"/>
                  </a:lnTo>
                  <a:lnTo>
                    <a:pt x="33503" y="72117"/>
                  </a:lnTo>
                  <a:lnTo>
                    <a:pt x="32504" y="70643"/>
                  </a:lnTo>
                  <a:lnTo>
                    <a:pt x="32329" y="64713"/>
                  </a:lnTo>
                  <a:lnTo>
                    <a:pt x="34868" y="54727"/>
                  </a:lnTo>
                  <a:lnTo>
                    <a:pt x="35435" y="53708"/>
                  </a:lnTo>
                  <a:lnTo>
                    <a:pt x="37578" y="52783"/>
                  </a:lnTo>
                  <a:lnTo>
                    <a:pt x="40423" y="46706"/>
                  </a:lnTo>
                  <a:lnTo>
                    <a:pt x="39343" y="44857"/>
                  </a:lnTo>
                  <a:lnTo>
                    <a:pt x="33968" y="51481"/>
                  </a:lnTo>
                  <a:lnTo>
                    <a:pt x="33806" y="47998"/>
                  </a:lnTo>
                  <a:lnTo>
                    <a:pt x="33705" y="36755"/>
                  </a:lnTo>
                  <a:lnTo>
                    <a:pt x="43768" y="36605"/>
                  </a:lnTo>
                  <a:lnTo>
                    <a:pt x="43964" y="33467"/>
                  </a:lnTo>
                  <a:lnTo>
                    <a:pt x="50515" y="37706"/>
                  </a:lnTo>
                  <a:lnTo>
                    <a:pt x="53107" y="35296"/>
                  </a:lnTo>
                  <a:lnTo>
                    <a:pt x="53427" y="33021"/>
                  </a:lnTo>
                  <a:lnTo>
                    <a:pt x="51140" y="30652"/>
                  </a:lnTo>
                  <a:lnTo>
                    <a:pt x="59976" y="25427"/>
                  </a:lnTo>
                  <a:lnTo>
                    <a:pt x="63148" y="27984"/>
                  </a:lnTo>
                  <a:lnTo>
                    <a:pt x="69130" y="17478"/>
                  </a:lnTo>
                  <a:lnTo>
                    <a:pt x="69768" y="18623"/>
                  </a:lnTo>
                  <a:lnTo>
                    <a:pt x="68625" y="21335"/>
                  </a:lnTo>
                  <a:lnTo>
                    <a:pt x="76025" y="21615"/>
                  </a:lnTo>
                  <a:lnTo>
                    <a:pt x="78324" y="21073"/>
                  </a:lnTo>
                  <a:lnTo>
                    <a:pt x="78188" y="19814"/>
                  </a:lnTo>
                  <a:lnTo>
                    <a:pt x="72899" y="19768"/>
                  </a:lnTo>
                  <a:lnTo>
                    <a:pt x="71625" y="17169"/>
                  </a:lnTo>
                  <a:lnTo>
                    <a:pt x="73217" y="14563"/>
                  </a:lnTo>
                  <a:lnTo>
                    <a:pt x="75682" y="14340"/>
                  </a:lnTo>
                  <a:lnTo>
                    <a:pt x="78243" y="16433"/>
                  </a:lnTo>
                  <a:lnTo>
                    <a:pt x="82670" y="13936"/>
                  </a:lnTo>
                  <a:lnTo>
                    <a:pt x="82189" y="12162"/>
                  </a:lnTo>
                  <a:lnTo>
                    <a:pt x="81168" y="10920"/>
                  </a:lnTo>
                  <a:lnTo>
                    <a:pt x="78937" y="10309"/>
                  </a:lnTo>
                  <a:lnTo>
                    <a:pt x="75103" y="11717"/>
                  </a:lnTo>
                  <a:lnTo>
                    <a:pt x="70755" y="8424"/>
                  </a:lnTo>
                  <a:lnTo>
                    <a:pt x="66637" y="3895"/>
                  </a:lnTo>
                  <a:lnTo>
                    <a:pt x="6737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h3705"/>
            <p:cNvSpPr/>
            <p:nvPr/>
          </p:nvSpPr>
          <p:spPr>
            <a:xfrm>
              <a:off x="6322411" y="2385777"/>
              <a:ext cx="116252" cy="145629"/>
            </a:xfrm>
            <a:custGeom>
              <a:avLst/>
              <a:pathLst>
                <a:path w="116252" h="145629">
                  <a:moveTo>
                    <a:pt x="103085" y="3002"/>
                  </a:moveTo>
                  <a:lnTo>
                    <a:pt x="104818" y="3666"/>
                  </a:lnTo>
                  <a:lnTo>
                    <a:pt x="97754" y="13529"/>
                  </a:lnTo>
                  <a:lnTo>
                    <a:pt x="98661" y="18960"/>
                  </a:lnTo>
                  <a:lnTo>
                    <a:pt x="86349" y="19510"/>
                  </a:lnTo>
                  <a:lnTo>
                    <a:pt x="90469" y="22455"/>
                  </a:lnTo>
                  <a:lnTo>
                    <a:pt x="94202" y="29867"/>
                  </a:lnTo>
                  <a:lnTo>
                    <a:pt x="93329" y="34906"/>
                  </a:lnTo>
                  <a:lnTo>
                    <a:pt x="90265" y="38006"/>
                  </a:lnTo>
                  <a:lnTo>
                    <a:pt x="116252" y="49903"/>
                  </a:lnTo>
                  <a:lnTo>
                    <a:pt x="114356" y="58792"/>
                  </a:lnTo>
                  <a:lnTo>
                    <a:pt x="106846" y="60865"/>
                  </a:lnTo>
                  <a:lnTo>
                    <a:pt x="103367" y="59764"/>
                  </a:lnTo>
                  <a:lnTo>
                    <a:pt x="98943" y="60230"/>
                  </a:lnTo>
                  <a:lnTo>
                    <a:pt x="91191" y="64972"/>
                  </a:lnTo>
                  <a:lnTo>
                    <a:pt x="94198" y="64326"/>
                  </a:lnTo>
                  <a:lnTo>
                    <a:pt x="92873" y="66880"/>
                  </a:lnTo>
                  <a:lnTo>
                    <a:pt x="86447" y="70968"/>
                  </a:lnTo>
                  <a:lnTo>
                    <a:pt x="84302" y="78139"/>
                  </a:lnTo>
                  <a:lnTo>
                    <a:pt x="80830" y="78971"/>
                  </a:lnTo>
                  <a:lnTo>
                    <a:pt x="76236" y="83867"/>
                  </a:lnTo>
                  <a:lnTo>
                    <a:pt x="74682" y="86854"/>
                  </a:lnTo>
                  <a:lnTo>
                    <a:pt x="74274" y="92296"/>
                  </a:lnTo>
                  <a:lnTo>
                    <a:pt x="59491" y="99221"/>
                  </a:lnTo>
                  <a:lnTo>
                    <a:pt x="57323" y="113633"/>
                  </a:lnTo>
                  <a:lnTo>
                    <a:pt x="54547" y="119819"/>
                  </a:lnTo>
                  <a:lnTo>
                    <a:pt x="54793" y="122321"/>
                  </a:lnTo>
                  <a:lnTo>
                    <a:pt x="53354" y="129669"/>
                  </a:lnTo>
                  <a:lnTo>
                    <a:pt x="50737" y="131821"/>
                  </a:lnTo>
                  <a:lnTo>
                    <a:pt x="46138" y="133699"/>
                  </a:lnTo>
                  <a:lnTo>
                    <a:pt x="46705" y="138731"/>
                  </a:lnTo>
                  <a:lnTo>
                    <a:pt x="46140" y="142357"/>
                  </a:lnTo>
                  <a:lnTo>
                    <a:pt x="44754" y="141165"/>
                  </a:lnTo>
                  <a:lnTo>
                    <a:pt x="44228" y="138248"/>
                  </a:lnTo>
                  <a:lnTo>
                    <a:pt x="40115" y="139157"/>
                  </a:lnTo>
                  <a:lnTo>
                    <a:pt x="35388" y="140714"/>
                  </a:lnTo>
                  <a:lnTo>
                    <a:pt x="34248" y="145629"/>
                  </a:lnTo>
                  <a:lnTo>
                    <a:pt x="32414" y="140912"/>
                  </a:lnTo>
                  <a:lnTo>
                    <a:pt x="30619" y="128303"/>
                  </a:lnTo>
                  <a:lnTo>
                    <a:pt x="33292" y="121136"/>
                  </a:lnTo>
                  <a:lnTo>
                    <a:pt x="30892" y="118172"/>
                  </a:lnTo>
                  <a:lnTo>
                    <a:pt x="30348" y="113811"/>
                  </a:lnTo>
                  <a:lnTo>
                    <a:pt x="29474" y="114215"/>
                  </a:lnTo>
                  <a:lnTo>
                    <a:pt x="28064" y="110479"/>
                  </a:lnTo>
                  <a:lnTo>
                    <a:pt x="27010" y="107686"/>
                  </a:lnTo>
                  <a:lnTo>
                    <a:pt x="28170" y="98830"/>
                  </a:lnTo>
                  <a:lnTo>
                    <a:pt x="38454" y="103479"/>
                  </a:lnTo>
                  <a:lnTo>
                    <a:pt x="39683" y="100292"/>
                  </a:lnTo>
                  <a:lnTo>
                    <a:pt x="36935" y="95894"/>
                  </a:lnTo>
                  <a:lnTo>
                    <a:pt x="34765" y="94381"/>
                  </a:lnTo>
                  <a:lnTo>
                    <a:pt x="29305" y="93694"/>
                  </a:lnTo>
                  <a:lnTo>
                    <a:pt x="33878" y="89181"/>
                  </a:lnTo>
                  <a:lnTo>
                    <a:pt x="33486" y="87322"/>
                  </a:lnTo>
                  <a:lnTo>
                    <a:pt x="30839" y="86648"/>
                  </a:lnTo>
                  <a:lnTo>
                    <a:pt x="23240" y="81032"/>
                  </a:lnTo>
                  <a:lnTo>
                    <a:pt x="22768" y="76722"/>
                  </a:lnTo>
                  <a:lnTo>
                    <a:pt x="23748" y="71734"/>
                  </a:lnTo>
                  <a:lnTo>
                    <a:pt x="23078" y="67472"/>
                  </a:lnTo>
                  <a:lnTo>
                    <a:pt x="15280" y="53791"/>
                  </a:lnTo>
                  <a:lnTo>
                    <a:pt x="14815" y="50919"/>
                  </a:lnTo>
                  <a:lnTo>
                    <a:pt x="5865" y="41833"/>
                  </a:lnTo>
                  <a:lnTo>
                    <a:pt x="4033" y="27557"/>
                  </a:lnTo>
                  <a:lnTo>
                    <a:pt x="0" y="23402"/>
                  </a:lnTo>
                  <a:lnTo>
                    <a:pt x="7748" y="17388"/>
                  </a:lnTo>
                  <a:lnTo>
                    <a:pt x="6672" y="15917"/>
                  </a:lnTo>
                  <a:lnTo>
                    <a:pt x="15846" y="17561"/>
                  </a:lnTo>
                  <a:lnTo>
                    <a:pt x="20258" y="15990"/>
                  </a:lnTo>
                  <a:lnTo>
                    <a:pt x="22643" y="20639"/>
                  </a:lnTo>
                  <a:lnTo>
                    <a:pt x="24736" y="21465"/>
                  </a:lnTo>
                  <a:lnTo>
                    <a:pt x="26612" y="20219"/>
                  </a:lnTo>
                  <a:lnTo>
                    <a:pt x="26562" y="14785"/>
                  </a:lnTo>
                  <a:lnTo>
                    <a:pt x="27140" y="13869"/>
                  </a:lnTo>
                  <a:lnTo>
                    <a:pt x="33299" y="14430"/>
                  </a:lnTo>
                  <a:lnTo>
                    <a:pt x="37497" y="15927"/>
                  </a:lnTo>
                  <a:lnTo>
                    <a:pt x="42798" y="13875"/>
                  </a:lnTo>
                  <a:lnTo>
                    <a:pt x="43748" y="11316"/>
                  </a:lnTo>
                  <a:lnTo>
                    <a:pt x="56328" y="10398"/>
                  </a:lnTo>
                  <a:lnTo>
                    <a:pt x="56536" y="14788"/>
                  </a:lnTo>
                  <a:lnTo>
                    <a:pt x="60149" y="15110"/>
                  </a:lnTo>
                  <a:lnTo>
                    <a:pt x="60035" y="10232"/>
                  </a:lnTo>
                  <a:lnTo>
                    <a:pt x="62683" y="9146"/>
                  </a:lnTo>
                  <a:lnTo>
                    <a:pt x="64243" y="8505"/>
                  </a:lnTo>
                  <a:lnTo>
                    <a:pt x="68028" y="4648"/>
                  </a:lnTo>
                  <a:lnTo>
                    <a:pt x="71960" y="6942"/>
                  </a:lnTo>
                  <a:lnTo>
                    <a:pt x="85806" y="7188"/>
                  </a:lnTo>
                  <a:lnTo>
                    <a:pt x="88554" y="3247"/>
                  </a:lnTo>
                  <a:lnTo>
                    <a:pt x="95805" y="7332"/>
                  </a:lnTo>
                  <a:lnTo>
                    <a:pt x="95500" y="5413"/>
                  </a:lnTo>
                  <a:lnTo>
                    <a:pt x="10310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h3706"/>
            <p:cNvSpPr/>
            <p:nvPr/>
          </p:nvSpPr>
          <p:spPr>
            <a:xfrm>
              <a:off x="6320647" y="2351948"/>
              <a:ext cx="71179" cy="55294"/>
            </a:xfrm>
            <a:custGeom>
              <a:avLst/>
              <a:pathLst>
                <a:path w="71179" h="55294">
                  <a:moveTo>
                    <a:pt x="39690" y="590"/>
                  </a:moveTo>
                  <a:lnTo>
                    <a:pt x="41461" y="5393"/>
                  </a:lnTo>
                  <a:lnTo>
                    <a:pt x="60109" y="12704"/>
                  </a:lnTo>
                  <a:lnTo>
                    <a:pt x="60118" y="10789"/>
                  </a:lnTo>
                  <a:lnTo>
                    <a:pt x="62539" y="11954"/>
                  </a:lnTo>
                  <a:lnTo>
                    <a:pt x="62443" y="17633"/>
                  </a:lnTo>
                  <a:lnTo>
                    <a:pt x="69641" y="17614"/>
                  </a:lnTo>
                  <a:lnTo>
                    <a:pt x="71179" y="23102"/>
                  </a:lnTo>
                  <a:lnTo>
                    <a:pt x="65548" y="36124"/>
                  </a:lnTo>
                  <a:lnTo>
                    <a:pt x="61878" y="37966"/>
                  </a:lnTo>
                  <a:lnTo>
                    <a:pt x="64447" y="42975"/>
                  </a:lnTo>
                  <a:lnTo>
                    <a:pt x="61799" y="44061"/>
                  </a:lnTo>
                  <a:lnTo>
                    <a:pt x="61913" y="48939"/>
                  </a:lnTo>
                  <a:lnTo>
                    <a:pt x="58300" y="48617"/>
                  </a:lnTo>
                  <a:lnTo>
                    <a:pt x="58092" y="44227"/>
                  </a:lnTo>
                  <a:lnTo>
                    <a:pt x="45513" y="45145"/>
                  </a:lnTo>
                  <a:lnTo>
                    <a:pt x="44563" y="47704"/>
                  </a:lnTo>
                  <a:lnTo>
                    <a:pt x="39262" y="49756"/>
                  </a:lnTo>
                  <a:lnTo>
                    <a:pt x="35064" y="48259"/>
                  </a:lnTo>
                  <a:lnTo>
                    <a:pt x="28905" y="47698"/>
                  </a:lnTo>
                  <a:lnTo>
                    <a:pt x="28327" y="48614"/>
                  </a:lnTo>
                  <a:lnTo>
                    <a:pt x="28376" y="54048"/>
                  </a:lnTo>
                  <a:lnTo>
                    <a:pt x="26500" y="55294"/>
                  </a:lnTo>
                  <a:lnTo>
                    <a:pt x="24407" y="54468"/>
                  </a:lnTo>
                  <a:lnTo>
                    <a:pt x="22023" y="49819"/>
                  </a:lnTo>
                  <a:lnTo>
                    <a:pt x="17610" y="51390"/>
                  </a:lnTo>
                  <a:lnTo>
                    <a:pt x="8436" y="49746"/>
                  </a:lnTo>
                  <a:lnTo>
                    <a:pt x="3336" y="40019"/>
                  </a:lnTo>
                  <a:lnTo>
                    <a:pt x="2885" y="35704"/>
                  </a:lnTo>
                  <a:lnTo>
                    <a:pt x="0" y="30556"/>
                  </a:lnTo>
                  <a:lnTo>
                    <a:pt x="9362" y="23951"/>
                  </a:lnTo>
                  <a:lnTo>
                    <a:pt x="749" y="23202"/>
                  </a:lnTo>
                  <a:lnTo>
                    <a:pt x="1029" y="22268"/>
                  </a:lnTo>
                  <a:lnTo>
                    <a:pt x="3328" y="14584"/>
                  </a:lnTo>
                  <a:lnTo>
                    <a:pt x="11471" y="16295"/>
                  </a:lnTo>
                  <a:lnTo>
                    <a:pt x="16531" y="13830"/>
                  </a:lnTo>
                  <a:lnTo>
                    <a:pt x="26868" y="13729"/>
                  </a:lnTo>
                  <a:lnTo>
                    <a:pt x="29314" y="11302"/>
                  </a:lnTo>
                  <a:lnTo>
                    <a:pt x="30414" y="6676"/>
                  </a:lnTo>
                  <a:lnTo>
                    <a:pt x="30082" y="3726"/>
                  </a:lnTo>
                  <a:lnTo>
                    <a:pt x="3805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h3707"/>
            <p:cNvSpPr/>
            <p:nvPr/>
          </p:nvSpPr>
          <p:spPr>
            <a:xfrm>
              <a:off x="6206421" y="2251082"/>
              <a:ext cx="123738" cy="183359"/>
            </a:xfrm>
            <a:custGeom>
              <a:avLst/>
              <a:pathLst>
                <a:path w="123738" h="183359">
                  <a:moveTo>
                    <a:pt x="38129" y="2812"/>
                  </a:moveTo>
                  <a:lnTo>
                    <a:pt x="40833" y="12331"/>
                  </a:lnTo>
                  <a:lnTo>
                    <a:pt x="47485" y="12356"/>
                  </a:lnTo>
                  <a:lnTo>
                    <a:pt x="56214" y="11103"/>
                  </a:lnTo>
                  <a:lnTo>
                    <a:pt x="63652" y="12133"/>
                  </a:lnTo>
                  <a:lnTo>
                    <a:pt x="67029" y="14909"/>
                  </a:lnTo>
                  <a:lnTo>
                    <a:pt x="67898" y="21349"/>
                  </a:lnTo>
                  <a:lnTo>
                    <a:pt x="63070" y="28754"/>
                  </a:lnTo>
                  <a:lnTo>
                    <a:pt x="63727" y="35693"/>
                  </a:lnTo>
                  <a:lnTo>
                    <a:pt x="55853" y="37185"/>
                  </a:lnTo>
                  <a:lnTo>
                    <a:pt x="50902" y="33945"/>
                  </a:lnTo>
                  <a:lnTo>
                    <a:pt x="40267" y="43222"/>
                  </a:lnTo>
                  <a:lnTo>
                    <a:pt x="36636" y="47809"/>
                  </a:lnTo>
                  <a:lnTo>
                    <a:pt x="29896" y="49959"/>
                  </a:lnTo>
                  <a:lnTo>
                    <a:pt x="30974" y="53212"/>
                  </a:lnTo>
                  <a:lnTo>
                    <a:pt x="37297" y="57705"/>
                  </a:lnTo>
                  <a:lnTo>
                    <a:pt x="41710" y="63731"/>
                  </a:lnTo>
                  <a:lnTo>
                    <a:pt x="40950" y="66632"/>
                  </a:lnTo>
                  <a:lnTo>
                    <a:pt x="37021" y="69653"/>
                  </a:lnTo>
                  <a:lnTo>
                    <a:pt x="39710" y="75069"/>
                  </a:lnTo>
                  <a:lnTo>
                    <a:pt x="43720" y="74228"/>
                  </a:lnTo>
                  <a:lnTo>
                    <a:pt x="53153" y="70063"/>
                  </a:lnTo>
                  <a:lnTo>
                    <a:pt x="58213" y="73344"/>
                  </a:lnTo>
                  <a:lnTo>
                    <a:pt x="61827" y="75686"/>
                  </a:lnTo>
                  <a:lnTo>
                    <a:pt x="64145" y="79455"/>
                  </a:lnTo>
                  <a:lnTo>
                    <a:pt x="61055" y="86398"/>
                  </a:lnTo>
                  <a:lnTo>
                    <a:pt x="63330" y="93211"/>
                  </a:lnTo>
                  <a:lnTo>
                    <a:pt x="66266" y="95026"/>
                  </a:lnTo>
                  <a:lnTo>
                    <a:pt x="69341" y="94773"/>
                  </a:lnTo>
                  <a:lnTo>
                    <a:pt x="72609" y="98389"/>
                  </a:lnTo>
                  <a:lnTo>
                    <a:pt x="74447" y="106645"/>
                  </a:lnTo>
                  <a:lnTo>
                    <a:pt x="79038" y="109376"/>
                  </a:lnTo>
                  <a:lnTo>
                    <a:pt x="82506" y="113006"/>
                  </a:lnTo>
                  <a:lnTo>
                    <a:pt x="83738" y="115812"/>
                  </a:lnTo>
                  <a:lnTo>
                    <a:pt x="78447" y="126927"/>
                  </a:lnTo>
                  <a:lnTo>
                    <a:pt x="82140" y="126003"/>
                  </a:lnTo>
                  <a:lnTo>
                    <a:pt x="83519" y="122978"/>
                  </a:lnTo>
                  <a:lnTo>
                    <a:pt x="91755" y="117423"/>
                  </a:lnTo>
                  <a:lnTo>
                    <a:pt x="94392" y="121911"/>
                  </a:lnTo>
                  <a:lnTo>
                    <a:pt x="96065" y="122601"/>
                  </a:lnTo>
                  <a:lnTo>
                    <a:pt x="102571" y="122233"/>
                  </a:lnTo>
                  <a:lnTo>
                    <a:pt x="105908" y="120818"/>
                  </a:lnTo>
                  <a:lnTo>
                    <a:pt x="107508" y="119151"/>
                  </a:lnTo>
                  <a:lnTo>
                    <a:pt x="114340" y="122085"/>
                  </a:lnTo>
                  <a:lnTo>
                    <a:pt x="115254" y="123134"/>
                  </a:lnTo>
                  <a:lnTo>
                    <a:pt x="114975" y="124068"/>
                  </a:lnTo>
                  <a:lnTo>
                    <a:pt x="123587" y="124817"/>
                  </a:lnTo>
                  <a:lnTo>
                    <a:pt x="114225" y="131422"/>
                  </a:lnTo>
                  <a:lnTo>
                    <a:pt x="117110" y="136570"/>
                  </a:lnTo>
                  <a:lnTo>
                    <a:pt x="117561" y="140884"/>
                  </a:lnTo>
                  <a:lnTo>
                    <a:pt x="122662" y="150612"/>
                  </a:lnTo>
                  <a:lnTo>
                    <a:pt x="123738" y="152083"/>
                  </a:lnTo>
                  <a:lnTo>
                    <a:pt x="115989" y="158097"/>
                  </a:lnTo>
                  <a:lnTo>
                    <a:pt x="120023" y="162252"/>
                  </a:lnTo>
                  <a:lnTo>
                    <a:pt x="121855" y="176528"/>
                  </a:lnTo>
                  <a:lnTo>
                    <a:pt x="119744" y="177138"/>
                  </a:lnTo>
                  <a:lnTo>
                    <a:pt x="116883" y="174678"/>
                  </a:lnTo>
                  <a:lnTo>
                    <a:pt x="108041" y="171407"/>
                  </a:lnTo>
                  <a:lnTo>
                    <a:pt x="99875" y="173659"/>
                  </a:lnTo>
                  <a:lnTo>
                    <a:pt x="98655" y="175033"/>
                  </a:lnTo>
                  <a:lnTo>
                    <a:pt x="97765" y="178736"/>
                  </a:lnTo>
                  <a:lnTo>
                    <a:pt x="95917" y="180583"/>
                  </a:lnTo>
                  <a:lnTo>
                    <a:pt x="83566" y="183359"/>
                  </a:lnTo>
                  <a:lnTo>
                    <a:pt x="78982" y="181510"/>
                  </a:lnTo>
                  <a:lnTo>
                    <a:pt x="77911" y="181985"/>
                  </a:lnTo>
                  <a:lnTo>
                    <a:pt x="76637" y="180879"/>
                  </a:lnTo>
                  <a:lnTo>
                    <a:pt x="70033" y="169677"/>
                  </a:lnTo>
                  <a:lnTo>
                    <a:pt x="69042" y="165651"/>
                  </a:lnTo>
                  <a:lnTo>
                    <a:pt x="72275" y="162144"/>
                  </a:lnTo>
                  <a:lnTo>
                    <a:pt x="73534" y="157507"/>
                  </a:lnTo>
                  <a:lnTo>
                    <a:pt x="71024" y="155369"/>
                  </a:lnTo>
                  <a:lnTo>
                    <a:pt x="65890" y="153655"/>
                  </a:lnTo>
                  <a:lnTo>
                    <a:pt x="59262" y="140556"/>
                  </a:lnTo>
                  <a:lnTo>
                    <a:pt x="56875" y="131732"/>
                  </a:lnTo>
                  <a:lnTo>
                    <a:pt x="38443" y="110446"/>
                  </a:lnTo>
                  <a:lnTo>
                    <a:pt x="36051" y="109919"/>
                  </a:lnTo>
                  <a:lnTo>
                    <a:pt x="34035" y="109583"/>
                  </a:lnTo>
                  <a:lnTo>
                    <a:pt x="32019" y="111407"/>
                  </a:lnTo>
                  <a:lnTo>
                    <a:pt x="30689" y="110448"/>
                  </a:lnTo>
                  <a:lnTo>
                    <a:pt x="28447" y="105516"/>
                  </a:lnTo>
                  <a:lnTo>
                    <a:pt x="31323" y="104478"/>
                  </a:lnTo>
                  <a:lnTo>
                    <a:pt x="30499" y="102626"/>
                  </a:lnTo>
                  <a:lnTo>
                    <a:pt x="22825" y="96106"/>
                  </a:lnTo>
                  <a:lnTo>
                    <a:pt x="20728" y="95328"/>
                  </a:lnTo>
                  <a:lnTo>
                    <a:pt x="16235" y="86387"/>
                  </a:lnTo>
                  <a:lnTo>
                    <a:pt x="15318" y="82481"/>
                  </a:lnTo>
                  <a:lnTo>
                    <a:pt x="7970" y="79206"/>
                  </a:lnTo>
                  <a:lnTo>
                    <a:pt x="9188" y="61745"/>
                  </a:lnTo>
                  <a:lnTo>
                    <a:pt x="8530" y="56467"/>
                  </a:lnTo>
                  <a:lnTo>
                    <a:pt x="9912" y="54366"/>
                  </a:lnTo>
                  <a:lnTo>
                    <a:pt x="6738" y="52148"/>
                  </a:lnTo>
                  <a:lnTo>
                    <a:pt x="5559" y="51604"/>
                  </a:lnTo>
                  <a:lnTo>
                    <a:pt x="0" y="42409"/>
                  </a:lnTo>
                  <a:lnTo>
                    <a:pt x="4291" y="43248"/>
                  </a:lnTo>
                  <a:lnTo>
                    <a:pt x="131" y="31197"/>
                  </a:lnTo>
                  <a:lnTo>
                    <a:pt x="3229" y="28723"/>
                  </a:lnTo>
                  <a:lnTo>
                    <a:pt x="6367" y="28158"/>
                  </a:lnTo>
                  <a:lnTo>
                    <a:pt x="8897" y="22009"/>
                  </a:lnTo>
                  <a:lnTo>
                    <a:pt x="7973" y="19948"/>
                  </a:lnTo>
                  <a:lnTo>
                    <a:pt x="5751" y="20135"/>
                  </a:lnTo>
                  <a:lnTo>
                    <a:pt x="4403" y="18489"/>
                  </a:lnTo>
                  <a:lnTo>
                    <a:pt x="5254" y="12976"/>
                  </a:lnTo>
                  <a:lnTo>
                    <a:pt x="9293" y="12773"/>
                  </a:lnTo>
                  <a:lnTo>
                    <a:pt x="11242" y="13705"/>
                  </a:lnTo>
                  <a:lnTo>
                    <a:pt x="29269" y="4365"/>
                  </a:lnTo>
                  <a:lnTo>
                    <a:pt x="2692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h3708"/>
            <p:cNvSpPr/>
            <p:nvPr/>
          </p:nvSpPr>
          <p:spPr>
            <a:xfrm>
              <a:off x="6516996" y="2104521"/>
              <a:ext cx="123827" cy="180044"/>
            </a:xfrm>
            <a:custGeom>
              <a:avLst/>
              <a:pathLst>
                <a:path w="123827" h="180044">
                  <a:moveTo>
                    <a:pt x="47177" y="8629"/>
                  </a:moveTo>
                  <a:lnTo>
                    <a:pt x="52337" y="9178"/>
                  </a:lnTo>
                  <a:lnTo>
                    <a:pt x="67246" y="12734"/>
                  </a:lnTo>
                  <a:lnTo>
                    <a:pt x="70092" y="9331"/>
                  </a:lnTo>
                  <a:lnTo>
                    <a:pt x="74596" y="8981"/>
                  </a:lnTo>
                  <a:lnTo>
                    <a:pt x="74690" y="12123"/>
                  </a:lnTo>
                  <a:lnTo>
                    <a:pt x="81906" y="12172"/>
                  </a:lnTo>
                  <a:lnTo>
                    <a:pt x="68571" y="26584"/>
                  </a:lnTo>
                  <a:lnTo>
                    <a:pt x="71928" y="28313"/>
                  </a:lnTo>
                  <a:lnTo>
                    <a:pt x="71942" y="32614"/>
                  </a:lnTo>
                  <a:lnTo>
                    <a:pt x="70826" y="36374"/>
                  </a:lnTo>
                  <a:lnTo>
                    <a:pt x="71708" y="37468"/>
                  </a:lnTo>
                  <a:lnTo>
                    <a:pt x="79803" y="37881"/>
                  </a:lnTo>
                  <a:lnTo>
                    <a:pt x="80082" y="39972"/>
                  </a:lnTo>
                  <a:lnTo>
                    <a:pt x="78647" y="46442"/>
                  </a:lnTo>
                  <a:lnTo>
                    <a:pt x="78758" y="53309"/>
                  </a:lnTo>
                  <a:lnTo>
                    <a:pt x="72100" y="59114"/>
                  </a:lnTo>
                  <a:lnTo>
                    <a:pt x="92116" y="83667"/>
                  </a:lnTo>
                  <a:lnTo>
                    <a:pt x="108232" y="100697"/>
                  </a:lnTo>
                  <a:lnTo>
                    <a:pt x="116559" y="124458"/>
                  </a:lnTo>
                  <a:lnTo>
                    <a:pt x="120682" y="121341"/>
                  </a:lnTo>
                  <a:lnTo>
                    <a:pt x="123011" y="123056"/>
                  </a:lnTo>
                  <a:lnTo>
                    <a:pt x="123827" y="125133"/>
                  </a:lnTo>
                  <a:lnTo>
                    <a:pt x="123405" y="126274"/>
                  </a:lnTo>
                  <a:lnTo>
                    <a:pt x="121920" y="130110"/>
                  </a:lnTo>
                  <a:lnTo>
                    <a:pt x="119133" y="132148"/>
                  </a:lnTo>
                  <a:lnTo>
                    <a:pt x="116944" y="141523"/>
                  </a:lnTo>
                  <a:lnTo>
                    <a:pt x="115579" y="143974"/>
                  </a:lnTo>
                  <a:lnTo>
                    <a:pt x="108849" y="146212"/>
                  </a:lnTo>
                  <a:lnTo>
                    <a:pt x="107084" y="144449"/>
                  </a:lnTo>
                  <a:lnTo>
                    <a:pt x="94223" y="142902"/>
                  </a:lnTo>
                  <a:lnTo>
                    <a:pt x="90473" y="141662"/>
                  </a:lnTo>
                  <a:lnTo>
                    <a:pt x="82505" y="141591"/>
                  </a:lnTo>
                  <a:lnTo>
                    <a:pt x="79343" y="143489"/>
                  </a:lnTo>
                  <a:lnTo>
                    <a:pt x="80831" y="146712"/>
                  </a:lnTo>
                  <a:lnTo>
                    <a:pt x="76057" y="148351"/>
                  </a:lnTo>
                  <a:lnTo>
                    <a:pt x="76125" y="149623"/>
                  </a:lnTo>
                  <a:lnTo>
                    <a:pt x="77439" y="152539"/>
                  </a:lnTo>
                  <a:lnTo>
                    <a:pt x="78559" y="151929"/>
                  </a:lnTo>
                  <a:lnTo>
                    <a:pt x="84002" y="159918"/>
                  </a:lnTo>
                  <a:lnTo>
                    <a:pt x="82645" y="160389"/>
                  </a:lnTo>
                  <a:lnTo>
                    <a:pt x="82028" y="168413"/>
                  </a:lnTo>
                  <a:lnTo>
                    <a:pt x="87789" y="168726"/>
                  </a:lnTo>
                  <a:lnTo>
                    <a:pt x="88214" y="169736"/>
                  </a:lnTo>
                  <a:lnTo>
                    <a:pt x="88904" y="171565"/>
                  </a:lnTo>
                  <a:lnTo>
                    <a:pt x="85171" y="171356"/>
                  </a:lnTo>
                  <a:lnTo>
                    <a:pt x="87898" y="179348"/>
                  </a:lnTo>
                  <a:lnTo>
                    <a:pt x="84291" y="180044"/>
                  </a:lnTo>
                  <a:lnTo>
                    <a:pt x="79226" y="177703"/>
                  </a:lnTo>
                  <a:lnTo>
                    <a:pt x="74424" y="170022"/>
                  </a:lnTo>
                  <a:lnTo>
                    <a:pt x="74121" y="169570"/>
                  </a:lnTo>
                  <a:lnTo>
                    <a:pt x="69833" y="170672"/>
                  </a:lnTo>
                  <a:lnTo>
                    <a:pt x="69739" y="166068"/>
                  </a:lnTo>
                  <a:lnTo>
                    <a:pt x="66648" y="166774"/>
                  </a:lnTo>
                  <a:lnTo>
                    <a:pt x="65913" y="167891"/>
                  </a:lnTo>
                  <a:lnTo>
                    <a:pt x="57159" y="167853"/>
                  </a:lnTo>
                  <a:lnTo>
                    <a:pt x="53971" y="166783"/>
                  </a:lnTo>
                  <a:lnTo>
                    <a:pt x="49929" y="160200"/>
                  </a:lnTo>
                  <a:lnTo>
                    <a:pt x="49746" y="157482"/>
                  </a:lnTo>
                  <a:lnTo>
                    <a:pt x="51973" y="157123"/>
                  </a:lnTo>
                  <a:lnTo>
                    <a:pt x="53787" y="145775"/>
                  </a:lnTo>
                  <a:lnTo>
                    <a:pt x="56015" y="144612"/>
                  </a:lnTo>
                  <a:lnTo>
                    <a:pt x="55791" y="144165"/>
                  </a:lnTo>
                  <a:lnTo>
                    <a:pt x="53031" y="141945"/>
                  </a:lnTo>
                  <a:lnTo>
                    <a:pt x="45885" y="140599"/>
                  </a:lnTo>
                  <a:lnTo>
                    <a:pt x="41117" y="147445"/>
                  </a:lnTo>
                  <a:lnTo>
                    <a:pt x="37207" y="142335"/>
                  </a:lnTo>
                  <a:lnTo>
                    <a:pt x="38165" y="136632"/>
                  </a:lnTo>
                  <a:lnTo>
                    <a:pt x="36836" y="132168"/>
                  </a:lnTo>
                  <a:lnTo>
                    <a:pt x="35217" y="131885"/>
                  </a:lnTo>
                  <a:lnTo>
                    <a:pt x="34215" y="127430"/>
                  </a:lnTo>
                  <a:lnTo>
                    <a:pt x="24502" y="125607"/>
                  </a:lnTo>
                  <a:lnTo>
                    <a:pt x="20189" y="126791"/>
                  </a:lnTo>
                  <a:lnTo>
                    <a:pt x="19759" y="124597"/>
                  </a:lnTo>
                  <a:lnTo>
                    <a:pt x="14305" y="124784"/>
                  </a:lnTo>
                  <a:lnTo>
                    <a:pt x="8220" y="122315"/>
                  </a:lnTo>
                  <a:lnTo>
                    <a:pt x="0" y="116146"/>
                  </a:lnTo>
                  <a:lnTo>
                    <a:pt x="4636" y="107722"/>
                  </a:lnTo>
                  <a:lnTo>
                    <a:pt x="3843" y="97899"/>
                  </a:lnTo>
                  <a:lnTo>
                    <a:pt x="13914" y="93590"/>
                  </a:lnTo>
                  <a:lnTo>
                    <a:pt x="14044" y="82763"/>
                  </a:lnTo>
                  <a:lnTo>
                    <a:pt x="14870" y="80419"/>
                  </a:lnTo>
                  <a:lnTo>
                    <a:pt x="6714" y="71134"/>
                  </a:lnTo>
                  <a:lnTo>
                    <a:pt x="5326" y="65226"/>
                  </a:lnTo>
                  <a:lnTo>
                    <a:pt x="14178" y="55637"/>
                  </a:lnTo>
                  <a:lnTo>
                    <a:pt x="14879" y="53201"/>
                  </a:lnTo>
                  <a:lnTo>
                    <a:pt x="14702" y="48785"/>
                  </a:lnTo>
                  <a:lnTo>
                    <a:pt x="18245" y="41855"/>
                  </a:lnTo>
                  <a:lnTo>
                    <a:pt x="22419" y="30881"/>
                  </a:lnTo>
                  <a:lnTo>
                    <a:pt x="29496" y="26250"/>
                  </a:lnTo>
                  <a:lnTo>
                    <a:pt x="34839" y="24262"/>
                  </a:lnTo>
                  <a:lnTo>
                    <a:pt x="40152" y="15310"/>
                  </a:lnTo>
                  <a:lnTo>
                    <a:pt x="38120" y="11338"/>
                  </a:lnTo>
                  <a:lnTo>
                    <a:pt x="37588" y="6329"/>
                  </a:lnTo>
                  <a:lnTo>
                    <a:pt x="4198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h3709"/>
            <p:cNvSpPr/>
            <p:nvPr/>
          </p:nvSpPr>
          <p:spPr>
            <a:xfrm>
              <a:off x="6535900" y="2468177"/>
              <a:ext cx="55955" cy="59517"/>
            </a:xfrm>
            <a:custGeom>
              <a:avLst/>
              <a:pathLst>
                <a:path w="55955" h="59517">
                  <a:moveTo>
                    <a:pt x="18777" y="1368"/>
                  </a:moveTo>
                  <a:lnTo>
                    <a:pt x="20129" y="4345"/>
                  </a:lnTo>
                  <a:lnTo>
                    <a:pt x="21038" y="4356"/>
                  </a:lnTo>
                  <a:lnTo>
                    <a:pt x="24164" y="9263"/>
                  </a:lnTo>
                  <a:lnTo>
                    <a:pt x="23762" y="11223"/>
                  </a:lnTo>
                  <a:lnTo>
                    <a:pt x="21090" y="12280"/>
                  </a:lnTo>
                  <a:lnTo>
                    <a:pt x="21843" y="17012"/>
                  </a:lnTo>
                  <a:lnTo>
                    <a:pt x="24299" y="16910"/>
                  </a:lnTo>
                  <a:lnTo>
                    <a:pt x="25107" y="15711"/>
                  </a:lnTo>
                  <a:lnTo>
                    <a:pt x="33622" y="13293"/>
                  </a:lnTo>
                  <a:lnTo>
                    <a:pt x="34242" y="15840"/>
                  </a:lnTo>
                  <a:lnTo>
                    <a:pt x="31372" y="18127"/>
                  </a:lnTo>
                  <a:lnTo>
                    <a:pt x="26869" y="19217"/>
                  </a:lnTo>
                  <a:lnTo>
                    <a:pt x="26146" y="20745"/>
                  </a:lnTo>
                  <a:lnTo>
                    <a:pt x="27043" y="21881"/>
                  </a:lnTo>
                  <a:lnTo>
                    <a:pt x="35600" y="22147"/>
                  </a:lnTo>
                  <a:lnTo>
                    <a:pt x="38970" y="23939"/>
                  </a:lnTo>
                  <a:lnTo>
                    <a:pt x="44650" y="24699"/>
                  </a:lnTo>
                  <a:lnTo>
                    <a:pt x="44883" y="28563"/>
                  </a:lnTo>
                  <a:lnTo>
                    <a:pt x="43908" y="29869"/>
                  </a:lnTo>
                  <a:lnTo>
                    <a:pt x="44202" y="30640"/>
                  </a:lnTo>
                  <a:lnTo>
                    <a:pt x="55955" y="32222"/>
                  </a:lnTo>
                  <a:lnTo>
                    <a:pt x="48234" y="38732"/>
                  </a:lnTo>
                  <a:lnTo>
                    <a:pt x="44669" y="42721"/>
                  </a:lnTo>
                  <a:lnTo>
                    <a:pt x="45331" y="45902"/>
                  </a:lnTo>
                  <a:lnTo>
                    <a:pt x="42229" y="50498"/>
                  </a:lnTo>
                  <a:lnTo>
                    <a:pt x="34781" y="58859"/>
                  </a:lnTo>
                  <a:lnTo>
                    <a:pt x="26696" y="59517"/>
                  </a:lnTo>
                  <a:lnTo>
                    <a:pt x="24182" y="57683"/>
                  </a:lnTo>
                  <a:lnTo>
                    <a:pt x="20600" y="57293"/>
                  </a:lnTo>
                  <a:lnTo>
                    <a:pt x="15601" y="57181"/>
                  </a:lnTo>
                  <a:lnTo>
                    <a:pt x="15617" y="53193"/>
                  </a:lnTo>
                  <a:lnTo>
                    <a:pt x="16843" y="50603"/>
                  </a:lnTo>
                  <a:lnTo>
                    <a:pt x="16966" y="47044"/>
                  </a:lnTo>
                  <a:lnTo>
                    <a:pt x="13555" y="43607"/>
                  </a:lnTo>
                  <a:lnTo>
                    <a:pt x="9672" y="41184"/>
                  </a:lnTo>
                  <a:lnTo>
                    <a:pt x="2662" y="41251"/>
                  </a:lnTo>
                  <a:lnTo>
                    <a:pt x="0" y="39289"/>
                  </a:lnTo>
                  <a:lnTo>
                    <a:pt x="2482" y="29770"/>
                  </a:lnTo>
                  <a:lnTo>
                    <a:pt x="1740" y="20323"/>
                  </a:lnTo>
                  <a:lnTo>
                    <a:pt x="3028" y="16019"/>
                  </a:lnTo>
                  <a:lnTo>
                    <a:pt x="11037" y="13674"/>
                  </a:lnTo>
                  <a:lnTo>
                    <a:pt x="10517" y="8594"/>
                  </a:lnTo>
                  <a:lnTo>
                    <a:pt x="15269" y="270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h3710"/>
            <p:cNvSpPr/>
            <p:nvPr/>
          </p:nvSpPr>
          <p:spPr>
            <a:xfrm>
              <a:off x="6402178" y="2197588"/>
              <a:ext cx="102609" cy="125957"/>
            </a:xfrm>
            <a:custGeom>
              <a:avLst/>
              <a:pathLst>
                <a:path w="102609" h="125957">
                  <a:moveTo>
                    <a:pt x="27100" y="5567"/>
                  </a:moveTo>
                  <a:lnTo>
                    <a:pt x="33030" y="17007"/>
                  </a:lnTo>
                  <a:lnTo>
                    <a:pt x="31133" y="21423"/>
                  </a:lnTo>
                  <a:lnTo>
                    <a:pt x="30849" y="25849"/>
                  </a:lnTo>
                  <a:lnTo>
                    <a:pt x="36092" y="36778"/>
                  </a:lnTo>
                  <a:lnTo>
                    <a:pt x="40346" y="37666"/>
                  </a:lnTo>
                  <a:lnTo>
                    <a:pt x="41270" y="40548"/>
                  </a:lnTo>
                  <a:lnTo>
                    <a:pt x="41880" y="54356"/>
                  </a:lnTo>
                  <a:lnTo>
                    <a:pt x="42803" y="55421"/>
                  </a:lnTo>
                  <a:lnTo>
                    <a:pt x="48490" y="55428"/>
                  </a:lnTo>
                  <a:lnTo>
                    <a:pt x="53922" y="51435"/>
                  </a:lnTo>
                  <a:lnTo>
                    <a:pt x="58478" y="52818"/>
                  </a:lnTo>
                  <a:lnTo>
                    <a:pt x="60100" y="55198"/>
                  </a:lnTo>
                  <a:lnTo>
                    <a:pt x="57061" y="57500"/>
                  </a:lnTo>
                  <a:lnTo>
                    <a:pt x="58150" y="64959"/>
                  </a:lnTo>
                  <a:lnTo>
                    <a:pt x="59845" y="70602"/>
                  </a:lnTo>
                  <a:lnTo>
                    <a:pt x="62617" y="75318"/>
                  </a:lnTo>
                  <a:lnTo>
                    <a:pt x="61111" y="80131"/>
                  </a:lnTo>
                  <a:lnTo>
                    <a:pt x="62359" y="80595"/>
                  </a:lnTo>
                  <a:lnTo>
                    <a:pt x="68724" y="88467"/>
                  </a:lnTo>
                  <a:lnTo>
                    <a:pt x="72544" y="84434"/>
                  </a:lnTo>
                  <a:lnTo>
                    <a:pt x="75692" y="85250"/>
                  </a:lnTo>
                  <a:lnTo>
                    <a:pt x="78681" y="87614"/>
                  </a:lnTo>
                  <a:lnTo>
                    <a:pt x="85048" y="89386"/>
                  </a:lnTo>
                  <a:lnTo>
                    <a:pt x="101012" y="102578"/>
                  </a:lnTo>
                  <a:lnTo>
                    <a:pt x="102609" y="104640"/>
                  </a:lnTo>
                  <a:lnTo>
                    <a:pt x="102378" y="106066"/>
                  </a:lnTo>
                  <a:lnTo>
                    <a:pt x="100502" y="107938"/>
                  </a:lnTo>
                  <a:lnTo>
                    <a:pt x="97970" y="109898"/>
                  </a:lnTo>
                  <a:lnTo>
                    <a:pt x="95971" y="109126"/>
                  </a:lnTo>
                  <a:lnTo>
                    <a:pt x="97104" y="106559"/>
                  </a:lnTo>
                  <a:lnTo>
                    <a:pt x="89555" y="110907"/>
                  </a:lnTo>
                  <a:lnTo>
                    <a:pt x="90083" y="112298"/>
                  </a:lnTo>
                  <a:lnTo>
                    <a:pt x="81732" y="119820"/>
                  </a:lnTo>
                  <a:lnTo>
                    <a:pt x="81451" y="125957"/>
                  </a:lnTo>
                  <a:lnTo>
                    <a:pt x="76246" y="123970"/>
                  </a:lnTo>
                  <a:lnTo>
                    <a:pt x="69436" y="119883"/>
                  </a:lnTo>
                  <a:lnTo>
                    <a:pt x="67393" y="121951"/>
                  </a:lnTo>
                  <a:lnTo>
                    <a:pt x="61951" y="125055"/>
                  </a:lnTo>
                  <a:lnTo>
                    <a:pt x="61616" y="123581"/>
                  </a:lnTo>
                  <a:lnTo>
                    <a:pt x="59531" y="122516"/>
                  </a:lnTo>
                  <a:lnTo>
                    <a:pt x="55139" y="124015"/>
                  </a:lnTo>
                  <a:lnTo>
                    <a:pt x="54010" y="125166"/>
                  </a:lnTo>
                  <a:lnTo>
                    <a:pt x="52139" y="124980"/>
                  </a:lnTo>
                  <a:lnTo>
                    <a:pt x="49075" y="122598"/>
                  </a:lnTo>
                  <a:lnTo>
                    <a:pt x="50830" y="118597"/>
                  </a:lnTo>
                  <a:lnTo>
                    <a:pt x="49668" y="109733"/>
                  </a:lnTo>
                  <a:lnTo>
                    <a:pt x="42760" y="100836"/>
                  </a:lnTo>
                  <a:lnTo>
                    <a:pt x="36389" y="97172"/>
                  </a:lnTo>
                  <a:lnTo>
                    <a:pt x="34252" y="96662"/>
                  </a:lnTo>
                  <a:lnTo>
                    <a:pt x="29146" y="98940"/>
                  </a:lnTo>
                  <a:lnTo>
                    <a:pt x="27372" y="103387"/>
                  </a:lnTo>
                  <a:lnTo>
                    <a:pt x="25233" y="103041"/>
                  </a:lnTo>
                  <a:lnTo>
                    <a:pt x="23511" y="101796"/>
                  </a:lnTo>
                  <a:lnTo>
                    <a:pt x="23571" y="97769"/>
                  </a:lnTo>
                  <a:lnTo>
                    <a:pt x="21627" y="94053"/>
                  </a:lnTo>
                  <a:lnTo>
                    <a:pt x="19112" y="91576"/>
                  </a:lnTo>
                  <a:lnTo>
                    <a:pt x="15142" y="94468"/>
                  </a:lnTo>
                  <a:lnTo>
                    <a:pt x="9035" y="87433"/>
                  </a:lnTo>
                  <a:lnTo>
                    <a:pt x="10985" y="76640"/>
                  </a:lnTo>
                  <a:lnTo>
                    <a:pt x="10544" y="75652"/>
                  </a:lnTo>
                  <a:lnTo>
                    <a:pt x="8208" y="72904"/>
                  </a:lnTo>
                  <a:lnTo>
                    <a:pt x="3431" y="69304"/>
                  </a:lnTo>
                  <a:lnTo>
                    <a:pt x="953" y="65663"/>
                  </a:lnTo>
                  <a:lnTo>
                    <a:pt x="0" y="58142"/>
                  </a:lnTo>
                  <a:lnTo>
                    <a:pt x="3462" y="57968"/>
                  </a:lnTo>
                  <a:lnTo>
                    <a:pt x="1625" y="49578"/>
                  </a:lnTo>
                  <a:lnTo>
                    <a:pt x="2913" y="48088"/>
                  </a:lnTo>
                  <a:lnTo>
                    <a:pt x="5313" y="47445"/>
                  </a:lnTo>
                  <a:lnTo>
                    <a:pt x="7543" y="39086"/>
                  </a:lnTo>
                  <a:lnTo>
                    <a:pt x="6273" y="36548"/>
                  </a:lnTo>
                  <a:lnTo>
                    <a:pt x="3420" y="33929"/>
                  </a:lnTo>
                  <a:lnTo>
                    <a:pt x="10063" y="27555"/>
                  </a:lnTo>
                  <a:lnTo>
                    <a:pt x="9024" y="24781"/>
                  </a:lnTo>
                  <a:lnTo>
                    <a:pt x="14280" y="22420"/>
                  </a:lnTo>
                  <a:lnTo>
                    <a:pt x="24220" y="7706"/>
                  </a:lnTo>
                  <a:lnTo>
                    <a:pt x="19858" y="2561"/>
                  </a:lnTo>
                  <a:lnTo>
                    <a:pt x="22073" y="515"/>
                  </a:lnTo>
                  <a:lnTo>
                    <a:pt x="2380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h3711"/>
            <p:cNvSpPr/>
            <p:nvPr/>
          </p:nvSpPr>
          <p:spPr>
            <a:xfrm>
              <a:off x="6518879" y="2382013"/>
              <a:ext cx="47637" cy="57440"/>
            </a:xfrm>
            <a:custGeom>
              <a:avLst/>
              <a:pathLst>
                <a:path w="47637" h="57440">
                  <a:moveTo>
                    <a:pt x="29795" y="25"/>
                  </a:moveTo>
                  <a:lnTo>
                    <a:pt x="38365" y="1379"/>
                  </a:lnTo>
                  <a:lnTo>
                    <a:pt x="38013" y="4573"/>
                  </a:lnTo>
                  <a:lnTo>
                    <a:pt x="30470" y="3701"/>
                  </a:lnTo>
                  <a:lnTo>
                    <a:pt x="35954" y="18961"/>
                  </a:lnTo>
                  <a:lnTo>
                    <a:pt x="36142" y="18317"/>
                  </a:lnTo>
                  <a:lnTo>
                    <a:pt x="41023" y="22028"/>
                  </a:lnTo>
                  <a:lnTo>
                    <a:pt x="41210" y="24173"/>
                  </a:lnTo>
                  <a:lnTo>
                    <a:pt x="40110" y="25040"/>
                  </a:lnTo>
                  <a:lnTo>
                    <a:pt x="42577" y="26623"/>
                  </a:lnTo>
                  <a:lnTo>
                    <a:pt x="45661" y="31876"/>
                  </a:lnTo>
                  <a:lnTo>
                    <a:pt x="46517" y="36469"/>
                  </a:lnTo>
                  <a:lnTo>
                    <a:pt x="43832" y="40749"/>
                  </a:lnTo>
                  <a:lnTo>
                    <a:pt x="42871" y="44315"/>
                  </a:lnTo>
                  <a:lnTo>
                    <a:pt x="43468" y="44690"/>
                  </a:lnTo>
                  <a:lnTo>
                    <a:pt x="45661" y="43777"/>
                  </a:lnTo>
                  <a:lnTo>
                    <a:pt x="47637" y="46774"/>
                  </a:lnTo>
                  <a:lnTo>
                    <a:pt x="37182" y="49393"/>
                  </a:lnTo>
                  <a:lnTo>
                    <a:pt x="36187" y="55935"/>
                  </a:lnTo>
                  <a:lnTo>
                    <a:pt x="35990" y="57304"/>
                  </a:lnTo>
                  <a:lnTo>
                    <a:pt x="31803" y="54479"/>
                  </a:lnTo>
                  <a:lnTo>
                    <a:pt x="30701" y="57440"/>
                  </a:lnTo>
                  <a:lnTo>
                    <a:pt x="29395" y="56219"/>
                  </a:lnTo>
                  <a:lnTo>
                    <a:pt x="24480" y="47128"/>
                  </a:lnTo>
                  <a:lnTo>
                    <a:pt x="11942" y="45830"/>
                  </a:lnTo>
                  <a:lnTo>
                    <a:pt x="7967" y="48801"/>
                  </a:lnTo>
                  <a:lnTo>
                    <a:pt x="4478" y="49765"/>
                  </a:lnTo>
                  <a:lnTo>
                    <a:pt x="3454" y="49390"/>
                  </a:lnTo>
                  <a:lnTo>
                    <a:pt x="2007" y="46949"/>
                  </a:lnTo>
                  <a:lnTo>
                    <a:pt x="0" y="46470"/>
                  </a:lnTo>
                  <a:lnTo>
                    <a:pt x="2871" y="43283"/>
                  </a:lnTo>
                  <a:lnTo>
                    <a:pt x="4628" y="44378"/>
                  </a:lnTo>
                  <a:lnTo>
                    <a:pt x="9253" y="40282"/>
                  </a:lnTo>
                  <a:lnTo>
                    <a:pt x="11243" y="39613"/>
                  </a:lnTo>
                  <a:lnTo>
                    <a:pt x="12678" y="40213"/>
                  </a:lnTo>
                  <a:lnTo>
                    <a:pt x="14393" y="38393"/>
                  </a:lnTo>
                  <a:lnTo>
                    <a:pt x="14336" y="37343"/>
                  </a:lnTo>
                  <a:lnTo>
                    <a:pt x="6718" y="35528"/>
                  </a:lnTo>
                  <a:lnTo>
                    <a:pt x="4335" y="31575"/>
                  </a:lnTo>
                  <a:lnTo>
                    <a:pt x="7220" y="27969"/>
                  </a:lnTo>
                  <a:lnTo>
                    <a:pt x="6036" y="21868"/>
                  </a:lnTo>
                  <a:lnTo>
                    <a:pt x="3581" y="24014"/>
                  </a:lnTo>
                  <a:lnTo>
                    <a:pt x="89" y="19606"/>
                  </a:lnTo>
                  <a:lnTo>
                    <a:pt x="8074" y="20886"/>
                  </a:lnTo>
                  <a:lnTo>
                    <a:pt x="12305" y="20680"/>
                  </a:lnTo>
                  <a:lnTo>
                    <a:pt x="15299" y="11724"/>
                  </a:lnTo>
                  <a:lnTo>
                    <a:pt x="18938" y="10153"/>
                  </a:lnTo>
                  <a:lnTo>
                    <a:pt x="20562" y="8133"/>
                  </a:lnTo>
                  <a:lnTo>
                    <a:pt x="18474" y="2078"/>
                  </a:lnTo>
                  <a:lnTo>
                    <a:pt x="23488" y="2038"/>
                  </a:lnTo>
                  <a:lnTo>
                    <a:pt x="2808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h3712"/>
            <p:cNvSpPr/>
            <p:nvPr/>
          </p:nvSpPr>
          <p:spPr>
            <a:xfrm>
              <a:off x="6264635" y="2314721"/>
              <a:ext cx="70042" cy="31519"/>
            </a:xfrm>
            <a:custGeom>
              <a:avLst/>
              <a:pathLst>
                <a:path w="70042" h="31519">
                  <a:moveTo>
                    <a:pt x="45105" y="1710"/>
                  </a:moveTo>
                  <a:lnTo>
                    <a:pt x="48663" y="5443"/>
                  </a:lnTo>
                  <a:lnTo>
                    <a:pt x="52278" y="11741"/>
                  </a:lnTo>
                  <a:lnTo>
                    <a:pt x="54064" y="8950"/>
                  </a:lnTo>
                  <a:lnTo>
                    <a:pt x="55387" y="12524"/>
                  </a:lnTo>
                  <a:lnTo>
                    <a:pt x="57822" y="14130"/>
                  </a:lnTo>
                  <a:lnTo>
                    <a:pt x="61069" y="11545"/>
                  </a:lnTo>
                  <a:lnTo>
                    <a:pt x="61195" y="7564"/>
                  </a:lnTo>
                  <a:lnTo>
                    <a:pt x="64809" y="8769"/>
                  </a:lnTo>
                  <a:lnTo>
                    <a:pt x="65516" y="10575"/>
                  </a:lnTo>
                  <a:lnTo>
                    <a:pt x="63990" y="12962"/>
                  </a:lnTo>
                  <a:lnTo>
                    <a:pt x="70042" y="13480"/>
                  </a:lnTo>
                  <a:lnTo>
                    <a:pt x="69733" y="17503"/>
                  </a:lnTo>
                  <a:lnTo>
                    <a:pt x="63990" y="17080"/>
                  </a:lnTo>
                  <a:lnTo>
                    <a:pt x="63329" y="27148"/>
                  </a:lnTo>
                  <a:lnTo>
                    <a:pt x="52061" y="27008"/>
                  </a:lnTo>
                  <a:lnTo>
                    <a:pt x="44275" y="21429"/>
                  </a:lnTo>
                  <a:lnTo>
                    <a:pt x="47063" y="18617"/>
                  </a:lnTo>
                  <a:lnTo>
                    <a:pt x="45851" y="15095"/>
                  </a:lnTo>
                  <a:lnTo>
                    <a:pt x="43874" y="16288"/>
                  </a:lnTo>
                  <a:lnTo>
                    <a:pt x="41641" y="19397"/>
                  </a:lnTo>
                  <a:lnTo>
                    <a:pt x="38285" y="20042"/>
                  </a:lnTo>
                  <a:lnTo>
                    <a:pt x="37967" y="16992"/>
                  </a:lnTo>
                  <a:lnTo>
                    <a:pt x="39141" y="18018"/>
                  </a:lnTo>
                  <a:lnTo>
                    <a:pt x="40010" y="12283"/>
                  </a:lnTo>
                  <a:lnTo>
                    <a:pt x="36927" y="15990"/>
                  </a:lnTo>
                  <a:lnTo>
                    <a:pt x="28582" y="29317"/>
                  </a:lnTo>
                  <a:lnTo>
                    <a:pt x="25247" y="27027"/>
                  </a:lnTo>
                  <a:lnTo>
                    <a:pt x="24567" y="31106"/>
                  </a:lnTo>
                  <a:lnTo>
                    <a:pt x="23681" y="31519"/>
                  </a:lnTo>
                  <a:lnTo>
                    <a:pt x="17434" y="30357"/>
                  </a:lnTo>
                  <a:lnTo>
                    <a:pt x="14881" y="25573"/>
                  </a:lnTo>
                  <a:lnTo>
                    <a:pt x="10900" y="27210"/>
                  </a:lnTo>
                  <a:lnTo>
                    <a:pt x="11555" y="30046"/>
                  </a:lnTo>
                  <a:lnTo>
                    <a:pt x="11127" y="31133"/>
                  </a:lnTo>
                  <a:lnTo>
                    <a:pt x="8052" y="31386"/>
                  </a:lnTo>
                  <a:lnTo>
                    <a:pt x="5116" y="29572"/>
                  </a:lnTo>
                  <a:lnTo>
                    <a:pt x="2842" y="22758"/>
                  </a:lnTo>
                  <a:lnTo>
                    <a:pt x="5931" y="15815"/>
                  </a:lnTo>
                  <a:lnTo>
                    <a:pt x="3613" y="12047"/>
                  </a:lnTo>
                  <a:lnTo>
                    <a:pt x="0" y="9705"/>
                  </a:lnTo>
                  <a:lnTo>
                    <a:pt x="530" y="8448"/>
                  </a:lnTo>
                  <a:lnTo>
                    <a:pt x="6676" y="3926"/>
                  </a:lnTo>
                  <a:lnTo>
                    <a:pt x="9599" y="4910"/>
                  </a:lnTo>
                  <a:lnTo>
                    <a:pt x="14964" y="2593"/>
                  </a:lnTo>
                  <a:lnTo>
                    <a:pt x="28165" y="2648"/>
                  </a:lnTo>
                  <a:lnTo>
                    <a:pt x="31242" y="1189"/>
                  </a:lnTo>
                  <a:lnTo>
                    <a:pt x="36672" y="3706"/>
                  </a:lnTo>
                  <a:lnTo>
                    <a:pt x="33371" y="6020"/>
                  </a:lnTo>
                  <a:lnTo>
                    <a:pt x="40119" y="8546"/>
                  </a:lnTo>
                  <a:lnTo>
                    <a:pt x="43187" y="6361"/>
                  </a:lnTo>
                  <a:lnTo>
                    <a:pt x="42970" y="2329"/>
                  </a:lnTo>
                  <a:lnTo>
                    <a:pt x="40563" y="1629"/>
                  </a:lnTo>
                  <a:lnTo>
                    <a:pt x="5084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h3713"/>
            <p:cNvSpPr/>
            <p:nvPr/>
          </p:nvSpPr>
          <p:spPr>
            <a:xfrm>
              <a:off x="6429480" y="2329132"/>
              <a:ext cx="71706" cy="73198"/>
            </a:xfrm>
            <a:custGeom>
              <a:avLst/>
              <a:pathLst>
                <a:path w="71706" h="73198">
                  <a:moveTo>
                    <a:pt x="43593" y="3236"/>
                  </a:moveTo>
                  <a:lnTo>
                    <a:pt x="49609" y="13790"/>
                  </a:lnTo>
                  <a:lnTo>
                    <a:pt x="53110" y="12849"/>
                  </a:lnTo>
                  <a:lnTo>
                    <a:pt x="56037" y="14932"/>
                  </a:lnTo>
                  <a:lnTo>
                    <a:pt x="61669" y="21245"/>
                  </a:lnTo>
                  <a:lnTo>
                    <a:pt x="63891" y="24805"/>
                  </a:lnTo>
                  <a:lnTo>
                    <a:pt x="69506" y="23728"/>
                  </a:lnTo>
                  <a:lnTo>
                    <a:pt x="68047" y="30757"/>
                  </a:lnTo>
                  <a:lnTo>
                    <a:pt x="71706" y="36292"/>
                  </a:lnTo>
                  <a:lnTo>
                    <a:pt x="62948" y="37752"/>
                  </a:lnTo>
                  <a:lnTo>
                    <a:pt x="49402" y="42217"/>
                  </a:lnTo>
                  <a:lnTo>
                    <a:pt x="43583" y="47544"/>
                  </a:lnTo>
                  <a:lnTo>
                    <a:pt x="44356" y="52049"/>
                  </a:lnTo>
                  <a:lnTo>
                    <a:pt x="47077" y="57965"/>
                  </a:lnTo>
                  <a:lnTo>
                    <a:pt x="49898" y="56933"/>
                  </a:lnTo>
                  <a:lnTo>
                    <a:pt x="37114" y="69647"/>
                  </a:lnTo>
                  <a:lnTo>
                    <a:pt x="35502" y="65186"/>
                  </a:lnTo>
                  <a:lnTo>
                    <a:pt x="33427" y="66517"/>
                  </a:lnTo>
                  <a:lnTo>
                    <a:pt x="35356" y="71425"/>
                  </a:lnTo>
                  <a:lnTo>
                    <a:pt x="33535" y="73198"/>
                  </a:lnTo>
                  <a:lnTo>
                    <a:pt x="24335" y="65567"/>
                  </a:lnTo>
                  <a:lnTo>
                    <a:pt x="18262" y="57817"/>
                  </a:lnTo>
                  <a:lnTo>
                    <a:pt x="6754" y="64034"/>
                  </a:lnTo>
                  <a:lnTo>
                    <a:pt x="8648" y="57472"/>
                  </a:lnTo>
                  <a:lnTo>
                    <a:pt x="11450" y="56142"/>
                  </a:lnTo>
                  <a:lnTo>
                    <a:pt x="11749" y="53791"/>
                  </a:lnTo>
                  <a:lnTo>
                    <a:pt x="3305" y="53382"/>
                  </a:lnTo>
                  <a:lnTo>
                    <a:pt x="0" y="44992"/>
                  </a:lnTo>
                  <a:lnTo>
                    <a:pt x="2626" y="42831"/>
                  </a:lnTo>
                  <a:lnTo>
                    <a:pt x="9912" y="40899"/>
                  </a:lnTo>
                  <a:lnTo>
                    <a:pt x="7102" y="31709"/>
                  </a:lnTo>
                  <a:lnTo>
                    <a:pt x="13409" y="29063"/>
                  </a:lnTo>
                  <a:lnTo>
                    <a:pt x="21783" y="28160"/>
                  </a:lnTo>
                  <a:lnTo>
                    <a:pt x="19383" y="24223"/>
                  </a:lnTo>
                  <a:lnTo>
                    <a:pt x="13196" y="26970"/>
                  </a:lnTo>
                  <a:lnTo>
                    <a:pt x="12889" y="25430"/>
                  </a:lnTo>
                  <a:lnTo>
                    <a:pt x="13838" y="22975"/>
                  </a:lnTo>
                  <a:lnTo>
                    <a:pt x="16699" y="19303"/>
                  </a:lnTo>
                  <a:lnTo>
                    <a:pt x="21089" y="11040"/>
                  </a:lnTo>
                  <a:lnTo>
                    <a:pt x="23558" y="8285"/>
                  </a:lnTo>
                  <a:lnTo>
                    <a:pt x="24923" y="2267"/>
                  </a:lnTo>
                  <a:lnTo>
                    <a:pt x="25571" y="1591"/>
                  </a:lnTo>
                  <a:lnTo>
                    <a:pt x="29593" y="3297"/>
                  </a:lnTo>
                  <a:lnTo>
                    <a:pt x="31506" y="590"/>
                  </a:lnTo>
                  <a:lnTo>
                    <a:pt x="34722" y="567"/>
                  </a:lnTo>
                  <a:lnTo>
                    <a:pt x="384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h3714"/>
            <p:cNvSpPr/>
            <p:nvPr/>
          </p:nvSpPr>
          <p:spPr>
            <a:xfrm>
              <a:off x="6548674" y="2339281"/>
              <a:ext cx="62922" cy="74811"/>
            </a:xfrm>
            <a:custGeom>
              <a:avLst/>
              <a:pathLst>
                <a:path w="62922" h="74811">
                  <a:moveTo>
                    <a:pt x="18815" y="585"/>
                  </a:moveTo>
                  <a:lnTo>
                    <a:pt x="17265" y="7140"/>
                  </a:lnTo>
                  <a:lnTo>
                    <a:pt x="21452" y="8335"/>
                  </a:lnTo>
                  <a:lnTo>
                    <a:pt x="23754" y="8065"/>
                  </a:lnTo>
                  <a:lnTo>
                    <a:pt x="26687" y="5462"/>
                  </a:lnTo>
                  <a:lnTo>
                    <a:pt x="27486" y="110"/>
                  </a:lnTo>
                  <a:lnTo>
                    <a:pt x="32355" y="12969"/>
                  </a:lnTo>
                  <a:lnTo>
                    <a:pt x="35707" y="11150"/>
                  </a:lnTo>
                  <a:lnTo>
                    <a:pt x="39684" y="12125"/>
                  </a:lnTo>
                  <a:lnTo>
                    <a:pt x="41266" y="12084"/>
                  </a:lnTo>
                  <a:lnTo>
                    <a:pt x="39263" y="17874"/>
                  </a:lnTo>
                  <a:lnTo>
                    <a:pt x="45397" y="32146"/>
                  </a:lnTo>
                  <a:lnTo>
                    <a:pt x="50595" y="33349"/>
                  </a:lnTo>
                  <a:lnTo>
                    <a:pt x="54757" y="28920"/>
                  </a:lnTo>
                  <a:lnTo>
                    <a:pt x="59163" y="30887"/>
                  </a:lnTo>
                  <a:lnTo>
                    <a:pt x="58654" y="37527"/>
                  </a:lnTo>
                  <a:lnTo>
                    <a:pt x="62922" y="37892"/>
                  </a:lnTo>
                  <a:lnTo>
                    <a:pt x="62577" y="42427"/>
                  </a:lnTo>
                  <a:lnTo>
                    <a:pt x="60282" y="43127"/>
                  </a:lnTo>
                  <a:lnTo>
                    <a:pt x="57149" y="45690"/>
                  </a:lnTo>
                  <a:lnTo>
                    <a:pt x="55519" y="49158"/>
                  </a:lnTo>
                  <a:lnTo>
                    <a:pt x="57952" y="52050"/>
                  </a:lnTo>
                  <a:lnTo>
                    <a:pt x="57807" y="53463"/>
                  </a:lnTo>
                  <a:lnTo>
                    <a:pt x="43129" y="65995"/>
                  </a:lnTo>
                  <a:lnTo>
                    <a:pt x="45280" y="70772"/>
                  </a:lnTo>
                  <a:lnTo>
                    <a:pt x="41514" y="72473"/>
                  </a:lnTo>
                  <a:lnTo>
                    <a:pt x="41763" y="73002"/>
                  </a:lnTo>
                  <a:lnTo>
                    <a:pt x="38692" y="74811"/>
                  </a:lnTo>
                  <a:lnTo>
                    <a:pt x="36911" y="71059"/>
                  </a:lnTo>
                  <a:lnTo>
                    <a:pt x="33999" y="57992"/>
                  </a:lnTo>
                  <a:lnTo>
                    <a:pt x="35348" y="52998"/>
                  </a:lnTo>
                  <a:lnTo>
                    <a:pt x="32794" y="48944"/>
                  </a:lnTo>
                  <a:lnTo>
                    <a:pt x="30640" y="55730"/>
                  </a:lnTo>
                  <a:lnTo>
                    <a:pt x="26079" y="52614"/>
                  </a:lnTo>
                  <a:lnTo>
                    <a:pt x="23160" y="48492"/>
                  </a:lnTo>
                  <a:lnTo>
                    <a:pt x="16687" y="48857"/>
                  </a:lnTo>
                  <a:lnTo>
                    <a:pt x="6805" y="55038"/>
                  </a:lnTo>
                  <a:lnTo>
                    <a:pt x="12501" y="60399"/>
                  </a:lnTo>
                  <a:lnTo>
                    <a:pt x="6347" y="61048"/>
                  </a:lnTo>
                  <a:lnTo>
                    <a:pt x="6159" y="61693"/>
                  </a:lnTo>
                  <a:lnTo>
                    <a:pt x="675" y="46433"/>
                  </a:lnTo>
                  <a:lnTo>
                    <a:pt x="8218" y="47304"/>
                  </a:lnTo>
                  <a:lnTo>
                    <a:pt x="8570" y="44110"/>
                  </a:lnTo>
                  <a:lnTo>
                    <a:pt x="0" y="42757"/>
                  </a:lnTo>
                  <a:lnTo>
                    <a:pt x="473" y="38166"/>
                  </a:lnTo>
                  <a:lnTo>
                    <a:pt x="7847" y="36155"/>
                  </a:lnTo>
                  <a:lnTo>
                    <a:pt x="8495" y="34206"/>
                  </a:lnTo>
                  <a:lnTo>
                    <a:pt x="5900" y="28661"/>
                  </a:lnTo>
                  <a:lnTo>
                    <a:pt x="5949" y="24126"/>
                  </a:lnTo>
                  <a:lnTo>
                    <a:pt x="8559" y="19354"/>
                  </a:lnTo>
                  <a:lnTo>
                    <a:pt x="6553" y="18409"/>
                  </a:lnTo>
                  <a:lnTo>
                    <a:pt x="1703" y="21592"/>
                  </a:lnTo>
                  <a:lnTo>
                    <a:pt x="2463" y="10559"/>
                  </a:lnTo>
                  <a:lnTo>
                    <a:pt x="1445" y="7849"/>
                  </a:lnTo>
                  <a:lnTo>
                    <a:pt x="4376" y="4238"/>
                  </a:lnTo>
                  <a:lnTo>
                    <a:pt x="4517" y="7429"/>
                  </a:lnTo>
                  <a:lnTo>
                    <a:pt x="6452" y="7062"/>
                  </a:lnTo>
                  <a:lnTo>
                    <a:pt x="13587" y="4095"/>
                  </a:lnTo>
                  <a:lnTo>
                    <a:pt x="1308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h3715"/>
            <p:cNvSpPr/>
            <p:nvPr/>
          </p:nvSpPr>
          <p:spPr>
            <a:xfrm>
              <a:off x="6457318" y="2309091"/>
              <a:ext cx="63094" cy="69657"/>
            </a:xfrm>
            <a:custGeom>
              <a:avLst/>
              <a:pathLst>
                <a:path w="63094" h="69657">
                  <a:moveTo>
                    <a:pt x="32484" y="7361"/>
                  </a:moveTo>
                  <a:lnTo>
                    <a:pt x="38784" y="12323"/>
                  </a:lnTo>
                  <a:lnTo>
                    <a:pt x="37064" y="16167"/>
                  </a:lnTo>
                  <a:lnTo>
                    <a:pt x="38312" y="19245"/>
                  </a:lnTo>
                  <a:lnTo>
                    <a:pt x="42348" y="16488"/>
                  </a:lnTo>
                  <a:lnTo>
                    <a:pt x="47191" y="18948"/>
                  </a:lnTo>
                  <a:lnTo>
                    <a:pt x="53046" y="19319"/>
                  </a:lnTo>
                  <a:lnTo>
                    <a:pt x="56042" y="24372"/>
                  </a:lnTo>
                  <a:lnTo>
                    <a:pt x="56435" y="32556"/>
                  </a:lnTo>
                  <a:lnTo>
                    <a:pt x="55546" y="36771"/>
                  </a:lnTo>
                  <a:lnTo>
                    <a:pt x="59704" y="41915"/>
                  </a:lnTo>
                  <a:lnTo>
                    <a:pt x="63094" y="45124"/>
                  </a:lnTo>
                  <a:lnTo>
                    <a:pt x="57142" y="48520"/>
                  </a:lnTo>
                  <a:lnTo>
                    <a:pt x="55028" y="52914"/>
                  </a:lnTo>
                  <a:lnTo>
                    <a:pt x="54381" y="54599"/>
                  </a:lnTo>
                  <a:lnTo>
                    <a:pt x="53939" y="64162"/>
                  </a:lnTo>
                  <a:lnTo>
                    <a:pt x="50469" y="63354"/>
                  </a:lnTo>
                  <a:lnTo>
                    <a:pt x="49446" y="69083"/>
                  </a:lnTo>
                  <a:lnTo>
                    <a:pt x="45932" y="68031"/>
                  </a:lnTo>
                  <a:lnTo>
                    <a:pt x="45451" y="69657"/>
                  </a:lnTo>
                  <a:lnTo>
                    <a:pt x="43449" y="69032"/>
                  </a:lnTo>
                  <a:lnTo>
                    <a:pt x="42084" y="64344"/>
                  </a:lnTo>
                  <a:lnTo>
                    <a:pt x="44489" y="57861"/>
                  </a:lnTo>
                  <a:lnTo>
                    <a:pt x="43868" y="56334"/>
                  </a:lnTo>
                  <a:lnTo>
                    <a:pt x="40209" y="50798"/>
                  </a:lnTo>
                  <a:lnTo>
                    <a:pt x="41668" y="43769"/>
                  </a:lnTo>
                  <a:lnTo>
                    <a:pt x="36053" y="44846"/>
                  </a:lnTo>
                  <a:lnTo>
                    <a:pt x="33831" y="41286"/>
                  </a:lnTo>
                  <a:lnTo>
                    <a:pt x="28199" y="34974"/>
                  </a:lnTo>
                  <a:lnTo>
                    <a:pt x="25271" y="32891"/>
                  </a:lnTo>
                  <a:lnTo>
                    <a:pt x="21771" y="33832"/>
                  </a:lnTo>
                  <a:lnTo>
                    <a:pt x="15755" y="23278"/>
                  </a:lnTo>
                  <a:lnTo>
                    <a:pt x="10588" y="20041"/>
                  </a:lnTo>
                  <a:lnTo>
                    <a:pt x="6884" y="20608"/>
                  </a:lnTo>
                  <a:lnTo>
                    <a:pt x="8302" y="17735"/>
                  </a:lnTo>
                  <a:lnTo>
                    <a:pt x="2643" y="16809"/>
                  </a:lnTo>
                  <a:lnTo>
                    <a:pt x="0" y="12512"/>
                  </a:lnTo>
                  <a:lnTo>
                    <a:pt x="4391" y="11014"/>
                  </a:lnTo>
                  <a:lnTo>
                    <a:pt x="6477" y="12079"/>
                  </a:lnTo>
                  <a:lnTo>
                    <a:pt x="6812" y="13552"/>
                  </a:lnTo>
                  <a:lnTo>
                    <a:pt x="12253" y="10448"/>
                  </a:lnTo>
                  <a:lnTo>
                    <a:pt x="14297" y="8380"/>
                  </a:lnTo>
                  <a:lnTo>
                    <a:pt x="21106" y="12467"/>
                  </a:lnTo>
                  <a:lnTo>
                    <a:pt x="26312" y="14454"/>
                  </a:lnTo>
                  <a:lnTo>
                    <a:pt x="26592" y="8318"/>
                  </a:lnTo>
                  <a:lnTo>
                    <a:pt x="34944" y="796"/>
                  </a:lnTo>
                  <a:lnTo>
                    <a:pt x="3582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h3716"/>
            <p:cNvSpPr/>
            <p:nvPr/>
          </p:nvSpPr>
          <p:spPr>
            <a:xfrm>
              <a:off x="6489802" y="2289256"/>
              <a:ext cx="55417" cy="61750"/>
            </a:xfrm>
            <a:custGeom>
              <a:avLst/>
              <a:pathLst>
                <a:path w="55417" h="61750">
                  <a:moveTo>
                    <a:pt x="33518" y="4467"/>
                  </a:moveTo>
                  <a:lnTo>
                    <a:pt x="49058" y="15920"/>
                  </a:lnTo>
                  <a:lnTo>
                    <a:pt x="50598" y="15326"/>
                  </a:lnTo>
                  <a:lnTo>
                    <a:pt x="53874" y="21772"/>
                  </a:lnTo>
                  <a:lnTo>
                    <a:pt x="54581" y="23030"/>
                  </a:lnTo>
                  <a:lnTo>
                    <a:pt x="54724" y="32573"/>
                  </a:lnTo>
                  <a:lnTo>
                    <a:pt x="53355" y="47270"/>
                  </a:lnTo>
                  <a:lnTo>
                    <a:pt x="54779" y="49161"/>
                  </a:lnTo>
                  <a:lnTo>
                    <a:pt x="55417" y="53767"/>
                  </a:lnTo>
                  <a:lnTo>
                    <a:pt x="51264" y="54178"/>
                  </a:lnTo>
                  <a:lnTo>
                    <a:pt x="41698" y="52743"/>
                  </a:lnTo>
                  <a:lnTo>
                    <a:pt x="41582" y="56093"/>
                  </a:lnTo>
                  <a:lnTo>
                    <a:pt x="38287" y="58461"/>
                  </a:lnTo>
                  <a:lnTo>
                    <a:pt x="27219" y="61750"/>
                  </a:lnTo>
                  <a:lnTo>
                    <a:pt x="23062" y="56606"/>
                  </a:lnTo>
                  <a:lnTo>
                    <a:pt x="23950" y="52391"/>
                  </a:lnTo>
                  <a:lnTo>
                    <a:pt x="23558" y="44207"/>
                  </a:lnTo>
                  <a:lnTo>
                    <a:pt x="20562" y="39154"/>
                  </a:lnTo>
                  <a:lnTo>
                    <a:pt x="14707" y="38783"/>
                  </a:lnTo>
                  <a:lnTo>
                    <a:pt x="9863" y="36323"/>
                  </a:lnTo>
                  <a:lnTo>
                    <a:pt x="5828" y="39080"/>
                  </a:lnTo>
                  <a:lnTo>
                    <a:pt x="4580" y="36002"/>
                  </a:lnTo>
                  <a:lnTo>
                    <a:pt x="6299" y="32158"/>
                  </a:lnTo>
                  <a:lnTo>
                    <a:pt x="0" y="27196"/>
                  </a:lnTo>
                  <a:lnTo>
                    <a:pt x="3343" y="19834"/>
                  </a:lnTo>
                  <a:lnTo>
                    <a:pt x="2459" y="20630"/>
                  </a:lnTo>
                  <a:lnTo>
                    <a:pt x="1931" y="19239"/>
                  </a:lnTo>
                  <a:lnTo>
                    <a:pt x="9480" y="14891"/>
                  </a:lnTo>
                  <a:lnTo>
                    <a:pt x="8347" y="17458"/>
                  </a:lnTo>
                  <a:lnTo>
                    <a:pt x="10346" y="18230"/>
                  </a:lnTo>
                  <a:lnTo>
                    <a:pt x="12878" y="16270"/>
                  </a:lnTo>
                  <a:lnTo>
                    <a:pt x="14755" y="14399"/>
                  </a:lnTo>
                  <a:lnTo>
                    <a:pt x="14985" y="12973"/>
                  </a:lnTo>
                  <a:lnTo>
                    <a:pt x="13388" y="10910"/>
                  </a:lnTo>
                  <a:lnTo>
                    <a:pt x="14112" y="8502"/>
                  </a:lnTo>
                  <a:lnTo>
                    <a:pt x="18265" y="11372"/>
                  </a:lnTo>
                  <a:lnTo>
                    <a:pt x="21951" y="8712"/>
                  </a:lnTo>
                  <a:lnTo>
                    <a:pt x="24233" y="4321"/>
                  </a:lnTo>
                  <a:lnTo>
                    <a:pt x="22219" y="3783"/>
                  </a:lnTo>
                  <a:lnTo>
                    <a:pt x="24682" y="207"/>
                  </a:lnTo>
                  <a:lnTo>
                    <a:pt x="2585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h3717"/>
            <p:cNvSpPr/>
            <p:nvPr/>
          </p:nvSpPr>
          <p:spPr>
            <a:xfrm>
              <a:off x="6584047" y="2310197"/>
              <a:ext cx="89269" cy="164055"/>
            </a:xfrm>
            <a:custGeom>
              <a:avLst/>
              <a:pathLst>
                <a:path w="89269" h="164055">
                  <a:moveTo>
                    <a:pt x="30654" y="1293"/>
                  </a:moveTo>
                  <a:lnTo>
                    <a:pt x="33438" y="11534"/>
                  </a:lnTo>
                  <a:lnTo>
                    <a:pt x="37854" y="13948"/>
                  </a:lnTo>
                  <a:lnTo>
                    <a:pt x="50534" y="11331"/>
                  </a:lnTo>
                  <a:lnTo>
                    <a:pt x="60071" y="7947"/>
                  </a:lnTo>
                  <a:lnTo>
                    <a:pt x="58733" y="11854"/>
                  </a:lnTo>
                  <a:lnTo>
                    <a:pt x="64281" y="14354"/>
                  </a:lnTo>
                  <a:lnTo>
                    <a:pt x="52810" y="28633"/>
                  </a:lnTo>
                  <a:lnTo>
                    <a:pt x="59453" y="32592"/>
                  </a:lnTo>
                  <a:lnTo>
                    <a:pt x="68922" y="22576"/>
                  </a:lnTo>
                  <a:lnTo>
                    <a:pt x="70485" y="26225"/>
                  </a:lnTo>
                  <a:lnTo>
                    <a:pt x="76650" y="27116"/>
                  </a:lnTo>
                  <a:lnTo>
                    <a:pt x="71592" y="33069"/>
                  </a:lnTo>
                  <a:lnTo>
                    <a:pt x="87688" y="35059"/>
                  </a:lnTo>
                  <a:lnTo>
                    <a:pt x="89269" y="38789"/>
                  </a:lnTo>
                  <a:lnTo>
                    <a:pt x="88553" y="43553"/>
                  </a:lnTo>
                  <a:lnTo>
                    <a:pt x="86839" y="43598"/>
                  </a:lnTo>
                  <a:lnTo>
                    <a:pt x="86651" y="43018"/>
                  </a:lnTo>
                  <a:lnTo>
                    <a:pt x="79543" y="43871"/>
                  </a:lnTo>
                  <a:lnTo>
                    <a:pt x="79195" y="46776"/>
                  </a:lnTo>
                  <a:lnTo>
                    <a:pt x="80145" y="50031"/>
                  </a:lnTo>
                  <a:lnTo>
                    <a:pt x="77810" y="54176"/>
                  </a:lnTo>
                  <a:lnTo>
                    <a:pt x="74688" y="65969"/>
                  </a:lnTo>
                  <a:lnTo>
                    <a:pt x="71626" y="70616"/>
                  </a:lnTo>
                  <a:lnTo>
                    <a:pt x="64809" y="81018"/>
                  </a:lnTo>
                  <a:lnTo>
                    <a:pt x="70590" y="83757"/>
                  </a:lnTo>
                  <a:lnTo>
                    <a:pt x="71404" y="86467"/>
                  </a:lnTo>
                  <a:lnTo>
                    <a:pt x="64623" y="82778"/>
                  </a:lnTo>
                  <a:lnTo>
                    <a:pt x="63832" y="81519"/>
                  </a:lnTo>
                  <a:lnTo>
                    <a:pt x="59569" y="83709"/>
                  </a:lnTo>
                  <a:lnTo>
                    <a:pt x="62760" y="90629"/>
                  </a:lnTo>
                  <a:lnTo>
                    <a:pt x="56779" y="94770"/>
                  </a:lnTo>
                  <a:lnTo>
                    <a:pt x="56164" y="101640"/>
                  </a:lnTo>
                  <a:lnTo>
                    <a:pt x="58682" y="100647"/>
                  </a:lnTo>
                  <a:lnTo>
                    <a:pt x="59748" y="101138"/>
                  </a:lnTo>
                  <a:lnTo>
                    <a:pt x="59927" y="105142"/>
                  </a:lnTo>
                  <a:lnTo>
                    <a:pt x="59439" y="107599"/>
                  </a:lnTo>
                  <a:lnTo>
                    <a:pt x="55419" y="109719"/>
                  </a:lnTo>
                  <a:lnTo>
                    <a:pt x="55290" y="111362"/>
                  </a:lnTo>
                  <a:lnTo>
                    <a:pt x="62901" y="112243"/>
                  </a:lnTo>
                  <a:lnTo>
                    <a:pt x="59016" y="113914"/>
                  </a:lnTo>
                  <a:lnTo>
                    <a:pt x="58700" y="120571"/>
                  </a:lnTo>
                  <a:lnTo>
                    <a:pt x="55481" y="125372"/>
                  </a:lnTo>
                  <a:lnTo>
                    <a:pt x="47972" y="130045"/>
                  </a:lnTo>
                  <a:lnTo>
                    <a:pt x="45123" y="132756"/>
                  </a:lnTo>
                  <a:lnTo>
                    <a:pt x="44678" y="135205"/>
                  </a:lnTo>
                  <a:lnTo>
                    <a:pt x="45829" y="137046"/>
                  </a:lnTo>
                  <a:lnTo>
                    <a:pt x="50604" y="137126"/>
                  </a:lnTo>
                  <a:lnTo>
                    <a:pt x="54804" y="134293"/>
                  </a:lnTo>
                  <a:lnTo>
                    <a:pt x="55414" y="136447"/>
                  </a:lnTo>
                  <a:lnTo>
                    <a:pt x="54479" y="140389"/>
                  </a:lnTo>
                  <a:lnTo>
                    <a:pt x="52720" y="144580"/>
                  </a:lnTo>
                  <a:lnTo>
                    <a:pt x="47530" y="152511"/>
                  </a:lnTo>
                  <a:lnTo>
                    <a:pt x="45840" y="153431"/>
                  </a:lnTo>
                  <a:lnTo>
                    <a:pt x="42967" y="148285"/>
                  </a:lnTo>
                  <a:lnTo>
                    <a:pt x="38748" y="150729"/>
                  </a:lnTo>
                  <a:lnTo>
                    <a:pt x="32622" y="156069"/>
                  </a:lnTo>
                  <a:lnTo>
                    <a:pt x="24770" y="162373"/>
                  </a:lnTo>
                  <a:lnTo>
                    <a:pt x="25340" y="159227"/>
                  </a:lnTo>
                  <a:lnTo>
                    <a:pt x="23796" y="156223"/>
                  </a:lnTo>
                  <a:lnTo>
                    <a:pt x="16010" y="150764"/>
                  </a:lnTo>
                  <a:lnTo>
                    <a:pt x="13454" y="153875"/>
                  </a:lnTo>
                  <a:lnTo>
                    <a:pt x="18696" y="156269"/>
                  </a:lnTo>
                  <a:lnTo>
                    <a:pt x="17876" y="162322"/>
                  </a:lnTo>
                  <a:lnTo>
                    <a:pt x="11899" y="164055"/>
                  </a:lnTo>
                  <a:lnTo>
                    <a:pt x="7624" y="160272"/>
                  </a:lnTo>
                  <a:lnTo>
                    <a:pt x="6310" y="155237"/>
                  </a:lnTo>
                  <a:lnTo>
                    <a:pt x="9977" y="152888"/>
                  </a:lnTo>
                  <a:lnTo>
                    <a:pt x="8676" y="151994"/>
                  </a:lnTo>
                  <a:lnTo>
                    <a:pt x="10905" y="150945"/>
                  </a:lnTo>
                  <a:lnTo>
                    <a:pt x="11650" y="148439"/>
                  </a:lnTo>
                  <a:lnTo>
                    <a:pt x="8581" y="139788"/>
                  </a:lnTo>
                  <a:lnTo>
                    <a:pt x="10346" y="134378"/>
                  </a:lnTo>
                  <a:lnTo>
                    <a:pt x="11487" y="134462"/>
                  </a:lnTo>
                  <a:lnTo>
                    <a:pt x="12532" y="136943"/>
                  </a:lnTo>
                  <a:lnTo>
                    <a:pt x="14286" y="135739"/>
                  </a:lnTo>
                  <a:lnTo>
                    <a:pt x="14554" y="133779"/>
                  </a:lnTo>
                  <a:lnTo>
                    <a:pt x="12107" y="127572"/>
                  </a:lnTo>
                  <a:lnTo>
                    <a:pt x="14935" y="126915"/>
                  </a:lnTo>
                  <a:lnTo>
                    <a:pt x="14367" y="121867"/>
                  </a:lnTo>
                  <a:lnTo>
                    <a:pt x="11441" y="122326"/>
                  </a:lnTo>
                  <a:lnTo>
                    <a:pt x="5453" y="116963"/>
                  </a:lnTo>
                  <a:lnTo>
                    <a:pt x="0" y="113348"/>
                  </a:lnTo>
                  <a:lnTo>
                    <a:pt x="2095" y="112524"/>
                  </a:lnTo>
                  <a:lnTo>
                    <a:pt x="9052" y="116554"/>
                  </a:lnTo>
                  <a:lnTo>
                    <a:pt x="13398" y="117487"/>
                  </a:lnTo>
                  <a:lnTo>
                    <a:pt x="12558" y="114106"/>
                  </a:lnTo>
                  <a:lnTo>
                    <a:pt x="13028" y="106815"/>
                  </a:lnTo>
                  <a:lnTo>
                    <a:pt x="9618" y="100647"/>
                  </a:lnTo>
                  <a:lnTo>
                    <a:pt x="6390" y="102086"/>
                  </a:lnTo>
                  <a:lnTo>
                    <a:pt x="6141" y="101558"/>
                  </a:lnTo>
                  <a:lnTo>
                    <a:pt x="9907" y="99857"/>
                  </a:lnTo>
                  <a:lnTo>
                    <a:pt x="7756" y="95080"/>
                  </a:lnTo>
                  <a:lnTo>
                    <a:pt x="22434" y="82548"/>
                  </a:lnTo>
                  <a:lnTo>
                    <a:pt x="22579" y="81135"/>
                  </a:lnTo>
                  <a:lnTo>
                    <a:pt x="20146" y="78243"/>
                  </a:lnTo>
                  <a:lnTo>
                    <a:pt x="21776" y="74775"/>
                  </a:lnTo>
                  <a:lnTo>
                    <a:pt x="24909" y="72212"/>
                  </a:lnTo>
                  <a:lnTo>
                    <a:pt x="27204" y="71512"/>
                  </a:lnTo>
                  <a:lnTo>
                    <a:pt x="27549" y="66977"/>
                  </a:lnTo>
                  <a:lnTo>
                    <a:pt x="23281" y="66612"/>
                  </a:lnTo>
                  <a:lnTo>
                    <a:pt x="23790" y="59972"/>
                  </a:lnTo>
                  <a:lnTo>
                    <a:pt x="19384" y="58004"/>
                  </a:lnTo>
                  <a:lnTo>
                    <a:pt x="15222" y="62433"/>
                  </a:lnTo>
                  <a:lnTo>
                    <a:pt x="10024" y="61231"/>
                  </a:lnTo>
                  <a:lnTo>
                    <a:pt x="3890" y="46959"/>
                  </a:lnTo>
                  <a:lnTo>
                    <a:pt x="5893" y="41168"/>
                  </a:lnTo>
                  <a:lnTo>
                    <a:pt x="4311" y="41209"/>
                  </a:lnTo>
                  <a:lnTo>
                    <a:pt x="4234" y="38319"/>
                  </a:lnTo>
                  <a:lnTo>
                    <a:pt x="10510" y="37924"/>
                  </a:lnTo>
                  <a:lnTo>
                    <a:pt x="9938" y="31079"/>
                  </a:lnTo>
                  <a:lnTo>
                    <a:pt x="8934" y="29008"/>
                  </a:lnTo>
                  <a:lnTo>
                    <a:pt x="16089" y="24322"/>
                  </a:lnTo>
                  <a:lnTo>
                    <a:pt x="14305" y="21877"/>
                  </a:lnTo>
                  <a:lnTo>
                    <a:pt x="13543" y="18882"/>
                  </a:lnTo>
                  <a:lnTo>
                    <a:pt x="18856" y="11546"/>
                  </a:lnTo>
                  <a:lnTo>
                    <a:pt x="20592" y="10677"/>
                  </a:lnTo>
                  <a:lnTo>
                    <a:pt x="24726" y="2530"/>
                  </a:lnTo>
                  <a:lnTo>
                    <a:pt x="2785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h3718"/>
            <p:cNvSpPr/>
            <p:nvPr/>
          </p:nvSpPr>
          <p:spPr>
            <a:xfrm>
              <a:off x="6988955" y="2951431"/>
              <a:ext cx="41528" cy="53016"/>
            </a:xfrm>
            <a:custGeom>
              <a:avLst/>
              <a:pathLst>
                <a:path w="41528" h="53016">
                  <a:moveTo>
                    <a:pt x="30016" y="0"/>
                  </a:moveTo>
                  <a:lnTo>
                    <a:pt x="33732" y="1195"/>
                  </a:lnTo>
                  <a:lnTo>
                    <a:pt x="35027" y="3382"/>
                  </a:lnTo>
                  <a:lnTo>
                    <a:pt x="36188" y="4758"/>
                  </a:lnTo>
                  <a:lnTo>
                    <a:pt x="36487" y="9462"/>
                  </a:lnTo>
                  <a:lnTo>
                    <a:pt x="37197" y="10435"/>
                  </a:lnTo>
                  <a:lnTo>
                    <a:pt x="38022" y="12914"/>
                  </a:lnTo>
                  <a:lnTo>
                    <a:pt x="31363" y="22213"/>
                  </a:lnTo>
                  <a:lnTo>
                    <a:pt x="29970" y="27459"/>
                  </a:lnTo>
                  <a:lnTo>
                    <a:pt x="34042" y="28260"/>
                  </a:lnTo>
                  <a:lnTo>
                    <a:pt x="35204" y="30856"/>
                  </a:lnTo>
                  <a:lnTo>
                    <a:pt x="38140" y="33606"/>
                  </a:lnTo>
                  <a:lnTo>
                    <a:pt x="36835" y="34805"/>
                  </a:lnTo>
                  <a:lnTo>
                    <a:pt x="36159" y="37971"/>
                  </a:lnTo>
                  <a:lnTo>
                    <a:pt x="37112" y="40076"/>
                  </a:lnTo>
                  <a:lnTo>
                    <a:pt x="39920" y="41793"/>
                  </a:lnTo>
                  <a:lnTo>
                    <a:pt x="40770" y="43797"/>
                  </a:lnTo>
                  <a:lnTo>
                    <a:pt x="41528" y="49299"/>
                  </a:lnTo>
                  <a:lnTo>
                    <a:pt x="40995" y="49354"/>
                  </a:lnTo>
                  <a:lnTo>
                    <a:pt x="40796" y="47956"/>
                  </a:lnTo>
                  <a:lnTo>
                    <a:pt x="39598" y="47859"/>
                  </a:lnTo>
                  <a:lnTo>
                    <a:pt x="40571" y="51967"/>
                  </a:lnTo>
                  <a:lnTo>
                    <a:pt x="29969" y="53016"/>
                  </a:lnTo>
                  <a:lnTo>
                    <a:pt x="28984" y="49770"/>
                  </a:lnTo>
                  <a:lnTo>
                    <a:pt x="26360" y="49748"/>
                  </a:lnTo>
                  <a:lnTo>
                    <a:pt x="24280" y="47736"/>
                  </a:lnTo>
                  <a:lnTo>
                    <a:pt x="23120" y="44555"/>
                  </a:lnTo>
                  <a:lnTo>
                    <a:pt x="24175" y="43614"/>
                  </a:lnTo>
                  <a:lnTo>
                    <a:pt x="24389" y="40881"/>
                  </a:lnTo>
                  <a:lnTo>
                    <a:pt x="18819" y="38968"/>
                  </a:lnTo>
                  <a:lnTo>
                    <a:pt x="11524" y="40704"/>
                  </a:lnTo>
                  <a:lnTo>
                    <a:pt x="11046" y="34788"/>
                  </a:lnTo>
                  <a:lnTo>
                    <a:pt x="9320" y="31217"/>
                  </a:lnTo>
                  <a:lnTo>
                    <a:pt x="4620" y="30767"/>
                  </a:lnTo>
                  <a:lnTo>
                    <a:pt x="4318" y="27487"/>
                  </a:lnTo>
                  <a:lnTo>
                    <a:pt x="7244" y="24936"/>
                  </a:lnTo>
                  <a:lnTo>
                    <a:pt x="5756" y="22923"/>
                  </a:lnTo>
                  <a:lnTo>
                    <a:pt x="1379" y="21016"/>
                  </a:lnTo>
                  <a:lnTo>
                    <a:pt x="1146" y="10750"/>
                  </a:lnTo>
                  <a:lnTo>
                    <a:pt x="0" y="8905"/>
                  </a:lnTo>
                  <a:lnTo>
                    <a:pt x="4094" y="5362"/>
                  </a:lnTo>
                  <a:lnTo>
                    <a:pt x="11604" y="8230"/>
                  </a:lnTo>
                  <a:lnTo>
                    <a:pt x="22046" y="7251"/>
                  </a:lnTo>
                  <a:lnTo>
                    <a:pt x="25468" y="4270"/>
                  </a:lnTo>
                  <a:lnTo>
                    <a:pt x="26798" y="4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h3719"/>
            <p:cNvSpPr/>
            <p:nvPr/>
          </p:nvSpPr>
          <p:spPr>
            <a:xfrm>
              <a:off x="6847859" y="2829055"/>
              <a:ext cx="55807" cy="56922"/>
            </a:xfrm>
            <a:custGeom>
              <a:avLst/>
              <a:pathLst>
                <a:path w="55807" h="56922">
                  <a:moveTo>
                    <a:pt x="25814" y="504"/>
                  </a:moveTo>
                  <a:lnTo>
                    <a:pt x="27624" y="1780"/>
                  </a:lnTo>
                  <a:lnTo>
                    <a:pt x="34736" y="7510"/>
                  </a:lnTo>
                  <a:lnTo>
                    <a:pt x="37258" y="10807"/>
                  </a:lnTo>
                  <a:lnTo>
                    <a:pt x="39760" y="11516"/>
                  </a:lnTo>
                  <a:lnTo>
                    <a:pt x="43331" y="9476"/>
                  </a:lnTo>
                  <a:lnTo>
                    <a:pt x="47141" y="9703"/>
                  </a:lnTo>
                  <a:lnTo>
                    <a:pt x="53508" y="15023"/>
                  </a:lnTo>
                  <a:lnTo>
                    <a:pt x="55807" y="19360"/>
                  </a:lnTo>
                  <a:lnTo>
                    <a:pt x="53896" y="22771"/>
                  </a:lnTo>
                  <a:lnTo>
                    <a:pt x="54097" y="24767"/>
                  </a:lnTo>
                  <a:lnTo>
                    <a:pt x="48187" y="24949"/>
                  </a:lnTo>
                  <a:lnTo>
                    <a:pt x="46004" y="23107"/>
                  </a:lnTo>
                  <a:lnTo>
                    <a:pt x="43540" y="23006"/>
                  </a:lnTo>
                  <a:lnTo>
                    <a:pt x="42068" y="31106"/>
                  </a:lnTo>
                  <a:lnTo>
                    <a:pt x="41968" y="39504"/>
                  </a:lnTo>
                  <a:lnTo>
                    <a:pt x="40305" y="41593"/>
                  </a:lnTo>
                  <a:lnTo>
                    <a:pt x="31098" y="39342"/>
                  </a:lnTo>
                  <a:lnTo>
                    <a:pt x="30177" y="46024"/>
                  </a:lnTo>
                  <a:lnTo>
                    <a:pt x="35221" y="50552"/>
                  </a:lnTo>
                  <a:lnTo>
                    <a:pt x="32707" y="50287"/>
                  </a:lnTo>
                  <a:lnTo>
                    <a:pt x="31965" y="55417"/>
                  </a:lnTo>
                  <a:lnTo>
                    <a:pt x="29656" y="55023"/>
                  </a:lnTo>
                  <a:lnTo>
                    <a:pt x="28552" y="52779"/>
                  </a:lnTo>
                  <a:lnTo>
                    <a:pt x="22858" y="52318"/>
                  </a:lnTo>
                  <a:lnTo>
                    <a:pt x="20068" y="56341"/>
                  </a:lnTo>
                  <a:lnTo>
                    <a:pt x="16017" y="56922"/>
                  </a:lnTo>
                  <a:lnTo>
                    <a:pt x="15623" y="55464"/>
                  </a:lnTo>
                  <a:lnTo>
                    <a:pt x="12886" y="54962"/>
                  </a:lnTo>
                  <a:lnTo>
                    <a:pt x="14039" y="49064"/>
                  </a:lnTo>
                  <a:lnTo>
                    <a:pt x="19152" y="49446"/>
                  </a:lnTo>
                  <a:lnTo>
                    <a:pt x="19514" y="43787"/>
                  </a:lnTo>
                  <a:lnTo>
                    <a:pt x="15404" y="43339"/>
                  </a:lnTo>
                  <a:lnTo>
                    <a:pt x="14405" y="44115"/>
                  </a:lnTo>
                  <a:lnTo>
                    <a:pt x="6372" y="41096"/>
                  </a:lnTo>
                  <a:lnTo>
                    <a:pt x="5510" y="40118"/>
                  </a:lnTo>
                  <a:lnTo>
                    <a:pt x="5781" y="37483"/>
                  </a:lnTo>
                  <a:lnTo>
                    <a:pt x="5096" y="36645"/>
                  </a:lnTo>
                  <a:lnTo>
                    <a:pt x="2696" y="33035"/>
                  </a:lnTo>
                  <a:lnTo>
                    <a:pt x="2158" y="28652"/>
                  </a:lnTo>
                  <a:lnTo>
                    <a:pt x="1123" y="29034"/>
                  </a:lnTo>
                  <a:lnTo>
                    <a:pt x="0" y="27066"/>
                  </a:lnTo>
                  <a:lnTo>
                    <a:pt x="502" y="25224"/>
                  </a:lnTo>
                  <a:lnTo>
                    <a:pt x="2791" y="21261"/>
                  </a:lnTo>
                  <a:lnTo>
                    <a:pt x="5288" y="20625"/>
                  </a:lnTo>
                  <a:lnTo>
                    <a:pt x="6419" y="17294"/>
                  </a:lnTo>
                  <a:lnTo>
                    <a:pt x="6497" y="14230"/>
                  </a:lnTo>
                  <a:lnTo>
                    <a:pt x="7173" y="9281"/>
                  </a:lnTo>
                  <a:lnTo>
                    <a:pt x="8212" y="7983"/>
                  </a:lnTo>
                  <a:lnTo>
                    <a:pt x="11149" y="6711"/>
                  </a:lnTo>
                  <a:lnTo>
                    <a:pt x="20344" y="5399"/>
                  </a:lnTo>
                  <a:lnTo>
                    <a:pt x="22601" y="3598"/>
                  </a:lnTo>
                  <a:lnTo>
                    <a:pt x="22173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h3720"/>
            <p:cNvSpPr/>
            <p:nvPr/>
          </p:nvSpPr>
          <p:spPr>
            <a:xfrm>
              <a:off x="6910284" y="2981976"/>
              <a:ext cx="20389" cy="20029"/>
            </a:xfrm>
            <a:custGeom>
              <a:avLst/>
              <a:pathLst>
                <a:path w="20389" h="20029">
                  <a:moveTo>
                    <a:pt x="10733" y="0"/>
                  </a:moveTo>
                  <a:lnTo>
                    <a:pt x="12515" y="1707"/>
                  </a:lnTo>
                  <a:lnTo>
                    <a:pt x="14071" y="1999"/>
                  </a:lnTo>
                  <a:lnTo>
                    <a:pt x="15035" y="1273"/>
                  </a:lnTo>
                  <a:lnTo>
                    <a:pt x="17978" y="4293"/>
                  </a:lnTo>
                  <a:lnTo>
                    <a:pt x="13960" y="16041"/>
                  </a:lnTo>
                  <a:lnTo>
                    <a:pt x="16268" y="16448"/>
                  </a:lnTo>
                  <a:lnTo>
                    <a:pt x="15870" y="13471"/>
                  </a:lnTo>
                  <a:lnTo>
                    <a:pt x="20389" y="15446"/>
                  </a:lnTo>
                  <a:lnTo>
                    <a:pt x="17997" y="17081"/>
                  </a:lnTo>
                  <a:lnTo>
                    <a:pt x="15247" y="17599"/>
                  </a:lnTo>
                  <a:lnTo>
                    <a:pt x="15072" y="20029"/>
                  </a:lnTo>
                  <a:lnTo>
                    <a:pt x="12851" y="19364"/>
                  </a:lnTo>
                  <a:lnTo>
                    <a:pt x="10679" y="16787"/>
                  </a:lnTo>
                  <a:lnTo>
                    <a:pt x="5861" y="17190"/>
                  </a:lnTo>
                  <a:lnTo>
                    <a:pt x="4068" y="16304"/>
                  </a:lnTo>
                  <a:lnTo>
                    <a:pt x="4117" y="14815"/>
                  </a:lnTo>
                  <a:lnTo>
                    <a:pt x="591" y="14547"/>
                  </a:lnTo>
                  <a:lnTo>
                    <a:pt x="0" y="10030"/>
                  </a:lnTo>
                  <a:lnTo>
                    <a:pt x="1642" y="7913"/>
                  </a:lnTo>
                  <a:lnTo>
                    <a:pt x="6493" y="4379"/>
                  </a:lnTo>
                  <a:lnTo>
                    <a:pt x="7192" y="65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h3721"/>
            <p:cNvSpPr/>
            <p:nvPr/>
          </p:nvSpPr>
          <p:spPr>
            <a:xfrm>
              <a:off x="6814661" y="2921557"/>
              <a:ext cx="61953" cy="56172"/>
            </a:xfrm>
            <a:custGeom>
              <a:avLst/>
              <a:pathLst>
                <a:path w="61953" h="56172">
                  <a:moveTo>
                    <a:pt x="41991" y="2260"/>
                  </a:moveTo>
                  <a:lnTo>
                    <a:pt x="44474" y="2797"/>
                  </a:lnTo>
                  <a:lnTo>
                    <a:pt x="46698" y="1885"/>
                  </a:lnTo>
                  <a:lnTo>
                    <a:pt x="47052" y="2435"/>
                  </a:lnTo>
                  <a:lnTo>
                    <a:pt x="47971" y="5011"/>
                  </a:lnTo>
                  <a:lnTo>
                    <a:pt x="47559" y="7642"/>
                  </a:lnTo>
                  <a:lnTo>
                    <a:pt x="43570" y="7855"/>
                  </a:lnTo>
                  <a:lnTo>
                    <a:pt x="43728" y="8810"/>
                  </a:lnTo>
                  <a:lnTo>
                    <a:pt x="46187" y="11073"/>
                  </a:lnTo>
                  <a:lnTo>
                    <a:pt x="52698" y="11270"/>
                  </a:lnTo>
                  <a:lnTo>
                    <a:pt x="53383" y="9885"/>
                  </a:lnTo>
                  <a:lnTo>
                    <a:pt x="54735" y="9217"/>
                  </a:lnTo>
                  <a:lnTo>
                    <a:pt x="57066" y="9795"/>
                  </a:lnTo>
                  <a:lnTo>
                    <a:pt x="56947" y="12330"/>
                  </a:lnTo>
                  <a:lnTo>
                    <a:pt x="60686" y="12498"/>
                  </a:lnTo>
                  <a:lnTo>
                    <a:pt x="59598" y="20308"/>
                  </a:lnTo>
                  <a:lnTo>
                    <a:pt x="60746" y="24245"/>
                  </a:lnTo>
                  <a:lnTo>
                    <a:pt x="61953" y="24986"/>
                  </a:lnTo>
                  <a:lnTo>
                    <a:pt x="61752" y="25928"/>
                  </a:lnTo>
                  <a:lnTo>
                    <a:pt x="60782" y="29291"/>
                  </a:lnTo>
                  <a:lnTo>
                    <a:pt x="56278" y="33869"/>
                  </a:lnTo>
                  <a:lnTo>
                    <a:pt x="55674" y="35448"/>
                  </a:lnTo>
                  <a:lnTo>
                    <a:pt x="57215" y="41071"/>
                  </a:lnTo>
                  <a:lnTo>
                    <a:pt x="58026" y="41821"/>
                  </a:lnTo>
                  <a:lnTo>
                    <a:pt x="55534" y="50349"/>
                  </a:lnTo>
                  <a:lnTo>
                    <a:pt x="54646" y="49687"/>
                  </a:lnTo>
                  <a:lnTo>
                    <a:pt x="52108" y="53120"/>
                  </a:lnTo>
                  <a:lnTo>
                    <a:pt x="48290" y="55327"/>
                  </a:lnTo>
                  <a:lnTo>
                    <a:pt x="37084" y="53742"/>
                  </a:lnTo>
                  <a:lnTo>
                    <a:pt x="33579" y="55188"/>
                  </a:lnTo>
                  <a:lnTo>
                    <a:pt x="34224" y="54292"/>
                  </a:lnTo>
                  <a:lnTo>
                    <a:pt x="32346" y="52192"/>
                  </a:lnTo>
                  <a:lnTo>
                    <a:pt x="27042" y="55260"/>
                  </a:lnTo>
                  <a:lnTo>
                    <a:pt x="22435" y="56172"/>
                  </a:lnTo>
                  <a:lnTo>
                    <a:pt x="22316" y="54638"/>
                  </a:lnTo>
                  <a:lnTo>
                    <a:pt x="20635" y="53758"/>
                  </a:lnTo>
                  <a:lnTo>
                    <a:pt x="19677" y="52092"/>
                  </a:lnTo>
                  <a:lnTo>
                    <a:pt x="18545" y="47933"/>
                  </a:lnTo>
                  <a:lnTo>
                    <a:pt x="18532" y="36667"/>
                  </a:lnTo>
                  <a:lnTo>
                    <a:pt x="16556" y="36470"/>
                  </a:lnTo>
                  <a:lnTo>
                    <a:pt x="15733" y="34429"/>
                  </a:lnTo>
                  <a:lnTo>
                    <a:pt x="12345" y="34510"/>
                  </a:lnTo>
                  <a:lnTo>
                    <a:pt x="10204" y="35691"/>
                  </a:lnTo>
                  <a:lnTo>
                    <a:pt x="9200" y="34072"/>
                  </a:lnTo>
                  <a:lnTo>
                    <a:pt x="9099" y="31724"/>
                  </a:lnTo>
                  <a:lnTo>
                    <a:pt x="3859" y="32505"/>
                  </a:lnTo>
                  <a:lnTo>
                    <a:pt x="0" y="31295"/>
                  </a:lnTo>
                  <a:lnTo>
                    <a:pt x="2606" y="25427"/>
                  </a:lnTo>
                  <a:lnTo>
                    <a:pt x="8431" y="16401"/>
                  </a:lnTo>
                  <a:lnTo>
                    <a:pt x="10739" y="10210"/>
                  </a:lnTo>
                  <a:lnTo>
                    <a:pt x="15731" y="7931"/>
                  </a:lnTo>
                  <a:lnTo>
                    <a:pt x="20679" y="7230"/>
                  </a:lnTo>
                  <a:lnTo>
                    <a:pt x="25463" y="9948"/>
                  </a:lnTo>
                  <a:lnTo>
                    <a:pt x="30240" y="8739"/>
                  </a:lnTo>
                  <a:lnTo>
                    <a:pt x="35694" y="2040"/>
                  </a:lnTo>
                  <a:lnTo>
                    <a:pt x="3952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h3722"/>
            <p:cNvSpPr/>
            <p:nvPr/>
          </p:nvSpPr>
          <p:spPr>
            <a:xfrm>
              <a:off x="6999906" y="2991997"/>
              <a:ext cx="19018" cy="18598"/>
            </a:xfrm>
            <a:custGeom>
              <a:avLst/>
              <a:pathLst>
                <a:path w="19018" h="18598">
                  <a:moveTo>
                    <a:pt x="11041" y="1600"/>
                  </a:moveTo>
                  <a:lnTo>
                    <a:pt x="11786" y="5075"/>
                  </a:lnTo>
                  <a:lnTo>
                    <a:pt x="13329" y="7170"/>
                  </a:lnTo>
                  <a:lnTo>
                    <a:pt x="15409" y="9183"/>
                  </a:lnTo>
                  <a:lnTo>
                    <a:pt x="18033" y="9205"/>
                  </a:lnTo>
                  <a:lnTo>
                    <a:pt x="19018" y="12451"/>
                  </a:lnTo>
                  <a:lnTo>
                    <a:pt x="16867" y="11865"/>
                  </a:lnTo>
                  <a:lnTo>
                    <a:pt x="10535" y="18598"/>
                  </a:lnTo>
                  <a:lnTo>
                    <a:pt x="6381" y="15834"/>
                  </a:lnTo>
                  <a:lnTo>
                    <a:pt x="1128" y="15846"/>
                  </a:lnTo>
                  <a:lnTo>
                    <a:pt x="1167" y="14771"/>
                  </a:lnTo>
                  <a:lnTo>
                    <a:pt x="2651" y="13632"/>
                  </a:lnTo>
                  <a:lnTo>
                    <a:pt x="4502" y="13681"/>
                  </a:lnTo>
                  <a:lnTo>
                    <a:pt x="5447" y="11417"/>
                  </a:lnTo>
                  <a:lnTo>
                    <a:pt x="818" y="11606"/>
                  </a:lnTo>
                  <a:lnTo>
                    <a:pt x="0" y="12235"/>
                  </a:lnTo>
                  <a:lnTo>
                    <a:pt x="4485" y="3900"/>
                  </a:lnTo>
                  <a:lnTo>
                    <a:pt x="4595" y="747"/>
                  </a:lnTo>
                  <a:lnTo>
                    <a:pt x="845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h3723"/>
            <p:cNvSpPr/>
            <p:nvPr/>
          </p:nvSpPr>
          <p:spPr>
            <a:xfrm>
              <a:off x="6969689" y="2946887"/>
              <a:ext cx="23360" cy="33000"/>
            </a:xfrm>
            <a:custGeom>
              <a:avLst/>
              <a:pathLst>
                <a:path w="23360" h="33000">
                  <a:moveTo>
                    <a:pt x="21205" y="86"/>
                  </a:moveTo>
                  <a:lnTo>
                    <a:pt x="22995" y="2221"/>
                  </a:lnTo>
                  <a:lnTo>
                    <a:pt x="22696" y="6406"/>
                  </a:lnTo>
                  <a:lnTo>
                    <a:pt x="23360" y="9905"/>
                  </a:lnTo>
                  <a:lnTo>
                    <a:pt x="19266" y="13448"/>
                  </a:lnTo>
                  <a:lnTo>
                    <a:pt x="20412" y="15293"/>
                  </a:lnTo>
                  <a:lnTo>
                    <a:pt x="20646" y="25560"/>
                  </a:lnTo>
                  <a:lnTo>
                    <a:pt x="18981" y="28164"/>
                  </a:lnTo>
                  <a:lnTo>
                    <a:pt x="14529" y="31604"/>
                  </a:lnTo>
                  <a:lnTo>
                    <a:pt x="7711" y="33000"/>
                  </a:lnTo>
                  <a:lnTo>
                    <a:pt x="6671" y="25266"/>
                  </a:lnTo>
                  <a:lnTo>
                    <a:pt x="837" y="21763"/>
                  </a:lnTo>
                  <a:lnTo>
                    <a:pt x="0" y="19125"/>
                  </a:lnTo>
                  <a:lnTo>
                    <a:pt x="2267" y="16581"/>
                  </a:lnTo>
                  <a:lnTo>
                    <a:pt x="3032" y="13153"/>
                  </a:lnTo>
                  <a:lnTo>
                    <a:pt x="1840" y="9481"/>
                  </a:lnTo>
                  <a:lnTo>
                    <a:pt x="2309" y="6549"/>
                  </a:lnTo>
                  <a:lnTo>
                    <a:pt x="7122" y="9013"/>
                  </a:lnTo>
                  <a:lnTo>
                    <a:pt x="7479" y="6529"/>
                  </a:lnTo>
                  <a:lnTo>
                    <a:pt x="12965" y="6628"/>
                  </a:lnTo>
                  <a:lnTo>
                    <a:pt x="14367" y="3608"/>
                  </a:lnTo>
                  <a:lnTo>
                    <a:pt x="1868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h3724"/>
            <p:cNvSpPr/>
            <p:nvPr/>
          </p:nvSpPr>
          <p:spPr>
            <a:xfrm>
              <a:off x="7036437" y="2850211"/>
              <a:ext cx="34823" cy="30601"/>
            </a:xfrm>
            <a:custGeom>
              <a:avLst/>
              <a:pathLst>
                <a:path w="34823" h="30601">
                  <a:moveTo>
                    <a:pt x="17838" y="1556"/>
                  </a:moveTo>
                  <a:lnTo>
                    <a:pt x="22874" y="5604"/>
                  </a:lnTo>
                  <a:lnTo>
                    <a:pt x="26679" y="10205"/>
                  </a:lnTo>
                  <a:lnTo>
                    <a:pt x="26245" y="11103"/>
                  </a:lnTo>
                  <a:lnTo>
                    <a:pt x="26963" y="12635"/>
                  </a:lnTo>
                  <a:lnTo>
                    <a:pt x="30843" y="14058"/>
                  </a:lnTo>
                  <a:lnTo>
                    <a:pt x="34336" y="13550"/>
                  </a:lnTo>
                  <a:lnTo>
                    <a:pt x="34776" y="14875"/>
                  </a:lnTo>
                  <a:lnTo>
                    <a:pt x="34823" y="16488"/>
                  </a:lnTo>
                  <a:lnTo>
                    <a:pt x="33435" y="18326"/>
                  </a:lnTo>
                  <a:lnTo>
                    <a:pt x="29484" y="16655"/>
                  </a:lnTo>
                  <a:lnTo>
                    <a:pt x="27713" y="17331"/>
                  </a:lnTo>
                  <a:lnTo>
                    <a:pt x="26682" y="23918"/>
                  </a:lnTo>
                  <a:lnTo>
                    <a:pt x="28454" y="28661"/>
                  </a:lnTo>
                  <a:lnTo>
                    <a:pt x="24994" y="29303"/>
                  </a:lnTo>
                  <a:lnTo>
                    <a:pt x="21873" y="30601"/>
                  </a:lnTo>
                  <a:lnTo>
                    <a:pt x="19694" y="28649"/>
                  </a:lnTo>
                  <a:lnTo>
                    <a:pt x="14391" y="28533"/>
                  </a:lnTo>
                  <a:lnTo>
                    <a:pt x="13239" y="29350"/>
                  </a:lnTo>
                  <a:lnTo>
                    <a:pt x="6082" y="25405"/>
                  </a:lnTo>
                  <a:lnTo>
                    <a:pt x="6926" y="23370"/>
                  </a:lnTo>
                  <a:lnTo>
                    <a:pt x="5592" y="22808"/>
                  </a:lnTo>
                  <a:lnTo>
                    <a:pt x="4563" y="19190"/>
                  </a:lnTo>
                  <a:lnTo>
                    <a:pt x="4798" y="14542"/>
                  </a:lnTo>
                  <a:lnTo>
                    <a:pt x="1636" y="9029"/>
                  </a:lnTo>
                  <a:lnTo>
                    <a:pt x="0" y="8572"/>
                  </a:lnTo>
                  <a:lnTo>
                    <a:pt x="134" y="7842"/>
                  </a:lnTo>
                  <a:lnTo>
                    <a:pt x="4875" y="9166"/>
                  </a:lnTo>
                  <a:lnTo>
                    <a:pt x="6501" y="4802"/>
                  </a:lnTo>
                  <a:lnTo>
                    <a:pt x="10601" y="6467"/>
                  </a:lnTo>
                  <a:lnTo>
                    <a:pt x="15896" y="2587"/>
                  </a:lnTo>
                  <a:lnTo>
                    <a:pt x="1721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h3725"/>
            <p:cNvSpPr/>
            <p:nvPr/>
          </p:nvSpPr>
          <p:spPr>
            <a:xfrm>
              <a:off x="6924082" y="2976715"/>
              <a:ext cx="16434" cy="21708"/>
            </a:xfrm>
            <a:custGeom>
              <a:avLst/>
              <a:pathLst>
                <a:path w="16434" h="21708">
                  <a:moveTo>
                    <a:pt x="10718" y="4600"/>
                  </a:moveTo>
                  <a:lnTo>
                    <a:pt x="13409" y="8543"/>
                  </a:lnTo>
                  <a:lnTo>
                    <a:pt x="16434" y="15280"/>
                  </a:lnTo>
                  <a:lnTo>
                    <a:pt x="10035" y="18229"/>
                  </a:lnTo>
                  <a:lnTo>
                    <a:pt x="5427" y="14000"/>
                  </a:lnTo>
                  <a:lnTo>
                    <a:pt x="4848" y="14188"/>
                  </a:lnTo>
                  <a:lnTo>
                    <a:pt x="5356" y="15419"/>
                  </a:lnTo>
                  <a:lnTo>
                    <a:pt x="4499" y="17758"/>
                  </a:lnTo>
                  <a:lnTo>
                    <a:pt x="2072" y="18732"/>
                  </a:lnTo>
                  <a:lnTo>
                    <a:pt x="2470" y="21708"/>
                  </a:lnTo>
                  <a:lnTo>
                    <a:pt x="162" y="21301"/>
                  </a:lnTo>
                  <a:lnTo>
                    <a:pt x="4179" y="9554"/>
                  </a:lnTo>
                  <a:lnTo>
                    <a:pt x="1236" y="6534"/>
                  </a:lnTo>
                  <a:lnTo>
                    <a:pt x="0" y="3407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h3726"/>
            <p:cNvSpPr/>
            <p:nvPr/>
          </p:nvSpPr>
          <p:spPr>
            <a:xfrm>
              <a:off x="6949997" y="2972448"/>
              <a:ext cx="63347" cy="41501"/>
            </a:xfrm>
            <a:custGeom>
              <a:avLst/>
              <a:pathLst>
                <a:path w="63347" h="41501">
                  <a:moveTo>
                    <a:pt x="44715" y="1906"/>
                  </a:moveTo>
                  <a:lnTo>
                    <a:pt x="46203" y="3919"/>
                  </a:lnTo>
                  <a:lnTo>
                    <a:pt x="43276" y="6470"/>
                  </a:lnTo>
                  <a:lnTo>
                    <a:pt x="43579" y="9750"/>
                  </a:lnTo>
                  <a:lnTo>
                    <a:pt x="48279" y="10201"/>
                  </a:lnTo>
                  <a:lnTo>
                    <a:pt x="50004" y="13771"/>
                  </a:lnTo>
                  <a:lnTo>
                    <a:pt x="50483" y="19687"/>
                  </a:lnTo>
                  <a:lnTo>
                    <a:pt x="57778" y="17952"/>
                  </a:lnTo>
                  <a:lnTo>
                    <a:pt x="63347" y="19864"/>
                  </a:lnTo>
                  <a:lnTo>
                    <a:pt x="63134" y="22597"/>
                  </a:lnTo>
                  <a:lnTo>
                    <a:pt x="62078" y="23538"/>
                  </a:lnTo>
                  <a:lnTo>
                    <a:pt x="63238" y="26719"/>
                  </a:lnTo>
                  <a:lnTo>
                    <a:pt x="61695" y="24624"/>
                  </a:lnTo>
                  <a:lnTo>
                    <a:pt x="60951" y="21149"/>
                  </a:lnTo>
                  <a:lnTo>
                    <a:pt x="58361" y="19548"/>
                  </a:lnTo>
                  <a:lnTo>
                    <a:pt x="54505" y="20296"/>
                  </a:lnTo>
                  <a:lnTo>
                    <a:pt x="54394" y="23449"/>
                  </a:lnTo>
                  <a:lnTo>
                    <a:pt x="49909" y="31784"/>
                  </a:lnTo>
                  <a:lnTo>
                    <a:pt x="47739" y="35573"/>
                  </a:lnTo>
                  <a:lnTo>
                    <a:pt x="44119" y="35498"/>
                  </a:lnTo>
                  <a:lnTo>
                    <a:pt x="35465" y="37870"/>
                  </a:lnTo>
                  <a:lnTo>
                    <a:pt x="31983" y="41501"/>
                  </a:lnTo>
                  <a:lnTo>
                    <a:pt x="28297" y="41335"/>
                  </a:lnTo>
                  <a:lnTo>
                    <a:pt x="26364" y="35974"/>
                  </a:lnTo>
                  <a:lnTo>
                    <a:pt x="22342" y="33023"/>
                  </a:lnTo>
                  <a:lnTo>
                    <a:pt x="21286" y="33810"/>
                  </a:lnTo>
                  <a:lnTo>
                    <a:pt x="21633" y="36202"/>
                  </a:lnTo>
                  <a:lnTo>
                    <a:pt x="20968" y="38771"/>
                  </a:lnTo>
                  <a:lnTo>
                    <a:pt x="15147" y="37593"/>
                  </a:lnTo>
                  <a:lnTo>
                    <a:pt x="12228" y="35300"/>
                  </a:lnTo>
                  <a:lnTo>
                    <a:pt x="7077" y="35212"/>
                  </a:lnTo>
                  <a:lnTo>
                    <a:pt x="7063" y="39014"/>
                  </a:lnTo>
                  <a:lnTo>
                    <a:pt x="5719" y="39387"/>
                  </a:lnTo>
                  <a:lnTo>
                    <a:pt x="4094" y="39505"/>
                  </a:lnTo>
                  <a:lnTo>
                    <a:pt x="2812" y="36094"/>
                  </a:lnTo>
                  <a:lnTo>
                    <a:pt x="197" y="36491"/>
                  </a:lnTo>
                  <a:lnTo>
                    <a:pt x="0" y="34732"/>
                  </a:lnTo>
                  <a:lnTo>
                    <a:pt x="2679" y="29986"/>
                  </a:lnTo>
                  <a:lnTo>
                    <a:pt x="4217" y="29642"/>
                  </a:lnTo>
                  <a:lnTo>
                    <a:pt x="6641" y="29450"/>
                  </a:lnTo>
                  <a:lnTo>
                    <a:pt x="9881" y="26546"/>
                  </a:lnTo>
                  <a:lnTo>
                    <a:pt x="12162" y="21990"/>
                  </a:lnTo>
                  <a:lnTo>
                    <a:pt x="13386" y="18390"/>
                  </a:lnTo>
                  <a:lnTo>
                    <a:pt x="13232" y="15903"/>
                  </a:lnTo>
                  <a:lnTo>
                    <a:pt x="14262" y="14100"/>
                  </a:lnTo>
                  <a:lnTo>
                    <a:pt x="15081" y="13387"/>
                  </a:lnTo>
                  <a:lnTo>
                    <a:pt x="16823" y="13407"/>
                  </a:lnTo>
                  <a:lnTo>
                    <a:pt x="16933" y="13938"/>
                  </a:lnTo>
                  <a:lnTo>
                    <a:pt x="20910" y="12616"/>
                  </a:lnTo>
                  <a:lnTo>
                    <a:pt x="22421" y="9712"/>
                  </a:lnTo>
                  <a:lnTo>
                    <a:pt x="27403" y="7439"/>
                  </a:lnTo>
                  <a:lnTo>
                    <a:pt x="34221" y="6044"/>
                  </a:lnTo>
                  <a:lnTo>
                    <a:pt x="38673" y="2604"/>
                  </a:lnTo>
                  <a:lnTo>
                    <a:pt x="4033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h3727"/>
            <p:cNvSpPr/>
            <p:nvPr/>
          </p:nvSpPr>
          <p:spPr>
            <a:xfrm>
              <a:off x="6854183" y="2910940"/>
              <a:ext cx="24258" cy="23115"/>
            </a:xfrm>
            <a:custGeom>
              <a:avLst/>
              <a:pathLst>
                <a:path w="24258" h="23115">
                  <a:moveTo>
                    <a:pt x="10529" y="985"/>
                  </a:moveTo>
                  <a:lnTo>
                    <a:pt x="17131" y="1158"/>
                  </a:lnTo>
                  <a:lnTo>
                    <a:pt x="19208" y="4546"/>
                  </a:lnTo>
                  <a:lnTo>
                    <a:pt x="24258" y="8740"/>
                  </a:lnTo>
                  <a:lnTo>
                    <a:pt x="23433" y="21778"/>
                  </a:lnTo>
                  <a:lnTo>
                    <a:pt x="21164" y="23115"/>
                  </a:lnTo>
                  <a:lnTo>
                    <a:pt x="17426" y="22946"/>
                  </a:lnTo>
                  <a:lnTo>
                    <a:pt x="17545" y="20411"/>
                  </a:lnTo>
                  <a:lnTo>
                    <a:pt x="15213" y="19834"/>
                  </a:lnTo>
                  <a:lnTo>
                    <a:pt x="13861" y="20501"/>
                  </a:lnTo>
                  <a:lnTo>
                    <a:pt x="13176" y="21886"/>
                  </a:lnTo>
                  <a:lnTo>
                    <a:pt x="6666" y="21690"/>
                  </a:lnTo>
                  <a:lnTo>
                    <a:pt x="4206" y="19427"/>
                  </a:lnTo>
                  <a:lnTo>
                    <a:pt x="4048" y="18472"/>
                  </a:lnTo>
                  <a:lnTo>
                    <a:pt x="8037" y="18259"/>
                  </a:lnTo>
                  <a:lnTo>
                    <a:pt x="8449" y="15627"/>
                  </a:lnTo>
                  <a:lnTo>
                    <a:pt x="7531" y="13052"/>
                  </a:lnTo>
                  <a:lnTo>
                    <a:pt x="7176" y="12501"/>
                  </a:lnTo>
                  <a:lnTo>
                    <a:pt x="4952" y="13413"/>
                  </a:lnTo>
                  <a:lnTo>
                    <a:pt x="2470" y="12877"/>
                  </a:lnTo>
                  <a:lnTo>
                    <a:pt x="0" y="10616"/>
                  </a:lnTo>
                  <a:lnTo>
                    <a:pt x="1769" y="9675"/>
                  </a:lnTo>
                  <a:lnTo>
                    <a:pt x="2791" y="5117"/>
                  </a:lnTo>
                  <a:lnTo>
                    <a:pt x="6932" y="208"/>
                  </a:lnTo>
                  <a:lnTo>
                    <a:pt x="827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h3728"/>
            <p:cNvSpPr/>
            <p:nvPr/>
          </p:nvSpPr>
          <p:spPr>
            <a:xfrm>
              <a:off x="7012657" y="2842577"/>
              <a:ext cx="30280" cy="18468"/>
            </a:xfrm>
            <a:custGeom>
              <a:avLst/>
              <a:pathLst>
                <a:path w="30280" h="18468">
                  <a:moveTo>
                    <a:pt x="20975" y="1437"/>
                  </a:moveTo>
                  <a:lnTo>
                    <a:pt x="30280" y="12437"/>
                  </a:lnTo>
                  <a:lnTo>
                    <a:pt x="28655" y="16801"/>
                  </a:lnTo>
                  <a:lnTo>
                    <a:pt x="23913" y="15477"/>
                  </a:lnTo>
                  <a:lnTo>
                    <a:pt x="23779" y="16206"/>
                  </a:lnTo>
                  <a:lnTo>
                    <a:pt x="22620" y="18468"/>
                  </a:lnTo>
                  <a:lnTo>
                    <a:pt x="19550" y="17707"/>
                  </a:lnTo>
                  <a:lnTo>
                    <a:pt x="19289" y="16405"/>
                  </a:lnTo>
                  <a:lnTo>
                    <a:pt x="3773" y="14703"/>
                  </a:lnTo>
                  <a:lnTo>
                    <a:pt x="3375" y="13472"/>
                  </a:lnTo>
                  <a:lnTo>
                    <a:pt x="0" y="5143"/>
                  </a:lnTo>
                  <a:lnTo>
                    <a:pt x="5170" y="3346"/>
                  </a:lnTo>
                  <a:lnTo>
                    <a:pt x="7740" y="5060"/>
                  </a:lnTo>
                  <a:lnTo>
                    <a:pt x="9547" y="5233"/>
                  </a:lnTo>
                  <a:lnTo>
                    <a:pt x="15396" y="3357"/>
                  </a:lnTo>
                  <a:lnTo>
                    <a:pt x="16393" y="768"/>
                  </a:lnTo>
                  <a:lnTo>
                    <a:pt x="1742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h3729"/>
            <p:cNvSpPr/>
            <p:nvPr/>
          </p:nvSpPr>
          <p:spPr>
            <a:xfrm>
              <a:off x="6924381" y="2828113"/>
              <a:ext cx="69880" cy="62001"/>
            </a:xfrm>
            <a:custGeom>
              <a:avLst/>
              <a:pathLst>
                <a:path w="69880" h="62001">
                  <a:moveTo>
                    <a:pt x="29899" y="3462"/>
                  </a:moveTo>
                  <a:lnTo>
                    <a:pt x="31559" y="3533"/>
                  </a:lnTo>
                  <a:lnTo>
                    <a:pt x="37245" y="1038"/>
                  </a:lnTo>
                  <a:lnTo>
                    <a:pt x="53648" y="404"/>
                  </a:lnTo>
                  <a:lnTo>
                    <a:pt x="56710" y="2690"/>
                  </a:lnTo>
                  <a:lnTo>
                    <a:pt x="57803" y="4777"/>
                  </a:lnTo>
                  <a:lnTo>
                    <a:pt x="59173" y="4286"/>
                  </a:lnTo>
                  <a:lnTo>
                    <a:pt x="59785" y="6766"/>
                  </a:lnTo>
                  <a:lnTo>
                    <a:pt x="67307" y="12651"/>
                  </a:lnTo>
                  <a:lnTo>
                    <a:pt x="66439" y="16276"/>
                  </a:lnTo>
                  <a:lnTo>
                    <a:pt x="62583" y="18056"/>
                  </a:lnTo>
                  <a:lnTo>
                    <a:pt x="65172" y="23861"/>
                  </a:lnTo>
                  <a:lnTo>
                    <a:pt x="69880" y="27885"/>
                  </a:lnTo>
                  <a:lnTo>
                    <a:pt x="69828" y="28992"/>
                  </a:lnTo>
                  <a:lnTo>
                    <a:pt x="63331" y="29522"/>
                  </a:lnTo>
                  <a:lnTo>
                    <a:pt x="54056" y="31465"/>
                  </a:lnTo>
                  <a:lnTo>
                    <a:pt x="50782" y="32945"/>
                  </a:lnTo>
                  <a:lnTo>
                    <a:pt x="43228" y="34586"/>
                  </a:lnTo>
                  <a:lnTo>
                    <a:pt x="44129" y="39758"/>
                  </a:lnTo>
                  <a:lnTo>
                    <a:pt x="39248" y="40965"/>
                  </a:lnTo>
                  <a:lnTo>
                    <a:pt x="36301" y="42740"/>
                  </a:lnTo>
                  <a:lnTo>
                    <a:pt x="34820" y="48465"/>
                  </a:lnTo>
                  <a:lnTo>
                    <a:pt x="33112" y="49907"/>
                  </a:lnTo>
                  <a:lnTo>
                    <a:pt x="30774" y="50025"/>
                  </a:lnTo>
                  <a:lnTo>
                    <a:pt x="21759" y="58599"/>
                  </a:lnTo>
                  <a:lnTo>
                    <a:pt x="14689" y="62001"/>
                  </a:lnTo>
                  <a:lnTo>
                    <a:pt x="14404" y="61341"/>
                  </a:lnTo>
                  <a:lnTo>
                    <a:pt x="12429" y="52647"/>
                  </a:lnTo>
                  <a:lnTo>
                    <a:pt x="10205" y="52571"/>
                  </a:lnTo>
                  <a:lnTo>
                    <a:pt x="10210" y="51671"/>
                  </a:lnTo>
                  <a:lnTo>
                    <a:pt x="11389" y="49780"/>
                  </a:lnTo>
                  <a:lnTo>
                    <a:pt x="16175" y="48507"/>
                  </a:lnTo>
                  <a:lnTo>
                    <a:pt x="18223" y="46345"/>
                  </a:lnTo>
                  <a:lnTo>
                    <a:pt x="15052" y="43034"/>
                  </a:lnTo>
                  <a:lnTo>
                    <a:pt x="11958" y="41913"/>
                  </a:lnTo>
                  <a:lnTo>
                    <a:pt x="9627" y="42696"/>
                  </a:lnTo>
                  <a:lnTo>
                    <a:pt x="8539" y="41663"/>
                  </a:lnTo>
                  <a:lnTo>
                    <a:pt x="7238" y="37736"/>
                  </a:lnTo>
                  <a:lnTo>
                    <a:pt x="11743" y="26805"/>
                  </a:lnTo>
                  <a:lnTo>
                    <a:pt x="12026" y="24538"/>
                  </a:lnTo>
                  <a:lnTo>
                    <a:pt x="4037" y="17459"/>
                  </a:lnTo>
                  <a:lnTo>
                    <a:pt x="0" y="16537"/>
                  </a:lnTo>
                  <a:lnTo>
                    <a:pt x="1543" y="13512"/>
                  </a:lnTo>
                  <a:lnTo>
                    <a:pt x="6354" y="12426"/>
                  </a:lnTo>
                  <a:lnTo>
                    <a:pt x="12024" y="9885"/>
                  </a:lnTo>
                  <a:lnTo>
                    <a:pt x="12672" y="6116"/>
                  </a:lnTo>
                  <a:lnTo>
                    <a:pt x="11547" y="4500"/>
                  </a:lnTo>
                  <a:lnTo>
                    <a:pt x="12912" y="1952"/>
                  </a:lnTo>
                  <a:lnTo>
                    <a:pt x="14895" y="2683"/>
                  </a:lnTo>
                  <a:lnTo>
                    <a:pt x="14294" y="6909"/>
                  </a:lnTo>
                  <a:lnTo>
                    <a:pt x="16161" y="7241"/>
                  </a:lnTo>
                  <a:lnTo>
                    <a:pt x="18691" y="5817"/>
                  </a:lnTo>
                  <a:lnTo>
                    <a:pt x="19078" y="1071"/>
                  </a:lnTo>
                  <a:lnTo>
                    <a:pt x="19967" y="904"/>
                  </a:lnTo>
                  <a:lnTo>
                    <a:pt x="22799" y="1550"/>
                  </a:lnTo>
                  <a:lnTo>
                    <a:pt x="2407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h3730"/>
            <p:cNvSpPr/>
            <p:nvPr/>
          </p:nvSpPr>
          <p:spPr>
            <a:xfrm>
              <a:off x="6871048" y="2763612"/>
              <a:ext cx="43121" cy="58784"/>
            </a:xfrm>
            <a:custGeom>
              <a:avLst/>
              <a:pathLst>
                <a:path w="43121" h="58784">
                  <a:moveTo>
                    <a:pt x="26119" y="293"/>
                  </a:moveTo>
                  <a:lnTo>
                    <a:pt x="25688" y="9467"/>
                  </a:lnTo>
                  <a:lnTo>
                    <a:pt x="23637" y="11974"/>
                  </a:lnTo>
                  <a:lnTo>
                    <a:pt x="24088" y="21012"/>
                  </a:lnTo>
                  <a:lnTo>
                    <a:pt x="36544" y="19531"/>
                  </a:lnTo>
                  <a:lnTo>
                    <a:pt x="35192" y="26352"/>
                  </a:lnTo>
                  <a:lnTo>
                    <a:pt x="32786" y="33417"/>
                  </a:lnTo>
                  <a:lnTo>
                    <a:pt x="33510" y="34789"/>
                  </a:lnTo>
                  <a:lnTo>
                    <a:pt x="38823" y="35579"/>
                  </a:lnTo>
                  <a:lnTo>
                    <a:pt x="43121" y="39677"/>
                  </a:lnTo>
                  <a:lnTo>
                    <a:pt x="39291" y="41865"/>
                  </a:lnTo>
                  <a:lnTo>
                    <a:pt x="36557" y="47578"/>
                  </a:lnTo>
                  <a:lnTo>
                    <a:pt x="37870" y="54643"/>
                  </a:lnTo>
                  <a:lnTo>
                    <a:pt x="32671" y="56271"/>
                  </a:lnTo>
                  <a:lnTo>
                    <a:pt x="30021" y="54619"/>
                  </a:lnTo>
                  <a:lnTo>
                    <a:pt x="25036" y="53586"/>
                  </a:lnTo>
                  <a:lnTo>
                    <a:pt x="22604" y="55868"/>
                  </a:lnTo>
                  <a:lnTo>
                    <a:pt x="16776" y="58784"/>
                  </a:lnTo>
                  <a:lnTo>
                    <a:pt x="13066" y="56810"/>
                  </a:lnTo>
                  <a:lnTo>
                    <a:pt x="14079" y="53402"/>
                  </a:lnTo>
                  <a:lnTo>
                    <a:pt x="13585" y="51825"/>
                  </a:lnTo>
                  <a:lnTo>
                    <a:pt x="9230" y="52668"/>
                  </a:lnTo>
                  <a:lnTo>
                    <a:pt x="8213" y="53599"/>
                  </a:lnTo>
                  <a:lnTo>
                    <a:pt x="6060" y="50478"/>
                  </a:lnTo>
                  <a:lnTo>
                    <a:pt x="5911" y="47532"/>
                  </a:lnTo>
                  <a:lnTo>
                    <a:pt x="0" y="40788"/>
                  </a:lnTo>
                  <a:lnTo>
                    <a:pt x="1745" y="37076"/>
                  </a:lnTo>
                  <a:lnTo>
                    <a:pt x="3261" y="33064"/>
                  </a:lnTo>
                  <a:lnTo>
                    <a:pt x="6227" y="28809"/>
                  </a:lnTo>
                  <a:lnTo>
                    <a:pt x="6935" y="26485"/>
                  </a:lnTo>
                  <a:lnTo>
                    <a:pt x="5516" y="23825"/>
                  </a:lnTo>
                  <a:lnTo>
                    <a:pt x="9651" y="12124"/>
                  </a:lnTo>
                  <a:lnTo>
                    <a:pt x="6954" y="11961"/>
                  </a:lnTo>
                  <a:lnTo>
                    <a:pt x="6202" y="6412"/>
                  </a:lnTo>
                  <a:lnTo>
                    <a:pt x="11937" y="6584"/>
                  </a:lnTo>
                  <a:lnTo>
                    <a:pt x="15388" y="3727"/>
                  </a:lnTo>
                  <a:lnTo>
                    <a:pt x="17122" y="2295"/>
                  </a:lnTo>
                  <a:lnTo>
                    <a:pt x="1986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h3731"/>
            <p:cNvSpPr/>
            <p:nvPr/>
          </p:nvSpPr>
          <p:spPr>
            <a:xfrm>
              <a:off x="6898512" y="2925959"/>
              <a:ext cx="14456" cy="10978"/>
            </a:xfrm>
            <a:custGeom>
              <a:avLst/>
              <a:pathLst>
                <a:path w="14456" h="10978">
                  <a:moveTo>
                    <a:pt x="8451" y="740"/>
                  </a:moveTo>
                  <a:lnTo>
                    <a:pt x="12981" y="1021"/>
                  </a:lnTo>
                  <a:lnTo>
                    <a:pt x="14102" y="1009"/>
                  </a:lnTo>
                  <a:lnTo>
                    <a:pt x="14456" y="3472"/>
                  </a:lnTo>
                  <a:lnTo>
                    <a:pt x="12867" y="5138"/>
                  </a:lnTo>
                  <a:lnTo>
                    <a:pt x="12852" y="6339"/>
                  </a:lnTo>
                  <a:lnTo>
                    <a:pt x="11837" y="6911"/>
                  </a:lnTo>
                  <a:lnTo>
                    <a:pt x="9461" y="5365"/>
                  </a:lnTo>
                  <a:lnTo>
                    <a:pt x="6107" y="8225"/>
                  </a:lnTo>
                  <a:lnTo>
                    <a:pt x="6228" y="10978"/>
                  </a:lnTo>
                  <a:lnTo>
                    <a:pt x="2086" y="9478"/>
                  </a:lnTo>
                  <a:lnTo>
                    <a:pt x="1885" y="7482"/>
                  </a:lnTo>
                  <a:lnTo>
                    <a:pt x="0" y="5618"/>
                  </a:lnTo>
                  <a:lnTo>
                    <a:pt x="121" y="4668"/>
                  </a:lnTo>
                  <a:lnTo>
                    <a:pt x="5392" y="761"/>
                  </a:lnTo>
                  <a:lnTo>
                    <a:pt x="751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h3732"/>
            <p:cNvSpPr/>
            <p:nvPr/>
          </p:nvSpPr>
          <p:spPr>
            <a:xfrm>
              <a:off x="6865955" y="2761983"/>
              <a:ext cx="103345" cy="91839"/>
            </a:xfrm>
            <a:custGeom>
              <a:avLst/>
              <a:pathLst>
                <a:path w="103345" h="91839">
                  <a:moveTo>
                    <a:pt x="43831" y="509"/>
                  </a:moveTo>
                  <a:lnTo>
                    <a:pt x="48246" y="2412"/>
                  </a:lnTo>
                  <a:lnTo>
                    <a:pt x="50831" y="2031"/>
                  </a:lnTo>
                  <a:lnTo>
                    <a:pt x="56359" y="2967"/>
                  </a:lnTo>
                  <a:lnTo>
                    <a:pt x="56046" y="4787"/>
                  </a:lnTo>
                  <a:lnTo>
                    <a:pt x="63239" y="10601"/>
                  </a:lnTo>
                  <a:lnTo>
                    <a:pt x="66318" y="11143"/>
                  </a:lnTo>
                  <a:lnTo>
                    <a:pt x="75716" y="9473"/>
                  </a:lnTo>
                  <a:lnTo>
                    <a:pt x="85182" y="10980"/>
                  </a:lnTo>
                  <a:lnTo>
                    <a:pt x="90589" y="15263"/>
                  </a:lnTo>
                  <a:lnTo>
                    <a:pt x="94995" y="20275"/>
                  </a:lnTo>
                  <a:lnTo>
                    <a:pt x="98955" y="21492"/>
                  </a:lnTo>
                  <a:lnTo>
                    <a:pt x="99547" y="19577"/>
                  </a:lnTo>
                  <a:lnTo>
                    <a:pt x="101043" y="21240"/>
                  </a:lnTo>
                  <a:lnTo>
                    <a:pt x="103345" y="22496"/>
                  </a:lnTo>
                  <a:lnTo>
                    <a:pt x="100541" y="28493"/>
                  </a:lnTo>
                  <a:lnTo>
                    <a:pt x="98734" y="31734"/>
                  </a:lnTo>
                  <a:lnTo>
                    <a:pt x="91684" y="31216"/>
                  </a:lnTo>
                  <a:lnTo>
                    <a:pt x="91252" y="36045"/>
                  </a:lnTo>
                  <a:lnTo>
                    <a:pt x="85211" y="39288"/>
                  </a:lnTo>
                  <a:lnTo>
                    <a:pt x="82642" y="39019"/>
                  </a:lnTo>
                  <a:lnTo>
                    <a:pt x="82086" y="45037"/>
                  </a:lnTo>
                  <a:lnTo>
                    <a:pt x="79504" y="47529"/>
                  </a:lnTo>
                  <a:lnTo>
                    <a:pt x="78407" y="51384"/>
                  </a:lnTo>
                  <a:lnTo>
                    <a:pt x="79531" y="51870"/>
                  </a:lnTo>
                  <a:lnTo>
                    <a:pt x="80372" y="54507"/>
                  </a:lnTo>
                  <a:lnTo>
                    <a:pt x="78393" y="67034"/>
                  </a:lnTo>
                  <a:lnTo>
                    <a:pt x="77504" y="67201"/>
                  </a:lnTo>
                  <a:lnTo>
                    <a:pt x="77117" y="71947"/>
                  </a:lnTo>
                  <a:lnTo>
                    <a:pt x="74587" y="73370"/>
                  </a:lnTo>
                  <a:lnTo>
                    <a:pt x="72719" y="73039"/>
                  </a:lnTo>
                  <a:lnTo>
                    <a:pt x="73320" y="68813"/>
                  </a:lnTo>
                  <a:lnTo>
                    <a:pt x="71338" y="68082"/>
                  </a:lnTo>
                  <a:lnTo>
                    <a:pt x="69973" y="70630"/>
                  </a:lnTo>
                  <a:lnTo>
                    <a:pt x="71098" y="72246"/>
                  </a:lnTo>
                  <a:lnTo>
                    <a:pt x="70450" y="76015"/>
                  </a:lnTo>
                  <a:lnTo>
                    <a:pt x="64779" y="78556"/>
                  </a:lnTo>
                  <a:lnTo>
                    <a:pt x="59969" y="79642"/>
                  </a:lnTo>
                  <a:lnTo>
                    <a:pt x="58425" y="82667"/>
                  </a:lnTo>
                  <a:lnTo>
                    <a:pt x="57122" y="80005"/>
                  </a:lnTo>
                  <a:lnTo>
                    <a:pt x="56092" y="82559"/>
                  </a:lnTo>
                  <a:lnTo>
                    <a:pt x="47143" y="83359"/>
                  </a:lnTo>
                  <a:lnTo>
                    <a:pt x="44283" y="86203"/>
                  </a:lnTo>
                  <a:lnTo>
                    <a:pt x="44299" y="89097"/>
                  </a:lnTo>
                  <a:lnTo>
                    <a:pt x="42470" y="90823"/>
                  </a:lnTo>
                  <a:lnTo>
                    <a:pt x="36001" y="91839"/>
                  </a:lnTo>
                  <a:lnTo>
                    <a:pt x="35800" y="89843"/>
                  </a:lnTo>
                  <a:lnTo>
                    <a:pt x="37711" y="86431"/>
                  </a:lnTo>
                  <a:lnTo>
                    <a:pt x="35411" y="82095"/>
                  </a:lnTo>
                  <a:lnTo>
                    <a:pt x="29044" y="76775"/>
                  </a:lnTo>
                  <a:lnTo>
                    <a:pt x="25235" y="76547"/>
                  </a:lnTo>
                  <a:lnTo>
                    <a:pt x="21663" y="78587"/>
                  </a:lnTo>
                  <a:lnTo>
                    <a:pt x="19162" y="77879"/>
                  </a:lnTo>
                  <a:lnTo>
                    <a:pt x="16640" y="74582"/>
                  </a:lnTo>
                  <a:lnTo>
                    <a:pt x="9528" y="68852"/>
                  </a:lnTo>
                  <a:lnTo>
                    <a:pt x="7717" y="67576"/>
                  </a:lnTo>
                  <a:lnTo>
                    <a:pt x="4077" y="67071"/>
                  </a:lnTo>
                  <a:lnTo>
                    <a:pt x="4441" y="63563"/>
                  </a:lnTo>
                  <a:lnTo>
                    <a:pt x="0" y="58551"/>
                  </a:lnTo>
                  <a:lnTo>
                    <a:pt x="2502" y="56795"/>
                  </a:lnTo>
                  <a:lnTo>
                    <a:pt x="13306" y="55228"/>
                  </a:lnTo>
                  <a:lnTo>
                    <a:pt x="14323" y="54297"/>
                  </a:lnTo>
                  <a:lnTo>
                    <a:pt x="18678" y="53454"/>
                  </a:lnTo>
                  <a:lnTo>
                    <a:pt x="19172" y="55031"/>
                  </a:lnTo>
                  <a:lnTo>
                    <a:pt x="18159" y="58439"/>
                  </a:lnTo>
                  <a:lnTo>
                    <a:pt x="21868" y="60413"/>
                  </a:lnTo>
                  <a:lnTo>
                    <a:pt x="27697" y="57497"/>
                  </a:lnTo>
                  <a:lnTo>
                    <a:pt x="30129" y="55215"/>
                  </a:lnTo>
                  <a:lnTo>
                    <a:pt x="35114" y="56248"/>
                  </a:lnTo>
                  <a:lnTo>
                    <a:pt x="37764" y="57900"/>
                  </a:lnTo>
                  <a:lnTo>
                    <a:pt x="42962" y="56272"/>
                  </a:lnTo>
                  <a:lnTo>
                    <a:pt x="41650" y="49207"/>
                  </a:lnTo>
                  <a:lnTo>
                    <a:pt x="44384" y="43494"/>
                  </a:lnTo>
                  <a:lnTo>
                    <a:pt x="48214" y="41306"/>
                  </a:lnTo>
                  <a:lnTo>
                    <a:pt x="43916" y="37208"/>
                  </a:lnTo>
                  <a:lnTo>
                    <a:pt x="38603" y="36418"/>
                  </a:lnTo>
                  <a:lnTo>
                    <a:pt x="37879" y="35046"/>
                  </a:lnTo>
                  <a:lnTo>
                    <a:pt x="40284" y="27981"/>
                  </a:lnTo>
                  <a:lnTo>
                    <a:pt x="41637" y="21160"/>
                  </a:lnTo>
                  <a:lnTo>
                    <a:pt x="29181" y="22641"/>
                  </a:lnTo>
                  <a:lnTo>
                    <a:pt x="28730" y="13603"/>
                  </a:lnTo>
                  <a:lnTo>
                    <a:pt x="30781" y="11096"/>
                  </a:lnTo>
                  <a:lnTo>
                    <a:pt x="31212" y="1922"/>
                  </a:lnTo>
                  <a:lnTo>
                    <a:pt x="3822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h3733"/>
            <p:cNvSpPr/>
            <p:nvPr/>
          </p:nvSpPr>
          <p:spPr>
            <a:xfrm>
              <a:off x="6943857" y="2975212"/>
              <a:ext cx="15363" cy="13229"/>
            </a:xfrm>
            <a:custGeom>
              <a:avLst/>
              <a:pathLst>
                <a:path w="15363" h="13229">
                  <a:moveTo>
                    <a:pt x="11725" y="1614"/>
                  </a:moveTo>
                  <a:lnTo>
                    <a:pt x="13739" y="2999"/>
                  </a:lnTo>
                  <a:lnTo>
                    <a:pt x="14123" y="6171"/>
                  </a:lnTo>
                  <a:lnTo>
                    <a:pt x="15292" y="6868"/>
                  </a:lnTo>
                  <a:lnTo>
                    <a:pt x="15363" y="7772"/>
                  </a:lnTo>
                  <a:lnTo>
                    <a:pt x="13060" y="10031"/>
                  </a:lnTo>
                  <a:lnTo>
                    <a:pt x="9549" y="10544"/>
                  </a:lnTo>
                  <a:lnTo>
                    <a:pt x="7322" y="11768"/>
                  </a:lnTo>
                  <a:lnTo>
                    <a:pt x="6533" y="13229"/>
                  </a:lnTo>
                  <a:lnTo>
                    <a:pt x="0" y="10583"/>
                  </a:lnTo>
                  <a:lnTo>
                    <a:pt x="5262" y="3335"/>
                  </a:lnTo>
                  <a:lnTo>
                    <a:pt x="4006" y="1355"/>
                  </a:lnTo>
                  <a:lnTo>
                    <a:pt x="385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h3734"/>
            <p:cNvSpPr/>
            <p:nvPr/>
          </p:nvSpPr>
          <p:spPr>
            <a:xfrm>
              <a:off x="6961029" y="2912175"/>
              <a:ext cx="33937" cy="43726"/>
            </a:xfrm>
            <a:custGeom>
              <a:avLst/>
              <a:pathLst>
                <a:path w="33937" h="43726">
                  <a:moveTo>
                    <a:pt x="31756" y="2271"/>
                  </a:moveTo>
                  <a:lnTo>
                    <a:pt x="33937" y="2829"/>
                  </a:lnTo>
                  <a:lnTo>
                    <a:pt x="32955" y="4658"/>
                  </a:lnTo>
                  <a:lnTo>
                    <a:pt x="30917" y="5578"/>
                  </a:lnTo>
                  <a:lnTo>
                    <a:pt x="28446" y="9191"/>
                  </a:lnTo>
                  <a:lnTo>
                    <a:pt x="19748" y="18323"/>
                  </a:lnTo>
                  <a:lnTo>
                    <a:pt x="18460" y="21275"/>
                  </a:lnTo>
                  <a:lnTo>
                    <a:pt x="18131" y="23773"/>
                  </a:lnTo>
                  <a:lnTo>
                    <a:pt x="20069" y="26741"/>
                  </a:lnTo>
                  <a:lnTo>
                    <a:pt x="22461" y="27817"/>
                  </a:lnTo>
                  <a:lnTo>
                    <a:pt x="23741" y="26555"/>
                  </a:lnTo>
                  <a:lnTo>
                    <a:pt x="26880" y="27505"/>
                  </a:lnTo>
                  <a:lnTo>
                    <a:pt x="27040" y="28888"/>
                  </a:lnTo>
                  <a:lnTo>
                    <a:pt x="27343" y="34712"/>
                  </a:lnTo>
                  <a:lnTo>
                    <a:pt x="23028" y="38321"/>
                  </a:lnTo>
                  <a:lnTo>
                    <a:pt x="21625" y="41341"/>
                  </a:lnTo>
                  <a:lnTo>
                    <a:pt x="16139" y="41242"/>
                  </a:lnTo>
                  <a:lnTo>
                    <a:pt x="15783" y="43726"/>
                  </a:lnTo>
                  <a:lnTo>
                    <a:pt x="10970" y="41262"/>
                  </a:lnTo>
                  <a:lnTo>
                    <a:pt x="8380" y="39099"/>
                  </a:lnTo>
                  <a:lnTo>
                    <a:pt x="10530" y="33883"/>
                  </a:lnTo>
                  <a:lnTo>
                    <a:pt x="7397" y="32907"/>
                  </a:lnTo>
                  <a:lnTo>
                    <a:pt x="8172" y="27243"/>
                  </a:lnTo>
                  <a:lnTo>
                    <a:pt x="3896" y="25499"/>
                  </a:lnTo>
                  <a:lnTo>
                    <a:pt x="1157" y="25479"/>
                  </a:lnTo>
                  <a:lnTo>
                    <a:pt x="265" y="22945"/>
                  </a:lnTo>
                  <a:lnTo>
                    <a:pt x="1555" y="21456"/>
                  </a:lnTo>
                  <a:lnTo>
                    <a:pt x="299" y="21051"/>
                  </a:lnTo>
                  <a:lnTo>
                    <a:pt x="0" y="15859"/>
                  </a:lnTo>
                  <a:lnTo>
                    <a:pt x="2792" y="13608"/>
                  </a:lnTo>
                  <a:lnTo>
                    <a:pt x="6100" y="3808"/>
                  </a:lnTo>
                  <a:lnTo>
                    <a:pt x="12394" y="204"/>
                  </a:lnTo>
                  <a:lnTo>
                    <a:pt x="17099" y="2826"/>
                  </a:lnTo>
                  <a:lnTo>
                    <a:pt x="21182" y="3320"/>
                  </a:lnTo>
                  <a:lnTo>
                    <a:pt x="23133" y="1222"/>
                  </a:lnTo>
                  <a:lnTo>
                    <a:pt x="2996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h3735"/>
            <p:cNvSpPr/>
            <p:nvPr/>
          </p:nvSpPr>
          <p:spPr>
            <a:xfrm>
              <a:off x="6911364" y="2889455"/>
              <a:ext cx="33898" cy="56118"/>
            </a:xfrm>
            <a:custGeom>
              <a:avLst/>
              <a:pathLst>
                <a:path w="33898" h="56118">
                  <a:moveTo>
                    <a:pt x="27420" y="0"/>
                  </a:moveTo>
                  <a:lnTo>
                    <a:pt x="27706" y="659"/>
                  </a:lnTo>
                  <a:lnTo>
                    <a:pt x="29514" y="2871"/>
                  </a:lnTo>
                  <a:lnTo>
                    <a:pt x="29465" y="5599"/>
                  </a:lnTo>
                  <a:lnTo>
                    <a:pt x="30160" y="6688"/>
                  </a:lnTo>
                  <a:lnTo>
                    <a:pt x="28407" y="8643"/>
                  </a:lnTo>
                  <a:lnTo>
                    <a:pt x="24764" y="16129"/>
                  </a:lnTo>
                  <a:lnTo>
                    <a:pt x="24906" y="19659"/>
                  </a:lnTo>
                  <a:lnTo>
                    <a:pt x="30586" y="23070"/>
                  </a:lnTo>
                  <a:lnTo>
                    <a:pt x="28774" y="25368"/>
                  </a:lnTo>
                  <a:lnTo>
                    <a:pt x="27995" y="30438"/>
                  </a:lnTo>
                  <a:lnTo>
                    <a:pt x="28319" y="31993"/>
                  </a:lnTo>
                  <a:lnTo>
                    <a:pt x="29906" y="32156"/>
                  </a:lnTo>
                  <a:lnTo>
                    <a:pt x="30896" y="39542"/>
                  </a:lnTo>
                  <a:lnTo>
                    <a:pt x="27338" y="39247"/>
                  </a:lnTo>
                  <a:lnTo>
                    <a:pt x="28106" y="44934"/>
                  </a:lnTo>
                  <a:lnTo>
                    <a:pt x="31443" y="46873"/>
                  </a:lnTo>
                  <a:lnTo>
                    <a:pt x="33898" y="46528"/>
                  </a:lnTo>
                  <a:lnTo>
                    <a:pt x="33320" y="54163"/>
                  </a:lnTo>
                  <a:lnTo>
                    <a:pt x="30072" y="53845"/>
                  </a:lnTo>
                  <a:lnTo>
                    <a:pt x="29626" y="56118"/>
                  </a:lnTo>
                  <a:lnTo>
                    <a:pt x="27150" y="55637"/>
                  </a:lnTo>
                  <a:lnTo>
                    <a:pt x="22896" y="49203"/>
                  </a:lnTo>
                  <a:lnTo>
                    <a:pt x="8593" y="52606"/>
                  </a:lnTo>
                  <a:lnTo>
                    <a:pt x="4331" y="47677"/>
                  </a:lnTo>
                  <a:lnTo>
                    <a:pt x="3430" y="45463"/>
                  </a:lnTo>
                  <a:lnTo>
                    <a:pt x="3873" y="43707"/>
                  </a:lnTo>
                  <a:lnTo>
                    <a:pt x="0" y="42843"/>
                  </a:lnTo>
                  <a:lnTo>
                    <a:pt x="15" y="41641"/>
                  </a:lnTo>
                  <a:lnTo>
                    <a:pt x="1603" y="39976"/>
                  </a:lnTo>
                  <a:lnTo>
                    <a:pt x="1249" y="37513"/>
                  </a:lnTo>
                  <a:lnTo>
                    <a:pt x="128" y="37525"/>
                  </a:lnTo>
                  <a:lnTo>
                    <a:pt x="1604" y="35950"/>
                  </a:lnTo>
                  <a:lnTo>
                    <a:pt x="4524" y="36265"/>
                  </a:lnTo>
                  <a:lnTo>
                    <a:pt x="5425" y="34600"/>
                  </a:lnTo>
                  <a:lnTo>
                    <a:pt x="6165" y="26842"/>
                  </a:lnTo>
                  <a:lnTo>
                    <a:pt x="4613" y="26462"/>
                  </a:lnTo>
                  <a:lnTo>
                    <a:pt x="4683" y="24398"/>
                  </a:lnTo>
                  <a:lnTo>
                    <a:pt x="10986" y="14950"/>
                  </a:lnTo>
                  <a:lnTo>
                    <a:pt x="15457" y="14651"/>
                  </a:lnTo>
                  <a:lnTo>
                    <a:pt x="20939" y="2312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h3736"/>
            <p:cNvSpPr/>
            <p:nvPr/>
          </p:nvSpPr>
          <p:spPr>
            <a:xfrm>
              <a:off x="6936128" y="2896144"/>
              <a:ext cx="32063" cy="34178"/>
            </a:xfrm>
            <a:custGeom>
              <a:avLst/>
              <a:pathLst>
                <a:path w="32063" h="34178">
                  <a:moveTo>
                    <a:pt x="9323" y="1742"/>
                  </a:moveTo>
                  <a:lnTo>
                    <a:pt x="9609" y="3791"/>
                  </a:lnTo>
                  <a:lnTo>
                    <a:pt x="13407" y="4085"/>
                  </a:lnTo>
                  <a:lnTo>
                    <a:pt x="15047" y="3239"/>
                  </a:lnTo>
                  <a:lnTo>
                    <a:pt x="16904" y="2550"/>
                  </a:lnTo>
                  <a:lnTo>
                    <a:pt x="17743" y="4363"/>
                  </a:lnTo>
                  <a:lnTo>
                    <a:pt x="17156" y="7728"/>
                  </a:lnTo>
                  <a:lnTo>
                    <a:pt x="19098" y="15158"/>
                  </a:lnTo>
                  <a:lnTo>
                    <a:pt x="28022" y="15006"/>
                  </a:lnTo>
                  <a:lnTo>
                    <a:pt x="32063" y="17146"/>
                  </a:lnTo>
                  <a:lnTo>
                    <a:pt x="31001" y="19839"/>
                  </a:lnTo>
                  <a:lnTo>
                    <a:pt x="27692" y="29639"/>
                  </a:lnTo>
                  <a:lnTo>
                    <a:pt x="24900" y="31889"/>
                  </a:lnTo>
                  <a:lnTo>
                    <a:pt x="18138" y="30704"/>
                  </a:lnTo>
                  <a:lnTo>
                    <a:pt x="14294" y="31419"/>
                  </a:lnTo>
                  <a:lnTo>
                    <a:pt x="7574" y="34178"/>
                  </a:lnTo>
                  <a:lnTo>
                    <a:pt x="6132" y="32853"/>
                  </a:lnTo>
                  <a:lnTo>
                    <a:pt x="5142" y="25468"/>
                  </a:lnTo>
                  <a:lnTo>
                    <a:pt x="3555" y="25304"/>
                  </a:lnTo>
                  <a:lnTo>
                    <a:pt x="3231" y="23749"/>
                  </a:lnTo>
                  <a:lnTo>
                    <a:pt x="4010" y="18680"/>
                  </a:lnTo>
                  <a:lnTo>
                    <a:pt x="5822" y="16381"/>
                  </a:lnTo>
                  <a:lnTo>
                    <a:pt x="142" y="12970"/>
                  </a:lnTo>
                  <a:lnTo>
                    <a:pt x="0" y="9441"/>
                  </a:lnTo>
                  <a:lnTo>
                    <a:pt x="3643" y="1955"/>
                  </a:lnTo>
                  <a:lnTo>
                    <a:pt x="539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h3737"/>
            <p:cNvSpPr/>
            <p:nvPr/>
          </p:nvSpPr>
          <p:spPr>
            <a:xfrm>
              <a:off x="6944685" y="2935120"/>
              <a:ext cx="27313" cy="24604"/>
            </a:xfrm>
            <a:custGeom>
              <a:avLst/>
              <a:pathLst>
                <a:path w="27313" h="24604">
                  <a:moveTo>
                    <a:pt x="17501" y="2534"/>
                  </a:moveTo>
                  <a:lnTo>
                    <a:pt x="20240" y="2554"/>
                  </a:lnTo>
                  <a:lnTo>
                    <a:pt x="24515" y="4298"/>
                  </a:lnTo>
                  <a:lnTo>
                    <a:pt x="23741" y="9962"/>
                  </a:lnTo>
                  <a:lnTo>
                    <a:pt x="26874" y="10938"/>
                  </a:lnTo>
                  <a:lnTo>
                    <a:pt x="24724" y="16154"/>
                  </a:lnTo>
                  <a:lnTo>
                    <a:pt x="27313" y="18317"/>
                  </a:lnTo>
                  <a:lnTo>
                    <a:pt x="26844" y="21248"/>
                  </a:lnTo>
                  <a:lnTo>
                    <a:pt x="20343" y="21016"/>
                  </a:lnTo>
                  <a:lnTo>
                    <a:pt x="20060" y="17588"/>
                  </a:lnTo>
                  <a:lnTo>
                    <a:pt x="18019" y="17945"/>
                  </a:lnTo>
                  <a:lnTo>
                    <a:pt x="16614" y="22834"/>
                  </a:lnTo>
                  <a:lnTo>
                    <a:pt x="9554" y="23254"/>
                  </a:lnTo>
                  <a:lnTo>
                    <a:pt x="7497" y="24604"/>
                  </a:lnTo>
                  <a:lnTo>
                    <a:pt x="8338" y="23687"/>
                  </a:lnTo>
                  <a:lnTo>
                    <a:pt x="8016" y="21916"/>
                  </a:lnTo>
                  <a:lnTo>
                    <a:pt x="5658" y="19720"/>
                  </a:lnTo>
                  <a:lnTo>
                    <a:pt x="4921" y="19902"/>
                  </a:lnTo>
                  <a:lnTo>
                    <a:pt x="0" y="8498"/>
                  </a:lnTo>
                  <a:lnTo>
                    <a:pt x="578" y="863"/>
                  </a:lnTo>
                  <a:lnTo>
                    <a:pt x="1660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h3738"/>
            <p:cNvSpPr/>
            <p:nvPr/>
          </p:nvSpPr>
          <p:spPr>
            <a:xfrm>
              <a:off x="6838511" y="2865701"/>
              <a:ext cx="28861" cy="33283"/>
            </a:xfrm>
            <a:custGeom>
              <a:avLst/>
              <a:pathLst>
                <a:path w="28861" h="33283">
                  <a:moveTo>
                    <a:pt x="10066" y="1718"/>
                  </a:moveTo>
                  <a:lnTo>
                    <a:pt x="14444" y="0"/>
                  </a:lnTo>
                  <a:lnTo>
                    <a:pt x="15129" y="837"/>
                  </a:lnTo>
                  <a:lnTo>
                    <a:pt x="14857" y="3472"/>
                  </a:lnTo>
                  <a:lnTo>
                    <a:pt x="15719" y="4450"/>
                  </a:lnTo>
                  <a:lnTo>
                    <a:pt x="23753" y="7469"/>
                  </a:lnTo>
                  <a:lnTo>
                    <a:pt x="24752" y="6693"/>
                  </a:lnTo>
                  <a:lnTo>
                    <a:pt x="28861" y="7142"/>
                  </a:lnTo>
                  <a:lnTo>
                    <a:pt x="28500" y="12800"/>
                  </a:lnTo>
                  <a:lnTo>
                    <a:pt x="23387" y="12418"/>
                  </a:lnTo>
                  <a:lnTo>
                    <a:pt x="22234" y="18316"/>
                  </a:lnTo>
                  <a:lnTo>
                    <a:pt x="24971" y="18819"/>
                  </a:lnTo>
                  <a:lnTo>
                    <a:pt x="25365" y="20276"/>
                  </a:lnTo>
                  <a:lnTo>
                    <a:pt x="23952" y="31219"/>
                  </a:lnTo>
                  <a:lnTo>
                    <a:pt x="24616" y="31293"/>
                  </a:lnTo>
                  <a:lnTo>
                    <a:pt x="22163" y="33188"/>
                  </a:lnTo>
                  <a:lnTo>
                    <a:pt x="20729" y="33283"/>
                  </a:lnTo>
                  <a:lnTo>
                    <a:pt x="16303" y="32665"/>
                  </a:lnTo>
                  <a:lnTo>
                    <a:pt x="11483" y="29449"/>
                  </a:lnTo>
                  <a:lnTo>
                    <a:pt x="5163" y="26560"/>
                  </a:lnTo>
                  <a:lnTo>
                    <a:pt x="0" y="29197"/>
                  </a:lnTo>
                  <a:lnTo>
                    <a:pt x="2137" y="23062"/>
                  </a:lnTo>
                  <a:lnTo>
                    <a:pt x="2008" y="19008"/>
                  </a:lnTo>
                  <a:lnTo>
                    <a:pt x="5704" y="6812"/>
                  </a:lnTo>
                  <a:lnTo>
                    <a:pt x="3601" y="5874"/>
                  </a:lnTo>
                  <a:lnTo>
                    <a:pt x="4106" y="141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h3739"/>
            <p:cNvSpPr/>
            <p:nvPr/>
          </p:nvSpPr>
          <p:spPr>
            <a:xfrm>
              <a:off x="6814749" y="2857708"/>
              <a:ext cx="38205" cy="44348"/>
            </a:xfrm>
            <a:custGeom>
              <a:avLst/>
              <a:pathLst>
                <a:path w="38205" h="44348">
                  <a:moveTo>
                    <a:pt x="35805" y="4382"/>
                  </a:moveTo>
                  <a:lnTo>
                    <a:pt x="38205" y="7992"/>
                  </a:lnTo>
                  <a:lnTo>
                    <a:pt x="33828" y="9711"/>
                  </a:lnTo>
                  <a:lnTo>
                    <a:pt x="27867" y="9408"/>
                  </a:lnTo>
                  <a:lnTo>
                    <a:pt x="27363" y="13867"/>
                  </a:lnTo>
                  <a:lnTo>
                    <a:pt x="29466" y="14804"/>
                  </a:lnTo>
                  <a:lnTo>
                    <a:pt x="25770" y="27001"/>
                  </a:lnTo>
                  <a:lnTo>
                    <a:pt x="25898" y="31055"/>
                  </a:lnTo>
                  <a:lnTo>
                    <a:pt x="23761" y="37190"/>
                  </a:lnTo>
                  <a:lnTo>
                    <a:pt x="19837" y="39302"/>
                  </a:lnTo>
                  <a:lnTo>
                    <a:pt x="19397" y="36836"/>
                  </a:lnTo>
                  <a:lnTo>
                    <a:pt x="12300" y="36019"/>
                  </a:lnTo>
                  <a:lnTo>
                    <a:pt x="7143" y="37637"/>
                  </a:lnTo>
                  <a:lnTo>
                    <a:pt x="4960" y="39063"/>
                  </a:lnTo>
                  <a:lnTo>
                    <a:pt x="3498" y="44348"/>
                  </a:lnTo>
                  <a:lnTo>
                    <a:pt x="1003" y="43403"/>
                  </a:lnTo>
                  <a:lnTo>
                    <a:pt x="0" y="42877"/>
                  </a:lnTo>
                  <a:lnTo>
                    <a:pt x="2350" y="36100"/>
                  </a:lnTo>
                  <a:lnTo>
                    <a:pt x="5046" y="34560"/>
                  </a:lnTo>
                  <a:lnTo>
                    <a:pt x="7643" y="33677"/>
                  </a:lnTo>
                  <a:lnTo>
                    <a:pt x="9903" y="31638"/>
                  </a:lnTo>
                  <a:lnTo>
                    <a:pt x="10172" y="29791"/>
                  </a:lnTo>
                  <a:lnTo>
                    <a:pt x="14308" y="24272"/>
                  </a:lnTo>
                  <a:lnTo>
                    <a:pt x="16355" y="24576"/>
                  </a:lnTo>
                  <a:lnTo>
                    <a:pt x="19328" y="23514"/>
                  </a:lnTo>
                  <a:lnTo>
                    <a:pt x="23757" y="10237"/>
                  </a:lnTo>
                  <a:lnTo>
                    <a:pt x="25776" y="6407"/>
                  </a:lnTo>
                  <a:lnTo>
                    <a:pt x="27193" y="5232"/>
                  </a:lnTo>
                  <a:lnTo>
                    <a:pt x="27275" y="2153"/>
                  </a:lnTo>
                  <a:lnTo>
                    <a:pt x="31796" y="1731"/>
                  </a:lnTo>
                  <a:lnTo>
                    <a:pt x="34232" y="381"/>
                  </a:lnTo>
                  <a:lnTo>
                    <a:pt x="3526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h3740"/>
            <p:cNvSpPr/>
            <p:nvPr/>
          </p:nvSpPr>
          <p:spPr>
            <a:xfrm>
              <a:off x="6857690" y="2879342"/>
              <a:ext cx="36332" cy="32756"/>
            </a:xfrm>
            <a:custGeom>
              <a:avLst/>
              <a:pathLst>
                <a:path w="36332" h="32756">
                  <a:moveTo>
                    <a:pt x="25389" y="265"/>
                  </a:moveTo>
                  <a:lnTo>
                    <a:pt x="28069" y="659"/>
                  </a:lnTo>
                  <a:lnTo>
                    <a:pt x="30589" y="3684"/>
                  </a:lnTo>
                  <a:lnTo>
                    <a:pt x="30719" y="10118"/>
                  </a:lnTo>
                  <a:lnTo>
                    <a:pt x="34914" y="16015"/>
                  </a:lnTo>
                  <a:lnTo>
                    <a:pt x="35979" y="18875"/>
                  </a:lnTo>
                  <a:lnTo>
                    <a:pt x="36332" y="19593"/>
                  </a:lnTo>
                  <a:lnTo>
                    <a:pt x="31057" y="21579"/>
                  </a:lnTo>
                  <a:lnTo>
                    <a:pt x="29197" y="24215"/>
                  </a:lnTo>
                  <a:lnTo>
                    <a:pt x="27170" y="25579"/>
                  </a:lnTo>
                  <a:lnTo>
                    <a:pt x="23416" y="24177"/>
                  </a:lnTo>
                  <a:lnTo>
                    <a:pt x="23448" y="26411"/>
                  </a:lnTo>
                  <a:lnTo>
                    <a:pt x="22253" y="26677"/>
                  </a:lnTo>
                  <a:lnTo>
                    <a:pt x="18284" y="21986"/>
                  </a:lnTo>
                  <a:lnTo>
                    <a:pt x="14967" y="23403"/>
                  </a:lnTo>
                  <a:lnTo>
                    <a:pt x="12669" y="25815"/>
                  </a:lnTo>
                  <a:lnTo>
                    <a:pt x="13624" y="32756"/>
                  </a:lnTo>
                  <a:lnTo>
                    <a:pt x="7023" y="32583"/>
                  </a:lnTo>
                  <a:lnTo>
                    <a:pt x="7017" y="30763"/>
                  </a:lnTo>
                  <a:lnTo>
                    <a:pt x="5681" y="28434"/>
                  </a:lnTo>
                  <a:lnTo>
                    <a:pt x="7274" y="23066"/>
                  </a:lnTo>
                  <a:lnTo>
                    <a:pt x="8550" y="22766"/>
                  </a:lnTo>
                  <a:lnTo>
                    <a:pt x="7992" y="20362"/>
                  </a:lnTo>
                  <a:lnTo>
                    <a:pt x="4367" y="20503"/>
                  </a:lnTo>
                  <a:lnTo>
                    <a:pt x="1831" y="21720"/>
                  </a:lnTo>
                  <a:lnTo>
                    <a:pt x="0" y="21280"/>
                  </a:lnTo>
                  <a:lnTo>
                    <a:pt x="1550" y="19642"/>
                  </a:lnTo>
                  <a:lnTo>
                    <a:pt x="2984" y="19546"/>
                  </a:lnTo>
                  <a:lnTo>
                    <a:pt x="5437" y="17651"/>
                  </a:lnTo>
                  <a:lnTo>
                    <a:pt x="4773" y="17578"/>
                  </a:lnTo>
                  <a:lnTo>
                    <a:pt x="6186" y="6634"/>
                  </a:lnTo>
                  <a:lnTo>
                    <a:pt x="10237" y="6054"/>
                  </a:lnTo>
                  <a:lnTo>
                    <a:pt x="13026" y="2031"/>
                  </a:lnTo>
                  <a:lnTo>
                    <a:pt x="18721" y="2492"/>
                  </a:lnTo>
                  <a:lnTo>
                    <a:pt x="19825" y="4735"/>
                  </a:lnTo>
                  <a:lnTo>
                    <a:pt x="22134" y="5129"/>
                  </a:lnTo>
                  <a:lnTo>
                    <a:pt x="2287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h3741"/>
            <p:cNvSpPr/>
            <p:nvPr/>
          </p:nvSpPr>
          <p:spPr>
            <a:xfrm>
              <a:off x="6943923" y="2952708"/>
              <a:ext cx="33477" cy="49382"/>
            </a:xfrm>
            <a:custGeom>
              <a:avLst/>
              <a:pathLst>
                <a:path w="33477" h="49382">
                  <a:moveTo>
                    <a:pt x="21105" y="3428"/>
                  </a:moveTo>
                  <a:lnTo>
                    <a:pt x="27606" y="3660"/>
                  </a:lnTo>
                  <a:lnTo>
                    <a:pt x="28798" y="7333"/>
                  </a:lnTo>
                  <a:lnTo>
                    <a:pt x="28033" y="10760"/>
                  </a:lnTo>
                  <a:lnTo>
                    <a:pt x="25765" y="13305"/>
                  </a:lnTo>
                  <a:lnTo>
                    <a:pt x="26603" y="15943"/>
                  </a:lnTo>
                  <a:lnTo>
                    <a:pt x="32437" y="19446"/>
                  </a:lnTo>
                  <a:lnTo>
                    <a:pt x="33477" y="27179"/>
                  </a:lnTo>
                  <a:lnTo>
                    <a:pt x="28495" y="29452"/>
                  </a:lnTo>
                  <a:lnTo>
                    <a:pt x="26984" y="32356"/>
                  </a:lnTo>
                  <a:lnTo>
                    <a:pt x="23007" y="33677"/>
                  </a:lnTo>
                  <a:lnTo>
                    <a:pt x="22897" y="33147"/>
                  </a:lnTo>
                  <a:lnTo>
                    <a:pt x="21155" y="33126"/>
                  </a:lnTo>
                  <a:lnTo>
                    <a:pt x="20336" y="33840"/>
                  </a:lnTo>
                  <a:lnTo>
                    <a:pt x="19306" y="35643"/>
                  </a:lnTo>
                  <a:lnTo>
                    <a:pt x="19460" y="38129"/>
                  </a:lnTo>
                  <a:lnTo>
                    <a:pt x="18236" y="41730"/>
                  </a:lnTo>
                  <a:lnTo>
                    <a:pt x="15954" y="46285"/>
                  </a:lnTo>
                  <a:lnTo>
                    <a:pt x="12715" y="49190"/>
                  </a:lnTo>
                  <a:lnTo>
                    <a:pt x="10291" y="49382"/>
                  </a:lnTo>
                  <a:lnTo>
                    <a:pt x="10612" y="48576"/>
                  </a:lnTo>
                  <a:lnTo>
                    <a:pt x="8967" y="46994"/>
                  </a:lnTo>
                  <a:lnTo>
                    <a:pt x="5953" y="46431"/>
                  </a:lnTo>
                  <a:lnTo>
                    <a:pt x="5002" y="45145"/>
                  </a:lnTo>
                  <a:lnTo>
                    <a:pt x="4836" y="44103"/>
                  </a:lnTo>
                  <a:lnTo>
                    <a:pt x="7455" y="41622"/>
                  </a:lnTo>
                  <a:lnTo>
                    <a:pt x="5076" y="39405"/>
                  </a:lnTo>
                  <a:lnTo>
                    <a:pt x="6467" y="35733"/>
                  </a:lnTo>
                  <a:lnTo>
                    <a:pt x="7256" y="34272"/>
                  </a:lnTo>
                  <a:lnTo>
                    <a:pt x="9483" y="33048"/>
                  </a:lnTo>
                  <a:lnTo>
                    <a:pt x="12994" y="32535"/>
                  </a:lnTo>
                  <a:lnTo>
                    <a:pt x="15297" y="30277"/>
                  </a:lnTo>
                  <a:lnTo>
                    <a:pt x="15226" y="29372"/>
                  </a:lnTo>
                  <a:lnTo>
                    <a:pt x="14057" y="28676"/>
                  </a:lnTo>
                  <a:lnTo>
                    <a:pt x="13673" y="25503"/>
                  </a:lnTo>
                  <a:lnTo>
                    <a:pt x="11659" y="24118"/>
                  </a:lnTo>
                  <a:lnTo>
                    <a:pt x="3786" y="22504"/>
                  </a:lnTo>
                  <a:lnTo>
                    <a:pt x="3940" y="23859"/>
                  </a:lnTo>
                  <a:lnTo>
                    <a:pt x="0" y="21761"/>
                  </a:lnTo>
                  <a:lnTo>
                    <a:pt x="181" y="16521"/>
                  </a:lnTo>
                  <a:lnTo>
                    <a:pt x="1188" y="13733"/>
                  </a:lnTo>
                  <a:lnTo>
                    <a:pt x="7636" y="9694"/>
                  </a:lnTo>
                  <a:lnTo>
                    <a:pt x="8945" y="8405"/>
                  </a:lnTo>
                  <a:lnTo>
                    <a:pt x="8259" y="7016"/>
                  </a:lnTo>
                  <a:lnTo>
                    <a:pt x="10315" y="5665"/>
                  </a:lnTo>
                  <a:lnTo>
                    <a:pt x="17376" y="5246"/>
                  </a:lnTo>
                  <a:lnTo>
                    <a:pt x="18781" y="357"/>
                  </a:lnTo>
                  <a:lnTo>
                    <a:pt x="2082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h3742"/>
            <p:cNvSpPr/>
            <p:nvPr/>
          </p:nvSpPr>
          <p:spPr>
            <a:xfrm>
              <a:off x="6944349" y="2790477"/>
              <a:ext cx="54191" cy="42414"/>
            </a:xfrm>
            <a:custGeom>
              <a:avLst/>
              <a:pathLst>
                <a:path w="54191" h="42414">
                  <a:moveTo>
                    <a:pt x="35208" y="4916"/>
                  </a:moveTo>
                  <a:lnTo>
                    <a:pt x="37858" y="10797"/>
                  </a:lnTo>
                  <a:lnTo>
                    <a:pt x="41193" y="9379"/>
                  </a:lnTo>
                  <a:lnTo>
                    <a:pt x="42254" y="10852"/>
                  </a:lnTo>
                  <a:lnTo>
                    <a:pt x="36352" y="13244"/>
                  </a:lnTo>
                  <a:lnTo>
                    <a:pt x="36468" y="14004"/>
                  </a:lnTo>
                  <a:lnTo>
                    <a:pt x="41467" y="13224"/>
                  </a:lnTo>
                  <a:lnTo>
                    <a:pt x="41132" y="21005"/>
                  </a:lnTo>
                  <a:lnTo>
                    <a:pt x="44422" y="29350"/>
                  </a:lnTo>
                  <a:lnTo>
                    <a:pt x="48931" y="28248"/>
                  </a:lnTo>
                  <a:lnTo>
                    <a:pt x="54191" y="29529"/>
                  </a:lnTo>
                  <a:lnTo>
                    <a:pt x="53100" y="37023"/>
                  </a:lnTo>
                  <a:lnTo>
                    <a:pt x="48762" y="36807"/>
                  </a:lnTo>
                  <a:lnTo>
                    <a:pt x="43734" y="32343"/>
                  </a:lnTo>
                  <a:lnTo>
                    <a:pt x="42502" y="32469"/>
                  </a:lnTo>
                  <a:lnTo>
                    <a:pt x="42328" y="36105"/>
                  </a:lnTo>
                  <a:lnTo>
                    <a:pt x="45240" y="40033"/>
                  </a:lnTo>
                  <a:lnTo>
                    <a:pt x="39205" y="41923"/>
                  </a:lnTo>
                  <a:lnTo>
                    <a:pt x="37835" y="42414"/>
                  </a:lnTo>
                  <a:lnTo>
                    <a:pt x="36742" y="40327"/>
                  </a:lnTo>
                  <a:lnTo>
                    <a:pt x="33680" y="38040"/>
                  </a:lnTo>
                  <a:lnTo>
                    <a:pt x="17277" y="38674"/>
                  </a:lnTo>
                  <a:lnTo>
                    <a:pt x="11591" y="41169"/>
                  </a:lnTo>
                  <a:lnTo>
                    <a:pt x="9931" y="41098"/>
                  </a:lnTo>
                  <a:lnTo>
                    <a:pt x="4110" y="37636"/>
                  </a:lnTo>
                  <a:lnTo>
                    <a:pt x="2831" y="39187"/>
                  </a:lnTo>
                  <a:lnTo>
                    <a:pt x="0" y="38540"/>
                  </a:lnTo>
                  <a:lnTo>
                    <a:pt x="1978" y="26014"/>
                  </a:lnTo>
                  <a:lnTo>
                    <a:pt x="1137" y="23377"/>
                  </a:lnTo>
                  <a:lnTo>
                    <a:pt x="13" y="22891"/>
                  </a:lnTo>
                  <a:lnTo>
                    <a:pt x="1110" y="19036"/>
                  </a:lnTo>
                  <a:lnTo>
                    <a:pt x="3692" y="16544"/>
                  </a:lnTo>
                  <a:lnTo>
                    <a:pt x="4248" y="10526"/>
                  </a:lnTo>
                  <a:lnTo>
                    <a:pt x="6817" y="10795"/>
                  </a:lnTo>
                  <a:lnTo>
                    <a:pt x="12858" y="7552"/>
                  </a:lnTo>
                  <a:lnTo>
                    <a:pt x="13291" y="2723"/>
                  </a:lnTo>
                  <a:lnTo>
                    <a:pt x="20340" y="3241"/>
                  </a:lnTo>
                  <a:lnTo>
                    <a:pt x="2214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h3743"/>
            <p:cNvSpPr/>
            <p:nvPr/>
          </p:nvSpPr>
          <p:spPr>
            <a:xfrm>
              <a:off x="7007524" y="2856050"/>
              <a:ext cx="35839" cy="29669"/>
            </a:xfrm>
            <a:custGeom>
              <a:avLst/>
              <a:pathLst>
                <a:path w="35839" h="29669">
                  <a:moveTo>
                    <a:pt x="8906" y="1230"/>
                  </a:moveTo>
                  <a:lnTo>
                    <a:pt x="24423" y="2932"/>
                  </a:lnTo>
                  <a:lnTo>
                    <a:pt x="24684" y="4234"/>
                  </a:lnTo>
                  <a:lnTo>
                    <a:pt x="27754" y="4995"/>
                  </a:lnTo>
                  <a:lnTo>
                    <a:pt x="28912" y="2733"/>
                  </a:lnTo>
                  <a:lnTo>
                    <a:pt x="30549" y="3191"/>
                  </a:lnTo>
                  <a:lnTo>
                    <a:pt x="33711" y="8704"/>
                  </a:lnTo>
                  <a:lnTo>
                    <a:pt x="33476" y="13352"/>
                  </a:lnTo>
                  <a:lnTo>
                    <a:pt x="34505" y="16970"/>
                  </a:lnTo>
                  <a:lnTo>
                    <a:pt x="35839" y="17532"/>
                  </a:lnTo>
                  <a:lnTo>
                    <a:pt x="34995" y="19566"/>
                  </a:lnTo>
                  <a:lnTo>
                    <a:pt x="32249" y="18907"/>
                  </a:lnTo>
                  <a:lnTo>
                    <a:pt x="31731" y="19645"/>
                  </a:lnTo>
                  <a:lnTo>
                    <a:pt x="32823" y="21434"/>
                  </a:lnTo>
                  <a:lnTo>
                    <a:pt x="32587" y="24062"/>
                  </a:lnTo>
                  <a:lnTo>
                    <a:pt x="28564" y="25940"/>
                  </a:lnTo>
                  <a:lnTo>
                    <a:pt x="24268" y="29209"/>
                  </a:lnTo>
                  <a:lnTo>
                    <a:pt x="14388" y="29669"/>
                  </a:lnTo>
                  <a:lnTo>
                    <a:pt x="9431" y="28137"/>
                  </a:lnTo>
                  <a:lnTo>
                    <a:pt x="9495" y="25119"/>
                  </a:lnTo>
                  <a:lnTo>
                    <a:pt x="7141" y="24461"/>
                  </a:lnTo>
                  <a:lnTo>
                    <a:pt x="6185" y="24241"/>
                  </a:lnTo>
                  <a:lnTo>
                    <a:pt x="71" y="16159"/>
                  </a:lnTo>
                  <a:lnTo>
                    <a:pt x="0" y="5833"/>
                  </a:lnTo>
                  <a:lnTo>
                    <a:pt x="3050" y="2683"/>
                  </a:lnTo>
                  <a:lnTo>
                    <a:pt x="85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h3744"/>
            <p:cNvSpPr/>
            <p:nvPr/>
          </p:nvSpPr>
          <p:spPr>
            <a:xfrm>
              <a:off x="6979557" y="2780917"/>
              <a:ext cx="66761" cy="80965"/>
            </a:xfrm>
            <a:custGeom>
              <a:avLst/>
              <a:pathLst>
                <a:path w="66761" h="80965">
                  <a:moveTo>
                    <a:pt x="57934" y="0"/>
                  </a:moveTo>
                  <a:lnTo>
                    <a:pt x="61743" y="2781"/>
                  </a:lnTo>
                  <a:lnTo>
                    <a:pt x="64573" y="2654"/>
                  </a:lnTo>
                  <a:lnTo>
                    <a:pt x="64523" y="6853"/>
                  </a:lnTo>
                  <a:lnTo>
                    <a:pt x="66761" y="9523"/>
                  </a:lnTo>
                  <a:lnTo>
                    <a:pt x="65620" y="16708"/>
                  </a:lnTo>
                  <a:lnTo>
                    <a:pt x="62296" y="23596"/>
                  </a:lnTo>
                  <a:lnTo>
                    <a:pt x="63104" y="26075"/>
                  </a:lnTo>
                  <a:lnTo>
                    <a:pt x="62186" y="28562"/>
                  </a:lnTo>
                  <a:lnTo>
                    <a:pt x="56795" y="31954"/>
                  </a:lnTo>
                  <a:lnTo>
                    <a:pt x="50134" y="34590"/>
                  </a:lnTo>
                  <a:lnTo>
                    <a:pt x="47524" y="41240"/>
                  </a:lnTo>
                  <a:lnTo>
                    <a:pt x="47421" y="46208"/>
                  </a:lnTo>
                  <a:lnTo>
                    <a:pt x="49389" y="46629"/>
                  </a:lnTo>
                  <a:lnTo>
                    <a:pt x="50477" y="47900"/>
                  </a:lnTo>
                  <a:lnTo>
                    <a:pt x="46849" y="50691"/>
                  </a:lnTo>
                  <a:lnTo>
                    <a:pt x="45695" y="55436"/>
                  </a:lnTo>
                  <a:lnTo>
                    <a:pt x="49493" y="62427"/>
                  </a:lnTo>
                  <a:lnTo>
                    <a:pt x="48496" y="65016"/>
                  </a:lnTo>
                  <a:lnTo>
                    <a:pt x="42647" y="66892"/>
                  </a:lnTo>
                  <a:lnTo>
                    <a:pt x="40840" y="66720"/>
                  </a:lnTo>
                  <a:lnTo>
                    <a:pt x="38270" y="65005"/>
                  </a:lnTo>
                  <a:lnTo>
                    <a:pt x="33099" y="66802"/>
                  </a:lnTo>
                  <a:lnTo>
                    <a:pt x="36475" y="75132"/>
                  </a:lnTo>
                  <a:lnTo>
                    <a:pt x="31016" y="77815"/>
                  </a:lnTo>
                  <a:lnTo>
                    <a:pt x="27966" y="80965"/>
                  </a:lnTo>
                  <a:lnTo>
                    <a:pt x="24311" y="77307"/>
                  </a:lnTo>
                  <a:lnTo>
                    <a:pt x="14652" y="76188"/>
                  </a:lnTo>
                  <a:lnTo>
                    <a:pt x="14703" y="75081"/>
                  </a:lnTo>
                  <a:lnTo>
                    <a:pt x="9995" y="71057"/>
                  </a:lnTo>
                  <a:lnTo>
                    <a:pt x="7406" y="65252"/>
                  </a:lnTo>
                  <a:lnTo>
                    <a:pt x="11263" y="63472"/>
                  </a:lnTo>
                  <a:lnTo>
                    <a:pt x="12130" y="59847"/>
                  </a:lnTo>
                  <a:lnTo>
                    <a:pt x="4609" y="53962"/>
                  </a:lnTo>
                  <a:lnTo>
                    <a:pt x="3996" y="51482"/>
                  </a:lnTo>
                  <a:lnTo>
                    <a:pt x="10032" y="49592"/>
                  </a:lnTo>
                  <a:lnTo>
                    <a:pt x="7119" y="45664"/>
                  </a:lnTo>
                  <a:lnTo>
                    <a:pt x="7293" y="42029"/>
                  </a:lnTo>
                  <a:lnTo>
                    <a:pt x="8526" y="41902"/>
                  </a:lnTo>
                  <a:lnTo>
                    <a:pt x="13554" y="46367"/>
                  </a:lnTo>
                  <a:lnTo>
                    <a:pt x="17891" y="46582"/>
                  </a:lnTo>
                  <a:lnTo>
                    <a:pt x="18982" y="39089"/>
                  </a:lnTo>
                  <a:lnTo>
                    <a:pt x="13722" y="37808"/>
                  </a:lnTo>
                  <a:lnTo>
                    <a:pt x="9213" y="38909"/>
                  </a:lnTo>
                  <a:lnTo>
                    <a:pt x="5923" y="30565"/>
                  </a:lnTo>
                  <a:lnTo>
                    <a:pt x="6259" y="22784"/>
                  </a:lnTo>
                  <a:lnTo>
                    <a:pt x="1259" y="23563"/>
                  </a:lnTo>
                  <a:lnTo>
                    <a:pt x="1144" y="22804"/>
                  </a:lnTo>
                  <a:lnTo>
                    <a:pt x="7045" y="20411"/>
                  </a:lnTo>
                  <a:lnTo>
                    <a:pt x="5984" y="18939"/>
                  </a:lnTo>
                  <a:lnTo>
                    <a:pt x="2649" y="20356"/>
                  </a:lnTo>
                  <a:lnTo>
                    <a:pt x="0" y="14475"/>
                  </a:lnTo>
                  <a:lnTo>
                    <a:pt x="2000" y="14671"/>
                  </a:lnTo>
                  <a:lnTo>
                    <a:pt x="3754" y="16946"/>
                  </a:lnTo>
                  <a:lnTo>
                    <a:pt x="10569" y="21295"/>
                  </a:lnTo>
                  <a:lnTo>
                    <a:pt x="13885" y="21202"/>
                  </a:lnTo>
                  <a:lnTo>
                    <a:pt x="16805" y="24122"/>
                  </a:lnTo>
                  <a:lnTo>
                    <a:pt x="20526" y="21922"/>
                  </a:lnTo>
                  <a:lnTo>
                    <a:pt x="26687" y="19237"/>
                  </a:lnTo>
                  <a:lnTo>
                    <a:pt x="35613" y="18749"/>
                  </a:lnTo>
                  <a:lnTo>
                    <a:pt x="36296" y="17311"/>
                  </a:lnTo>
                  <a:lnTo>
                    <a:pt x="34283" y="13230"/>
                  </a:lnTo>
                  <a:lnTo>
                    <a:pt x="34375" y="10754"/>
                  </a:lnTo>
                  <a:lnTo>
                    <a:pt x="37645" y="1279"/>
                  </a:lnTo>
                  <a:lnTo>
                    <a:pt x="43080" y="172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h3745"/>
            <p:cNvSpPr/>
            <p:nvPr/>
          </p:nvSpPr>
          <p:spPr>
            <a:xfrm>
              <a:off x="7053649" y="2839646"/>
              <a:ext cx="19131" cy="24624"/>
            </a:xfrm>
            <a:custGeom>
              <a:avLst/>
              <a:pathLst>
                <a:path w="19131" h="24624">
                  <a:moveTo>
                    <a:pt x="9727" y="831"/>
                  </a:moveTo>
                  <a:lnTo>
                    <a:pt x="15837" y="5555"/>
                  </a:lnTo>
                  <a:lnTo>
                    <a:pt x="17317" y="5963"/>
                  </a:lnTo>
                  <a:lnTo>
                    <a:pt x="19131" y="6838"/>
                  </a:lnTo>
                  <a:lnTo>
                    <a:pt x="15455" y="17680"/>
                  </a:lnTo>
                  <a:lnTo>
                    <a:pt x="15782" y="20861"/>
                  </a:lnTo>
                  <a:lnTo>
                    <a:pt x="17123" y="24115"/>
                  </a:lnTo>
                  <a:lnTo>
                    <a:pt x="13631" y="24624"/>
                  </a:lnTo>
                  <a:lnTo>
                    <a:pt x="9751" y="23200"/>
                  </a:lnTo>
                  <a:lnTo>
                    <a:pt x="9033" y="21668"/>
                  </a:lnTo>
                  <a:lnTo>
                    <a:pt x="9467" y="20770"/>
                  </a:lnTo>
                  <a:lnTo>
                    <a:pt x="5662" y="16169"/>
                  </a:lnTo>
                  <a:lnTo>
                    <a:pt x="626" y="12121"/>
                  </a:lnTo>
                  <a:lnTo>
                    <a:pt x="0" y="10565"/>
                  </a:lnTo>
                  <a:lnTo>
                    <a:pt x="645" y="6955"/>
                  </a:lnTo>
                  <a:lnTo>
                    <a:pt x="1405" y="6858"/>
                  </a:lnTo>
                  <a:lnTo>
                    <a:pt x="2628" y="2743"/>
                  </a:lnTo>
                  <a:lnTo>
                    <a:pt x="4028" y="984"/>
                  </a:lnTo>
                  <a:lnTo>
                    <a:pt x="653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h3746"/>
            <p:cNvSpPr/>
            <p:nvPr/>
          </p:nvSpPr>
          <p:spPr>
            <a:xfrm>
              <a:off x="6878036" y="2852062"/>
              <a:ext cx="32472" cy="46155"/>
            </a:xfrm>
            <a:custGeom>
              <a:avLst/>
              <a:pathLst>
                <a:path w="32472" h="46155">
                  <a:moveTo>
                    <a:pt x="15827" y="100"/>
                  </a:moveTo>
                  <a:lnTo>
                    <a:pt x="18010" y="1942"/>
                  </a:lnTo>
                  <a:lnTo>
                    <a:pt x="19293" y="7556"/>
                  </a:lnTo>
                  <a:lnTo>
                    <a:pt x="28667" y="15578"/>
                  </a:lnTo>
                  <a:lnTo>
                    <a:pt x="30458" y="20750"/>
                  </a:lnTo>
                  <a:lnTo>
                    <a:pt x="29820" y="26105"/>
                  </a:lnTo>
                  <a:lnTo>
                    <a:pt x="28384" y="27349"/>
                  </a:lnTo>
                  <a:lnTo>
                    <a:pt x="32033" y="31579"/>
                  </a:lnTo>
                  <a:lnTo>
                    <a:pt x="32472" y="35070"/>
                  </a:lnTo>
                  <a:lnTo>
                    <a:pt x="28624" y="38082"/>
                  </a:lnTo>
                  <a:lnTo>
                    <a:pt x="27522" y="40860"/>
                  </a:lnTo>
                  <a:lnTo>
                    <a:pt x="21391" y="40390"/>
                  </a:lnTo>
                  <a:lnTo>
                    <a:pt x="19580" y="46034"/>
                  </a:lnTo>
                  <a:lnTo>
                    <a:pt x="15633" y="46155"/>
                  </a:lnTo>
                  <a:lnTo>
                    <a:pt x="14569" y="43295"/>
                  </a:lnTo>
                  <a:lnTo>
                    <a:pt x="10374" y="37398"/>
                  </a:lnTo>
                  <a:lnTo>
                    <a:pt x="10244" y="30964"/>
                  </a:lnTo>
                  <a:lnTo>
                    <a:pt x="7723" y="27940"/>
                  </a:lnTo>
                  <a:lnTo>
                    <a:pt x="5044" y="27545"/>
                  </a:lnTo>
                  <a:lnTo>
                    <a:pt x="0" y="23018"/>
                  </a:lnTo>
                  <a:lnTo>
                    <a:pt x="921" y="16335"/>
                  </a:lnTo>
                  <a:lnTo>
                    <a:pt x="10128" y="18586"/>
                  </a:lnTo>
                  <a:lnTo>
                    <a:pt x="11790" y="16497"/>
                  </a:lnTo>
                  <a:lnTo>
                    <a:pt x="11891" y="8100"/>
                  </a:lnTo>
                  <a:lnTo>
                    <a:pt x="1336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h3747"/>
            <p:cNvSpPr/>
            <p:nvPr/>
          </p:nvSpPr>
          <p:spPr>
            <a:xfrm>
              <a:off x="6893332" y="2931324"/>
              <a:ext cx="47214" cy="39151"/>
            </a:xfrm>
            <a:custGeom>
              <a:avLst/>
              <a:pathLst>
                <a:path w="47214" h="39151">
                  <a:moveTo>
                    <a:pt x="17017" y="1546"/>
                  </a:moveTo>
                  <a:lnTo>
                    <a:pt x="18032" y="974"/>
                  </a:lnTo>
                  <a:lnTo>
                    <a:pt x="21906" y="1839"/>
                  </a:lnTo>
                  <a:lnTo>
                    <a:pt x="21463" y="3594"/>
                  </a:lnTo>
                  <a:lnTo>
                    <a:pt x="22364" y="5808"/>
                  </a:lnTo>
                  <a:lnTo>
                    <a:pt x="26626" y="10737"/>
                  </a:lnTo>
                  <a:lnTo>
                    <a:pt x="40929" y="7334"/>
                  </a:lnTo>
                  <a:lnTo>
                    <a:pt x="45183" y="13768"/>
                  </a:lnTo>
                  <a:lnTo>
                    <a:pt x="45199" y="15826"/>
                  </a:lnTo>
                  <a:lnTo>
                    <a:pt x="42815" y="19697"/>
                  </a:lnTo>
                  <a:lnTo>
                    <a:pt x="43368" y="29966"/>
                  </a:lnTo>
                  <a:lnTo>
                    <a:pt x="47214" y="32111"/>
                  </a:lnTo>
                  <a:lnTo>
                    <a:pt x="43667" y="32261"/>
                  </a:lnTo>
                  <a:lnTo>
                    <a:pt x="39577" y="36111"/>
                  </a:lnTo>
                  <a:lnTo>
                    <a:pt x="34885" y="37534"/>
                  </a:lnTo>
                  <a:lnTo>
                    <a:pt x="31227" y="36909"/>
                  </a:lnTo>
                  <a:lnTo>
                    <a:pt x="26452" y="33173"/>
                  </a:lnTo>
                  <a:lnTo>
                    <a:pt x="14446" y="36104"/>
                  </a:lnTo>
                  <a:lnTo>
                    <a:pt x="12248" y="39067"/>
                  </a:lnTo>
                  <a:lnTo>
                    <a:pt x="8056" y="39151"/>
                  </a:lnTo>
                  <a:lnTo>
                    <a:pt x="4918" y="35669"/>
                  </a:lnTo>
                  <a:lnTo>
                    <a:pt x="3071" y="35391"/>
                  </a:lnTo>
                  <a:lnTo>
                    <a:pt x="2908" y="37174"/>
                  </a:lnTo>
                  <a:lnTo>
                    <a:pt x="249" y="36422"/>
                  </a:lnTo>
                  <a:lnTo>
                    <a:pt x="384" y="34383"/>
                  </a:lnTo>
                  <a:lnTo>
                    <a:pt x="1889" y="33777"/>
                  </a:lnTo>
                  <a:lnTo>
                    <a:pt x="2474" y="31746"/>
                  </a:lnTo>
                  <a:lnTo>
                    <a:pt x="0" y="29359"/>
                  </a:lnTo>
                  <a:lnTo>
                    <a:pt x="2332" y="27188"/>
                  </a:lnTo>
                  <a:lnTo>
                    <a:pt x="3851" y="22035"/>
                  </a:lnTo>
                  <a:lnTo>
                    <a:pt x="5907" y="21177"/>
                  </a:lnTo>
                  <a:lnTo>
                    <a:pt x="9332" y="17604"/>
                  </a:lnTo>
                  <a:lnTo>
                    <a:pt x="7627" y="8650"/>
                  </a:lnTo>
                  <a:lnTo>
                    <a:pt x="10709" y="7876"/>
                  </a:lnTo>
                  <a:lnTo>
                    <a:pt x="11408" y="5613"/>
                  </a:lnTo>
                  <a:lnTo>
                    <a:pt x="11287" y="2860"/>
                  </a:lnTo>
                  <a:lnTo>
                    <a:pt x="1464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h3748"/>
            <p:cNvSpPr/>
            <p:nvPr/>
          </p:nvSpPr>
          <p:spPr>
            <a:xfrm>
              <a:off x="7025253" y="2783572"/>
              <a:ext cx="38831" cy="73107"/>
            </a:xfrm>
            <a:custGeom>
              <a:avLst/>
              <a:pathLst>
                <a:path w="38831" h="73107">
                  <a:moveTo>
                    <a:pt x="24123" y="1955"/>
                  </a:moveTo>
                  <a:lnTo>
                    <a:pt x="27385" y="6217"/>
                  </a:lnTo>
                  <a:lnTo>
                    <a:pt x="37078" y="13859"/>
                  </a:lnTo>
                  <a:lnTo>
                    <a:pt x="38831" y="18388"/>
                  </a:lnTo>
                  <a:lnTo>
                    <a:pt x="37453" y="24718"/>
                  </a:lnTo>
                  <a:lnTo>
                    <a:pt x="33751" y="33390"/>
                  </a:lnTo>
                  <a:lnTo>
                    <a:pt x="30294" y="34023"/>
                  </a:lnTo>
                  <a:lnTo>
                    <a:pt x="33833" y="38363"/>
                  </a:lnTo>
                  <a:lnTo>
                    <a:pt x="28399" y="44882"/>
                  </a:lnTo>
                  <a:lnTo>
                    <a:pt x="28142" y="47306"/>
                  </a:lnTo>
                  <a:lnTo>
                    <a:pt x="31507" y="53199"/>
                  </a:lnTo>
                  <a:lnTo>
                    <a:pt x="28471" y="56109"/>
                  </a:lnTo>
                  <a:lnTo>
                    <a:pt x="29552" y="58460"/>
                  </a:lnTo>
                  <a:lnTo>
                    <a:pt x="31024" y="58818"/>
                  </a:lnTo>
                  <a:lnTo>
                    <a:pt x="29801" y="62933"/>
                  </a:lnTo>
                  <a:lnTo>
                    <a:pt x="29040" y="63030"/>
                  </a:lnTo>
                  <a:lnTo>
                    <a:pt x="28395" y="66639"/>
                  </a:lnTo>
                  <a:lnTo>
                    <a:pt x="27079" y="69226"/>
                  </a:lnTo>
                  <a:lnTo>
                    <a:pt x="21784" y="73107"/>
                  </a:lnTo>
                  <a:lnTo>
                    <a:pt x="17684" y="71442"/>
                  </a:lnTo>
                  <a:lnTo>
                    <a:pt x="8379" y="60441"/>
                  </a:lnTo>
                  <a:lnTo>
                    <a:pt x="4826" y="59004"/>
                  </a:lnTo>
                  <a:lnTo>
                    <a:pt x="3797" y="59773"/>
                  </a:lnTo>
                  <a:lnTo>
                    <a:pt x="0" y="52781"/>
                  </a:lnTo>
                  <a:lnTo>
                    <a:pt x="1153" y="48036"/>
                  </a:lnTo>
                  <a:lnTo>
                    <a:pt x="4782" y="45245"/>
                  </a:lnTo>
                  <a:lnTo>
                    <a:pt x="3693" y="43974"/>
                  </a:lnTo>
                  <a:lnTo>
                    <a:pt x="1725" y="43553"/>
                  </a:lnTo>
                  <a:lnTo>
                    <a:pt x="1828" y="38585"/>
                  </a:lnTo>
                  <a:lnTo>
                    <a:pt x="4438" y="31935"/>
                  </a:lnTo>
                  <a:lnTo>
                    <a:pt x="11099" y="29299"/>
                  </a:lnTo>
                  <a:lnTo>
                    <a:pt x="16491" y="25907"/>
                  </a:lnTo>
                  <a:lnTo>
                    <a:pt x="17408" y="23421"/>
                  </a:lnTo>
                  <a:lnTo>
                    <a:pt x="16600" y="20942"/>
                  </a:lnTo>
                  <a:lnTo>
                    <a:pt x="19924" y="14053"/>
                  </a:lnTo>
                  <a:lnTo>
                    <a:pt x="21065" y="6868"/>
                  </a:lnTo>
                  <a:lnTo>
                    <a:pt x="18827" y="4198"/>
                  </a:lnTo>
                  <a:lnTo>
                    <a:pt x="1887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h3749"/>
            <p:cNvSpPr/>
            <p:nvPr/>
          </p:nvSpPr>
          <p:spPr>
            <a:xfrm>
              <a:off x="7053396" y="2801398"/>
              <a:ext cx="46237" cy="44567"/>
            </a:xfrm>
            <a:custGeom>
              <a:avLst/>
              <a:pathLst>
                <a:path w="46237" h="44567">
                  <a:moveTo>
                    <a:pt x="23609" y="0"/>
                  </a:moveTo>
                  <a:lnTo>
                    <a:pt x="23675" y="5895"/>
                  </a:lnTo>
                  <a:lnTo>
                    <a:pt x="25529" y="10009"/>
                  </a:lnTo>
                  <a:lnTo>
                    <a:pt x="30089" y="10135"/>
                  </a:lnTo>
                  <a:lnTo>
                    <a:pt x="34721" y="6751"/>
                  </a:lnTo>
                  <a:lnTo>
                    <a:pt x="38644" y="6083"/>
                  </a:lnTo>
                  <a:lnTo>
                    <a:pt x="38394" y="7895"/>
                  </a:lnTo>
                  <a:lnTo>
                    <a:pt x="40866" y="8201"/>
                  </a:lnTo>
                  <a:lnTo>
                    <a:pt x="44356" y="6129"/>
                  </a:lnTo>
                  <a:lnTo>
                    <a:pt x="43936" y="4431"/>
                  </a:lnTo>
                  <a:lnTo>
                    <a:pt x="45670" y="3760"/>
                  </a:lnTo>
                  <a:lnTo>
                    <a:pt x="46237" y="7935"/>
                  </a:lnTo>
                  <a:lnTo>
                    <a:pt x="45500" y="11065"/>
                  </a:lnTo>
                  <a:lnTo>
                    <a:pt x="45658" y="16875"/>
                  </a:lnTo>
                  <a:lnTo>
                    <a:pt x="43816" y="16783"/>
                  </a:lnTo>
                  <a:lnTo>
                    <a:pt x="39480" y="19270"/>
                  </a:lnTo>
                  <a:lnTo>
                    <a:pt x="35930" y="24180"/>
                  </a:lnTo>
                  <a:lnTo>
                    <a:pt x="34172" y="33467"/>
                  </a:lnTo>
                  <a:lnTo>
                    <a:pt x="30709" y="44567"/>
                  </a:lnTo>
                  <a:lnTo>
                    <a:pt x="25970" y="43443"/>
                  </a:lnTo>
                  <a:lnTo>
                    <a:pt x="25295" y="41100"/>
                  </a:lnTo>
                  <a:lnTo>
                    <a:pt x="20554" y="40389"/>
                  </a:lnTo>
                  <a:lnTo>
                    <a:pt x="17570" y="44211"/>
                  </a:lnTo>
                  <a:lnTo>
                    <a:pt x="16091" y="43802"/>
                  </a:lnTo>
                  <a:lnTo>
                    <a:pt x="9981" y="39079"/>
                  </a:lnTo>
                  <a:lnTo>
                    <a:pt x="6784" y="38247"/>
                  </a:lnTo>
                  <a:lnTo>
                    <a:pt x="4281" y="39232"/>
                  </a:lnTo>
                  <a:lnTo>
                    <a:pt x="2881" y="40991"/>
                  </a:lnTo>
                  <a:lnTo>
                    <a:pt x="1410" y="40634"/>
                  </a:lnTo>
                  <a:lnTo>
                    <a:pt x="328" y="38283"/>
                  </a:lnTo>
                  <a:lnTo>
                    <a:pt x="3365" y="35373"/>
                  </a:lnTo>
                  <a:lnTo>
                    <a:pt x="0" y="29479"/>
                  </a:lnTo>
                  <a:lnTo>
                    <a:pt x="257" y="27056"/>
                  </a:lnTo>
                  <a:lnTo>
                    <a:pt x="5691" y="20536"/>
                  </a:lnTo>
                  <a:lnTo>
                    <a:pt x="2151" y="16196"/>
                  </a:lnTo>
                  <a:lnTo>
                    <a:pt x="5609" y="15564"/>
                  </a:lnTo>
                  <a:lnTo>
                    <a:pt x="9311" y="6891"/>
                  </a:lnTo>
                  <a:lnTo>
                    <a:pt x="10689" y="56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h3750"/>
            <p:cNvSpPr/>
            <p:nvPr/>
          </p:nvSpPr>
          <p:spPr>
            <a:xfrm>
              <a:off x="6938703" y="2926848"/>
              <a:ext cx="23881" cy="9480"/>
            </a:xfrm>
            <a:custGeom>
              <a:avLst/>
              <a:pathLst>
                <a:path w="23881" h="9480">
                  <a:moveTo>
                    <a:pt x="15564" y="0"/>
                  </a:moveTo>
                  <a:lnTo>
                    <a:pt x="22325" y="1185"/>
                  </a:lnTo>
                  <a:lnTo>
                    <a:pt x="22625" y="6377"/>
                  </a:lnTo>
                  <a:lnTo>
                    <a:pt x="23881" y="6783"/>
                  </a:lnTo>
                  <a:lnTo>
                    <a:pt x="22591" y="8271"/>
                  </a:lnTo>
                  <a:lnTo>
                    <a:pt x="6560" y="9135"/>
                  </a:lnTo>
                  <a:lnTo>
                    <a:pt x="4105" y="9480"/>
                  </a:lnTo>
                  <a:lnTo>
                    <a:pt x="768" y="7541"/>
                  </a:lnTo>
                  <a:lnTo>
                    <a:pt x="0" y="1854"/>
                  </a:lnTo>
                  <a:lnTo>
                    <a:pt x="3557" y="2149"/>
                  </a:lnTo>
                  <a:lnTo>
                    <a:pt x="4999" y="3473"/>
                  </a:lnTo>
                  <a:lnTo>
                    <a:pt x="11719" y="71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h3751"/>
            <p:cNvSpPr/>
            <p:nvPr/>
          </p:nvSpPr>
          <p:spPr>
            <a:xfrm>
              <a:off x="6898061" y="2963435"/>
              <a:ext cx="52329" cy="35643"/>
            </a:xfrm>
            <a:custGeom>
              <a:avLst/>
              <a:pathLst>
                <a:path w="52329" h="35643">
                  <a:moveTo>
                    <a:pt x="38938" y="149"/>
                  </a:moveTo>
                  <a:lnTo>
                    <a:pt x="42485" y="0"/>
                  </a:lnTo>
                  <a:lnTo>
                    <a:pt x="47050" y="3006"/>
                  </a:lnTo>
                  <a:lnTo>
                    <a:pt x="46044" y="5794"/>
                  </a:lnTo>
                  <a:lnTo>
                    <a:pt x="45862" y="11034"/>
                  </a:lnTo>
                  <a:lnTo>
                    <a:pt x="49802" y="13132"/>
                  </a:lnTo>
                  <a:lnTo>
                    <a:pt x="51059" y="15111"/>
                  </a:lnTo>
                  <a:lnTo>
                    <a:pt x="45796" y="22360"/>
                  </a:lnTo>
                  <a:lnTo>
                    <a:pt x="52329" y="25006"/>
                  </a:lnTo>
                  <a:lnTo>
                    <a:pt x="50939" y="28678"/>
                  </a:lnTo>
                  <a:lnTo>
                    <a:pt x="47394" y="27507"/>
                  </a:lnTo>
                  <a:lnTo>
                    <a:pt x="43118" y="27829"/>
                  </a:lnTo>
                  <a:lnTo>
                    <a:pt x="42456" y="28560"/>
                  </a:lnTo>
                  <a:lnTo>
                    <a:pt x="39431" y="21823"/>
                  </a:lnTo>
                  <a:lnTo>
                    <a:pt x="36740" y="17880"/>
                  </a:lnTo>
                  <a:lnTo>
                    <a:pt x="26953" y="13280"/>
                  </a:lnTo>
                  <a:lnTo>
                    <a:pt x="26021" y="16687"/>
                  </a:lnTo>
                  <a:lnTo>
                    <a:pt x="27258" y="19814"/>
                  </a:lnTo>
                  <a:lnTo>
                    <a:pt x="26294" y="20540"/>
                  </a:lnTo>
                  <a:lnTo>
                    <a:pt x="24738" y="20247"/>
                  </a:lnTo>
                  <a:lnTo>
                    <a:pt x="22956" y="18540"/>
                  </a:lnTo>
                  <a:lnTo>
                    <a:pt x="19415" y="19197"/>
                  </a:lnTo>
                  <a:lnTo>
                    <a:pt x="18716" y="22920"/>
                  </a:lnTo>
                  <a:lnTo>
                    <a:pt x="13865" y="26453"/>
                  </a:lnTo>
                  <a:lnTo>
                    <a:pt x="12223" y="28570"/>
                  </a:lnTo>
                  <a:lnTo>
                    <a:pt x="12814" y="33087"/>
                  </a:lnTo>
                  <a:lnTo>
                    <a:pt x="16340" y="33356"/>
                  </a:lnTo>
                  <a:lnTo>
                    <a:pt x="16291" y="34844"/>
                  </a:lnTo>
                  <a:lnTo>
                    <a:pt x="11754" y="35402"/>
                  </a:lnTo>
                  <a:lnTo>
                    <a:pt x="4264" y="35643"/>
                  </a:lnTo>
                  <a:lnTo>
                    <a:pt x="2657" y="35045"/>
                  </a:lnTo>
                  <a:lnTo>
                    <a:pt x="2556" y="33758"/>
                  </a:lnTo>
                  <a:lnTo>
                    <a:pt x="3811" y="29507"/>
                  </a:lnTo>
                  <a:lnTo>
                    <a:pt x="2258" y="29121"/>
                  </a:lnTo>
                  <a:lnTo>
                    <a:pt x="2019" y="20712"/>
                  </a:lnTo>
                  <a:lnTo>
                    <a:pt x="0" y="17164"/>
                  </a:lnTo>
                  <a:lnTo>
                    <a:pt x="311" y="13209"/>
                  </a:lnTo>
                  <a:lnTo>
                    <a:pt x="7333" y="13940"/>
                  </a:lnTo>
                  <a:lnTo>
                    <a:pt x="8619" y="8802"/>
                  </a:lnTo>
                  <a:lnTo>
                    <a:pt x="7519" y="6956"/>
                  </a:lnTo>
                  <a:lnTo>
                    <a:pt x="9717" y="3993"/>
                  </a:lnTo>
                  <a:lnTo>
                    <a:pt x="21723" y="1062"/>
                  </a:lnTo>
                  <a:lnTo>
                    <a:pt x="26498" y="4798"/>
                  </a:lnTo>
                  <a:lnTo>
                    <a:pt x="30156" y="5423"/>
                  </a:lnTo>
                  <a:lnTo>
                    <a:pt x="34848" y="400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h3752"/>
            <p:cNvSpPr/>
            <p:nvPr/>
          </p:nvSpPr>
          <p:spPr>
            <a:xfrm>
              <a:off x="6870336" y="2901329"/>
              <a:ext cx="34404" cy="62049"/>
            </a:xfrm>
            <a:custGeom>
              <a:avLst/>
              <a:pathLst>
                <a:path w="34404" h="62049">
                  <a:moveTo>
                    <a:pt x="5637" y="0"/>
                  </a:moveTo>
                  <a:lnTo>
                    <a:pt x="9607" y="4690"/>
                  </a:lnTo>
                  <a:lnTo>
                    <a:pt x="10802" y="4424"/>
                  </a:lnTo>
                  <a:lnTo>
                    <a:pt x="10770" y="2190"/>
                  </a:lnTo>
                  <a:lnTo>
                    <a:pt x="14524" y="3592"/>
                  </a:lnTo>
                  <a:lnTo>
                    <a:pt x="12757" y="5893"/>
                  </a:lnTo>
                  <a:lnTo>
                    <a:pt x="17874" y="15288"/>
                  </a:lnTo>
                  <a:lnTo>
                    <a:pt x="18262" y="23625"/>
                  </a:lnTo>
                  <a:lnTo>
                    <a:pt x="21060" y="24617"/>
                  </a:lnTo>
                  <a:lnTo>
                    <a:pt x="21370" y="26682"/>
                  </a:lnTo>
                  <a:lnTo>
                    <a:pt x="19869" y="27718"/>
                  </a:lnTo>
                  <a:lnTo>
                    <a:pt x="17016" y="28162"/>
                  </a:lnTo>
                  <a:lnTo>
                    <a:pt x="17852" y="33646"/>
                  </a:lnTo>
                  <a:lnTo>
                    <a:pt x="18994" y="35164"/>
                  </a:lnTo>
                  <a:lnTo>
                    <a:pt x="24852" y="36056"/>
                  </a:lnTo>
                  <a:lnTo>
                    <a:pt x="30261" y="34108"/>
                  </a:lnTo>
                  <a:lnTo>
                    <a:pt x="34404" y="35608"/>
                  </a:lnTo>
                  <a:lnTo>
                    <a:pt x="33705" y="37872"/>
                  </a:lnTo>
                  <a:lnTo>
                    <a:pt x="30623" y="38645"/>
                  </a:lnTo>
                  <a:lnTo>
                    <a:pt x="32327" y="47600"/>
                  </a:lnTo>
                  <a:lnTo>
                    <a:pt x="28902" y="51172"/>
                  </a:lnTo>
                  <a:lnTo>
                    <a:pt x="23236" y="46957"/>
                  </a:lnTo>
                  <a:lnTo>
                    <a:pt x="16389" y="49151"/>
                  </a:lnTo>
                  <a:lnTo>
                    <a:pt x="11096" y="49133"/>
                  </a:lnTo>
                  <a:lnTo>
                    <a:pt x="9023" y="50083"/>
                  </a:lnTo>
                  <a:lnTo>
                    <a:pt x="8553" y="53569"/>
                  </a:lnTo>
                  <a:lnTo>
                    <a:pt x="10194" y="59791"/>
                  </a:lnTo>
                  <a:lnTo>
                    <a:pt x="10468" y="60300"/>
                  </a:lnTo>
                  <a:lnTo>
                    <a:pt x="7031" y="61226"/>
                  </a:lnTo>
                  <a:lnTo>
                    <a:pt x="2649" y="60585"/>
                  </a:lnTo>
                  <a:lnTo>
                    <a:pt x="2352" y="62049"/>
                  </a:lnTo>
                  <a:lnTo>
                    <a:pt x="1540" y="61299"/>
                  </a:lnTo>
                  <a:lnTo>
                    <a:pt x="0" y="55675"/>
                  </a:lnTo>
                  <a:lnTo>
                    <a:pt x="603" y="54096"/>
                  </a:lnTo>
                  <a:lnTo>
                    <a:pt x="5107" y="49519"/>
                  </a:lnTo>
                  <a:lnTo>
                    <a:pt x="6077" y="46156"/>
                  </a:lnTo>
                  <a:lnTo>
                    <a:pt x="6278" y="45214"/>
                  </a:lnTo>
                  <a:lnTo>
                    <a:pt x="5071" y="44473"/>
                  </a:lnTo>
                  <a:lnTo>
                    <a:pt x="3923" y="40536"/>
                  </a:lnTo>
                  <a:lnTo>
                    <a:pt x="5011" y="32726"/>
                  </a:lnTo>
                  <a:lnTo>
                    <a:pt x="7280" y="31389"/>
                  </a:lnTo>
                  <a:lnTo>
                    <a:pt x="8105" y="18352"/>
                  </a:lnTo>
                  <a:lnTo>
                    <a:pt x="3055" y="14158"/>
                  </a:lnTo>
                  <a:lnTo>
                    <a:pt x="978" y="10770"/>
                  </a:lnTo>
                  <a:lnTo>
                    <a:pt x="22" y="3829"/>
                  </a:lnTo>
                  <a:lnTo>
                    <a:pt x="2321" y="141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h3753"/>
            <p:cNvSpPr/>
            <p:nvPr/>
          </p:nvSpPr>
          <p:spPr>
            <a:xfrm>
              <a:off x="6939070" y="2857106"/>
              <a:ext cx="75904" cy="51414"/>
            </a:xfrm>
            <a:custGeom>
              <a:avLst/>
              <a:pathLst>
                <a:path w="75904" h="51414">
                  <a:moveTo>
                    <a:pt x="64797" y="1118"/>
                  </a:moveTo>
                  <a:lnTo>
                    <a:pt x="68453" y="4777"/>
                  </a:lnTo>
                  <a:lnTo>
                    <a:pt x="68524" y="15103"/>
                  </a:lnTo>
                  <a:lnTo>
                    <a:pt x="74638" y="23185"/>
                  </a:lnTo>
                  <a:lnTo>
                    <a:pt x="75594" y="23405"/>
                  </a:lnTo>
                  <a:lnTo>
                    <a:pt x="75904" y="26203"/>
                  </a:lnTo>
                  <a:lnTo>
                    <a:pt x="73667" y="27190"/>
                  </a:lnTo>
                  <a:lnTo>
                    <a:pt x="71359" y="31166"/>
                  </a:lnTo>
                  <a:lnTo>
                    <a:pt x="72027" y="33337"/>
                  </a:lnTo>
                  <a:lnTo>
                    <a:pt x="65000" y="36424"/>
                  </a:lnTo>
                  <a:lnTo>
                    <a:pt x="62894" y="38163"/>
                  </a:lnTo>
                  <a:lnTo>
                    <a:pt x="62751" y="39261"/>
                  </a:lnTo>
                  <a:lnTo>
                    <a:pt x="66488" y="46941"/>
                  </a:lnTo>
                  <a:lnTo>
                    <a:pt x="66408" y="48669"/>
                  </a:lnTo>
                  <a:lnTo>
                    <a:pt x="62041" y="49689"/>
                  </a:lnTo>
                  <a:lnTo>
                    <a:pt x="60564" y="51227"/>
                  </a:lnTo>
                  <a:lnTo>
                    <a:pt x="57847" y="51414"/>
                  </a:lnTo>
                  <a:lnTo>
                    <a:pt x="56115" y="41441"/>
                  </a:lnTo>
                  <a:lnTo>
                    <a:pt x="50457" y="40435"/>
                  </a:lnTo>
                  <a:lnTo>
                    <a:pt x="47046" y="36920"/>
                  </a:lnTo>
                  <a:lnTo>
                    <a:pt x="45419" y="36433"/>
                  </a:lnTo>
                  <a:lnTo>
                    <a:pt x="42597" y="39521"/>
                  </a:lnTo>
                  <a:lnTo>
                    <a:pt x="37106" y="42933"/>
                  </a:lnTo>
                  <a:lnTo>
                    <a:pt x="35152" y="41263"/>
                  </a:lnTo>
                  <a:lnTo>
                    <a:pt x="19047" y="40795"/>
                  </a:lnTo>
                  <a:lnTo>
                    <a:pt x="13902" y="39089"/>
                  </a:lnTo>
                  <a:lnTo>
                    <a:pt x="12126" y="39301"/>
                  </a:lnTo>
                  <a:lnTo>
                    <a:pt x="11614" y="40866"/>
                  </a:lnTo>
                  <a:lnTo>
                    <a:pt x="12105" y="42277"/>
                  </a:lnTo>
                  <a:lnTo>
                    <a:pt x="10465" y="43124"/>
                  </a:lnTo>
                  <a:lnTo>
                    <a:pt x="6667" y="42829"/>
                  </a:lnTo>
                  <a:lnTo>
                    <a:pt x="6381" y="40781"/>
                  </a:lnTo>
                  <a:lnTo>
                    <a:pt x="2454" y="39038"/>
                  </a:lnTo>
                  <a:lnTo>
                    <a:pt x="1759" y="37948"/>
                  </a:lnTo>
                  <a:lnTo>
                    <a:pt x="1808" y="35220"/>
                  </a:lnTo>
                  <a:lnTo>
                    <a:pt x="0" y="33008"/>
                  </a:lnTo>
                  <a:lnTo>
                    <a:pt x="7070" y="29607"/>
                  </a:lnTo>
                  <a:lnTo>
                    <a:pt x="16084" y="21033"/>
                  </a:lnTo>
                  <a:lnTo>
                    <a:pt x="18422" y="20914"/>
                  </a:lnTo>
                  <a:lnTo>
                    <a:pt x="20130" y="19473"/>
                  </a:lnTo>
                  <a:lnTo>
                    <a:pt x="21611" y="13748"/>
                  </a:lnTo>
                  <a:lnTo>
                    <a:pt x="24558" y="11973"/>
                  </a:lnTo>
                  <a:lnTo>
                    <a:pt x="29439" y="10766"/>
                  </a:lnTo>
                  <a:lnTo>
                    <a:pt x="28538" y="5594"/>
                  </a:lnTo>
                  <a:lnTo>
                    <a:pt x="36092" y="3953"/>
                  </a:lnTo>
                  <a:lnTo>
                    <a:pt x="39367" y="2473"/>
                  </a:lnTo>
                  <a:lnTo>
                    <a:pt x="48641" y="530"/>
                  </a:lnTo>
                  <a:lnTo>
                    <a:pt x="5513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h3754"/>
            <p:cNvSpPr/>
            <p:nvPr/>
          </p:nvSpPr>
          <p:spPr>
            <a:xfrm>
              <a:off x="6988069" y="2929489"/>
              <a:ext cx="27684" cy="30171"/>
            </a:xfrm>
            <a:custGeom>
              <a:avLst/>
              <a:pathLst>
                <a:path w="27684" h="30171">
                  <a:moveTo>
                    <a:pt x="23101" y="0"/>
                  </a:moveTo>
                  <a:lnTo>
                    <a:pt x="22782" y="4789"/>
                  </a:lnTo>
                  <a:lnTo>
                    <a:pt x="24925" y="10414"/>
                  </a:lnTo>
                  <a:lnTo>
                    <a:pt x="25290" y="16915"/>
                  </a:lnTo>
                  <a:lnTo>
                    <a:pt x="26860" y="21647"/>
                  </a:lnTo>
                  <a:lnTo>
                    <a:pt x="27684" y="21988"/>
                  </a:lnTo>
                  <a:lnTo>
                    <a:pt x="26355" y="26212"/>
                  </a:lnTo>
                  <a:lnTo>
                    <a:pt x="22932" y="29192"/>
                  </a:lnTo>
                  <a:lnTo>
                    <a:pt x="12490" y="30171"/>
                  </a:lnTo>
                  <a:lnTo>
                    <a:pt x="4980" y="27303"/>
                  </a:lnTo>
                  <a:lnTo>
                    <a:pt x="4316" y="23804"/>
                  </a:lnTo>
                  <a:lnTo>
                    <a:pt x="4615" y="19619"/>
                  </a:lnTo>
                  <a:lnTo>
                    <a:pt x="2825" y="17484"/>
                  </a:lnTo>
                  <a:lnTo>
                    <a:pt x="302" y="17398"/>
                  </a:lnTo>
                  <a:lnTo>
                    <a:pt x="0" y="11573"/>
                  </a:lnTo>
                  <a:lnTo>
                    <a:pt x="1572" y="9946"/>
                  </a:lnTo>
                  <a:lnTo>
                    <a:pt x="8388" y="8829"/>
                  </a:lnTo>
                  <a:lnTo>
                    <a:pt x="16490" y="4778"/>
                  </a:lnTo>
                  <a:lnTo>
                    <a:pt x="21376" y="369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h3755"/>
            <p:cNvSpPr/>
            <p:nvPr/>
          </p:nvSpPr>
          <p:spPr>
            <a:xfrm>
              <a:off x="6979160" y="2908333"/>
              <a:ext cx="34764" cy="32729"/>
            </a:xfrm>
            <a:custGeom>
              <a:avLst/>
              <a:pathLst>
                <a:path w="34764" h="32729">
                  <a:moveTo>
                    <a:pt x="20475" y="0"/>
                  </a:moveTo>
                  <a:lnTo>
                    <a:pt x="26181" y="10894"/>
                  </a:lnTo>
                  <a:lnTo>
                    <a:pt x="28913" y="10268"/>
                  </a:lnTo>
                  <a:lnTo>
                    <a:pt x="33057" y="14048"/>
                  </a:lnTo>
                  <a:lnTo>
                    <a:pt x="33921" y="15975"/>
                  </a:lnTo>
                  <a:lnTo>
                    <a:pt x="34764" y="18331"/>
                  </a:lnTo>
                  <a:lnTo>
                    <a:pt x="34451" y="21291"/>
                  </a:lnTo>
                  <a:lnTo>
                    <a:pt x="32009" y="21155"/>
                  </a:lnTo>
                  <a:lnTo>
                    <a:pt x="30285" y="24846"/>
                  </a:lnTo>
                  <a:lnTo>
                    <a:pt x="25398" y="25934"/>
                  </a:lnTo>
                  <a:lnTo>
                    <a:pt x="17297" y="29985"/>
                  </a:lnTo>
                  <a:lnTo>
                    <a:pt x="10481" y="31102"/>
                  </a:lnTo>
                  <a:lnTo>
                    <a:pt x="8908" y="32729"/>
                  </a:lnTo>
                  <a:lnTo>
                    <a:pt x="8749" y="31346"/>
                  </a:lnTo>
                  <a:lnTo>
                    <a:pt x="5609" y="30396"/>
                  </a:lnTo>
                  <a:lnTo>
                    <a:pt x="4329" y="31658"/>
                  </a:lnTo>
                  <a:lnTo>
                    <a:pt x="1938" y="30582"/>
                  </a:lnTo>
                  <a:lnTo>
                    <a:pt x="0" y="27614"/>
                  </a:lnTo>
                  <a:lnTo>
                    <a:pt x="328" y="25116"/>
                  </a:lnTo>
                  <a:lnTo>
                    <a:pt x="1616" y="22164"/>
                  </a:lnTo>
                  <a:lnTo>
                    <a:pt x="10314" y="13032"/>
                  </a:lnTo>
                  <a:lnTo>
                    <a:pt x="12785" y="9419"/>
                  </a:lnTo>
                  <a:lnTo>
                    <a:pt x="14823" y="8499"/>
                  </a:lnTo>
                  <a:lnTo>
                    <a:pt x="15805" y="6670"/>
                  </a:lnTo>
                  <a:lnTo>
                    <a:pt x="16176" y="3742"/>
                  </a:lnTo>
                  <a:lnTo>
                    <a:pt x="18072" y="2365"/>
                  </a:lnTo>
                  <a:lnTo>
                    <a:pt x="17757" y="186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h3756"/>
            <p:cNvSpPr/>
            <p:nvPr/>
          </p:nvSpPr>
          <p:spPr>
            <a:xfrm>
              <a:off x="7084105" y="2818182"/>
              <a:ext cx="28373" cy="31292"/>
            </a:xfrm>
            <a:custGeom>
              <a:avLst/>
              <a:pathLst>
                <a:path w="28373" h="31292">
                  <a:moveTo>
                    <a:pt x="14949" y="91"/>
                  </a:moveTo>
                  <a:lnTo>
                    <a:pt x="15432" y="2699"/>
                  </a:lnTo>
                  <a:lnTo>
                    <a:pt x="13133" y="5037"/>
                  </a:lnTo>
                  <a:lnTo>
                    <a:pt x="13453" y="6800"/>
                  </a:lnTo>
                  <a:lnTo>
                    <a:pt x="15013" y="10822"/>
                  </a:lnTo>
                  <a:lnTo>
                    <a:pt x="17761" y="13517"/>
                  </a:lnTo>
                  <a:lnTo>
                    <a:pt x="20656" y="12252"/>
                  </a:lnTo>
                  <a:lnTo>
                    <a:pt x="20253" y="10759"/>
                  </a:lnTo>
                  <a:lnTo>
                    <a:pt x="23503" y="10424"/>
                  </a:lnTo>
                  <a:lnTo>
                    <a:pt x="26605" y="11258"/>
                  </a:lnTo>
                  <a:lnTo>
                    <a:pt x="28373" y="12161"/>
                  </a:lnTo>
                  <a:lnTo>
                    <a:pt x="28100" y="12722"/>
                  </a:lnTo>
                  <a:lnTo>
                    <a:pt x="25066" y="16627"/>
                  </a:lnTo>
                  <a:lnTo>
                    <a:pt x="25136" y="20134"/>
                  </a:lnTo>
                  <a:lnTo>
                    <a:pt x="25797" y="20759"/>
                  </a:lnTo>
                  <a:lnTo>
                    <a:pt x="26501" y="22074"/>
                  </a:lnTo>
                  <a:lnTo>
                    <a:pt x="20261" y="20858"/>
                  </a:lnTo>
                  <a:lnTo>
                    <a:pt x="15614" y="26156"/>
                  </a:lnTo>
                  <a:lnTo>
                    <a:pt x="9123" y="31292"/>
                  </a:lnTo>
                  <a:lnTo>
                    <a:pt x="1121" y="28781"/>
                  </a:lnTo>
                  <a:lnTo>
                    <a:pt x="0" y="27783"/>
                  </a:lnTo>
                  <a:lnTo>
                    <a:pt x="3463" y="16683"/>
                  </a:lnTo>
                  <a:lnTo>
                    <a:pt x="5221" y="7396"/>
                  </a:lnTo>
                  <a:lnTo>
                    <a:pt x="8771" y="2486"/>
                  </a:lnTo>
                  <a:lnTo>
                    <a:pt x="1310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h3757"/>
            <p:cNvSpPr/>
            <p:nvPr/>
          </p:nvSpPr>
          <p:spPr>
            <a:xfrm>
              <a:off x="6817517" y="2892262"/>
              <a:ext cx="48723" cy="39243"/>
            </a:xfrm>
            <a:custGeom>
              <a:avLst/>
              <a:pathLst>
                <a:path w="48723" h="39243">
                  <a:moveTo>
                    <a:pt x="32477" y="2888"/>
                  </a:moveTo>
                  <a:lnTo>
                    <a:pt x="37297" y="6104"/>
                  </a:lnTo>
                  <a:lnTo>
                    <a:pt x="41723" y="6723"/>
                  </a:lnTo>
                  <a:lnTo>
                    <a:pt x="40173" y="8360"/>
                  </a:lnTo>
                  <a:lnTo>
                    <a:pt x="42004" y="8800"/>
                  </a:lnTo>
                  <a:lnTo>
                    <a:pt x="44541" y="7584"/>
                  </a:lnTo>
                  <a:lnTo>
                    <a:pt x="48165" y="7443"/>
                  </a:lnTo>
                  <a:lnTo>
                    <a:pt x="48723" y="9846"/>
                  </a:lnTo>
                  <a:lnTo>
                    <a:pt x="47447" y="10146"/>
                  </a:lnTo>
                  <a:lnTo>
                    <a:pt x="45854" y="15514"/>
                  </a:lnTo>
                  <a:lnTo>
                    <a:pt x="47190" y="17843"/>
                  </a:lnTo>
                  <a:lnTo>
                    <a:pt x="47196" y="19664"/>
                  </a:lnTo>
                  <a:lnTo>
                    <a:pt x="44945" y="18678"/>
                  </a:lnTo>
                  <a:lnTo>
                    <a:pt x="43598" y="18886"/>
                  </a:lnTo>
                  <a:lnTo>
                    <a:pt x="39457" y="23796"/>
                  </a:lnTo>
                  <a:lnTo>
                    <a:pt x="38435" y="28353"/>
                  </a:lnTo>
                  <a:lnTo>
                    <a:pt x="36666" y="29294"/>
                  </a:lnTo>
                  <a:lnTo>
                    <a:pt x="32838" y="31335"/>
                  </a:lnTo>
                  <a:lnTo>
                    <a:pt x="27385" y="38034"/>
                  </a:lnTo>
                  <a:lnTo>
                    <a:pt x="22607" y="39243"/>
                  </a:lnTo>
                  <a:lnTo>
                    <a:pt x="17823" y="36524"/>
                  </a:lnTo>
                  <a:lnTo>
                    <a:pt x="12876" y="37226"/>
                  </a:lnTo>
                  <a:lnTo>
                    <a:pt x="14066" y="34019"/>
                  </a:lnTo>
                  <a:lnTo>
                    <a:pt x="14528" y="28526"/>
                  </a:lnTo>
                  <a:lnTo>
                    <a:pt x="13002" y="23986"/>
                  </a:lnTo>
                  <a:lnTo>
                    <a:pt x="8462" y="24387"/>
                  </a:lnTo>
                  <a:lnTo>
                    <a:pt x="7336" y="23848"/>
                  </a:lnTo>
                  <a:lnTo>
                    <a:pt x="6731" y="20980"/>
                  </a:lnTo>
                  <a:lnTo>
                    <a:pt x="7503" y="17362"/>
                  </a:lnTo>
                  <a:lnTo>
                    <a:pt x="1257" y="14138"/>
                  </a:lnTo>
                  <a:lnTo>
                    <a:pt x="0" y="12701"/>
                  </a:lnTo>
                  <a:lnTo>
                    <a:pt x="731" y="9794"/>
                  </a:lnTo>
                  <a:lnTo>
                    <a:pt x="2193" y="4510"/>
                  </a:lnTo>
                  <a:lnTo>
                    <a:pt x="4375" y="3083"/>
                  </a:lnTo>
                  <a:lnTo>
                    <a:pt x="9532" y="1465"/>
                  </a:lnTo>
                  <a:lnTo>
                    <a:pt x="16630" y="2282"/>
                  </a:lnTo>
                  <a:lnTo>
                    <a:pt x="17069" y="4749"/>
                  </a:lnTo>
                  <a:lnTo>
                    <a:pt x="20993" y="2636"/>
                  </a:lnTo>
                  <a:lnTo>
                    <a:pt x="2615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h3758"/>
            <p:cNvSpPr/>
            <p:nvPr/>
          </p:nvSpPr>
          <p:spPr>
            <a:xfrm>
              <a:off x="6950685" y="2893539"/>
              <a:ext cx="46547" cy="22444"/>
            </a:xfrm>
            <a:custGeom>
              <a:avLst/>
              <a:pathLst>
                <a:path w="46547" h="22444">
                  <a:moveTo>
                    <a:pt x="35431" y="487"/>
                  </a:moveTo>
                  <a:lnTo>
                    <a:pt x="38842" y="4001"/>
                  </a:lnTo>
                  <a:lnTo>
                    <a:pt x="44500" y="5008"/>
                  </a:lnTo>
                  <a:lnTo>
                    <a:pt x="46232" y="14981"/>
                  </a:lnTo>
                  <a:lnTo>
                    <a:pt x="46547" y="17160"/>
                  </a:lnTo>
                  <a:lnTo>
                    <a:pt x="44651" y="18537"/>
                  </a:lnTo>
                  <a:lnTo>
                    <a:pt x="44280" y="21465"/>
                  </a:lnTo>
                  <a:lnTo>
                    <a:pt x="42099" y="20906"/>
                  </a:lnTo>
                  <a:lnTo>
                    <a:pt x="40311" y="18635"/>
                  </a:lnTo>
                  <a:lnTo>
                    <a:pt x="33476" y="19858"/>
                  </a:lnTo>
                  <a:lnTo>
                    <a:pt x="31525" y="21955"/>
                  </a:lnTo>
                  <a:lnTo>
                    <a:pt x="27443" y="21462"/>
                  </a:lnTo>
                  <a:lnTo>
                    <a:pt x="22737" y="18840"/>
                  </a:lnTo>
                  <a:lnTo>
                    <a:pt x="16444" y="22444"/>
                  </a:lnTo>
                  <a:lnTo>
                    <a:pt x="17506" y="19751"/>
                  </a:lnTo>
                  <a:lnTo>
                    <a:pt x="13465" y="17611"/>
                  </a:lnTo>
                  <a:lnTo>
                    <a:pt x="4542" y="17763"/>
                  </a:lnTo>
                  <a:lnTo>
                    <a:pt x="2599" y="10333"/>
                  </a:lnTo>
                  <a:lnTo>
                    <a:pt x="3186" y="6968"/>
                  </a:lnTo>
                  <a:lnTo>
                    <a:pt x="2347" y="5155"/>
                  </a:lnTo>
                  <a:lnTo>
                    <a:pt x="490" y="5844"/>
                  </a:lnTo>
                  <a:lnTo>
                    <a:pt x="0" y="4433"/>
                  </a:lnTo>
                  <a:lnTo>
                    <a:pt x="511" y="2868"/>
                  </a:lnTo>
                  <a:lnTo>
                    <a:pt x="2287" y="2656"/>
                  </a:lnTo>
                  <a:lnTo>
                    <a:pt x="7433" y="4361"/>
                  </a:lnTo>
                  <a:lnTo>
                    <a:pt x="23537" y="4830"/>
                  </a:lnTo>
                  <a:lnTo>
                    <a:pt x="25491" y="6499"/>
                  </a:lnTo>
                  <a:lnTo>
                    <a:pt x="30983" y="3088"/>
                  </a:lnTo>
                  <a:lnTo>
                    <a:pt x="3380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h3759"/>
            <p:cNvSpPr/>
            <p:nvPr/>
          </p:nvSpPr>
          <p:spPr>
            <a:xfrm>
              <a:off x="7018926" y="2961866"/>
              <a:ext cx="14793" cy="23171"/>
            </a:xfrm>
            <a:custGeom>
              <a:avLst/>
              <a:pathLst>
                <a:path w="14793" h="23171">
                  <a:moveTo>
                    <a:pt x="11672" y="2366"/>
                  </a:moveTo>
                  <a:lnTo>
                    <a:pt x="12508" y="4385"/>
                  </a:lnTo>
                  <a:lnTo>
                    <a:pt x="14793" y="5922"/>
                  </a:lnTo>
                  <a:lnTo>
                    <a:pt x="14790" y="7242"/>
                  </a:lnTo>
                  <a:lnTo>
                    <a:pt x="11585" y="13440"/>
                  </a:lnTo>
                  <a:lnTo>
                    <a:pt x="9396" y="22355"/>
                  </a:lnTo>
                  <a:lnTo>
                    <a:pt x="8169" y="23171"/>
                  </a:lnTo>
                  <a:lnTo>
                    <a:pt x="5233" y="20421"/>
                  </a:lnTo>
                  <a:lnTo>
                    <a:pt x="4071" y="17825"/>
                  </a:lnTo>
                  <a:lnTo>
                    <a:pt x="0" y="17023"/>
                  </a:lnTo>
                  <a:lnTo>
                    <a:pt x="1392" y="11777"/>
                  </a:lnTo>
                  <a:lnTo>
                    <a:pt x="8051" y="2478"/>
                  </a:lnTo>
                  <a:lnTo>
                    <a:pt x="722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h3760"/>
            <p:cNvSpPr/>
            <p:nvPr/>
          </p:nvSpPr>
          <p:spPr>
            <a:xfrm>
              <a:off x="6896046" y="2841988"/>
              <a:ext cx="46557" cy="52387"/>
            </a:xfrm>
            <a:custGeom>
              <a:avLst/>
              <a:pathLst>
                <a:path w="46557" h="52387">
                  <a:moveTo>
                    <a:pt x="28334" y="2662"/>
                  </a:moveTo>
                  <a:lnTo>
                    <a:pt x="32372" y="3584"/>
                  </a:lnTo>
                  <a:lnTo>
                    <a:pt x="40360" y="10663"/>
                  </a:lnTo>
                  <a:lnTo>
                    <a:pt x="40077" y="12929"/>
                  </a:lnTo>
                  <a:lnTo>
                    <a:pt x="35572" y="23861"/>
                  </a:lnTo>
                  <a:lnTo>
                    <a:pt x="36873" y="27787"/>
                  </a:lnTo>
                  <a:lnTo>
                    <a:pt x="37961" y="28820"/>
                  </a:lnTo>
                  <a:lnTo>
                    <a:pt x="40293" y="28038"/>
                  </a:lnTo>
                  <a:lnTo>
                    <a:pt x="43386" y="29158"/>
                  </a:lnTo>
                  <a:lnTo>
                    <a:pt x="46557" y="32469"/>
                  </a:lnTo>
                  <a:lnTo>
                    <a:pt x="44509" y="34632"/>
                  </a:lnTo>
                  <a:lnTo>
                    <a:pt x="39724" y="35905"/>
                  </a:lnTo>
                  <a:lnTo>
                    <a:pt x="38545" y="37796"/>
                  </a:lnTo>
                  <a:lnTo>
                    <a:pt x="38539" y="38695"/>
                  </a:lnTo>
                  <a:lnTo>
                    <a:pt x="40763" y="38772"/>
                  </a:lnTo>
                  <a:lnTo>
                    <a:pt x="42738" y="47466"/>
                  </a:lnTo>
                  <a:lnTo>
                    <a:pt x="36257" y="49778"/>
                  </a:lnTo>
                  <a:lnTo>
                    <a:pt x="22563" y="52387"/>
                  </a:lnTo>
                  <a:lnTo>
                    <a:pt x="9511" y="50934"/>
                  </a:lnTo>
                  <a:lnTo>
                    <a:pt x="10613" y="48155"/>
                  </a:lnTo>
                  <a:lnTo>
                    <a:pt x="14461" y="45144"/>
                  </a:lnTo>
                  <a:lnTo>
                    <a:pt x="14022" y="41652"/>
                  </a:lnTo>
                  <a:lnTo>
                    <a:pt x="10373" y="37422"/>
                  </a:lnTo>
                  <a:lnTo>
                    <a:pt x="11809" y="36178"/>
                  </a:lnTo>
                  <a:lnTo>
                    <a:pt x="12447" y="30824"/>
                  </a:lnTo>
                  <a:lnTo>
                    <a:pt x="10656" y="25652"/>
                  </a:lnTo>
                  <a:lnTo>
                    <a:pt x="1282" y="17629"/>
                  </a:lnTo>
                  <a:lnTo>
                    <a:pt x="0" y="12016"/>
                  </a:lnTo>
                  <a:lnTo>
                    <a:pt x="5910" y="11834"/>
                  </a:lnTo>
                  <a:lnTo>
                    <a:pt x="12378" y="10818"/>
                  </a:lnTo>
                  <a:lnTo>
                    <a:pt x="14208" y="9092"/>
                  </a:lnTo>
                  <a:lnTo>
                    <a:pt x="14192" y="6198"/>
                  </a:lnTo>
                  <a:lnTo>
                    <a:pt x="17052" y="3354"/>
                  </a:lnTo>
                  <a:lnTo>
                    <a:pt x="26001" y="2554"/>
                  </a:lnTo>
                  <a:lnTo>
                    <a:pt x="2703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h3761"/>
            <p:cNvSpPr/>
            <p:nvPr/>
          </p:nvSpPr>
          <p:spPr>
            <a:xfrm>
              <a:off x="6878890" y="2948286"/>
              <a:ext cx="20348" cy="12834"/>
            </a:xfrm>
            <a:custGeom>
              <a:avLst/>
              <a:pathLst>
                <a:path w="20348" h="12834">
                  <a:moveTo>
                    <a:pt x="20348" y="4215"/>
                  </a:moveTo>
                  <a:lnTo>
                    <a:pt x="18293" y="5073"/>
                  </a:lnTo>
                  <a:lnTo>
                    <a:pt x="16773" y="10225"/>
                  </a:lnTo>
                  <a:lnTo>
                    <a:pt x="14441" y="12397"/>
                  </a:lnTo>
                  <a:lnTo>
                    <a:pt x="12074" y="11475"/>
                  </a:lnTo>
                  <a:lnTo>
                    <a:pt x="2918" y="11251"/>
                  </a:lnTo>
                  <a:lnTo>
                    <a:pt x="1640" y="12834"/>
                  </a:lnTo>
                  <a:lnTo>
                    <a:pt x="0" y="6611"/>
                  </a:lnTo>
                  <a:lnTo>
                    <a:pt x="470" y="3126"/>
                  </a:lnTo>
                  <a:lnTo>
                    <a:pt x="2543" y="2176"/>
                  </a:lnTo>
                  <a:lnTo>
                    <a:pt x="7835" y="2193"/>
                  </a:lnTo>
                  <a:lnTo>
                    <a:pt x="1468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h3762"/>
            <p:cNvSpPr/>
            <p:nvPr/>
          </p:nvSpPr>
          <p:spPr>
            <a:xfrm>
              <a:off x="6883093" y="2891767"/>
              <a:ext cx="49210" cy="45618"/>
            </a:xfrm>
            <a:custGeom>
              <a:avLst/>
              <a:pathLst>
                <a:path w="49210" h="45618">
                  <a:moveTo>
                    <a:pt x="49210" y="0"/>
                  </a:moveTo>
                  <a:lnTo>
                    <a:pt x="43728" y="12339"/>
                  </a:lnTo>
                  <a:lnTo>
                    <a:pt x="39257" y="12638"/>
                  </a:lnTo>
                  <a:lnTo>
                    <a:pt x="32954" y="22086"/>
                  </a:lnTo>
                  <a:lnTo>
                    <a:pt x="32885" y="24150"/>
                  </a:lnTo>
                  <a:lnTo>
                    <a:pt x="34437" y="24530"/>
                  </a:lnTo>
                  <a:lnTo>
                    <a:pt x="33697" y="32288"/>
                  </a:lnTo>
                  <a:lnTo>
                    <a:pt x="32795" y="33952"/>
                  </a:lnTo>
                  <a:lnTo>
                    <a:pt x="29875" y="33637"/>
                  </a:lnTo>
                  <a:lnTo>
                    <a:pt x="28399" y="35212"/>
                  </a:lnTo>
                  <a:lnTo>
                    <a:pt x="23870" y="34931"/>
                  </a:lnTo>
                  <a:lnTo>
                    <a:pt x="22931" y="34191"/>
                  </a:lnTo>
                  <a:lnTo>
                    <a:pt x="20811" y="34952"/>
                  </a:lnTo>
                  <a:lnTo>
                    <a:pt x="15539" y="38860"/>
                  </a:lnTo>
                  <a:lnTo>
                    <a:pt x="15418" y="39809"/>
                  </a:lnTo>
                  <a:lnTo>
                    <a:pt x="17304" y="41673"/>
                  </a:lnTo>
                  <a:lnTo>
                    <a:pt x="17504" y="43670"/>
                  </a:lnTo>
                  <a:lnTo>
                    <a:pt x="12095" y="45618"/>
                  </a:lnTo>
                  <a:lnTo>
                    <a:pt x="6237" y="44726"/>
                  </a:lnTo>
                  <a:lnTo>
                    <a:pt x="5094" y="43208"/>
                  </a:lnTo>
                  <a:lnTo>
                    <a:pt x="4259" y="37724"/>
                  </a:lnTo>
                  <a:lnTo>
                    <a:pt x="7112" y="37280"/>
                  </a:lnTo>
                  <a:lnTo>
                    <a:pt x="8613" y="36244"/>
                  </a:lnTo>
                  <a:lnTo>
                    <a:pt x="8303" y="34179"/>
                  </a:lnTo>
                  <a:lnTo>
                    <a:pt x="5505" y="33187"/>
                  </a:lnTo>
                  <a:lnTo>
                    <a:pt x="5117" y="24849"/>
                  </a:lnTo>
                  <a:lnTo>
                    <a:pt x="0" y="15455"/>
                  </a:lnTo>
                  <a:lnTo>
                    <a:pt x="1767" y="13154"/>
                  </a:lnTo>
                  <a:lnTo>
                    <a:pt x="3794" y="11790"/>
                  </a:lnTo>
                  <a:lnTo>
                    <a:pt x="5654" y="9154"/>
                  </a:lnTo>
                  <a:lnTo>
                    <a:pt x="10928" y="7168"/>
                  </a:lnTo>
                  <a:lnTo>
                    <a:pt x="10576" y="6450"/>
                  </a:lnTo>
                  <a:lnTo>
                    <a:pt x="14523" y="6328"/>
                  </a:lnTo>
                  <a:lnTo>
                    <a:pt x="16333" y="684"/>
                  </a:lnTo>
                  <a:lnTo>
                    <a:pt x="22465" y="1155"/>
                  </a:lnTo>
                  <a:lnTo>
                    <a:pt x="35516" y="260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h3763"/>
            <p:cNvSpPr/>
            <p:nvPr/>
          </p:nvSpPr>
          <p:spPr>
            <a:xfrm>
              <a:off x="6936147" y="2943301"/>
              <a:ext cx="16876" cy="23140"/>
            </a:xfrm>
            <a:custGeom>
              <a:avLst/>
              <a:pathLst>
                <a:path w="16876" h="23140">
                  <a:moveTo>
                    <a:pt x="8538" y="317"/>
                  </a:moveTo>
                  <a:lnTo>
                    <a:pt x="13459" y="11721"/>
                  </a:lnTo>
                  <a:lnTo>
                    <a:pt x="14196" y="11539"/>
                  </a:lnTo>
                  <a:lnTo>
                    <a:pt x="16554" y="13735"/>
                  </a:lnTo>
                  <a:lnTo>
                    <a:pt x="16876" y="15505"/>
                  </a:lnTo>
                  <a:lnTo>
                    <a:pt x="16035" y="16423"/>
                  </a:lnTo>
                  <a:lnTo>
                    <a:pt x="16721" y="17812"/>
                  </a:lnTo>
                  <a:lnTo>
                    <a:pt x="15412" y="19101"/>
                  </a:lnTo>
                  <a:lnTo>
                    <a:pt x="8964" y="23140"/>
                  </a:lnTo>
                  <a:lnTo>
                    <a:pt x="4399" y="20134"/>
                  </a:lnTo>
                  <a:lnTo>
                    <a:pt x="553" y="17989"/>
                  </a:lnTo>
                  <a:lnTo>
                    <a:pt x="0" y="7720"/>
                  </a:lnTo>
                  <a:lnTo>
                    <a:pt x="2384" y="3849"/>
                  </a:lnTo>
                  <a:lnTo>
                    <a:pt x="2368" y="1791"/>
                  </a:lnTo>
                  <a:lnTo>
                    <a:pt x="4844" y="2272"/>
                  </a:lnTo>
                  <a:lnTo>
                    <a:pt x="529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h3764"/>
            <p:cNvSpPr/>
            <p:nvPr/>
          </p:nvSpPr>
          <p:spPr>
            <a:xfrm>
              <a:off x="7252033" y="3263791"/>
              <a:ext cx="19132" cy="38191"/>
            </a:xfrm>
            <a:custGeom>
              <a:avLst/>
              <a:pathLst>
                <a:path w="19132" h="38191">
                  <a:moveTo>
                    <a:pt x="18365" y="417"/>
                  </a:moveTo>
                  <a:lnTo>
                    <a:pt x="16967" y="6775"/>
                  </a:lnTo>
                  <a:lnTo>
                    <a:pt x="10916" y="10331"/>
                  </a:lnTo>
                  <a:lnTo>
                    <a:pt x="10109" y="11175"/>
                  </a:lnTo>
                  <a:lnTo>
                    <a:pt x="9924" y="13877"/>
                  </a:lnTo>
                  <a:lnTo>
                    <a:pt x="12587" y="21109"/>
                  </a:lnTo>
                  <a:lnTo>
                    <a:pt x="17756" y="23004"/>
                  </a:lnTo>
                  <a:lnTo>
                    <a:pt x="19132" y="24340"/>
                  </a:lnTo>
                  <a:lnTo>
                    <a:pt x="16007" y="27047"/>
                  </a:lnTo>
                  <a:lnTo>
                    <a:pt x="17335" y="31630"/>
                  </a:lnTo>
                  <a:lnTo>
                    <a:pt x="17059" y="35623"/>
                  </a:lnTo>
                  <a:lnTo>
                    <a:pt x="11982" y="37948"/>
                  </a:lnTo>
                  <a:lnTo>
                    <a:pt x="8023" y="38191"/>
                  </a:lnTo>
                  <a:lnTo>
                    <a:pt x="5340" y="34713"/>
                  </a:lnTo>
                  <a:lnTo>
                    <a:pt x="2997" y="30991"/>
                  </a:lnTo>
                  <a:lnTo>
                    <a:pt x="1447" y="22991"/>
                  </a:lnTo>
                  <a:lnTo>
                    <a:pt x="1691" y="15924"/>
                  </a:lnTo>
                  <a:lnTo>
                    <a:pt x="0" y="13406"/>
                  </a:lnTo>
                  <a:lnTo>
                    <a:pt x="314" y="11781"/>
                  </a:lnTo>
                  <a:lnTo>
                    <a:pt x="6218" y="9774"/>
                  </a:lnTo>
                  <a:lnTo>
                    <a:pt x="10580" y="5207"/>
                  </a:lnTo>
                  <a:lnTo>
                    <a:pt x="12491" y="1975"/>
                  </a:lnTo>
                  <a:lnTo>
                    <a:pt x="176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h3765"/>
            <p:cNvSpPr/>
            <p:nvPr/>
          </p:nvSpPr>
          <p:spPr>
            <a:xfrm>
              <a:off x="7048905" y="3192094"/>
              <a:ext cx="27908" cy="27491"/>
            </a:xfrm>
            <a:custGeom>
              <a:avLst/>
              <a:pathLst>
                <a:path w="27908" h="27491">
                  <a:moveTo>
                    <a:pt x="19764" y="3701"/>
                  </a:moveTo>
                  <a:lnTo>
                    <a:pt x="27908" y="12040"/>
                  </a:lnTo>
                  <a:lnTo>
                    <a:pt x="25881" y="14584"/>
                  </a:lnTo>
                  <a:lnTo>
                    <a:pt x="26213" y="16086"/>
                  </a:lnTo>
                  <a:lnTo>
                    <a:pt x="25435" y="18717"/>
                  </a:lnTo>
                  <a:lnTo>
                    <a:pt x="23601" y="21419"/>
                  </a:lnTo>
                  <a:lnTo>
                    <a:pt x="20118" y="21857"/>
                  </a:lnTo>
                  <a:lnTo>
                    <a:pt x="20838" y="23740"/>
                  </a:lnTo>
                  <a:lnTo>
                    <a:pt x="18203" y="23939"/>
                  </a:lnTo>
                  <a:lnTo>
                    <a:pt x="17474" y="25276"/>
                  </a:lnTo>
                  <a:lnTo>
                    <a:pt x="18567" y="26509"/>
                  </a:lnTo>
                  <a:lnTo>
                    <a:pt x="18232" y="27491"/>
                  </a:lnTo>
                  <a:lnTo>
                    <a:pt x="15506" y="27078"/>
                  </a:lnTo>
                  <a:lnTo>
                    <a:pt x="11242" y="21692"/>
                  </a:lnTo>
                  <a:lnTo>
                    <a:pt x="7531" y="21446"/>
                  </a:lnTo>
                  <a:lnTo>
                    <a:pt x="6551" y="17634"/>
                  </a:lnTo>
                  <a:lnTo>
                    <a:pt x="4772" y="15518"/>
                  </a:lnTo>
                  <a:lnTo>
                    <a:pt x="3125" y="18615"/>
                  </a:lnTo>
                  <a:lnTo>
                    <a:pt x="2110" y="18941"/>
                  </a:lnTo>
                  <a:lnTo>
                    <a:pt x="0" y="15731"/>
                  </a:lnTo>
                  <a:lnTo>
                    <a:pt x="1223" y="13736"/>
                  </a:lnTo>
                  <a:lnTo>
                    <a:pt x="10520" y="6179"/>
                  </a:lnTo>
                  <a:lnTo>
                    <a:pt x="15201" y="3296"/>
                  </a:lnTo>
                  <a:lnTo>
                    <a:pt x="17029" y="3515"/>
                  </a:lnTo>
                  <a:lnTo>
                    <a:pt x="186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h3766"/>
            <p:cNvSpPr/>
            <p:nvPr/>
          </p:nvSpPr>
          <p:spPr>
            <a:xfrm>
              <a:off x="7194926" y="3390689"/>
              <a:ext cx="30962" cy="32034"/>
            </a:xfrm>
            <a:custGeom>
              <a:avLst/>
              <a:pathLst>
                <a:path w="30962" h="32034">
                  <a:moveTo>
                    <a:pt x="18010" y="1736"/>
                  </a:moveTo>
                  <a:lnTo>
                    <a:pt x="21721" y="2597"/>
                  </a:lnTo>
                  <a:lnTo>
                    <a:pt x="23663" y="6964"/>
                  </a:lnTo>
                  <a:lnTo>
                    <a:pt x="25409" y="7404"/>
                  </a:lnTo>
                  <a:lnTo>
                    <a:pt x="30962" y="12825"/>
                  </a:lnTo>
                  <a:lnTo>
                    <a:pt x="26489" y="17562"/>
                  </a:lnTo>
                  <a:lnTo>
                    <a:pt x="17893" y="29462"/>
                  </a:lnTo>
                  <a:lnTo>
                    <a:pt x="16189" y="32034"/>
                  </a:lnTo>
                  <a:lnTo>
                    <a:pt x="14597" y="28885"/>
                  </a:lnTo>
                  <a:lnTo>
                    <a:pt x="13005" y="28831"/>
                  </a:lnTo>
                  <a:lnTo>
                    <a:pt x="12370" y="30040"/>
                  </a:lnTo>
                  <a:lnTo>
                    <a:pt x="6680" y="21440"/>
                  </a:lnTo>
                  <a:lnTo>
                    <a:pt x="4748" y="19745"/>
                  </a:lnTo>
                  <a:lnTo>
                    <a:pt x="0" y="18061"/>
                  </a:lnTo>
                  <a:lnTo>
                    <a:pt x="276" y="16654"/>
                  </a:lnTo>
                  <a:lnTo>
                    <a:pt x="3969" y="15770"/>
                  </a:lnTo>
                  <a:lnTo>
                    <a:pt x="3078" y="14001"/>
                  </a:lnTo>
                  <a:lnTo>
                    <a:pt x="821" y="14837"/>
                  </a:lnTo>
                  <a:lnTo>
                    <a:pt x="2715" y="7047"/>
                  </a:lnTo>
                  <a:lnTo>
                    <a:pt x="4261" y="6947"/>
                  </a:lnTo>
                  <a:lnTo>
                    <a:pt x="6192" y="8109"/>
                  </a:lnTo>
                  <a:lnTo>
                    <a:pt x="9592" y="6043"/>
                  </a:lnTo>
                  <a:lnTo>
                    <a:pt x="1278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h3767"/>
            <p:cNvSpPr/>
            <p:nvPr/>
          </p:nvSpPr>
          <p:spPr>
            <a:xfrm>
              <a:off x="7168228" y="3417205"/>
              <a:ext cx="14383" cy="25017"/>
            </a:xfrm>
            <a:custGeom>
              <a:avLst/>
              <a:pathLst>
                <a:path w="14383" h="25017">
                  <a:moveTo>
                    <a:pt x="12216" y="1431"/>
                  </a:moveTo>
                  <a:lnTo>
                    <a:pt x="13611" y="2981"/>
                  </a:lnTo>
                  <a:lnTo>
                    <a:pt x="14383" y="5603"/>
                  </a:lnTo>
                  <a:lnTo>
                    <a:pt x="13403" y="7359"/>
                  </a:lnTo>
                  <a:lnTo>
                    <a:pt x="14194" y="10320"/>
                  </a:lnTo>
                  <a:lnTo>
                    <a:pt x="12954" y="21893"/>
                  </a:lnTo>
                  <a:lnTo>
                    <a:pt x="12056" y="24266"/>
                  </a:lnTo>
                  <a:lnTo>
                    <a:pt x="10028" y="25017"/>
                  </a:lnTo>
                  <a:lnTo>
                    <a:pt x="3090" y="23326"/>
                  </a:lnTo>
                  <a:lnTo>
                    <a:pt x="2124" y="19336"/>
                  </a:lnTo>
                  <a:lnTo>
                    <a:pt x="0" y="17602"/>
                  </a:lnTo>
                  <a:lnTo>
                    <a:pt x="6465" y="15345"/>
                  </a:lnTo>
                  <a:lnTo>
                    <a:pt x="6430" y="9897"/>
                  </a:lnTo>
                  <a:lnTo>
                    <a:pt x="4795" y="3887"/>
                  </a:lnTo>
                  <a:lnTo>
                    <a:pt x="88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h3768"/>
            <p:cNvSpPr/>
            <p:nvPr/>
          </p:nvSpPr>
          <p:spPr>
            <a:xfrm>
              <a:off x="6884123" y="3194713"/>
              <a:ext cx="78207" cy="55982"/>
            </a:xfrm>
            <a:custGeom>
              <a:avLst/>
              <a:pathLst>
                <a:path w="78207" h="55982">
                  <a:moveTo>
                    <a:pt x="41196" y="346"/>
                  </a:moveTo>
                  <a:lnTo>
                    <a:pt x="43161" y="1653"/>
                  </a:lnTo>
                  <a:lnTo>
                    <a:pt x="56665" y="4262"/>
                  </a:lnTo>
                  <a:lnTo>
                    <a:pt x="63001" y="1554"/>
                  </a:lnTo>
                  <a:lnTo>
                    <a:pt x="66193" y="1345"/>
                  </a:lnTo>
                  <a:lnTo>
                    <a:pt x="69888" y="6476"/>
                  </a:lnTo>
                  <a:lnTo>
                    <a:pt x="72216" y="11897"/>
                  </a:lnTo>
                  <a:lnTo>
                    <a:pt x="77774" y="12027"/>
                  </a:lnTo>
                  <a:lnTo>
                    <a:pt x="78207" y="11771"/>
                  </a:lnTo>
                  <a:lnTo>
                    <a:pt x="77355" y="15229"/>
                  </a:lnTo>
                  <a:lnTo>
                    <a:pt x="74947" y="15658"/>
                  </a:lnTo>
                  <a:lnTo>
                    <a:pt x="74658" y="17271"/>
                  </a:lnTo>
                  <a:lnTo>
                    <a:pt x="76189" y="21460"/>
                  </a:lnTo>
                  <a:lnTo>
                    <a:pt x="74631" y="26604"/>
                  </a:lnTo>
                  <a:lnTo>
                    <a:pt x="73302" y="28482"/>
                  </a:lnTo>
                  <a:lnTo>
                    <a:pt x="70820" y="29822"/>
                  </a:lnTo>
                  <a:lnTo>
                    <a:pt x="71509" y="39258"/>
                  </a:lnTo>
                  <a:lnTo>
                    <a:pt x="69857" y="41965"/>
                  </a:lnTo>
                  <a:lnTo>
                    <a:pt x="66657" y="42228"/>
                  </a:lnTo>
                  <a:lnTo>
                    <a:pt x="63099" y="45336"/>
                  </a:lnTo>
                  <a:lnTo>
                    <a:pt x="62713" y="50048"/>
                  </a:lnTo>
                  <a:lnTo>
                    <a:pt x="59614" y="55982"/>
                  </a:lnTo>
                  <a:lnTo>
                    <a:pt x="41907" y="51988"/>
                  </a:lnTo>
                  <a:lnTo>
                    <a:pt x="37600" y="48333"/>
                  </a:lnTo>
                  <a:lnTo>
                    <a:pt x="35592" y="49301"/>
                  </a:lnTo>
                  <a:lnTo>
                    <a:pt x="33455" y="51582"/>
                  </a:lnTo>
                  <a:lnTo>
                    <a:pt x="28154" y="51394"/>
                  </a:lnTo>
                  <a:lnTo>
                    <a:pt x="25728" y="50037"/>
                  </a:lnTo>
                  <a:lnTo>
                    <a:pt x="8971" y="39254"/>
                  </a:lnTo>
                  <a:lnTo>
                    <a:pt x="8534" y="35577"/>
                  </a:lnTo>
                  <a:lnTo>
                    <a:pt x="12367" y="29610"/>
                  </a:lnTo>
                  <a:lnTo>
                    <a:pt x="5853" y="21235"/>
                  </a:lnTo>
                  <a:lnTo>
                    <a:pt x="0" y="15827"/>
                  </a:lnTo>
                  <a:lnTo>
                    <a:pt x="2827" y="9234"/>
                  </a:lnTo>
                  <a:lnTo>
                    <a:pt x="4950" y="6994"/>
                  </a:lnTo>
                  <a:lnTo>
                    <a:pt x="7466" y="6538"/>
                  </a:lnTo>
                  <a:lnTo>
                    <a:pt x="12881" y="6366"/>
                  </a:lnTo>
                  <a:lnTo>
                    <a:pt x="22412" y="2567"/>
                  </a:lnTo>
                  <a:lnTo>
                    <a:pt x="3171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h3769"/>
            <p:cNvSpPr/>
            <p:nvPr/>
          </p:nvSpPr>
          <p:spPr>
            <a:xfrm>
              <a:off x="7268786" y="3308511"/>
              <a:ext cx="21049" cy="16855"/>
            </a:xfrm>
            <a:custGeom>
              <a:avLst/>
              <a:pathLst>
                <a:path w="21049" h="16855">
                  <a:moveTo>
                    <a:pt x="7697" y="1306"/>
                  </a:moveTo>
                  <a:lnTo>
                    <a:pt x="10669" y="4289"/>
                  </a:lnTo>
                  <a:lnTo>
                    <a:pt x="14835" y="3450"/>
                  </a:lnTo>
                  <a:lnTo>
                    <a:pt x="21049" y="12779"/>
                  </a:lnTo>
                  <a:lnTo>
                    <a:pt x="20841" y="14599"/>
                  </a:lnTo>
                  <a:lnTo>
                    <a:pt x="16985" y="16855"/>
                  </a:lnTo>
                  <a:lnTo>
                    <a:pt x="12118" y="14636"/>
                  </a:lnTo>
                  <a:lnTo>
                    <a:pt x="8597" y="10474"/>
                  </a:lnTo>
                  <a:lnTo>
                    <a:pt x="6683" y="10387"/>
                  </a:lnTo>
                  <a:lnTo>
                    <a:pt x="2067" y="8196"/>
                  </a:lnTo>
                  <a:lnTo>
                    <a:pt x="0" y="2434"/>
                  </a:lnTo>
                  <a:lnTo>
                    <a:pt x="1639" y="794"/>
                  </a:lnTo>
                  <a:lnTo>
                    <a:pt x="4150" y="42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h3770"/>
            <p:cNvSpPr/>
            <p:nvPr/>
          </p:nvSpPr>
          <p:spPr>
            <a:xfrm>
              <a:off x="7081493" y="3179638"/>
              <a:ext cx="26433" cy="29718"/>
            </a:xfrm>
            <a:custGeom>
              <a:avLst/>
              <a:pathLst>
                <a:path w="26433" h="29718">
                  <a:moveTo>
                    <a:pt x="19279" y="58"/>
                  </a:moveTo>
                  <a:lnTo>
                    <a:pt x="21282" y="1290"/>
                  </a:lnTo>
                  <a:lnTo>
                    <a:pt x="22284" y="0"/>
                  </a:lnTo>
                  <a:lnTo>
                    <a:pt x="24618" y="3815"/>
                  </a:lnTo>
                  <a:lnTo>
                    <a:pt x="24343" y="7852"/>
                  </a:lnTo>
                  <a:lnTo>
                    <a:pt x="25478" y="6500"/>
                  </a:lnTo>
                  <a:lnTo>
                    <a:pt x="26433" y="7294"/>
                  </a:lnTo>
                  <a:lnTo>
                    <a:pt x="25480" y="11328"/>
                  </a:lnTo>
                  <a:lnTo>
                    <a:pt x="22309" y="12310"/>
                  </a:lnTo>
                  <a:lnTo>
                    <a:pt x="19073" y="14941"/>
                  </a:lnTo>
                  <a:lnTo>
                    <a:pt x="17416" y="17361"/>
                  </a:lnTo>
                  <a:lnTo>
                    <a:pt x="15756" y="22758"/>
                  </a:lnTo>
                  <a:lnTo>
                    <a:pt x="16920" y="25767"/>
                  </a:lnTo>
                  <a:lnTo>
                    <a:pt x="16601" y="26703"/>
                  </a:lnTo>
                  <a:lnTo>
                    <a:pt x="13457" y="23147"/>
                  </a:lnTo>
                  <a:lnTo>
                    <a:pt x="7724" y="20199"/>
                  </a:lnTo>
                  <a:lnTo>
                    <a:pt x="5314" y="22312"/>
                  </a:lnTo>
                  <a:lnTo>
                    <a:pt x="4778" y="29718"/>
                  </a:lnTo>
                  <a:lnTo>
                    <a:pt x="3431" y="29660"/>
                  </a:lnTo>
                  <a:lnTo>
                    <a:pt x="1848" y="28290"/>
                  </a:lnTo>
                  <a:lnTo>
                    <a:pt x="1573" y="26560"/>
                  </a:lnTo>
                  <a:lnTo>
                    <a:pt x="2360" y="25671"/>
                  </a:lnTo>
                  <a:lnTo>
                    <a:pt x="0" y="18739"/>
                  </a:lnTo>
                  <a:lnTo>
                    <a:pt x="988" y="12785"/>
                  </a:lnTo>
                  <a:lnTo>
                    <a:pt x="460" y="11701"/>
                  </a:lnTo>
                  <a:lnTo>
                    <a:pt x="2742" y="6818"/>
                  </a:lnTo>
                  <a:lnTo>
                    <a:pt x="8551" y="4080"/>
                  </a:lnTo>
                  <a:lnTo>
                    <a:pt x="14441" y="367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h3771"/>
            <p:cNvSpPr/>
            <p:nvPr/>
          </p:nvSpPr>
          <p:spPr>
            <a:xfrm>
              <a:off x="7011562" y="3238104"/>
              <a:ext cx="53627" cy="93301"/>
            </a:xfrm>
            <a:custGeom>
              <a:avLst/>
              <a:pathLst>
                <a:path w="53627" h="93301">
                  <a:moveTo>
                    <a:pt x="17677" y="0"/>
                  </a:moveTo>
                  <a:lnTo>
                    <a:pt x="18706" y="2910"/>
                  </a:lnTo>
                  <a:lnTo>
                    <a:pt x="22127" y="5172"/>
                  </a:lnTo>
                  <a:lnTo>
                    <a:pt x="26449" y="622"/>
                  </a:lnTo>
                  <a:lnTo>
                    <a:pt x="29749" y="4279"/>
                  </a:lnTo>
                  <a:lnTo>
                    <a:pt x="28740" y="7006"/>
                  </a:lnTo>
                  <a:lnTo>
                    <a:pt x="32243" y="13071"/>
                  </a:lnTo>
                  <a:lnTo>
                    <a:pt x="33390" y="13896"/>
                  </a:lnTo>
                  <a:lnTo>
                    <a:pt x="39913" y="16471"/>
                  </a:lnTo>
                  <a:lnTo>
                    <a:pt x="47726" y="8706"/>
                  </a:lnTo>
                  <a:lnTo>
                    <a:pt x="51946" y="11668"/>
                  </a:lnTo>
                  <a:lnTo>
                    <a:pt x="52374" y="15971"/>
                  </a:lnTo>
                  <a:lnTo>
                    <a:pt x="53408" y="17103"/>
                  </a:lnTo>
                  <a:lnTo>
                    <a:pt x="52717" y="21414"/>
                  </a:lnTo>
                  <a:lnTo>
                    <a:pt x="53627" y="23363"/>
                  </a:lnTo>
                  <a:lnTo>
                    <a:pt x="43599" y="26173"/>
                  </a:lnTo>
                  <a:lnTo>
                    <a:pt x="45871" y="29962"/>
                  </a:lnTo>
                  <a:lnTo>
                    <a:pt x="46786" y="41489"/>
                  </a:lnTo>
                  <a:lnTo>
                    <a:pt x="50663" y="46437"/>
                  </a:lnTo>
                  <a:lnTo>
                    <a:pt x="49349" y="47696"/>
                  </a:lnTo>
                  <a:lnTo>
                    <a:pt x="48134" y="47742"/>
                  </a:lnTo>
                  <a:lnTo>
                    <a:pt x="47088" y="49635"/>
                  </a:lnTo>
                  <a:lnTo>
                    <a:pt x="47049" y="51564"/>
                  </a:lnTo>
                  <a:lnTo>
                    <a:pt x="49010" y="55108"/>
                  </a:lnTo>
                  <a:lnTo>
                    <a:pt x="49173" y="60091"/>
                  </a:lnTo>
                  <a:lnTo>
                    <a:pt x="47807" y="69840"/>
                  </a:lnTo>
                  <a:lnTo>
                    <a:pt x="50023" y="74807"/>
                  </a:lnTo>
                  <a:lnTo>
                    <a:pt x="49445" y="79236"/>
                  </a:lnTo>
                  <a:lnTo>
                    <a:pt x="46366" y="76495"/>
                  </a:lnTo>
                  <a:lnTo>
                    <a:pt x="40330" y="78553"/>
                  </a:lnTo>
                  <a:lnTo>
                    <a:pt x="41404" y="86866"/>
                  </a:lnTo>
                  <a:lnTo>
                    <a:pt x="40467" y="89019"/>
                  </a:lnTo>
                  <a:lnTo>
                    <a:pt x="43202" y="92471"/>
                  </a:lnTo>
                  <a:lnTo>
                    <a:pt x="37245" y="93301"/>
                  </a:lnTo>
                  <a:lnTo>
                    <a:pt x="33305" y="91193"/>
                  </a:lnTo>
                  <a:lnTo>
                    <a:pt x="17245" y="85850"/>
                  </a:lnTo>
                  <a:lnTo>
                    <a:pt x="8060" y="83987"/>
                  </a:lnTo>
                  <a:lnTo>
                    <a:pt x="8561" y="77920"/>
                  </a:lnTo>
                  <a:lnTo>
                    <a:pt x="6394" y="74816"/>
                  </a:lnTo>
                  <a:lnTo>
                    <a:pt x="6790" y="69371"/>
                  </a:lnTo>
                  <a:lnTo>
                    <a:pt x="4852" y="64145"/>
                  </a:lnTo>
                  <a:lnTo>
                    <a:pt x="989" y="59417"/>
                  </a:lnTo>
                  <a:lnTo>
                    <a:pt x="0" y="55995"/>
                  </a:lnTo>
                  <a:lnTo>
                    <a:pt x="994" y="49384"/>
                  </a:lnTo>
                  <a:lnTo>
                    <a:pt x="2946" y="45977"/>
                  </a:lnTo>
                  <a:lnTo>
                    <a:pt x="3541" y="42824"/>
                  </a:lnTo>
                  <a:lnTo>
                    <a:pt x="3643" y="32911"/>
                  </a:lnTo>
                  <a:lnTo>
                    <a:pt x="7765" y="32138"/>
                  </a:lnTo>
                  <a:lnTo>
                    <a:pt x="10203" y="28744"/>
                  </a:lnTo>
                  <a:lnTo>
                    <a:pt x="13820" y="20822"/>
                  </a:lnTo>
                  <a:lnTo>
                    <a:pt x="12958" y="16738"/>
                  </a:lnTo>
                  <a:lnTo>
                    <a:pt x="8939" y="9066"/>
                  </a:lnTo>
                  <a:lnTo>
                    <a:pt x="10534" y="4425"/>
                  </a:lnTo>
                  <a:lnTo>
                    <a:pt x="14608" y="71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h3772"/>
            <p:cNvSpPr/>
            <p:nvPr/>
          </p:nvSpPr>
          <p:spPr>
            <a:xfrm>
              <a:off x="7128314" y="3385925"/>
              <a:ext cx="48723" cy="54606"/>
            </a:xfrm>
            <a:custGeom>
              <a:avLst/>
              <a:pathLst>
                <a:path w="48723" h="54606">
                  <a:moveTo>
                    <a:pt x="20552" y="0"/>
                  </a:moveTo>
                  <a:lnTo>
                    <a:pt x="20579" y="925"/>
                  </a:lnTo>
                  <a:lnTo>
                    <a:pt x="23657" y="1678"/>
                  </a:lnTo>
                  <a:lnTo>
                    <a:pt x="22042" y="6339"/>
                  </a:lnTo>
                  <a:lnTo>
                    <a:pt x="25865" y="10535"/>
                  </a:lnTo>
                  <a:lnTo>
                    <a:pt x="30805" y="13504"/>
                  </a:lnTo>
                  <a:lnTo>
                    <a:pt x="29472" y="16432"/>
                  </a:lnTo>
                  <a:lnTo>
                    <a:pt x="25465" y="16277"/>
                  </a:lnTo>
                  <a:lnTo>
                    <a:pt x="24953" y="19511"/>
                  </a:lnTo>
                  <a:lnTo>
                    <a:pt x="27202" y="21818"/>
                  </a:lnTo>
                  <a:lnTo>
                    <a:pt x="30460" y="22334"/>
                  </a:lnTo>
                  <a:lnTo>
                    <a:pt x="30035" y="18938"/>
                  </a:lnTo>
                  <a:lnTo>
                    <a:pt x="36894" y="21395"/>
                  </a:lnTo>
                  <a:lnTo>
                    <a:pt x="39471" y="26026"/>
                  </a:lnTo>
                  <a:lnTo>
                    <a:pt x="42191" y="23603"/>
                  </a:lnTo>
                  <a:lnTo>
                    <a:pt x="45180" y="25669"/>
                  </a:lnTo>
                  <a:lnTo>
                    <a:pt x="46692" y="30530"/>
                  </a:lnTo>
                  <a:lnTo>
                    <a:pt x="48723" y="31279"/>
                  </a:lnTo>
                  <a:lnTo>
                    <a:pt x="44709" y="35167"/>
                  </a:lnTo>
                  <a:lnTo>
                    <a:pt x="46344" y="41177"/>
                  </a:lnTo>
                  <a:lnTo>
                    <a:pt x="46379" y="46625"/>
                  </a:lnTo>
                  <a:lnTo>
                    <a:pt x="39914" y="48882"/>
                  </a:lnTo>
                  <a:lnTo>
                    <a:pt x="42038" y="50615"/>
                  </a:lnTo>
                  <a:lnTo>
                    <a:pt x="43004" y="54606"/>
                  </a:lnTo>
                  <a:lnTo>
                    <a:pt x="20233" y="50455"/>
                  </a:lnTo>
                  <a:lnTo>
                    <a:pt x="8176" y="49850"/>
                  </a:lnTo>
                  <a:lnTo>
                    <a:pt x="1976" y="50694"/>
                  </a:lnTo>
                  <a:lnTo>
                    <a:pt x="0" y="42114"/>
                  </a:lnTo>
                  <a:lnTo>
                    <a:pt x="3454" y="35996"/>
                  </a:lnTo>
                  <a:lnTo>
                    <a:pt x="8104" y="33832"/>
                  </a:lnTo>
                  <a:lnTo>
                    <a:pt x="11677" y="30422"/>
                  </a:lnTo>
                  <a:lnTo>
                    <a:pt x="13208" y="25982"/>
                  </a:lnTo>
                  <a:lnTo>
                    <a:pt x="12808" y="22739"/>
                  </a:lnTo>
                  <a:lnTo>
                    <a:pt x="10941" y="18714"/>
                  </a:lnTo>
                  <a:lnTo>
                    <a:pt x="12246" y="17926"/>
                  </a:lnTo>
                  <a:lnTo>
                    <a:pt x="14865" y="17920"/>
                  </a:lnTo>
                  <a:lnTo>
                    <a:pt x="18444" y="12353"/>
                  </a:lnTo>
                  <a:lnTo>
                    <a:pt x="18160" y="10982"/>
                  </a:lnTo>
                  <a:lnTo>
                    <a:pt x="16284" y="9529"/>
                  </a:lnTo>
                  <a:lnTo>
                    <a:pt x="14764" y="9325"/>
                  </a:lnTo>
                  <a:lnTo>
                    <a:pt x="11054" y="11999"/>
                  </a:lnTo>
                  <a:lnTo>
                    <a:pt x="7638" y="13007"/>
                  </a:lnTo>
                  <a:lnTo>
                    <a:pt x="3899" y="12716"/>
                  </a:lnTo>
                  <a:lnTo>
                    <a:pt x="1107" y="10184"/>
                  </a:lnTo>
                  <a:lnTo>
                    <a:pt x="1007" y="6432"/>
                  </a:lnTo>
                  <a:lnTo>
                    <a:pt x="3490" y="5848"/>
                  </a:lnTo>
                  <a:lnTo>
                    <a:pt x="6574" y="6205"/>
                  </a:lnTo>
                  <a:lnTo>
                    <a:pt x="7593" y="5595"/>
                  </a:lnTo>
                  <a:lnTo>
                    <a:pt x="10241" y="5968"/>
                  </a:lnTo>
                  <a:lnTo>
                    <a:pt x="15174" y="457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h3773"/>
            <p:cNvSpPr/>
            <p:nvPr/>
          </p:nvSpPr>
          <p:spPr>
            <a:xfrm>
              <a:off x="7229414" y="3298504"/>
              <a:ext cx="46055" cy="48400"/>
            </a:xfrm>
            <a:custGeom>
              <a:avLst/>
              <a:pathLst>
                <a:path w="46055" h="48400">
                  <a:moveTo>
                    <a:pt x="30642" y="3478"/>
                  </a:moveTo>
                  <a:lnTo>
                    <a:pt x="32743" y="8297"/>
                  </a:lnTo>
                  <a:lnTo>
                    <a:pt x="31681" y="8728"/>
                  </a:lnTo>
                  <a:lnTo>
                    <a:pt x="31148" y="10741"/>
                  </a:lnTo>
                  <a:lnTo>
                    <a:pt x="32039" y="12262"/>
                  </a:lnTo>
                  <a:lnTo>
                    <a:pt x="39565" y="19346"/>
                  </a:lnTo>
                  <a:lnTo>
                    <a:pt x="41439" y="18203"/>
                  </a:lnTo>
                  <a:lnTo>
                    <a:pt x="46055" y="20393"/>
                  </a:lnTo>
                  <a:lnTo>
                    <a:pt x="44648" y="23564"/>
                  </a:lnTo>
                  <a:lnTo>
                    <a:pt x="43813" y="26448"/>
                  </a:lnTo>
                  <a:lnTo>
                    <a:pt x="41896" y="26723"/>
                  </a:lnTo>
                  <a:lnTo>
                    <a:pt x="41375" y="24535"/>
                  </a:lnTo>
                  <a:lnTo>
                    <a:pt x="37947" y="26483"/>
                  </a:lnTo>
                  <a:lnTo>
                    <a:pt x="34287" y="29875"/>
                  </a:lnTo>
                  <a:lnTo>
                    <a:pt x="34140" y="35258"/>
                  </a:lnTo>
                  <a:lnTo>
                    <a:pt x="35491" y="35584"/>
                  </a:lnTo>
                  <a:lnTo>
                    <a:pt x="38409" y="33723"/>
                  </a:lnTo>
                  <a:lnTo>
                    <a:pt x="39929" y="38649"/>
                  </a:lnTo>
                  <a:lnTo>
                    <a:pt x="40178" y="43865"/>
                  </a:lnTo>
                  <a:lnTo>
                    <a:pt x="38021" y="48400"/>
                  </a:lnTo>
                  <a:lnTo>
                    <a:pt x="35272" y="48354"/>
                  </a:lnTo>
                  <a:lnTo>
                    <a:pt x="34511" y="43776"/>
                  </a:lnTo>
                  <a:lnTo>
                    <a:pt x="37808" y="38331"/>
                  </a:lnTo>
                  <a:lnTo>
                    <a:pt x="32369" y="37988"/>
                  </a:lnTo>
                  <a:lnTo>
                    <a:pt x="32252" y="38741"/>
                  </a:lnTo>
                  <a:lnTo>
                    <a:pt x="29570" y="39501"/>
                  </a:lnTo>
                  <a:lnTo>
                    <a:pt x="26632" y="38656"/>
                  </a:lnTo>
                  <a:lnTo>
                    <a:pt x="27632" y="34412"/>
                  </a:lnTo>
                  <a:lnTo>
                    <a:pt x="31979" y="33907"/>
                  </a:lnTo>
                  <a:lnTo>
                    <a:pt x="30412" y="30659"/>
                  </a:lnTo>
                  <a:lnTo>
                    <a:pt x="27875" y="28651"/>
                  </a:lnTo>
                  <a:lnTo>
                    <a:pt x="24460" y="30813"/>
                  </a:lnTo>
                  <a:lnTo>
                    <a:pt x="18419" y="30794"/>
                  </a:lnTo>
                  <a:lnTo>
                    <a:pt x="19608" y="28458"/>
                  </a:lnTo>
                  <a:lnTo>
                    <a:pt x="18046" y="26642"/>
                  </a:lnTo>
                  <a:lnTo>
                    <a:pt x="4076" y="22987"/>
                  </a:lnTo>
                  <a:lnTo>
                    <a:pt x="1243" y="24335"/>
                  </a:lnTo>
                  <a:lnTo>
                    <a:pt x="0" y="18751"/>
                  </a:lnTo>
                  <a:lnTo>
                    <a:pt x="4943" y="16325"/>
                  </a:lnTo>
                  <a:lnTo>
                    <a:pt x="5333" y="8119"/>
                  </a:lnTo>
                  <a:lnTo>
                    <a:pt x="6418" y="13530"/>
                  </a:lnTo>
                  <a:lnTo>
                    <a:pt x="9707" y="12909"/>
                  </a:lnTo>
                  <a:lnTo>
                    <a:pt x="10938" y="6854"/>
                  </a:lnTo>
                  <a:lnTo>
                    <a:pt x="22561" y="3280"/>
                  </a:lnTo>
                  <a:lnTo>
                    <a:pt x="2796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h3774"/>
            <p:cNvSpPr/>
            <p:nvPr/>
          </p:nvSpPr>
          <p:spPr>
            <a:xfrm>
              <a:off x="6895931" y="3274484"/>
              <a:ext cx="72041" cy="79449"/>
            </a:xfrm>
            <a:custGeom>
              <a:avLst/>
              <a:pathLst>
                <a:path w="72041" h="79449">
                  <a:moveTo>
                    <a:pt x="27502" y="0"/>
                  </a:moveTo>
                  <a:lnTo>
                    <a:pt x="31267" y="1718"/>
                  </a:lnTo>
                  <a:lnTo>
                    <a:pt x="39266" y="3485"/>
                  </a:lnTo>
                  <a:lnTo>
                    <a:pt x="36932" y="9951"/>
                  </a:lnTo>
                  <a:lnTo>
                    <a:pt x="42433" y="28282"/>
                  </a:lnTo>
                  <a:lnTo>
                    <a:pt x="50558" y="24602"/>
                  </a:lnTo>
                  <a:lnTo>
                    <a:pt x="49910" y="19692"/>
                  </a:lnTo>
                  <a:lnTo>
                    <a:pt x="56882" y="17322"/>
                  </a:lnTo>
                  <a:lnTo>
                    <a:pt x="61107" y="24106"/>
                  </a:lnTo>
                  <a:lnTo>
                    <a:pt x="66286" y="26202"/>
                  </a:lnTo>
                  <a:lnTo>
                    <a:pt x="72041" y="31640"/>
                  </a:lnTo>
                  <a:lnTo>
                    <a:pt x="69030" y="42121"/>
                  </a:lnTo>
                  <a:lnTo>
                    <a:pt x="71832" y="41577"/>
                  </a:lnTo>
                  <a:lnTo>
                    <a:pt x="71061" y="44079"/>
                  </a:lnTo>
                  <a:lnTo>
                    <a:pt x="68979" y="47750"/>
                  </a:lnTo>
                  <a:lnTo>
                    <a:pt x="63796" y="47292"/>
                  </a:lnTo>
                  <a:lnTo>
                    <a:pt x="60104" y="44666"/>
                  </a:lnTo>
                  <a:lnTo>
                    <a:pt x="57399" y="51998"/>
                  </a:lnTo>
                  <a:lnTo>
                    <a:pt x="60261" y="57902"/>
                  </a:lnTo>
                  <a:lnTo>
                    <a:pt x="54164" y="60832"/>
                  </a:lnTo>
                  <a:lnTo>
                    <a:pt x="52147" y="63001"/>
                  </a:lnTo>
                  <a:lnTo>
                    <a:pt x="51457" y="64688"/>
                  </a:lnTo>
                  <a:lnTo>
                    <a:pt x="53468" y="70331"/>
                  </a:lnTo>
                  <a:lnTo>
                    <a:pt x="47102" y="79449"/>
                  </a:lnTo>
                  <a:lnTo>
                    <a:pt x="36526" y="71908"/>
                  </a:lnTo>
                  <a:lnTo>
                    <a:pt x="33995" y="68500"/>
                  </a:lnTo>
                  <a:lnTo>
                    <a:pt x="29422" y="65394"/>
                  </a:lnTo>
                  <a:lnTo>
                    <a:pt x="0" y="53311"/>
                  </a:lnTo>
                  <a:lnTo>
                    <a:pt x="1223" y="49721"/>
                  </a:lnTo>
                  <a:lnTo>
                    <a:pt x="7351" y="48234"/>
                  </a:lnTo>
                  <a:lnTo>
                    <a:pt x="9337" y="43568"/>
                  </a:lnTo>
                  <a:lnTo>
                    <a:pt x="10287" y="39126"/>
                  </a:lnTo>
                  <a:lnTo>
                    <a:pt x="10158" y="32355"/>
                  </a:lnTo>
                  <a:lnTo>
                    <a:pt x="4554" y="28607"/>
                  </a:lnTo>
                  <a:lnTo>
                    <a:pt x="5985" y="28321"/>
                  </a:lnTo>
                  <a:lnTo>
                    <a:pt x="10863" y="30859"/>
                  </a:lnTo>
                  <a:lnTo>
                    <a:pt x="11335" y="29829"/>
                  </a:lnTo>
                  <a:lnTo>
                    <a:pt x="10314" y="24369"/>
                  </a:lnTo>
                  <a:lnTo>
                    <a:pt x="8750" y="23668"/>
                  </a:lnTo>
                  <a:lnTo>
                    <a:pt x="9365" y="20810"/>
                  </a:lnTo>
                  <a:lnTo>
                    <a:pt x="13932" y="15902"/>
                  </a:lnTo>
                  <a:lnTo>
                    <a:pt x="15051" y="15565"/>
                  </a:lnTo>
                  <a:lnTo>
                    <a:pt x="16400" y="16025"/>
                  </a:lnTo>
                  <a:lnTo>
                    <a:pt x="20643" y="21035"/>
                  </a:lnTo>
                  <a:lnTo>
                    <a:pt x="22787" y="20663"/>
                  </a:lnTo>
                  <a:lnTo>
                    <a:pt x="22002" y="18399"/>
                  </a:lnTo>
                  <a:lnTo>
                    <a:pt x="23567" y="14334"/>
                  </a:lnTo>
                  <a:lnTo>
                    <a:pt x="25132" y="13701"/>
                  </a:lnTo>
                  <a:lnTo>
                    <a:pt x="27332" y="15019"/>
                  </a:lnTo>
                  <a:lnTo>
                    <a:pt x="28505" y="13028"/>
                  </a:lnTo>
                  <a:lnTo>
                    <a:pt x="27460" y="8655"/>
                  </a:lnTo>
                  <a:lnTo>
                    <a:pt x="28800" y="714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h3775"/>
            <p:cNvSpPr/>
            <p:nvPr/>
          </p:nvSpPr>
          <p:spPr>
            <a:xfrm>
              <a:off x="7036960" y="3207612"/>
              <a:ext cx="33121" cy="46963"/>
            </a:xfrm>
            <a:custGeom>
              <a:avLst/>
              <a:pathLst>
                <a:path w="33121" h="46963">
                  <a:moveTo>
                    <a:pt x="16718" y="0"/>
                  </a:moveTo>
                  <a:lnTo>
                    <a:pt x="18497" y="2116"/>
                  </a:lnTo>
                  <a:lnTo>
                    <a:pt x="19477" y="5928"/>
                  </a:lnTo>
                  <a:lnTo>
                    <a:pt x="23188" y="6174"/>
                  </a:lnTo>
                  <a:lnTo>
                    <a:pt x="27452" y="11560"/>
                  </a:lnTo>
                  <a:lnTo>
                    <a:pt x="30178" y="11973"/>
                  </a:lnTo>
                  <a:lnTo>
                    <a:pt x="30513" y="10991"/>
                  </a:lnTo>
                  <a:lnTo>
                    <a:pt x="29420" y="9758"/>
                  </a:lnTo>
                  <a:lnTo>
                    <a:pt x="30149" y="8420"/>
                  </a:lnTo>
                  <a:lnTo>
                    <a:pt x="32784" y="8222"/>
                  </a:lnTo>
                  <a:lnTo>
                    <a:pt x="32667" y="10131"/>
                  </a:lnTo>
                  <a:lnTo>
                    <a:pt x="28349" y="16411"/>
                  </a:lnTo>
                  <a:lnTo>
                    <a:pt x="29008" y="18805"/>
                  </a:lnTo>
                  <a:lnTo>
                    <a:pt x="31898" y="19124"/>
                  </a:lnTo>
                  <a:lnTo>
                    <a:pt x="33121" y="20258"/>
                  </a:lnTo>
                  <a:lnTo>
                    <a:pt x="28227" y="27905"/>
                  </a:lnTo>
                  <a:lnTo>
                    <a:pt x="29126" y="29671"/>
                  </a:lnTo>
                  <a:lnTo>
                    <a:pt x="28553" y="30096"/>
                  </a:lnTo>
                  <a:lnTo>
                    <a:pt x="30226" y="39357"/>
                  </a:lnTo>
                  <a:lnTo>
                    <a:pt x="26548" y="42160"/>
                  </a:lnTo>
                  <a:lnTo>
                    <a:pt x="22328" y="39198"/>
                  </a:lnTo>
                  <a:lnTo>
                    <a:pt x="14516" y="46963"/>
                  </a:lnTo>
                  <a:lnTo>
                    <a:pt x="7993" y="44387"/>
                  </a:lnTo>
                  <a:lnTo>
                    <a:pt x="6845" y="43562"/>
                  </a:lnTo>
                  <a:lnTo>
                    <a:pt x="3342" y="37498"/>
                  </a:lnTo>
                  <a:lnTo>
                    <a:pt x="4352" y="34771"/>
                  </a:lnTo>
                  <a:lnTo>
                    <a:pt x="1051" y="31114"/>
                  </a:lnTo>
                  <a:lnTo>
                    <a:pt x="283" y="25458"/>
                  </a:lnTo>
                  <a:lnTo>
                    <a:pt x="1673" y="20339"/>
                  </a:lnTo>
                  <a:lnTo>
                    <a:pt x="1593" y="17803"/>
                  </a:lnTo>
                  <a:lnTo>
                    <a:pt x="0" y="15380"/>
                  </a:lnTo>
                  <a:lnTo>
                    <a:pt x="4528" y="9564"/>
                  </a:lnTo>
                  <a:lnTo>
                    <a:pt x="3877" y="6783"/>
                  </a:lnTo>
                  <a:lnTo>
                    <a:pt x="5286" y="7150"/>
                  </a:lnTo>
                  <a:lnTo>
                    <a:pt x="6693" y="4604"/>
                  </a:lnTo>
                  <a:lnTo>
                    <a:pt x="11945" y="213"/>
                  </a:lnTo>
                  <a:lnTo>
                    <a:pt x="14056" y="3423"/>
                  </a:lnTo>
                  <a:lnTo>
                    <a:pt x="15071" y="309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h3776"/>
            <p:cNvSpPr/>
            <p:nvPr/>
          </p:nvSpPr>
          <p:spPr>
            <a:xfrm>
              <a:off x="7172670" y="3371350"/>
              <a:ext cx="40267" cy="52467"/>
            </a:xfrm>
            <a:custGeom>
              <a:avLst/>
              <a:pathLst>
                <a:path w="40267" h="52467">
                  <a:moveTo>
                    <a:pt x="7438" y="0"/>
                  </a:moveTo>
                  <a:lnTo>
                    <a:pt x="10365" y="2839"/>
                  </a:lnTo>
                  <a:lnTo>
                    <a:pt x="10866" y="1718"/>
                  </a:lnTo>
                  <a:lnTo>
                    <a:pt x="12375" y="1978"/>
                  </a:lnTo>
                  <a:lnTo>
                    <a:pt x="13621" y="4523"/>
                  </a:lnTo>
                  <a:lnTo>
                    <a:pt x="15003" y="5588"/>
                  </a:lnTo>
                  <a:lnTo>
                    <a:pt x="29347" y="8790"/>
                  </a:lnTo>
                  <a:lnTo>
                    <a:pt x="39397" y="18594"/>
                  </a:lnTo>
                  <a:lnTo>
                    <a:pt x="40267" y="21075"/>
                  </a:lnTo>
                  <a:lnTo>
                    <a:pt x="35043" y="19338"/>
                  </a:lnTo>
                  <a:lnTo>
                    <a:pt x="31848" y="25382"/>
                  </a:lnTo>
                  <a:lnTo>
                    <a:pt x="28449" y="27448"/>
                  </a:lnTo>
                  <a:lnTo>
                    <a:pt x="26517" y="26286"/>
                  </a:lnTo>
                  <a:lnTo>
                    <a:pt x="24972" y="26385"/>
                  </a:lnTo>
                  <a:lnTo>
                    <a:pt x="23078" y="34175"/>
                  </a:lnTo>
                  <a:lnTo>
                    <a:pt x="25334" y="33340"/>
                  </a:lnTo>
                  <a:lnTo>
                    <a:pt x="26225" y="35109"/>
                  </a:lnTo>
                  <a:lnTo>
                    <a:pt x="22532" y="35992"/>
                  </a:lnTo>
                  <a:lnTo>
                    <a:pt x="22256" y="37400"/>
                  </a:lnTo>
                  <a:lnTo>
                    <a:pt x="27005" y="39083"/>
                  </a:lnTo>
                  <a:lnTo>
                    <a:pt x="28936" y="40779"/>
                  </a:lnTo>
                  <a:lnTo>
                    <a:pt x="34626" y="49378"/>
                  </a:lnTo>
                  <a:lnTo>
                    <a:pt x="35316" y="50802"/>
                  </a:lnTo>
                  <a:lnTo>
                    <a:pt x="26012" y="52467"/>
                  </a:lnTo>
                  <a:lnTo>
                    <a:pt x="23646" y="51722"/>
                  </a:lnTo>
                  <a:lnTo>
                    <a:pt x="18009" y="50526"/>
                  </a:lnTo>
                  <a:lnTo>
                    <a:pt x="13531" y="50892"/>
                  </a:lnTo>
                  <a:lnTo>
                    <a:pt x="13085" y="49866"/>
                  </a:lnTo>
                  <a:lnTo>
                    <a:pt x="13735" y="22276"/>
                  </a:lnTo>
                  <a:lnTo>
                    <a:pt x="11378" y="17946"/>
                  </a:lnTo>
                  <a:lnTo>
                    <a:pt x="5566" y="19712"/>
                  </a:lnTo>
                  <a:lnTo>
                    <a:pt x="1743" y="18535"/>
                  </a:lnTo>
                  <a:lnTo>
                    <a:pt x="0" y="16789"/>
                  </a:lnTo>
                  <a:lnTo>
                    <a:pt x="257" y="15105"/>
                  </a:lnTo>
                  <a:lnTo>
                    <a:pt x="1873" y="12816"/>
                  </a:lnTo>
                  <a:lnTo>
                    <a:pt x="529" y="382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h3777"/>
            <p:cNvSpPr/>
            <p:nvPr/>
          </p:nvSpPr>
          <p:spPr>
            <a:xfrm>
              <a:off x="7063508" y="3231919"/>
              <a:ext cx="32056" cy="40068"/>
            </a:xfrm>
            <a:custGeom>
              <a:avLst/>
              <a:pathLst>
                <a:path w="32056" h="40068">
                  <a:moveTo>
                    <a:pt x="19696" y="0"/>
                  </a:moveTo>
                  <a:lnTo>
                    <a:pt x="24815" y="1675"/>
                  </a:lnTo>
                  <a:lnTo>
                    <a:pt x="24574" y="3970"/>
                  </a:lnTo>
                  <a:lnTo>
                    <a:pt x="18753" y="4260"/>
                  </a:lnTo>
                  <a:lnTo>
                    <a:pt x="12175" y="5918"/>
                  </a:lnTo>
                  <a:lnTo>
                    <a:pt x="14035" y="9435"/>
                  </a:lnTo>
                  <a:lnTo>
                    <a:pt x="15648" y="10216"/>
                  </a:lnTo>
                  <a:lnTo>
                    <a:pt x="24149" y="8107"/>
                  </a:lnTo>
                  <a:lnTo>
                    <a:pt x="26215" y="4227"/>
                  </a:lnTo>
                  <a:lnTo>
                    <a:pt x="27817" y="4637"/>
                  </a:lnTo>
                  <a:lnTo>
                    <a:pt x="29542" y="3378"/>
                  </a:lnTo>
                  <a:lnTo>
                    <a:pt x="32056" y="5041"/>
                  </a:lnTo>
                  <a:lnTo>
                    <a:pt x="30770" y="24632"/>
                  </a:lnTo>
                  <a:lnTo>
                    <a:pt x="29109" y="30623"/>
                  </a:lnTo>
                  <a:lnTo>
                    <a:pt x="29830" y="33766"/>
                  </a:lnTo>
                  <a:lnTo>
                    <a:pt x="29342" y="35484"/>
                  </a:lnTo>
                  <a:lnTo>
                    <a:pt x="26455" y="40068"/>
                  </a:lnTo>
                  <a:lnTo>
                    <a:pt x="23253" y="39660"/>
                  </a:lnTo>
                  <a:lnTo>
                    <a:pt x="17555" y="37421"/>
                  </a:lnTo>
                  <a:lnTo>
                    <a:pt x="14559" y="38514"/>
                  </a:lnTo>
                  <a:lnTo>
                    <a:pt x="8149" y="36994"/>
                  </a:lnTo>
                  <a:lnTo>
                    <a:pt x="7970" y="35792"/>
                  </a:lnTo>
                  <a:lnTo>
                    <a:pt x="9571" y="33869"/>
                  </a:lnTo>
                  <a:lnTo>
                    <a:pt x="11573" y="35081"/>
                  </a:lnTo>
                  <a:lnTo>
                    <a:pt x="12004" y="34407"/>
                  </a:lnTo>
                  <a:lnTo>
                    <a:pt x="11704" y="27881"/>
                  </a:lnTo>
                  <a:lnTo>
                    <a:pt x="10252" y="26907"/>
                  </a:lnTo>
                  <a:lnTo>
                    <a:pt x="8325" y="27352"/>
                  </a:lnTo>
                  <a:lnTo>
                    <a:pt x="7086" y="29678"/>
                  </a:lnTo>
                  <a:lnTo>
                    <a:pt x="8201" y="31054"/>
                  </a:lnTo>
                  <a:lnTo>
                    <a:pt x="9165" y="30131"/>
                  </a:lnTo>
                  <a:lnTo>
                    <a:pt x="9933" y="31456"/>
                  </a:lnTo>
                  <a:lnTo>
                    <a:pt x="9681" y="32655"/>
                  </a:lnTo>
                  <a:lnTo>
                    <a:pt x="6442" y="34088"/>
                  </a:lnTo>
                  <a:lnTo>
                    <a:pt x="3745" y="32710"/>
                  </a:lnTo>
                  <a:lnTo>
                    <a:pt x="1680" y="29547"/>
                  </a:lnTo>
                  <a:lnTo>
                    <a:pt x="770" y="27599"/>
                  </a:lnTo>
                  <a:lnTo>
                    <a:pt x="1461" y="23288"/>
                  </a:lnTo>
                  <a:lnTo>
                    <a:pt x="427" y="22155"/>
                  </a:lnTo>
                  <a:lnTo>
                    <a:pt x="0" y="17853"/>
                  </a:lnTo>
                  <a:lnTo>
                    <a:pt x="3677" y="15050"/>
                  </a:lnTo>
                  <a:lnTo>
                    <a:pt x="2004" y="5789"/>
                  </a:lnTo>
                  <a:lnTo>
                    <a:pt x="2577" y="5364"/>
                  </a:lnTo>
                  <a:lnTo>
                    <a:pt x="10494" y="226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h3778"/>
            <p:cNvSpPr/>
            <p:nvPr/>
          </p:nvSpPr>
          <p:spPr>
            <a:xfrm>
              <a:off x="7195376" y="3305896"/>
              <a:ext cx="39370" cy="48953"/>
            </a:xfrm>
            <a:custGeom>
              <a:avLst/>
              <a:pathLst>
                <a:path w="39370" h="48953">
                  <a:moveTo>
                    <a:pt x="39370" y="727"/>
                  </a:moveTo>
                  <a:lnTo>
                    <a:pt x="38980" y="8933"/>
                  </a:lnTo>
                  <a:lnTo>
                    <a:pt x="34037" y="11359"/>
                  </a:lnTo>
                  <a:lnTo>
                    <a:pt x="35281" y="16944"/>
                  </a:lnTo>
                  <a:lnTo>
                    <a:pt x="30304" y="21972"/>
                  </a:lnTo>
                  <a:lnTo>
                    <a:pt x="36136" y="23698"/>
                  </a:lnTo>
                  <a:lnTo>
                    <a:pt x="36706" y="29535"/>
                  </a:lnTo>
                  <a:lnTo>
                    <a:pt x="33297" y="33163"/>
                  </a:lnTo>
                  <a:lnTo>
                    <a:pt x="28859" y="36277"/>
                  </a:lnTo>
                  <a:lnTo>
                    <a:pt x="26756" y="36861"/>
                  </a:lnTo>
                  <a:lnTo>
                    <a:pt x="24927" y="40464"/>
                  </a:lnTo>
                  <a:lnTo>
                    <a:pt x="21260" y="42494"/>
                  </a:lnTo>
                  <a:lnTo>
                    <a:pt x="19197" y="48953"/>
                  </a:lnTo>
                  <a:lnTo>
                    <a:pt x="13857" y="48928"/>
                  </a:lnTo>
                  <a:lnTo>
                    <a:pt x="10701" y="47882"/>
                  </a:lnTo>
                  <a:lnTo>
                    <a:pt x="12446" y="43251"/>
                  </a:lnTo>
                  <a:lnTo>
                    <a:pt x="15127" y="40988"/>
                  </a:lnTo>
                  <a:lnTo>
                    <a:pt x="15741" y="38894"/>
                  </a:lnTo>
                  <a:lnTo>
                    <a:pt x="16298" y="36457"/>
                  </a:lnTo>
                  <a:lnTo>
                    <a:pt x="16189" y="34315"/>
                  </a:lnTo>
                  <a:lnTo>
                    <a:pt x="20592" y="31822"/>
                  </a:lnTo>
                  <a:lnTo>
                    <a:pt x="22587" y="29637"/>
                  </a:lnTo>
                  <a:lnTo>
                    <a:pt x="24095" y="24601"/>
                  </a:lnTo>
                  <a:lnTo>
                    <a:pt x="21177" y="21561"/>
                  </a:lnTo>
                  <a:lnTo>
                    <a:pt x="14442" y="17283"/>
                  </a:lnTo>
                  <a:lnTo>
                    <a:pt x="10851" y="16074"/>
                  </a:lnTo>
                  <a:lnTo>
                    <a:pt x="6039" y="8943"/>
                  </a:lnTo>
                  <a:lnTo>
                    <a:pt x="3988" y="8539"/>
                  </a:lnTo>
                  <a:lnTo>
                    <a:pt x="1930" y="10036"/>
                  </a:lnTo>
                  <a:lnTo>
                    <a:pt x="0" y="9783"/>
                  </a:lnTo>
                  <a:lnTo>
                    <a:pt x="386" y="5016"/>
                  </a:lnTo>
                  <a:lnTo>
                    <a:pt x="2969" y="1558"/>
                  </a:lnTo>
                  <a:lnTo>
                    <a:pt x="4926" y="793"/>
                  </a:lnTo>
                  <a:lnTo>
                    <a:pt x="12283" y="1926"/>
                  </a:lnTo>
                  <a:lnTo>
                    <a:pt x="27161" y="7329"/>
                  </a:lnTo>
                  <a:lnTo>
                    <a:pt x="31375" y="5824"/>
                  </a:lnTo>
                  <a:lnTo>
                    <a:pt x="3583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h3779"/>
            <p:cNvSpPr/>
            <p:nvPr/>
          </p:nvSpPr>
          <p:spPr>
            <a:xfrm>
              <a:off x="7011444" y="3322091"/>
              <a:ext cx="54416" cy="66150"/>
            </a:xfrm>
            <a:custGeom>
              <a:avLst/>
              <a:pathLst>
                <a:path w="54416" h="66150">
                  <a:moveTo>
                    <a:pt x="17363" y="1863"/>
                  </a:moveTo>
                  <a:lnTo>
                    <a:pt x="33423" y="7206"/>
                  </a:lnTo>
                  <a:lnTo>
                    <a:pt x="37363" y="9314"/>
                  </a:lnTo>
                  <a:lnTo>
                    <a:pt x="43321" y="8484"/>
                  </a:lnTo>
                  <a:lnTo>
                    <a:pt x="45014" y="11448"/>
                  </a:lnTo>
                  <a:lnTo>
                    <a:pt x="50692" y="13483"/>
                  </a:lnTo>
                  <a:lnTo>
                    <a:pt x="47968" y="20625"/>
                  </a:lnTo>
                  <a:lnTo>
                    <a:pt x="54416" y="26748"/>
                  </a:lnTo>
                  <a:lnTo>
                    <a:pt x="40936" y="34197"/>
                  </a:lnTo>
                  <a:lnTo>
                    <a:pt x="40368" y="44382"/>
                  </a:lnTo>
                  <a:lnTo>
                    <a:pt x="36585" y="49896"/>
                  </a:lnTo>
                  <a:lnTo>
                    <a:pt x="40306" y="52288"/>
                  </a:lnTo>
                  <a:lnTo>
                    <a:pt x="37037" y="53842"/>
                  </a:lnTo>
                  <a:lnTo>
                    <a:pt x="33135" y="54022"/>
                  </a:lnTo>
                  <a:lnTo>
                    <a:pt x="29816" y="61605"/>
                  </a:lnTo>
                  <a:lnTo>
                    <a:pt x="30371" y="65553"/>
                  </a:lnTo>
                  <a:lnTo>
                    <a:pt x="29129" y="66150"/>
                  </a:lnTo>
                  <a:lnTo>
                    <a:pt x="23474" y="64523"/>
                  </a:lnTo>
                  <a:lnTo>
                    <a:pt x="20242" y="61497"/>
                  </a:lnTo>
                  <a:lnTo>
                    <a:pt x="20083" y="56887"/>
                  </a:lnTo>
                  <a:lnTo>
                    <a:pt x="17555" y="55605"/>
                  </a:lnTo>
                  <a:lnTo>
                    <a:pt x="12015" y="53938"/>
                  </a:lnTo>
                  <a:lnTo>
                    <a:pt x="5778" y="50476"/>
                  </a:lnTo>
                  <a:lnTo>
                    <a:pt x="3675" y="53078"/>
                  </a:lnTo>
                  <a:lnTo>
                    <a:pt x="0" y="52966"/>
                  </a:lnTo>
                  <a:lnTo>
                    <a:pt x="324" y="51784"/>
                  </a:lnTo>
                  <a:lnTo>
                    <a:pt x="2638" y="44690"/>
                  </a:lnTo>
                  <a:lnTo>
                    <a:pt x="2490" y="43108"/>
                  </a:lnTo>
                  <a:lnTo>
                    <a:pt x="5285" y="40436"/>
                  </a:lnTo>
                  <a:lnTo>
                    <a:pt x="6495" y="36554"/>
                  </a:lnTo>
                  <a:lnTo>
                    <a:pt x="6124" y="33784"/>
                  </a:lnTo>
                  <a:lnTo>
                    <a:pt x="4494" y="30866"/>
                  </a:lnTo>
                  <a:lnTo>
                    <a:pt x="6947" y="23673"/>
                  </a:lnTo>
                  <a:lnTo>
                    <a:pt x="9993" y="19577"/>
                  </a:lnTo>
                  <a:lnTo>
                    <a:pt x="9886" y="18799"/>
                  </a:lnTo>
                  <a:lnTo>
                    <a:pt x="5927" y="18426"/>
                  </a:lnTo>
                  <a:lnTo>
                    <a:pt x="5350" y="10539"/>
                  </a:lnTo>
                  <a:lnTo>
                    <a:pt x="9041" y="8541"/>
                  </a:lnTo>
                  <a:lnTo>
                    <a:pt x="6673" y="4148"/>
                  </a:lnTo>
                  <a:lnTo>
                    <a:pt x="8466" y="1526"/>
                  </a:lnTo>
                  <a:lnTo>
                    <a:pt x="817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h3780"/>
            <p:cNvSpPr/>
            <p:nvPr/>
          </p:nvSpPr>
          <p:spPr>
            <a:xfrm>
              <a:off x="7051893" y="3258827"/>
              <a:ext cx="50556" cy="84347"/>
            </a:xfrm>
            <a:custGeom>
              <a:avLst/>
              <a:pathLst>
                <a:path w="50556" h="84347">
                  <a:moveTo>
                    <a:pt x="23319" y="973"/>
                  </a:moveTo>
                  <a:lnTo>
                    <a:pt x="23620" y="7499"/>
                  </a:lnTo>
                  <a:lnTo>
                    <a:pt x="23189" y="8174"/>
                  </a:lnTo>
                  <a:lnTo>
                    <a:pt x="21187" y="6962"/>
                  </a:lnTo>
                  <a:lnTo>
                    <a:pt x="19585" y="8884"/>
                  </a:lnTo>
                  <a:lnTo>
                    <a:pt x="19765" y="10087"/>
                  </a:lnTo>
                  <a:lnTo>
                    <a:pt x="26175" y="11606"/>
                  </a:lnTo>
                  <a:lnTo>
                    <a:pt x="29171" y="10513"/>
                  </a:lnTo>
                  <a:lnTo>
                    <a:pt x="34869" y="12753"/>
                  </a:lnTo>
                  <a:lnTo>
                    <a:pt x="38071" y="13160"/>
                  </a:lnTo>
                  <a:lnTo>
                    <a:pt x="40958" y="8576"/>
                  </a:lnTo>
                  <a:lnTo>
                    <a:pt x="42572" y="8849"/>
                  </a:lnTo>
                  <a:lnTo>
                    <a:pt x="43781" y="12916"/>
                  </a:lnTo>
                  <a:lnTo>
                    <a:pt x="46129" y="16279"/>
                  </a:lnTo>
                  <a:lnTo>
                    <a:pt x="48854" y="18337"/>
                  </a:lnTo>
                  <a:lnTo>
                    <a:pt x="50556" y="19361"/>
                  </a:lnTo>
                  <a:lnTo>
                    <a:pt x="49380" y="31073"/>
                  </a:lnTo>
                  <a:lnTo>
                    <a:pt x="44123" y="35510"/>
                  </a:lnTo>
                  <a:lnTo>
                    <a:pt x="39466" y="44972"/>
                  </a:lnTo>
                  <a:lnTo>
                    <a:pt x="36291" y="45736"/>
                  </a:lnTo>
                  <a:lnTo>
                    <a:pt x="32917" y="49338"/>
                  </a:lnTo>
                  <a:lnTo>
                    <a:pt x="34971" y="51789"/>
                  </a:lnTo>
                  <a:lnTo>
                    <a:pt x="35765" y="50551"/>
                  </a:lnTo>
                  <a:lnTo>
                    <a:pt x="38106" y="50794"/>
                  </a:lnTo>
                  <a:lnTo>
                    <a:pt x="38114" y="51544"/>
                  </a:lnTo>
                  <a:lnTo>
                    <a:pt x="32131" y="55123"/>
                  </a:lnTo>
                  <a:lnTo>
                    <a:pt x="33135" y="60769"/>
                  </a:lnTo>
                  <a:lnTo>
                    <a:pt x="34416" y="62969"/>
                  </a:lnTo>
                  <a:lnTo>
                    <a:pt x="37258" y="65257"/>
                  </a:lnTo>
                  <a:lnTo>
                    <a:pt x="39900" y="64818"/>
                  </a:lnTo>
                  <a:lnTo>
                    <a:pt x="41197" y="67879"/>
                  </a:lnTo>
                  <a:lnTo>
                    <a:pt x="40819" y="69931"/>
                  </a:lnTo>
                  <a:lnTo>
                    <a:pt x="35338" y="70629"/>
                  </a:lnTo>
                  <a:lnTo>
                    <a:pt x="30187" y="74228"/>
                  </a:lnTo>
                  <a:lnTo>
                    <a:pt x="24786" y="74458"/>
                  </a:lnTo>
                  <a:lnTo>
                    <a:pt x="20289" y="79608"/>
                  </a:lnTo>
                  <a:lnTo>
                    <a:pt x="19648" y="82594"/>
                  </a:lnTo>
                  <a:lnTo>
                    <a:pt x="21304" y="83840"/>
                  </a:lnTo>
                  <a:lnTo>
                    <a:pt x="18257" y="84347"/>
                  </a:lnTo>
                  <a:lnTo>
                    <a:pt x="16449" y="81103"/>
                  </a:lnTo>
                  <a:lnTo>
                    <a:pt x="12697" y="77209"/>
                  </a:lnTo>
                  <a:lnTo>
                    <a:pt x="10243" y="76747"/>
                  </a:lnTo>
                  <a:lnTo>
                    <a:pt x="4565" y="74712"/>
                  </a:lnTo>
                  <a:lnTo>
                    <a:pt x="2872" y="71748"/>
                  </a:lnTo>
                  <a:lnTo>
                    <a:pt x="136" y="68296"/>
                  </a:lnTo>
                  <a:lnTo>
                    <a:pt x="1073" y="66143"/>
                  </a:lnTo>
                  <a:lnTo>
                    <a:pt x="0" y="57830"/>
                  </a:lnTo>
                  <a:lnTo>
                    <a:pt x="6036" y="55772"/>
                  </a:lnTo>
                  <a:lnTo>
                    <a:pt x="9114" y="58513"/>
                  </a:lnTo>
                  <a:lnTo>
                    <a:pt x="9692" y="54084"/>
                  </a:lnTo>
                  <a:lnTo>
                    <a:pt x="7476" y="49117"/>
                  </a:lnTo>
                  <a:lnTo>
                    <a:pt x="8842" y="39368"/>
                  </a:lnTo>
                  <a:lnTo>
                    <a:pt x="8679" y="34385"/>
                  </a:lnTo>
                  <a:lnTo>
                    <a:pt x="6718" y="30841"/>
                  </a:lnTo>
                  <a:lnTo>
                    <a:pt x="6757" y="28912"/>
                  </a:lnTo>
                  <a:lnTo>
                    <a:pt x="7803" y="27019"/>
                  </a:lnTo>
                  <a:lnTo>
                    <a:pt x="9018" y="26973"/>
                  </a:lnTo>
                  <a:lnTo>
                    <a:pt x="10332" y="25714"/>
                  </a:lnTo>
                  <a:lnTo>
                    <a:pt x="6456" y="20766"/>
                  </a:lnTo>
                  <a:lnTo>
                    <a:pt x="5540" y="9239"/>
                  </a:lnTo>
                  <a:lnTo>
                    <a:pt x="3269" y="5450"/>
                  </a:lnTo>
                  <a:lnTo>
                    <a:pt x="13296" y="2640"/>
                  </a:lnTo>
                  <a:lnTo>
                    <a:pt x="15361" y="5803"/>
                  </a:lnTo>
                  <a:lnTo>
                    <a:pt x="18058" y="7180"/>
                  </a:lnTo>
                  <a:lnTo>
                    <a:pt x="21297" y="5747"/>
                  </a:lnTo>
                  <a:lnTo>
                    <a:pt x="21549" y="4548"/>
                  </a:lnTo>
                  <a:lnTo>
                    <a:pt x="20781" y="3223"/>
                  </a:lnTo>
                  <a:lnTo>
                    <a:pt x="19816" y="4146"/>
                  </a:lnTo>
                  <a:lnTo>
                    <a:pt x="18702" y="2770"/>
                  </a:lnTo>
                  <a:lnTo>
                    <a:pt x="19941" y="444"/>
                  </a:lnTo>
                  <a:lnTo>
                    <a:pt x="2186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h3781"/>
            <p:cNvSpPr/>
            <p:nvPr/>
          </p:nvSpPr>
          <p:spPr>
            <a:xfrm>
              <a:off x="7169444" y="3303590"/>
              <a:ext cx="50027" cy="50900"/>
            </a:xfrm>
            <a:custGeom>
              <a:avLst/>
              <a:pathLst>
                <a:path w="50027" h="50900">
                  <a:moveTo>
                    <a:pt x="22482" y="2455"/>
                  </a:moveTo>
                  <a:lnTo>
                    <a:pt x="24755" y="6462"/>
                  </a:lnTo>
                  <a:lnTo>
                    <a:pt x="26318" y="7323"/>
                  </a:lnTo>
                  <a:lnTo>
                    <a:pt x="25931" y="12090"/>
                  </a:lnTo>
                  <a:lnTo>
                    <a:pt x="27861" y="12342"/>
                  </a:lnTo>
                  <a:lnTo>
                    <a:pt x="29919" y="10846"/>
                  </a:lnTo>
                  <a:lnTo>
                    <a:pt x="31971" y="11249"/>
                  </a:lnTo>
                  <a:lnTo>
                    <a:pt x="36783" y="18381"/>
                  </a:lnTo>
                  <a:lnTo>
                    <a:pt x="40374" y="19590"/>
                  </a:lnTo>
                  <a:lnTo>
                    <a:pt x="47109" y="23867"/>
                  </a:lnTo>
                  <a:lnTo>
                    <a:pt x="50027" y="26908"/>
                  </a:lnTo>
                  <a:lnTo>
                    <a:pt x="48519" y="31944"/>
                  </a:lnTo>
                  <a:lnTo>
                    <a:pt x="46524" y="34128"/>
                  </a:lnTo>
                  <a:lnTo>
                    <a:pt x="42121" y="36621"/>
                  </a:lnTo>
                  <a:lnTo>
                    <a:pt x="43859" y="33197"/>
                  </a:lnTo>
                  <a:lnTo>
                    <a:pt x="42970" y="29616"/>
                  </a:lnTo>
                  <a:lnTo>
                    <a:pt x="36587" y="22426"/>
                  </a:lnTo>
                  <a:lnTo>
                    <a:pt x="33874" y="22250"/>
                  </a:lnTo>
                  <a:lnTo>
                    <a:pt x="30826" y="26613"/>
                  </a:lnTo>
                  <a:lnTo>
                    <a:pt x="29171" y="35627"/>
                  </a:lnTo>
                  <a:lnTo>
                    <a:pt x="29873" y="38042"/>
                  </a:lnTo>
                  <a:lnTo>
                    <a:pt x="33790" y="37012"/>
                  </a:lnTo>
                  <a:lnTo>
                    <a:pt x="36531" y="38095"/>
                  </a:lnTo>
                  <a:lnTo>
                    <a:pt x="39987" y="41671"/>
                  </a:lnTo>
                  <a:lnTo>
                    <a:pt x="41673" y="41201"/>
                  </a:lnTo>
                  <a:lnTo>
                    <a:pt x="41059" y="43295"/>
                  </a:lnTo>
                  <a:lnTo>
                    <a:pt x="38378" y="45558"/>
                  </a:lnTo>
                  <a:lnTo>
                    <a:pt x="36632" y="50189"/>
                  </a:lnTo>
                  <a:lnTo>
                    <a:pt x="35297" y="50900"/>
                  </a:lnTo>
                  <a:lnTo>
                    <a:pt x="30358" y="45459"/>
                  </a:lnTo>
                  <a:lnTo>
                    <a:pt x="28105" y="40332"/>
                  </a:lnTo>
                  <a:lnTo>
                    <a:pt x="28776" y="39530"/>
                  </a:lnTo>
                  <a:lnTo>
                    <a:pt x="26170" y="34623"/>
                  </a:lnTo>
                  <a:lnTo>
                    <a:pt x="18758" y="32616"/>
                  </a:lnTo>
                  <a:lnTo>
                    <a:pt x="13824" y="32440"/>
                  </a:lnTo>
                  <a:lnTo>
                    <a:pt x="9588" y="31374"/>
                  </a:lnTo>
                  <a:lnTo>
                    <a:pt x="7599" y="29398"/>
                  </a:lnTo>
                  <a:lnTo>
                    <a:pt x="7388" y="26495"/>
                  </a:lnTo>
                  <a:lnTo>
                    <a:pt x="5248" y="25031"/>
                  </a:lnTo>
                  <a:lnTo>
                    <a:pt x="3052" y="24565"/>
                  </a:lnTo>
                  <a:lnTo>
                    <a:pt x="0" y="26449"/>
                  </a:lnTo>
                  <a:lnTo>
                    <a:pt x="365" y="21597"/>
                  </a:lnTo>
                  <a:lnTo>
                    <a:pt x="1871" y="15162"/>
                  </a:lnTo>
                  <a:lnTo>
                    <a:pt x="1444" y="8335"/>
                  </a:lnTo>
                  <a:lnTo>
                    <a:pt x="4" y="4700"/>
                  </a:lnTo>
                  <a:lnTo>
                    <a:pt x="8375" y="4414"/>
                  </a:lnTo>
                  <a:lnTo>
                    <a:pt x="10599" y="2829"/>
                  </a:lnTo>
                  <a:lnTo>
                    <a:pt x="18626" y="235"/>
                  </a:lnTo>
                  <a:lnTo>
                    <a:pt x="1937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h3782"/>
            <p:cNvSpPr/>
            <p:nvPr/>
          </p:nvSpPr>
          <p:spPr>
            <a:xfrm>
              <a:off x="7071541" y="3315603"/>
              <a:ext cx="84904" cy="56830"/>
            </a:xfrm>
            <a:custGeom>
              <a:avLst/>
              <a:pathLst>
                <a:path w="84904" h="56830">
                  <a:moveTo>
                    <a:pt x="70754" y="0"/>
                  </a:moveTo>
                  <a:lnTo>
                    <a:pt x="74636" y="1061"/>
                  </a:lnTo>
                  <a:lnTo>
                    <a:pt x="78157" y="4434"/>
                  </a:lnTo>
                  <a:lnTo>
                    <a:pt x="81291" y="8925"/>
                  </a:lnTo>
                  <a:lnTo>
                    <a:pt x="84904" y="11783"/>
                  </a:lnTo>
                  <a:lnTo>
                    <a:pt x="82674" y="14243"/>
                  </a:lnTo>
                  <a:lnTo>
                    <a:pt x="82271" y="15813"/>
                  </a:lnTo>
                  <a:lnTo>
                    <a:pt x="79239" y="15918"/>
                  </a:lnTo>
                  <a:lnTo>
                    <a:pt x="77757" y="26735"/>
                  </a:lnTo>
                  <a:lnTo>
                    <a:pt x="74316" y="34719"/>
                  </a:lnTo>
                  <a:lnTo>
                    <a:pt x="76106" y="45895"/>
                  </a:lnTo>
                  <a:lnTo>
                    <a:pt x="75010" y="46061"/>
                  </a:lnTo>
                  <a:lnTo>
                    <a:pt x="75789" y="51019"/>
                  </a:lnTo>
                  <a:lnTo>
                    <a:pt x="75244" y="52492"/>
                  </a:lnTo>
                  <a:lnTo>
                    <a:pt x="71185" y="53446"/>
                  </a:lnTo>
                  <a:lnTo>
                    <a:pt x="63521" y="52587"/>
                  </a:lnTo>
                  <a:lnTo>
                    <a:pt x="57191" y="49933"/>
                  </a:lnTo>
                  <a:lnTo>
                    <a:pt x="55239" y="51365"/>
                  </a:lnTo>
                  <a:lnTo>
                    <a:pt x="54264" y="53382"/>
                  </a:lnTo>
                  <a:lnTo>
                    <a:pt x="53511" y="54926"/>
                  </a:lnTo>
                  <a:lnTo>
                    <a:pt x="50647" y="53523"/>
                  </a:lnTo>
                  <a:lnTo>
                    <a:pt x="49695" y="51016"/>
                  </a:lnTo>
                  <a:lnTo>
                    <a:pt x="50742" y="50259"/>
                  </a:lnTo>
                  <a:lnTo>
                    <a:pt x="49816" y="49172"/>
                  </a:lnTo>
                  <a:lnTo>
                    <a:pt x="43697" y="49628"/>
                  </a:lnTo>
                  <a:lnTo>
                    <a:pt x="42688" y="56286"/>
                  </a:lnTo>
                  <a:lnTo>
                    <a:pt x="32715" y="56830"/>
                  </a:lnTo>
                  <a:lnTo>
                    <a:pt x="26489" y="47499"/>
                  </a:lnTo>
                  <a:lnTo>
                    <a:pt x="28917" y="43247"/>
                  </a:lnTo>
                  <a:lnTo>
                    <a:pt x="26128" y="42934"/>
                  </a:lnTo>
                  <a:lnTo>
                    <a:pt x="19045" y="45121"/>
                  </a:lnTo>
                  <a:lnTo>
                    <a:pt x="17908" y="46833"/>
                  </a:lnTo>
                  <a:lnTo>
                    <a:pt x="13785" y="45489"/>
                  </a:lnTo>
                  <a:lnTo>
                    <a:pt x="10010" y="39124"/>
                  </a:lnTo>
                  <a:lnTo>
                    <a:pt x="3017" y="30555"/>
                  </a:lnTo>
                  <a:lnTo>
                    <a:pt x="1655" y="27064"/>
                  </a:lnTo>
                  <a:lnTo>
                    <a:pt x="0" y="25817"/>
                  </a:lnTo>
                  <a:lnTo>
                    <a:pt x="640" y="22832"/>
                  </a:lnTo>
                  <a:lnTo>
                    <a:pt x="5137" y="17682"/>
                  </a:lnTo>
                  <a:lnTo>
                    <a:pt x="10538" y="17451"/>
                  </a:lnTo>
                  <a:lnTo>
                    <a:pt x="15689" y="13853"/>
                  </a:lnTo>
                  <a:lnTo>
                    <a:pt x="21170" y="13154"/>
                  </a:lnTo>
                  <a:lnTo>
                    <a:pt x="21549" y="11102"/>
                  </a:lnTo>
                  <a:lnTo>
                    <a:pt x="20252" y="8041"/>
                  </a:lnTo>
                  <a:lnTo>
                    <a:pt x="24945" y="7147"/>
                  </a:lnTo>
                  <a:lnTo>
                    <a:pt x="25560" y="10090"/>
                  </a:lnTo>
                  <a:lnTo>
                    <a:pt x="24669" y="12921"/>
                  </a:lnTo>
                  <a:lnTo>
                    <a:pt x="26855" y="15614"/>
                  </a:lnTo>
                  <a:lnTo>
                    <a:pt x="31072" y="16530"/>
                  </a:lnTo>
                  <a:lnTo>
                    <a:pt x="37414" y="13865"/>
                  </a:lnTo>
                  <a:lnTo>
                    <a:pt x="39305" y="11262"/>
                  </a:lnTo>
                  <a:lnTo>
                    <a:pt x="40640" y="6298"/>
                  </a:lnTo>
                  <a:lnTo>
                    <a:pt x="52523" y="2052"/>
                  </a:lnTo>
                  <a:lnTo>
                    <a:pt x="53648" y="52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h3783"/>
            <p:cNvSpPr/>
            <p:nvPr/>
          </p:nvSpPr>
          <p:spPr>
            <a:xfrm>
              <a:off x="7272144" y="3318898"/>
              <a:ext cx="35144" cy="50300"/>
            </a:xfrm>
            <a:custGeom>
              <a:avLst/>
              <a:pathLst>
                <a:path w="35144" h="50300">
                  <a:moveTo>
                    <a:pt x="8760" y="4249"/>
                  </a:moveTo>
                  <a:lnTo>
                    <a:pt x="13627" y="6468"/>
                  </a:lnTo>
                  <a:lnTo>
                    <a:pt x="17483" y="4212"/>
                  </a:lnTo>
                  <a:lnTo>
                    <a:pt x="18958" y="5832"/>
                  </a:lnTo>
                  <a:lnTo>
                    <a:pt x="20119" y="9671"/>
                  </a:lnTo>
                  <a:lnTo>
                    <a:pt x="17550" y="10462"/>
                  </a:lnTo>
                  <a:lnTo>
                    <a:pt x="17165" y="12535"/>
                  </a:lnTo>
                  <a:lnTo>
                    <a:pt x="21281" y="20592"/>
                  </a:lnTo>
                  <a:lnTo>
                    <a:pt x="23719" y="29125"/>
                  </a:lnTo>
                  <a:lnTo>
                    <a:pt x="21521" y="29378"/>
                  </a:lnTo>
                  <a:lnTo>
                    <a:pt x="19959" y="32728"/>
                  </a:lnTo>
                  <a:lnTo>
                    <a:pt x="19438" y="36369"/>
                  </a:lnTo>
                  <a:lnTo>
                    <a:pt x="22133" y="40059"/>
                  </a:lnTo>
                  <a:lnTo>
                    <a:pt x="23888" y="41076"/>
                  </a:lnTo>
                  <a:lnTo>
                    <a:pt x="25276" y="39479"/>
                  </a:lnTo>
                  <a:lnTo>
                    <a:pt x="29335" y="39319"/>
                  </a:lnTo>
                  <a:lnTo>
                    <a:pt x="31753" y="40388"/>
                  </a:lnTo>
                  <a:lnTo>
                    <a:pt x="34758" y="43680"/>
                  </a:lnTo>
                  <a:lnTo>
                    <a:pt x="35144" y="45291"/>
                  </a:lnTo>
                  <a:lnTo>
                    <a:pt x="33020" y="47601"/>
                  </a:lnTo>
                  <a:lnTo>
                    <a:pt x="30602" y="45602"/>
                  </a:lnTo>
                  <a:lnTo>
                    <a:pt x="28689" y="46852"/>
                  </a:lnTo>
                  <a:lnTo>
                    <a:pt x="26516" y="50022"/>
                  </a:lnTo>
                  <a:lnTo>
                    <a:pt x="25509" y="50300"/>
                  </a:lnTo>
                  <a:lnTo>
                    <a:pt x="24494" y="44648"/>
                  </a:lnTo>
                  <a:lnTo>
                    <a:pt x="15599" y="40820"/>
                  </a:lnTo>
                  <a:lnTo>
                    <a:pt x="15725" y="37120"/>
                  </a:lnTo>
                  <a:lnTo>
                    <a:pt x="10071" y="36055"/>
                  </a:lnTo>
                  <a:lnTo>
                    <a:pt x="9665" y="33753"/>
                  </a:lnTo>
                  <a:lnTo>
                    <a:pt x="10595" y="31904"/>
                  </a:lnTo>
                  <a:lnTo>
                    <a:pt x="7465" y="30912"/>
                  </a:lnTo>
                  <a:lnTo>
                    <a:pt x="4932" y="31066"/>
                  </a:lnTo>
                  <a:lnTo>
                    <a:pt x="0" y="24778"/>
                  </a:lnTo>
                  <a:lnTo>
                    <a:pt x="2004" y="23429"/>
                  </a:lnTo>
                  <a:lnTo>
                    <a:pt x="785" y="21813"/>
                  </a:lnTo>
                  <a:lnTo>
                    <a:pt x="1125" y="13179"/>
                  </a:lnTo>
                  <a:lnTo>
                    <a:pt x="3150" y="12994"/>
                  </a:lnTo>
                  <a:lnTo>
                    <a:pt x="3695" y="11891"/>
                  </a:lnTo>
                  <a:lnTo>
                    <a:pt x="1918" y="3170"/>
                  </a:lnTo>
                  <a:lnTo>
                    <a:pt x="3325" y="0"/>
                  </a:lnTo>
                  <a:lnTo>
                    <a:pt x="5239" y="8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h3784"/>
            <p:cNvSpPr/>
            <p:nvPr/>
          </p:nvSpPr>
          <p:spPr>
            <a:xfrm>
              <a:off x="6803373" y="3233185"/>
              <a:ext cx="86860" cy="62870"/>
            </a:xfrm>
            <a:custGeom>
              <a:avLst/>
              <a:pathLst>
                <a:path w="86860" h="62870">
                  <a:moveTo>
                    <a:pt x="45767" y="2797"/>
                  </a:moveTo>
                  <a:lnTo>
                    <a:pt x="45999" y="4879"/>
                  </a:lnTo>
                  <a:lnTo>
                    <a:pt x="45259" y="5937"/>
                  </a:lnTo>
                  <a:lnTo>
                    <a:pt x="38301" y="9284"/>
                  </a:lnTo>
                  <a:lnTo>
                    <a:pt x="35566" y="12042"/>
                  </a:lnTo>
                  <a:lnTo>
                    <a:pt x="37766" y="15351"/>
                  </a:lnTo>
                  <a:lnTo>
                    <a:pt x="41359" y="16595"/>
                  </a:lnTo>
                  <a:lnTo>
                    <a:pt x="46921" y="21044"/>
                  </a:lnTo>
                  <a:lnTo>
                    <a:pt x="51165" y="22764"/>
                  </a:lnTo>
                  <a:lnTo>
                    <a:pt x="51779" y="20535"/>
                  </a:lnTo>
                  <a:lnTo>
                    <a:pt x="60173" y="24466"/>
                  </a:lnTo>
                  <a:lnTo>
                    <a:pt x="70117" y="31396"/>
                  </a:lnTo>
                  <a:lnTo>
                    <a:pt x="79342" y="31093"/>
                  </a:lnTo>
                  <a:lnTo>
                    <a:pt x="83619" y="33974"/>
                  </a:lnTo>
                  <a:lnTo>
                    <a:pt x="86860" y="34961"/>
                  </a:lnTo>
                  <a:lnTo>
                    <a:pt x="86106" y="43334"/>
                  </a:lnTo>
                  <a:lnTo>
                    <a:pt x="84631" y="44898"/>
                  </a:lnTo>
                  <a:lnTo>
                    <a:pt x="79081" y="44689"/>
                  </a:lnTo>
                  <a:lnTo>
                    <a:pt x="79421" y="51295"/>
                  </a:lnTo>
                  <a:lnTo>
                    <a:pt x="80560" y="53563"/>
                  </a:lnTo>
                  <a:lnTo>
                    <a:pt x="82426" y="52934"/>
                  </a:lnTo>
                  <a:lnTo>
                    <a:pt x="84693" y="53913"/>
                  </a:lnTo>
                  <a:lnTo>
                    <a:pt x="82572" y="56372"/>
                  </a:lnTo>
                  <a:lnTo>
                    <a:pt x="76411" y="54724"/>
                  </a:lnTo>
                  <a:lnTo>
                    <a:pt x="66385" y="55253"/>
                  </a:lnTo>
                  <a:lnTo>
                    <a:pt x="68619" y="56843"/>
                  </a:lnTo>
                  <a:lnTo>
                    <a:pt x="63418" y="61433"/>
                  </a:lnTo>
                  <a:lnTo>
                    <a:pt x="59577" y="62870"/>
                  </a:lnTo>
                  <a:lnTo>
                    <a:pt x="59034" y="62405"/>
                  </a:lnTo>
                  <a:lnTo>
                    <a:pt x="55214" y="59139"/>
                  </a:lnTo>
                  <a:lnTo>
                    <a:pt x="52159" y="53023"/>
                  </a:lnTo>
                  <a:lnTo>
                    <a:pt x="47973" y="48115"/>
                  </a:lnTo>
                  <a:lnTo>
                    <a:pt x="28274" y="37223"/>
                  </a:lnTo>
                  <a:lnTo>
                    <a:pt x="20457" y="34579"/>
                  </a:lnTo>
                  <a:lnTo>
                    <a:pt x="14811" y="34241"/>
                  </a:lnTo>
                  <a:lnTo>
                    <a:pt x="10424" y="35057"/>
                  </a:lnTo>
                  <a:lnTo>
                    <a:pt x="5966" y="40522"/>
                  </a:lnTo>
                  <a:lnTo>
                    <a:pt x="5879" y="36622"/>
                  </a:lnTo>
                  <a:lnTo>
                    <a:pt x="1387" y="33994"/>
                  </a:lnTo>
                  <a:lnTo>
                    <a:pt x="475" y="32682"/>
                  </a:lnTo>
                  <a:lnTo>
                    <a:pt x="0" y="29160"/>
                  </a:lnTo>
                  <a:lnTo>
                    <a:pt x="813" y="17194"/>
                  </a:lnTo>
                  <a:lnTo>
                    <a:pt x="2854" y="11054"/>
                  </a:lnTo>
                  <a:lnTo>
                    <a:pt x="5290" y="8046"/>
                  </a:lnTo>
                  <a:lnTo>
                    <a:pt x="6711" y="7809"/>
                  </a:lnTo>
                  <a:lnTo>
                    <a:pt x="15980" y="6989"/>
                  </a:lnTo>
                  <a:lnTo>
                    <a:pt x="26487" y="4774"/>
                  </a:lnTo>
                  <a:lnTo>
                    <a:pt x="29389" y="2694"/>
                  </a:lnTo>
                  <a:lnTo>
                    <a:pt x="32234" y="2196"/>
                  </a:lnTo>
                  <a:lnTo>
                    <a:pt x="35171" y="57"/>
                  </a:lnTo>
                  <a:lnTo>
                    <a:pt x="3755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h3785"/>
            <p:cNvSpPr/>
            <p:nvPr/>
          </p:nvSpPr>
          <p:spPr>
            <a:xfrm>
              <a:off x="7125806" y="3361329"/>
              <a:ext cx="40907" cy="30564"/>
            </a:xfrm>
            <a:custGeom>
              <a:avLst/>
              <a:pathLst>
                <a:path w="40907" h="30564">
                  <a:moveTo>
                    <a:pt x="25435" y="897"/>
                  </a:moveTo>
                  <a:lnTo>
                    <a:pt x="31254" y="7104"/>
                  </a:lnTo>
                  <a:lnTo>
                    <a:pt x="37736" y="11496"/>
                  </a:lnTo>
                  <a:lnTo>
                    <a:pt x="39784" y="11179"/>
                  </a:lnTo>
                  <a:lnTo>
                    <a:pt x="40643" y="11776"/>
                  </a:lnTo>
                  <a:lnTo>
                    <a:pt x="39474" y="12554"/>
                  </a:lnTo>
                  <a:lnTo>
                    <a:pt x="40907" y="21833"/>
                  </a:lnTo>
                  <a:lnTo>
                    <a:pt x="38298" y="22687"/>
                  </a:lnTo>
                  <a:lnTo>
                    <a:pt x="33387" y="19056"/>
                  </a:lnTo>
                  <a:lnTo>
                    <a:pt x="22845" y="15959"/>
                  </a:lnTo>
                  <a:lnTo>
                    <a:pt x="20704" y="16274"/>
                  </a:lnTo>
                  <a:lnTo>
                    <a:pt x="23060" y="24596"/>
                  </a:lnTo>
                  <a:lnTo>
                    <a:pt x="17682" y="29173"/>
                  </a:lnTo>
                  <a:lnTo>
                    <a:pt x="12749" y="30564"/>
                  </a:lnTo>
                  <a:lnTo>
                    <a:pt x="10101" y="30192"/>
                  </a:lnTo>
                  <a:lnTo>
                    <a:pt x="8533" y="27142"/>
                  </a:lnTo>
                  <a:lnTo>
                    <a:pt x="11876" y="25127"/>
                  </a:lnTo>
                  <a:lnTo>
                    <a:pt x="9819" y="16545"/>
                  </a:lnTo>
                  <a:lnTo>
                    <a:pt x="1220" y="11566"/>
                  </a:lnTo>
                  <a:lnTo>
                    <a:pt x="0" y="7657"/>
                  </a:lnTo>
                  <a:lnTo>
                    <a:pt x="975" y="5640"/>
                  </a:lnTo>
                  <a:lnTo>
                    <a:pt x="2926" y="4208"/>
                  </a:lnTo>
                  <a:lnTo>
                    <a:pt x="9256" y="6861"/>
                  </a:lnTo>
                  <a:lnTo>
                    <a:pt x="16920" y="7720"/>
                  </a:lnTo>
                  <a:lnTo>
                    <a:pt x="20980" y="6766"/>
                  </a:lnTo>
                  <a:lnTo>
                    <a:pt x="21524" y="5293"/>
                  </a:lnTo>
                  <a:lnTo>
                    <a:pt x="20745" y="336"/>
                  </a:lnTo>
                  <a:lnTo>
                    <a:pt x="21841" y="170"/>
                  </a:lnTo>
                  <a:lnTo>
                    <a:pt x="2370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h3786"/>
            <p:cNvSpPr/>
            <p:nvPr/>
          </p:nvSpPr>
          <p:spPr>
            <a:xfrm>
              <a:off x="6869488" y="3307937"/>
              <a:ext cx="955" cy="808"/>
            </a:xfrm>
            <a:custGeom>
              <a:avLst/>
              <a:pathLst>
                <a:path w="955" h="808">
                  <a:moveTo>
                    <a:pt x="955" y="734"/>
                  </a:moveTo>
                  <a:lnTo>
                    <a:pt x="0" y="808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h3787"/>
            <p:cNvSpPr/>
            <p:nvPr/>
          </p:nvSpPr>
          <p:spPr>
            <a:xfrm>
              <a:off x="6862407" y="3257582"/>
              <a:ext cx="64791" cy="66622"/>
            </a:xfrm>
            <a:custGeom>
              <a:avLst/>
              <a:pathLst>
                <a:path w="64791" h="66622">
                  <a:moveTo>
                    <a:pt x="59651" y="5734"/>
                  </a:moveTo>
                  <a:lnTo>
                    <a:pt x="62557" y="10398"/>
                  </a:lnTo>
                  <a:lnTo>
                    <a:pt x="62436" y="12494"/>
                  </a:lnTo>
                  <a:lnTo>
                    <a:pt x="64791" y="18619"/>
                  </a:lnTo>
                  <a:lnTo>
                    <a:pt x="61026" y="16901"/>
                  </a:lnTo>
                  <a:lnTo>
                    <a:pt x="62323" y="24047"/>
                  </a:lnTo>
                  <a:lnTo>
                    <a:pt x="60984" y="25557"/>
                  </a:lnTo>
                  <a:lnTo>
                    <a:pt x="62029" y="29929"/>
                  </a:lnTo>
                  <a:lnTo>
                    <a:pt x="60856" y="31920"/>
                  </a:lnTo>
                  <a:lnTo>
                    <a:pt x="58656" y="30603"/>
                  </a:lnTo>
                  <a:lnTo>
                    <a:pt x="57091" y="31235"/>
                  </a:lnTo>
                  <a:lnTo>
                    <a:pt x="55526" y="35300"/>
                  </a:lnTo>
                  <a:lnTo>
                    <a:pt x="56310" y="37565"/>
                  </a:lnTo>
                  <a:lnTo>
                    <a:pt x="54167" y="37936"/>
                  </a:lnTo>
                  <a:lnTo>
                    <a:pt x="49923" y="32926"/>
                  </a:lnTo>
                  <a:lnTo>
                    <a:pt x="48574" y="32467"/>
                  </a:lnTo>
                  <a:lnTo>
                    <a:pt x="47456" y="32803"/>
                  </a:lnTo>
                  <a:lnTo>
                    <a:pt x="42889" y="37711"/>
                  </a:lnTo>
                  <a:lnTo>
                    <a:pt x="42274" y="40570"/>
                  </a:lnTo>
                  <a:lnTo>
                    <a:pt x="43837" y="41270"/>
                  </a:lnTo>
                  <a:lnTo>
                    <a:pt x="44859" y="46731"/>
                  </a:lnTo>
                  <a:lnTo>
                    <a:pt x="44387" y="47760"/>
                  </a:lnTo>
                  <a:lnTo>
                    <a:pt x="39509" y="45223"/>
                  </a:lnTo>
                  <a:lnTo>
                    <a:pt x="38078" y="45509"/>
                  </a:lnTo>
                  <a:lnTo>
                    <a:pt x="43682" y="49256"/>
                  </a:lnTo>
                  <a:lnTo>
                    <a:pt x="43810" y="56027"/>
                  </a:lnTo>
                  <a:lnTo>
                    <a:pt x="42861" y="60470"/>
                  </a:lnTo>
                  <a:lnTo>
                    <a:pt x="40875" y="65136"/>
                  </a:lnTo>
                  <a:lnTo>
                    <a:pt x="34747" y="66622"/>
                  </a:lnTo>
                  <a:lnTo>
                    <a:pt x="32272" y="62770"/>
                  </a:lnTo>
                  <a:lnTo>
                    <a:pt x="26396" y="58005"/>
                  </a:lnTo>
                  <a:lnTo>
                    <a:pt x="18089" y="56443"/>
                  </a:lnTo>
                  <a:lnTo>
                    <a:pt x="9226" y="52019"/>
                  </a:lnTo>
                  <a:lnTo>
                    <a:pt x="8598" y="47494"/>
                  </a:lnTo>
                  <a:lnTo>
                    <a:pt x="6119" y="43212"/>
                  </a:lnTo>
                  <a:lnTo>
                    <a:pt x="468" y="38694"/>
                  </a:lnTo>
                  <a:lnTo>
                    <a:pt x="0" y="38008"/>
                  </a:lnTo>
                  <a:lnTo>
                    <a:pt x="542" y="38473"/>
                  </a:lnTo>
                  <a:lnTo>
                    <a:pt x="4383" y="37036"/>
                  </a:lnTo>
                  <a:lnTo>
                    <a:pt x="9584" y="32445"/>
                  </a:lnTo>
                  <a:lnTo>
                    <a:pt x="7351" y="30855"/>
                  </a:lnTo>
                  <a:lnTo>
                    <a:pt x="17377" y="30327"/>
                  </a:lnTo>
                  <a:lnTo>
                    <a:pt x="23538" y="31975"/>
                  </a:lnTo>
                  <a:lnTo>
                    <a:pt x="25658" y="29516"/>
                  </a:lnTo>
                  <a:lnTo>
                    <a:pt x="23392" y="28537"/>
                  </a:lnTo>
                  <a:lnTo>
                    <a:pt x="21525" y="29165"/>
                  </a:lnTo>
                  <a:lnTo>
                    <a:pt x="20387" y="26898"/>
                  </a:lnTo>
                  <a:lnTo>
                    <a:pt x="20047" y="20291"/>
                  </a:lnTo>
                  <a:lnTo>
                    <a:pt x="25596" y="20501"/>
                  </a:lnTo>
                  <a:lnTo>
                    <a:pt x="27072" y="18937"/>
                  </a:lnTo>
                  <a:lnTo>
                    <a:pt x="27826" y="10564"/>
                  </a:lnTo>
                  <a:lnTo>
                    <a:pt x="28271" y="9378"/>
                  </a:lnTo>
                  <a:lnTo>
                    <a:pt x="28984" y="9418"/>
                  </a:lnTo>
                  <a:lnTo>
                    <a:pt x="30215" y="11291"/>
                  </a:lnTo>
                  <a:lnTo>
                    <a:pt x="36317" y="8992"/>
                  </a:lnTo>
                  <a:lnTo>
                    <a:pt x="37816" y="4296"/>
                  </a:lnTo>
                  <a:lnTo>
                    <a:pt x="43540" y="0"/>
                  </a:lnTo>
                  <a:lnTo>
                    <a:pt x="50923" y="86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h3788"/>
            <p:cNvSpPr/>
            <p:nvPr/>
          </p:nvSpPr>
          <p:spPr>
            <a:xfrm>
              <a:off x="7254332" y="3343677"/>
              <a:ext cx="51228" cy="63881"/>
            </a:xfrm>
            <a:custGeom>
              <a:avLst/>
              <a:pathLst>
                <a:path w="51228" h="63881">
                  <a:moveTo>
                    <a:pt x="22743" y="6287"/>
                  </a:moveTo>
                  <a:lnTo>
                    <a:pt x="25276" y="6133"/>
                  </a:lnTo>
                  <a:lnTo>
                    <a:pt x="28407" y="7125"/>
                  </a:lnTo>
                  <a:lnTo>
                    <a:pt x="27477" y="8974"/>
                  </a:lnTo>
                  <a:lnTo>
                    <a:pt x="27882" y="11276"/>
                  </a:lnTo>
                  <a:lnTo>
                    <a:pt x="33536" y="12341"/>
                  </a:lnTo>
                  <a:lnTo>
                    <a:pt x="33411" y="16041"/>
                  </a:lnTo>
                  <a:lnTo>
                    <a:pt x="42305" y="19870"/>
                  </a:lnTo>
                  <a:lnTo>
                    <a:pt x="43321" y="25522"/>
                  </a:lnTo>
                  <a:lnTo>
                    <a:pt x="44327" y="25243"/>
                  </a:lnTo>
                  <a:lnTo>
                    <a:pt x="46885" y="28374"/>
                  </a:lnTo>
                  <a:lnTo>
                    <a:pt x="43836" y="31267"/>
                  </a:lnTo>
                  <a:lnTo>
                    <a:pt x="44388" y="36276"/>
                  </a:lnTo>
                  <a:lnTo>
                    <a:pt x="50920" y="38578"/>
                  </a:lnTo>
                  <a:lnTo>
                    <a:pt x="51228" y="39386"/>
                  </a:lnTo>
                  <a:lnTo>
                    <a:pt x="51151" y="41922"/>
                  </a:lnTo>
                  <a:lnTo>
                    <a:pt x="50141" y="42541"/>
                  </a:lnTo>
                  <a:lnTo>
                    <a:pt x="45041" y="40750"/>
                  </a:lnTo>
                  <a:lnTo>
                    <a:pt x="47918" y="40926"/>
                  </a:lnTo>
                  <a:lnTo>
                    <a:pt x="47415" y="39183"/>
                  </a:lnTo>
                  <a:lnTo>
                    <a:pt x="42320" y="36791"/>
                  </a:lnTo>
                  <a:lnTo>
                    <a:pt x="41834" y="34352"/>
                  </a:lnTo>
                  <a:lnTo>
                    <a:pt x="39268" y="31711"/>
                  </a:lnTo>
                  <a:lnTo>
                    <a:pt x="36724" y="29910"/>
                  </a:lnTo>
                  <a:lnTo>
                    <a:pt x="28973" y="28021"/>
                  </a:lnTo>
                  <a:lnTo>
                    <a:pt x="25390" y="24014"/>
                  </a:lnTo>
                  <a:lnTo>
                    <a:pt x="24481" y="22792"/>
                  </a:lnTo>
                  <a:lnTo>
                    <a:pt x="24459" y="20525"/>
                  </a:lnTo>
                  <a:lnTo>
                    <a:pt x="27732" y="17846"/>
                  </a:lnTo>
                  <a:lnTo>
                    <a:pt x="18720" y="11596"/>
                  </a:lnTo>
                  <a:lnTo>
                    <a:pt x="17120" y="9404"/>
                  </a:lnTo>
                  <a:lnTo>
                    <a:pt x="10196" y="18058"/>
                  </a:lnTo>
                  <a:lnTo>
                    <a:pt x="12514" y="37589"/>
                  </a:lnTo>
                  <a:lnTo>
                    <a:pt x="11958" y="42065"/>
                  </a:lnTo>
                  <a:lnTo>
                    <a:pt x="16552" y="49405"/>
                  </a:lnTo>
                  <a:lnTo>
                    <a:pt x="20539" y="52565"/>
                  </a:lnTo>
                  <a:lnTo>
                    <a:pt x="26573" y="52723"/>
                  </a:lnTo>
                  <a:lnTo>
                    <a:pt x="27589" y="53723"/>
                  </a:lnTo>
                  <a:lnTo>
                    <a:pt x="27852" y="61346"/>
                  </a:lnTo>
                  <a:lnTo>
                    <a:pt x="25334" y="61485"/>
                  </a:lnTo>
                  <a:lnTo>
                    <a:pt x="24510" y="60170"/>
                  </a:lnTo>
                  <a:lnTo>
                    <a:pt x="23034" y="60432"/>
                  </a:lnTo>
                  <a:lnTo>
                    <a:pt x="21188" y="63881"/>
                  </a:lnTo>
                  <a:lnTo>
                    <a:pt x="20504" y="60669"/>
                  </a:lnTo>
                  <a:lnTo>
                    <a:pt x="12429" y="59507"/>
                  </a:lnTo>
                  <a:lnTo>
                    <a:pt x="7637" y="59434"/>
                  </a:lnTo>
                  <a:lnTo>
                    <a:pt x="8471" y="55593"/>
                  </a:lnTo>
                  <a:lnTo>
                    <a:pt x="11139" y="51117"/>
                  </a:lnTo>
                  <a:lnTo>
                    <a:pt x="13278" y="47985"/>
                  </a:lnTo>
                  <a:lnTo>
                    <a:pt x="8556" y="41988"/>
                  </a:lnTo>
                  <a:lnTo>
                    <a:pt x="5917" y="36725"/>
                  </a:lnTo>
                  <a:lnTo>
                    <a:pt x="4432" y="33660"/>
                  </a:lnTo>
                  <a:lnTo>
                    <a:pt x="4462" y="31275"/>
                  </a:lnTo>
                  <a:lnTo>
                    <a:pt x="0" y="25990"/>
                  </a:lnTo>
                  <a:lnTo>
                    <a:pt x="146" y="24802"/>
                  </a:lnTo>
                  <a:lnTo>
                    <a:pt x="1362" y="25389"/>
                  </a:lnTo>
                  <a:lnTo>
                    <a:pt x="3506" y="23787"/>
                  </a:lnTo>
                  <a:lnTo>
                    <a:pt x="9486" y="17132"/>
                  </a:lnTo>
                  <a:lnTo>
                    <a:pt x="10612" y="14973"/>
                  </a:lnTo>
                  <a:lnTo>
                    <a:pt x="9594" y="12310"/>
                  </a:lnTo>
                  <a:lnTo>
                    <a:pt x="10018" y="10193"/>
                  </a:lnTo>
                  <a:lnTo>
                    <a:pt x="12319" y="9165"/>
                  </a:lnTo>
                  <a:lnTo>
                    <a:pt x="13333" y="6521"/>
                  </a:lnTo>
                  <a:lnTo>
                    <a:pt x="12892" y="4508"/>
                  </a:lnTo>
                  <a:lnTo>
                    <a:pt x="14126" y="3248"/>
                  </a:lnTo>
                  <a:lnTo>
                    <a:pt x="15026" y="338"/>
                  </a:lnTo>
                  <a:lnTo>
                    <a:pt x="1781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h3789"/>
            <p:cNvSpPr/>
            <p:nvPr/>
          </p:nvSpPr>
          <p:spPr>
            <a:xfrm>
              <a:off x="7178257" y="3421217"/>
              <a:ext cx="23774" cy="25969"/>
            </a:xfrm>
            <a:custGeom>
              <a:avLst/>
              <a:pathLst>
                <a:path w="23774" h="25969">
                  <a:moveTo>
                    <a:pt x="7498" y="0"/>
                  </a:moveTo>
                  <a:lnTo>
                    <a:pt x="7944" y="1025"/>
                  </a:lnTo>
                  <a:lnTo>
                    <a:pt x="12422" y="660"/>
                  </a:lnTo>
                  <a:lnTo>
                    <a:pt x="18059" y="1856"/>
                  </a:lnTo>
                  <a:lnTo>
                    <a:pt x="23774" y="8630"/>
                  </a:lnTo>
                  <a:lnTo>
                    <a:pt x="18734" y="13357"/>
                  </a:lnTo>
                  <a:lnTo>
                    <a:pt x="18266" y="14756"/>
                  </a:lnTo>
                  <a:lnTo>
                    <a:pt x="20036" y="20738"/>
                  </a:lnTo>
                  <a:lnTo>
                    <a:pt x="20518" y="20055"/>
                  </a:lnTo>
                  <a:lnTo>
                    <a:pt x="22564" y="21154"/>
                  </a:lnTo>
                  <a:lnTo>
                    <a:pt x="23428" y="25282"/>
                  </a:lnTo>
                  <a:lnTo>
                    <a:pt x="19407" y="25969"/>
                  </a:lnTo>
                  <a:lnTo>
                    <a:pt x="0" y="21005"/>
                  </a:lnTo>
                  <a:lnTo>
                    <a:pt x="2028" y="20254"/>
                  </a:lnTo>
                  <a:lnTo>
                    <a:pt x="2926" y="17882"/>
                  </a:lnTo>
                  <a:lnTo>
                    <a:pt x="4166" y="6308"/>
                  </a:lnTo>
                  <a:lnTo>
                    <a:pt x="3375" y="3347"/>
                  </a:lnTo>
                  <a:lnTo>
                    <a:pt x="4354" y="159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h3790"/>
            <p:cNvSpPr/>
            <p:nvPr/>
          </p:nvSpPr>
          <p:spPr>
            <a:xfrm>
              <a:off x="7007515" y="3183437"/>
              <a:ext cx="33972" cy="41748"/>
            </a:xfrm>
            <a:custGeom>
              <a:avLst/>
              <a:pathLst>
                <a:path w="33972" h="41748">
                  <a:moveTo>
                    <a:pt x="15728" y="2559"/>
                  </a:moveTo>
                  <a:lnTo>
                    <a:pt x="14829" y="2936"/>
                  </a:lnTo>
                  <a:lnTo>
                    <a:pt x="13330" y="8196"/>
                  </a:lnTo>
                  <a:lnTo>
                    <a:pt x="15839" y="14158"/>
                  </a:lnTo>
                  <a:lnTo>
                    <a:pt x="18142" y="12850"/>
                  </a:lnTo>
                  <a:lnTo>
                    <a:pt x="20045" y="10230"/>
                  </a:lnTo>
                  <a:lnTo>
                    <a:pt x="20942" y="10265"/>
                  </a:lnTo>
                  <a:lnTo>
                    <a:pt x="22850" y="11697"/>
                  </a:lnTo>
                  <a:lnTo>
                    <a:pt x="24364" y="15919"/>
                  </a:lnTo>
                  <a:lnTo>
                    <a:pt x="22132" y="21356"/>
                  </a:lnTo>
                  <a:lnTo>
                    <a:pt x="21541" y="25191"/>
                  </a:lnTo>
                  <a:lnTo>
                    <a:pt x="31867" y="32892"/>
                  </a:lnTo>
                  <a:lnTo>
                    <a:pt x="33322" y="30958"/>
                  </a:lnTo>
                  <a:lnTo>
                    <a:pt x="33972" y="33739"/>
                  </a:lnTo>
                  <a:lnTo>
                    <a:pt x="29444" y="39555"/>
                  </a:lnTo>
                  <a:lnTo>
                    <a:pt x="26674" y="39297"/>
                  </a:lnTo>
                  <a:lnTo>
                    <a:pt x="22328" y="41748"/>
                  </a:lnTo>
                  <a:lnTo>
                    <a:pt x="15103" y="39518"/>
                  </a:lnTo>
                  <a:lnTo>
                    <a:pt x="12635" y="36382"/>
                  </a:lnTo>
                  <a:lnTo>
                    <a:pt x="7148" y="34644"/>
                  </a:lnTo>
                  <a:lnTo>
                    <a:pt x="6483" y="35625"/>
                  </a:lnTo>
                  <a:lnTo>
                    <a:pt x="7316" y="38826"/>
                  </a:lnTo>
                  <a:lnTo>
                    <a:pt x="4267" y="38395"/>
                  </a:lnTo>
                  <a:lnTo>
                    <a:pt x="2756" y="34897"/>
                  </a:lnTo>
                  <a:lnTo>
                    <a:pt x="1591" y="32421"/>
                  </a:lnTo>
                  <a:lnTo>
                    <a:pt x="1672" y="30196"/>
                  </a:lnTo>
                  <a:lnTo>
                    <a:pt x="0" y="29333"/>
                  </a:lnTo>
                  <a:lnTo>
                    <a:pt x="3264" y="24850"/>
                  </a:lnTo>
                  <a:lnTo>
                    <a:pt x="4059" y="25327"/>
                  </a:lnTo>
                  <a:lnTo>
                    <a:pt x="6499" y="20441"/>
                  </a:lnTo>
                  <a:lnTo>
                    <a:pt x="6835" y="18101"/>
                  </a:lnTo>
                  <a:lnTo>
                    <a:pt x="4845" y="14918"/>
                  </a:lnTo>
                  <a:lnTo>
                    <a:pt x="7999" y="10514"/>
                  </a:lnTo>
                  <a:lnTo>
                    <a:pt x="10482" y="1513"/>
                  </a:lnTo>
                  <a:lnTo>
                    <a:pt x="1011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h3791"/>
            <p:cNvSpPr/>
            <p:nvPr/>
          </p:nvSpPr>
          <p:spPr>
            <a:xfrm>
              <a:off x="7004237" y="3218082"/>
              <a:ext cx="34396" cy="20068"/>
            </a:xfrm>
            <a:custGeom>
              <a:avLst/>
              <a:pathLst>
                <a:path w="34396" h="20068">
                  <a:moveTo>
                    <a:pt x="15914" y="1738"/>
                  </a:moveTo>
                  <a:lnTo>
                    <a:pt x="18381" y="4873"/>
                  </a:lnTo>
                  <a:lnTo>
                    <a:pt x="25606" y="7103"/>
                  </a:lnTo>
                  <a:lnTo>
                    <a:pt x="29953" y="4653"/>
                  </a:lnTo>
                  <a:lnTo>
                    <a:pt x="32722" y="4911"/>
                  </a:lnTo>
                  <a:lnTo>
                    <a:pt x="34316" y="7334"/>
                  </a:lnTo>
                  <a:lnTo>
                    <a:pt x="34396" y="9869"/>
                  </a:lnTo>
                  <a:lnTo>
                    <a:pt x="33006" y="14989"/>
                  </a:lnTo>
                  <a:lnTo>
                    <a:pt x="32486" y="14251"/>
                  </a:lnTo>
                  <a:lnTo>
                    <a:pt x="14783" y="16753"/>
                  </a:lnTo>
                  <a:lnTo>
                    <a:pt x="10058" y="18519"/>
                  </a:lnTo>
                  <a:lnTo>
                    <a:pt x="8349" y="20068"/>
                  </a:lnTo>
                  <a:lnTo>
                    <a:pt x="5267" y="19222"/>
                  </a:lnTo>
                  <a:lnTo>
                    <a:pt x="5299" y="16041"/>
                  </a:lnTo>
                  <a:lnTo>
                    <a:pt x="0" y="9901"/>
                  </a:lnTo>
                  <a:lnTo>
                    <a:pt x="2650" y="6144"/>
                  </a:lnTo>
                  <a:lnTo>
                    <a:pt x="2330" y="4936"/>
                  </a:lnTo>
                  <a:lnTo>
                    <a:pt x="1312" y="5150"/>
                  </a:lnTo>
                  <a:lnTo>
                    <a:pt x="2164" y="389"/>
                  </a:lnTo>
                  <a:lnTo>
                    <a:pt x="4077" y="1288"/>
                  </a:lnTo>
                  <a:lnTo>
                    <a:pt x="5071" y="3048"/>
                  </a:lnTo>
                  <a:lnTo>
                    <a:pt x="6261" y="3055"/>
                  </a:lnTo>
                  <a:lnTo>
                    <a:pt x="6034" y="253"/>
                  </a:lnTo>
                  <a:lnTo>
                    <a:pt x="7545" y="3751"/>
                  </a:lnTo>
                  <a:lnTo>
                    <a:pt x="10595" y="4182"/>
                  </a:lnTo>
                  <a:lnTo>
                    <a:pt x="9761" y="98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h3792"/>
            <p:cNvSpPr/>
            <p:nvPr/>
          </p:nvSpPr>
          <p:spPr>
            <a:xfrm>
              <a:off x="7090719" y="3418801"/>
              <a:ext cx="2113" cy="594"/>
            </a:xfrm>
            <a:custGeom>
              <a:avLst/>
              <a:pathLst>
                <a:path w="2113" h="594">
                  <a:moveTo>
                    <a:pt x="1657" y="594"/>
                  </a:moveTo>
                  <a:lnTo>
                    <a:pt x="0" y="0"/>
                  </a:lnTo>
                  <a:lnTo>
                    <a:pt x="2113" y="1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h3793"/>
            <p:cNvSpPr/>
            <p:nvPr/>
          </p:nvSpPr>
          <p:spPr>
            <a:xfrm>
              <a:off x="7079883" y="3364776"/>
              <a:ext cx="66874" cy="71843"/>
            </a:xfrm>
            <a:custGeom>
              <a:avLst/>
              <a:pathLst>
                <a:path w="66874" h="71843">
                  <a:moveTo>
                    <a:pt x="41474" y="0"/>
                  </a:moveTo>
                  <a:lnTo>
                    <a:pt x="42400" y="1086"/>
                  </a:lnTo>
                  <a:lnTo>
                    <a:pt x="41352" y="1843"/>
                  </a:lnTo>
                  <a:lnTo>
                    <a:pt x="42305" y="4351"/>
                  </a:lnTo>
                  <a:lnTo>
                    <a:pt x="45168" y="5754"/>
                  </a:lnTo>
                  <a:lnTo>
                    <a:pt x="45922" y="4210"/>
                  </a:lnTo>
                  <a:lnTo>
                    <a:pt x="47142" y="8119"/>
                  </a:lnTo>
                  <a:lnTo>
                    <a:pt x="55741" y="13098"/>
                  </a:lnTo>
                  <a:lnTo>
                    <a:pt x="57799" y="21680"/>
                  </a:lnTo>
                  <a:lnTo>
                    <a:pt x="54456" y="23695"/>
                  </a:lnTo>
                  <a:lnTo>
                    <a:pt x="56023" y="26745"/>
                  </a:lnTo>
                  <a:lnTo>
                    <a:pt x="55005" y="27354"/>
                  </a:lnTo>
                  <a:lnTo>
                    <a:pt x="51920" y="26998"/>
                  </a:lnTo>
                  <a:lnTo>
                    <a:pt x="49438" y="27581"/>
                  </a:lnTo>
                  <a:lnTo>
                    <a:pt x="49537" y="31333"/>
                  </a:lnTo>
                  <a:lnTo>
                    <a:pt x="52329" y="33865"/>
                  </a:lnTo>
                  <a:lnTo>
                    <a:pt x="56069" y="34157"/>
                  </a:lnTo>
                  <a:lnTo>
                    <a:pt x="59485" y="33149"/>
                  </a:lnTo>
                  <a:lnTo>
                    <a:pt x="63194" y="30474"/>
                  </a:lnTo>
                  <a:lnTo>
                    <a:pt x="64714" y="30679"/>
                  </a:lnTo>
                  <a:lnTo>
                    <a:pt x="66590" y="32131"/>
                  </a:lnTo>
                  <a:lnTo>
                    <a:pt x="66874" y="33502"/>
                  </a:lnTo>
                  <a:lnTo>
                    <a:pt x="63296" y="39069"/>
                  </a:lnTo>
                  <a:lnTo>
                    <a:pt x="60677" y="39076"/>
                  </a:lnTo>
                  <a:lnTo>
                    <a:pt x="59371" y="39863"/>
                  </a:lnTo>
                  <a:lnTo>
                    <a:pt x="61238" y="43888"/>
                  </a:lnTo>
                  <a:lnTo>
                    <a:pt x="61638" y="47132"/>
                  </a:lnTo>
                  <a:lnTo>
                    <a:pt x="60107" y="51571"/>
                  </a:lnTo>
                  <a:lnTo>
                    <a:pt x="56534" y="54981"/>
                  </a:lnTo>
                  <a:lnTo>
                    <a:pt x="51885" y="57145"/>
                  </a:lnTo>
                  <a:lnTo>
                    <a:pt x="48430" y="63264"/>
                  </a:lnTo>
                  <a:lnTo>
                    <a:pt x="50407" y="71843"/>
                  </a:lnTo>
                  <a:lnTo>
                    <a:pt x="43341" y="70021"/>
                  </a:lnTo>
                  <a:lnTo>
                    <a:pt x="31180" y="64248"/>
                  </a:lnTo>
                  <a:lnTo>
                    <a:pt x="23459" y="58385"/>
                  </a:lnTo>
                  <a:lnTo>
                    <a:pt x="18283" y="55997"/>
                  </a:lnTo>
                  <a:lnTo>
                    <a:pt x="18556" y="52520"/>
                  </a:lnTo>
                  <a:lnTo>
                    <a:pt x="19276" y="52108"/>
                  </a:lnTo>
                  <a:lnTo>
                    <a:pt x="18411" y="50052"/>
                  </a:lnTo>
                  <a:lnTo>
                    <a:pt x="15420" y="49142"/>
                  </a:lnTo>
                  <a:lnTo>
                    <a:pt x="13669" y="49742"/>
                  </a:lnTo>
                  <a:lnTo>
                    <a:pt x="11691" y="51447"/>
                  </a:lnTo>
                  <a:lnTo>
                    <a:pt x="12487" y="52234"/>
                  </a:lnTo>
                  <a:lnTo>
                    <a:pt x="11088" y="51232"/>
                  </a:lnTo>
                  <a:lnTo>
                    <a:pt x="5506" y="44917"/>
                  </a:lnTo>
                  <a:lnTo>
                    <a:pt x="0" y="42204"/>
                  </a:lnTo>
                  <a:lnTo>
                    <a:pt x="132" y="41553"/>
                  </a:lnTo>
                  <a:lnTo>
                    <a:pt x="3949" y="40685"/>
                  </a:lnTo>
                  <a:lnTo>
                    <a:pt x="8745" y="42805"/>
                  </a:lnTo>
                  <a:lnTo>
                    <a:pt x="14227" y="42306"/>
                  </a:lnTo>
                  <a:lnTo>
                    <a:pt x="13988" y="39976"/>
                  </a:lnTo>
                  <a:lnTo>
                    <a:pt x="9831" y="38120"/>
                  </a:lnTo>
                  <a:lnTo>
                    <a:pt x="13236" y="34361"/>
                  </a:lnTo>
                  <a:lnTo>
                    <a:pt x="19290" y="24942"/>
                  </a:lnTo>
                  <a:lnTo>
                    <a:pt x="14744" y="22779"/>
                  </a:lnTo>
                  <a:lnTo>
                    <a:pt x="12734" y="16989"/>
                  </a:lnTo>
                  <a:lnTo>
                    <a:pt x="14565" y="14681"/>
                  </a:lnTo>
                  <a:lnTo>
                    <a:pt x="18736" y="14271"/>
                  </a:lnTo>
                  <a:lnTo>
                    <a:pt x="19378" y="8583"/>
                  </a:lnTo>
                  <a:lnTo>
                    <a:pt x="24372" y="7658"/>
                  </a:lnTo>
                  <a:lnTo>
                    <a:pt x="34346" y="7114"/>
                  </a:lnTo>
                  <a:lnTo>
                    <a:pt x="35355" y="45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h3794"/>
            <p:cNvSpPr/>
            <p:nvPr/>
          </p:nvSpPr>
          <p:spPr>
            <a:xfrm>
              <a:off x="7175191" y="3244373"/>
              <a:ext cx="46103" cy="40235"/>
            </a:xfrm>
            <a:custGeom>
              <a:avLst/>
              <a:pathLst>
                <a:path w="46103" h="40235">
                  <a:moveTo>
                    <a:pt x="25547" y="787"/>
                  </a:moveTo>
                  <a:lnTo>
                    <a:pt x="23794" y="5391"/>
                  </a:lnTo>
                  <a:lnTo>
                    <a:pt x="27575" y="3726"/>
                  </a:lnTo>
                  <a:lnTo>
                    <a:pt x="30191" y="1434"/>
                  </a:lnTo>
                  <a:lnTo>
                    <a:pt x="34159" y="2939"/>
                  </a:lnTo>
                  <a:lnTo>
                    <a:pt x="32846" y="5355"/>
                  </a:lnTo>
                  <a:lnTo>
                    <a:pt x="30013" y="6676"/>
                  </a:lnTo>
                  <a:lnTo>
                    <a:pt x="29950" y="9723"/>
                  </a:lnTo>
                  <a:lnTo>
                    <a:pt x="32038" y="10690"/>
                  </a:lnTo>
                  <a:lnTo>
                    <a:pt x="39889" y="8011"/>
                  </a:lnTo>
                  <a:lnTo>
                    <a:pt x="41610" y="1509"/>
                  </a:lnTo>
                  <a:lnTo>
                    <a:pt x="43579" y="139"/>
                  </a:lnTo>
                  <a:lnTo>
                    <a:pt x="46103" y="203"/>
                  </a:lnTo>
                  <a:lnTo>
                    <a:pt x="46080" y="4998"/>
                  </a:lnTo>
                  <a:lnTo>
                    <a:pt x="44970" y="9638"/>
                  </a:lnTo>
                  <a:lnTo>
                    <a:pt x="42296" y="11007"/>
                  </a:lnTo>
                  <a:lnTo>
                    <a:pt x="41076" y="14182"/>
                  </a:lnTo>
                  <a:lnTo>
                    <a:pt x="41719" y="16541"/>
                  </a:lnTo>
                  <a:lnTo>
                    <a:pt x="41103" y="22129"/>
                  </a:lnTo>
                  <a:lnTo>
                    <a:pt x="43282" y="24835"/>
                  </a:lnTo>
                  <a:lnTo>
                    <a:pt x="45229" y="25468"/>
                  </a:lnTo>
                  <a:lnTo>
                    <a:pt x="45460" y="26201"/>
                  </a:lnTo>
                  <a:lnTo>
                    <a:pt x="42483" y="27892"/>
                  </a:lnTo>
                  <a:lnTo>
                    <a:pt x="37619" y="27855"/>
                  </a:lnTo>
                  <a:lnTo>
                    <a:pt x="35844" y="26737"/>
                  </a:lnTo>
                  <a:lnTo>
                    <a:pt x="33527" y="27449"/>
                  </a:lnTo>
                  <a:lnTo>
                    <a:pt x="32786" y="26696"/>
                  </a:lnTo>
                  <a:lnTo>
                    <a:pt x="29563" y="26267"/>
                  </a:lnTo>
                  <a:lnTo>
                    <a:pt x="26907" y="28885"/>
                  </a:lnTo>
                  <a:lnTo>
                    <a:pt x="27229" y="30054"/>
                  </a:lnTo>
                  <a:lnTo>
                    <a:pt x="24064" y="33264"/>
                  </a:lnTo>
                  <a:lnTo>
                    <a:pt x="19013" y="33038"/>
                  </a:lnTo>
                  <a:lnTo>
                    <a:pt x="16735" y="37571"/>
                  </a:lnTo>
                  <a:lnTo>
                    <a:pt x="17090" y="38145"/>
                  </a:lnTo>
                  <a:lnTo>
                    <a:pt x="13279" y="40235"/>
                  </a:lnTo>
                  <a:lnTo>
                    <a:pt x="6851" y="38270"/>
                  </a:lnTo>
                  <a:lnTo>
                    <a:pt x="2733" y="37918"/>
                  </a:lnTo>
                  <a:lnTo>
                    <a:pt x="1184" y="36953"/>
                  </a:lnTo>
                  <a:lnTo>
                    <a:pt x="0" y="30240"/>
                  </a:lnTo>
                  <a:lnTo>
                    <a:pt x="4944" y="23672"/>
                  </a:lnTo>
                  <a:lnTo>
                    <a:pt x="1974" y="17135"/>
                  </a:lnTo>
                  <a:lnTo>
                    <a:pt x="5437" y="16328"/>
                  </a:lnTo>
                  <a:lnTo>
                    <a:pt x="5290" y="13032"/>
                  </a:lnTo>
                  <a:lnTo>
                    <a:pt x="7148" y="11635"/>
                  </a:lnTo>
                  <a:lnTo>
                    <a:pt x="12542" y="17230"/>
                  </a:lnTo>
                  <a:lnTo>
                    <a:pt x="14116" y="17874"/>
                  </a:lnTo>
                  <a:lnTo>
                    <a:pt x="14925" y="17150"/>
                  </a:lnTo>
                  <a:lnTo>
                    <a:pt x="14970" y="10649"/>
                  </a:lnTo>
                  <a:lnTo>
                    <a:pt x="13064" y="7363"/>
                  </a:lnTo>
                  <a:lnTo>
                    <a:pt x="15536" y="4797"/>
                  </a:lnTo>
                  <a:lnTo>
                    <a:pt x="2271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h3795"/>
            <p:cNvSpPr/>
            <p:nvPr/>
          </p:nvSpPr>
          <p:spPr>
            <a:xfrm>
              <a:off x="7206784" y="3252815"/>
              <a:ext cx="46940" cy="47806"/>
            </a:xfrm>
            <a:custGeom>
              <a:avLst/>
              <a:pathLst>
                <a:path w="46940" h="47806">
                  <a:moveTo>
                    <a:pt x="25619" y="2016"/>
                  </a:moveTo>
                  <a:lnTo>
                    <a:pt x="30274" y="2353"/>
                  </a:lnTo>
                  <a:lnTo>
                    <a:pt x="26402" y="5853"/>
                  </a:lnTo>
                  <a:lnTo>
                    <a:pt x="22362" y="5502"/>
                  </a:lnTo>
                  <a:lnTo>
                    <a:pt x="20316" y="8176"/>
                  </a:lnTo>
                  <a:lnTo>
                    <a:pt x="31596" y="10983"/>
                  </a:lnTo>
                  <a:lnTo>
                    <a:pt x="42081" y="16799"/>
                  </a:lnTo>
                  <a:lnTo>
                    <a:pt x="42901" y="22141"/>
                  </a:lnTo>
                  <a:lnTo>
                    <a:pt x="45248" y="24383"/>
                  </a:lnTo>
                  <a:lnTo>
                    <a:pt x="46940" y="26901"/>
                  </a:lnTo>
                  <a:lnTo>
                    <a:pt x="46251" y="27955"/>
                  </a:lnTo>
                  <a:lnTo>
                    <a:pt x="39069" y="30822"/>
                  </a:lnTo>
                  <a:lnTo>
                    <a:pt x="33187" y="36262"/>
                  </a:lnTo>
                  <a:lnTo>
                    <a:pt x="33674" y="40226"/>
                  </a:lnTo>
                  <a:lnTo>
                    <a:pt x="32931" y="43500"/>
                  </a:lnTo>
                  <a:lnTo>
                    <a:pt x="29861" y="45321"/>
                  </a:lnTo>
                  <a:lnTo>
                    <a:pt x="28754" y="47806"/>
                  </a:lnTo>
                  <a:lnTo>
                    <a:pt x="26530" y="46051"/>
                  </a:lnTo>
                  <a:lnTo>
                    <a:pt x="26579" y="44457"/>
                  </a:lnTo>
                  <a:lnTo>
                    <a:pt x="25253" y="42044"/>
                  </a:lnTo>
                  <a:lnTo>
                    <a:pt x="20305" y="41315"/>
                  </a:lnTo>
                  <a:lnTo>
                    <a:pt x="18046" y="37612"/>
                  </a:lnTo>
                  <a:lnTo>
                    <a:pt x="20383" y="34358"/>
                  </a:lnTo>
                  <a:lnTo>
                    <a:pt x="14949" y="28379"/>
                  </a:lnTo>
                  <a:lnTo>
                    <a:pt x="12072" y="26764"/>
                  </a:lnTo>
                  <a:lnTo>
                    <a:pt x="9443" y="26513"/>
                  </a:lnTo>
                  <a:lnTo>
                    <a:pt x="6595" y="24559"/>
                  </a:lnTo>
                  <a:lnTo>
                    <a:pt x="5806" y="22016"/>
                  </a:lnTo>
                  <a:lnTo>
                    <a:pt x="0" y="23500"/>
                  </a:lnTo>
                  <a:lnTo>
                    <a:pt x="341" y="19012"/>
                  </a:lnTo>
                  <a:lnTo>
                    <a:pt x="1934" y="19007"/>
                  </a:lnTo>
                  <a:lnTo>
                    <a:pt x="4250" y="18295"/>
                  </a:lnTo>
                  <a:lnTo>
                    <a:pt x="6026" y="19413"/>
                  </a:lnTo>
                  <a:lnTo>
                    <a:pt x="10890" y="19451"/>
                  </a:lnTo>
                  <a:lnTo>
                    <a:pt x="13866" y="17760"/>
                  </a:lnTo>
                  <a:lnTo>
                    <a:pt x="13635" y="17027"/>
                  </a:lnTo>
                  <a:lnTo>
                    <a:pt x="11689" y="16394"/>
                  </a:lnTo>
                  <a:lnTo>
                    <a:pt x="9509" y="13688"/>
                  </a:lnTo>
                  <a:lnTo>
                    <a:pt x="10126" y="8100"/>
                  </a:lnTo>
                  <a:lnTo>
                    <a:pt x="9482" y="5741"/>
                  </a:lnTo>
                  <a:lnTo>
                    <a:pt x="10703" y="2566"/>
                  </a:lnTo>
                  <a:lnTo>
                    <a:pt x="13377" y="1197"/>
                  </a:lnTo>
                  <a:lnTo>
                    <a:pt x="2001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h3796"/>
            <p:cNvSpPr/>
            <p:nvPr/>
          </p:nvSpPr>
          <p:spPr>
            <a:xfrm>
              <a:off x="7173809" y="3226177"/>
              <a:ext cx="47485" cy="36070"/>
            </a:xfrm>
            <a:custGeom>
              <a:avLst/>
              <a:pathLst>
                <a:path w="47485" h="36070">
                  <a:moveTo>
                    <a:pt x="30830" y="2905"/>
                  </a:moveTo>
                  <a:lnTo>
                    <a:pt x="29610" y="10706"/>
                  </a:lnTo>
                  <a:lnTo>
                    <a:pt x="34996" y="10791"/>
                  </a:lnTo>
                  <a:lnTo>
                    <a:pt x="44156" y="13443"/>
                  </a:lnTo>
                  <a:lnTo>
                    <a:pt x="47485" y="18399"/>
                  </a:lnTo>
                  <a:lnTo>
                    <a:pt x="44961" y="18335"/>
                  </a:lnTo>
                  <a:lnTo>
                    <a:pt x="42992" y="19705"/>
                  </a:lnTo>
                  <a:lnTo>
                    <a:pt x="41271" y="26207"/>
                  </a:lnTo>
                  <a:lnTo>
                    <a:pt x="33421" y="28886"/>
                  </a:lnTo>
                  <a:lnTo>
                    <a:pt x="31332" y="27919"/>
                  </a:lnTo>
                  <a:lnTo>
                    <a:pt x="31395" y="24872"/>
                  </a:lnTo>
                  <a:lnTo>
                    <a:pt x="34228" y="23551"/>
                  </a:lnTo>
                  <a:lnTo>
                    <a:pt x="35541" y="21135"/>
                  </a:lnTo>
                  <a:lnTo>
                    <a:pt x="31573" y="19631"/>
                  </a:lnTo>
                  <a:lnTo>
                    <a:pt x="28957" y="21922"/>
                  </a:lnTo>
                  <a:lnTo>
                    <a:pt x="25176" y="23587"/>
                  </a:lnTo>
                  <a:lnTo>
                    <a:pt x="26930" y="18983"/>
                  </a:lnTo>
                  <a:lnTo>
                    <a:pt x="24097" y="18196"/>
                  </a:lnTo>
                  <a:lnTo>
                    <a:pt x="16918" y="22993"/>
                  </a:lnTo>
                  <a:lnTo>
                    <a:pt x="14446" y="25559"/>
                  </a:lnTo>
                  <a:lnTo>
                    <a:pt x="16352" y="28845"/>
                  </a:lnTo>
                  <a:lnTo>
                    <a:pt x="16307" y="35347"/>
                  </a:lnTo>
                  <a:lnTo>
                    <a:pt x="15499" y="36070"/>
                  </a:lnTo>
                  <a:lnTo>
                    <a:pt x="13925" y="35426"/>
                  </a:lnTo>
                  <a:lnTo>
                    <a:pt x="8530" y="29831"/>
                  </a:lnTo>
                  <a:lnTo>
                    <a:pt x="6673" y="31228"/>
                  </a:lnTo>
                  <a:lnTo>
                    <a:pt x="4318" y="30751"/>
                  </a:lnTo>
                  <a:lnTo>
                    <a:pt x="0" y="25522"/>
                  </a:lnTo>
                  <a:lnTo>
                    <a:pt x="1187" y="21691"/>
                  </a:lnTo>
                  <a:lnTo>
                    <a:pt x="2815" y="20880"/>
                  </a:lnTo>
                  <a:lnTo>
                    <a:pt x="4972" y="8224"/>
                  </a:lnTo>
                  <a:lnTo>
                    <a:pt x="8056" y="5196"/>
                  </a:lnTo>
                  <a:lnTo>
                    <a:pt x="21453" y="4813"/>
                  </a:lnTo>
                  <a:lnTo>
                    <a:pt x="23320" y="3429"/>
                  </a:lnTo>
                  <a:lnTo>
                    <a:pt x="22664" y="2687"/>
                  </a:lnTo>
                  <a:lnTo>
                    <a:pt x="2541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h3797"/>
            <p:cNvSpPr/>
            <p:nvPr/>
          </p:nvSpPr>
          <p:spPr>
            <a:xfrm>
              <a:off x="7250288" y="3347339"/>
              <a:ext cx="17378" cy="21726"/>
            </a:xfrm>
            <a:custGeom>
              <a:avLst/>
              <a:pathLst>
                <a:path w="17378" h="21726">
                  <a:moveTo>
                    <a:pt x="13723" y="1503"/>
                  </a:moveTo>
                  <a:lnTo>
                    <a:pt x="16937" y="845"/>
                  </a:lnTo>
                  <a:lnTo>
                    <a:pt x="17378" y="2858"/>
                  </a:lnTo>
                  <a:lnTo>
                    <a:pt x="16363" y="5502"/>
                  </a:lnTo>
                  <a:lnTo>
                    <a:pt x="14062" y="6530"/>
                  </a:lnTo>
                  <a:lnTo>
                    <a:pt x="13639" y="8647"/>
                  </a:lnTo>
                  <a:lnTo>
                    <a:pt x="14657" y="11310"/>
                  </a:lnTo>
                  <a:lnTo>
                    <a:pt x="13530" y="13469"/>
                  </a:lnTo>
                  <a:lnTo>
                    <a:pt x="7551" y="20124"/>
                  </a:lnTo>
                  <a:lnTo>
                    <a:pt x="5406" y="21726"/>
                  </a:lnTo>
                  <a:lnTo>
                    <a:pt x="4190" y="21139"/>
                  </a:lnTo>
                  <a:lnTo>
                    <a:pt x="2213" y="16171"/>
                  </a:lnTo>
                  <a:lnTo>
                    <a:pt x="2477" y="12508"/>
                  </a:lnTo>
                  <a:lnTo>
                    <a:pt x="3090" y="8695"/>
                  </a:lnTo>
                  <a:lnTo>
                    <a:pt x="3930" y="7663"/>
                  </a:lnTo>
                  <a:lnTo>
                    <a:pt x="4842" y="8419"/>
                  </a:lnTo>
                  <a:lnTo>
                    <a:pt x="6375" y="7420"/>
                  </a:lnTo>
                  <a:lnTo>
                    <a:pt x="4582" y="3764"/>
                  </a:lnTo>
                  <a:lnTo>
                    <a:pt x="1575" y="4234"/>
                  </a:lnTo>
                  <a:lnTo>
                    <a:pt x="0" y="3395"/>
                  </a:lnTo>
                  <a:lnTo>
                    <a:pt x="681" y="1979"/>
                  </a:lnTo>
                  <a:lnTo>
                    <a:pt x="2414" y="1080"/>
                  </a:lnTo>
                  <a:lnTo>
                    <a:pt x="3321" y="0"/>
                  </a:lnTo>
                  <a:lnTo>
                    <a:pt x="5332" y="1962"/>
                  </a:lnTo>
                  <a:lnTo>
                    <a:pt x="8723" y="113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h3798"/>
            <p:cNvSpPr/>
            <p:nvPr/>
          </p:nvSpPr>
          <p:spPr>
            <a:xfrm>
              <a:off x="7271172" y="3418099"/>
              <a:ext cx="38992" cy="33266"/>
            </a:xfrm>
            <a:custGeom>
              <a:avLst/>
              <a:pathLst>
                <a:path w="38992" h="33266">
                  <a:moveTo>
                    <a:pt x="26596" y="6407"/>
                  </a:moveTo>
                  <a:lnTo>
                    <a:pt x="28484" y="5909"/>
                  </a:lnTo>
                  <a:lnTo>
                    <a:pt x="28504" y="5151"/>
                  </a:lnTo>
                  <a:lnTo>
                    <a:pt x="27513" y="4864"/>
                  </a:lnTo>
                  <a:lnTo>
                    <a:pt x="27566" y="2160"/>
                  </a:lnTo>
                  <a:lnTo>
                    <a:pt x="30279" y="2107"/>
                  </a:lnTo>
                  <a:lnTo>
                    <a:pt x="31681" y="3285"/>
                  </a:lnTo>
                  <a:lnTo>
                    <a:pt x="33134" y="6849"/>
                  </a:lnTo>
                  <a:lnTo>
                    <a:pt x="31346" y="10524"/>
                  </a:lnTo>
                  <a:lnTo>
                    <a:pt x="33081" y="11598"/>
                  </a:lnTo>
                  <a:lnTo>
                    <a:pt x="32203" y="16454"/>
                  </a:lnTo>
                  <a:lnTo>
                    <a:pt x="36182" y="22381"/>
                  </a:lnTo>
                  <a:lnTo>
                    <a:pt x="38992" y="22772"/>
                  </a:lnTo>
                  <a:lnTo>
                    <a:pt x="37623" y="27493"/>
                  </a:lnTo>
                  <a:lnTo>
                    <a:pt x="37382" y="26977"/>
                  </a:lnTo>
                  <a:lnTo>
                    <a:pt x="34624" y="28236"/>
                  </a:lnTo>
                  <a:lnTo>
                    <a:pt x="32066" y="30595"/>
                  </a:lnTo>
                  <a:lnTo>
                    <a:pt x="26626" y="31492"/>
                  </a:lnTo>
                  <a:lnTo>
                    <a:pt x="23560" y="29978"/>
                  </a:lnTo>
                  <a:lnTo>
                    <a:pt x="21856" y="29641"/>
                  </a:lnTo>
                  <a:lnTo>
                    <a:pt x="13660" y="33266"/>
                  </a:lnTo>
                  <a:lnTo>
                    <a:pt x="8299" y="31031"/>
                  </a:lnTo>
                  <a:lnTo>
                    <a:pt x="2870" y="27456"/>
                  </a:lnTo>
                  <a:lnTo>
                    <a:pt x="1812" y="28043"/>
                  </a:lnTo>
                  <a:lnTo>
                    <a:pt x="296" y="27348"/>
                  </a:lnTo>
                  <a:lnTo>
                    <a:pt x="0" y="24981"/>
                  </a:lnTo>
                  <a:lnTo>
                    <a:pt x="864" y="22998"/>
                  </a:lnTo>
                  <a:lnTo>
                    <a:pt x="176" y="20537"/>
                  </a:lnTo>
                  <a:lnTo>
                    <a:pt x="4134" y="15748"/>
                  </a:lnTo>
                  <a:lnTo>
                    <a:pt x="1000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h3799"/>
            <p:cNvSpPr/>
            <p:nvPr/>
          </p:nvSpPr>
          <p:spPr>
            <a:xfrm>
              <a:off x="7260710" y="3403184"/>
              <a:ext cx="20467" cy="35451"/>
            </a:xfrm>
            <a:custGeom>
              <a:avLst/>
              <a:pathLst>
                <a:path w="20467" h="35451">
                  <a:moveTo>
                    <a:pt x="14126" y="1162"/>
                  </a:moveTo>
                  <a:lnTo>
                    <a:pt x="14810" y="4373"/>
                  </a:lnTo>
                  <a:lnTo>
                    <a:pt x="14359" y="5825"/>
                  </a:lnTo>
                  <a:lnTo>
                    <a:pt x="11428" y="7176"/>
                  </a:lnTo>
                  <a:lnTo>
                    <a:pt x="10495" y="10294"/>
                  </a:lnTo>
                  <a:lnTo>
                    <a:pt x="11077" y="12723"/>
                  </a:lnTo>
                  <a:lnTo>
                    <a:pt x="14500" y="11834"/>
                  </a:lnTo>
                  <a:lnTo>
                    <a:pt x="20467" y="14914"/>
                  </a:lnTo>
                  <a:lnTo>
                    <a:pt x="14596" y="30662"/>
                  </a:lnTo>
                  <a:lnTo>
                    <a:pt x="10638" y="35451"/>
                  </a:lnTo>
                  <a:lnTo>
                    <a:pt x="9847" y="34191"/>
                  </a:lnTo>
                  <a:lnTo>
                    <a:pt x="10164" y="28714"/>
                  </a:lnTo>
                  <a:lnTo>
                    <a:pt x="12454" y="23750"/>
                  </a:lnTo>
                  <a:lnTo>
                    <a:pt x="11120" y="18607"/>
                  </a:lnTo>
                  <a:lnTo>
                    <a:pt x="9447" y="16333"/>
                  </a:lnTo>
                  <a:lnTo>
                    <a:pt x="4706" y="17391"/>
                  </a:lnTo>
                  <a:lnTo>
                    <a:pt x="3764" y="15847"/>
                  </a:lnTo>
                  <a:lnTo>
                    <a:pt x="5341" y="13678"/>
                  </a:lnTo>
                  <a:lnTo>
                    <a:pt x="4454" y="12655"/>
                  </a:lnTo>
                  <a:lnTo>
                    <a:pt x="2038" y="13871"/>
                  </a:lnTo>
                  <a:lnTo>
                    <a:pt x="0" y="9729"/>
                  </a:lnTo>
                  <a:lnTo>
                    <a:pt x="502" y="8736"/>
                  </a:lnTo>
                  <a:lnTo>
                    <a:pt x="3199" y="8116"/>
                  </a:lnTo>
                  <a:lnTo>
                    <a:pt x="605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h3800"/>
            <p:cNvSpPr/>
            <p:nvPr/>
          </p:nvSpPr>
          <p:spPr>
            <a:xfrm>
              <a:off x="7145857" y="3325005"/>
              <a:ext cx="25666" cy="47820"/>
            </a:xfrm>
            <a:custGeom>
              <a:avLst/>
              <a:pathLst>
                <a:path w="25666" h="47820">
                  <a:moveTo>
                    <a:pt x="23952" y="181"/>
                  </a:moveTo>
                  <a:lnTo>
                    <a:pt x="23586" y="5034"/>
                  </a:lnTo>
                  <a:lnTo>
                    <a:pt x="22144" y="7089"/>
                  </a:lnTo>
                  <a:lnTo>
                    <a:pt x="20553" y="12068"/>
                  </a:lnTo>
                  <a:lnTo>
                    <a:pt x="19336" y="18420"/>
                  </a:lnTo>
                  <a:lnTo>
                    <a:pt x="21188" y="28332"/>
                  </a:lnTo>
                  <a:lnTo>
                    <a:pt x="25666" y="30824"/>
                  </a:lnTo>
                  <a:lnTo>
                    <a:pt x="23949" y="37029"/>
                  </a:lnTo>
                  <a:lnTo>
                    <a:pt x="20420" y="40839"/>
                  </a:lnTo>
                  <a:lnTo>
                    <a:pt x="20684" y="44736"/>
                  </a:lnTo>
                  <a:lnTo>
                    <a:pt x="19732" y="47503"/>
                  </a:lnTo>
                  <a:lnTo>
                    <a:pt x="17684" y="47820"/>
                  </a:lnTo>
                  <a:lnTo>
                    <a:pt x="11203" y="43427"/>
                  </a:lnTo>
                  <a:lnTo>
                    <a:pt x="5384" y="37221"/>
                  </a:lnTo>
                  <a:lnTo>
                    <a:pt x="3650" y="36323"/>
                  </a:lnTo>
                  <a:lnTo>
                    <a:pt x="1790" y="36493"/>
                  </a:lnTo>
                  <a:lnTo>
                    <a:pt x="0" y="25317"/>
                  </a:lnTo>
                  <a:lnTo>
                    <a:pt x="3441" y="17333"/>
                  </a:lnTo>
                  <a:lnTo>
                    <a:pt x="4923" y="6516"/>
                  </a:lnTo>
                  <a:lnTo>
                    <a:pt x="7955" y="6411"/>
                  </a:lnTo>
                  <a:lnTo>
                    <a:pt x="8358" y="4841"/>
                  </a:lnTo>
                  <a:lnTo>
                    <a:pt x="9183" y="6757"/>
                  </a:lnTo>
                  <a:lnTo>
                    <a:pt x="10853" y="6999"/>
                  </a:lnTo>
                  <a:lnTo>
                    <a:pt x="21505" y="2674"/>
                  </a:lnTo>
                  <a:lnTo>
                    <a:pt x="2287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h3801"/>
            <p:cNvSpPr/>
            <p:nvPr/>
          </p:nvSpPr>
          <p:spPr>
            <a:xfrm>
              <a:off x="7133603" y="3268535"/>
              <a:ext cx="42771" cy="39755"/>
            </a:xfrm>
            <a:custGeom>
              <a:avLst/>
              <a:pathLst>
                <a:path w="42771" h="39755">
                  <a:moveTo>
                    <a:pt x="25198" y="3576"/>
                  </a:moveTo>
                  <a:lnTo>
                    <a:pt x="28871" y="4983"/>
                  </a:lnTo>
                  <a:lnTo>
                    <a:pt x="33488" y="3071"/>
                  </a:lnTo>
                  <a:lnTo>
                    <a:pt x="38379" y="4154"/>
                  </a:lnTo>
                  <a:lnTo>
                    <a:pt x="41587" y="6078"/>
                  </a:lnTo>
                  <a:lnTo>
                    <a:pt x="42771" y="12791"/>
                  </a:lnTo>
                  <a:lnTo>
                    <a:pt x="41281" y="21456"/>
                  </a:lnTo>
                  <a:lnTo>
                    <a:pt x="39460" y="26526"/>
                  </a:lnTo>
                  <a:lnTo>
                    <a:pt x="37094" y="29629"/>
                  </a:lnTo>
                  <a:lnTo>
                    <a:pt x="35845" y="39755"/>
                  </a:lnTo>
                  <a:lnTo>
                    <a:pt x="33141" y="39531"/>
                  </a:lnTo>
                  <a:lnTo>
                    <a:pt x="30245" y="38201"/>
                  </a:lnTo>
                  <a:lnTo>
                    <a:pt x="29883" y="36286"/>
                  </a:lnTo>
                  <a:lnTo>
                    <a:pt x="26746" y="33369"/>
                  </a:lnTo>
                  <a:lnTo>
                    <a:pt x="24657" y="36402"/>
                  </a:lnTo>
                  <a:lnTo>
                    <a:pt x="21673" y="32467"/>
                  </a:lnTo>
                  <a:lnTo>
                    <a:pt x="20192" y="28629"/>
                  </a:lnTo>
                  <a:lnTo>
                    <a:pt x="22003" y="27915"/>
                  </a:lnTo>
                  <a:lnTo>
                    <a:pt x="20233" y="19343"/>
                  </a:lnTo>
                  <a:lnTo>
                    <a:pt x="16365" y="13375"/>
                  </a:lnTo>
                  <a:lnTo>
                    <a:pt x="9800" y="12148"/>
                  </a:lnTo>
                  <a:lnTo>
                    <a:pt x="2566" y="14028"/>
                  </a:lnTo>
                  <a:lnTo>
                    <a:pt x="0" y="13167"/>
                  </a:lnTo>
                  <a:lnTo>
                    <a:pt x="307" y="6214"/>
                  </a:lnTo>
                  <a:lnTo>
                    <a:pt x="4477" y="3950"/>
                  </a:lnTo>
                  <a:lnTo>
                    <a:pt x="4755" y="5365"/>
                  </a:lnTo>
                  <a:lnTo>
                    <a:pt x="6581" y="4612"/>
                  </a:lnTo>
                  <a:lnTo>
                    <a:pt x="7181" y="3087"/>
                  </a:lnTo>
                  <a:lnTo>
                    <a:pt x="1455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h3802"/>
            <p:cNvSpPr/>
            <p:nvPr/>
          </p:nvSpPr>
          <p:spPr>
            <a:xfrm>
              <a:off x="7084024" y="3289901"/>
              <a:ext cx="43055" cy="42233"/>
            </a:xfrm>
            <a:custGeom>
              <a:avLst/>
              <a:pathLst>
                <a:path w="43055" h="42233">
                  <a:moveTo>
                    <a:pt x="19434" y="1101"/>
                  </a:moveTo>
                  <a:lnTo>
                    <a:pt x="20684" y="3671"/>
                  </a:lnTo>
                  <a:lnTo>
                    <a:pt x="22091" y="11376"/>
                  </a:lnTo>
                  <a:lnTo>
                    <a:pt x="25500" y="11906"/>
                  </a:lnTo>
                  <a:lnTo>
                    <a:pt x="35541" y="9451"/>
                  </a:lnTo>
                  <a:lnTo>
                    <a:pt x="39668" y="9701"/>
                  </a:lnTo>
                  <a:lnTo>
                    <a:pt x="38273" y="16755"/>
                  </a:lnTo>
                  <a:lnTo>
                    <a:pt x="43055" y="14568"/>
                  </a:lnTo>
                  <a:lnTo>
                    <a:pt x="41164" y="26225"/>
                  </a:lnTo>
                  <a:lnTo>
                    <a:pt x="40040" y="27754"/>
                  </a:lnTo>
                  <a:lnTo>
                    <a:pt x="28157" y="32001"/>
                  </a:lnTo>
                  <a:lnTo>
                    <a:pt x="26822" y="36965"/>
                  </a:lnTo>
                  <a:lnTo>
                    <a:pt x="24931" y="39568"/>
                  </a:lnTo>
                  <a:lnTo>
                    <a:pt x="18589" y="42233"/>
                  </a:lnTo>
                  <a:lnTo>
                    <a:pt x="14372" y="41316"/>
                  </a:lnTo>
                  <a:lnTo>
                    <a:pt x="12186" y="38623"/>
                  </a:lnTo>
                  <a:lnTo>
                    <a:pt x="13076" y="35793"/>
                  </a:lnTo>
                  <a:lnTo>
                    <a:pt x="12462" y="32850"/>
                  </a:lnTo>
                  <a:lnTo>
                    <a:pt x="7768" y="33744"/>
                  </a:lnTo>
                  <a:lnTo>
                    <a:pt x="5126" y="34183"/>
                  </a:lnTo>
                  <a:lnTo>
                    <a:pt x="2284" y="31895"/>
                  </a:lnTo>
                  <a:lnTo>
                    <a:pt x="1003" y="29695"/>
                  </a:lnTo>
                  <a:lnTo>
                    <a:pt x="0" y="24049"/>
                  </a:lnTo>
                  <a:lnTo>
                    <a:pt x="5982" y="20470"/>
                  </a:lnTo>
                  <a:lnTo>
                    <a:pt x="5974" y="19720"/>
                  </a:lnTo>
                  <a:lnTo>
                    <a:pt x="3633" y="19477"/>
                  </a:lnTo>
                  <a:lnTo>
                    <a:pt x="2840" y="20715"/>
                  </a:lnTo>
                  <a:lnTo>
                    <a:pt x="785" y="18264"/>
                  </a:lnTo>
                  <a:lnTo>
                    <a:pt x="4159" y="14662"/>
                  </a:lnTo>
                  <a:lnTo>
                    <a:pt x="7334" y="13898"/>
                  </a:lnTo>
                  <a:lnTo>
                    <a:pt x="11991" y="4436"/>
                  </a:lnTo>
                  <a:lnTo>
                    <a:pt x="1724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h3803"/>
            <p:cNvSpPr/>
            <p:nvPr/>
          </p:nvSpPr>
          <p:spPr>
            <a:xfrm>
              <a:off x="7183035" y="3346360"/>
              <a:ext cx="44841" cy="46925"/>
            </a:xfrm>
            <a:custGeom>
              <a:avLst/>
              <a:pathLst>
                <a:path w="44841" h="46925">
                  <a:moveTo>
                    <a:pt x="40763" y="58"/>
                  </a:moveTo>
                  <a:lnTo>
                    <a:pt x="42690" y="2501"/>
                  </a:lnTo>
                  <a:lnTo>
                    <a:pt x="44841" y="7469"/>
                  </a:lnTo>
                  <a:lnTo>
                    <a:pt x="42804" y="9001"/>
                  </a:lnTo>
                  <a:lnTo>
                    <a:pt x="40058" y="9598"/>
                  </a:lnTo>
                  <a:lnTo>
                    <a:pt x="36985" y="15853"/>
                  </a:lnTo>
                  <a:lnTo>
                    <a:pt x="32314" y="13791"/>
                  </a:lnTo>
                  <a:lnTo>
                    <a:pt x="30840" y="14342"/>
                  </a:lnTo>
                  <a:lnTo>
                    <a:pt x="32586" y="24026"/>
                  </a:lnTo>
                  <a:lnTo>
                    <a:pt x="33364" y="24717"/>
                  </a:lnTo>
                  <a:lnTo>
                    <a:pt x="37766" y="24262"/>
                  </a:lnTo>
                  <a:lnTo>
                    <a:pt x="41203" y="26358"/>
                  </a:lnTo>
                  <a:lnTo>
                    <a:pt x="42914" y="29162"/>
                  </a:lnTo>
                  <a:lnTo>
                    <a:pt x="43342" y="32453"/>
                  </a:lnTo>
                  <a:lnTo>
                    <a:pt x="42507" y="34854"/>
                  </a:lnTo>
                  <a:lnTo>
                    <a:pt x="38480" y="36889"/>
                  </a:lnTo>
                  <a:lnTo>
                    <a:pt x="36610" y="37627"/>
                  </a:lnTo>
                  <a:lnTo>
                    <a:pt x="34220" y="42377"/>
                  </a:lnTo>
                  <a:lnTo>
                    <a:pt x="33612" y="46925"/>
                  </a:lnTo>
                  <a:lnTo>
                    <a:pt x="29901" y="46065"/>
                  </a:lnTo>
                  <a:lnTo>
                    <a:pt x="29032" y="43584"/>
                  </a:lnTo>
                  <a:lnTo>
                    <a:pt x="18981" y="33780"/>
                  </a:lnTo>
                  <a:lnTo>
                    <a:pt x="4638" y="30578"/>
                  </a:lnTo>
                  <a:lnTo>
                    <a:pt x="3256" y="29513"/>
                  </a:lnTo>
                  <a:lnTo>
                    <a:pt x="2010" y="26968"/>
                  </a:lnTo>
                  <a:lnTo>
                    <a:pt x="500" y="26708"/>
                  </a:lnTo>
                  <a:lnTo>
                    <a:pt x="0" y="27829"/>
                  </a:lnTo>
                  <a:lnTo>
                    <a:pt x="393" y="23844"/>
                  </a:lnTo>
                  <a:lnTo>
                    <a:pt x="1440" y="22466"/>
                  </a:lnTo>
                  <a:lnTo>
                    <a:pt x="11398" y="21884"/>
                  </a:lnTo>
                  <a:lnTo>
                    <a:pt x="19545" y="15219"/>
                  </a:lnTo>
                  <a:lnTo>
                    <a:pt x="21706" y="8129"/>
                  </a:lnTo>
                  <a:lnTo>
                    <a:pt x="23041" y="7418"/>
                  </a:lnTo>
                  <a:lnTo>
                    <a:pt x="26198" y="8464"/>
                  </a:lnTo>
                  <a:lnTo>
                    <a:pt x="31537" y="8489"/>
                  </a:lnTo>
                  <a:lnTo>
                    <a:pt x="33600" y="2030"/>
                  </a:lnTo>
                  <a:lnTo>
                    <a:pt x="3726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h3804"/>
            <p:cNvSpPr/>
            <p:nvPr/>
          </p:nvSpPr>
          <p:spPr>
            <a:xfrm>
              <a:off x="7100747" y="3258383"/>
              <a:ext cx="54859" cy="58282"/>
            </a:xfrm>
            <a:custGeom>
              <a:avLst/>
              <a:pathLst>
                <a:path w="54859" h="58282">
                  <a:moveTo>
                    <a:pt x="44800" y="271"/>
                  </a:moveTo>
                  <a:lnTo>
                    <a:pt x="46178" y="1292"/>
                  </a:lnTo>
                  <a:lnTo>
                    <a:pt x="46643" y="5970"/>
                  </a:lnTo>
                  <a:lnTo>
                    <a:pt x="42671" y="7464"/>
                  </a:lnTo>
                  <a:lnTo>
                    <a:pt x="38541" y="11839"/>
                  </a:lnTo>
                  <a:lnTo>
                    <a:pt x="37334" y="14103"/>
                  </a:lnTo>
                  <a:lnTo>
                    <a:pt x="33163" y="16366"/>
                  </a:lnTo>
                  <a:lnTo>
                    <a:pt x="32856" y="23319"/>
                  </a:lnTo>
                  <a:lnTo>
                    <a:pt x="35423" y="24180"/>
                  </a:lnTo>
                  <a:lnTo>
                    <a:pt x="42657" y="22300"/>
                  </a:lnTo>
                  <a:lnTo>
                    <a:pt x="49221" y="23527"/>
                  </a:lnTo>
                  <a:lnTo>
                    <a:pt x="53090" y="29495"/>
                  </a:lnTo>
                  <a:lnTo>
                    <a:pt x="54859" y="38067"/>
                  </a:lnTo>
                  <a:lnTo>
                    <a:pt x="53049" y="38781"/>
                  </a:lnTo>
                  <a:lnTo>
                    <a:pt x="49861" y="39583"/>
                  </a:lnTo>
                  <a:lnTo>
                    <a:pt x="48105" y="43268"/>
                  </a:lnTo>
                  <a:lnTo>
                    <a:pt x="47643" y="49938"/>
                  </a:lnTo>
                  <a:lnTo>
                    <a:pt x="45430" y="58282"/>
                  </a:lnTo>
                  <a:lnTo>
                    <a:pt x="41548" y="57220"/>
                  </a:lnTo>
                  <a:lnTo>
                    <a:pt x="24442" y="57743"/>
                  </a:lnTo>
                  <a:lnTo>
                    <a:pt x="26332" y="46086"/>
                  </a:lnTo>
                  <a:lnTo>
                    <a:pt x="21550" y="48272"/>
                  </a:lnTo>
                  <a:lnTo>
                    <a:pt x="22945" y="41219"/>
                  </a:lnTo>
                  <a:lnTo>
                    <a:pt x="18818" y="40969"/>
                  </a:lnTo>
                  <a:lnTo>
                    <a:pt x="8778" y="43424"/>
                  </a:lnTo>
                  <a:lnTo>
                    <a:pt x="5368" y="42893"/>
                  </a:lnTo>
                  <a:lnTo>
                    <a:pt x="3961" y="35189"/>
                  </a:lnTo>
                  <a:lnTo>
                    <a:pt x="2712" y="32619"/>
                  </a:lnTo>
                  <a:lnTo>
                    <a:pt x="525" y="31517"/>
                  </a:lnTo>
                  <a:lnTo>
                    <a:pt x="1702" y="19804"/>
                  </a:lnTo>
                  <a:lnTo>
                    <a:pt x="0" y="18781"/>
                  </a:lnTo>
                  <a:lnTo>
                    <a:pt x="1784" y="19065"/>
                  </a:lnTo>
                  <a:lnTo>
                    <a:pt x="3594" y="17605"/>
                  </a:lnTo>
                  <a:lnTo>
                    <a:pt x="4002" y="9804"/>
                  </a:lnTo>
                  <a:lnTo>
                    <a:pt x="2803" y="8150"/>
                  </a:lnTo>
                  <a:lnTo>
                    <a:pt x="2571" y="5529"/>
                  </a:lnTo>
                  <a:lnTo>
                    <a:pt x="5596" y="4817"/>
                  </a:lnTo>
                  <a:lnTo>
                    <a:pt x="11201" y="7648"/>
                  </a:lnTo>
                  <a:lnTo>
                    <a:pt x="24067" y="11489"/>
                  </a:lnTo>
                  <a:lnTo>
                    <a:pt x="25285" y="14268"/>
                  </a:lnTo>
                  <a:lnTo>
                    <a:pt x="29790" y="13210"/>
                  </a:lnTo>
                  <a:lnTo>
                    <a:pt x="32793" y="10100"/>
                  </a:lnTo>
                  <a:lnTo>
                    <a:pt x="37272" y="8807"/>
                  </a:lnTo>
                  <a:lnTo>
                    <a:pt x="40939" y="6512"/>
                  </a:lnTo>
                  <a:lnTo>
                    <a:pt x="41697" y="5447"/>
                  </a:lnTo>
                  <a:lnTo>
                    <a:pt x="41486" y="3449"/>
                  </a:lnTo>
                  <a:lnTo>
                    <a:pt x="4329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h3805"/>
            <p:cNvSpPr/>
            <p:nvPr/>
          </p:nvSpPr>
          <p:spPr>
            <a:xfrm>
              <a:off x="7169449" y="3281327"/>
              <a:ext cx="23831" cy="26963"/>
            </a:xfrm>
            <a:custGeom>
              <a:avLst/>
              <a:pathLst>
                <a:path w="23831" h="26963">
                  <a:moveTo>
                    <a:pt x="8475" y="965"/>
                  </a:moveTo>
                  <a:lnTo>
                    <a:pt x="12593" y="1317"/>
                  </a:lnTo>
                  <a:lnTo>
                    <a:pt x="19021" y="3282"/>
                  </a:lnTo>
                  <a:lnTo>
                    <a:pt x="22832" y="1192"/>
                  </a:lnTo>
                  <a:lnTo>
                    <a:pt x="22476" y="618"/>
                  </a:lnTo>
                  <a:lnTo>
                    <a:pt x="22874" y="919"/>
                  </a:lnTo>
                  <a:lnTo>
                    <a:pt x="23831" y="4374"/>
                  </a:lnTo>
                  <a:lnTo>
                    <a:pt x="23065" y="9585"/>
                  </a:lnTo>
                  <a:lnTo>
                    <a:pt x="21615" y="17119"/>
                  </a:lnTo>
                  <a:lnTo>
                    <a:pt x="18621" y="22498"/>
                  </a:lnTo>
                  <a:lnTo>
                    <a:pt x="10594" y="25092"/>
                  </a:lnTo>
                  <a:lnTo>
                    <a:pt x="8370" y="26677"/>
                  </a:lnTo>
                  <a:lnTo>
                    <a:pt x="0" y="26963"/>
                  </a:lnTo>
                  <a:lnTo>
                    <a:pt x="1248" y="16838"/>
                  </a:lnTo>
                  <a:lnTo>
                    <a:pt x="3614" y="13734"/>
                  </a:lnTo>
                  <a:lnTo>
                    <a:pt x="5435" y="8664"/>
                  </a:lnTo>
                  <a:lnTo>
                    <a:pt x="692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h3806"/>
            <p:cNvSpPr/>
            <p:nvPr/>
          </p:nvSpPr>
          <p:spPr>
            <a:xfrm>
              <a:off x="7213876" y="3328448"/>
              <a:ext cx="24268" cy="44271"/>
            </a:xfrm>
            <a:custGeom>
              <a:avLst/>
              <a:pathLst>
                <a:path w="24268" h="44271">
                  <a:moveTo>
                    <a:pt x="24268" y="7608"/>
                  </a:moveTo>
                  <a:lnTo>
                    <a:pt x="21798" y="14627"/>
                  </a:lnTo>
                  <a:lnTo>
                    <a:pt x="21573" y="19118"/>
                  </a:lnTo>
                  <a:lnTo>
                    <a:pt x="20488" y="21000"/>
                  </a:lnTo>
                  <a:lnTo>
                    <a:pt x="18423" y="21337"/>
                  </a:lnTo>
                  <a:lnTo>
                    <a:pt x="16662" y="22901"/>
                  </a:lnTo>
                  <a:lnTo>
                    <a:pt x="14305" y="27465"/>
                  </a:lnTo>
                  <a:lnTo>
                    <a:pt x="14698" y="29182"/>
                  </a:lnTo>
                  <a:lnTo>
                    <a:pt x="10495" y="33612"/>
                  </a:lnTo>
                  <a:lnTo>
                    <a:pt x="9788" y="37312"/>
                  </a:lnTo>
                  <a:lnTo>
                    <a:pt x="10362" y="44271"/>
                  </a:lnTo>
                  <a:lnTo>
                    <a:pt x="6925" y="42175"/>
                  </a:lnTo>
                  <a:lnTo>
                    <a:pt x="2523" y="42630"/>
                  </a:lnTo>
                  <a:lnTo>
                    <a:pt x="1745" y="41939"/>
                  </a:lnTo>
                  <a:lnTo>
                    <a:pt x="0" y="32255"/>
                  </a:lnTo>
                  <a:lnTo>
                    <a:pt x="1473" y="31703"/>
                  </a:lnTo>
                  <a:lnTo>
                    <a:pt x="6144" y="33766"/>
                  </a:lnTo>
                  <a:lnTo>
                    <a:pt x="9217" y="27511"/>
                  </a:lnTo>
                  <a:lnTo>
                    <a:pt x="11963" y="26913"/>
                  </a:lnTo>
                  <a:lnTo>
                    <a:pt x="14000" y="25382"/>
                  </a:lnTo>
                  <a:lnTo>
                    <a:pt x="11849" y="20414"/>
                  </a:lnTo>
                  <a:lnTo>
                    <a:pt x="9922" y="17971"/>
                  </a:lnTo>
                  <a:lnTo>
                    <a:pt x="6427" y="17912"/>
                  </a:lnTo>
                  <a:lnTo>
                    <a:pt x="8255" y="14310"/>
                  </a:lnTo>
                  <a:lnTo>
                    <a:pt x="10359" y="13726"/>
                  </a:lnTo>
                  <a:lnTo>
                    <a:pt x="14796" y="10611"/>
                  </a:lnTo>
                  <a:lnTo>
                    <a:pt x="18206" y="6983"/>
                  </a:lnTo>
                  <a:lnTo>
                    <a:pt x="17635" y="1147"/>
                  </a:lnTo>
                  <a:lnTo>
                    <a:pt x="2148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h3807"/>
            <p:cNvSpPr/>
            <p:nvPr/>
          </p:nvSpPr>
          <p:spPr>
            <a:xfrm>
              <a:off x="7301452" y="3381867"/>
              <a:ext cx="30868" cy="49044"/>
            </a:xfrm>
            <a:custGeom>
              <a:avLst/>
              <a:pathLst>
                <a:path w="30868" h="49044">
                  <a:moveTo>
                    <a:pt x="22507" y="260"/>
                  </a:moveTo>
                  <a:lnTo>
                    <a:pt x="30868" y="3223"/>
                  </a:lnTo>
                  <a:lnTo>
                    <a:pt x="28676" y="6040"/>
                  </a:lnTo>
                  <a:lnTo>
                    <a:pt x="28059" y="6513"/>
                  </a:lnTo>
                  <a:lnTo>
                    <a:pt x="27406" y="5825"/>
                  </a:lnTo>
                  <a:lnTo>
                    <a:pt x="24567" y="5553"/>
                  </a:lnTo>
                  <a:lnTo>
                    <a:pt x="22380" y="7794"/>
                  </a:lnTo>
                  <a:lnTo>
                    <a:pt x="19746" y="12917"/>
                  </a:lnTo>
                  <a:lnTo>
                    <a:pt x="17989" y="14285"/>
                  </a:lnTo>
                  <a:lnTo>
                    <a:pt x="21676" y="21581"/>
                  </a:lnTo>
                  <a:lnTo>
                    <a:pt x="22125" y="23912"/>
                  </a:lnTo>
                  <a:lnTo>
                    <a:pt x="23227" y="25292"/>
                  </a:lnTo>
                  <a:lnTo>
                    <a:pt x="23006" y="27907"/>
                  </a:lnTo>
                  <a:lnTo>
                    <a:pt x="19111" y="40241"/>
                  </a:lnTo>
                  <a:lnTo>
                    <a:pt x="17545" y="41199"/>
                  </a:lnTo>
                  <a:lnTo>
                    <a:pt x="15649" y="40900"/>
                  </a:lnTo>
                  <a:lnTo>
                    <a:pt x="17090" y="41882"/>
                  </a:lnTo>
                  <a:lnTo>
                    <a:pt x="16942" y="43278"/>
                  </a:lnTo>
                  <a:lnTo>
                    <a:pt x="15309" y="45339"/>
                  </a:lnTo>
                  <a:lnTo>
                    <a:pt x="11897" y="45703"/>
                  </a:lnTo>
                  <a:lnTo>
                    <a:pt x="7623" y="49044"/>
                  </a:lnTo>
                  <a:lnTo>
                    <a:pt x="3604" y="46427"/>
                  </a:lnTo>
                  <a:lnTo>
                    <a:pt x="2802" y="47830"/>
                  </a:lnTo>
                  <a:lnTo>
                    <a:pt x="1067" y="46756"/>
                  </a:lnTo>
                  <a:lnTo>
                    <a:pt x="2855" y="43081"/>
                  </a:lnTo>
                  <a:lnTo>
                    <a:pt x="1402" y="39518"/>
                  </a:lnTo>
                  <a:lnTo>
                    <a:pt x="0" y="38340"/>
                  </a:lnTo>
                  <a:lnTo>
                    <a:pt x="1135" y="35930"/>
                  </a:lnTo>
                  <a:lnTo>
                    <a:pt x="955" y="31334"/>
                  </a:lnTo>
                  <a:lnTo>
                    <a:pt x="2486" y="28816"/>
                  </a:lnTo>
                  <a:lnTo>
                    <a:pt x="3915" y="28299"/>
                  </a:lnTo>
                  <a:lnTo>
                    <a:pt x="12305" y="29330"/>
                  </a:lnTo>
                  <a:lnTo>
                    <a:pt x="13795" y="28966"/>
                  </a:lnTo>
                  <a:lnTo>
                    <a:pt x="14935" y="26310"/>
                  </a:lnTo>
                  <a:lnTo>
                    <a:pt x="12655" y="23343"/>
                  </a:lnTo>
                  <a:lnTo>
                    <a:pt x="8537" y="19939"/>
                  </a:lnTo>
                  <a:lnTo>
                    <a:pt x="2986" y="20020"/>
                  </a:lnTo>
                  <a:lnTo>
                    <a:pt x="850" y="18068"/>
                  </a:lnTo>
                  <a:lnTo>
                    <a:pt x="2661" y="13761"/>
                  </a:lnTo>
                  <a:lnTo>
                    <a:pt x="2200" y="9833"/>
                  </a:lnTo>
                  <a:lnTo>
                    <a:pt x="4174" y="8430"/>
                  </a:lnTo>
                  <a:lnTo>
                    <a:pt x="7919" y="9757"/>
                  </a:lnTo>
                  <a:lnTo>
                    <a:pt x="10975" y="9761"/>
                  </a:lnTo>
                  <a:lnTo>
                    <a:pt x="12538" y="8274"/>
                  </a:lnTo>
                  <a:lnTo>
                    <a:pt x="11915" y="6978"/>
                  </a:lnTo>
                  <a:lnTo>
                    <a:pt x="13303" y="5975"/>
                  </a:lnTo>
                  <a:lnTo>
                    <a:pt x="21071" y="8491"/>
                  </a:lnTo>
                  <a:lnTo>
                    <a:pt x="23399" y="3706"/>
                  </a:lnTo>
                  <a:lnTo>
                    <a:pt x="2144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h3808"/>
            <p:cNvSpPr/>
            <p:nvPr/>
          </p:nvSpPr>
          <p:spPr>
            <a:xfrm>
              <a:off x="7248865" y="3261298"/>
              <a:ext cx="27935" cy="26833"/>
            </a:xfrm>
            <a:custGeom>
              <a:avLst/>
              <a:pathLst>
                <a:path w="27935" h="26833">
                  <a:moveTo>
                    <a:pt x="15094" y="0"/>
                  </a:moveTo>
                  <a:lnTo>
                    <a:pt x="19662" y="327"/>
                  </a:lnTo>
                  <a:lnTo>
                    <a:pt x="24524" y="219"/>
                  </a:lnTo>
                  <a:lnTo>
                    <a:pt x="27468" y="1958"/>
                  </a:lnTo>
                  <a:lnTo>
                    <a:pt x="27852" y="6485"/>
                  </a:lnTo>
                  <a:lnTo>
                    <a:pt x="26886" y="8467"/>
                  </a:lnTo>
                  <a:lnTo>
                    <a:pt x="27857" y="16541"/>
                  </a:lnTo>
                  <a:lnTo>
                    <a:pt x="27935" y="20012"/>
                  </a:lnTo>
                  <a:lnTo>
                    <a:pt x="22300" y="26833"/>
                  </a:lnTo>
                  <a:lnTo>
                    <a:pt x="20924" y="25497"/>
                  </a:lnTo>
                  <a:lnTo>
                    <a:pt x="15754" y="23602"/>
                  </a:lnTo>
                  <a:lnTo>
                    <a:pt x="13092" y="16370"/>
                  </a:lnTo>
                  <a:lnTo>
                    <a:pt x="13277" y="13668"/>
                  </a:lnTo>
                  <a:lnTo>
                    <a:pt x="14083" y="12824"/>
                  </a:lnTo>
                  <a:lnTo>
                    <a:pt x="20134" y="9268"/>
                  </a:lnTo>
                  <a:lnTo>
                    <a:pt x="21533" y="2910"/>
                  </a:lnTo>
                  <a:lnTo>
                    <a:pt x="20792" y="2493"/>
                  </a:lnTo>
                  <a:lnTo>
                    <a:pt x="15658" y="4468"/>
                  </a:lnTo>
                  <a:lnTo>
                    <a:pt x="13748" y="7700"/>
                  </a:lnTo>
                  <a:lnTo>
                    <a:pt x="9386" y="12267"/>
                  </a:lnTo>
                  <a:lnTo>
                    <a:pt x="3481" y="14275"/>
                  </a:lnTo>
                  <a:lnTo>
                    <a:pt x="3167" y="15899"/>
                  </a:lnTo>
                  <a:lnTo>
                    <a:pt x="820" y="13657"/>
                  </a:lnTo>
                  <a:lnTo>
                    <a:pt x="0" y="8316"/>
                  </a:lnTo>
                  <a:lnTo>
                    <a:pt x="7372" y="284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h3809"/>
            <p:cNvSpPr/>
            <p:nvPr/>
          </p:nvSpPr>
          <p:spPr>
            <a:xfrm>
              <a:off x="7247833" y="3322069"/>
              <a:ext cx="28006" cy="27233"/>
            </a:xfrm>
            <a:custGeom>
              <a:avLst/>
              <a:pathLst>
                <a:path w="28006" h="27233">
                  <a:moveTo>
                    <a:pt x="28006" y="8720"/>
                  </a:moveTo>
                  <a:lnTo>
                    <a:pt x="27461" y="9823"/>
                  </a:lnTo>
                  <a:lnTo>
                    <a:pt x="25435" y="10008"/>
                  </a:lnTo>
                  <a:lnTo>
                    <a:pt x="25096" y="18643"/>
                  </a:lnTo>
                  <a:lnTo>
                    <a:pt x="26315" y="20259"/>
                  </a:lnTo>
                  <a:lnTo>
                    <a:pt x="24310" y="21607"/>
                  </a:lnTo>
                  <a:lnTo>
                    <a:pt x="21525" y="21946"/>
                  </a:lnTo>
                  <a:lnTo>
                    <a:pt x="20625" y="24856"/>
                  </a:lnTo>
                  <a:lnTo>
                    <a:pt x="19392" y="26116"/>
                  </a:lnTo>
                  <a:lnTo>
                    <a:pt x="16178" y="26773"/>
                  </a:lnTo>
                  <a:lnTo>
                    <a:pt x="11178" y="26410"/>
                  </a:lnTo>
                  <a:lnTo>
                    <a:pt x="7787" y="27233"/>
                  </a:lnTo>
                  <a:lnTo>
                    <a:pt x="5776" y="25270"/>
                  </a:lnTo>
                  <a:lnTo>
                    <a:pt x="6580" y="24012"/>
                  </a:lnTo>
                  <a:lnTo>
                    <a:pt x="10660" y="22086"/>
                  </a:lnTo>
                  <a:lnTo>
                    <a:pt x="10580" y="21443"/>
                  </a:lnTo>
                  <a:lnTo>
                    <a:pt x="6946" y="14511"/>
                  </a:lnTo>
                  <a:lnTo>
                    <a:pt x="4979" y="12401"/>
                  </a:lnTo>
                  <a:lnTo>
                    <a:pt x="848" y="11828"/>
                  </a:lnTo>
                  <a:lnTo>
                    <a:pt x="0" y="7230"/>
                  </a:lnTo>
                  <a:lnTo>
                    <a:pt x="6041" y="7249"/>
                  </a:lnTo>
                  <a:lnTo>
                    <a:pt x="9456" y="5086"/>
                  </a:lnTo>
                  <a:lnTo>
                    <a:pt x="11992" y="7094"/>
                  </a:lnTo>
                  <a:lnTo>
                    <a:pt x="13560" y="10342"/>
                  </a:lnTo>
                  <a:lnTo>
                    <a:pt x="9212" y="10848"/>
                  </a:lnTo>
                  <a:lnTo>
                    <a:pt x="8212" y="15091"/>
                  </a:lnTo>
                  <a:lnTo>
                    <a:pt x="11151" y="15936"/>
                  </a:lnTo>
                  <a:lnTo>
                    <a:pt x="13833" y="15176"/>
                  </a:lnTo>
                  <a:lnTo>
                    <a:pt x="13950" y="14423"/>
                  </a:lnTo>
                  <a:lnTo>
                    <a:pt x="19389" y="14766"/>
                  </a:lnTo>
                  <a:lnTo>
                    <a:pt x="16092" y="20212"/>
                  </a:lnTo>
                  <a:lnTo>
                    <a:pt x="16853" y="24789"/>
                  </a:lnTo>
                  <a:lnTo>
                    <a:pt x="19602" y="24836"/>
                  </a:lnTo>
                  <a:lnTo>
                    <a:pt x="21758" y="20301"/>
                  </a:lnTo>
                  <a:lnTo>
                    <a:pt x="21510" y="15085"/>
                  </a:lnTo>
                  <a:lnTo>
                    <a:pt x="19990" y="10159"/>
                  </a:lnTo>
                  <a:lnTo>
                    <a:pt x="17072" y="12019"/>
                  </a:lnTo>
                  <a:lnTo>
                    <a:pt x="15721" y="11693"/>
                  </a:lnTo>
                  <a:lnTo>
                    <a:pt x="15868" y="6311"/>
                  </a:lnTo>
                  <a:lnTo>
                    <a:pt x="19528" y="2919"/>
                  </a:lnTo>
                  <a:lnTo>
                    <a:pt x="22956" y="971"/>
                  </a:lnTo>
                  <a:lnTo>
                    <a:pt x="23477" y="3159"/>
                  </a:lnTo>
                  <a:lnTo>
                    <a:pt x="25394" y="2884"/>
                  </a:lnTo>
                  <a:lnTo>
                    <a:pt x="2622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h3810"/>
            <p:cNvSpPr/>
            <p:nvPr/>
          </p:nvSpPr>
          <p:spPr>
            <a:xfrm>
              <a:off x="7212820" y="3380221"/>
              <a:ext cx="53941" cy="57989"/>
            </a:xfrm>
            <a:custGeom>
              <a:avLst/>
              <a:pathLst>
                <a:path w="53941" h="57989">
                  <a:moveTo>
                    <a:pt x="19664" y="1898"/>
                  </a:moveTo>
                  <a:lnTo>
                    <a:pt x="21680" y="6362"/>
                  </a:lnTo>
                  <a:lnTo>
                    <a:pt x="19240" y="6341"/>
                  </a:lnTo>
                  <a:lnTo>
                    <a:pt x="17855" y="7932"/>
                  </a:lnTo>
                  <a:lnTo>
                    <a:pt x="18406" y="9073"/>
                  </a:lnTo>
                  <a:lnTo>
                    <a:pt x="22028" y="11821"/>
                  </a:lnTo>
                  <a:lnTo>
                    <a:pt x="25215" y="20031"/>
                  </a:lnTo>
                  <a:lnTo>
                    <a:pt x="30813" y="23825"/>
                  </a:lnTo>
                  <a:lnTo>
                    <a:pt x="31577" y="23022"/>
                  </a:lnTo>
                  <a:lnTo>
                    <a:pt x="30392" y="16282"/>
                  </a:lnTo>
                  <a:lnTo>
                    <a:pt x="31457" y="14282"/>
                  </a:lnTo>
                  <a:lnTo>
                    <a:pt x="34245" y="14048"/>
                  </a:lnTo>
                  <a:lnTo>
                    <a:pt x="39057" y="16170"/>
                  </a:lnTo>
                  <a:lnTo>
                    <a:pt x="50442" y="10704"/>
                  </a:lnTo>
                  <a:lnTo>
                    <a:pt x="52652" y="14573"/>
                  </a:lnTo>
                  <a:lnTo>
                    <a:pt x="49984" y="19049"/>
                  </a:lnTo>
                  <a:lnTo>
                    <a:pt x="49150" y="22890"/>
                  </a:lnTo>
                  <a:lnTo>
                    <a:pt x="53941" y="22963"/>
                  </a:lnTo>
                  <a:lnTo>
                    <a:pt x="51090" y="31080"/>
                  </a:lnTo>
                  <a:lnTo>
                    <a:pt x="48393" y="31699"/>
                  </a:lnTo>
                  <a:lnTo>
                    <a:pt x="47890" y="32692"/>
                  </a:lnTo>
                  <a:lnTo>
                    <a:pt x="49929" y="36835"/>
                  </a:lnTo>
                  <a:lnTo>
                    <a:pt x="52345" y="35618"/>
                  </a:lnTo>
                  <a:lnTo>
                    <a:pt x="53232" y="36642"/>
                  </a:lnTo>
                  <a:lnTo>
                    <a:pt x="51655" y="38810"/>
                  </a:lnTo>
                  <a:lnTo>
                    <a:pt x="43354" y="38043"/>
                  </a:lnTo>
                  <a:lnTo>
                    <a:pt x="40850" y="39227"/>
                  </a:lnTo>
                  <a:lnTo>
                    <a:pt x="38955" y="42972"/>
                  </a:lnTo>
                  <a:lnTo>
                    <a:pt x="35362" y="43814"/>
                  </a:lnTo>
                  <a:lnTo>
                    <a:pt x="35600" y="45325"/>
                  </a:lnTo>
                  <a:lnTo>
                    <a:pt x="34787" y="44747"/>
                  </a:lnTo>
                  <a:lnTo>
                    <a:pt x="23853" y="49463"/>
                  </a:lnTo>
                  <a:lnTo>
                    <a:pt x="23463" y="52511"/>
                  </a:lnTo>
                  <a:lnTo>
                    <a:pt x="21239" y="55636"/>
                  </a:lnTo>
                  <a:lnTo>
                    <a:pt x="17550" y="57989"/>
                  </a:lnTo>
                  <a:lnTo>
                    <a:pt x="14073" y="57867"/>
                  </a:lnTo>
                  <a:lnTo>
                    <a:pt x="13162" y="55741"/>
                  </a:lnTo>
                  <a:lnTo>
                    <a:pt x="16326" y="53564"/>
                  </a:lnTo>
                  <a:lnTo>
                    <a:pt x="16742" y="47847"/>
                  </a:lnTo>
                  <a:lnTo>
                    <a:pt x="12114" y="46387"/>
                  </a:lnTo>
                  <a:lnTo>
                    <a:pt x="11540" y="43312"/>
                  </a:lnTo>
                  <a:lnTo>
                    <a:pt x="3847" y="42889"/>
                  </a:lnTo>
                  <a:lnTo>
                    <a:pt x="2349" y="38491"/>
                  </a:lnTo>
                  <a:lnTo>
                    <a:pt x="0" y="39930"/>
                  </a:lnTo>
                  <a:lnTo>
                    <a:pt x="8595" y="28029"/>
                  </a:lnTo>
                  <a:lnTo>
                    <a:pt x="13069" y="23293"/>
                  </a:lnTo>
                  <a:lnTo>
                    <a:pt x="7516" y="17872"/>
                  </a:lnTo>
                  <a:lnTo>
                    <a:pt x="5770" y="17432"/>
                  </a:lnTo>
                  <a:lnTo>
                    <a:pt x="3828" y="13065"/>
                  </a:lnTo>
                  <a:lnTo>
                    <a:pt x="4436" y="8516"/>
                  </a:lnTo>
                  <a:lnTo>
                    <a:pt x="6826" y="3767"/>
                  </a:lnTo>
                  <a:lnTo>
                    <a:pt x="8696" y="3028"/>
                  </a:lnTo>
                  <a:lnTo>
                    <a:pt x="9160" y="3721"/>
                  </a:lnTo>
                  <a:lnTo>
                    <a:pt x="18236" y="1331"/>
                  </a:lnTo>
                  <a:lnTo>
                    <a:pt x="18573" y="661"/>
                  </a:lnTo>
                  <a:lnTo>
                    <a:pt x="2071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h3811"/>
            <p:cNvSpPr/>
            <p:nvPr/>
          </p:nvSpPr>
          <p:spPr>
            <a:xfrm>
              <a:off x="7230676" y="3347215"/>
              <a:ext cx="29573" cy="41678"/>
            </a:xfrm>
            <a:custGeom>
              <a:avLst/>
              <a:pathLst>
                <a:path w="29573" h="41678">
                  <a:moveTo>
                    <a:pt x="22026" y="1204"/>
                  </a:moveTo>
                  <a:lnTo>
                    <a:pt x="20293" y="2103"/>
                  </a:lnTo>
                  <a:lnTo>
                    <a:pt x="19612" y="3519"/>
                  </a:lnTo>
                  <a:lnTo>
                    <a:pt x="21187" y="4358"/>
                  </a:lnTo>
                  <a:lnTo>
                    <a:pt x="24194" y="3889"/>
                  </a:lnTo>
                  <a:lnTo>
                    <a:pt x="25987" y="7545"/>
                  </a:lnTo>
                  <a:lnTo>
                    <a:pt x="24454" y="8544"/>
                  </a:lnTo>
                  <a:lnTo>
                    <a:pt x="23542" y="7788"/>
                  </a:lnTo>
                  <a:lnTo>
                    <a:pt x="22702" y="8819"/>
                  </a:lnTo>
                  <a:lnTo>
                    <a:pt x="22090" y="12633"/>
                  </a:lnTo>
                  <a:lnTo>
                    <a:pt x="21825" y="16295"/>
                  </a:lnTo>
                  <a:lnTo>
                    <a:pt x="23802" y="21263"/>
                  </a:lnTo>
                  <a:lnTo>
                    <a:pt x="23656" y="22452"/>
                  </a:lnTo>
                  <a:lnTo>
                    <a:pt x="28118" y="27737"/>
                  </a:lnTo>
                  <a:lnTo>
                    <a:pt x="28088" y="30122"/>
                  </a:lnTo>
                  <a:lnTo>
                    <a:pt x="29573" y="33187"/>
                  </a:lnTo>
                  <a:lnTo>
                    <a:pt x="25460" y="28580"/>
                  </a:lnTo>
                  <a:lnTo>
                    <a:pt x="23899" y="27846"/>
                  </a:lnTo>
                  <a:lnTo>
                    <a:pt x="21995" y="29658"/>
                  </a:lnTo>
                  <a:lnTo>
                    <a:pt x="21308" y="31793"/>
                  </a:lnTo>
                  <a:lnTo>
                    <a:pt x="13941" y="30203"/>
                  </a:lnTo>
                  <a:lnTo>
                    <a:pt x="10295" y="32426"/>
                  </a:lnTo>
                  <a:lnTo>
                    <a:pt x="6019" y="36734"/>
                  </a:lnTo>
                  <a:lnTo>
                    <a:pt x="6402" y="37466"/>
                  </a:lnTo>
                  <a:lnTo>
                    <a:pt x="10247" y="36189"/>
                  </a:lnTo>
                  <a:lnTo>
                    <a:pt x="12043" y="38273"/>
                  </a:lnTo>
                  <a:lnTo>
                    <a:pt x="13453" y="41678"/>
                  </a:lnTo>
                  <a:lnTo>
                    <a:pt x="10355" y="41523"/>
                  </a:lnTo>
                  <a:lnTo>
                    <a:pt x="6747" y="39366"/>
                  </a:lnTo>
                  <a:lnTo>
                    <a:pt x="3823" y="39368"/>
                  </a:lnTo>
                  <a:lnTo>
                    <a:pt x="1808" y="34904"/>
                  </a:lnTo>
                  <a:lnTo>
                    <a:pt x="2855" y="33005"/>
                  </a:lnTo>
                  <a:lnTo>
                    <a:pt x="717" y="33667"/>
                  </a:lnTo>
                  <a:lnTo>
                    <a:pt x="0" y="28898"/>
                  </a:lnTo>
                  <a:lnTo>
                    <a:pt x="1319" y="25089"/>
                  </a:lnTo>
                  <a:lnTo>
                    <a:pt x="11514" y="12893"/>
                  </a:lnTo>
                  <a:lnTo>
                    <a:pt x="14463" y="5764"/>
                  </a:lnTo>
                  <a:lnTo>
                    <a:pt x="14669" y="4600"/>
                  </a:lnTo>
                  <a:lnTo>
                    <a:pt x="12205" y="571"/>
                  </a:lnTo>
                  <a:lnTo>
                    <a:pt x="1665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h3812"/>
            <p:cNvSpPr/>
            <p:nvPr/>
          </p:nvSpPr>
          <p:spPr>
            <a:xfrm>
              <a:off x="7271206" y="3364500"/>
              <a:ext cx="53644" cy="60006"/>
            </a:xfrm>
            <a:custGeom>
              <a:avLst/>
              <a:pathLst>
                <a:path w="53644" h="60006">
                  <a:moveTo>
                    <a:pt x="33958" y="1999"/>
                  </a:moveTo>
                  <a:lnTo>
                    <a:pt x="33560" y="10533"/>
                  </a:lnTo>
                  <a:lnTo>
                    <a:pt x="38530" y="10988"/>
                  </a:lnTo>
                  <a:lnTo>
                    <a:pt x="42357" y="11846"/>
                  </a:lnTo>
                  <a:lnTo>
                    <a:pt x="42817" y="12884"/>
                  </a:lnTo>
                  <a:lnTo>
                    <a:pt x="49368" y="15155"/>
                  </a:lnTo>
                  <a:lnTo>
                    <a:pt x="51692" y="17366"/>
                  </a:lnTo>
                  <a:lnTo>
                    <a:pt x="53644" y="21073"/>
                  </a:lnTo>
                  <a:lnTo>
                    <a:pt x="51316" y="25857"/>
                  </a:lnTo>
                  <a:lnTo>
                    <a:pt x="43549" y="23342"/>
                  </a:lnTo>
                  <a:lnTo>
                    <a:pt x="42160" y="24344"/>
                  </a:lnTo>
                  <a:lnTo>
                    <a:pt x="42783" y="25640"/>
                  </a:lnTo>
                  <a:lnTo>
                    <a:pt x="41220" y="27128"/>
                  </a:lnTo>
                  <a:lnTo>
                    <a:pt x="38164" y="27124"/>
                  </a:lnTo>
                  <a:lnTo>
                    <a:pt x="34420" y="25796"/>
                  </a:lnTo>
                  <a:lnTo>
                    <a:pt x="32445" y="27200"/>
                  </a:lnTo>
                  <a:lnTo>
                    <a:pt x="32906" y="31128"/>
                  </a:lnTo>
                  <a:lnTo>
                    <a:pt x="31096" y="35434"/>
                  </a:lnTo>
                  <a:lnTo>
                    <a:pt x="33231" y="37387"/>
                  </a:lnTo>
                  <a:lnTo>
                    <a:pt x="38782" y="37306"/>
                  </a:lnTo>
                  <a:lnTo>
                    <a:pt x="42900" y="40709"/>
                  </a:lnTo>
                  <a:lnTo>
                    <a:pt x="45180" y="43677"/>
                  </a:lnTo>
                  <a:lnTo>
                    <a:pt x="44040" y="46332"/>
                  </a:lnTo>
                  <a:lnTo>
                    <a:pt x="42551" y="46697"/>
                  </a:lnTo>
                  <a:lnTo>
                    <a:pt x="34160" y="45665"/>
                  </a:lnTo>
                  <a:lnTo>
                    <a:pt x="32731" y="46182"/>
                  </a:lnTo>
                  <a:lnTo>
                    <a:pt x="31201" y="48701"/>
                  </a:lnTo>
                  <a:lnTo>
                    <a:pt x="31380" y="53297"/>
                  </a:lnTo>
                  <a:lnTo>
                    <a:pt x="30245" y="55706"/>
                  </a:lnTo>
                  <a:lnTo>
                    <a:pt x="27532" y="55759"/>
                  </a:lnTo>
                  <a:lnTo>
                    <a:pt x="27480" y="58462"/>
                  </a:lnTo>
                  <a:lnTo>
                    <a:pt x="28470" y="58750"/>
                  </a:lnTo>
                  <a:lnTo>
                    <a:pt x="28450" y="59507"/>
                  </a:lnTo>
                  <a:lnTo>
                    <a:pt x="26562" y="60006"/>
                  </a:lnTo>
                  <a:lnTo>
                    <a:pt x="9971" y="53598"/>
                  </a:lnTo>
                  <a:lnTo>
                    <a:pt x="4004" y="50518"/>
                  </a:lnTo>
                  <a:lnTo>
                    <a:pt x="581" y="51408"/>
                  </a:lnTo>
                  <a:lnTo>
                    <a:pt x="0" y="48978"/>
                  </a:lnTo>
                  <a:lnTo>
                    <a:pt x="933" y="45860"/>
                  </a:lnTo>
                  <a:lnTo>
                    <a:pt x="3863" y="44509"/>
                  </a:lnTo>
                  <a:lnTo>
                    <a:pt x="4314" y="43058"/>
                  </a:lnTo>
                  <a:lnTo>
                    <a:pt x="6160" y="39609"/>
                  </a:lnTo>
                  <a:lnTo>
                    <a:pt x="7636" y="39346"/>
                  </a:lnTo>
                  <a:lnTo>
                    <a:pt x="8461" y="40661"/>
                  </a:lnTo>
                  <a:lnTo>
                    <a:pt x="10978" y="40522"/>
                  </a:lnTo>
                  <a:lnTo>
                    <a:pt x="10715" y="32899"/>
                  </a:lnTo>
                  <a:lnTo>
                    <a:pt x="9699" y="31899"/>
                  </a:lnTo>
                  <a:lnTo>
                    <a:pt x="12783" y="33839"/>
                  </a:lnTo>
                  <a:lnTo>
                    <a:pt x="19421" y="31446"/>
                  </a:lnTo>
                  <a:lnTo>
                    <a:pt x="25898" y="25060"/>
                  </a:lnTo>
                  <a:lnTo>
                    <a:pt x="26194" y="22384"/>
                  </a:lnTo>
                  <a:lnTo>
                    <a:pt x="28167" y="19927"/>
                  </a:lnTo>
                  <a:lnTo>
                    <a:pt x="33267" y="21717"/>
                  </a:lnTo>
                  <a:lnTo>
                    <a:pt x="34277" y="21098"/>
                  </a:lnTo>
                  <a:lnTo>
                    <a:pt x="34355" y="18562"/>
                  </a:lnTo>
                  <a:lnTo>
                    <a:pt x="34046" y="17755"/>
                  </a:lnTo>
                  <a:lnTo>
                    <a:pt x="27514" y="15453"/>
                  </a:lnTo>
                  <a:lnTo>
                    <a:pt x="26962" y="10444"/>
                  </a:lnTo>
                  <a:lnTo>
                    <a:pt x="30011" y="7551"/>
                  </a:lnTo>
                  <a:lnTo>
                    <a:pt x="27453" y="4420"/>
                  </a:lnTo>
                  <a:lnTo>
                    <a:pt x="29627" y="1250"/>
                  </a:lnTo>
                  <a:lnTo>
                    <a:pt x="3153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h3813"/>
            <p:cNvSpPr/>
            <p:nvPr/>
          </p:nvSpPr>
          <p:spPr>
            <a:xfrm>
              <a:off x="7243280" y="3445555"/>
              <a:ext cx="47698" cy="30719"/>
            </a:xfrm>
            <a:custGeom>
              <a:avLst/>
              <a:pathLst>
                <a:path w="47698" h="30719">
                  <a:moveTo>
                    <a:pt x="30763" y="0"/>
                  </a:moveTo>
                  <a:lnTo>
                    <a:pt x="36191" y="3575"/>
                  </a:lnTo>
                  <a:lnTo>
                    <a:pt x="41553" y="5809"/>
                  </a:lnTo>
                  <a:lnTo>
                    <a:pt x="42708" y="12248"/>
                  </a:lnTo>
                  <a:lnTo>
                    <a:pt x="45323" y="12078"/>
                  </a:lnTo>
                  <a:lnTo>
                    <a:pt x="46490" y="12837"/>
                  </a:lnTo>
                  <a:lnTo>
                    <a:pt x="46652" y="14835"/>
                  </a:lnTo>
                  <a:lnTo>
                    <a:pt x="46454" y="16318"/>
                  </a:lnTo>
                  <a:lnTo>
                    <a:pt x="47698" y="19006"/>
                  </a:lnTo>
                  <a:lnTo>
                    <a:pt x="45679" y="21943"/>
                  </a:lnTo>
                  <a:lnTo>
                    <a:pt x="41545" y="27744"/>
                  </a:lnTo>
                  <a:lnTo>
                    <a:pt x="34574" y="27222"/>
                  </a:lnTo>
                  <a:lnTo>
                    <a:pt x="28103" y="30719"/>
                  </a:lnTo>
                  <a:lnTo>
                    <a:pt x="27657" y="30390"/>
                  </a:lnTo>
                  <a:lnTo>
                    <a:pt x="27175" y="24890"/>
                  </a:lnTo>
                  <a:lnTo>
                    <a:pt x="27760" y="22415"/>
                  </a:lnTo>
                  <a:lnTo>
                    <a:pt x="31282" y="21958"/>
                  </a:lnTo>
                  <a:lnTo>
                    <a:pt x="31315" y="16696"/>
                  </a:lnTo>
                  <a:lnTo>
                    <a:pt x="30049" y="10109"/>
                  </a:lnTo>
                  <a:lnTo>
                    <a:pt x="25674" y="7803"/>
                  </a:lnTo>
                  <a:lnTo>
                    <a:pt x="23719" y="7757"/>
                  </a:lnTo>
                  <a:lnTo>
                    <a:pt x="23936" y="12736"/>
                  </a:lnTo>
                  <a:lnTo>
                    <a:pt x="17813" y="16076"/>
                  </a:lnTo>
                  <a:lnTo>
                    <a:pt x="17899" y="17218"/>
                  </a:lnTo>
                  <a:lnTo>
                    <a:pt x="21248" y="19226"/>
                  </a:lnTo>
                  <a:lnTo>
                    <a:pt x="21630" y="23849"/>
                  </a:lnTo>
                  <a:lnTo>
                    <a:pt x="13061" y="25657"/>
                  </a:lnTo>
                  <a:lnTo>
                    <a:pt x="14428" y="27880"/>
                  </a:lnTo>
                  <a:lnTo>
                    <a:pt x="3496" y="18238"/>
                  </a:lnTo>
                  <a:lnTo>
                    <a:pt x="0" y="13629"/>
                  </a:lnTo>
                  <a:lnTo>
                    <a:pt x="7585" y="11634"/>
                  </a:lnTo>
                  <a:lnTo>
                    <a:pt x="12318" y="8648"/>
                  </a:lnTo>
                  <a:lnTo>
                    <a:pt x="13996" y="11774"/>
                  </a:lnTo>
                  <a:lnTo>
                    <a:pt x="19519" y="10421"/>
                  </a:lnTo>
                  <a:lnTo>
                    <a:pt x="20556" y="6528"/>
                  </a:lnTo>
                  <a:lnTo>
                    <a:pt x="22889" y="3938"/>
                  </a:lnTo>
                  <a:lnTo>
                    <a:pt x="27088" y="2967"/>
                  </a:lnTo>
                  <a:lnTo>
                    <a:pt x="29705" y="58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h3814"/>
            <p:cNvSpPr/>
            <p:nvPr/>
          </p:nvSpPr>
          <p:spPr>
            <a:xfrm>
              <a:off x="7248182" y="3418265"/>
              <a:ext cx="24983" cy="39064"/>
            </a:xfrm>
            <a:custGeom>
              <a:avLst/>
              <a:pathLst>
                <a:path w="24983" h="39064">
                  <a:moveTo>
                    <a:pt x="16293" y="766"/>
                  </a:moveTo>
                  <a:lnTo>
                    <a:pt x="17234" y="2311"/>
                  </a:lnTo>
                  <a:lnTo>
                    <a:pt x="21975" y="1252"/>
                  </a:lnTo>
                  <a:lnTo>
                    <a:pt x="23648" y="3526"/>
                  </a:lnTo>
                  <a:lnTo>
                    <a:pt x="24983" y="8670"/>
                  </a:lnTo>
                  <a:lnTo>
                    <a:pt x="22693" y="13633"/>
                  </a:lnTo>
                  <a:lnTo>
                    <a:pt x="22375" y="19110"/>
                  </a:lnTo>
                  <a:lnTo>
                    <a:pt x="23167" y="20370"/>
                  </a:lnTo>
                  <a:lnTo>
                    <a:pt x="23855" y="22831"/>
                  </a:lnTo>
                  <a:lnTo>
                    <a:pt x="22990" y="24815"/>
                  </a:lnTo>
                  <a:lnTo>
                    <a:pt x="23287" y="27182"/>
                  </a:lnTo>
                  <a:lnTo>
                    <a:pt x="24803" y="27877"/>
                  </a:lnTo>
                  <a:lnTo>
                    <a:pt x="22186" y="30258"/>
                  </a:lnTo>
                  <a:lnTo>
                    <a:pt x="17987" y="31228"/>
                  </a:lnTo>
                  <a:lnTo>
                    <a:pt x="15654" y="33818"/>
                  </a:lnTo>
                  <a:lnTo>
                    <a:pt x="14616" y="37711"/>
                  </a:lnTo>
                  <a:lnTo>
                    <a:pt x="9093" y="39064"/>
                  </a:lnTo>
                  <a:lnTo>
                    <a:pt x="7416" y="35939"/>
                  </a:lnTo>
                  <a:lnTo>
                    <a:pt x="15950" y="32324"/>
                  </a:lnTo>
                  <a:lnTo>
                    <a:pt x="8714" y="21350"/>
                  </a:lnTo>
                  <a:lnTo>
                    <a:pt x="6174" y="19840"/>
                  </a:lnTo>
                  <a:lnTo>
                    <a:pt x="1463" y="19314"/>
                  </a:lnTo>
                  <a:lnTo>
                    <a:pt x="2493" y="15599"/>
                  </a:lnTo>
                  <a:lnTo>
                    <a:pt x="2484" y="10693"/>
                  </a:lnTo>
                  <a:lnTo>
                    <a:pt x="1399" y="8046"/>
                  </a:lnTo>
                  <a:lnTo>
                    <a:pt x="238" y="7281"/>
                  </a:lnTo>
                  <a:lnTo>
                    <a:pt x="0" y="5770"/>
                  </a:lnTo>
                  <a:lnTo>
                    <a:pt x="3592" y="4928"/>
                  </a:lnTo>
                  <a:lnTo>
                    <a:pt x="5487" y="1183"/>
                  </a:lnTo>
                  <a:lnTo>
                    <a:pt x="799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h3815"/>
            <p:cNvSpPr/>
            <p:nvPr/>
          </p:nvSpPr>
          <p:spPr>
            <a:xfrm>
              <a:off x="7234747" y="3279716"/>
              <a:ext cx="22626" cy="32318"/>
            </a:xfrm>
            <a:custGeom>
              <a:avLst/>
              <a:pathLst>
                <a:path w="22626" h="32318">
                  <a:moveTo>
                    <a:pt x="18733" y="7066"/>
                  </a:moveTo>
                  <a:lnTo>
                    <a:pt x="20283" y="15066"/>
                  </a:lnTo>
                  <a:lnTo>
                    <a:pt x="22626" y="18788"/>
                  </a:lnTo>
                  <a:lnTo>
                    <a:pt x="17228" y="22068"/>
                  </a:lnTo>
                  <a:lnTo>
                    <a:pt x="5604" y="25642"/>
                  </a:lnTo>
                  <a:lnTo>
                    <a:pt x="4373" y="31697"/>
                  </a:lnTo>
                  <a:lnTo>
                    <a:pt x="1084" y="32318"/>
                  </a:lnTo>
                  <a:lnTo>
                    <a:pt x="0" y="26907"/>
                  </a:lnTo>
                  <a:lnTo>
                    <a:pt x="3163" y="24287"/>
                  </a:lnTo>
                  <a:lnTo>
                    <a:pt x="743" y="22899"/>
                  </a:lnTo>
                  <a:lnTo>
                    <a:pt x="791" y="20904"/>
                  </a:lnTo>
                  <a:lnTo>
                    <a:pt x="1898" y="18420"/>
                  </a:lnTo>
                  <a:lnTo>
                    <a:pt x="4968" y="16598"/>
                  </a:lnTo>
                  <a:lnTo>
                    <a:pt x="5712" y="13325"/>
                  </a:lnTo>
                  <a:lnTo>
                    <a:pt x="5225" y="9360"/>
                  </a:lnTo>
                  <a:lnTo>
                    <a:pt x="11106" y="3920"/>
                  </a:lnTo>
                  <a:lnTo>
                    <a:pt x="18288" y="1053"/>
                  </a:lnTo>
                  <a:lnTo>
                    <a:pt x="1897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h3816"/>
            <p:cNvSpPr/>
            <p:nvPr/>
          </p:nvSpPr>
          <p:spPr>
            <a:xfrm>
              <a:off x="6976792" y="3148432"/>
              <a:ext cx="47162" cy="64338"/>
            </a:xfrm>
            <a:custGeom>
              <a:avLst/>
              <a:pathLst>
                <a:path w="47162" h="64338">
                  <a:moveTo>
                    <a:pt x="26605" y="3686"/>
                  </a:moveTo>
                  <a:lnTo>
                    <a:pt x="32579" y="6592"/>
                  </a:lnTo>
                  <a:lnTo>
                    <a:pt x="32485" y="5552"/>
                  </a:lnTo>
                  <a:lnTo>
                    <a:pt x="37060" y="7244"/>
                  </a:lnTo>
                  <a:lnTo>
                    <a:pt x="40177" y="11796"/>
                  </a:lnTo>
                  <a:lnTo>
                    <a:pt x="41749" y="11979"/>
                  </a:lnTo>
                  <a:lnTo>
                    <a:pt x="46036" y="14561"/>
                  </a:lnTo>
                  <a:lnTo>
                    <a:pt x="47162" y="15989"/>
                  </a:lnTo>
                  <a:lnTo>
                    <a:pt x="45307" y="17704"/>
                  </a:lnTo>
                  <a:lnTo>
                    <a:pt x="44126" y="24150"/>
                  </a:lnTo>
                  <a:lnTo>
                    <a:pt x="40197" y="26216"/>
                  </a:lnTo>
                  <a:lnTo>
                    <a:pt x="38989" y="31190"/>
                  </a:lnTo>
                  <a:lnTo>
                    <a:pt x="40842" y="35004"/>
                  </a:lnTo>
                  <a:lnTo>
                    <a:pt x="41205" y="36518"/>
                  </a:lnTo>
                  <a:lnTo>
                    <a:pt x="38722" y="45519"/>
                  </a:lnTo>
                  <a:lnTo>
                    <a:pt x="35568" y="49923"/>
                  </a:lnTo>
                  <a:lnTo>
                    <a:pt x="37558" y="53106"/>
                  </a:lnTo>
                  <a:lnTo>
                    <a:pt x="37222" y="55446"/>
                  </a:lnTo>
                  <a:lnTo>
                    <a:pt x="34782" y="60332"/>
                  </a:lnTo>
                  <a:lnTo>
                    <a:pt x="33987" y="59855"/>
                  </a:lnTo>
                  <a:lnTo>
                    <a:pt x="30722" y="64338"/>
                  </a:lnTo>
                  <a:lnTo>
                    <a:pt x="26573" y="62022"/>
                  </a:lnTo>
                  <a:lnTo>
                    <a:pt x="21382" y="58948"/>
                  </a:lnTo>
                  <a:lnTo>
                    <a:pt x="18719" y="55515"/>
                  </a:lnTo>
                  <a:lnTo>
                    <a:pt x="7153" y="48619"/>
                  </a:lnTo>
                  <a:lnTo>
                    <a:pt x="4514" y="42974"/>
                  </a:lnTo>
                  <a:lnTo>
                    <a:pt x="6136" y="32391"/>
                  </a:lnTo>
                  <a:lnTo>
                    <a:pt x="4532" y="26983"/>
                  </a:lnTo>
                  <a:lnTo>
                    <a:pt x="1140" y="19150"/>
                  </a:lnTo>
                  <a:lnTo>
                    <a:pt x="299" y="18701"/>
                  </a:lnTo>
                  <a:lnTo>
                    <a:pt x="0" y="13678"/>
                  </a:lnTo>
                  <a:lnTo>
                    <a:pt x="2038" y="11412"/>
                  </a:lnTo>
                  <a:lnTo>
                    <a:pt x="1017" y="8298"/>
                  </a:lnTo>
                  <a:lnTo>
                    <a:pt x="845" y="7152"/>
                  </a:lnTo>
                  <a:lnTo>
                    <a:pt x="2673" y="3777"/>
                  </a:lnTo>
                  <a:lnTo>
                    <a:pt x="6174" y="2649"/>
                  </a:lnTo>
                  <a:lnTo>
                    <a:pt x="11122" y="6842"/>
                  </a:lnTo>
                  <a:lnTo>
                    <a:pt x="11634" y="12017"/>
                  </a:lnTo>
                  <a:lnTo>
                    <a:pt x="12859" y="12306"/>
                  </a:lnTo>
                  <a:lnTo>
                    <a:pt x="22000" y="2672"/>
                  </a:lnTo>
                  <a:lnTo>
                    <a:pt x="2311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h3817"/>
            <p:cNvSpPr/>
            <p:nvPr/>
          </p:nvSpPr>
          <p:spPr>
            <a:xfrm>
              <a:off x="7097249" y="3190967"/>
              <a:ext cx="18880" cy="23381"/>
            </a:xfrm>
            <a:custGeom>
              <a:avLst/>
              <a:pathLst>
                <a:path w="18880" h="23381">
                  <a:moveTo>
                    <a:pt x="14212" y="2204"/>
                  </a:moveTo>
                  <a:lnTo>
                    <a:pt x="18880" y="11650"/>
                  </a:lnTo>
                  <a:lnTo>
                    <a:pt x="16118" y="17286"/>
                  </a:lnTo>
                  <a:lnTo>
                    <a:pt x="17555" y="18309"/>
                  </a:lnTo>
                  <a:lnTo>
                    <a:pt x="17075" y="19546"/>
                  </a:lnTo>
                  <a:lnTo>
                    <a:pt x="10629" y="23381"/>
                  </a:lnTo>
                  <a:lnTo>
                    <a:pt x="5682" y="22016"/>
                  </a:lnTo>
                  <a:lnTo>
                    <a:pt x="3564" y="19471"/>
                  </a:lnTo>
                  <a:lnTo>
                    <a:pt x="2155" y="15859"/>
                  </a:lnTo>
                  <a:lnTo>
                    <a:pt x="844" y="15374"/>
                  </a:lnTo>
                  <a:lnTo>
                    <a:pt x="1163" y="14439"/>
                  </a:lnTo>
                  <a:lnTo>
                    <a:pt x="0" y="11429"/>
                  </a:lnTo>
                  <a:lnTo>
                    <a:pt x="1659" y="6033"/>
                  </a:lnTo>
                  <a:lnTo>
                    <a:pt x="3316" y="3613"/>
                  </a:lnTo>
                  <a:lnTo>
                    <a:pt x="6552" y="981"/>
                  </a:lnTo>
                  <a:lnTo>
                    <a:pt x="972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h3818"/>
            <p:cNvSpPr/>
            <p:nvPr/>
          </p:nvSpPr>
          <p:spPr>
            <a:xfrm>
              <a:off x="7105836" y="3173102"/>
              <a:ext cx="43596" cy="42084"/>
            </a:xfrm>
            <a:custGeom>
              <a:avLst/>
              <a:pathLst>
                <a:path w="43596" h="42084">
                  <a:moveTo>
                    <a:pt x="36066" y="0"/>
                  </a:moveTo>
                  <a:lnTo>
                    <a:pt x="38203" y="5333"/>
                  </a:lnTo>
                  <a:lnTo>
                    <a:pt x="42718" y="12445"/>
                  </a:lnTo>
                  <a:lnTo>
                    <a:pt x="43596" y="15958"/>
                  </a:lnTo>
                  <a:lnTo>
                    <a:pt x="41105" y="15454"/>
                  </a:lnTo>
                  <a:lnTo>
                    <a:pt x="38450" y="15981"/>
                  </a:lnTo>
                  <a:lnTo>
                    <a:pt x="34344" y="18786"/>
                  </a:lnTo>
                  <a:lnTo>
                    <a:pt x="35656" y="23641"/>
                  </a:lnTo>
                  <a:lnTo>
                    <a:pt x="35019" y="29223"/>
                  </a:lnTo>
                  <a:lnTo>
                    <a:pt x="31870" y="35903"/>
                  </a:lnTo>
                  <a:lnTo>
                    <a:pt x="31158" y="36093"/>
                  </a:lnTo>
                  <a:lnTo>
                    <a:pt x="29165" y="33449"/>
                  </a:lnTo>
                  <a:lnTo>
                    <a:pt x="24997" y="39292"/>
                  </a:lnTo>
                  <a:lnTo>
                    <a:pt x="16317" y="42084"/>
                  </a:lnTo>
                  <a:lnTo>
                    <a:pt x="12221" y="39533"/>
                  </a:lnTo>
                  <a:lnTo>
                    <a:pt x="12963" y="37398"/>
                  </a:lnTo>
                  <a:lnTo>
                    <a:pt x="11509" y="35860"/>
                  </a:lnTo>
                  <a:lnTo>
                    <a:pt x="8967" y="36174"/>
                  </a:lnTo>
                  <a:lnTo>
                    <a:pt x="7531" y="35151"/>
                  </a:lnTo>
                  <a:lnTo>
                    <a:pt x="10293" y="29516"/>
                  </a:lnTo>
                  <a:lnTo>
                    <a:pt x="5625" y="20069"/>
                  </a:lnTo>
                  <a:lnTo>
                    <a:pt x="1136" y="17865"/>
                  </a:lnTo>
                  <a:lnTo>
                    <a:pt x="2089" y="13830"/>
                  </a:lnTo>
                  <a:lnTo>
                    <a:pt x="1134" y="13036"/>
                  </a:lnTo>
                  <a:lnTo>
                    <a:pt x="0" y="14389"/>
                  </a:lnTo>
                  <a:lnTo>
                    <a:pt x="274" y="10352"/>
                  </a:lnTo>
                  <a:lnTo>
                    <a:pt x="9238" y="8807"/>
                  </a:lnTo>
                  <a:lnTo>
                    <a:pt x="18838" y="14002"/>
                  </a:lnTo>
                  <a:lnTo>
                    <a:pt x="21716" y="13083"/>
                  </a:lnTo>
                  <a:lnTo>
                    <a:pt x="21613" y="10235"/>
                  </a:lnTo>
                  <a:lnTo>
                    <a:pt x="26646" y="9504"/>
                  </a:lnTo>
                  <a:lnTo>
                    <a:pt x="28829" y="7101"/>
                  </a:lnTo>
                  <a:lnTo>
                    <a:pt x="29092" y="4358"/>
                  </a:lnTo>
                  <a:lnTo>
                    <a:pt x="32206" y="453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h3819"/>
            <p:cNvSpPr/>
            <p:nvPr/>
          </p:nvSpPr>
          <p:spPr>
            <a:xfrm>
              <a:off x="7196316" y="3418712"/>
              <a:ext cx="33245" cy="23242"/>
            </a:xfrm>
            <a:custGeom>
              <a:avLst/>
              <a:pathLst>
                <a:path w="33245" h="23242">
                  <a:moveTo>
                    <a:pt x="20350" y="4397"/>
                  </a:moveTo>
                  <a:lnTo>
                    <a:pt x="28043" y="4821"/>
                  </a:lnTo>
                  <a:lnTo>
                    <a:pt x="28617" y="7896"/>
                  </a:lnTo>
                  <a:lnTo>
                    <a:pt x="33245" y="9355"/>
                  </a:lnTo>
                  <a:lnTo>
                    <a:pt x="32830" y="15073"/>
                  </a:lnTo>
                  <a:lnTo>
                    <a:pt x="29666" y="17250"/>
                  </a:lnTo>
                  <a:lnTo>
                    <a:pt x="27546" y="19702"/>
                  </a:lnTo>
                  <a:lnTo>
                    <a:pt x="25868" y="20097"/>
                  </a:lnTo>
                  <a:lnTo>
                    <a:pt x="24121" y="19350"/>
                  </a:lnTo>
                  <a:lnTo>
                    <a:pt x="25408" y="17188"/>
                  </a:lnTo>
                  <a:lnTo>
                    <a:pt x="25881" y="12497"/>
                  </a:lnTo>
                  <a:lnTo>
                    <a:pt x="24292" y="11237"/>
                  </a:lnTo>
                  <a:lnTo>
                    <a:pt x="20506" y="12705"/>
                  </a:lnTo>
                  <a:lnTo>
                    <a:pt x="22511" y="14294"/>
                  </a:lnTo>
                  <a:lnTo>
                    <a:pt x="23199" y="14027"/>
                  </a:lnTo>
                  <a:lnTo>
                    <a:pt x="23628" y="15528"/>
                  </a:lnTo>
                  <a:lnTo>
                    <a:pt x="23422" y="16506"/>
                  </a:lnTo>
                  <a:lnTo>
                    <a:pt x="20571" y="19132"/>
                  </a:lnTo>
                  <a:lnTo>
                    <a:pt x="14380" y="21167"/>
                  </a:lnTo>
                  <a:lnTo>
                    <a:pt x="9683" y="20579"/>
                  </a:lnTo>
                  <a:lnTo>
                    <a:pt x="7483" y="18706"/>
                  </a:lnTo>
                  <a:lnTo>
                    <a:pt x="4407" y="18723"/>
                  </a:lnTo>
                  <a:lnTo>
                    <a:pt x="2458" y="22559"/>
                  </a:lnTo>
                  <a:lnTo>
                    <a:pt x="1976" y="23242"/>
                  </a:lnTo>
                  <a:lnTo>
                    <a:pt x="207" y="17261"/>
                  </a:lnTo>
                  <a:lnTo>
                    <a:pt x="675" y="15861"/>
                  </a:lnTo>
                  <a:lnTo>
                    <a:pt x="5715" y="11135"/>
                  </a:lnTo>
                  <a:lnTo>
                    <a:pt x="0" y="4360"/>
                  </a:lnTo>
                  <a:lnTo>
                    <a:pt x="2366" y="5105"/>
                  </a:lnTo>
                  <a:lnTo>
                    <a:pt x="11670" y="3440"/>
                  </a:lnTo>
                  <a:lnTo>
                    <a:pt x="10980" y="2017"/>
                  </a:lnTo>
                  <a:lnTo>
                    <a:pt x="11616" y="807"/>
                  </a:lnTo>
                  <a:lnTo>
                    <a:pt x="13207" y="862"/>
                  </a:lnTo>
                  <a:lnTo>
                    <a:pt x="14799" y="4010"/>
                  </a:lnTo>
                  <a:lnTo>
                    <a:pt x="16503" y="1438"/>
                  </a:lnTo>
                  <a:lnTo>
                    <a:pt x="1885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h3820"/>
            <p:cNvSpPr/>
            <p:nvPr/>
          </p:nvSpPr>
          <p:spPr>
            <a:xfrm>
              <a:off x="7089724" y="3222673"/>
              <a:ext cx="23469" cy="54776"/>
            </a:xfrm>
            <a:custGeom>
              <a:avLst/>
              <a:pathLst>
                <a:path w="23469" h="54776">
                  <a:moveTo>
                    <a:pt x="20288" y="363"/>
                  </a:moveTo>
                  <a:lnTo>
                    <a:pt x="22072" y="6190"/>
                  </a:lnTo>
                  <a:lnTo>
                    <a:pt x="23353" y="7651"/>
                  </a:lnTo>
                  <a:lnTo>
                    <a:pt x="23469" y="10241"/>
                  </a:lnTo>
                  <a:lnTo>
                    <a:pt x="17927" y="16217"/>
                  </a:lnTo>
                  <a:lnTo>
                    <a:pt x="16648" y="20653"/>
                  </a:lnTo>
                  <a:lnTo>
                    <a:pt x="13663" y="24649"/>
                  </a:lnTo>
                  <a:lnTo>
                    <a:pt x="13807" y="32495"/>
                  </a:lnTo>
                  <a:lnTo>
                    <a:pt x="11723" y="39465"/>
                  </a:lnTo>
                  <a:lnTo>
                    <a:pt x="10154" y="39475"/>
                  </a:lnTo>
                  <a:lnTo>
                    <a:pt x="8526" y="38035"/>
                  </a:lnTo>
                  <a:lnTo>
                    <a:pt x="7228" y="39785"/>
                  </a:lnTo>
                  <a:lnTo>
                    <a:pt x="12237" y="44582"/>
                  </a:lnTo>
                  <a:lnTo>
                    <a:pt x="13826" y="43860"/>
                  </a:lnTo>
                  <a:lnTo>
                    <a:pt x="15025" y="45514"/>
                  </a:lnTo>
                  <a:lnTo>
                    <a:pt x="14617" y="53316"/>
                  </a:lnTo>
                  <a:lnTo>
                    <a:pt x="12807" y="54776"/>
                  </a:lnTo>
                  <a:lnTo>
                    <a:pt x="11023" y="54491"/>
                  </a:lnTo>
                  <a:lnTo>
                    <a:pt x="8297" y="52433"/>
                  </a:lnTo>
                  <a:lnTo>
                    <a:pt x="5950" y="49070"/>
                  </a:lnTo>
                  <a:lnTo>
                    <a:pt x="4741" y="45003"/>
                  </a:lnTo>
                  <a:lnTo>
                    <a:pt x="3126" y="44730"/>
                  </a:lnTo>
                  <a:lnTo>
                    <a:pt x="3615" y="43012"/>
                  </a:lnTo>
                  <a:lnTo>
                    <a:pt x="2893" y="39870"/>
                  </a:lnTo>
                  <a:lnTo>
                    <a:pt x="4555" y="33878"/>
                  </a:lnTo>
                  <a:lnTo>
                    <a:pt x="5840" y="14288"/>
                  </a:lnTo>
                  <a:lnTo>
                    <a:pt x="3326" y="12624"/>
                  </a:lnTo>
                  <a:lnTo>
                    <a:pt x="1601" y="13883"/>
                  </a:lnTo>
                  <a:lnTo>
                    <a:pt x="0" y="13474"/>
                  </a:lnTo>
                  <a:lnTo>
                    <a:pt x="816" y="11044"/>
                  </a:lnTo>
                  <a:lnTo>
                    <a:pt x="4075" y="8727"/>
                  </a:lnTo>
                  <a:lnTo>
                    <a:pt x="6377" y="9712"/>
                  </a:lnTo>
                  <a:lnTo>
                    <a:pt x="7330" y="14041"/>
                  </a:lnTo>
                  <a:lnTo>
                    <a:pt x="9065" y="14583"/>
                  </a:lnTo>
                  <a:lnTo>
                    <a:pt x="13364" y="9245"/>
                  </a:lnTo>
                  <a:lnTo>
                    <a:pt x="13142" y="6419"/>
                  </a:lnTo>
                  <a:lnTo>
                    <a:pt x="11326" y="5781"/>
                  </a:lnTo>
                  <a:lnTo>
                    <a:pt x="12344" y="2614"/>
                  </a:lnTo>
                  <a:lnTo>
                    <a:pt x="1747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h3821"/>
            <p:cNvSpPr/>
            <p:nvPr/>
          </p:nvSpPr>
          <p:spPr>
            <a:xfrm>
              <a:off x="7124118" y="3219039"/>
              <a:ext cx="39244" cy="54861"/>
            </a:xfrm>
            <a:custGeom>
              <a:avLst/>
              <a:pathLst>
                <a:path w="39244" h="54861">
                  <a:moveTo>
                    <a:pt x="32819" y="1269"/>
                  </a:moveTo>
                  <a:lnTo>
                    <a:pt x="30189" y="3529"/>
                  </a:lnTo>
                  <a:lnTo>
                    <a:pt x="28498" y="1801"/>
                  </a:lnTo>
                  <a:lnTo>
                    <a:pt x="27119" y="4970"/>
                  </a:lnTo>
                  <a:lnTo>
                    <a:pt x="28083" y="8110"/>
                  </a:lnTo>
                  <a:lnTo>
                    <a:pt x="30901" y="8968"/>
                  </a:lnTo>
                  <a:lnTo>
                    <a:pt x="32272" y="11098"/>
                  </a:lnTo>
                  <a:lnTo>
                    <a:pt x="31693" y="18433"/>
                  </a:lnTo>
                  <a:lnTo>
                    <a:pt x="30502" y="20318"/>
                  </a:lnTo>
                  <a:lnTo>
                    <a:pt x="32594" y="23915"/>
                  </a:lnTo>
                  <a:lnTo>
                    <a:pt x="39244" y="25916"/>
                  </a:lnTo>
                  <a:lnTo>
                    <a:pt x="37361" y="31989"/>
                  </a:lnTo>
                  <a:lnTo>
                    <a:pt x="37685" y="37595"/>
                  </a:lnTo>
                  <a:lnTo>
                    <a:pt x="34574" y="43827"/>
                  </a:lnTo>
                  <a:lnTo>
                    <a:pt x="34684" y="53072"/>
                  </a:lnTo>
                  <a:lnTo>
                    <a:pt x="24042" y="49496"/>
                  </a:lnTo>
                  <a:lnTo>
                    <a:pt x="16666" y="52583"/>
                  </a:lnTo>
                  <a:lnTo>
                    <a:pt x="16067" y="54108"/>
                  </a:lnTo>
                  <a:lnTo>
                    <a:pt x="14241" y="54861"/>
                  </a:lnTo>
                  <a:lnTo>
                    <a:pt x="13963" y="53447"/>
                  </a:lnTo>
                  <a:lnTo>
                    <a:pt x="15170" y="51183"/>
                  </a:lnTo>
                  <a:lnTo>
                    <a:pt x="19300" y="46808"/>
                  </a:lnTo>
                  <a:lnTo>
                    <a:pt x="23272" y="45314"/>
                  </a:lnTo>
                  <a:lnTo>
                    <a:pt x="22807" y="40636"/>
                  </a:lnTo>
                  <a:lnTo>
                    <a:pt x="21429" y="39615"/>
                  </a:lnTo>
                  <a:lnTo>
                    <a:pt x="19919" y="39343"/>
                  </a:lnTo>
                  <a:lnTo>
                    <a:pt x="18115" y="42793"/>
                  </a:lnTo>
                  <a:lnTo>
                    <a:pt x="18326" y="44791"/>
                  </a:lnTo>
                  <a:lnTo>
                    <a:pt x="17568" y="45856"/>
                  </a:lnTo>
                  <a:lnTo>
                    <a:pt x="13901" y="48151"/>
                  </a:lnTo>
                  <a:lnTo>
                    <a:pt x="9423" y="49444"/>
                  </a:lnTo>
                  <a:lnTo>
                    <a:pt x="6419" y="52554"/>
                  </a:lnTo>
                  <a:lnTo>
                    <a:pt x="1914" y="53612"/>
                  </a:lnTo>
                  <a:lnTo>
                    <a:pt x="697" y="50833"/>
                  </a:lnTo>
                  <a:lnTo>
                    <a:pt x="1072" y="50410"/>
                  </a:lnTo>
                  <a:lnTo>
                    <a:pt x="3251" y="49812"/>
                  </a:lnTo>
                  <a:lnTo>
                    <a:pt x="4368" y="48524"/>
                  </a:lnTo>
                  <a:lnTo>
                    <a:pt x="726" y="45916"/>
                  </a:lnTo>
                  <a:lnTo>
                    <a:pt x="0" y="43865"/>
                  </a:lnTo>
                  <a:lnTo>
                    <a:pt x="713" y="41008"/>
                  </a:lnTo>
                  <a:lnTo>
                    <a:pt x="5140" y="33618"/>
                  </a:lnTo>
                  <a:lnTo>
                    <a:pt x="4943" y="23610"/>
                  </a:lnTo>
                  <a:lnTo>
                    <a:pt x="5653" y="21494"/>
                  </a:lnTo>
                  <a:lnTo>
                    <a:pt x="10805" y="18338"/>
                  </a:lnTo>
                  <a:lnTo>
                    <a:pt x="15273" y="17996"/>
                  </a:lnTo>
                  <a:lnTo>
                    <a:pt x="17889" y="16687"/>
                  </a:lnTo>
                  <a:lnTo>
                    <a:pt x="18106" y="13281"/>
                  </a:lnTo>
                  <a:lnTo>
                    <a:pt x="16893" y="8126"/>
                  </a:lnTo>
                  <a:lnTo>
                    <a:pt x="15153" y="4886"/>
                  </a:lnTo>
                  <a:lnTo>
                    <a:pt x="20983" y="4921"/>
                  </a:lnTo>
                  <a:lnTo>
                    <a:pt x="22699" y="3510"/>
                  </a:lnTo>
                  <a:lnTo>
                    <a:pt x="21693" y="1668"/>
                  </a:lnTo>
                  <a:lnTo>
                    <a:pt x="24940" y="520"/>
                  </a:lnTo>
                  <a:lnTo>
                    <a:pt x="2623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h3822"/>
            <p:cNvSpPr/>
            <p:nvPr/>
          </p:nvSpPr>
          <p:spPr>
            <a:xfrm>
              <a:off x="7226778" y="3424968"/>
              <a:ext cx="24086" cy="34216"/>
            </a:xfrm>
            <a:custGeom>
              <a:avLst/>
              <a:pathLst>
                <a:path w="24086" h="34216">
                  <a:moveTo>
                    <a:pt x="21641" y="577"/>
                  </a:moveTo>
                  <a:lnTo>
                    <a:pt x="22803" y="1342"/>
                  </a:lnTo>
                  <a:lnTo>
                    <a:pt x="23888" y="3989"/>
                  </a:lnTo>
                  <a:lnTo>
                    <a:pt x="23896" y="8895"/>
                  </a:lnTo>
                  <a:lnTo>
                    <a:pt x="22867" y="12610"/>
                  </a:lnTo>
                  <a:lnTo>
                    <a:pt x="18251" y="12059"/>
                  </a:lnTo>
                  <a:lnTo>
                    <a:pt x="14878" y="13026"/>
                  </a:lnTo>
                  <a:lnTo>
                    <a:pt x="10622" y="15050"/>
                  </a:lnTo>
                  <a:lnTo>
                    <a:pt x="7910" y="18326"/>
                  </a:lnTo>
                  <a:lnTo>
                    <a:pt x="7906" y="19528"/>
                  </a:lnTo>
                  <a:lnTo>
                    <a:pt x="8912" y="23597"/>
                  </a:lnTo>
                  <a:lnTo>
                    <a:pt x="12058" y="27142"/>
                  </a:lnTo>
                  <a:lnTo>
                    <a:pt x="13613" y="26522"/>
                  </a:lnTo>
                  <a:lnTo>
                    <a:pt x="14258" y="25061"/>
                  </a:lnTo>
                  <a:lnTo>
                    <a:pt x="16413" y="25869"/>
                  </a:lnTo>
                  <a:lnTo>
                    <a:pt x="21996" y="29343"/>
                  </a:lnTo>
                  <a:lnTo>
                    <a:pt x="24086" y="32221"/>
                  </a:lnTo>
                  <a:lnTo>
                    <a:pt x="16501" y="34216"/>
                  </a:lnTo>
                  <a:lnTo>
                    <a:pt x="10093" y="26522"/>
                  </a:lnTo>
                  <a:lnTo>
                    <a:pt x="4871" y="26636"/>
                  </a:lnTo>
                  <a:lnTo>
                    <a:pt x="3381" y="25137"/>
                  </a:lnTo>
                  <a:lnTo>
                    <a:pt x="3779" y="22773"/>
                  </a:lnTo>
                  <a:lnTo>
                    <a:pt x="3077" y="17768"/>
                  </a:lnTo>
                  <a:lnTo>
                    <a:pt x="0" y="14661"/>
                  </a:lnTo>
                  <a:lnTo>
                    <a:pt x="115" y="13119"/>
                  </a:lnTo>
                  <a:lnTo>
                    <a:pt x="3592" y="13241"/>
                  </a:lnTo>
                  <a:lnTo>
                    <a:pt x="7281" y="10889"/>
                  </a:lnTo>
                  <a:lnTo>
                    <a:pt x="9504" y="7763"/>
                  </a:lnTo>
                  <a:lnTo>
                    <a:pt x="9894" y="4716"/>
                  </a:lnTo>
                  <a:lnTo>
                    <a:pt x="2082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h3823"/>
            <p:cNvSpPr/>
            <p:nvPr/>
          </p:nvSpPr>
          <p:spPr>
            <a:xfrm>
              <a:off x="7264529" y="3353081"/>
              <a:ext cx="37721" cy="45258"/>
            </a:xfrm>
            <a:custGeom>
              <a:avLst/>
              <a:pathLst>
                <a:path w="37721" h="45258">
                  <a:moveTo>
                    <a:pt x="8523" y="2191"/>
                  </a:moveTo>
                  <a:lnTo>
                    <a:pt x="17536" y="8442"/>
                  </a:lnTo>
                  <a:lnTo>
                    <a:pt x="14263" y="11121"/>
                  </a:lnTo>
                  <a:lnTo>
                    <a:pt x="14284" y="13388"/>
                  </a:lnTo>
                  <a:lnTo>
                    <a:pt x="15194" y="14609"/>
                  </a:lnTo>
                  <a:lnTo>
                    <a:pt x="18776" y="18617"/>
                  </a:lnTo>
                  <a:lnTo>
                    <a:pt x="26527" y="20506"/>
                  </a:lnTo>
                  <a:lnTo>
                    <a:pt x="29071" y="22306"/>
                  </a:lnTo>
                  <a:lnTo>
                    <a:pt x="31638" y="24948"/>
                  </a:lnTo>
                  <a:lnTo>
                    <a:pt x="32123" y="27387"/>
                  </a:lnTo>
                  <a:lnTo>
                    <a:pt x="37218" y="29779"/>
                  </a:lnTo>
                  <a:lnTo>
                    <a:pt x="37721" y="31522"/>
                  </a:lnTo>
                  <a:lnTo>
                    <a:pt x="34845" y="31346"/>
                  </a:lnTo>
                  <a:lnTo>
                    <a:pt x="32872" y="33803"/>
                  </a:lnTo>
                  <a:lnTo>
                    <a:pt x="32575" y="36479"/>
                  </a:lnTo>
                  <a:lnTo>
                    <a:pt x="26099" y="42865"/>
                  </a:lnTo>
                  <a:lnTo>
                    <a:pt x="19460" y="45258"/>
                  </a:lnTo>
                  <a:lnTo>
                    <a:pt x="16377" y="43319"/>
                  </a:lnTo>
                  <a:lnTo>
                    <a:pt x="10342" y="43160"/>
                  </a:lnTo>
                  <a:lnTo>
                    <a:pt x="6355" y="40001"/>
                  </a:lnTo>
                  <a:lnTo>
                    <a:pt x="1762" y="32661"/>
                  </a:lnTo>
                  <a:lnTo>
                    <a:pt x="2318" y="28185"/>
                  </a:lnTo>
                  <a:lnTo>
                    <a:pt x="0" y="8654"/>
                  </a:lnTo>
                  <a:lnTo>
                    <a:pt x="692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h3824"/>
            <p:cNvSpPr/>
            <p:nvPr/>
          </p:nvSpPr>
          <p:spPr>
            <a:xfrm>
              <a:off x="7146178" y="3297164"/>
              <a:ext cx="25137" cy="34840"/>
            </a:xfrm>
            <a:custGeom>
              <a:avLst/>
              <a:pathLst>
                <a:path w="25137" h="34840">
                  <a:moveTo>
                    <a:pt x="9098" y="3838"/>
                  </a:moveTo>
                  <a:lnTo>
                    <a:pt x="12082" y="7773"/>
                  </a:lnTo>
                  <a:lnTo>
                    <a:pt x="14172" y="4740"/>
                  </a:lnTo>
                  <a:lnTo>
                    <a:pt x="17309" y="7657"/>
                  </a:lnTo>
                  <a:lnTo>
                    <a:pt x="17670" y="9572"/>
                  </a:lnTo>
                  <a:lnTo>
                    <a:pt x="20567" y="10902"/>
                  </a:lnTo>
                  <a:lnTo>
                    <a:pt x="23271" y="11126"/>
                  </a:lnTo>
                  <a:lnTo>
                    <a:pt x="24711" y="14761"/>
                  </a:lnTo>
                  <a:lnTo>
                    <a:pt x="25137" y="21588"/>
                  </a:lnTo>
                  <a:lnTo>
                    <a:pt x="23631" y="28022"/>
                  </a:lnTo>
                  <a:lnTo>
                    <a:pt x="22558" y="27841"/>
                  </a:lnTo>
                  <a:lnTo>
                    <a:pt x="21185" y="30515"/>
                  </a:lnTo>
                  <a:lnTo>
                    <a:pt x="10532" y="34840"/>
                  </a:lnTo>
                  <a:lnTo>
                    <a:pt x="8863" y="34598"/>
                  </a:lnTo>
                  <a:lnTo>
                    <a:pt x="8037" y="32682"/>
                  </a:lnTo>
                  <a:lnTo>
                    <a:pt x="10267" y="30223"/>
                  </a:lnTo>
                  <a:lnTo>
                    <a:pt x="6654" y="27364"/>
                  </a:lnTo>
                  <a:lnTo>
                    <a:pt x="3520" y="22873"/>
                  </a:lnTo>
                  <a:lnTo>
                    <a:pt x="0" y="19500"/>
                  </a:lnTo>
                  <a:lnTo>
                    <a:pt x="2212" y="11157"/>
                  </a:lnTo>
                  <a:lnTo>
                    <a:pt x="2674" y="4487"/>
                  </a:lnTo>
                  <a:lnTo>
                    <a:pt x="4430" y="802"/>
                  </a:lnTo>
                  <a:lnTo>
                    <a:pt x="761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h3825"/>
            <p:cNvSpPr/>
            <p:nvPr/>
          </p:nvSpPr>
          <p:spPr>
            <a:xfrm>
              <a:off x="7197664" y="3429950"/>
              <a:ext cx="33986" cy="25246"/>
            </a:xfrm>
            <a:custGeom>
              <a:avLst/>
              <a:pathLst>
                <a:path w="33986" h="25246">
                  <a:moveTo>
                    <a:pt x="24533" y="1260"/>
                  </a:moveTo>
                  <a:lnTo>
                    <a:pt x="24060" y="5951"/>
                  </a:lnTo>
                  <a:lnTo>
                    <a:pt x="22773" y="8112"/>
                  </a:lnTo>
                  <a:lnTo>
                    <a:pt x="24520" y="8860"/>
                  </a:lnTo>
                  <a:lnTo>
                    <a:pt x="26198" y="8465"/>
                  </a:lnTo>
                  <a:lnTo>
                    <a:pt x="28318" y="6012"/>
                  </a:lnTo>
                  <a:lnTo>
                    <a:pt x="29229" y="8138"/>
                  </a:lnTo>
                  <a:lnTo>
                    <a:pt x="29114" y="9680"/>
                  </a:lnTo>
                  <a:lnTo>
                    <a:pt x="32192" y="12786"/>
                  </a:lnTo>
                  <a:lnTo>
                    <a:pt x="32894" y="17792"/>
                  </a:lnTo>
                  <a:lnTo>
                    <a:pt x="32495" y="20156"/>
                  </a:lnTo>
                  <a:lnTo>
                    <a:pt x="33986" y="21655"/>
                  </a:lnTo>
                  <a:lnTo>
                    <a:pt x="30134" y="22664"/>
                  </a:lnTo>
                  <a:lnTo>
                    <a:pt x="28524" y="25246"/>
                  </a:lnTo>
                  <a:lnTo>
                    <a:pt x="20186" y="23634"/>
                  </a:lnTo>
                  <a:lnTo>
                    <a:pt x="0" y="17236"/>
                  </a:lnTo>
                  <a:lnTo>
                    <a:pt x="4021" y="16549"/>
                  </a:lnTo>
                  <a:lnTo>
                    <a:pt x="3157" y="12421"/>
                  </a:lnTo>
                  <a:lnTo>
                    <a:pt x="1110" y="11322"/>
                  </a:lnTo>
                  <a:lnTo>
                    <a:pt x="3059" y="7485"/>
                  </a:lnTo>
                  <a:lnTo>
                    <a:pt x="6135" y="7468"/>
                  </a:lnTo>
                  <a:lnTo>
                    <a:pt x="8335" y="9342"/>
                  </a:lnTo>
                  <a:lnTo>
                    <a:pt x="13032" y="9930"/>
                  </a:lnTo>
                  <a:lnTo>
                    <a:pt x="19223" y="7895"/>
                  </a:lnTo>
                  <a:lnTo>
                    <a:pt x="22074" y="5269"/>
                  </a:lnTo>
                  <a:lnTo>
                    <a:pt x="22280" y="4290"/>
                  </a:lnTo>
                  <a:lnTo>
                    <a:pt x="21851" y="2790"/>
                  </a:lnTo>
                  <a:lnTo>
                    <a:pt x="21163" y="3056"/>
                  </a:lnTo>
                  <a:lnTo>
                    <a:pt x="19158" y="1468"/>
                  </a:lnTo>
                  <a:lnTo>
                    <a:pt x="2294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h3826"/>
            <p:cNvSpPr/>
            <p:nvPr/>
          </p:nvSpPr>
          <p:spPr>
            <a:xfrm>
              <a:off x="7146510" y="3373105"/>
              <a:ext cx="39895" cy="49702"/>
            </a:xfrm>
            <a:custGeom>
              <a:avLst/>
              <a:pathLst>
                <a:path w="39895" h="49702">
                  <a:moveTo>
                    <a:pt x="21997" y="2730"/>
                  </a:moveTo>
                  <a:lnTo>
                    <a:pt x="26688" y="2065"/>
                  </a:lnTo>
                  <a:lnTo>
                    <a:pt x="28032" y="11062"/>
                  </a:lnTo>
                  <a:lnTo>
                    <a:pt x="26417" y="13350"/>
                  </a:lnTo>
                  <a:lnTo>
                    <a:pt x="26159" y="15034"/>
                  </a:lnTo>
                  <a:lnTo>
                    <a:pt x="27903" y="16781"/>
                  </a:lnTo>
                  <a:lnTo>
                    <a:pt x="31725" y="17957"/>
                  </a:lnTo>
                  <a:lnTo>
                    <a:pt x="37538" y="16191"/>
                  </a:lnTo>
                  <a:lnTo>
                    <a:pt x="39895" y="20521"/>
                  </a:lnTo>
                  <a:lnTo>
                    <a:pt x="39244" y="48111"/>
                  </a:lnTo>
                  <a:lnTo>
                    <a:pt x="36100" y="49702"/>
                  </a:lnTo>
                  <a:lnTo>
                    <a:pt x="35329" y="47081"/>
                  </a:lnTo>
                  <a:lnTo>
                    <a:pt x="33934" y="45530"/>
                  </a:lnTo>
                  <a:lnTo>
                    <a:pt x="30526" y="44099"/>
                  </a:lnTo>
                  <a:lnTo>
                    <a:pt x="28495" y="43350"/>
                  </a:lnTo>
                  <a:lnTo>
                    <a:pt x="26983" y="38489"/>
                  </a:lnTo>
                  <a:lnTo>
                    <a:pt x="23995" y="36423"/>
                  </a:lnTo>
                  <a:lnTo>
                    <a:pt x="21275" y="38846"/>
                  </a:lnTo>
                  <a:lnTo>
                    <a:pt x="18698" y="34215"/>
                  </a:lnTo>
                  <a:lnTo>
                    <a:pt x="11838" y="31758"/>
                  </a:lnTo>
                  <a:lnTo>
                    <a:pt x="12263" y="35154"/>
                  </a:lnTo>
                  <a:lnTo>
                    <a:pt x="9005" y="34638"/>
                  </a:lnTo>
                  <a:lnTo>
                    <a:pt x="6757" y="32331"/>
                  </a:lnTo>
                  <a:lnTo>
                    <a:pt x="7268" y="29097"/>
                  </a:lnTo>
                  <a:lnTo>
                    <a:pt x="11276" y="29252"/>
                  </a:lnTo>
                  <a:lnTo>
                    <a:pt x="12608" y="26324"/>
                  </a:lnTo>
                  <a:lnTo>
                    <a:pt x="7668" y="23355"/>
                  </a:lnTo>
                  <a:lnTo>
                    <a:pt x="3846" y="19158"/>
                  </a:lnTo>
                  <a:lnTo>
                    <a:pt x="5460" y="14498"/>
                  </a:lnTo>
                  <a:lnTo>
                    <a:pt x="2383" y="13744"/>
                  </a:lnTo>
                  <a:lnTo>
                    <a:pt x="2355" y="12819"/>
                  </a:lnTo>
                  <a:lnTo>
                    <a:pt x="0" y="4498"/>
                  </a:lnTo>
                  <a:lnTo>
                    <a:pt x="2141" y="4183"/>
                  </a:lnTo>
                  <a:lnTo>
                    <a:pt x="12682" y="7280"/>
                  </a:lnTo>
                  <a:lnTo>
                    <a:pt x="17593" y="10911"/>
                  </a:lnTo>
                  <a:lnTo>
                    <a:pt x="20202" y="10057"/>
                  </a:lnTo>
                  <a:lnTo>
                    <a:pt x="18770" y="778"/>
                  </a:lnTo>
                  <a:lnTo>
                    <a:pt x="1993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h3827"/>
            <p:cNvSpPr/>
            <p:nvPr/>
          </p:nvSpPr>
          <p:spPr>
            <a:xfrm>
              <a:off x="6969932" y="3227604"/>
              <a:ext cx="68078" cy="92758"/>
            </a:xfrm>
            <a:custGeom>
              <a:avLst/>
              <a:pathLst>
                <a:path w="68078" h="92758">
                  <a:moveTo>
                    <a:pt x="34304" y="379"/>
                  </a:moveTo>
                  <a:lnTo>
                    <a:pt x="39604" y="6519"/>
                  </a:lnTo>
                  <a:lnTo>
                    <a:pt x="39572" y="9700"/>
                  </a:lnTo>
                  <a:lnTo>
                    <a:pt x="42653" y="10546"/>
                  </a:lnTo>
                  <a:lnTo>
                    <a:pt x="44362" y="8997"/>
                  </a:lnTo>
                  <a:lnTo>
                    <a:pt x="49088" y="7231"/>
                  </a:lnTo>
                  <a:lnTo>
                    <a:pt x="66790" y="4729"/>
                  </a:lnTo>
                  <a:lnTo>
                    <a:pt x="67310" y="5467"/>
                  </a:lnTo>
                  <a:lnTo>
                    <a:pt x="68078" y="11122"/>
                  </a:lnTo>
                  <a:lnTo>
                    <a:pt x="63757" y="15672"/>
                  </a:lnTo>
                  <a:lnTo>
                    <a:pt x="60335" y="13410"/>
                  </a:lnTo>
                  <a:lnTo>
                    <a:pt x="59307" y="10500"/>
                  </a:lnTo>
                  <a:lnTo>
                    <a:pt x="56237" y="11219"/>
                  </a:lnTo>
                  <a:lnTo>
                    <a:pt x="52163" y="14925"/>
                  </a:lnTo>
                  <a:lnTo>
                    <a:pt x="50568" y="19567"/>
                  </a:lnTo>
                  <a:lnTo>
                    <a:pt x="54587" y="27238"/>
                  </a:lnTo>
                  <a:lnTo>
                    <a:pt x="55450" y="31323"/>
                  </a:lnTo>
                  <a:lnTo>
                    <a:pt x="51832" y="39244"/>
                  </a:lnTo>
                  <a:lnTo>
                    <a:pt x="49394" y="42639"/>
                  </a:lnTo>
                  <a:lnTo>
                    <a:pt x="45273" y="43412"/>
                  </a:lnTo>
                  <a:lnTo>
                    <a:pt x="45170" y="53324"/>
                  </a:lnTo>
                  <a:lnTo>
                    <a:pt x="44575" y="56477"/>
                  </a:lnTo>
                  <a:lnTo>
                    <a:pt x="42623" y="59884"/>
                  </a:lnTo>
                  <a:lnTo>
                    <a:pt x="41629" y="66495"/>
                  </a:lnTo>
                  <a:lnTo>
                    <a:pt x="42618" y="69918"/>
                  </a:lnTo>
                  <a:lnTo>
                    <a:pt x="46481" y="74645"/>
                  </a:lnTo>
                  <a:lnTo>
                    <a:pt x="48419" y="79871"/>
                  </a:lnTo>
                  <a:lnTo>
                    <a:pt x="48023" y="85317"/>
                  </a:lnTo>
                  <a:lnTo>
                    <a:pt x="44418" y="90169"/>
                  </a:lnTo>
                  <a:lnTo>
                    <a:pt x="39085" y="92758"/>
                  </a:lnTo>
                  <a:lnTo>
                    <a:pt x="35905" y="90498"/>
                  </a:lnTo>
                  <a:lnTo>
                    <a:pt x="33721" y="87234"/>
                  </a:lnTo>
                  <a:lnTo>
                    <a:pt x="28604" y="83871"/>
                  </a:lnTo>
                  <a:lnTo>
                    <a:pt x="19337" y="81046"/>
                  </a:lnTo>
                  <a:lnTo>
                    <a:pt x="14118" y="83380"/>
                  </a:lnTo>
                  <a:lnTo>
                    <a:pt x="5379" y="77514"/>
                  </a:lnTo>
                  <a:lnTo>
                    <a:pt x="6278" y="77102"/>
                  </a:lnTo>
                  <a:lnTo>
                    <a:pt x="4524" y="75201"/>
                  </a:lnTo>
                  <a:lnTo>
                    <a:pt x="0" y="73257"/>
                  </a:lnTo>
                  <a:lnTo>
                    <a:pt x="61" y="68504"/>
                  </a:lnTo>
                  <a:lnTo>
                    <a:pt x="2225" y="63009"/>
                  </a:lnTo>
                  <a:lnTo>
                    <a:pt x="7020" y="56081"/>
                  </a:lnTo>
                  <a:lnTo>
                    <a:pt x="16699" y="48550"/>
                  </a:lnTo>
                  <a:lnTo>
                    <a:pt x="18062" y="40324"/>
                  </a:lnTo>
                  <a:lnTo>
                    <a:pt x="18596" y="25926"/>
                  </a:lnTo>
                  <a:lnTo>
                    <a:pt x="32654" y="15233"/>
                  </a:lnTo>
                  <a:lnTo>
                    <a:pt x="28745" y="8682"/>
                  </a:lnTo>
                  <a:lnTo>
                    <a:pt x="2999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h3828"/>
            <p:cNvSpPr/>
            <p:nvPr/>
          </p:nvSpPr>
          <p:spPr>
            <a:xfrm>
              <a:off x="7188071" y="3270641"/>
              <a:ext cx="49839" cy="42584"/>
            </a:xfrm>
            <a:custGeom>
              <a:avLst/>
              <a:pathLst>
                <a:path w="49839" h="42584">
                  <a:moveTo>
                    <a:pt x="19906" y="428"/>
                  </a:moveTo>
                  <a:lnTo>
                    <a:pt x="20647" y="1181"/>
                  </a:lnTo>
                  <a:lnTo>
                    <a:pt x="19055" y="1186"/>
                  </a:lnTo>
                  <a:lnTo>
                    <a:pt x="18713" y="5674"/>
                  </a:lnTo>
                  <a:lnTo>
                    <a:pt x="24520" y="4190"/>
                  </a:lnTo>
                  <a:lnTo>
                    <a:pt x="25309" y="6733"/>
                  </a:lnTo>
                  <a:lnTo>
                    <a:pt x="28157" y="8687"/>
                  </a:lnTo>
                  <a:lnTo>
                    <a:pt x="30786" y="8938"/>
                  </a:lnTo>
                  <a:lnTo>
                    <a:pt x="33662" y="10552"/>
                  </a:lnTo>
                  <a:lnTo>
                    <a:pt x="39097" y="16532"/>
                  </a:lnTo>
                  <a:lnTo>
                    <a:pt x="36759" y="19786"/>
                  </a:lnTo>
                  <a:lnTo>
                    <a:pt x="39019" y="23488"/>
                  </a:lnTo>
                  <a:lnTo>
                    <a:pt x="43966" y="24218"/>
                  </a:lnTo>
                  <a:lnTo>
                    <a:pt x="45292" y="26631"/>
                  </a:lnTo>
                  <a:lnTo>
                    <a:pt x="45243" y="28225"/>
                  </a:lnTo>
                  <a:lnTo>
                    <a:pt x="47467" y="29980"/>
                  </a:lnTo>
                  <a:lnTo>
                    <a:pt x="47419" y="31974"/>
                  </a:lnTo>
                  <a:lnTo>
                    <a:pt x="49839" y="33363"/>
                  </a:lnTo>
                  <a:lnTo>
                    <a:pt x="46676" y="35983"/>
                  </a:lnTo>
                  <a:lnTo>
                    <a:pt x="43141" y="35255"/>
                  </a:lnTo>
                  <a:lnTo>
                    <a:pt x="38680" y="41079"/>
                  </a:lnTo>
                  <a:lnTo>
                    <a:pt x="34466" y="42584"/>
                  </a:lnTo>
                  <a:lnTo>
                    <a:pt x="19588" y="37182"/>
                  </a:lnTo>
                  <a:lnTo>
                    <a:pt x="12232" y="36048"/>
                  </a:lnTo>
                  <a:lnTo>
                    <a:pt x="10275" y="36814"/>
                  </a:lnTo>
                  <a:lnTo>
                    <a:pt x="7691" y="40272"/>
                  </a:lnTo>
                  <a:lnTo>
                    <a:pt x="6128" y="39411"/>
                  </a:lnTo>
                  <a:lnTo>
                    <a:pt x="3855" y="35404"/>
                  </a:lnTo>
                  <a:lnTo>
                    <a:pt x="750" y="32948"/>
                  </a:lnTo>
                  <a:lnTo>
                    <a:pt x="0" y="33184"/>
                  </a:lnTo>
                  <a:lnTo>
                    <a:pt x="2994" y="27805"/>
                  </a:lnTo>
                  <a:lnTo>
                    <a:pt x="4443" y="20271"/>
                  </a:lnTo>
                  <a:lnTo>
                    <a:pt x="5210" y="15060"/>
                  </a:lnTo>
                  <a:lnTo>
                    <a:pt x="4252" y="11605"/>
                  </a:lnTo>
                  <a:lnTo>
                    <a:pt x="3855" y="11304"/>
                  </a:lnTo>
                  <a:lnTo>
                    <a:pt x="6133" y="6771"/>
                  </a:lnTo>
                  <a:lnTo>
                    <a:pt x="11184" y="6996"/>
                  </a:lnTo>
                  <a:lnTo>
                    <a:pt x="14349" y="3786"/>
                  </a:lnTo>
                  <a:lnTo>
                    <a:pt x="14027" y="2617"/>
                  </a:lnTo>
                  <a:lnTo>
                    <a:pt x="1668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h3829"/>
            <p:cNvSpPr/>
            <p:nvPr/>
          </p:nvSpPr>
          <p:spPr>
            <a:xfrm>
              <a:off x="7113792" y="3206551"/>
              <a:ext cx="35265" cy="62898"/>
            </a:xfrm>
            <a:custGeom>
              <a:avLst/>
              <a:pathLst>
                <a:path w="35265" h="62898">
                  <a:moveTo>
                    <a:pt x="23202" y="2644"/>
                  </a:moveTo>
                  <a:lnTo>
                    <a:pt x="24239" y="4778"/>
                  </a:lnTo>
                  <a:lnTo>
                    <a:pt x="31834" y="5495"/>
                  </a:lnTo>
                  <a:lnTo>
                    <a:pt x="35125" y="8508"/>
                  </a:lnTo>
                  <a:lnTo>
                    <a:pt x="35265" y="13008"/>
                  </a:lnTo>
                  <a:lnTo>
                    <a:pt x="32019" y="14156"/>
                  </a:lnTo>
                  <a:lnTo>
                    <a:pt x="33024" y="15998"/>
                  </a:lnTo>
                  <a:lnTo>
                    <a:pt x="31309" y="17409"/>
                  </a:lnTo>
                  <a:lnTo>
                    <a:pt x="25479" y="17375"/>
                  </a:lnTo>
                  <a:lnTo>
                    <a:pt x="27218" y="20614"/>
                  </a:lnTo>
                  <a:lnTo>
                    <a:pt x="28432" y="25769"/>
                  </a:lnTo>
                  <a:lnTo>
                    <a:pt x="28214" y="29175"/>
                  </a:lnTo>
                  <a:lnTo>
                    <a:pt x="25599" y="30484"/>
                  </a:lnTo>
                  <a:lnTo>
                    <a:pt x="21130" y="30826"/>
                  </a:lnTo>
                  <a:lnTo>
                    <a:pt x="15978" y="33982"/>
                  </a:lnTo>
                  <a:lnTo>
                    <a:pt x="15269" y="36098"/>
                  </a:lnTo>
                  <a:lnTo>
                    <a:pt x="15466" y="46106"/>
                  </a:lnTo>
                  <a:lnTo>
                    <a:pt x="11039" y="53496"/>
                  </a:lnTo>
                  <a:lnTo>
                    <a:pt x="10325" y="56354"/>
                  </a:lnTo>
                  <a:lnTo>
                    <a:pt x="11051" y="58404"/>
                  </a:lnTo>
                  <a:lnTo>
                    <a:pt x="14693" y="61012"/>
                  </a:lnTo>
                  <a:lnTo>
                    <a:pt x="13576" y="62300"/>
                  </a:lnTo>
                  <a:lnTo>
                    <a:pt x="11398" y="62898"/>
                  </a:lnTo>
                  <a:lnTo>
                    <a:pt x="8801" y="57550"/>
                  </a:lnTo>
                  <a:lnTo>
                    <a:pt x="3594" y="54552"/>
                  </a:lnTo>
                  <a:lnTo>
                    <a:pt x="1718" y="50086"/>
                  </a:lnTo>
                  <a:lnTo>
                    <a:pt x="0" y="42757"/>
                  </a:lnTo>
                  <a:lnTo>
                    <a:pt x="699" y="39461"/>
                  </a:lnTo>
                  <a:lnTo>
                    <a:pt x="3683" y="41318"/>
                  </a:lnTo>
                  <a:lnTo>
                    <a:pt x="6297" y="38318"/>
                  </a:lnTo>
                  <a:lnTo>
                    <a:pt x="4292" y="34462"/>
                  </a:lnTo>
                  <a:lnTo>
                    <a:pt x="6793" y="32160"/>
                  </a:lnTo>
                  <a:lnTo>
                    <a:pt x="16733" y="26837"/>
                  </a:lnTo>
                  <a:lnTo>
                    <a:pt x="15838" y="22287"/>
                  </a:lnTo>
                  <a:lnTo>
                    <a:pt x="10658" y="24502"/>
                  </a:lnTo>
                  <a:lnTo>
                    <a:pt x="8474" y="27425"/>
                  </a:lnTo>
                  <a:lnTo>
                    <a:pt x="7076" y="25500"/>
                  </a:lnTo>
                  <a:lnTo>
                    <a:pt x="6642" y="22909"/>
                  </a:lnTo>
                  <a:lnTo>
                    <a:pt x="7190" y="22438"/>
                  </a:lnTo>
                  <a:lnTo>
                    <a:pt x="8516" y="22571"/>
                  </a:lnTo>
                  <a:lnTo>
                    <a:pt x="8969" y="23447"/>
                  </a:lnTo>
                  <a:lnTo>
                    <a:pt x="10155" y="23077"/>
                  </a:lnTo>
                  <a:lnTo>
                    <a:pt x="11089" y="21240"/>
                  </a:lnTo>
                  <a:lnTo>
                    <a:pt x="10048" y="17838"/>
                  </a:lnTo>
                  <a:lnTo>
                    <a:pt x="12232" y="16106"/>
                  </a:lnTo>
                  <a:lnTo>
                    <a:pt x="10457" y="13322"/>
                  </a:lnTo>
                  <a:lnTo>
                    <a:pt x="7218" y="12480"/>
                  </a:lnTo>
                  <a:lnTo>
                    <a:pt x="8361" y="8635"/>
                  </a:lnTo>
                  <a:lnTo>
                    <a:pt x="17041" y="5843"/>
                  </a:lnTo>
                  <a:lnTo>
                    <a:pt x="2120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h3830"/>
            <p:cNvSpPr/>
            <p:nvPr/>
          </p:nvSpPr>
          <p:spPr>
            <a:xfrm>
              <a:off x="6838223" y="3185439"/>
              <a:ext cx="71629" cy="83434"/>
            </a:xfrm>
            <a:custGeom>
              <a:avLst/>
              <a:pathLst>
                <a:path w="71629" h="83434">
                  <a:moveTo>
                    <a:pt x="24226" y="160"/>
                  </a:moveTo>
                  <a:lnTo>
                    <a:pt x="24934" y="1320"/>
                  </a:lnTo>
                  <a:lnTo>
                    <a:pt x="34810" y="1410"/>
                  </a:lnTo>
                  <a:lnTo>
                    <a:pt x="37812" y="4808"/>
                  </a:lnTo>
                  <a:lnTo>
                    <a:pt x="40529" y="11842"/>
                  </a:lnTo>
                  <a:lnTo>
                    <a:pt x="46582" y="14974"/>
                  </a:lnTo>
                  <a:lnTo>
                    <a:pt x="50851" y="16269"/>
                  </a:lnTo>
                  <a:lnTo>
                    <a:pt x="48727" y="18508"/>
                  </a:lnTo>
                  <a:lnTo>
                    <a:pt x="45900" y="25101"/>
                  </a:lnTo>
                  <a:lnTo>
                    <a:pt x="51753" y="30510"/>
                  </a:lnTo>
                  <a:lnTo>
                    <a:pt x="58268" y="38884"/>
                  </a:lnTo>
                  <a:lnTo>
                    <a:pt x="54434" y="44852"/>
                  </a:lnTo>
                  <a:lnTo>
                    <a:pt x="54872" y="48529"/>
                  </a:lnTo>
                  <a:lnTo>
                    <a:pt x="71629" y="59311"/>
                  </a:lnTo>
                  <a:lnTo>
                    <a:pt x="67969" y="65036"/>
                  </a:lnTo>
                  <a:lnTo>
                    <a:pt x="69816" y="69916"/>
                  </a:lnTo>
                  <a:lnTo>
                    <a:pt x="67724" y="72143"/>
                  </a:lnTo>
                  <a:lnTo>
                    <a:pt x="62000" y="76440"/>
                  </a:lnTo>
                  <a:lnTo>
                    <a:pt x="60501" y="81135"/>
                  </a:lnTo>
                  <a:lnTo>
                    <a:pt x="54399" y="83434"/>
                  </a:lnTo>
                  <a:lnTo>
                    <a:pt x="53168" y="81561"/>
                  </a:lnTo>
                  <a:lnTo>
                    <a:pt x="52455" y="81521"/>
                  </a:lnTo>
                  <a:lnTo>
                    <a:pt x="52010" y="82707"/>
                  </a:lnTo>
                  <a:lnTo>
                    <a:pt x="48769" y="81719"/>
                  </a:lnTo>
                  <a:lnTo>
                    <a:pt x="44492" y="78839"/>
                  </a:lnTo>
                  <a:lnTo>
                    <a:pt x="35266" y="79142"/>
                  </a:lnTo>
                  <a:lnTo>
                    <a:pt x="25323" y="72212"/>
                  </a:lnTo>
                  <a:lnTo>
                    <a:pt x="16929" y="68281"/>
                  </a:lnTo>
                  <a:lnTo>
                    <a:pt x="16314" y="70509"/>
                  </a:lnTo>
                  <a:lnTo>
                    <a:pt x="12071" y="68790"/>
                  </a:lnTo>
                  <a:lnTo>
                    <a:pt x="6509" y="64341"/>
                  </a:lnTo>
                  <a:lnTo>
                    <a:pt x="2916" y="63097"/>
                  </a:lnTo>
                  <a:lnTo>
                    <a:pt x="716" y="59788"/>
                  </a:lnTo>
                  <a:lnTo>
                    <a:pt x="3451" y="57030"/>
                  </a:lnTo>
                  <a:lnTo>
                    <a:pt x="10409" y="53683"/>
                  </a:lnTo>
                  <a:lnTo>
                    <a:pt x="11149" y="52625"/>
                  </a:lnTo>
                  <a:lnTo>
                    <a:pt x="10917" y="50543"/>
                  </a:lnTo>
                  <a:lnTo>
                    <a:pt x="2708" y="47745"/>
                  </a:lnTo>
                  <a:lnTo>
                    <a:pt x="321" y="47803"/>
                  </a:lnTo>
                  <a:lnTo>
                    <a:pt x="0" y="46053"/>
                  </a:lnTo>
                  <a:lnTo>
                    <a:pt x="1292" y="43959"/>
                  </a:lnTo>
                  <a:lnTo>
                    <a:pt x="3898" y="44788"/>
                  </a:lnTo>
                  <a:lnTo>
                    <a:pt x="5775" y="37990"/>
                  </a:lnTo>
                  <a:lnTo>
                    <a:pt x="5731" y="33621"/>
                  </a:lnTo>
                  <a:lnTo>
                    <a:pt x="2216" y="27407"/>
                  </a:lnTo>
                  <a:lnTo>
                    <a:pt x="4168" y="22883"/>
                  </a:lnTo>
                  <a:lnTo>
                    <a:pt x="2257" y="14800"/>
                  </a:lnTo>
                  <a:lnTo>
                    <a:pt x="3171" y="9913"/>
                  </a:lnTo>
                  <a:lnTo>
                    <a:pt x="6386" y="6851"/>
                  </a:lnTo>
                  <a:lnTo>
                    <a:pt x="8645" y="4426"/>
                  </a:lnTo>
                  <a:lnTo>
                    <a:pt x="15555" y="1486"/>
                  </a:lnTo>
                  <a:lnTo>
                    <a:pt x="2179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h3831"/>
            <p:cNvSpPr/>
            <p:nvPr/>
          </p:nvSpPr>
          <p:spPr>
            <a:xfrm>
              <a:off x="7096953" y="3220574"/>
              <a:ext cx="33573" cy="49298"/>
            </a:xfrm>
            <a:custGeom>
              <a:avLst/>
              <a:pathLst>
                <a:path w="33573" h="49298">
                  <a:moveTo>
                    <a:pt x="21084" y="0"/>
                  </a:moveTo>
                  <a:lnTo>
                    <a:pt x="26888" y="3815"/>
                  </a:lnTo>
                  <a:lnTo>
                    <a:pt x="27929" y="7217"/>
                  </a:lnTo>
                  <a:lnTo>
                    <a:pt x="26994" y="9053"/>
                  </a:lnTo>
                  <a:lnTo>
                    <a:pt x="25808" y="9424"/>
                  </a:lnTo>
                  <a:lnTo>
                    <a:pt x="25356" y="8548"/>
                  </a:lnTo>
                  <a:lnTo>
                    <a:pt x="24029" y="8415"/>
                  </a:lnTo>
                  <a:lnTo>
                    <a:pt x="23482" y="8885"/>
                  </a:lnTo>
                  <a:lnTo>
                    <a:pt x="23916" y="11477"/>
                  </a:lnTo>
                  <a:lnTo>
                    <a:pt x="25314" y="13402"/>
                  </a:lnTo>
                  <a:lnTo>
                    <a:pt x="27498" y="10478"/>
                  </a:lnTo>
                  <a:lnTo>
                    <a:pt x="32677" y="8263"/>
                  </a:lnTo>
                  <a:lnTo>
                    <a:pt x="33573" y="12813"/>
                  </a:lnTo>
                  <a:lnTo>
                    <a:pt x="23632" y="18137"/>
                  </a:lnTo>
                  <a:lnTo>
                    <a:pt x="21132" y="20439"/>
                  </a:lnTo>
                  <a:lnTo>
                    <a:pt x="23137" y="24295"/>
                  </a:lnTo>
                  <a:lnTo>
                    <a:pt x="20523" y="27295"/>
                  </a:lnTo>
                  <a:lnTo>
                    <a:pt x="17539" y="25437"/>
                  </a:lnTo>
                  <a:lnTo>
                    <a:pt x="16839" y="28734"/>
                  </a:lnTo>
                  <a:lnTo>
                    <a:pt x="18558" y="36063"/>
                  </a:lnTo>
                  <a:lnTo>
                    <a:pt x="20433" y="40529"/>
                  </a:lnTo>
                  <a:lnTo>
                    <a:pt x="25640" y="43527"/>
                  </a:lnTo>
                  <a:lnTo>
                    <a:pt x="28237" y="48875"/>
                  </a:lnTo>
                  <a:lnTo>
                    <a:pt x="27862" y="49298"/>
                  </a:lnTo>
                  <a:lnTo>
                    <a:pt x="14995" y="45457"/>
                  </a:lnTo>
                  <a:lnTo>
                    <a:pt x="9390" y="42626"/>
                  </a:lnTo>
                  <a:lnTo>
                    <a:pt x="6366" y="43337"/>
                  </a:lnTo>
                  <a:lnTo>
                    <a:pt x="6597" y="45959"/>
                  </a:lnTo>
                  <a:lnTo>
                    <a:pt x="5008" y="46680"/>
                  </a:lnTo>
                  <a:lnTo>
                    <a:pt x="0" y="41884"/>
                  </a:lnTo>
                  <a:lnTo>
                    <a:pt x="1297" y="40134"/>
                  </a:lnTo>
                  <a:lnTo>
                    <a:pt x="2926" y="41574"/>
                  </a:lnTo>
                  <a:lnTo>
                    <a:pt x="4495" y="41564"/>
                  </a:lnTo>
                  <a:lnTo>
                    <a:pt x="6579" y="34593"/>
                  </a:lnTo>
                  <a:lnTo>
                    <a:pt x="6434" y="26748"/>
                  </a:lnTo>
                  <a:lnTo>
                    <a:pt x="9419" y="22751"/>
                  </a:lnTo>
                  <a:lnTo>
                    <a:pt x="10699" y="18316"/>
                  </a:lnTo>
                  <a:lnTo>
                    <a:pt x="16240" y="12339"/>
                  </a:lnTo>
                  <a:lnTo>
                    <a:pt x="16124" y="9750"/>
                  </a:lnTo>
                  <a:lnTo>
                    <a:pt x="14843" y="8288"/>
                  </a:lnTo>
                  <a:lnTo>
                    <a:pt x="13059" y="2461"/>
                  </a:lnTo>
                  <a:lnTo>
                    <a:pt x="13157" y="135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h3832"/>
            <p:cNvSpPr/>
            <p:nvPr/>
          </p:nvSpPr>
          <p:spPr>
            <a:xfrm>
              <a:off x="7225680" y="3321492"/>
              <a:ext cx="32813" cy="26927"/>
            </a:xfrm>
            <a:custGeom>
              <a:avLst/>
              <a:pathLst>
                <a:path w="32813" h="26927">
                  <a:moveTo>
                    <a:pt x="21780" y="3655"/>
                  </a:moveTo>
                  <a:lnTo>
                    <a:pt x="23342" y="5471"/>
                  </a:lnTo>
                  <a:lnTo>
                    <a:pt x="22152" y="7807"/>
                  </a:lnTo>
                  <a:lnTo>
                    <a:pt x="23000" y="12404"/>
                  </a:lnTo>
                  <a:lnTo>
                    <a:pt x="27131" y="12977"/>
                  </a:lnTo>
                  <a:lnTo>
                    <a:pt x="29098" y="15087"/>
                  </a:lnTo>
                  <a:lnTo>
                    <a:pt x="32732" y="22019"/>
                  </a:lnTo>
                  <a:lnTo>
                    <a:pt x="32813" y="22662"/>
                  </a:lnTo>
                  <a:lnTo>
                    <a:pt x="28732" y="24589"/>
                  </a:lnTo>
                  <a:lnTo>
                    <a:pt x="27929" y="25847"/>
                  </a:lnTo>
                  <a:lnTo>
                    <a:pt x="27022" y="26927"/>
                  </a:lnTo>
                  <a:lnTo>
                    <a:pt x="21652" y="25722"/>
                  </a:lnTo>
                  <a:lnTo>
                    <a:pt x="17201" y="26294"/>
                  </a:lnTo>
                  <a:lnTo>
                    <a:pt x="9769" y="26073"/>
                  </a:lnTo>
                  <a:lnTo>
                    <a:pt x="9994" y="21582"/>
                  </a:lnTo>
                  <a:lnTo>
                    <a:pt x="12464" y="14564"/>
                  </a:lnTo>
                  <a:lnTo>
                    <a:pt x="9682" y="6955"/>
                  </a:lnTo>
                  <a:lnTo>
                    <a:pt x="5831" y="8102"/>
                  </a:lnTo>
                  <a:lnTo>
                    <a:pt x="0" y="6377"/>
                  </a:lnTo>
                  <a:lnTo>
                    <a:pt x="4976" y="1348"/>
                  </a:lnTo>
                  <a:lnTo>
                    <a:pt x="780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h3833"/>
            <p:cNvSpPr/>
            <p:nvPr/>
          </p:nvSpPr>
          <p:spPr>
            <a:xfrm>
              <a:off x="6943033" y="3305118"/>
              <a:ext cx="78403" cy="76818"/>
            </a:xfrm>
            <a:custGeom>
              <a:avLst/>
              <a:pathLst>
                <a:path w="78403" h="76818">
                  <a:moveTo>
                    <a:pt x="41018" y="5866"/>
                  </a:moveTo>
                  <a:lnTo>
                    <a:pt x="46236" y="3532"/>
                  </a:lnTo>
                  <a:lnTo>
                    <a:pt x="55504" y="6357"/>
                  </a:lnTo>
                  <a:lnTo>
                    <a:pt x="60621" y="9720"/>
                  </a:lnTo>
                  <a:lnTo>
                    <a:pt x="62804" y="12984"/>
                  </a:lnTo>
                  <a:lnTo>
                    <a:pt x="65984" y="15244"/>
                  </a:lnTo>
                  <a:lnTo>
                    <a:pt x="71317" y="12655"/>
                  </a:lnTo>
                  <a:lnTo>
                    <a:pt x="74923" y="7802"/>
                  </a:lnTo>
                  <a:lnTo>
                    <a:pt x="77090" y="10906"/>
                  </a:lnTo>
                  <a:lnTo>
                    <a:pt x="76588" y="16973"/>
                  </a:lnTo>
                  <a:lnTo>
                    <a:pt x="76876" y="18499"/>
                  </a:lnTo>
                  <a:lnTo>
                    <a:pt x="75083" y="21121"/>
                  </a:lnTo>
                  <a:lnTo>
                    <a:pt x="77451" y="25514"/>
                  </a:lnTo>
                  <a:lnTo>
                    <a:pt x="73760" y="27512"/>
                  </a:lnTo>
                  <a:lnTo>
                    <a:pt x="74337" y="35399"/>
                  </a:lnTo>
                  <a:lnTo>
                    <a:pt x="78297" y="35772"/>
                  </a:lnTo>
                  <a:lnTo>
                    <a:pt x="78403" y="36550"/>
                  </a:lnTo>
                  <a:lnTo>
                    <a:pt x="75358" y="40646"/>
                  </a:lnTo>
                  <a:lnTo>
                    <a:pt x="72904" y="47839"/>
                  </a:lnTo>
                  <a:lnTo>
                    <a:pt x="74534" y="50757"/>
                  </a:lnTo>
                  <a:lnTo>
                    <a:pt x="74906" y="53527"/>
                  </a:lnTo>
                  <a:lnTo>
                    <a:pt x="73695" y="57409"/>
                  </a:lnTo>
                  <a:lnTo>
                    <a:pt x="70901" y="60082"/>
                  </a:lnTo>
                  <a:lnTo>
                    <a:pt x="71048" y="61663"/>
                  </a:lnTo>
                  <a:lnTo>
                    <a:pt x="68735" y="68757"/>
                  </a:lnTo>
                  <a:lnTo>
                    <a:pt x="66204" y="69544"/>
                  </a:lnTo>
                  <a:lnTo>
                    <a:pt x="65454" y="70726"/>
                  </a:lnTo>
                  <a:lnTo>
                    <a:pt x="70202" y="74592"/>
                  </a:lnTo>
                  <a:lnTo>
                    <a:pt x="67808" y="76601"/>
                  </a:lnTo>
                  <a:lnTo>
                    <a:pt x="66256" y="76818"/>
                  </a:lnTo>
                  <a:lnTo>
                    <a:pt x="58830" y="74290"/>
                  </a:lnTo>
                  <a:lnTo>
                    <a:pt x="58784" y="75217"/>
                  </a:lnTo>
                  <a:lnTo>
                    <a:pt x="51166" y="73406"/>
                  </a:lnTo>
                  <a:lnTo>
                    <a:pt x="5119" y="56488"/>
                  </a:lnTo>
                  <a:lnTo>
                    <a:pt x="2861" y="51491"/>
                  </a:lnTo>
                  <a:lnTo>
                    <a:pt x="0" y="48815"/>
                  </a:lnTo>
                  <a:lnTo>
                    <a:pt x="6365" y="39697"/>
                  </a:lnTo>
                  <a:lnTo>
                    <a:pt x="4355" y="34053"/>
                  </a:lnTo>
                  <a:lnTo>
                    <a:pt x="5045" y="32367"/>
                  </a:lnTo>
                  <a:lnTo>
                    <a:pt x="7062" y="30198"/>
                  </a:lnTo>
                  <a:lnTo>
                    <a:pt x="13158" y="27268"/>
                  </a:lnTo>
                  <a:lnTo>
                    <a:pt x="10297" y="21364"/>
                  </a:lnTo>
                  <a:lnTo>
                    <a:pt x="13002" y="14032"/>
                  </a:lnTo>
                  <a:lnTo>
                    <a:pt x="16694" y="16658"/>
                  </a:lnTo>
                  <a:lnTo>
                    <a:pt x="21877" y="17116"/>
                  </a:lnTo>
                  <a:lnTo>
                    <a:pt x="23959" y="13444"/>
                  </a:lnTo>
                  <a:lnTo>
                    <a:pt x="24730" y="10943"/>
                  </a:lnTo>
                  <a:lnTo>
                    <a:pt x="21928" y="11487"/>
                  </a:lnTo>
                  <a:lnTo>
                    <a:pt x="24938" y="1006"/>
                  </a:lnTo>
                  <a:lnTo>
                    <a:pt x="3227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h3834"/>
            <p:cNvSpPr/>
            <p:nvPr/>
          </p:nvSpPr>
          <p:spPr>
            <a:xfrm>
              <a:off x="7041260" y="3335575"/>
              <a:ext cx="62996" cy="72006"/>
            </a:xfrm>
            <a:custGeom>
              <a:avLst/>
              <a:pathLst>
                <a:path w="62996" h="72006">
                  <a:moveTo>
                    <a:pt x="23330" y="461"/>
                  </a:moveTo>
                  <a:lnTo>
                    <a:pt x="27082" y="4355"/>
                  </a:lnTo>
                  <a:lnTo>
                    <a:pt x="28890" y="7599"/>
                  </a:lnTo>
                  <a:lnTo>
                    <a:pt x="31936" y="7093"/>
                  </a:lnTo>
                  <a:lnTo>
                    <a:pt x="33299" y="10584"/>
                  </a:lnTo>
                  <a:lnTo>
                    <a:pt x="40292" y="19153"/>
                  </a:lnTo>
                  <a:lnTo>
                    <a:pt x="44067" y="25518"/>
                  </a:lnTo>
                  <a:lnTo>
                    <a:pt x="48189" y="26862"/>
                  </a:lnTo>
                  <a:lnTo>
                    <a:pt x="49327" y="25150"/>
                  </a:lnTo>
                  <a:lnTo>
                    <a:pt x="56410" y="22963"/>
                  </a:lnTo>
                  <a:lnTo>
                    <a:pt x="59198" y="23276"/>
                  </a:lnTo>
                  <a:lnTo>
                    <a:pt x="56771" y="27528"/>
                  </a:lnTo>
                  <a:lnTo>
                    <a:pt x="62996" y="36859"/>
                  </a:lnTo>
                  <a:lnTo>
                    <a:pt x="58001" y="37784"/>
                  </a:lnTo>
                  <a:lnTo>
                    <a:pt x="57360" y="43472"/>
                  </a:lnTo>
                  <a:lnTo>
                    <a:pt x="53188" y="43882"/>
                  </a:lnTo>
                  <a:lnTo>
                    <a:pt x="51357" y="46190"/>
                  </a:lnTo>
                  <a:lnTo>
                    <a:pt x="53367" y="51980"/>
                  </a:lnTo>
                  <a:lnTo>
                    <a:pt x="57913" y="54143"/>
                  </a:lnTo>
                  <a:lnTo>
                    <a:pt x="51859" y="63562"/>
                  </a:lnTo>
                  <a:lnTo>
                    <a:pt x="48455" y="67321"/>
                  </a:lnTo>
                  <a:lnTo>
                    <a:pt x="52612" y="69177"/>
                  </a:lnTo>
                  <a:lnTo>
                    <a:pt x="52851" y="71507"/>
                  </a:lnTo>
                  <a:lnTo>
                    <a:pt x="47369" y="72006"/>
                  </a:lnTo>
                  <a:lnTo>
                    <a:pt x="42573" y="69886"/>
                  </a:lnTo>
                  <a:lnTo>
                    <a:pt x="38755" y="70754"/>
                  </a:lnTo>
                  <a:lnTo>
                    <a:pt x="38623" y="71405"/>
                  </a:lnTo>
                  <a:lnTo>
                    <a:pt x="23418" y="66995"/>
                  </a:lnTo>
                  <a:lnTo>
                    <a:pt x="9773" y="61742"/>
                  </a:lnTo>
                  <a:lnTo>
                    <a:pt x="10358" y="61431"/>
                  </a:lnTo>
                  <a:lnTo>
                    <a:pt x="9328" y="59932"/>
                  </a:lnTo>
                  <a:lnTo>
                    <a:pt x="6273" y="57685"/>
                  </a:lnTo>
                  <a:lnTo>
                    <a:pt x="2593" y="56786"/>
                  </a:lnTo>
                  <a:lnTo>
                    <a:pt x="555" y="52069"/>
                  </a:lnTo>
                  <a:lnTo>
                    <a:pt x="0" y="48121"/>
                  </a:lnTo>
                  <a:lnTo>
                    <a:pt x="3319" y="40539"/>
                  </a:lnTo>
                  <a:lnTo>
                    <a:pt x="7221" y="40359"/>
                  </a:lnTo>
                  <a:lnTo>
                    <a:pt x="10489" y="38804"/>
                  </a:lnTo>
                  <a:lnTo>
                    <a:pt x="6768" y="36412"/>
                  </a:lnTo>
                  <a:lnTo>
                    <a:pt x="10551" y="30898"/>
                  </a:lnTo>
                  <a:lnTo>
                    <a:pt x="11120" y="20714"/>
                  </a:lnTo>
                  <a:lnTo>
                    <a:pt x="24600" y="13264"/>
                  </a:lnTo>
                  <a:lnTo>
                    <a:pt x="18152" y="7142"/>
                  </a:lnTo>
                  <a:lnTo>
                    <a:pt x="2087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h3835"/>
            <p:cNvSpPr/>
            <p:nvPr/>
          </p:nvSpPr>
          <p:spPr>
            <a:xfrm>
              <a:off x="6905947" y="3201513"/>
              <a:ext cx="96639" cy="104611"/>
            </a:xfrm>
            <a:custGeom>
              <a:avLst/>
              <a:pathLst>
                <a:path w="96639" h="104611">
                  <a:moveTo>
                    <a:pt x="66342" y="1566"/>
                  </a:moveTo>
                  <a:lnTo>
                    <a:pt x="67985" y="1388"/>
                  </a:lnTo>
                  <a:lnTo>
                    <a:pt x="71683" y="720"/>
                  </a:lnTo>
                  <a:lnTo>
                    <a:pt x="73578" y="4314"/>
                  </a:lnTo>
                  <a:lnTo>
                    <a:pt x="76672" y="7306"/>
                  </a:lnTo>
                  <a:lnTo>
                    <a:pt x="80195" y="10225"/>
                  </a:lnTo>
                  <a:lnTo>
                    <a:pt x="82140" y="9190"/>
                  </a:lnTo>
                  <a:lnTo>
                    <a:pt x="85743" y="12703"/>
                  </a:lnTo>
                  <a:lnTo>
                    <a:pt x="84269" y="13770"/>
                  </a:lnTo>
                  <a:lnTo>
                    <a:pt x="82945" y="17245"/>
                  </a:lnTo>
                  <a:lnTo>
                    <a:pt x="84690" y="21170"/>
                  </a:lnTo>
                  <a:lnTo>
                    <a:pt x="85763" y="22049"/>
                  </a:lnTo>
                  <a:lnTo>
                    <a:pt x="86926" y="21605"/>
                  </a:lnTo>
                  <a:lnTo>
                    <a:pt x="87128" y="19615"/>
                  </a:lnTo>
                  <a:lnTo>
                    <a:pt x="89173" y="18205"/>
                  </a:lnTo>
                  <a:lnTo>
                    <a:pt x="91645" y="20435"/>
                  </a:lnTo>
                  <a:lnTo>
                    <a:pt x="93976" y="26091"/>
                  </a:lnTo>
                  <a:lnTo>
                    <a:pt x="92730" y="34773"/>
                  </a:lnTo>
                  <a:lnTo>
                    <a:pt x="96639" y="41324"/>
                  </a:lnTo>
                  <a:lnTo>
                    <a:pt x="82581" y="52017"/>
                  </a:lnTo>
                  <a:lnTo>
                    <a:pt x="82047" y="66415"/>
                  </a:lnTo>
                  <a:lnTo>
                    <a:pt x="80684" y="74641"/>
                  </a:lnTo>
                  <a:lnTo>
                    <a:pt x="71005" y="82172"/>
                  </a:lnTo>
                  <a:lnTo>
                    <a:pt x="66210" y="89100"/>
                  </a:lnTo>
                  <a:lnTo>
                    <a:pt x="64046" y="94595"/>
                  </a:lnTo>
                  <a:lnTo>
                    <a:pt x="63985" y="99348"/>
                  </a:lnTo>
                  <a:lnTo>
                    <a:pt x="68509" y="101292"/>
                  </a:lnTo>
                  <a:lnTo>
                    <a:pt x="70263" y="103193"/>
                  </a:lnTo>
                  <a:lnTo>
                    <a:pt x="69364" y="103605"/>
                  </a:lnTo>
                  <a:lnTo>
                    <a:pt x="62024" y="104611"/>
                  </a:lnTo>
                  <a:lnTo>
                    <a:pt x="56270" y="99173"/>
                  </a:lnTo>
                  <a:lnTo>
                    <a:pt x="51091" y="97077"/>
                  </a:lnTo>
                  <a:lnTo>
                    <a:pt x="46865" y="90293"/>
                  </a:lnTo>
                  <a:lnTo>
                    <a:pt x="39893" y="92663"/>
                  </a:lnTo>
                  <a:lnTo>
                    <a:pt x="40542" y="97573"/>
                  </a:lnTo>
                  <a:lnTo>
                    <a:pt x="32417" y="101253"/>
                  </a:lnTo>
                  <a:lnTo>
                    <a:pt x="26915" y="82922"/>
                  </a:lnTo>
                  <a:lnTo>
                    <a:pt x="29250" y="76456"/>
                  </a:lnTo>
                  <a:lnTo>
                    <a:pt x="21250" y="74689"/>
                  </a:lnTo>
                  <a:lnTo>
                    <a:pt x="18895" y="68563"/>
                  </a:lnTo>
                  <a:lnTo>
                    <a:pt x="19017" y="66468"/>
                  </a:lnTo>
                  <a:lnTo>
                    <a:pt x="16111" y="61803"/>
                  </a:lnTo>
                  <a:lnTo>
                    <a:pt x="7382" y="56933"/>
                  </a:lnTo>
                  <a:lnTo>
                    <a:pt x="0" y="56069"/>
                  </a:lnTo>
                  <a:lnTo>
                    <a:pt x="2091" y="53843"/>
                  </a:lnTo>
                  <a:lnTo>
                    <a:pt x="245" y="48963"/>
                  </a:lnTo>
                  <a:lnTo>
                    <a:pt x="3904" y="43237"/>
                  </a:lnTo>
                  <a:lnTo>
                    <a:pt x="6330" y="44594"/>
                  </a:lnTo>
                  <a:lnTo>
                    <a:pt x="11631" y="44782"/>
                  </a:lnTo>
                  <a:lnTo>
                    <a:pt x="13768" y="42502"/>
                  </a:lnTo>
                  <a:lnTo>
                    <a:pt x="15776" y="41533"/>
                  </a:lnTo>
                  <a:lnTo>
                    <a:pt x="20083" y="45189"/>
                  </a:lnTo>
                  <a:lnTo>
                    <a:pt x="37790" y="49183"/>
                  </a:lnTo>
                  <a:lnTo>
                    <a:pt x="40889" y="43249"/>
                  </a:lnTo>
                  <a:lnTo>
                    <a:pt x="41275" y="38537"/>
                  </a:lnTo>
                  <a:lnTo>
                    <a:pt x="44833" y="35429"/>
                  </a:lnTo>
                  <a:lnTo>
                    <a:pt x="48033" y="35165"/>
                  </a:lnTo>
                  <a:lnTo>
                    <a:pt x="49685" y="32458"/>
                  </a:lnTo>
                  <a:lnTo>
                    <a:pt x="48996" y="23023"/>
                  </a:lnTo>
                  <a:lnTo>
                    <a:pt x="51478" y="21682"/>
                  </a:lnTo>
                  <a:lnTo>
                    <a:pt x="52807" y="19805"/>
                  </a:lnTo>
                  <a:lnTo>
                    <a:pt x="54365" y="14661"/>
                  </a:lnTo>
                  <a:lnTo>
                    <a:pt x="52834" y="10472"/>
                  </a:lnTo>
                  <a:lnTo>
                    <a:pt x="53123" y="8859"/>
                  </a:lnTo>
                  <a:lnTo>
                    <a:pt x="55531" y="8430"/>
                  </a:lnTo>
                  <a:lnTo>
                    <a:pt x="56383" y="4972"/>
                  </a:lnTo>
                  <a:lnTo>
                    <a:pt x="55950" y="5228"/>
                  </a:lnTo>
                  <a:lnTo>
                    <a:pt x="56666" y="3501"/>
                  </a:lnTo>
                  <a:lnTo>
                    <a:pt x="6077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h3836"/>
            <p:cNvSpPr/>
            <p:nvPr/>
          </p:nvSpPr>
          <p:spPr>
            <a:xfrm>
              <a:off x="7103777" y="3166708"/>
              <a:ext cx="31152" cy="20396"/>
            </a:xfrm>
            <a:custGeom>
              <a:avLst/>
              <a:pathLst>
                <a:path w="31152" h="20396">
                  <a:moveTo>
                    <a:pt x="10701" y="4724"/>
                  </a:moveTo>
                  <a:lnTo>
                    <a:pt x="12809" y="5913"/>
                  </a:lnTo>
                  <a:lnTo>
                    <a:pt x="16825" y="6247"/>
                  </a:lnTo>
                  <a:lnTo>
                    <a:pt x="21485" y="10402"/>
                  </a:lnTo>
                  <a:lnTo>
                    <a:pt x="25013" y="10366"/>
                  </a:lnTo>
                  <a:lnTo>
                    <a:pt x="28340" y="7625"/>
                  </a:lnTo>
                  <a:lnTo>
                    <a:pt x="29604" y="8258"/>
                  </a:lnTo>
                  <a:lnTo>
                    <a:pt x="31152" y="10752"/>
                  </a:lnTo>
                  <a:lnTo>
                    <a:pt x="30889" y="13495"/>
                  </a:lnTo>
                  <a:lnTo>
                    <a:pt x="28706" y="15898"/>
                  </a:lnTo>
                  <a:lnTo>
                    <a:pt x="23673" y="16630"/>
                  </a:lnTo>
                  <a:lnTo>
                    <a:pt x="23776" y="19477"/>
                  </a:lnTo>
                  <a:lnTo>
                    <a:pt x="20897" y="20396"/>
                  </a:lnTo>
                  <a:lnTo>
                    <a:pt x="11297" y="15201"/>
                  </a:lnTo>
                  <a:lnTo>
                    <a:pt x="2333" y="16746"/>
                  </a:lnTo>
                  <a:lnTo>
                    <a:pt x="0" y="12930"/>
                  </a:lnTo>
                  <a:lnTo>
                    <a:pt x="725" y="9204"/>
                  </a:lnTo>
                  <a:lnTo>
                    <a:pt x="571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h3837"/>
            <p:cNvSpPr/>
            <p:nvPr/>
          </p:nvSpPr>
          <p:spPr>
            <a:xfrm>
              <a:off x="7221516" y="3347566"/>
              <a:ext cx="23829" cy="36376"/>
            </a:xfrm>
            <a:custGeom>
              <a:avLst/>
              <a:pathLst>
                <a:path w="23829" h="36376">
                  <a:moveTo>
                    <a:pt x="21365" y="221"/>
                  </a:moveTo>
                  <a:lnTo>
                    <a:pt x="23829" y="4249"/>
                  </a:lnTo>
                  <a:lnTo>
                    <a:pt x="23622" y="5414"/>
                  </a:lnTo>
                  <a:lnTo>
                    <a:pt x="20673" y="12542"/>
                  </a:lnTo>
                  <a:lnTo>
                    <a:pt x="10479" y="24738"/>
                  </a:lnTo>
                  <a:lnTo>
                    <a:pt x="9159" y="28548"/>
                  </a:lnTo>
                  <a:lnTo>
                    <a:pt x="9877" y="33316"/>
                  </a:lnTo>
                  <a:lnTo>
                    <a:pt x="9540" y="33986"/>
                  </a:lnTo>
                  <a:lnTo>
                    <a:pt x="463" y="36376"/>
                  </a:lnTo>
                  <a:lnTo>
                    <a:pt x="0" y="35683"/>
                  </a:lnTo>
                  <a:lnTo>
                    <a:pt x="4027" y="33649"/>
                  </a:lnTo>
                  <a:lnTo>
                    <a:pt x="4861" y="31248"/>
                  </a:lnTo>
                  <a:lnTo>
                    <a:pt x="4433" y="27957"/>
                  </a:lnTo>
                  <a:lnTo>
                    <a:pt x="2722" y="25153"/>
                  </a:lnTo>
                  <a:lnTo>
                    <a:pt x="2148" y="18194"/>
                  </a:lnTo>
                  <a:lnTo>
                    <a:pt x="2855" y="14494"/>
                  </a:lnTo>
                  <a:lnTo>
                    <a:pt x="7058" y="10064"/>
                  </a:lnTo>
                  <a:lnTo>
                    <a:pt x="6665" y="8347"/>
                  </a:lnTo>
                  <a:lnTo>
                    <a:pt x="9022" y="3783"/>
                  </a:lnTo>
                  <a:lnTo>
                    <a:pt x="10783" y="2219"/>
                  </a:lnTo>
                  <a:lnTo>
                    <a:pt x="12848" y="1882"/>
                  </a:lnTo>
                  <a:lnTo>
                    <a:pt x="1393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h3838"/>
            <p:cNvSpPr/>
            <p:nvPr/>
          </p:nvSpPr>
          <p:spPr>
            <a:xfrm>
              <a:off x="7065187" y="3184778"/>
              <a:ext cx="60838" cy="57357"/>
            </a:xfrm>
            <a:custGeom>
              <a:avLst/>
              <a:pathLst>
                <a:path w="60838" h="57357">
                  <a:moveTo>
                    <a:pt x="9174" y="0"/>
                  </a:moveTo>
                  <a:lnTo>
                    <a:pt x="13224" y="4414"/>
                  </a:lnTo>
                  <a:lnTo>
                    <a:pt x="16766" y="6561"/>
                  </a:lnTo>
                  <a:lnTo>
                    <a:pt x="17294" y="7645"/>
                  </a:lnTo>
                  <a:lnTo>
                    <a:pt x="16305" y="13599"/>
                  </a:lnTo>
                  <a:lnTo>
                    <a:pt x="18666" y="20531"/>
                  </a:lnTo>
                  <a:lnTo>
                    <a:pt x="17879" y="21420"/>
                  </a:lnTo>
                  <a:lnTo>
                    <a:pt x="18154" y="23150"/>
                  </a:lnTo>
                  <a:lnTo>
                    <a:pt x="19736" y="24520"/>
                  </a:lnTo>
                  <a:lnTo>
                    <a:pt x="21084" y="24578"/>
                  </a:lnTo>
                  <a:lnTo>
                    <a:pt x="21620" y="17172"/>
                  </a:lnTo>
                  <a:lnTo>
                    <a:pt x="24030" y="15059"/>
                  </a:lnTo>
                  <a:lnTo>
                    <a:pt x="29762" y="18007"/>
                  </a:lnTo>
                  <a:lnTo>
                    <a:pt x="32907" y="21563"/>
                  </a:lnTo>
                  <a:lnTo>
                    <a:pt x="34217" y="22047"/>
                  </a:lnTo>
                  <a:lnTo>
                    <a:pt x="35627" y="25660"/>
                  </a:lnTo>
                  <a:lnTo>
                    <a:pt x="37744" y="28204"/>
                  </a:lnTo>
                  <a:lnTo>
                    <a:pt x="42692" y="29569"/>
                  </a:lnTo>
                  <a:lnTo>
                    <a:pt x="49137" y="25735"/>
                  </a:lnTo>
                  <a:lnTo>
                    <a:pt x="49617" y="24498"/>
                  </a:lnTo>
                  <a:lnTo>
                    <a:pt x="52158" y="24184"/>
                  </a:lnTo>
                  <a:lnTo>
                    <a:pt x="53613" y="25722"/>
                  </a:lnTo>
                  <a:lnTo>
                    <a:pt x="52870" y="27857"/>
                  </a:lnTo>
                  <a:lnTo>
                    <a:pt x="56967" y="30408"/>
                  </a:lnTo>
                  <a:lnTo>
                    <a:pt x="55823" y="34253"/>
                  </a:lnTo>
                  <a:lnTo>
                    <a:pt x="59063" y="35094"/>
                  </a:lnTo>
                  <a:lnTo>
                    <a:pt x="60838" y="37878"/>
                  </a:lnTo>
                  <a:lnTo>
                    <a:pt x="58654" y="39610"/>
                  </a:lnTo>
                  <a:lnTo>
                    <a:pt x="52850" y="35795"/>
                  </a:lnTo>
                  <a:lnTo>
                    <a:pt x="44922" y="37146"/>
                  </a:lnTo>
                  <a:lnTo>
                    <a:pt x="44825" y="38257"/>
                  </a:lnTo>
                  <a:lnTo>
                    <a:pt x="42014" y="37894"/>
                  </a:lnTo>
                  <a:lnTo>
                    <a:pt x="36882" y="40509"/>
                  </a:lnTo>
                  <a:lnTo>
                    <a:pt x="35863" y="43676"/>
                  </a:lnTo>
                  <a:lnTo>
                    <a:pt x="37679" y="44313"/>
                  </a:lnTo>
                  <a:lnTo>
                    <a:pt x="37901" y="47139"/>
                  </a:lnTo>
                  <a:lnTo>
                    <a:pt x="33603" y="52477"/>
                  </a:lnTo>
                  <a:lnTo>
                    <a:pt x="31867" y="51935"/>
                  </a:lnTo>
                  <a:lnTo>
                    <a:pt x="30914" y="47607"/>
                  </a:lnTo>
                  <a:lnTo>
                    <a:pt x="28612" y="46622"/>
                  </a:lnTo>
                  <a:lnTo>
                    <a:pt x="25353" y="48939"/>
                  </a:lnTo>
                  <a:lnTo>
                    <a:pt x="24537" y="51368"/>
                  </a:lnTo>
                  <a:lnTo>
                    <a:pt x="22470" y="55248"/>
                  </a:lnTo>
                  <a:lnTo>
                    <a:pt x="13970" y="57357"/>
                  </a:lnTo>
                  <a:lnTo>
                    <a:pt x="12357" y="56575"/>
                  </a:lnTo>
                  <a:lnTo>
                    <a:pt x="10497" y="53059"/>
                  </a:lnTo>
                  <a:lnTo>
                    <a:pt x="17074" y="51400"/>
                  </a:lnTo>
                  <a:lnTo>
                    <a:pt x="22896" y="51111"/>
                  </a:lnTo>
                  <a:lnTo>
                    <a:pt x="23136" y="48816"/>
                  </a:lnTo>
                  <a:lnTo>
                    <a:pt x="18018" y="47140"/>
                  </a:lnTo>
                  <a:lnTo>
                    <a:pt x="8815" y="49404"/>
                  </a:lnTo>
                  <a:lnTo>
                    <a:pt x="899" y="52505"/>
                  </a:lnTo>
                  <a:lnTo>
                    <a:pt x="0" y="50738"/>
                  </a:lnTo>
                  <a:lnTo>
                    <a:pt x="4894" y="43092"/>
                  </a:lnTo>
                  <a:lnTo>
                    <a:pt x="3671" y="41958"/>
                  </a:lnTo>
                  <a:lnTo>
                    <a:pt x="781" y="41639"/>
                  </a:lnTo>
                  <a:lnTo>
                    <a:pt x="122" y="39245"/>
                  </a:lnTo>
                  <a:lnTo>
                    <a:pt x="4440" y="32964"/>
                  </a:lnTo>
                  <a:lnTo>
                    <a:pt x="4556" y="31056"/>
                  </a:lnTo>
                  <a:lnTo>
                    <a:pt x="3837" y="29173"/>
                  </a:lnTo>
                  <a:lnTo>
                    <a:pt x="7319" y="28734"/>
                  </a:lnTo>
                  <a:lnTo>
                    <a:pt x="9154" y="26032"/>
                  </a:lnTo>
                  <a:lnTo>
                    <a:pt x="9932" y="23402"/>
                  </a:lnTo>
                  <a:lnTo>
                    <a:pt x="9600" y="21900"/>
                  </a:lnTo>
                  <a:lnTo>
                    <a:pt x="11626" y="19355"/>
                  </a:lnTo>
                  <a:lnTo>
                    <a:pt x="3483" y="11017"/>
                  </a:lnTo>
                  <a:lnTo>
                    <a:pt x="2344" y="7315"/>
                  </a:lnTo>
                  <a:lnTo>
                    <a:pt x="3313" y="5242"/>
                  </a:lnTo>
                  <a:lnTo>
                    <a:pt x="3362" y="172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h3839"/>
            <p:cNvSpPr/>
            <p:nvPr/>
          </p:nvSpPr>
          <p:spPr>
            <a:xfrm>
              <a:off x="7165194" y="3328155"/>
              <a:ext cx="39548" cy="47681"/>
            </a:xfrm>
            <a:custGeom>
              <a:avLst/>
              <a:pathLst>
                <a:path w="39548" h="47681">
                  <a:moveTo>
                    <a:pt x="9499" y="466"/>
                  </a:moveTo>
                  <a:lnTo>
                    <a:pt x="11639" y="1929"/>
                  </a:lnTo>
                  <a:lnTo>
                    <a:pt x="11849" y="4832"/>
                  </a:lnTo>
                  <a:lnTo>
                    <a:pt x="13839" y="6809"/>
                  </a:lnTo>
                  <a:lnTo>
                    <a:pt x="18075" y="7874"/>
                  </a:lnTo>
                  <a:lnTo>
                    <a:pt x="23008" y="8051"/>
                  </a:lnTo>
                  <a:lnTo>
                    <a:pt x="30421" y="10058"/>
                  </a:lnTo>
                  <a:lnTo>
                    <a:pt x="33026" y="14964"/>
                  </a:lnTo>
                  <a:lnTo>
                    <a:pt x="32355" y="15767"/>
                  </a:lnTo>
                  <a:lnTo>
                    <a:pt x="34609" y="20893"/>
                  </a:lnTo>
                  <a:lnTo>
                    <a:pt x="39548" y="26334"/>
                  </a:lnTo>
                  <a:lnTo>
                    <a:pt x="37387" y="33425"/>
                  </a:lnTo>
                  <a:lnTo>
                    <a:pt x="29240" y="40089"/>
                  </a:lnTo>
                  <a:lnTo>
                    <a:pt x="19282" y="40672"/>
                  </a:lnTo>
                  <a:lnTo>
                    <a:pt x="18235" y="42050"/>
                  </a:lnTo>
                  <a:lnTo>
                    <a:pt x="17841" y="46034"/>
                  </a:lnTo>
                  <a:lnTo>
                    <a:pt x="14914" y="43195"/>
                  </a:lnTo>
                  <a:lnTo>
                    <a:pt x="8005" y="47015"/>
                  </a:lnTo>
                  <a:lnTo>
                    <a:pt x="3313" y="47681"/>
                  </a:lnTo>
                  <a:lnTo>
                    <a:pt x="1255" y="44950"/>
                  </a:lnTo>
                  <a:lnTo>
                    <a:pt x="396" y="44353"/>
                  </a:lnTo>
                  <a:lnTo>
                    <a:pt x="1348" y="41586"/>
                  </a:lnTo>
                  <a:lnTo>
                    <a:pt x="1084" y="37690"/>
                  </a:lnTo>
                  <a:lnTo>
                    <a:pt x="4613" y="33879"/>
                  </a:lnTo>
                  <a:lnTo>
                    <a:pt x="6330" y="27675"/>
                  </a:lnTo>
                  <a:lnTo>
                    <a:pt x="1852" y="25183"/>
                  </a:lnTo>
                  <a:lnTo>
                    <a:pt x="0" y="15270"/>
                  </a:lnTo>
                  <a:lnTo>
                    <a:pt x="1217" y="8918"/>
                  </a:lnTo>
                  <a:lnTo>
                    <a:pt x="2808" y="3939"/>
                  </a:lnTo>
                  <a:lnTo>
                    <a:pt x="4250" y="1884"/>
                  </a:lnTo>
                  <a:lnTo>
                    <a:pt x="730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h3840"/>
            <p:cNvSpPr/>
            <p:nvPr/>
          </p:nvSpPr>
          <p:spPr>
            <a:xfrm>
              <a:off x="6988893" y="3210455"/>
              <a:ext cx="21604" cy="17527"/>
            </a:xfrm>
            <a:custGeom>
              <a:avLst/>
              <a:pathLst>
                <a:path w="21604" h="17527">
                  <a:moveTo>
                    <a:pt x="18621" y="2316"/>
                  </a:moveTo>
                  <a:lnTo>
                    <a:pt x="20293" y="3178"/>
                  </a:lnTo>
                  <a:lnTo>
                    <a:pt x="20213" y="5403"/>
                  </a:lnTo>
                  <a:lnTo>
                    <a:pt x="21378" y="7880"/>
                  </a:lnTo>
                  <a:lnTo>
                    <a:pt x="21604" y="10682"/>
                  </a:lnTo>
                  <a:lnTo>
                    <a:pt x="20414" y="10675"/>
                  </a:lnTo>
                  <a:lnTo>
                    <a:pt x="19420" y="8915"/>
                  </a:lnTo>
                  <a:lnTo>
                    <a:pt x="17508" y="8015"/>
                  </a:lnTo>
                  <a:lnTo>
                    <a:pt x="16656" y="12777"/>
                  </a:lnTo>
                  <a:lnTo>
                    <a:pt x="17674" y="12563"/>
                  </a:lnTo>
                  <a:lnTo>
                    <a:pt x="17993" y="13771"/>
                  </a:lnTo>
                  <a:lnTo>
                    <a:pt x="15343" y="17527"/>
                  </a:lnTo>
                  <a:lnTo>
                    <a:pt x="11030" y="17148"/>
                  </a:lnTo>
                  <a:lnTo>
                    <a:pt x="8699" y="11492"/>
                  </a:lnTo>
                  <a:lnTo>
                    <a:pt x="6227" y="9262"/>
                  </a:lnTo>
                  <a:lnTo>
                    <a:pt x="4182" y="10673"/>
                  </a:lnTo>
                  <a:lnTo>
                    <a:pt x="3980" y="12663"/>
                  </a:lnTo>
                  <a:lnTo>
                    <a:pt x="2817" y="13107"/>
                  </a:lnTo>
                  <a:lnTo>
                    <a:pt x="1744" y="12228"/>
                  </a:lnTo>
                  <a:lnTo>
                    <a:pt x="0" y="8303"/>
                  </a:lnTo>
                  <a:lnTo>
                    <a:pt x="1323" y="4827"/>
                  </a:lnTo>
                  <a:lnTo>
                    <a:pt x="2797" y="3761"/>
                  </a:lnTo>
                  <a:lnTo>
                    <a:pt x="3765" y="5732"/>
                  </a:lnTo>
                  <a:lnTo>
                    <a:pt x="7952" y="9069"/>
                  </a:lnTo>
                  <a:lnTo>
                    <a:pt x="12648" y="3428"/>
                  </a:lnTo>
                  <a:lnTo>
                    <a:pt x="1447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h3841"/>
            <p:cNvSpPr/>
            <p:nvPr/>
          </p:nvSpPr>
          <p:spPr>
            <a:xfrm>
              <a:off x="7236695" y="3375061"/>
              <a:ext cx="30915" cy="21330"/>
            </a:xfrm>
            <a:custGeom>
              <a:avLst/>
              <a:pathLst>
                <a:path w="30915" h="21330">
                  <a:moveTo>
                    <a:pt x="19441" y="734"/>
                  </a:moveTo>
                  <a:lnTo>
                    <a:pt x="23554" y="5340"/>
                  </a:lnTo>
                  <a:lnTo>
                    <a:pt x="26193" y="10603"/>
                  </a:lnTo>
                  <a:lnTo>
                    <a:pt x="30915" y="16600"/>
                  </a:lnTo>
                  <a:lnTo>
                    <a:pt x="28776" y="19733"/>
                  </a:lnTo>
                  <a:lnTo>
                    <a:pt x="26566" y="15864"/>
                  </a:lnTo>
                  <a:lnTo>
                    <a:pt x="15181" y="21330"/>
                  </a:lnTo>
                  <a:lnTo>
                    <a:pt x="10369" y="19208"/>
                  </a:lnTo>
                  <a:lnTo>
                    <a:pt x="7582" y="19441"/>
                  </a:lnTo>
                  <a:lnTo>
                    <a:pt x="7433" y="13832"/>
                  </a:lnTo>
                  <a:lnTo>
                    <a:pt x="6023" y="10427"/>
                  </a:lnTo>
                  <a:lnTo>
                    <a:pt x="4227" y="8343"/>
                  </a:lnTo>
                  <a:lnTo>
                    <a:pt x="383" y="9620"/>
                  </a:lnTo>
                  <a:lnTo>
                    <a:pt x="0" y="8888"/>
                  </a:lnTo>
                  <a:lnTo>
                    <a:pt x="4276" y="4580"/>
                  </a:lnTo>
                  <a:lnTo>
                    <a:pt x="7922" y="2357"/>
                  </a:lnTo>
                  <a:lnTo>
                    <a:pt x="15289" y="3946"/>
                  </a:lnTo>
                  <a:lnTo>
                    <a:pt x="15976" y="1812"/>
                  </a:lnTo>
                  <a:lnTo>
                    <a:pt x="1787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h3842"/>
            <p:cNvSpPr/>
            <p:nvPr/>
          </p:nvSpPr>
          <p:spPr>
            <a:xfrm>
              <a:off x="7234684" y="3437028"/>
              <a:ext cx="29448" cy="20161"/>
            </a:xfrm>
            <a:custGeom>
              <a:avLst/>
              <a:pathLst>
                <a:path w="29448" h="20161">
                  <a:moveTo>
                    <a:pt x="14961" y="551"/>
                  </a:moveTo>
                  <a:lnTo>
                    <a:pt x="19672" y="1077"/>
                  </a:lnTo>
                  <a:lnTo>
                    <a:pt x="22212" y="2587"/>
                  </a:lnTo>
                  <a:lnTo>
                    <a:pt x="29448" y="13561"/>
                  </a:lnTo>
                  <a:lnTo>
                    <a:pt x="20914" y="17176"/>
                  </a:lnTo>
                  <a:lnTo>
                    <a:pt x="16180" y="20161"/>
                  </a:lnTo>
                  <a:lnTo>
                    <a:pt x="14090" y="17284"/>
                  </a:lnTo>
                  <a:lnTo>
                    <a:pt x="8507" y="13809"/>
                  </a:lnTo>
                  <a:lnTo>
                    <a:pt x="6352" y="13001"/>
                  </a:lnTo>
                  <a:lnTo>
                    <a:pt x="5707" y="14462"/>
                  </a:lnTo>
                  <a:lnTo>
                    <a:pt x="4152" y="15082"/>
                  </a:lnTo>
                  <a:lnTo>
                    <a:pt x="1006" y="11537"/>
                  </a:lnTo>
                  <a:lnTo>
                    <a:pt x="0" y="7469"/>
                  </a:lnTo>
                  <a:lnTo>
                    <a:pt x="4" y="6266"/>
                  </a:lnTo>
                  <a:lnTo>
                    <a:pt x="2716" y="2990"/>
                  </a:lnTo>
                  <a:lnTo>
                    <a:pt x="6972" y="96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h3843"/>
            <p:cNvSpPr/>
            <p:nvPr/>
          </p:nvSpPr>
          <p:spPr>
            <a:xfrm>
              <a:off x="7260056" y="3299414"/>
              <a:ext cx="12880" cy="18436"/>
            </a:xfrm>
            <a:custGeom>
              <a:avLst/>
              <a:pathLst>
                <a:path w="12880" h="18436">
                  <a:moveTo>
                    <a:pt x="11507" y="3274"/>
                  </a:moveTo>
                  <a:lnTo>
                    <a:pt x="12880" y="9522"/>
                  </a:lnTo>
                  <a:lnTo>
                    <a:pt x="10369" y="9890"/>
                  </a:lnTo>
                  <a:lnTo>
                    <a:pt x="8729" y="11531"/>
                  </a:lnTo>
                  <a:lnTo>
                    <a:pt x="10797" y="17293"/>
                  </a:lnTo>
                  <a:lnTo>
                    <a:pt x="8922" y="18436"/>
                  </a:lnTo>
                  <a:lnTo>
                    <a:pt x="1396" y="11352"/>
                  </a:lnTo>
                  <a:lnTo>
                    <a:pt x="506" y="9830"/>
                  </a:lnTo>
                  <a:lnTo>
                    <a:pt x="1039" y="7817"/>
                  </a:lnTo>
                  <a:lnTo>
                    <a:pt x="2100" y="7387"/>
                  </a:lnTo>
                  <a:lnTo>
                    <a:pt x="0" y="2568"/>
                  </a:lnTo>
                  <a:lnTo>
                    <a:pt x="3959" y="2325"/>
                  </a:lnTo>
                  <a:lnTo>
                    <a:pt x="903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h3844"/>
            <p:cNvSpPr/>
            <p:nvPr/>
          </p:nvSpPr>
          <p:spPr>
            <a:xfrm>
              <a:off x="7001818" y="3372567"/>
              <a:ext cx="49800" cy="24750"/>
            </a:xfrm>
            <a:custGeom>
              <a:avLst/>
              <a:pathLst>
                <a:path w="49800" h="24750">
                  <a:moveTo>
                    <a:pt x="15404" y="0"/>
                  </a:moveTo>
                  <a:lnTo>
                    <a:pt x="21641" y="3462"/>
                  </a:lnTo>
                  <a:lnTo>
                    <a:pt x="27181" y="5129"/>
                  </a:lnTo>
                  <a:lnTo>
                    <a:pt x="29709" y="6411"/>
                  </a:lnTo>
                  <a:lnTo>
                    <a:pt x="29868" y="11021"/>
                  </a:lnTo>
                  <a:lnTo>
                    <a:pt x="33100" y="14047"/>
                  </a:lnTo>
                  <a:lnTo>
                    <a:pt x="38755" y="15673"/>
                  </a:lnTo>
                  <a:lnTo>
                    <a:pt x="39997" y="15077"/>
                  </a:lnTo>
                  <a:lnTo>
                    <a:pt x="42035" y="19793"/>
                  </a:lnTo>
                  <a:lnTo>
                    <a:pt x="45716" y="20692"/>
                  </a:lnTo>
                  <a:lnTo>
                    <a:pt x="48771" y="22940"/>
                  </a:lnTo>
                  <a:lnTo>
                    <a:pt x="49800" y="24438"/>
                  </a:lnTo>
                  <a:lnTo>
                    <a:pt x="49215" y="24750"/>
                  </a:lnTo>
                  <a:lnTo>
                    <a:pt x="0" y="7768"/>
                  </a:lnTo>
                  <a:lnTo>
                    <a:pt x="45" y="6841"/>
                  </a:lnTo>
                  <a:lnTo>
                    <a:pt x="7472" y="9369"/>
                  </a:lnTo>
                  <a:lnTo>
                    <a:pt x="9024" y="9152"/>
                  </a:lnTo>
                  <a:lnTo>
                    <a:pt x="11418" y="7142"/>
                  </a:lnTo>
                  <a:lnTo>
                    <a:pt x="6669" y="3277"/>
                  </a:lnTo>
                  <a:lnTo>
                    <a:pt x="7419" y="2094"/>
                  </a:lnTo>
                  <a:lnTo>
                    <a:pt x="9950" y="1307"/>
                  </a:lnTo>
                  <a:lnTo>
                    <a:pt x="9625" y="2490"/>
                  </a:lnTo>
                  <a:lnTo>
                    <a:pt x="13301" y="260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h3845"/>
            <p:cNvSpPr/>
            <p:nvPr/>
          </p:nvSpPr>
          <p:spPr>
            <a:xfrm>
              <a:off x="7136995" y="3188556"/>
              <a:ext cx="32021" cy="26549"/>
            </a:xfrm>
            <a:custGeom>
              <a:avLst/>
              <a:pathLst>
                <a:path w="32021" h="26549">
                  <a:moveTo>
                    <a:pt x="9947" y="0"/>
                  </a:moveTo>
                  <a:lnTo>
                    <a:pt x="12438" y="504"/>
                  </a:lnTo>
                  <a:lnTo>
                    <a:pt x="14341" y="1258"/>
                  </a:lnTo>
                  <a:lnTo>
                    <a:pt x="16610" y="5209"/>
                  </a:lnTo>
                  <a:lnTo>
                    <a:pt x="18007" y="5861"/>
                  </a:lnTo>
                  <a:lnTo>
                    <a:pt x="22620" y="12793"/>
                  </a:lnTo>
                  <a:lnTo>
                    <a:pt x="32021" y="14431"/>
                  </a:lnTo>
                  <a:lnTo>
                    <a:pt x="28000" y="19221"/>
                  </a:lnTo>
                  <a:lnTo>
                    <a:pt x="22193" y="19661"/>
                  </a:lnTo>
                  <a:lnTo>
                    <a:pt x="16510" y="21803"/>
                  </a:lnTo>
                  <a:lnTo>
                    <a:pt x="14484" y="25410"/>
                  </a:lnTo>
                  <a:lnTo>
                    <a:pt x="13092" y="26549"/>
                  </a:lnTo>
                  <a:lnTo>
                    <a:pt x="11923" y="26503"/>
                  </a:lnTo>
                  <a:lnTo>
                    <a:pt x="8632" y="23490"/>
                  </a:lnTo>
                  <a:lnTo>
                    <a:pt x="1036" y="22773"/>
                  </a:lnTo>
                  <a:lnTo>
                    <a:pt x="0" y="20639"/>
                  </a:lnTo>
                  <a:lnTo>
                    <a:pt x="712" y="20449"/>
                  </a:lnTo>
                  <a:lnTo>
                    <a:pt x="3861" y="13768"/>
                  </a:lnTo>
                  <a:lnTo>
                    <a:pt x="4498" y="8187"/>
                  </a:lnTo>
                  <a:lnTo>
                    <a:pt x="3186" y="3332"/>
                  </a:lnTo>
                  <a:lnTo>
                    <a:pt x="7292" y="52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h3846"/>
            <p:cNvSpPr/>
            <p:nvPr/>
          </p:nvSpPr>
          <p:spPr>
            <a:xfrm>
              <a:off x="7109490" y="3160190"/>
              <a:ext cx="32413" cy="17442"/>
            </a:xfrm>
            <a:custGeom>
              <a:avLst/>
              <a:pathLst>
                <a:path w="32413" h="17442">
                  <a:moveTo>
                    <a:pt x="9608" y="1901"/>
                  </a:moveTo>
                  <a:lnTo>
                    <a:pt x="13461" y="8475"/>
                  </a:lnTo>
                  <a:lnTo>
                    <a:pt x="14690" y="7890"/>
                  </a:lnTo>
                  <a:lnTo>
                    <a:pt x="14437" y="6115"/>
                  </a:lnTo>
                  <a:lnTo>
                    <a:pt x="15011" y="5760"/>
                  </a:lnTo>
                  <a:lnTo>
                    <a:pt x="18627" y="5955"/>
                  </a:lnTo>
                  <a:lnTo>
                    <a:pt x="19867" y="6402"/>
                  </a:lnTo>
                  <a:lnTo>
                    <a:pt x="19785" y="7121"/>
                  </a:lnTo>
                  <a:lnTo>
                    <a:pt x="19849" y="8632"/>
                  </a:lnTo>
                  <a:lnTo>
                    <a:pt x="21221" y="10351"/>
                  </a:lnTo>
                  <a:lnTo>
                    <a:pt x="25503" y="11795"/>
                  </a:lnTo>
                  <a:lnTo>
                    <a:pt x="30618" y="8214"/>
                  </a:lnTo>
                  <a:lnTo>
                    <a:pt x="32413" y="12911"/>
                  </a:lnTo>
                  <a:lnTo>
                    <a:pt x="28553" y="17442"/>
                  </a:lnTo>
                  <a:lnTo>
                    <a:pt x="25439" y="17270"/>
                  </a:lnTo>
                  <a:lnTo>
                    <a:pt x="23891" y="14776"/>
                  </a:lnTo>
                  <a:lnTo>
                    <a:pt x="22627" y="14143"/>
                  </a:lnTo>
                  <a:lnTo>
                    <a:pt x="19301" y="16883"/>
                  </a:lnTo>
                  <a:lnTo>
                    <a:pt x="15772" y="16919"/>
                  </a:lnTo>
                  <a:lnTo>
                    <a:pt x="11113" y="12764"/>
                  </a:lnTo>
                  <a:lnTo>
                    <a:pt x="7097" y="12431"/>
                  </a:lnTo>
                  <a:lnTo>
                    <a:pt x="4988" y="11241"/>
                  </a:lnTo>
                  <a:lnTo>
                    <a:pt x="0" y="6517"/>
                  </a:lnTo>
                  <a:lnTo>
                    <a:pt x="4271" y="6765"/>
                  </a:lnTo>
                  <a:lnTo>
                    <a:pt x="7425" y="9722"/>
                  </a:lnTo>
                  <a:lnTo>
                    <a:pt x="8415" y="9513"/>
                  </a:lnTo>
                  <a:lnTo>
                    <a:pt x="3646" y="2322"/>
                  </a:lnTo>
                  <a:lnTo>
                    <a:pt x="513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h3847"/>
            <p:cNvSpPr/>
            <p:nvPr/>
          </p:nvSpPr>
          <p:spPr>
            <a:xfrm>
              <a:off x="7198616" y="3325841"/>
              <a:ext cx="14687" cy="19420"/>
            </a:xfrm>
            <a:custGeom>
              <a:avLst/>
              <a:pathLst>
                <a:path w="14687" h="19420">
                  <a:moveTo>
                    <a:pt x="13798" y="7365"/>
                  </a:moveTo>
                  <a:lnTo>
                    <a:pt x="14687" y="10946"/>
                  </a:lnTo>
                  <a:lnTo>
                    <a:pt x="12950" y="14370"/>
                  </a:lnTo>
                  <a:lnTo>
                    <a:pt x="13058" y="16512"/>
                  </a:lnTo>
                  <a:lnTo>
                    <a:pt x="12501" y="18950"/>
                  </a:lnTo>
                  <a:lnTo>
                    <a:pt x="10815" y="19420"/>
                  </a:lnTo>
                  <a:lnTo>
                    <a:pt x="7360" y="15844"/>
                  </a:lnTo>
                  <a:lnTo>
                    <a:pt x="4618" y="14761"/>
                  </a:lnTo>
                  <a:lnTo>
                    <a:pt x="702" y="15791"/>
                  </a:lnTo>
                  <a:lnTo>
                    <a:pt x="0" y="13376"/>
                  </a:lnTo>
                  <a:lnTo>
                    <a:pt x="1655" y="4362"/>
                  </a:lnTo>
                  <a:lnTo>
                    <a:pt x="4703" y="0"/>
                  </a:lnTo>
                  <a:lnTo>
                    <a:pt x="7416" y="17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h3848"/>
            <p:cNvSpPr/>
            <p:nvPr/>
          </p:nvSpPr>
          <p:spPr>
            <a:xfrm>
              <a:off x="7148918" y="3200435"/>
              <a:ext cx="48211" cy="74178"/>
            </a:xfrm>
            <a:custGeom>
              <a:avLst/>
              <a:pathLst>
                <a:path w="48211" h="74178">
                  <a:moveTo>
                    <a:pt x="36311" y="0"/>
                  </a:moveTo>
                  <a:lnTo>
                    <a:pt x="37769" y="5624"/>
                  </a:lnTo>
                  <a:lnTo>
                    <a:pt x="42703" y="9116"/>
                  </a:lnTo>
                  <a:lnTo>
                    <a:pt x="45489" y="13087"/>
                  </a:lnTo>
                  <a:lnTo>
                    <a:pt x="45618" y="14472"/>
                  </a:lnTo>
                  <a:lnTo>
                    <a:pt x="44556" y="16589"/>
                  </a:lnTo>
                  <a:lnTo>
                    <a:pt x="45841" y="17913"/>
                  </a:lnTo>
                  <a:lnTo>
                    <a:pt x="45368" y="19018"/>
                  </a:lnTo>
                  <a:lnTo>
                    <a:pt x="46316" y="21428"/>
                  </a:lnTo>
                  <a:lnTo>
                    <a:pt x="46342" y="28561"/>
                  </a:lnTo>
                  <a:lnTo>
                    <a:pt x="47555" y="28428"/>
                  </a:lnTo>
                  <a:lnTo>
                    <a:pt x="48211" y="29170"/>
                  </a:lnTo>
                  <a:lnTo>
                    <a:pt x="46343" y="30554"/>
                  </a:lnTo>
                  <a:lnTo>
                    <a:pt x="32947" y="30937"/>
                  </a:lnTo>
                  <a:lnTo>
                    <a:pt x="29862" y="33966"/>
                  </a:lnTo>
                  <a:lnTo>
                    <a:pt x="27706" y="46621"/>
                  </a:lnTo>
                  <a:lnTo>
                    <a:pt x="26078" y="47433"/>
                  </a:lnTo>
                  <a:lnTo>
                    <a:pt x="24890" y="51264"/>
                  </a:lnTo>
                  <a:lnTo>
                    <a:pt x="29209" y="56493"/>
                  </a:lnTo>
                  <a:lnTo>
                    <a:pt x="31563" y="56970"/>
                  </a:lnTo>
                  <a:lnTo>
                    <a:pt x="31710" y="60265"/>
                  </a:lnTo>
                  <a:lnTo>
                    <a:pt x="28247" y="61073"/>
                  </a:lnTo>
                  <a:lnTo>
                    <a:pt x="31217" y="67610"/>
                  </a:lnTo>
                  <a:lnTo>
                    <a:pt x="26273" y="74178"/>
                  </a:lnTo>
                  <a:lnTo>
                    <a:pt x="23064" y="72254"/>
                  </a:lnTo>
                  <a:lnTo>
                    <a:pt x="18173" y="71170"/>
                  </a:lnTo>
                  <a:lnTo>
                    <a:pt x="13556" y="73083"/>
                  </a:lnTo>
                  <a:lnTo>
                    <a:pt x="9884" y="71675"/>
                  </a:lnTo>
                  <a:lnTo>
                    <a:pt x="9774" y="62431"/>
                  </a:lnTo>
                  <a:lnTo>
                    <a:pt x="12885" y="56199"/>
                  </a:lnTo>
                  <a:lnTo>
                    <a:pt x="12561" y="50592"/>
                  </a:lnTo>
                  <a:lnTo>
                    <a:pt x="14444" y="44520"/>
                  </a:lnTo>
                  <a:lnTo>
                    <a:pt x="7795" y="42519"/>
                  </a:lnTo>
                  <a:lnTo>
                    <a:pt x="5702" y="38922"/>
                  </a:lnTo>
                  <a:lnTo>
                    <a:pt x="6893" y="37036"/>
                  </a:lnTo>
                  <a:lnTo>
                    <a:pt x="7472" y="29701"/>
                  </a:lnTo>
                  <a:lnTo>
                    <a:pt x="6101" y="27572"/>
                  </a:lnTo>
                  <a:lnTo>
                    <a:pt x="3283" y="26713"/>
                  </a:lnTo>
                  <a:lnTo>
                    <a:pt x="2319" y="23573"/>
                  </a:lnTo>
                  <a:lnTo>
                    <a:pt x="3698" y="20405"/>
                  </a:lnTo>
                  <a:lnTo>
                    <a:pt x="5389" y="22133"/>
                  </a:lnTo>
                  <a:lnTo>
                    <a:pt x="8019" y="19872"/>
                  </a:lnTo>
                  <a:lnTo>
                    <a:pt x="1437" y="18603"/>
                  </a:lnTo>
                  <a:lnTo>
                    <a:pt x="140" y="19124"/>
                  </a:lnTo>
                  <a:lnTo>
                    <a:pt x="0" y="14623"/>
                  </a:lnTo>
                  <a:lnTo>
                    <a:pt x="1169" y="14669"/>
                  </a:lnTo>
                  <a:lnTo>
                    <a:pt x="2560" y="13531"/>
                  </a:lnTo>
                  <a:lnTo>
                    <a:pt x="4587" y="9923"/>
                  </a:lnTo>
                  <a:lnTo>
                    <a:pt x="10270" y="7781"/>
                  </a:lnTo>
                  <a:lnTo>
                    <a:pt x="16076" y="7341"/>
                  </a:lnTo>
                  <a:lnTo>
                    <a:pt x="20098" y="2551"/>
                  </a:lnTo>
                  <a:lnTo>
                    <a:pt x="28153" y="2138"/>
                  </a:lnTo>
                  <a:lnTo>
                    <a:pt x="27892" y="3175"/>
                  </a:lnTo>
                  <a:lnTo>
                    <a:pt x="30162" y="4737"/>
                  </a:lnTo>
                  <a:lnTo>
                    <a:pt x="31068" y="2983"/>
                  </a:lnTo>
                  <a:lnTo>
                    <a:pt x="34180" y="56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h3849"/>
            <p:cNvSpPr/>
            <p:nvPr/>
          </p:nvSpPr>
          <p:spPr>
            <a:xfrm>
              <a:off x="7256342" y="3453312"/>
              <a:ext cx="18253" cy="28977"/>
            </a:xfrm>
            <a:custGeom>
              <a:avLst/>
              <a:pathLst>
                <a:path w="18253" h="28977">
                  <a:moveTo>
                    <a:pt x="12612" y="46"/>
                  </a:moveTo>
                  <a:lnTo>
                    <a:pt x="16987" y="2352"/>
                  </a:lnTo>
                  <a:lnTo>
                    <a:pt x="18253" y="8939"/>
                  </a:lnTo>
                  <a:lnTo>
                    <a:pt x="18220" y="14201"/>
                  </a:lnTo>
                  <a:lnTo>
                    <a:pt x="14698" y="14658"/>
                  </a:lnTo>
                  <a:lnTo>
                    <a:pt x="14113" y="17133"/>
                  </a:lnTo>
                  <a:lnTo>
                    <a:pt x="14595" y="22633"/>
                  </a:lnTo>
                  <a:lnTo>
                    <a:pt x="10937" y="24913"/>
                  </a:lnTo>
                  <a:lnTo>
                    <a:pt x="9205" y="28977"/>
                  </a:lnTo>
                  <a:lnTo>
                    <a:pt x="7064" y="25546"/>
                  </a:lnTo>
                  <a:lnTo>
                    <a:pt x="1366" y="20123"/>
                  </a:lnTo>
                  <a:lnTo>
                    <a:pt x="0" y="17900"/>
                  </a:lnTo>
                  <a:lnTo>
                    <a:pt x="8568" y="16091"/>
                  </a:lnTo>
                  <a:lnTo>
                    <a:pt x="8186" y="11469"/>
                  </a:lnTo>
                  <a:lnTo>
                    <a:pt x="4837" y="9460"/>
                  </a:lnTo>
                  <a:lnTo>
                    <a:pt x="4751" y="8318"/>
                  </a:lnTo>
                  <a:lnTo>
                    <a:pt x="10874" y="4979"/>
                  </a:lnTo>
                  <a:lnTo>
                    <a:pt x="1065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h3850"/>
            <p:cNvSpPr/>
            <p:nvPr/>
          </p:nvSpPr>
          <p:spPr>
            <a:xfrm>
              <a:off x="7230675" y="3386563"/>
              <a:ext cx="13722" cy="17483"/>
            </a:xfrm>
            <a:custGeom>
              <a:avLst/>
              <a:pathLst>
                <a:path w="13722" h="17483">
                  <a:moveTo>
                    <a:pt x="3824" y="20"/>
                  </a:moveTo>
                  <a:lnTo>
                    <a:pt x="6748" y="18"/>
                  </a:lnTo>
                  <a:lnTo>
                    <a:pt x="10356" y="2175"/>
                  </a:lnTo>
                  <a:lnTo>
                    <a:pt x="13453" y="2330"/>
                  </a:lnTo>
                  <a:lnTo>
                    <a:pt x="13602" y="7940"/>
                  </a:lnTo>
                  <a:lnTo>
                    <a:pt x="12537" y="9941"/>
                  </a:lnTo>
                  <a:lnTo>
                    <a:pt x="13722" y="16680"/>
                  </a:lnTo>
                  <a:lnTo>
                    <a:pt x="12958" y="17483"/>
                  </a:lnTo>
                  <a:lnTo>
                    <a:pt x="7359" y="13689"/>
                  </a:lnTo>
                  <a:lnTo>
                    <a:pt x="4173" y="5479"/>
                  </a:lnTo>
                  <a:lnTo>
                    <a:pt x="550" y="2731"/>
                  </a:lnTo>
                  <a:lnTo>
                    <a:pt x="0" y="1591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h3851"/>
            <p:cNvSpPr/>
            <p:nvPr/>
          </p:nvSpPr>
          <p:spPr>
            <a:xfrm>
              <a:off x="7264487" y="2941160"/>
              <a:ext cx="19695" cy="16255"/>
            </a:xfrm>
            <a:custGeom>
              <a:avLst/>
              <a:pathLst>
                <a:path w="19695" h="16255">
                  <a:moveTo>
                    <a:pt x="19695" y="3098"/>
                  </a:moveTo>
                  <a:lnTo>
                    <a:pt x="18534" y="7287"/>
                  </a:lnTo>
                  <a:lnTo>
                    <a:pt x="15401" y="13145"/>
                  </a:lnTo>
                  <a:lnTo>
                    <a:pt x="14975" y="15333"/>
                  </a:lnTo>
                  <a:lnTo>
                    <a:pt x="11787" y="16255"/>
                  </a:lnTo>
                  <a:lnTo>
                    <a:pt x="9335" y="14692"/>
                  </a:lnTo>
                  <a:lnTo>
                    <a:pt x="7860" y="15059"/>
                  </a:lnTo>
                  <a:lnTo>
                    <a:pt x="6311" y="14329"/>
                  </a:lnTo>
                  <a:lnTo>
                    <a:pt x="4491" y="13540"/>
                  </a:lnTo>
                  <a:lnTo>
                    <a:pt x="3913" y="13740"/>
                  </a:lnTo>
                  <a:lnTo>
                    <a:pt x="0" y="12908"/>
                  </a:lnTo>
                  <a:lnTo>
                    <a:pt x="4824" y="6703"/>
                  </a:lnTo>
                  <a:lnTo>
                    <a:pt x="8714" y="3639"/>
                  </a:lnTo>
                  <a:lnTo>
                    <a:pt x="11985" y="3931"/>
                  </a:lnTo>
                  <a:lnTo>
                    <a:pt x="16355" y="1339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h3852"/>
            <p:cNvSpPr/>
            <p:nvPr/>
          </p:nvSpPr>
          <p:spPr>
            <a:xfrm>
              <a:off x="7162753" y="2987146"/>
              <a:ext cx="17371" cy="9736"/>
            </a:xfrm>
            <a:custGeom>
              <a:avLst/>
              <a:pathLst>
                <a:path w="17371" h="9736">
                  <a:moveTo>
                    <a:pt x="14024" y="1093"/>
                  </a:moveTo>
                  <a:lnTo>
                    <a:pt x="12092" y="3118"/>
                  </a:lnTo>
                  <a:lnTo>
                    <a:pt x="17371" y="6763"/>
                  </a:lnTo>
                  <a:lnTo>
                    <a:pt x="17134" y="7976"/>
                  </a:lnTo>
                  <a:lnTo>
                    <a:pt x="11068" y="7916"/>
                  </a:lnTo>
                  <a:lnTo>
                    <a:pt x="6964" y="9736"/>
                  </a:lnTo>
                  <a:lnTo>
                    <a:pt x="3305" y="9259"/>
                  </a:lnTo>
                  <a:lnTo>
                    <a:pt x="0" y="7704"/>
                  </a:lnTo>
                  <a:lnTo>
                    <a:pt x="3229" y="4394"/>
                  </a:lnTo>
                  <a:lnTo>
                    <a:pt x="10069" y="1896"/>
                  </a:lnTo>
                  <a:lnTo>
                    <a:pt x="10280" y="514"/>
                  </a:lnTo>
                  <a:lnTo>
                    <a:pt x="1334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h3853"/>
            <p:cNvSpPr/>
            <p:nvPr/>
          </p:nvSpPr>
          <p:spPr>
            <a:xfrm>
              <a:off x="7232016" y="2899545"/>
              <a:ext cx="35198" cy="26045"/>
            </a:xfrm>
            <a:custGeom>
              <a:avLst/>
              <a:pathLst>
                <a:path w="35198" h="26045">
                  <a:moveTo>
                    <a:pt x="34849" y="4272"/>
                  </a:moveTo>
                  <a:lnTo>
                    <a:pt x="26987" y="13915"/>
                  </a:lnTo>
                  <a:lnTo>
                    <a:pt x="28974" y="21123"/>
                  </a:lnTo>
                  <a:lnTo>
                    <a:pt x="25782" y="20252"/>
                  </a:lnTo>
                  <a:lnTo>
                    <a:pt x="25344" y="17695"/>
                  </a:lnTo>
                  <a:lnTo>
                    <a:pt x="24001" y="16538"/>
                  </a:lnTo>
                  <a:lnTo>
                    <a:pt x="21692" y="16383"/>
                  </a:lnTo>
                  <a:lnTo>
                    <a:pt x="16570" y="20659"/>
                  </a:lnTo>
                  <a:lnTo>
                    <a:pt x="9132" y="22503"/>
                  </a:lnTo>
                  <a:lnTo>
                    <a:pt x="9397" y="24139"/>
                  </a:lnTo>
                  <a:lnTo>
                    <a:pt x="8475" y="26045"/>
                  </a:lnTo>
                  <a:lnTo>
                    <a:pt x="3962" y="24345"/>
                  </a:lnTo>
                  <a:lnTo>
                    <a:pt x="4243" y="24966"/>
                  </a:lnTo>
                  <a:lnTo>
                    <a:pt x="2361" y="24725"/>
                  </a:lnTo>
                  <a:lnTo>
                    <a:pt x="2289" y="24010"/>
                  </a:lnTo>
                  <a:lnTo>
                    <a:pt x="4264" y="23516"/>
                  </a:lnTo>
                  <a:lnTo>
                    <a:pt x="4261" y="19998"/>
                  </a:lnTo>
                  <a:lnTo>
                    <a:pt x="1343" y="14840"/>
                  </a:lnTo>
                  <a:lnTo>
                    <a:pt x="1495" y="9893"/>
                  </a:lnTo>
                  <a:lnTo>
                    <a:pt x="0" y="8265"/>
                  </a:lnTo>
                  <a:lnTo>
                    <a:pt x="5324" y="6342"/>
                  </a:lnTo>
                  <a:lnTo>
                    <a:pt x="8532" y="10130"/>
                  </a:lnTo>
                  <a:lnTo>
                    <a:pt x="13713" y="8185"/>
                  </a:lnTo>
                  <a:lnTo>
                    <a:pt x="19648" y="2227"/>
                  </a:lnTo>
                  <a:lnTo>
                    <a:pt x="22032" y="3369"/>
                  </a:lnTo>
                  <a:lnTo>
                    <a:pt x="22187" y="4993"/>
                  </a:lnTo>
                  <a:lnTo>
                    <a:pt x="21263" y="7608"/>
                  </a:lnTo>
                  <a:lnTo>
                    <a:pt x="23142" y="9092"/>
                  </a:lnTo>
                  <a:lnTo>
                    <a:pt x="30275" y="5191"/>
                  </a:lnTo>
                  <a:lnTo>
                    <a:pt x="3519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h3854"/>
            <p:cNvSpPr/>
            <p:nvPr/>
          </p:nvSpPr>
          <p:spPr>
            <a:xfrm>
              <a:off x="7223186" y="2843389"/>
              <a:ext cx="17599" cy="47099"/>
            </a:xfrm>
            <a:custGeom>
              <a:avLst/>
              <a:pathLst>
                <a:path w="17599" h="47099">
                  <a:moveTo>
                    <a:pt x="6485" y="0"/>
                  </a:moveTo>
                  <a:lnTo>
                    <a:pt x="5102" y="4534"/>
                  </a:lnTo>
                  <a:lnTo>
                    <a:pt x="4763" y="16878"/>
                  </a:lnTo>
                  <a:lnTo>
                    <a:pt x="6174" y="25293"/>
                  </a:lnTo>
                  <a:lnTo>
                    <a:pt x="8978" y="32743"/>
                  </a:lnTo>
                  <a:lnTo>
                    <a:pt x="8786" y="35283"/>
                  </a:lnTo>
                  <a:lnTo>
                    <a:pt x="10294" y="36897"/>
                  </a:lnTo>
                  <a:lnTo>
                    <a:pt x="15978" y="34363"/>
                  </a:lnTo>
                  <a:lnTo>
                    <a:pt x="17599" y="35678"/>
                  </a:lnTo>
                  <a:lnTo>
                    <a:pt x="14445" y="42055"/>
                  </a:lnTo>
                  <a:lnTo>
                    <a:pt x="15669" y="44224"/>
                  </a:lnTo>
                  <a:lnTo>
                    <a:pt x="9695" y="47099"/>
                  </a:lnTo>
                  <a:lnTo>
                    <a:pt x="6463" y="46222"/>
                  </a:lnTo>
                  <a:lnTo>
                    <a:pt x="5404" y="44539"/>
                  </a:lnTo>
                  <a:lnTo>
                    <a:pt x="5250" y="43600"/>
                  </a:lnTo>
                  <a:lnTo>
                    <a:pt x="6183" y="44191"/>
                  </a:lnTo>
                  <a:lnTo>
                    <a:pt x="9066" y="41929"/>
                  </a:lnTo>
                  <a:lnTo>
                    <a:pt x="7774" y="39629"/>
                  </a:lnTo>
                  <a:lnTo>
                    <a:pt x="7103" y="39509"/>
                  </a:lnTo>
                  <a:lnTo>
                    <a:pt x="6872" y="40526"/>
                  </a:lnTo>
                  <a:lnTo>
                    <a:pt x="2282" y="38129"/>
                  </a:lnTo>
                  <a:lnTo>
                    <a:pt x="0" y="31760"/>
                  </a:lnTo>
                  <a:lnTo>
                    <a:pt x="1460" y="31383"/>
                  </a:lnTo>
                  <a:lnTo>
                    <a:pt x="3363" y="30367"/>
                  </a:lnTo>
                  <a:lnTo>
                    <a:pt x="4608" y="22772"/>
                  </a:lnTo>
                  <a:lnTo>
                    <a:pt x="2114" y="19593"/>
                  </a:lnTo>
                  <a:lnTo>
                    <a:pt x="699" y="16135"/>
                  </a:lnTo>
                  <a:lnTo>
                    <a:pt x="4159" y="6656"/>
                  </a:lnTo>
                  <a:lnTo>
                    <a:pt x="3814" y="4210"/>
                  </a:lnTo>
                  <a:lnTo>
                    <a:pt x="470" y="141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h3855"/>
            <p:cNvSpPr/>
            <p:nvPr/>
          </p:nvSpPr>
          <p:spPr>
            <a:xfrm>
              <a:off x="7263482" y="2867665"/>
              <a:ext cx="19189" cy="18687"/>
            </a:xfrm>
            <a:custGeom>
              <a:avLst/>
              <a:pathLst>
                <a:path w="19189" h="18687">
                  <a:moveTo>
                    <a:pt x="9149" y="1316"/>
                  </a:moveTo>
                  <a:lnTo>
                    <a:pt x="12404" y="3751"/>
                  </a:lnTo>
                  <a:lnTo>
                    <a:pt x="13144" y="5449"/>
                  </a:lnTo>
                  <a:lnTo>
                    <a:pt x="12092" y="6284"/>
                  </a:lnTo>
                  <a:lnTo>
                    <a:pt x="13544" y="7539"/>
                  </a:lnTo>
                  <a:lnTo>
                    <a:pt x="14751" y="7888"/>
                  </a:lnTo>
                  <a:lnTo>
                    <a:pt x="16782" y="7086"/>
                  </a:lnTo>
                  <a:lnTo>
                    <a:pt x="17473" y="9457"/>
                  </a:lnTo>
                  <a:lnTo>
                    <a:pt x="19189" y="9621"/>
                  </a:lnTo>
                  <a:lnTo>
                    <a:pt x="17446" y="12904"/>
                  </a:lnTo>
                  <a:lnTo>
                    <a:pt x="13250" y="16441"/>
                  </a:lnTo>
                  <a:lnTo>
                    <a:pt x="11531" y="17541"/>
                  </a:lnTo>
                  <a:lnTo>
                    <a:pt x="6954" y="17594"/>
                  </a:lnTo>
                  <a:lnTo>
                    <a:pt x="3449" y="18687"/>
                  </a:lnTo>
                  <a:lnTo>
                    <a:pt x="1792" y="17329"/>
                  </a:lnTo>
                  <a:lnTo>
                    <a:pt x="2536" y="16752"/>
                  </a:lnTo>
                  <a:lnTo>
                    <a:pt x="840" y="14093"/>
                  </a:lnTo>
                  <a:lnTo>
                    <a:pt x="1078" y="10326"/>
                  </a:lnTo>
                  <a:lnTo>
                    <a:pt x="3191" y="9568"/>
                  </a:lnTo>
                  <a:lnTo>
                    <a:pt x="3531" y="7518"/>
                  </a:lnTo>
                  <a:lnTo>
                    <a:pt x="2660" y="4226"/>
                  </a:lnTo>
                  <a:lnTo>
                    <a:pt x="0" y="3532"/>
                  </a:lnTo>
                  <a:lnTo>
                    <a:pt x="801" y="1901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h3856"/>
            <p:cNvSpPr/>
            <p:nvPr/>
          </p:nvSpPr>
          <p:spPr>
            <a:xfrm>
              <a:off x="7230327" y="2881821"/>
              <a:ext cx="26585" cy="25988"/>
            </a:xfrm>
            <a:custGeom>
              <a:avLst/>
              <a:pathLst>
                <a:path w="26585" h="25988">
                  <a:moveTo>
                    <a:pt x="26585" y="0"/>
                  </a:moveTo>
                  <a:lnTo>
                    <a:pt x="26114" y="2350"/>
                  </a:lnTo>
                  <a:lnTo>
                    <a:pt x="23734" y="5292"/>
                  </a:lnTo>
                  <a:lnTo>
                    <a:pt x="19233" y="6790"/>
                  </a:lnTo>
                  <a:lnTo>
                    <a:pt x="16965" y="6158"/>
                  </a:lnTo>
                  <a:lnTo>
                    <a:pt x="16465" y="6665"/>
                  </a:lnTo>
                  <a:lnTo>
                    <a:pt x="15745" y="10459"/>
                  </a:lnTo>
                  <a:lnTo>
                    <a:pt x="19698" y="12794"/>
                  </a:lnTo>
                  <a:lnTo>
                    <a:pt x="17576" y="16012"/>
                  </a:lnTo>
                  <a:lnTo>
                    <a:pt x="13898" y="17773"/>
                  </a:lnTo>
                  <a:lnTo>
                    <a:pt x="7357" y="17947"/>
                  </a:lnTo>
                  <a:lnTo>
                    <a:pt x="4596" y="20636"/>
                  </a:lnTo>
                  <a:lnTo>
                    <a:pt x="5189" y="22752"/>
                  </a:lnTo>
                  <a:lnTo>
                    <a:pt x="7014" y="24065"/>
                  </a:lnTo>
                  <a:lnTo>
                    <a:pt x="1689" y="25988"/>
                  </a:lnTo>
                  <a:lnTo>
                    <a:pt x="0" y="22047"/>
                  </a:lnTo>
                  <a:lnTo>
                    <a:pt x="2552" y="17497"/>
                  </a:lnTo>
                  <a:lnTo>
                    <a:pt x="2511" y="15349"/>
                  </a:lnTo>
                  <a:lnTo>
                    <a:pt x="730" y="12891"/>
                  </a:lnTo>
                  <a:lnTo>
                    <a:pt x="2555" y="8667"/>
                  </a:lnTo>
                  <a:lnTo>
                    <a:pt x="8528" y="5792"/>
                  </a:lnTo>
                  <a:lnTo>
                    <a:pt x="11043" y="6303"/>
                  </a:lnTo>
                  <a:lnTo>
                    <a:pt x="15626" y="5274"/>
                  </a:lnTo>
                  <a:lnTo>
                    <a:pt x="21705" y="124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h3857"/>
            <p:cNvSpPr/>
            <p:nvPr/>
          </p:nvSpPr>
          <p:spPr>
            <a:xfrm>
              <a:off x="7159687" y="2958225"/>
              <a:ext cx="24316" cy="21742"/>
            </a:xfrm>
            <a:custGeom>
              <a:avLst/>
              <a:pathLst>
                <a:path w="24316" h="21742">
                  <a:moveTo>
                    <a:pt x="22415" y="0"/>
                  </a:moveTo>
                  <a:lnTo>
                    <a:pt x="24131" y="3207"/>
                  </a:lnTo>
                  <a:lnTo>
                    <a:pt x="21837" y="6213"/>
                  </a:lnTo>
                  <a:lnTo>
                    <a:pt x="21175" y="11418"/>
                  </a:lnTo>
                  <a:lnTo>
                    <a:pt x="24316" y="15227"/>
                  </a:lnTo>
                  <a:lnTo>
                    <a:pt x="20935" y="15862"/>
                  </a:lnTo>
                  <a:lnTo>
                    <a:pt x="16646" y="21742"/>
                  </a:lnTo>
                  <a:lnTo>
                    <a:pt x="14819" y="21364"/>
                  </a:lnTo>
                  <a:lnTo>
                    <a:pt x="12166" y="20632"/>
                  </a:lnTo>
                  <a:lnTo>
                    <a:pt x="9866" y="19707"/>
                  </a:lnTo>
                  <a:lnTo>
                    <a:pt x="7448" y="15196"/>
                  </a:lnTo>
                  <a:lnTo>
                    <a:pt x="7660" y="12612"/>
                  </a:lnTo>
                  <a:lnTo>
                    <a:pt x="567" y="10819"/>
                  </a:lnTo>
                  <a:lnTo>
                    <a:pt x="0" y="10370"/>
                  </a:lnTo>
                  <a:lnTo>
                    <a:pt x="745" y="9218"/>
                  </a:lnTo>
                  <a:lnTo>
                    <a:pt x="11191" y="10331"/>
                  </a:lnTo>
                  <a:lnTo>
                    <a:pt x="12470" y="9871"/>
                  </a:lnTo>
                  <a:lnTo>
                    <a:pt x="13184" y="8523"/>
                  </a:lnTo>
                  <a:lnTo>
                    <a:pt x="13688" y="11359"/>
                  </a:lnTo>
                  <a:lnTo>
                    <a:pt x="15552" y="11053"/>
                  </a:lnTo>
                  <a:lnTo>
                    <a:pt x="18030" y="9187"/>
                  </a:lnTo>
                  <a:lnTo>
                    <a:pt x="18192" y="7267"/>
                  </a:lnTo>
                  <a:lnTo>
                    <a:pt x="16877" y="365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h3858"/>
            <p:cNvSpPr/>
            <p:nvPr/>
          </p:nvSpPr>
          <p:spPr>
            <a:xfrm>
              <a:off x="7249189" y="2841148"/>
              <a:ext cx="8459" cy="9692"/>
            </a:xfrm>
            <a:custGeom>
              <a:avLst/>
              <a:pathLst>
                <a:path w="8459" h="9692">
                  <a:moveTo>
                    <a:pt x="8289" y="4825"/>
                  </a:moveTo>
                  <a:lnTo>
                    <a:pt x="8459" y="6660"/>
                  </a:lnTo>
                  <a:lnTo>
                    <a:pt x="6830" y="9439"/>
                  </a:lnTo>
                  <a:lnTo>
                    <a:pt x="4980" y="9692"/>
                  </a:lnTo>
                  <a:lnTo>
                    <a:pt x="1501" y="8588"/>
                  </a:lnTo>
                  <a:lnTo>
                    <a:pt x="0" y="5672"/>
                  </a:lnTo>
                  <a:lnTo>
                    <a:pt x="4588" y="1790"/>
                  </a:lnTo>
                  <a:lnTo>
                    <a:pt x="413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h3859"/>
            <p:cNvSpPr/>
            <p:nvPr/>
          </p:nvSpPr>
          <p:spPr>
            <a:xfrm>
              <a:off x="7153233" y="2945743"/>
              <a:ext cx="23997" cy="22813"/>
            </a:xfrm>
            <a:custGeom>
              <a:avLst/>
              <a:pathLst>
                <a:path w="23997" h="22813">
                  <a:moveTo>
                    <a:pt x="13185" y="0"/>
                  </a:moveTo>
                  <a:lnTo>
                    <a:pt x="23884" y="193"/>
                  </a:lnTo>
                  <a:lnTo>
                    <a:pt x="23997" y="5230"/>
                  </a:lnTo>
                  <a:lnTo>
                    <a:pt x="21069" y="7748"/>
                  </a:lnTo>
                  <a:lnTo>
                    <a:pt x="18611" y="7201"/>
                  </a:lnTo>
                  <a:lnTo>
                    <a:pt x="15736" y="7886"/>
                  </a:lnTo>
                  <a:lnTo>
                    <a:pt x="15682" y="9002"/>
                  </a:lnTo>
                  <a:lnTo>
                    <a:pt x="20881" y="18544"/>
                  </a:lnTo>
                  <a:lnTo>
                    <a:pt x="19638" y="21005"/>
                  </a:lnTo>
                  <a:lnTo>
                    <a:pt x="18924" y="22353"/>
                  </a:lnTo>
                  <a:lnTo>
                    <a:pt x="17645" y="22813"/>
                  </a:lnTo>
                  <a:lnTo>
                    <a:pt x="7198" y="21700"/>
                  </a:lnTo>
                  <a:lnTo>
                    <a:pt x="2880" y="21278"/>
                  </a:lnTo>
                  <a:lnTo>
                    <a:pt x="2623" y="18257"/>
                  </a:lnTo>
                  <a:lnTo>
                    <a:pt x="0" y="14458"/>
                  </a:lnTo>
                  <a:lnTo>
                    <a:pt x="2395" y="14166"/>
                  </a:lnTo>
                  <a:lnTo>
                    <a:pt x="7256" y="11362"/>
                  </a:lnTo>
                  <a:lnTo>
                    <a:pt x="8874" y="3350"/>
                  </a:lnTo>
                  <a:lnTo>
                    <a:pt x="8313" y="101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h3860"/>
            <p:cNvSpPr/>
            <p:nvPr/>
          </p:nvSpPr>
          <p:spPr>
            <a:xfrm>
              <a:off x="7208379" y="2992954"/>
              <a:ext cx="16152" cy="15994"/>
            </a:xfrm>
            <a:custGeom>
              <a:avLst/>
              <a:pathLst>
                <a:path w="16152" h="15994">
                  <a:moveTo>
                    <a:pt x="8559" y="1442"/>
                  </a:moveTo>
                  <a:lnTo>
                    <a:pt x="11026" y="2090"/>
                  </a:lnTo>
                  <a:lnTo>
                    <a:pt x="13485" y="3023"/>
                  </a:lnTo>
                  <a:lnTo>
                    <a:pt x="16152" y="7598"/>
                  </a:lnTo>
                  <a:lnTo>
                    <a:pt x="14840" y="9470"/>
                  </a:lnTo>
                  <a:lnTo>
                    <a:pt x="9755" y="15704"/>
                  </a:lnTo>
                  <a:lnTo>
                    <a:pt x="6202" y="13612"/>
                  </a:lnTo>
                  <a:lnTo>
                    <a:pt x="5619" y="14893"/>
                  </a:lnTo>
                  <a:lnTo>
                    <a:pt x="5193" y="15994"/>
                  </a:lnTo>
                  <a:lnTo>
                    <a:pt x="4098" y="14918"/>
                  </a:lnTo>
                  <a:lnTo>
                    <a:pt x="4173" y="10793"/>
                  </a:lnTo>
                  <a:lnTo>
                    <a:pt x="1026" y="5054"/>
                  </a:lnTo>
                  <a:lnTo>
                    <a:pt x="0" y="262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h3861"/>
            <p:cNvSpPr/>
            <p:nvPr/>
          </p:nvSpPr>
          <p:spPr>
            <a:xfrm>
              <a:off x="7168915" y="2950974"/>
              <a:ext cx="13981" cy="18610"/>
            </a:xfrm>
            <a:custGeom>
              <a:avLst/>
              <a:pathLst>
                <a:path w="13981" h="18610">
                  <a:moveTo>
                    <a:pt x="12896" y="3998"/>
                  </a:moveTo>
                  <a:lnTo>
                    <a:pt x="13981" y="6899"/>
                  </a:lnTo>
                  <a:lnTo>
                    <a:pt x="13186" y="7251"/>
                  </a:lnTo>
                  <a:lnTo>
                    <a:pt x="7648" y="10905"/>
                  </a:lnTo>
                  <a:lnTo>
                    <a:pt x="8963" y="14519"/>
                  </a:lnTo>
                  <a:lnTo>
                    <a:pt x="8802" y="16439"/>
                  </a:lnTo>
                  <a:lnTo>
                    <a:pt x="6323" y="18305"/>
                  </a:lnTo>
                  <a:lnTo>
                    <a:pt x="4459" y="18610"/>
                  </a:lnTo>
                  <a:lnTo>
                    <a:pt x="3955" y="15775"/>
                  </a:lnTo>
                  <a:lnTo>
                    <a:pt x="5198" y="13314"/>
                  </a:lnTo>
                  <a:lnTo>
                    <a:pt x="0" y="3772"/>
                  </a:lnTo>
                  <a:lnTo>
                    <a:pt x="53" y="2656"/>
                  </a:lnTo>
                  <a:lnTo>
                    <a:pt x="2928" y="1970"/>
                  </a:lnTo>
                  <a:lnTo>
                    <a:pt x="5386" y="2517"/>
                  </a:lnTo>
                  <a:lnTo>
                    <a:pt x="8314" y="0"/>
                  </a:lnTo>
                  <a:lnTo>
                    <a:pt x="9835" y="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h3862"/>
            <p:cNvSpPr/>
            <p:nvPr/>
          </p:nvSpPr>
          <p:spPr>
            <a:xfrm>
              <a:off x="7219406" y="2995044"/>
              <a:ext cx="37812" cy="27905"/>
            </a:xfrm>
            <a:custGeom>
              <a:avLst/>
              <a:pathLst>
                <a:path w="37812" h="27905">
                  <a:moveTo>
                    <a:pt x="7011" y="534"/>
                  </a:moveTo>
                  <a:lnTo>
                    <a:pt x="8994" y="1711"/>
                  </a:lnTo>
                  <a:lnTo>
                    <a:pt x="7402" y="5590"/>
                  </a:lnTo>
                  <a:lnTo>
                    <a:pt x="11190" y="5873"/>
                  </a:lnTo>
                  <a:lnTo>
                    <a:pt x="13922" y="4720"/>
                  </a:lnTo>
                  <a:lnTo>
                    <a:pt x="20000" y="5271"/>
                  </a:lnTo>
                  <a:lnTo>
                    <a:pt x="21537" y="6808"/>
                  </a:lnTo>
                  <a:lnTo>
                    <a:pt x="21652" y="9320"/>
                  </a:lnTo>
                  <a:lnTo>
                    <a:pt x="23623" y="9381"/>
                  </a:lnTo>
                  <a:lnTo>
                    <a:pt x="27613" y="6933"/>
                  </a:lnTo>
                  <a:lnTo>
                    <a:pt x="30264" y="4165"/>
                  </a:lnTo>
                  <a:lnTo>
                    <a:pt x="31174" y="4746"/>
                  </a:lnTo>
                  <a:lnTo>
                    <a:pt x="29460" y="8902"/>
                  </a:lnTo>
                  <a:lnTo>
                    <a:pt x="35601" y="11816"/>
                  </a:lnTo>
                  <a:lnTo>
                    <a:pt x="37594" y="13898"/>
                  </a:lnTo>
                  <a:lnTo>
                    <a:pt x="37812" y="15181"/>
                  </a:lnTo>
                  <a:lnTo>
                    <a:pt x="36752" y="17736"/>
                  </a:lnTo>
                  <a:lnTo>
                    <a:pt x="32272" y="17328"/>
                  </a:lnTo>
                  <a:lnTo>
                    <a:pt x="31988" y="21059"/>
                  </a:lnTo>
                  <a:lnTo>
                    <a:pt x="25907" y="24037"/>
                  </a:lnTo>
                  <a:lnTo>
                    <a:pt x="21616" y="25014"/>
                  </a:lnTo>
                  <a:lnTo>
                    <a:pt x="19869" y="25380"/>
                  </a:lnTo>
                  <a:lnTo>
                    <a:pt x="20204" y="27429"/>
                  </a:lnTo>
                  <a:lnTo>
                    <a:pt x="19628" y="27905"/>
                  </a:lnTo>
                  <a:lnTo>
                    <a:pt x="17035" y="25483"/>
                  </a:lnTo>
                  <a:lnTo>
                    <a:pt x="18651" y="22564"/>
                  </a:lnTo>
                  <a:lnTo>
                    <a:pt x="15086" y="22682"/>
                  </a:lnTo>
                  <a:lnTo>
                    <a:pt x="13009" y="21264"/>
                  </a:lnTo>
                  <a:lnTo>
                    <a:pt x="9822" y="19786"/>
                  </a:lnTo>
                  <a:lnTo>
                    <a:pt x="11140" y="13742"/>
                  </a:lnTo>
                  <a:lnTo>
                    <a:pt x="3814" y="7379"/>
                  </a:lnTo>
                  <a:lnTo>
                    <a:pt x="5125" y="5508"/>
                  </a:lnTo>
                  <a:lnTo>
                    <a:pt x="2458" y="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h3863"/>
            <p:cNvSpPr/>
            <p:nvPr/>
          </p:nvSpPr>
          <p:spPr>
            <a:xfrm>
              <a:off x="7190431" y="2840159"/>
              <a:ext cx="26404" cy="22894"/>
            </a:xfrm>
            <a:custGeom>
              <a:avLst/>
              <a:pathLst>
                <a:path w="26404" h="22894">
                  <a:moveTo>
                    <a:pt x="26404" y="6522"/>
                  </a:moveTo>
                  <a:lnTo>
                    <a:pt x="20940" y="9178"/>
                  </a:lnTo>
                  <a:lnTo>
                    <a:pt x="20999" y="11630"/>
                  </a:lnTo>
                  <a:lnTo>
                    <a:pt x="19895" y="13456"/>
                  </a:lnTo>
                  <a:lnTo>
                    <a:pt x="13894" y="16154"/>
                  </a:lnTo>
                  <a:lnTo>
                    <a:pt x="12019" y="19386"/>
                  </a:lnTo>
                  <a:lnTo>
                    <a:pt x="11709" y="21918"/>
                  </a:lnTo>
                  <a:lnTo>
                    <a:pt x="10725" y="22569"/>
                  </a:lnTo>
                  <a:lnTo>
                    <a:pt x="9895" y="22112"/>
                  </a:lnTo>
                  <a:lnTo>
                    <a:pt x="9624" y="21241"/>
                  </a:lnTo>
                  <a:lnTo>
                    <a:pt x="6865" y="22894"/>
                  </a:lnTo>
                  <a:lnTo>
                    <a:pt x="5518" y="22580"/>
                  </a:lnTo>
                  <a:lnTo>
                    <a:pt x="2308" y="19343"/>
                  </a:lnTo>
                  <a:lnTo>
                    <a:pt x="759" y="16726"/>
                  </a:lnTo>
                  <a:lnTo>
                    <a:pt x="0" y="12865"/>
                  </a:lnTo>
                  <a:lnTo>
                    <a:pt x="1588" y="11054"/>
                  </a:lnTo>
                  <a:lnTo>
                    <a:pt x="59" y="8368"/>
                  </a:lnTo>
                  <a:lnTo>
                    <a:pt x="4653" y="4672"/>
                  </a:lnTo>
                  <a:lnTo>
                    <a:pt x="11545" y="3979"/>
                  </a:lnTo>
                  <a:lnTo>
                    <a:pt x="1653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h3864"/>
            <p:cNvSpPr/>
            <p:nvPr/>
          </p:nvSpPr>
          <p:spPr>
            <a:xfrm>
              <a:off x="7270953" y="2954306"/>
              <a:ext cx="18517" cy="18441"/>
            </a:xfrm>
            <a:custGeom>
              <a:avLst/>
              <a:pathLst>
                <a:path w="18517" h="18441">
                  <a:moveTo>
                    <a:pt x="11230" y="1918"/>
                  </a:moveTo>
                  <a:lnTo>
                    <a:pt x="14099" y="4737"/>
                  </a:lnTo>
                  <a:lnTo>
                    <a:pt x="15299" y="8505"/>
                  </a:lnTo>
                  <a:lnTo>
                    <a:pt x="16264" y="13738"/>
                  </a:lnTo>
                  <a:lnTo>
                    <a:pt x="18517" y="14655"/>
                  </a:lnTo>
                  <a:lnTo>
                    <a:pt x="16559" y="15994"/>
                  </a:lnTo>
                  <a:lnTo>
                    <a:pt x="14861" y="15139"/>
                  </a:lnTo>
                  <a:lnTo>
                    <a:pt x="9451" y="18441"/>
                  </a:lnTo>
                  <a:lnTo>
                    <a:pt x="5581" y="15808"/>
                  </a:lnTo>
                  <a:lnTo>
                    <a:pt x="1360" y="13822"/>
                  </a:lnTo>
                  <a:lnTo>
                    <a:pt x="0" y="7212"/>
                  </a:lnTo>
                  <a:lnTo>
                    <a:pt x="1756" y="3877"/>
                  </a:lnTo>
                  <a:lnTo>
                    <a:pt x="1395" y="1913"/>
                  </a:lnTo>
                  <a:lnTo>
                    <a:pt x="2869" y="1547"/>
                  </a:lnTo>
                  <a:lnTo>
                    <a:pt x="5322" y="3109"/>
                  </a:lnTo>
                  <a:lnTo>
                    <a:pt x="8509" y="2187"/>
                  </a:lnTo>
                  <a:lnTo>
                    <a:pt x="8935" y="0"/>
                  </a:lnTo>
                  <a:lnTo>
                    <a:pt x="11814" y="77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h3865"/>
            <p:cNvSpPr/>
            <p:nvPr/>
          </p:nvSpPr>
          <p:spPr>
            <a:xfrm>
              <a:off x="7268401" y="2954700"/>
              <a:ext cx="2397" cy="1668"/>
            </a:xfrm>
            <a:custGeom>
              <a:avLst/>
              <a:pathLst>
                <a:path w="2397" h="1668">
                  <a:moveTo>
                    <a:pt x="214" y="1668"/>
                  </a:moveTo>
                  <a:lnTo>
                    <a:pt x="0" y="200"/>
                  </a:lnTo>
                  <a:lnTo>
                    <a:pt x="578" y="0"/>
                  </a:lnTo>
                  <a:lnTo>
                    <a:pt x="2397" y="78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h3866"/>
            <p:cNvSpPr/>
            <p:nvPr/>
          </p:nvSpPr>
          <p:spPr>
            <a:xfrm>
              <a:off x="7235604" y="2915928"/>
              <a:ext cx="22194" cy="28129"/>
            </a:xfrm>
            <a:custGeom>
              <a:avLst/>
              <a:pathLst>
                <a:path w="22194" h="28129">
                  <a:moveTo>
                    <a:pt x="20414" y="154"/>
                  </a:moveTo>
                  <a:lnTo>
                    <a:pt x="21756" y="1311"/>
                  </a:lnTo>
                  <a:lnTo>
                    <a:pt x="22194" y="3868"/>
                  </a:lnTo>
                  <a:lnTo>
                    <a:pt x="20139" y="5783"/>
                  </a:lnTo>
                  <a:lnTo>
                    <a:pt x="20017" y="10152"/>
                  </a:lnTo>
                  <a:lnTo>
                    <a:pt x="18614" y="12849"/>
                  </a:lnTo>
                  <a:lnTo>
                    <a:pt x="15825" y="15401"/>
                  </a:lnTo>
                  <a:lnTo>
                    <a:pt x="11226" y="17306"/>
                  </a:lnTo>
                  <a:lnTo>
                    <a:pt x="16685" y="23566"/>
                  </a:lnTo>
                  <a:lnTo>
                    <a:pt x="17210" y="25457"/>
                  </a:lnTo>
                  <a:lnTo>
                    <a:pt x="12418" y="24534"/>
                  </a:lnTo>
                  <a:lnTo>
                    <a:pt x="11127" y="24998"/>
                  </a:lnTo>
                  <a:lnTo>
                    <a:pt x="10516" y="26568"/>
                  </a:lnTo>
                  <a:lnTo>
                    <a:pt x="8209" y="28129"/>
                  </a:lnTo>
                  <a:lnTo>
                    <a:pt x="3374" y="25095"/>
                  </a:lnTo>
                  <a:lnTo>
                    <a:pt x="4042" y="23791"/>
                  </a:lnTo>
                  <a:lnTo>
                    <a:pt x="0" y="15037"/>
                  </a:lnTo>
                  <a:lnTo>
                    <a:pt x="655" y="8583"/>
                  </a:lnTo>
                  <a:lnTo>
                    <a:pt x="374" y="7962"/>
                  </a:lnTo>
                  <a:lnTo>
                    <a:pt x="4888" y="9662"/>
                  </a:lnTo>
                  <a:lnTo>
                    <a:pt x="5809" y="7756"/>
                  </a:lnTo>
                  <a:lnTo>
                    <a:pt x="5544" y="6120"/>
                  </a:lnTo>
                  <a:lnTo>
                    <a:pt x="12983" y="4275"/>
                  </a:lnTo>
                  <a:lnTo>
                    <a:pt x="1810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h3867"/>
            <p:cNvSpPr/>
            <p:nvPr/>
          </p:nvSpPr>
          <p:spPr>
            <a:xfrm>
              <a:off x="7201273" y="2901564"/>
              <a:ext cx="38373" cy="46217"/>
            </a:xfrm>
            <a:custGeom>
              <a:avLst/>
              <a:pathLst>
                <a:path w="38373" h="46217">
                  <a:moveTo>
                    <a:pt x="29053" y="2304"/>
                  </a:moveTo>
                  <a:lnTo>
                    <a:pt x="30743" y="6246"/>
                  </a:lnTo>
                  <a:lnTo>
                    <a:pt x="32238" y="7874"/>
                  </a:lnTo>
                  <a:lnTo>
                    <a:pt x="32086" y="12821"/>
                  </a:lnTo>
                  <a:lnTo>
                    <a:pt x="35004" y="17979"/>
                  </a:lnTo>
                  <a:lnTo>
                    <a:pt x="35007" y="21497"/>
                  </a:lnTo>
                  <a:lnTo>
                    <a:pt x="33032" y="21991"/>
                  </a:lnTo>
                  <a:lnTo>
                    <a:pt x="33104" y="22706"/>
                  </a:lnTo>
                  <a:lnTo>
                    <a:pt x="34986" y="22947"/>
                  </a:lnTo>
                  <a:lnTo>
                    <a:pt x="34330" y="29401"/>
                  </a:lnTo>
                  <a:lnTo>
                    <a:pt x="38373" y="38155"/>
                  </a:lnTo>
                  <a:lnTo>
                    <a:pt x="37704" y="39460"/>
                  </a:lnTo>
                  <a:lnTo>
                    <a:pt x="37020" y="38578"/>
                  </a:lnTo>
                  <a:lnTo>
                    <a:pt x="31003" y="38328"/>
                  </a:lnTo>
                  <a:lnTo>
                    <a:pt x="24063" y="39927"/>
                  </a:lnTo>
                  <a:lnTo>
                    <a:pt x="19938" y="46137"/>
                  </a:lnTo>
                  <a:lnTo>
                    <a:pt x="18899" y="46217"/>
                  </a:lnTo>
                  <a:lnTo>
                    <a:pt x="18898" y="44576"/>
                  </a:lnTo>
                  <a:lnTo>
                    <a:pt x="17479" y="43040"/>
                  </a:lnTo>
                  <a:lnTo>
                    <a:pt x="15423" y="44056"/>
                  </a:lnTo>
                  <a:lnTo>
                    <a:pt x="10124" y="42099"/>
                  </a:lnTo>
                  <a:lnTo>
                    <a:pt x="7777" y="40372"/>
                  </a:lnTo>
                  <a:lnTo>
                    <a:pt x="9017" y="36866"/>
                  </a:lnTo>
                  <a:lnTo>
                    <a:pt x="6276" y="32425"/>
                  </a:lnTo>
                  <a:lnTo>
                    <a:pt x="2024" y="28685"/>
                  </a:lnTo>
                  <a:lnTo>
                    <a:pt x="459" y="26841"/>
                  </a:lnTo>
                  <a:lnTo>
                    <a:pt x="0" y="23730"/>
                  </a:lnTo>
                  <a:lnTo>
                    <a:pt x="4276" y="13726"/>
                  </a:lnTo>
                  <a:lnTo>
                    <a:pt x="3803" y="12016"/>
                  </a:lnTo>
                  <a:lnTo>
                    <a:pt x="8628" y="9291"/>
                  </a:lnTo>
                  <a:lnTo>
                    <a:pt x="7953" y="6080"/>
                  </a:lnTo>
                  <a:lnTo>
                    <a:pt x="8857" y="3670"/>
                  </a:lnTo>
                  <a:lnTo>
                    <a:pt x="13445" y="3373"/>
                  </a:lnTo>
                  <a:lnTo>
                    <a:pt x="14421" y="3958"/>
                  </a:lnTo>
                  <a:lnTo>
                    <a:pt x="15106" y="6349"/>
                  </a:lnTo>
                  <a:lnTo>
                    <a:pt x="25590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h3868"/>
            <p:cNvSpPr/>
            <p:nvPr/>
          </p:nvSpPr>
          <p:spPr>
            <a:xfrm>
              <a:off x="7198190" y="2888555"/>
              <a:ext cx="28673" cy="26390"/>
            </a:xfrm>
            <a:custGeom>
              <a:avLst/>
              <a:pathLst>
                <a:path w="28673" h="26390">
                  <a:moveTo>
                    <a:pt x="12029" y="0"/>
                  </a:moveTo>
                  <a:lnTo>
                    <a:pt x="13544" y="2572"/>
                  </a:lnTo>
                  <a:lnTo>
                    <a:pt x="13456" y="6491"/>
                  </a:lnTo>
                  <a:lnTo>
                    <a:pt x="17196" y="9577"/>
                  </a:lnTo>
                  <a:lnTo>
                    <a:pt x="19460" y="9265"/>
                  </a:lnTo>
                  <a:lnTo>
                    <a:pt x="25295" y="5422"/>
                  </a:lnTo>
                  <a:lnTo>
                    <a:pt x="28673" y="13008"/>
                  </a:lnTo>
                  <a:lnTo>
                    <a:pt x="18190" y="19358"/>
                  </a:lnTo>
                  <a:lnTo>
                    <a:pt x="17505" y="16967"/>
                  </a:lnTo>
                  <a:lnTo>
                    <a:pt x="16528" y="16382"/>
                  </a:lnTo>
                  <a:lnTo>
                    <a:pt x="11940" y="16678"/>
                  </a:lnTo>
                  <a:lnTo>
                    <a:pt x="11036" y="19088"/>
                  </a:lnTo>
                  <a:lnTo>
                    <a:pt x="11712" y="22300"/>
                  </a:lnTo>
                  <a:lnTo>
                    <a:pt x="6886" y="25025"/>
                  </a:lnTo>
                  <a:lnTo>
                    <a:pt x="5269" y="26390"/>
                  </a:lnTo>
                  <a:lnTo>
                    <a:pt x="0" y="14285"/>
                  </a:lnTo>
                  <a:lnTo>
                    <a:pt x="5457" y="7892"/>
                  </a:lnTo>
                  <a:lnTo>
                    <a:pt x="10531" y="27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h3869"/>
            <p:cNvSpPr/>
            <p:nvPr/>
          </p:nvSpPr>
          <p:spPr>
            <a:xfrm>
              <a:off x="7232243" y="2982188"/>
              <a:ext cx="18074" cy="22238"/>
            </a:xfrm>
            <a:custGeom>
              <a:avLst/>
              <a:pathLst>
                <a:path w="18074" h="22238">
                  <a:moveTo>
                    <a:pt x="16897" y="6275"/>
                  </a:moveTo>
                  <a:lnTo>
                    <a:pt x="18074" y="7114"/>
                  </a:lnTo>
                  <a:lnTo>
                    <a:pt x="13228" y="13659"/>
                  </a:lnTo>
                  <a:lnTo>
                    <a:pt x="17944" y="16056"/>
                  </a:lnTo>
                  <a:lnTo>
                    <a:pt x="17427" y="17022"/>
                  </a:lnTo>
                  <a:lnTo>
                    <a:pt x="14775" y="19790"/>
                  </a:lnTo>
                  <a:lnTo>
                    <a:pt x="10785" y="22238"/>
                  </a:lnTo>
                  <a:lnTo>
                    <a:pt x="8815" y="22177"/>
                  </a:lnTo>
                  <a:lnTo>
                    <a:pt x="8700" y="19665"/>
                  </a:lnTo>
                  <a:lnTo>
                    <a:pt x="7163" y="18127"/>
                  </a:lnTo>
                  <a:lnTo>
                    <a:pt x="1084" y="17576"/>
                  </a:lnTo>
                  <a:lnTo>
                    <a:pt x="0" y="15298"/>
                  </a:lnTo>
                  <a:lnTo>
                    <a:pt x="471" y="13507"/>
                  </a:lnTo>
                  <a:lnTo>
                    <a:pt x="3622" y="12385"/>
                  </a:lnTo>
                  <a:lnTo>
                    <a:pt x="7632" y="1862"/>
                  </a:lnTo>
                  <a:lnTo>
                    <a:pt x="8806" y="3095"/>
                  </a:lnTo>
                  <a:lnTo>
                    <a:pt x="12719" y="4037"/>
                  </a:lnTo>
                  <a:lnTo>
                    <a:pt x="14794" y="646"/>
                  </a:lnTo>
                  <a:lnTo>
                    <a:pt x="15187" y="588"/>
                  </a:lnTo>
                  <a:lnTo>
                    <a:pt x="1741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h3870"/>
            <p:cNvSpPr/>
            <p:nvPr/>
          </p:nvSpPr>
          <p:spPr>
            <a:xfrm>
              <a:off x="7180622" y="2961367"/>
              <a:ext cx="15576" cy="14101"/>
            </a:xfrm>
            <a:custGeom>
              <a:avLst/>
              <a:pathLst>
                <a:path w="15576" h="14101">
                  <a:moveTo>
                    <a:pt x="8935" y="2108"/>
                  </a:moveTo>
                  <a:lnTo>
                    <a:pt x="9551" y="5280"/>
                  </a:lnTo>
                  <a:lnTo>
                    <a:pt x="15454" y="3339"/>
                  </a:lnTo>
                  <a:lnTo>
                    <a:pt x="15576" y="6238"/>
                  </a:lnTo>
                  <a:lnTo>
                    <a:pt x="12331" y="13314"/>
                  </a:lnTo>
                  <a:lnTo>
                    <a:pt x="10537" y="12703"/>
                  </a:lnTo>
                  <a:lnTo>
                    <a:pt x="5960" y="12871"/>
                  </a:lnTo>
                  <a:lnTo>
                    <a:pt x="4612" y="13033"/>
                  </a:lnTo>
                  <a:lnTo>
                    <a:pt x="4067" y="14101"/>
                  </a:lnTo>
                  <a:lnTo>
                    <a:pt x="147" y="13441"/>
                  </a:lnTo>
                  <a:lnTo>
                    <a:pt x="0" y="12720"/>
                  </a:lnTo>
                  <a:lnTo>
                    <a:pt x="3380" y="12085"/>
                  </a:lnTo>
                  <a:lnTo>
                    <a:pt x="239" y="8277"/>
                  </a:lnTo>
                  <a:lnTo>
                    <a:pt x="901" y="3071"/>
                  </a:lnTo>
                  <a:lnTo>
                    <a:pt x="3195" y="65"/>
                  </a:lnTo>
                  <a:lnTo>
                    <a:pt x="556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h3871"/>
            <p:cNvSpPr/>
            <p:nvPr/>
          </p:nvSpPr>
          <p:spPr>
            <a:xfrm>
              <a:off x="7188997" y="2974636"/>
              <a:ext cx="36139" cy="29419"/>
            </a:xfrm>
            <a:custGeom>
              <a:avLst/>
              <a:pathLst>
                <a:path w="36139" h="29419">
                  <a:moveTo>
                    <a:pt x="15562" y="667"/>
                  </a:moveTo>
                  <a:lnTo>
                    <a:pt x="29224" y="4242"/>
                  </a:lnTo>
                  <a:lnTo>
                    <a:pt x="30263" y="4943"/>
                  </a:lnTo>
                  <a:lnTo>
                    <a:pt x="32331" y="1338"/>
                  </a:lnTo>
                  <a:lnTo>
                    <a:pt x="36139" y="1376"/>
                  </a:lnTo>
                  <a:lnTo>
                    <a:pt x="35446" y="5462"/>
                  </a:lnTo>
                  <a:lnTo>
                    <a:pt x="33735" y="7938"/>
                  </a:lnTo>
                  <a:lnTo>
                    <a:pt x="32468" y="7019"/>
                  </a:lnTo>
                  <a:lnTo>
                    <a:pt x="28374" y="7981"/>
                  </a:lnTo>
                  <a:lnTo>
                    <a:pt x="26575" y="9701"/>
                  </a:lnTo>
                  <a:lnTo>
                    <a:pt x="27941" y="19760"/>
                  </a:lnTo>
                  <a:lnTo>
                    <a:pt x="19862" y="18318"/>
                  </a:lnTo>
                  <a:lnTo>
                    <a:pt x="14168" y="19231"/>
                  </a:lnTo>
                  <a:lnTo>
                    <a:pt x="10696" y="16420"/>
                  </a:lnTo>
                  <a:lnTo>
                    <a:pt x="8615" y="17739"/>
                  </a:lnTo>
                  <a:lnTo>
                    <a:pt x="7785" y="23303"/>
                  </a:lnTo>
                  <a:lnTo>
                    <a:pt x="9046" y="29307"/>
                  </a:lnTo>
                  <a:lnTo>
                    <a:pt x="6129" y="29419"/>
                  </a:lnTo>
                  <a:lnTo>
                    <a:pt x="3313" y="23819"/>
                  </a:lnTo>
                  <a:lnTo>
                    <a:pt x="619" y="22520"/>
                  </a:lnTo>
                  <a:lnTo>
                    <a:pt x="0" y="19995"/>
                  </a:lnTo>
                  <a:lnTo>
                    <a:pt x="1199" y="15438"/>
                  </a:lnTo>
                  <a:lnTo>
                    <a:pt x="5025" y="15373"/>
                  </a:lnTo>
                  <a:lnTo>
                    <a:pt x="7989" y="13961"/>
                  </a:lnTo>
                  <a:lnTo>
                    <a:pt x="8795" y="9187"/>
                  </a:lnTo>
                  <a:lnTo>
                    <a:pt x="7592" y="6749"/>
                  </a:lnTo>
                  <a:lnTo>
                    <a:pt x="9430" y="3704"/>
                  </a:lnTo>
                  <a:lnTo>
                    <a:pt x="11497" y="4447"/>
                  </a:lnTo>
                  <a:lnTo>
                    <a:pt x="12461" y="3611"/>
                  </a:lnTo>
                  <a:lnTo>
                    <a:pt x="1284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h3872"/>
            <p:cNvSpPr/>
            <p:nvPr/>
          </p:nvSpPr>
          <p:spPr>
            <a:xfrm>
              <a:off x="7242605" y="2952544"/>
              <a:ext cx="20922" cy="32420"/>
            </a:xfrm>
            <a:custGeom>
              <a:avLst/>
              <a:pathLst>
                <a:path w="20922" h="32420">
                  <a:moveTo>
                    <a:pt x="20510" y="1371"/>
                  </a:moveTo>
                  <a:lnTo>
                    <a:pt x="17802" y="3988"/>
                  </a:lnTo>
                  <a:lnTo>
                    <a:pt x="17065" y="6437"/>
                  </a:lnTo>
                  <a:lnTo>
                    <a:pt x="20922" y="17715"/>
                  </a:lnTo>
                  <a:lnTo>
                    <a:pt x="19768" y="25304"/>
                  </a:lnTo>
                  <a:lnTo>
                    <a:pt x="17441" y="30065"/>
                  </a:lnTo>
                  <a:lnTo>
                    <a:pt x="15366" y="32420"/>
                  </a:lnTo>
                  <a:lnTo>
                    <a:pt x="8323" y="29667"/>
                  </a:lnTo>
                  <a:lnTo>
                    <a:pt x="9729" y="26424"/>
                  </a:lnTo>
                  <a:lnTo>
                    <a:pt x="9964" y="22451"/>
                  </a:lnTo>
                  <a:lnTo>
                    <a:pt x="9681" y="22025"/>
                  </a:lnTo>
                  <a:lnTo>
                    <a:pt x="9048" y="23045"/>
                  </a:lnTo>
                  <a:lnTo>
                    <a:pt x="6602" y="23881"/>
                  </a:lnTo>
                  <a:lnTo>
                    <a:pt x="1228" y="20878"/>
                  </a:lnTo>
                  <a:lnTo>
                    <a:pt x="746" y="15542"/>
                  </a:lnTo>
                  <a:lnTo>
                    <a:pt x="1435" y="14288"/>
                  </a:lnTo>
                  <a:lnTo>
                    <a:pt x="0" y="11955"/>
                  </a:lnTo>
                  <a:lnTo>
                    <a:pt x="616" y="9723"/>
                  </a:lnTo>
                  <a:lnTo>
                    <a:pt x="5714" y="5472"/>
                  </a:lnTo>
                  <a:lnTo>
                    <a:pt x="9936" y="3802"/>
                  </a:lnTo>
                  <a:lnTo>
                    <a:pt x="1245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h3873"/>
            <p:cNvSpPr/>
            <p:nvPr/>
          </p:nvSpPr>
          <p:spPr>
            <a:xfrm>
              <a:off x="7204560" y="2960029"/>
              <a:ext cx="16149" cy="18848"/>
            </a:xfrm>
            <a:custGeom>
              <a:avLst/>
              <a:pathLst>
                <a:path w="16149" h="18848">
                  <a:moveTo>
                    <a:pt x="9832" y="0"/>
                  </a:moveTo>
                  <a:lnTo>
                    <a:pt x="9996" y="496"/>
                  </a:lnTo>
                  <a:lnTo>
                    <a:pt x="9052" y="4611"/>
                  </a:lnTo>
                  <a:lnTo>
                    <a:pt x="13306" y="6817"/>
                  </a:lnTo>
                  <a:lnTo>
                    <a:pt x="16149" y="6332"/>
                  </a:lnTo>
                  <a:lnTo>
                    <a:pt x="14485" y="17539"/>
                  </a:lnTo>
                  <a:lnTo>
                    <a:pt x="13661" y="18848"/>
                  </a:lnTo>
                  <a:lnTo>
                    <a:pt x="0" y="15274"/>
                  </a:lnTo>
                  <a:lnTo>
                    <a:pt x="661" y="14058"/>
                  </a:lnTo>
                  <a:lnTo>
                    <a:pt x="858" y="5964"/>
                  </a:lnTo>
                  <a:lnTo>
                    <a:pt x="3671" y="3230"/>
                  </a:lnTo>
                  <a:lnTo>
                    <a:pt x="8233" y="42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h3874"/>
            <p:cNvSpPr/>
            <p:nvPr/>
          </p:nvSpPr>
          <p:spPr>
            <a:xfrm>
              <a:off x="7218221" y="2959819"/>
              <a:ext cx="21926" cy="20279"/>
            </a:xfrm>
            <a:custGeom>
              <a:avLst/>
              <a:pathLst>
                <a:path w="21926" h="20279">
                  <a:moveTo>
                    <a:pt x="12267" y="0"/>
                  </a:moveTo>
                  <a:lnTo>
                    <a:pt x="17030" y="3119"/>
                  </a:lnTo>
                  <a:lnTo>
                    <a:pt x="14703" y="6751"/>
                  </a:lnTo>
                  <a:lnTo>
                    <a:pt x="14913" y="8273"/>
                  </a:lnTo>
                  <a:lnTo>
                    <a:pt x="16190" y="7937"/>
                  </a:lnTo>
                  <a:lnTo>
                    <a:pt x="18523" y="3719"/>
                  </a:lnTo>
                  <a:lnTo>
                    <a:pt x="21136" y="6429"/>
                  </a:lnTo>
                  <a:lnTo>
                    <a:pt x="20345" y="7462"/>
                  </a:lnTo>
                  <a:lnTo>
                    <a:pt x="20401" y="9477"/>
                  </a:lnTo>
                  <a:lnTo>
                    <a:pt x="21926" y="10918"/>
                  </a:lnTo>
                  <a:lnTo>
                    <a:pt x="21704" y="11845"/>
                  </a:lnTo>
                  <a:lnTo>
                    <a:pt x="16576" y="15673"/>
                  </a:lnTo>
                  <a:lnTo>
                    <a:pt x="13011" y="14487"/>
                  </a:lnTo>
                  <a:lnTo>
                    <a:pt x="10969" y="17403"/>
                  </a:lnTo>
                  <a:lnTo>
                    <a:pt x="6222" y="20279"/>
                  </a:lnTo>
                  <a:lnTo>
                    <a:pt x="6915" y="16193"/>
                  </a:lnTo>
                  <a:lnTo>
                    <a:pt x="3107" y="16155"/>
                  </a:lnTo>
                  <a:lnTo>
                    <a:pt x="1038" y="19759"/>
                  </a:lnTo>
                  <a:lnTo>
                    <a:pt x="0" y="19059"/>
                  </a:lnTo>
                  <a:lnTo>
                    <a:pt x="824" y="17749"/>
                  </a:lnTo>
                  <a:lnTo>
                    <a:pt x="2487" y="6542"/>
                  </a:lnTo>
                  <a:lnTo>
                    <a:pt x="4432" y="671"/>
                  </a:lnTo>
                  <a:lnTo>
                    <a:pt x="6766" y="175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h3875"/>
            <p:cNvSpPr/>
            <p:nvPr/>
          </p:nvSpPr>
          <p:spPr>
            <a:xfrm>
              <a:off x="7183564" y="2863984"/>
              <a:ext cx="31525" cy="52314"/>
            </a:xfrm>
            <a:custGeom>
              <a:avLst/>
              <a:pathLst>
                <a:path w="31525" h="52314">
                  <a:moveTo>
                    <a:pt x="17234" y="0"/>
                  </a:moveTo>
                  <a:lnTo>
                    <a:pt x="23641" y="4931"/>
                  </a:lnTo>
                  <a:lnTo>
                    <a:pt x="27110" y="4605"/>
                  </a:lnTo>
                  <a:lnTo>
                    <a:pt x="28888" y="5452"/>
                  </a:lnTo>
                  <a:lnTo>
                    <a:pt x="30074" y="6535"/>
                  </a:lnTo>
                  <a:lnTo>
                    <a:pt x="29461" y="7573"/>
                  </a:lnTo>
                  <a:lnTo>
                    <a:pt x="31525" y="12138"/>
                  </a:lnTo>
                  <a:lnTo>
                    <a:pt x="29641" y="14261"/>
                  </a:lnTo>
                  <a:lnTo>
                    <a:pt x="29333" y="16715"/>
                  </a:lnTo>
                  <a:lnTo>
                    <a:pt x="25157" y="24847"/>
                  </a:lnTo>
                  <a:lnTo>
                    <a:pt x="20083" y="32463"/>
                  </a:lnTo>
                  <a:lnTo>
                    <a:pt x="14626" y="38856"/>
                  </a:lnTo>
                  <a:lnTo>
                    <a:pt x="19895" y="50961"/>
                  </a:lnTo>
                  <a:lnTo>
                    <a:pt x="18387" y="52314"/>
                  </a:lnTo>
                  <a:lnTo>
                    <a:pt x="12821" y="49804"/>
                  </a:lnTo>
                  <a:lnTo>
                    <a:pt x="10279" y="42235"/>
                  </a:lnTo>
                  <a:lnTo>
                    <a:pt x="10943" y="39780"/>
                  </a:lnTo>
                  <a:lnTo>
                    <a:pt x="12301" y="38687"/>
                  </a:lnTo>
                  <a:lnTo>
                    <a:pt x="10713" y="35076"/>
                  </a:lnTo>
                  <a:lnTo>
                    <a:pt x="8623" y="34107"/>
                  </a:lnTo>
                  <a:lnTo>
                    <a:pt x="2554" y="37138"/>
                  </a:lnTo>
                  <a:lnTo>
                    <a:pt x="2869" y="34804"/>
                  </a:lnTo>
                  <a:lnTo>
                    <a:pt x="2241" y="33031"/>
                  </a:lnTo>
                  <a:lnTo>
                    <a:pt x="462" y="33792"/>
                  </a:lnTo>
                  <a:lnTo>
                    <a:pt x="0" y="33080"/>
                  </a:lnTo>
                  <a:lnTo>
                    <a:pt x="1323" y="30056"/>
                  </a:lnTo>
                  <a:lnTo>
                    <a:pt x="4494" y="27118"/>
                  </a:lnTo>
                  <a:lnTo>
                    <a:pt x="9419" y="28032"/>
                  </a:lnTo>
                  <a:lnTo>
                    <a:pt x="10490" y="26853"/>
                  </a:lnTo>
                  <a:lnTo>
                    <a:pt x="7766" y="21202"/>
                  </a:lnTo>
                  <a:lnTo>
                    <a:pt x="5894" y="20762"/>
                  </a:lnTo>
                  <a:lnTo>
                    <a:pt x="4134" y="18096"/>
                  </a:lnTo>
                  <a:lnTo>
                    <a:pt x="5185" y="9773"/>
                  </a:lnTo>
                  <a:lnTo>
                    <a:pt x="7698" y="9483"/>
                  </a:lnTo>
                  <a:lnTo>
                    <a:pt x="9292" y="7855"/>
                  </a:lnTo>
                  <a:lnTo>
                    <a:pt x="8627" y="6693"/>
                  </a:lnTo>
                  <a:lnTo>
                    <a:pt x="11407" y="5488"/>
                  </a:lnTo>
                  <a:lnTo>
                    <a:pt x="15382" y="89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h3876"/>
            <p:cNvSpPr/>
            <p:nvPr/>
          </p:nvSpPr>
          <p:spPr>
            <a:xfrm>
              <a:off x="7139887" y="2965119"/>
              <a:ext cx="16076" cy="20471"/>
            </a:xfrm>
            <a:custGeom>
              <a:avLst/>
              <a:pathLst>
                <a:path w="16076" h="20471">
                  <a:moveTo>
                    <a:pt x="15800" y="1747"/>
                  </a:moveTo>
                  <a:lnTo>
                    <a:pt x="13629" y="4078"/>
                  </a:lnTo>
                  <a:lnTo>
                    <a:pt x="13608" y="8222"/>
                  </a:lnTo>
                  <a:lnTo>
                    <a:pt x="15971" y="16239"/>
                  </a:lnTo>
                  <a:lnTo>
                    <a:pt x="16076" y="17078"/>
                  </a:lnTo>
                  <a:lnTo>
                    <a:pt x="12074" y="20471"/>
                  </a:lnTo>
                  <a:lnTo>
                    <a:pt x="3460" y="14018"/>
                  </a:lnTo>
                  <a:lnTo>
                    <a:pt x="0" y="13799"/>
                  </a:lnTo>
                  <a:lnTo>
                    <a:pt x="308" y="12093"/>
                  </a:lnTo>
                  <a:lnTo>
                    <a:pt x="2589" y="8556"/>
                  </a:lnTo>
                  <a:lnTo>
                    <a:pt x="3004" y="5044"/>
                  </a:lnTo>
                  <a:lnTo>
                    <a:pt x="2185" y="2547"/>
                  </a:lnTo>
                  <a:lnTo>
                    <a:pt x="620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h3877"/>
            <p:cNvSpPr/>
            <p:nvPr/>
          </p:nvSpPr>
          <p:spPr>
            <a:xfrm>
              <a:off x="7279888" y="2915932"/>
              <a:ext cx="35339" cy="39144"/>
            </a:xfrm>
            <a:custGeom>
              <a:avLst/>
              <a:pathLst>
                <a:path w="35339" h="39144">
                  <a:moveTo>
                    <a:pt x="27860" y="244"/>
                  </a:moveTo>
                  <a:lnTo>
                    <a:pt x="35339" y="14219"/>
                  </a:lnTo>
                  <a:lnTo>
                    <a:pt x="29007" y="16942"/>
                  </a:lnTo>
                  <a:lnTo>
                    <a:pt x="27385" y="22709"/>
                  </a:lnTo>
                  <a:lnTo>
                    <a:pt x="19346" y="27175"/>
                  </a:lnTo>
                  <a:lnTo>
                    <a:pt x="15444" y="30943"/>
                  </a:lnTo>
                  <a:lnTo>
                    <a:pt x="9777" y="31160"/>
                  </a:lnTo>
                  <a:lnTo>
                    <a:pt x="7495" y="33020"/>
                  </a:lnTo>
                  <a:lnTo>
                    <a:pt x="5192" y="37994"/>
                  </a:lnTo>
                  <a:lnTo>
                    <a:pt x="2878" y="39144"/>
                  </a:lnTo>
                  <a:lnTo>
                    <a:pt x="0" y="38373"/>
                  </a:lnTo>
                  <a:lnTo>
                    <a:pt x="3133" y="32515"/>
                  </a:lnTo>
                  <a:lnTo>
                    <a:pt x="4294" y="28326"/>
                  </a:lnTo>
                  <a:lnTo>
                    <a:pt x="1743" y="25227"/>
                  </a:lnTo>
                  <a:lnTo>
                    <a:pt x="1879" y="23007"/>
                  </a:lnTo>
                  <a:lnTo>
                    <a:pt x="8154" y="16854"/>
                  </a:lnTo>
                  <a:lnTo>
                    <a:pt x="14420" y="11802"/>
                  </a:lnTo>
                  <a:lnTo>
                    <a:pt x="16895" y="12183"/>
                  </a:lnTo>
                  <a:lnTo>
                    <a:pt x="19227" y="11533"/>
                  </a:lnTo>
                  <a:lnTo>
                    <a:pt x="25601" y="3070"/>
                  </a:lnTo>
                  <a:lnTo>
                    <a:pt x="26942" y="615"/>
                  </a:lnTo>
                  <a:lnTo>
                    <a:pt x="2653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h3878"/>
            <p:cNvSpPr/>
            <p:nvPr/>
          </p:nvSpPr>
          <p:spPr>
            <a:xfrm>
              <a:off x="7253889" y="3015571"/>
              <a:ext cx="33888" cy="34560"/>
            </a:xfrm>
            <a:custGeom>
              <a:avLst/>
              <a:pathLst>
                <a:path w="33888" h="34560">
                  <a:moveTo>
                    <a:pt x="26809" y="567"/>
                  </a:moveTo>
                  <a:lnTo>
                    <a:pt x="27261" y="1921"/>
                  </a:lnTo>
                  <a:lnTo>
                    <a:pt x="29002" y="2479"/>
                  </a:lnTo>
                  <a:lnTo>
                    <a:pt x="30021" y="861"/>
                  </a:lnTo>
                  <a:lnTo>
                    <a:pt x="33888" y="1751"/>
                  </a:lnTo>
                  <a:lnTo>
                    <a:pt x="32992" y="3783"/>
                  </a:lnTo>
                  <a:lnTo>
                    <a:pt x="29799" y="5872"/>
                  </a:lnTo>
                  <a:lnTo>
                    <a:pt x="26415" y="5461"/>
                  </a:lnTo>
                  <a:lnTo>
                    <a:pt x="24579" y="9292"/>
                  </a:lnTo>
                  <a:lnTo>
                    <a:pt x="15273" y="18416"/>
                  </a:lnTo>
                  <a:lnTo>
                    <a:pt x="14656" y="21370"/>
                  </a:lnTo>
                  <a:lnTo>
                    <a:pt x="15727" y="22162"/>
                  </a:lnTo>
                  <a:lnTo>
                    <a:pt x="18045" y="21662"/>
                  </a:lnTo>
                  <a:lnTo>
                    <a:pt x="19105" y="22140"/>
                  </a:lnTo>
                  <a:lnTo>
                    <a:pt x="20144" y="24441"/>
                  </a:lnTo>
                  <a:lnTo>
                    <a:pt x="19239" y="25876"/>
                  </a:lnTo>
                  <a:lnTo>
                    <a:pt x="19588" y="28793"/>
                  </a:lnTo>
                  <a:lnTo>
                    <a:pt x="24258" y="30705"/>
                  </a:lnTo>
                  <a:lnTo>
                    <a:pt x="22495" y="33223"/>
                  </a:lnTo>
                  <a:lnTo>
                    <a:pt x="19007" y="32349"/>
                  </a:lnTo>
                  <a:lnTo>
                    <a:pt x="8985" y="32488"/>
                  </a:lnTo>
                  <a:lnTo>
                    <a:pt x="8840" y="33824"/>
                  </a:lnTo>
                  <a:lnTo>
                    <a:pt x="5422" y="34560"/>
                  </a:lnTo>
                  <a:lnTo>
                    <a:pt x="3289" y="30409"/>
                  </a:lnTo>
                  <a:lnTo>
                    <a:pt x="4615" y="28731"/>
                  </a:lnTo>
                  <a:lnTo>
                    <a:pt x="4135" y="26908"/>
                  </a:lnTo>
                  <a:lnTo>
                    <a:pt x="0" y="22881"/>
                  </a:lnTo>
                  <a:lnTo>
                    <a:pt x="1087" y="21573"/>
                  </a:lnTo>
                  <a:lnTo>
                    <a:pt x="2625" y="15456"/>
                  </a:lnTo>
                  <a:lnTo>
                    <a:pt x="16284" y="7410"/>
                  </a:lnTo>
                  <a:lnTo>
                    <a:pt x="21071" y="2862"/>
                  </a:lnTo>
                  <a:lnTo>
                    <a:pt x="21256" y="1452"/>
                  </a:lnTo>
                  <a:lnTo>
                    <a:pt x="2392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h3879"/>
            <p:cNvSpPr/>
            <p:nvPr/>
          </p:nvSpPr>
          <p:spPr>
            <a:xfrm>
              <a:off x="7268545" y="3017322"/>
              <a:ext cx="30409" cy="28954"/>
            </a:xfrm>
            <a:custGeom>
              <a:avLst/>
              <a:pathLst>
                <a:path w="30409" h="28954">
                  <a:moveTo>
                    <a:pt x="21277" y="423"/>
                  </a:moveTo>
                  <a:lnTo>
                    <a:pt x="23592" y="6212"/>
                  </a:lnTo>
                  <a:lnTo>
                    <a:pt x="25517" y="9011"/>
                  </a:lnTo>
                  <a:lnTo>
                    <a:pt x="28016" y="9231"/>
                  </a:lnTo>
                  <a:lnTo>
                    <a:pt x="30409" y="10715"/>
                  </a:lnTo>
                  <a:lnTo>
                    <a:pt x="30318" y="13520"/>
                  </a:lnTo>
                  <a:lnTo>
                    <a:pt x="23171" y="16712"/>
                  </a:lnTo>
                  <a:lnTo>
                    <a:pt x="16215" y="15725"/>
                  </a:lnTo>
                  <a:lnTo>
                    <a:pt x="13678" y="16499"/>
                  </a:lnTo>
                  <a:lnTo>
                    <a:pt x="13952" y="19241"/>
                  </a:lnTo>
                  <a:lnTo>
                    <a:pt x="15080" y="19260"/>
                  </a:lnTo>
                  <a:lnTo>
                    <a:pt x="14779" y="21330"/>
                  </a:lnTo>
                  <a:lnTo>
                    <a:pt x="9601" y="28954"/>
                  </a:lnTo>
                  <a:lnTo>
                    <a:pt x="4931" y="27041"/>
                  </a:lnTo>
                  <a:lnTo>
                    <a:pt x="4582" y="24124"/>
                  </a:lnTo>
                  <a:lnTo>
                    <a:pt x="5488" y="22690"/>
                  </a:lnTo>
                  <a:lnTo>
                    <a:pt x="4448" y="20389"/>
                  </a:lnTo>
                  <a:lnTo>
                    <a:pt x="3388" y="19911"/>
                  </a:lnTo>
                  <a:lnTo>
                    <a:pt x="1071" y="20410"/>
                  </a:lnTo>
                  <a:lnTo>
                    <a:pt x="0" y="19618"/>
                  </a:lnTo>
                  <a:lnTo>
                    <a:pt x="616" y="16665"/>
                  </a:lnTo>
                  <a:lnTo>
                    <a:pt x="9922" y="7541"/>
                  </a:lnTo>
                  <a:lnTo>
                    <a:pt x="11758" y="3710"/>
                  </a:lnTo>
                  <a:lnTo>
                    <a:pt x="15143" y="4120"/>
                  </a:lnTo>
                  <a:lnTo>
                    <a:pt x="18335" y="2032"/>
                  </a:lnTo>
                  <a:lnTo>
                    <a:pt x="1923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h3880"/>
            <p:cNvSpPr/>
            <p:nvPr/>
          </p:nvSpPr>
          <p:spPr>
            <a:xfrm>
              <a:off x="7234924" y="2881821"/>
              <a:ext cx="32007" cy="27854"/>
            </a:xfrm>
            <a:custGeom>
              <a:avLst/>
              <a:pathLst>
                <a:path w="32007" h="27854">
                  <a:moveTo>
                    <a:pt x="26549" y="2023"/>
                  </a:moveTo>
                  <a:lnTo>
                    <a:pt x="28054" y="1784"/>
                  </a:lnTo>
                  <a:lnTo>
                    <a:pt x="30350" y="3173"/>
                  </a:lnTo>
                  <a:lnTo>
                    <a:pt x="32007" y="4531"/>
                  </a:lnTo>
                  <a:lnTo>
                    <a:pt x="29773" y="6590"/>
                  </a:lnTo>
                  <a:lnTo>
                    <a:pt x="27524" y="13089"/>
                  </a:lnTo>
                  <a:lnTo>
                    <a:pt x="27430" y="14829"/>
                  </a:lnTo>
                  <a:lnTo>
                    <a:pt x="29298" y="17481"/>
                  </a:lnTo>
                  <a:lnTo>
                    <a:pt x="22718" y="20149"/>
                  </a:lnTo>
                  <a:lnTo>
                    <a:pt x="22246" y="19397"/>
                  </a:lnTo>
                  <a:lnTo>
                    <a:pt x="19280" y="22716"/>
                  </a:lnTo>
                  <a:lnTo>
                    <a:pt x="19124" y="21092"/>
                  </a:lnTo>
                  <a:lnTo>
                    <a:pt x="16740" y="19950"/>
                  </a:lnTo>
                  <a:lnTo>
                    <a:pt x="10805" y="25908"/>
                  </a:lnTo>
                  <a:lnTo>
                    <a:pt x="5625" y="27854"/>
                  </a:lnTo>
                  <a:lnTo>
                    <a:pt x="2417" y="24065"/>
                  </a:lnTo>
                  <a:lnTo>
                    <a:pt x="593" y="22752"/>
                  </a:lnTo>
                  <a:lnTo>
                    <a:pt x="0" y="20636"/>
                  </a:lnTo>
                  <a:lnTo>
                    <a:pt x="2761" y="17947"/>
                  </a:lnTo>
                  <a:lnTo>
                    <a:pt x="9301" y="17773"/>
                  </a:lnTo>
                  <a:lnTo>
                    <a:pt x="12979" y="16012"/>
                  </a:lnTo>
                  <a:lnTo>
                    <a:pt x="15101" y="12794"/>
                  </a:lnTo>
                  <a:lnTo>
                    <a:pt x="11148" y="10459"/>
                  </a:lnTo>
                  <a:lnTo>
                    <a:pt x="11868" y="6665"/>
                  </a:lnTo>
                  <a:lnTo>
                    <a:pt x="12368" y="6158"/>
                  </a:lnTo>
                  <a:lnTo>
                    <a:pt x="14636" y="6790"/>
                  </a:lnTo>
                  <a:lnTo>
                    <a:pt x="19137" y="5292"/>
                  </a:lnTo>
                  <a:lnTo>
                    <a:pt x="21517" y="2350"/>
                  </a:lnTo>
                  <a:lnTo>
                    <a:pt x="2198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h3881"/>
            <p:cNvSpPr/>
            <p:nvPr/>
          </p:nvSpPr>
          <p:spPr>
            <a:xfrm>
              <a:off x="7196301" y="3011446"/>
              <a:ext cx="14293" cy="13476"/>
            </a:xfrm>
            <a:custGeom>
              <a:avLst/>
              <a:pathLst>
                <a:path w="14293" h="13476">
                  <a:moveTo>
                    <a:pt x="13182" y="3803"/>
                  </a:moveTo>
                  <a:lnTo>
                    <a:pt x="14293" y="5534"/>
                  </a:lnTo>
                  <a:lnTo>
                    <a:pt x="14244" y="7951"/>
                  </a:lnTo>
                  <a:lnTo>
                    <a:pt x="12981" y="8739"/>
                  </a:lnTo>
                  <a:lnTo>
                    <a:pt x="11567" y="8237"/>
                  </a:lnTo>
                  <a:lnTo>
                    <a:pt x="9461" y="13476"/>
                  </a:lnTo>
                  <a:lnTo>
                    <a:pt x="6381" y="12899"/>
                  </a:lnTo>
                  <a:lnTo>
                    <a:pt x="1610" y="10414"/>
                  </a:lnTo>
                  <a:lnTo>
                    <a:pt x="0" y="5763"/>
                  </a:lnTo>
                  <a:lnTo>
                    <a:pt x="3819" y="3409"/>
                  </a:lnTo>
                  <a:lnTo>
                    <a:pt x="6671" y="2009"/>
                  </a:lnTo>
                  <a:lnTo>
                    <a:pt x="827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h3882"/>
            <p:cNvSpPr/>
            <p:nvPr/>
          </p:nvSpPr>
          <p:spPr>
            <a:xfrm>
              <a:off x="7135463" y="2978208"/>
              <a:ext cx="30594" cy="29695"/>
            </a:xfrm>
            <a:custGeom>
              <a:avLst/>
              <a:pathLst>
                <a:path w="30594" h="29695">
                  <a:moveTo>
                    <a:pt x="4423" y="710"/>
                  </a:moveTo>
                  <a:lnTo>
                    <a:pt x="7884" y="929"/>
                  </a:lnTo>
                  <a:lnTo>
                    <a:pt x="16497" y="7382"/>
                  </a:lnTo>
                  <a:lnTo>
                    <a:pt x="20500" y="3989"/>
                  </a:lnTo>
                  <a:lnTo>
                    <a:pt x="20395" y="3150"/>
                  </a:lnTo>
                  <a:lnTo>
                    <a:pt x="20924" y="2733"/>
                  </a:lnTo>
                  <a:lnTo>
                    <a:pt x="26650" y="9571"/>
                  </a:lnTo>
                  <a:lnTo>
                    <a:pt x="30518" y="13331"/>
                  </a:lnTo>
                  <a:lnTo>
                    <a:pt x="27289" y="16642"/>
                  </a:lnTo>
                  <a:lnTo>
                    <a:pt x="30594" y="18196"/>
                  </a:lnTo>
                  <a:lnTo>
                    <a:pt x="28710" y="23923"/>
                  </a:lnTo>
                  <a:lnTo>
                    <a:pt x="24733" y="26319"/>
                  </a:lnTo>
                  <a:lnTo>
                    <a:pt x="25011" y="28656"/>
                  </a:lnTo>
                  <a:lnTo>
                    <a:pt x="26831" y="29695"/>
                  </a:lnTo>
                  <a:lnTo>
                    <a:pt x="20687" y="29265"/>
                  </a:lnTo>
                  <a:lnTo>
                    <a:pt x="19503" y="28298"/>
                  </a:lnTo>
                  <a:lnTo>
                    <a:pt x="17456" y="23919"/>
                  </a:lnTo>
                  <a:lnTo>
                    <a:pt x="19187" y="22911"/>
                  </a:lnTo>
                  <a:lnTo>
                    <a:pt x="17401" y="21918"/>
                  </a:lnTo>
                  <a:lnTo>
                    <a:pt x="14779" y="20672"/>
                  </a:lnTo>
                  <a:lnTo>
                    <a:pt x="8332" y="20436"/>
                  </a:lnTo>
                  <a:lnTo>
                    <a:pt x="5855" y="13646"/>
                  </a:lnTo>
                  <a:lnTo>
                    <a:pt x="3183" y="11497"/>
                  </a:lnTo>
                  <a:lnTo>
                    <a:pt x="2371" y="8501"/>
                  </a:lnTo>
                  <a:lnTo>
                    <a:pt x="0" y="1288"/>
                  </a:lnTo>
                  <a:lnTo>
                    <a:pt x="1095" y="1979"/>
                  </a:lnTo>
                  <a:lnTo>
                    <a:pt x="2274" y="0"/>
                  </a:lnTo>
                  <a:close/>
                </a:path>
              </a:pathLst>
            </a:custGeom>
            <a:solidFill>
              <a:srgbClr val="FB6A4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h3883"/>
            <p:cNvSpPr/>
            <p:nvPr/>
          </p:nvSpPr>
          <p:spPr>
            <a:xfrm>
              <a:off x="7275877" y="2873014"/>
              <a:ext cx="15656" cy="21632"/>
            </a:xfrm>
            <a:custGeom>
              <a:avLst/>
              <a:pathLst>
                <a:path w="15656" h="21632">
                  <a:moveTo>
                    <a:pt x="8584" y="1918"/>
                  </a:moveTo>
                  <a:lnTo>
                    <a:pt x="12649" y="2709"/>
                  </a:lnTo>
                  <a:lnTo>
                    <a:pt x="13908" y="2087"/>
                  </a:lnTo>
                  <a:lnTo>
                    <a:pt x="15522" y="5236"/>
                  </a:lnTo>
                  <a:lnTo>
                    <a:pt x="12341" y="6541"/>
                  </a:lnTo>
                  <a:lnTo>
                    <a:pt x="11430" y="9499"/>
                  </a:lnTo>
                  <a:lnTo>
                    <a:pt x="11281" y="13595"/>
                  </a:lnTo>
                  <a:lnTo>
                    <a:pt x="12256" y="16482"/>
                  </a:lnTo>
                  <a:lnTo>
                    <a:pt x="15656" y="16870"/>
                  </a:lnTo>
                  <a:lnTo>
                    <a:pt x="14816" y="19553"/>
                  </a:lnTo>
                  <a:lnTo>
                    <a:pt x="13080" y="20669"/>
                  </a:lnTo>
                  <a:lnTo>
                    <a:pt x="11954" y="20248"/>
                  </a:lnTo>
                  <a:lnTo>
                    <a:pt x="3219" y="21632"/>
                  </a:lnTo>
                  <a:lnTo>
                    <a:pt x="1276" y="19854"/>
                  </a:lnTo>
                  <a:lnTo>
                    <a:pt x="4772" y="18207"/>
                  </a:lnTo>
                  <a:lnTo>
                    <a:pt x="3184" y="15675"/>
                  </a:lnTo>
                  <a:lnTo>
                    <a:pt x="0" y="14895"/>
                  </a:lnTo>
                  <a:lnTo>
                    <a:pt x="855" y="11092"/>
                  </a:lnTo>
                  <a:lnTo>
                    <a:pt x="5050" y="7555"/>
                  </a:lnTo>
                  <a:lnTo>
                    <a:pt x="6793" y="4272"/>
                  </a:lnTo>
                  <a:lnTo>
                    <a:pt x="5077" y="4107"/>
                  </a:lnTo>
                  <a:lnTo>
                    <a:pt x="4387" y="1737"/>
                  </a:lnTo>
                  <a:lnTo>
                    <a:pt x="4597" y="353"/>
                  </a:lnTo>
                  <a:lnTo>
                    <a:pt x="582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h3884"/>
            <p:cNvSpPr/>
            <p:nvPr/>
          </p:nvSpPr>
          <p:spPr>
            <a:xfrm>
              <a:off x="7162114" y="2982633"/>
              <a:ext cx="15413" cy="8906"/>
            </a:xfrm>
            <a:custGeom>
              <a:avLst/>
              <a:pathLst>
                <a:path w="15413" h="8906">
                  <a:moveTo>
                    <a:pt x="14884" y="1419"/>
                  </a:moveTo>
                  <a:lnTo>
                    <a:pt x="12452" y="2965"/>
                  </a:lnTo>
                  <a:lnTo>
                    <a:pt x="13982" y="4512"/>
                  </a:lnTo>
                  <a:lnTo>
                    <a:pt x="10919" y="5027"/>
                  </a:lnTo>
                  <a:lnTo>
                    <a:pt x="10707" y="6409"/>
                  </a:lnTo>
                  <a:lnTo>
                    <a:pt x="3867" y="8906"/>
                  </a:lnTo>
                  <a:lnTo>
                    <a:pt x="0" y="5146"/>
                  </a:lnTo>
                  <a:lnTo>
                    <a:pt x="1969" y="3767"/>
                  </a:lnTo>
                  <a:lnTo>
                    <a:pt x="3331" y="4192"/>
                  </a:lnTo>
                  <a:lnTo>
                    <a:pt x="7926" y="3028"/>
                  </a:lnTo>
                  <a:lnTo>
                    <a:pt x="1541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h3885"/>
            <p:cNvSpPr/>
            <p:nvPr/>
          </p:nvSpPr>
          <p:spPr>
            <a:xfrm>
              <a:off x="7225845" y="2980021"/>
              <a:ext cx="14030" cy="20896"/>
            </a:xfrm>
            <a:custGeom>
              <a:avLst/>
              <a:pathLst>
                <a:path w="14030" h="20896">
                  <a:moveTo>
                    <a:pt x="14030" y="4029"/>
                  </a:moveTo>
                  <a:lnTo>
                    <a:pt x="10020" y="14551"/>
                  </a:lnTo>
                  <a:lnTo>
                    <a:pt x="6869" y="15673"/>
                  </a:lnTo>
                  <a:lnTo>
                    <a:pt x="6397" y="17464"/>
                  </a:lnTo>
                  <a:lnTo>
                    <a:pt x="7482" y="19742"/>
                  </a:lnTo>
                  <a:lnTo>
                    <a:pt x="4750" y="20896"/>
                  </a:lnTo>
                  <a:lnTo>
                    <a:pt x="962" y="20613"/>
                  </a:lnTo>
                  <a:lnTo>
                    <a:pt x="2554" y="16734"/>
                  </a:lnTo>
                  <a:lnTo>
                    <a:pt x="571" y="15557"/>
                  </a:lnTo>
                  <a:lnTo>
                    <a:pt x="0" y="11083"/>
                  </a:lnTo>
                  <a:lnTo>
                    <a:pt x="1057" y="9518"/>
                  </a:lnTo>
                  <a:lnTo>
                    <a:pt x="3184" y="8369"/>
                  </a:lnTo>
                  <a:lnTo>
                    <a:pt x="1008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h3886"/>
            <p:cNvSpPr/>
            <p:nvPr/>
          </p:nvSpPr>
          <p:spPr>
            <a:xfrm>
              <a:off x="7160323" y="2906871"/>
              <a:ext cx="26399" cy="44379"/>
            </a:xfrm>
            <a:custGeom>
              <a:avLst/>
              <a:pathLst>
                <a:path w="26399" h="44379">
                  <a:moveTo>
                    <a:pt x="14403" y="0"/>
                  </a:moveTo>
                  <a:lnTo>
                    <a:pt x="15335" y="4423"/>
                  </a:lnTo>
                  <a:lnTo>
                    <a:pt x="14745" y="6948"/>
                  </a:lnTo>
                  <a:lnTo>
                    <a:pt x="17838" y="12180"/>
                  </a:lnTo>
                  <a:lnTo>
                    <a:pt x="18358" y="18637"/>
                  </a:lnTo>
                  <a:lnTo>
                    <a:pt x="17068" y="19908"/>
                  </a:lnTo>
                  <a:lnTo>
                    <a:pt x="24530" y="24273"/>
                  </a:lnTo>
                  <a:lnTo>
                    <a:pt x="21608" y="30065"/>
                  </a:lnTo>
                  <a:lnTo>
                    <a:pt x="25593" y="35722"/>
                  </a:lnTo>
                  <a:lnTo>
                    <a:pt x="26399" y="42543"/>
                  </a:lnTo>
                  <a:lnTo>
                    <a:pt x="24273" y="44379"/>
                  </a:lnTo>
                  <a:lnTo>
                    <a:pt x="22177" y="42589"/>
                  </a:lnTo>
                  <a:lnTo>
                    <a:pt x="23032" y="41031"/>
                  </a:lnTo>
                  <a:lnTo>
                    <a:pt x="21059" y="39450"/>
                  </a:lnTo>
                  <a:lnTo>
                    <a:pt x="16794" y="39065"/>
                  </a:lnTo>
                  <a:lnTo>
                    <a:pt x="6095" y="38871"/>
                  </a:lnTo>
                  <a:lnTo>
                    <a:pt x="1223" y="39890"/>
                  </a:lnTo>
                  <a:lnTo>
                    <a:pt x="0" y="34588"/>
                  </a:lnTo>
                  <a:lnTo>
                    <a:pt x="1310" y="33780"/>
                  </a:lnTo>
                  <a:lnTo>
                    <a:pt x="1714" y="31729"/>
                  </a:lnTo>
                  <a:lnTo>
                    <a:pt x="662" y="29930"/>
                  </a:lnTo>
                  <a:lnTo>
                    <a:pt x="6082" y="25167"/>
                  </a:lnTo>
                  <a:lnTo>
                    <a:pt x="2653" y="19589"/>
                  </a:lnTo>
                  <a:lnTo>
                    <a:pt x="2900" y="16504"/>
                  </a:lnTo>
                  <a:lnTo>
                    <a:pt x="3651" y="11788"/>
                  </a:lnTo>
                  <a:lnTo>
                    <a:pt x="1737" y="7739"/>
                  </a:lnTo>
                  <a:lnTo>
                    <a:pt x="2369" y="150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h3887"/>
            <p:cNvSpPr/>
            <p:nvPr/>
          </p:nvSpPr>
          <p:spPr>
            <a:xfrm>
              <a:off x="7162823" y="2852130"/>
              <a:ext cx="31230" cy="41957"/>
            </a:xfrm>
            <a:custGeom>
              <a:avLst/>
              <a:pathLst>
                <a:path w="31230" h="41957">
                  <a:moveTo>
                    <a:pt x="13480" y="2111"/>
                  </a:moveTo>
                  <a:lnTo>
                    <a:pt x="25925" y="21627"/>
                  </a:lnTo>
                  <a:lnTo>
                    <a:pt x="24874" y="29950"/>
                  </a:lnTo>
                  <a:lnTo>
                    <a:pt x="26634" y="32615"/>
                  </a:lnTo>
                  <a:lnTo>
                    <a:pt x="28506" y="33056"/>
                  </a:lnTo>
                  <a:lnTo>
                    <a:pt x="31230" y="38707"/>
                  </a:lnTo>
                  <a:lnTo>
                    <a:pt x="30159" y="39886"/>
                  </a:lnTo>
                  <a:lnTo>
                    <a:pt x="25234" y="38972"/>
                  </a:lnTo>
                  <a:lnTo>
                    <a:pt x="22063" y="41910"/>
                  </a:lnTo>
                  <a:lnTo>
                    <a:pt x="20891" y="41957"/>
                  </a:lnTo>
                  <a:lnTo>
                    <a:pt x="16360" y="38843"/>
                  </a:lnTo>
                  <a:lnTo>
                    <a:pt x="18829" y="33508"/>
                  </a:lnTo>
                  <a:lnTo>
                    <a:pt x="17316" y="32202"/>
                  </a:lnTo>
                  <a:lnTo>
                    <a:pt x="13639" y="30083"/>
                  </a:lnTo>
                  <a:lnTo>
                    <a:pt x="9706" y="30960"/>
                  </a:lnTo>
                  <a:lnTo>
                    <a:pt x="8723" y="30459"/>
                  </a:lnTo>
                  <a:lnTo>
                    <a:pt x="7202" y="26846"/>
                  </a:lnTo>
                  <a:lnTo>
                    <a:pt x="7761" y="25400"/>
                  </a:lnTo>
                  <a:lnTo>
                    <a:pt x="7081" y="23980"/>
                  </a:lnTo>
                  <a:lnTo>
                    <a:pt x="5843" y="22699"/>
                  </a:lnTo>
                  <a:lnTo>
                    <a:pt x="4988" y="23521"/>
                  </a:lnTo>
                  <a:lnTo>
                    <a:pt x="3493" y="16836"/>
                  </a:lnTo>
                  <a:lnTo>
                    <a:pt x="3526" y="12553"/>
                  </a:lnTo>
                  <a:lnTo>
                    <a:pt x="109" y="10708"/>
                  </a:lnTo>
                  <a:lnTo>
                    <a:pt x="0" y="8884"/>
                  </a:lnTo>
                  <a:lnTo>
                    <a:pt x="2099" y="7144"/>
                  </a:lnTo>
                  <a:lnTo>
                    <a:pt x="3076" y="3746"/>
                  </a:lnTo>
                  <a:lnTo>
                    <a:pt x="2664" y="3135"/>
                  </a:lnTo>
                  <a:lnTo>
                    <a:pt x="1031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h3888"/>
            <p:cNvSpPr/>
            <p:nvPr/>
          </p:nvSpPr>
          <p:spPr>
            <a:xfrm>
              <a:off x="7091442" y="2933435"/>
              <a:ext cx="44565" cy="32608"/>
            </a:xfrm>
            <a:custGeom>
              <a:avLst/>
              <a:pathLst>
                <a:path w="44565" h="32608">
                  <a:moveTo>
                    <a:pt x="39548" y="1108"/>
                  </a:moveTo>
                  <a:lnTo>
                    <a:pt x="38216" y="4238"/>
                  </a:lnTo>
                  <a:lnTo>
                    <a:pt x="38595" y="5382"/>
                  </a:lnTo>
                  <a:lnTo>
                    <a:pt x="39734" y="6721"/>
                  </a:lnTo>
                  <a:lnTo>
                    <a:pt x="42719" y="4944"/>
                  </a:lnTo>
                  <a:lnTo>
                    <a:pt x="44565" y="10751"/>
                  </a:lnTo>
                  <a:lnTo>
                    <a:pt x="39762" y="18801"/>
                  </a:lnTo>
                  <a:lnTo>
                    <a:pt x="39067" y="23982"/>
                  </a:lnTo>
                  <a:lnTo>
                    <a:pt x="40486" y="24426"/>
                  </a:lnTo>
                  <a:lnTo>
                    <a:pt x="37346" y="28574"/>
                  </a:lnTo>
                  <a:lnTo>
                    <a:pt x="34294" y="27723"/>
                  </a:lnTo>
                  <a:lnTo>
                    <a:pt x="26105" y="30774"/>
                  </a:lnTo>
                  <a:lnTo>
                    <a:pt x="22511" y="28122"/>
                  </a:lnTo>
                  <a:lnTo>
                    <a:pt x="19326" y="27672"/>
                  </a:lnTo>
                  <a:lnTo>
                    <a:pt x="17855" y="28971"/>
                  </a:lnTo>
                  <a:lnTo>
                    <a:pt x="9044" y="29911"/>
                  </a:lnTo>
                  <a:lnTo>
                    <a:pt x="4272" y="29528"/>
                  </a:lnTo>
                  <a:lnTo>
                    <a:pt x="3363" y="28790"/>
                  </a:lnTo>
                  <a:lnTo>
                    <a:pt x="0" y="32608"/>
                  </a:lnTo>
                  <a:lnTo>
                    <a:pt x="2513" y="5119"/>
                  </a:lnTo>
                  <a:lnTo>
                    <a:pt x="2551" y="4698"/>
                  </a:lnTo>
                  <a:lnTo>
                    <a:pt x="9826" y="7906"/>
                  </a:lnTo>
                  <a:lnTo>
                    <a:pt x="9792" y="9785"/>
                  </a:lnTo>
                  <a:lnTo>
                    <a:pt x="11796" y="12528"/>
                  </a:lnTo>
                  <a:lnTo>
                    <a:pt x="13781" y="11068"/>
                  </a:lnTo>
                  <a:lnTo>
                    <a:pt x="15262" y="7427"/>
                  </a:lnTo>
                  <a:lnTo>
                    <a:pt x="21641" y="4302"/>
                  </a:lnTo>
                  <a:lnTo>
                    <a:pt x="23637" y="4518"/>
                  </a:lnTo>
                  <a:lnTo>
                    <a:pt x="25216" y="6958"/>
                  </a:lnTo>
                  <a:lnTo>
                    <a:pt x="28092" y="8323"/>
                  </a:lnTo>
                  <a:lnTo>
                    <a:pt x="29334" y="7867"/>
                  </a:lnTo>
                  <a:lnTo>
                    <a:pt x="29466" y="4639"/>
                  </a:lnTo>
                  <a:lnTo>
                    <a:pt x="32199" y="1702"/>
                  </a:lnTo>
                  <a:lnTo>
                    <a:pt x="3887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h3889"/>
            <p:cNvSpPr/>
            <p:nvPr/>
          </p:nvSpPr>
          <p:spPr>
            <a:xfrm>
              <a:off x="7164084" y="2978858"/>
              <a:ext cx="13443" cy="7968"/>
            </a:xfrm>
            <a:custGeom>
              <a:avLst/>
              <a:pathLst>
                <a:path w="13443" h="7968">
                  <a:moveTo>
                    <a:pt x="10422" y="732"/>
                  </a:moveTo>
                  <a:lnTo>
                    <a:pt x="13443" y="3775"/>
                  </a:lnTo>
                  <a:lnTo>
                    <a:pt x="5957" y="6803"/>
                  </a:lnTo>
                  <a:lnTo>
                    <a:pt x="1361" y="7968"/>
                  </a:lnTo>
                  <a:lnTo>
                    <a:pt x="0" y="7543"/>
                  </a:lnTo>
                  <a:lnTo>
                    <a:pt x="3028" y="4828"/>
                  </a:lnTo>
                  <a:lnTo>
                    <a:pt x="5120" y="686"/>
                  </a:lnTo>
                  <a:lnTo>
                    <a:pt x="776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h3890"/>
            <p:cNvSpPr/>
            <p:nvPr/>
          </p:nvSpPr>
          <p:spPr>
            <a:xfrm>
              <a:off x="7277045" y="2846324"/>
              <a:ext cx="23091" cy="29400"/>
            </a:xfrm>
            <a:custGeom>
              <a:avLst/>
              <a:pathLst>
                <a:path w="23091" h="29400">
                  <a:moveTo>
                    <a:pt x="14619" y="97"/>
                  </a:moveTo>
                  <a:lnTo>
                    <a:pt x="15991" y="1540"/>
                  </a:lnTo>
                  <a:lnTo>
                    <a:pt x="16877" y="4307"/>
                  </a:lnTo>
                  <a:lnTo>
                    <a:pt x="18235" y="5055"/>
                  </a:lnTo>
                  <a:lnTo>
                    <a:pt x="21839" y="7598"/>
                  </a:lnTo>
                  <a:lnTo>
                    <a:pt x="23091" y="10096"/>
                  </a:lnTo>
                  <a:lnTo>
                    <a:pt x="22980" y="13265"/>
                  </a:lnTo>
                  <a:lnTo>
                    <a:pt x="21362" y="17104"/>
                  </a:lnTo>
                  <a:lnTo>
                    <a:pt x="17403" y="17429"/>
                  </a:lnTo>
                  <a:lnTo>
                    <a:pt x="12740" y="28777"/>
                  </a:lnTo>
                  <a:lnTo>
                    <a:pt x="11481" y="29400"/>
                  </a:lnTo>
                  <a:lnTo>
                    <a:pt x="7417" y="28608"/>
                  </a:lnTo>
                  <a:lnTo>
                    <a:pt x="4654" y="26690"/>
                  </a:lnTo>
                  <a:lnTo>
                    <a:pt x="3429" y="27044"/>
                  </a:lnTo>
                  <a:lnTo>
                    <a:pt x="1262" y="25765"/>
                  </a:lnTo>
                  <a:lnTo>
                    <a:pt x="0" y="21946"/>
                  </a:lnTo>
                  <a:lnTo>
                    <a:pt x="3820" y="13563"/>
                  </a:lnTo>
                  <a:lnTo>
                    <a:pt x="4218" y="10346"/>
                  </a:lnTo>
                  <a:lnTo>
                    <a:pt x="2436" y="8379"/>
                  </a:lnTo>
                  <a:lnTo>
                    <a:pt x="4116" y="7377"/>
                  </a:lnTo>
                  <a:lnTo>
                    <a:pt x="6898" y="3257"/>
                  </a:lnTo>
                  <a:lnTo>
                    <a:pt x="6519" y="2007"/>
                  </a:lnTo>
                  <a:lnTo>
                    <a:pt x="8192" y="1551"/>
                  </a:lnTo>
                  <a:lnTo>
                    <a:pt x="10606" y="2820"/>
                  </a:lnTo>
                  <a:lnTo>
                    <a:pt x="1321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h3891"/>
            <p:cNvSpPr/>
            <p:nvPr/>
          </p:nvSpPr>
          <p:spPr>
            <a:xfrm>
              <a:off x="7177117" y="2945937"/>
              <a:ext cx="26585" cy="28744"/>
            </a:xfrm>
            <a:custGeom>
              <a:avLst/>
              <a:pathLst>
                <a:path w="26585" h="28744">
                  <a:moveTo>
                    <a:pt x="4265" y="384"/>
                  </a:moveTo>
                  <a:lnTo>
                    <a:pt x="6238" y="1966"/>
                  </a:lnTo>
                  <a:lnTo>
                    <a:pt x="5382" y="3523"/>
                  </a:lnTo>
                  <a:lnTo>
                    <a:pt x="7479" y="5314"/>
                  </a:lnTo>
                  <a:lnTo>
                    <a:pt x="9139" y="8053"/>
                  </a:lnTo>
                  <a:lnTo>
                    <a:pt x="15306" y="6813"/>
                  </a:lnTo>
                  <a:lnTo>
                    <a:pt x="16993" y="7055"/>
                  </a:lnTo>
                  <a:lnTo>
                    <a:pt x="19073" y="8588"/>
                  </a:lnTo>
                  <a:lnTo>
                    <a:pt x="23740" y="9038"/>
                  </a:lnTo>
                  <a:lnTo>
                    <a:pt x="25481" y="7088"/>
                  </a:lnTo>
                  <a:lnTo>
                    <a:pt x="26585" y="12092"/>
                  </a:lnTo>
                  <a:lnTo>
                    <a:pt x="21903" y="14019"/>
                  </a:lnTo>
                  <a:lnTo>
                    <a:pt x="21589" y="16199"/>
                  </a:lnTo>
                  <a:lnTo>
                    <a:pt x="23350" y="27269"/>
                  </a:lnTo>
                  <a:lnTo>
                    <a:pt x="21948" y="28612"/>
                  </a:lnTo>
                  <a:lnTo>
                    <a:pt x="15836" y="28744"/>
                  </a:lnTo>
                  <a:lnTo>
                    <a:pt x="19081" y="21668"/>
                  </a:lnTo>
                  <a:lnTo>
                    <a:pt x="18959" y="18769"/>
                  </a:lnTo>
                  <a:lnTo>
                    <a:pt x="13056" y="20710"/>
                  </a:lnTo>
                  <a:lnTo>
                    <a:pt x="12440" y="17538"/>
                  </a:lnTo>
                  <a:lnTo>
                    <a:pt x="9065" y="15430"/>
                  </a:lnTo>
                  <a:lnTo>
                    <a:pt x="6700" y="15496"/>
                  </a:lnTo>
                  <a:lnTo>
                    <a:pt x="4984" y="12288"/>
                  </a:lnTo>
                  <a:lnTo>
                    <a:pt x="5779" y="11936"/>
                  </a:lnTo>
                  <a:lnTo>
                    <a:pt x="4694" y="9035"/>
                  </a:lnTo>
                  <a:lnTo>
                    <a:pt x="1634" y="5044"/>
                  </a:lnTo>
                  <a:lnTo>
                    <a:pt x="113" y="50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h3892"/>
            <p:cNvSpPr/>
            <p:nvPr/>
          </p:nvSpPr>
          <p:spPr>
            <a:xfrm>
              <a:off x="7184596" y="2930250"/>
              <a:ext cx="25693" cy="26084"/>
            </a:xfrm>
            <a:custGeom>
              <a:avLst/>
              <a:pathLst>
                <a:path w="25693" h="26084">
                  <a:moveTo>
                    <a:pt x="22953" y="3739"/>
                  </a:moveTo>
                  <a:lnTo>
                    <a:pt x="25693" y="8180"/>
                  </a:lnTo>
                  <a:lnTo>
                    <a:pt x="24454" y="11686"/>
                  </a:lnTo>
                  <a:lnTo>
                    <a:pt x="23431" y="13157"/>
                  </a:lnTo>
                  <a:lnTo>
                    <a:pt x="24365" y="18244"/>
                  </a:lnTo>
                  <a:lnTo>
                    <a:pt x="24411" y="24610"/>
                  </a:lnTo>
                  <a:lnTo>
                    <a:pt x="20129" y="26084"/>
                  </a:lnTo>
                  <a:lnTo>
                    <a:pt x="19885" y="23079"/>
                  </a:lnTo>
                  <a:lnTo>
                    <a:pt x="17863" y="22169"/>
                  </a:lnTo>
                  <a:lnTo>
                    <a:pt x="18002" y="22775"/>
                  </a:lnTo>
                  <a:lnTo>
                    <a:pt x="16261" y="24725"/>
                  </a:lnTo>
                  <a:lnTo>
                    <a:pt x="11594" y="24275"/>
                  </a:lnTo>
                  <a:lnTo>
                    <a:pt x="9513" y="22742"/>
                  </a:lnTo>
                  <a:lnTo>
                    <a:pt x="7827" y="22500"/>
                  </a:lnTo>
                  <a:lnTo>
                    <a:pt x="1660" y="23740"/>
                  </a:lnTo>
                  <a:lnTo>
                    <a:pt x="0" y="21001"/>
                  </a:lnTo>
                  <a:lnTo>
                    <a:pt x="2126" y="19165"/>
                  </a:lnTo>
                  <a:lnTo>
                    <a:pt x="1320" y="12343"/>
                  </a:lnTo>
                  <a:lnTo>
                    <a:pt x="4722" y="14666"/>
                  </a:lnTo>
                  <a:lnTo>
                    <a:pt x="6978" y="14147"/>
                  </a:lnTo>
                  <a:lnTo>
                    <a:pt x="12708" y="9401"/>
                  </a:lnTo>
                  <a:lnTo>
                    <a:pt x="17260" y="51"/>
                  </a:lnTo>
                  <a:lnTo>
                    <a:pt x="1870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h3893"/>
            <p:cNvSpPr/>
            <p:nvPr/>
          </p:nvSpPr>
          <p:spPr>
            <a:xfrm>
              <a:off x="7130510" y="2933996"/>
              <a:ext cx="31597" cy="25913"/>
            </a:xfrm>
            <a:custGeom>
              <a:avLst/>
              <a:pathLst>
                <a:path w="31597" h="25913">
                  <a:moveTo>
                    <a:pt x="21382" y="0"/>
                  </a:moveTo>
                  <a:lnTo>
                    <a:pt x="26525" y="1560"/>
                  </a:lnTo>
                  <a:lnTo>
                    <a:pt x="26709" y="4961"/>
                  </a:lnTo>
                  <a:lnTo>
                    <a:pt x="27581" y="6833"/>
                  </a:lnTo>
                  <a:lnTo>
                    <a:pt x="29624" y="5160"/>
                  </a:lnTo>
                  <a:lnTo>
                    <a:pt x="30475" y="2806"/>
                  </a:lnTo>
                  <a:lnTo>
                    <a:pt x="31528" y="4605"/>
                  </a:lnTo>
                  <a:lnTo>
                    <a:pt x="31124" y="6655"/>
                  </a:lnTo>
                  <a:lnTo>
                    <a:pt x="29813" y="7464"/>
                  </a:lnTo>
                  <a:lnTo>
                    <a:pt x="31036" y="12766"/>
                  </a:lnTo>
                  <a:lnTo>
                    <a:pt x="31597" y="15097"/>
                  </a:lnTo>
                  <a:lnTo>
                    <a:pt x="29979" y="23109"/>
                  </a:lnTo>
                  <a:lnTo>
                    <a:pt x="25118" y="25913"/>
                  </a:lnTo>
                  <a:lnTo>
                    <a:pt x="23894" y="24090"/>
                  </a:lnTo>
                  <a:lnTo>
                    <a:pt x="24247" y="22569"/>
                  </a:lnTo>
                  <a:lnTo>
                    <a:pt x="23523" y="21708"/>
                  </a:lnTo>
                  <a:lnTo>
                    <a:pt x="21289" y="21928"/>
                  </a:lnTo>
                  <a:lnTo>
                    <a:pt x="17959" y="24406"/>
                  </a:lnTo>
                  <a:lnTo>
                    <a:pt x="5609" y="22652"/>
                  </a:lnTo>
                  <a:lnTo>
                    <a:pt x="4674" y="23868"/>
                  </a:lnTo>
                  <a:lnTo>
                    <a:pt x="1418" y="23866"/>
                  </a:lnTo>
                  <a:lnTo>
                    <a:pt x="0" y="23421"/>
                  </a:lnTo>
                  <a:lnTo>
                    <a:pt x="694" y="18240"/>
                  </a:lnTo>
                  <a:lnTo>
                    <a:pt x="5497" y="10191"/>
                  </a:lnTo>
                  <a:lnTo>
                    <a:pt x="3651" y="4383"/>
                  </a:lnTo>
                  <a:lnTo>
                    <a:pt x="8735" y="1576"/>
                  </a:lnTo>
                  <a:lnTo>
                    <a:pt x="9651" y="1979"/>
                  </a:lnTo>
                  <a:lnTo>
                    <a:pt x="13864" y="12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h3894"/>
            <p:cNvSpPr/>
            <p:nvPr/>
          </p:nvSpPr>
          <p:spPr>
            <a:xfrm>
              <a:off x="7215572" y="2974306"/>
              <a:ext cx="20353" cy="21272"/>
            </a:xfrm>
            <a:custGeom>
              <a:avLst/>
              <a:pathLst>
                <a:path w="20353" h="21272">
                  <a:moveTo>
                    <a:pt x="19225" y="1185"/>
                  </a:moveTo>
                  <a:lnTo>
                    <a:pt x="20353" y="5715"/>
                  </a:lnTo>
                  <a:lnTo>
                    <a:pt x="13457" y="14085"/>
                  </a:lnTo>
                  <a:lnTo>
                    <a:pt x="11330" y="15233"/>
                  </a:lnTo>
                  <a:lnTo>
                    <a:pt x="10273" y="16798"/>
                  </a:lnTo>
                  <a:lnTo>
                    <a:pt x="10844" y="21272"/>
                  </a:lnTo>
                  <a:lnTo>
                    <a:pt x="3833" y="20737"/>
                  </a:lnTo>
                  <a:lnTo>
                    <a:pt x="1366" y="20089"/>
                  </a:lnTo>
                  <a:lnTo>
                    <a:pt x="0" y="10030"/>
                  </a:lnTo>
                  <a:lnTo>
                    <a:pt x="1799" y="8310"/>
                  </a:lnTo>
                  <a:lnTo>
                    <a:pt x="5892" y="7348"/>
                  </a:lnTo>
                  <a:lnTo>
                    <a:pt x="7160" y="8268"/>
                  </a:lnTo>
                  <a:lnTo>
                    <a:pt x="8871" y="5792"/>
                  </a:lnTo>
                  <a:lnTo>
                    <a:pt x="13618" y="2915"/>
                  </a:lnTo>
                  <a:lnTo>
                    <a:pt x="1566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h3895"/>
            <p:cNvSpPr/>
            <p:nvPr/>
          </p:nvSpPr>
          <p:spPr>
            <a:xfrm>
              <a:off x="7251205" y="2860232"/>
              <a:ext cx="16221" cy="15555"/>
            </a:xfrm>
            <a:custGeom>
              <a:avLst/>
              <a:pathLst>
                <a:path w="16221" h="15555">
                  <a:moveTo>
                    <a:pt x="16221" y="645"/>
                  </a:moveTo>
                  <a:lnTo>
                    <a:pt x="13078" y="9334"/>
                  </a:lnTo>
                  <a:lnTo>
                    <a:pt x="12276" y="10966"/>
                  </a:lnTo>
                  <a:lnTo>
                    <a:pt x="7981" y="11354"/>
                  </a:lnTo>
                  <a:lnTo>
                    <a:pt x="7472" y="13678"/>
                  </a:lnTo>
                  <a:lnTo>
                    <a:pt x="5745" y="15528"/>
                  </a:lnTo>
                  <a:lnTo>
                    <a:pt x="1353" y="15555"/>
                  </a:lnTo>
                  <a:lnTo>
                    <a:pt x="1801" y="14096"/>
                  </a:lnTo>
                  <a:lnTo>
                    <a:pt x="0" y="10408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h3896"/>
            <p:cNvSpPr/>
            <p:nvPr/>
          </p:nvSpPr>
          <p:spPr>
            <a:xfrm>
              <a:off x="7299235" y="2909058"/>
              <a:ext cx="23117" cy="36967"/>
            </a:xfrm>
            <a:custGeom>
              <a:avLst/>
              <a:pathLst>
                <a:path w="23117" h="36967">
                  <a:moveTo>
                    <a:pt x="18277" y="5178"/>
                  </a:moveTo>
                  <a:lnTo>
                    <a:pt x="18776" y="8452"/>
                  </a:lnTo>
                  <a:lnTo>
                    <a:pt x="17460" y="10061"/>
                  </a:lnTo>
                  <a:lnTo>
                    <a:pt x="20188" y="17463"/>
                  </a:lnTo>
                  <a:lnTo>
                    <a:pt x="23117" y="19434"/>
                  </a:lnTo>
                  <a:lnTo>
                    <a:pt x="22733" y="22285"/>
                  </a:lnTo>
                  <a:lnTo>
                    <a:pt x="19878" y="26123"/>
                  </a:lnTo>
                  <a:lnTo>
                    <a:pt x="18362" y="28544"/>
                  </a:lnTo>
                  <a:lnTo>
                    <a:pt x="12880" y="31097"/>
                  </a:lnTo>
                  <a:lnTo>
                    <a:pt x="12133" y="34678"/>
                  </a:lnTo>
                  <a:lnTo>
                    <a:pt x="10144" y="36895"/>
                  </a:lnTo>
                  <a:lnTo>
                    <a:pt x="8541" y="35882"/>
                  </a:lnTo>
                  <a:lnTo>
                    <a:pt x="2074" y="36967"/>
                  </a:lnTo>
                  <a:lnTo>
                    <a:pt x="0" y="34050"/>
                  </a:lnTo>
                  <a:lnTo>
                    <a:pt x="8039" y="29583"/>
                  </a:lnTo>
                  <a:lnTo>
                    <a:pt x="9661" y="23816"/>
                  </a:lnTo>
                  <a:lnTo>
                    <a:pt x="15993" y="21093"/>
                  </a:lnTo>
                  <a:lnTo>
                    <a:pt x="8514" y="7118"/>
                  </a:lnTo>
                  <a:lnTo>
                    <a:pt x="1205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h3897"/>
            <p:cNvSpPr/>
            <p:nvPr/>
          </p:nvSpPr>
          <p:spPr>
            <a:xfrm>
              <a:off x="7242531" y="2833948"/>
              <a:ext cx="41660" cy="27246"/>
            </a:xfrm>
            <a:custGeom>
              <a:avLst/>
              <a:pathLst>
                <a:path w="41660" h="27246">
                  <a:moveTo>
                    <a:pt x="17680" y="152"/>
                  </a:moveTo>
                  <a:lnTo>
                    <a:pt x="18216" y="4062"/>
                  </a:lnTo>
                  <a:lnTo>
                    <a:pt x="20712" y="9225"/>
                  </a:lnTo>
                  <a:lnTo>
                    <a:pt x="23501" y="10787"/>
                  </a:lnTo>
                  <a:lnTo>
                    <a:pt x="24602" y="12377"/>
                  </a:lnTo>
                  <a:lnTo>
                    <a:pt x="25906" y="12546"/>
                  </a:lnTo>
                  <a:lnTo>
                    <a:pt x="30775" y="11328"/>
                  </a:lnTo>
                  <a:lnTo>
                    <a:pt x="32536" y="11885"/>
                  </a:lnTo>
                  <a:lnTo>
                    <a:pt x="33726" y="10196"/>
                  </a:lnTo>
                  <a:lnTo>
                    <a:pt x="37519" y="8106"/>
                  </a:lnTo>
                  <a:lnTo>
                    <a:pt x="39142" y="7676"/>
                  </a:lnTo>
                  <a:lnTo>
                    <a:pt x="40345" y="6890"/>
                  </a:lnTo>
                  <a:lnTo>
                    <a:pt x="41660" y="7495"/>
                  </a:lnTo>
                  <a:lnTo>
                    <a:pt x="40430" y="11125"/>
                  </a:lnTo>
                  <a:lnTo>
                    <a:pt x="41034" y="14384"/>
                  </a:lnTo>
                  <a:lnTo>
                    <a:pt x="41413" y="15633"/>
                  </a:lnTo>
                  <a:lnTo>
                    <a:pt x="38631" y="19753"/>
                  </a:lnTo>
                  <a:lnTo>
                    <a:pt x="36951" y="20756"/>
                  </a:lnTo>
                  <a:lnTo>
                    <a:pt x="35092" y="20347"/>
                  </a:lnTo>
                  <a:lnTo>
                    <a:pt x="35123" y="18713"/>
                  </a:lnTo>
                  <a:lnTo>
                    <a:pt x="29944" y="19496"/>
                  </a:lnTo>
                  <a:lnTo>
                    <a:pt x="27669" y="21945"/>
                  </a:lnTo>
                  <a:lnTo>
                    <a:pt x="28256" y="24317"/>
                  </a:lnTo>
                  <a:lnTo>
                    <a:pt x="26426" y="26509"/>
                  </a:lnTo>
                  <a:lnTo>
                    <a:pt x="24896" y="26929"/>
                  </a:lnTo>
                  <a:lnTo>
                    <a:pt x="13665" y="26284"/>
                  </a:lnTo>
                  <a:lnTo>
                    <a:pt x="10071" y="27246"/>
                  </a:lnTo>
                  <a:lnTo>
                    <a:pt x="0" y="20989"/>
                  </a:lnTo>
                  <a:lnTo>
                    <a:pt x="224" y="17285"/>
                  </a:lnTo>
                  <a:lnTo>
                    <a:pt x="4712" y="15034"/>
                  </a:lnTo>
                  <a:lnTo>
                    <a:pt x="6657" y="12873"/>
                  </a:lnTo>
                  <a:lnTo>
                    <a:pt x="8159" y="15789"/>
                  </a:lnTo>
                  <a:lnTo>
                    <a:pt x="11638" y="16893"/>
                  </a:lnTo>
                  <a:lnTo>
                    <a:pt x="13488" y="16640"/>
                  </a:lnTo>
                  <a:lnTo>
                    <a:pt x="15117" y="13861"/>
                  </a:lnTo>
                  <a:lnTo>
                    <a:pt x="14947" y="12026"/>
                  </a:lnTo>
                  <a:lnTo>
                    <a:pt x="10788" y="7200"/>
                  </a:lnTo>
                  <a:lnTo>
                    <a:pt x="9943" y="6133"/>
                  </a:lnTo>
                  <a:lnTo>
                    <a:pt x="7663" y="6757"/>
                  </a:lnTo>
                  <a:lnTo>
                    <a:pt x="7481" y="5774"/>
                  </a:lnTo>
                  <a:lnTo>
                    <a:pt x="9064" y="2745"/>
                  </a:lnTo>
                  <a:lnTo>
                    <a:pt x="11887" y="979"/>
                  </a:lnTo>
                  <a:lnTo>
                    <a:pt x="1442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h3898"/>
            <p:cNvSpPr/>
            <p:nvPr/>
          </p:nvSpPr>
          <p:spPr>
            <a:xfrm>
              <a:off x="7162693" y="2882213"/>
              <a:ext cx="23740" cy="26158"/>
            </a:xfrm>
            <a:custGeom>
              <a:avLst/>
              <a:pathLst>
                <a:path w="23740" h="26158">
                  <a:moveTo>
                    <a:pt x="13770" y="0"/>
                  </a:moveTo>
                  <a:lnTo>
                    <a:pt x="17447" y="2118"/>
                  </a:lnTo>
                  <a:lnTo>
                    <a:pt x="18960" y="3424"/>
                  </a:lnTo>
                  <a:lnTo>
                    <a:pt x="16491" y="8759"/>
                  </a:lnTo>
                  <a:lnTo>
                    <a:pt x="21022" y="11874"/>
                  </a:lnTo>
                  <a:lnTo>
                    <a:pt x="22194" y="11826"/>
                  </a:lnTo>
                  <a:lnTo>
                    <a:pt x="20870" y="14851"/>
                  </a:lnTo>
                  <a:lnTo>
                    <a:pt x="21333" y="15562"/>
                  </a:lnTo>
                  <a:lnTo>
                    <a:pt x="23112" y="14801"/>
                  </a:lnTo>
                  <a:lnTo>
                    <a:pt x="23740" y="16574"/>
                  </a:lnTo>
                  <a:lnTo>
                    <a:pt x="17510" y="21867"/>
                  </a:lnTo>
                  <a:lnTo>
                    <a:pt x="17299" y="23844"/>
                  </a:lnTo>
                  <a:lnTo>
                    <a:pt x="12034" y="24657"/>
                  </a:lnTo>
                  <a:lnTo>
                    <a:pt x="0" y="26158"/>
                  </a:lnTo>
                  <a:lnTo>
                    <a:pt x="2091" y="22872"/>
                  </a:lnTo>
                  <a:lnTo>
                    <a:pt x="6080" y="11681"/>
                  </a:lnTo>
                  <a:lnTo>
                    <a:pt x="8854" y="376"/>
                  </a:lnTo>
                  <a:lnTo>
                    <a:pt x="9836" y="87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h3899"/>
            <p:cNvSpPr/>
            <p:nvPr/>
          </p:nvSpPr>
          <p:spPr>
            <a:xfrm>
              <a:off x="7174506" y="2979590"/>
              <a:ext cx="10689" cy="11764"/>
            </a:xfrm>
            <a:custGeom>
              <a:avLst/>
              <a:pathLst>
                <a:path w="10689" h="11764">
                  <a:moveTo>
                    <a:pt x="1826" y="378"/>
                  </a:moveTo>
                  <a:lnTo>
                    <a:pt x="10689" y="1476"/>
                  </a:lnTo>
                  <a:lnTo>
                    <a:pt x="8047" y="3863"/>
                  </a:lnTo>
                  <a:lnTo>
                    <a:pt x="6896" y="11540"/>
                  </a:lnTo>
                  <a:lnTo>
                    <a:pt x="5039" y="11764"/>
                  </a:lnTo>
                  <a:lnTo>
                    <a:pt x="2271" y="8648"/>
                  </a:lnTo>
                  <a:lnTo>
                    <a:pt x="1590" y="7555"/>
                  </a:lnTo>
                  <a:lnTo>
                    <a:pt x="60" y="6008"/>
                  </a:lnTo>
                  <a:lnTo>
                    <a:pt x="2492" y="4462"/>
                  </a:lnTo>
                  <a:lnTo>
                    <a:pt x="3021" y="30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h3900"/>
            <p:cNvSpPr/>
            <p:nvPr/>
          </p:nvSpPr>
          <p:spPr>
            <a:xfrm>
              <a:off x="7138686" y="2998645"/>
              <a:ext cx="30846" cy="30833"/>
            </a:xfrm>
            <a:custGeom>
              <a:avLst/>
              <a:pathLst>
                <a:path w="30846" h="30833">
                  <a:moveTo>
                    <a:pt x="11556" y="235"/>
                  </a:moveTo>
                  <a:lnTo>
                    <a:pt x="14178" y="1481"/>
                  </a:lnTo>
                  <a:lnTo>
                    <a:pt x="15964" y="2474"/>
                  </a:lnTo>
                  <a:lnTo>
                    <a:pt x="14233" y="3482"/>
                  </a:lnTo>
                  <a:lnTo>
                    <a:pt x="16280" y="7862"/>
                  </a:lnTo>
                  <a:lnTo>
                    <a:pt x="17465" y="8829"/>
                  </a:lnTo>
                  <a:lnTo>
                    <a:pt x="23608" y="9258"/>
                  </a:lnTo>
                  <a:lnTo>
                    <a:pt x="26403" y="5952"/>
                  </a:lnTo>
                  <a:lnTo>
                    <a:pt x="27733" y="6488"/>
                  </a:lnTo>
                  <a:lnTo>
                    <a:pt x="28788" y="8419"/>
                  </a:lnTo>
                  <a:lnTo>
                    <a:pt x="27687" y="11671"/>
                  </a:lnTo>
                  <a:lnTo>
                    <a:pt x="30846" y="17869"/>
                  </a:lnTo>
                  <a:lnTo>
                    <a:pt x="30161" y="17650"/>
                  </a:lnTo>
                  <a:lnTo>
                    <a:pt x="26645" y="19828"/>
                  </a:lnTo>
                  <a:lnTo>
                    <a:pt x="23373" y="23032"/>
                  </a:lnTo>
                  <a:lnTo>
                    <a:pt x="21748" y="25755"/>
                  </a:lnTo>
                  <a:lnTo>
                    <a:pt x="18264" y="27491"/>
                  </a:lnTo>
                  <a:lnTo>
                    <a:pt x="17431" y="28711"/>
                  </a:lnTo>
                  <a:lnTo>
                    <a:pt x="17730" y="30317"/>
                  </a:lnTo>
                  <a:lnTo>
                    <a:pt x="12232" y="30833"/>
                  </a:lnTo>
                  <a:lnTo>
                    <a:pt x="12277" y="26465"/>
                  </a:lnTo>
                  <a:lnTo>
                    <a:pt x="13864" y="21068"/>
                  </a:lnTo>
                  <a:lnTo>
                    <a:pt x="11548" y="20011"/>
                  </a:lnTo>
                  <a:lnTo>
                    <a:pt x="8686" y="21295"/>
                  </a:lnTo>
                  <a:lnTo>
                    <a:pt x="6764" y="18662"/>
                  </a:lnTo>
                  <a:lnTo>
                    <a:pt x="6432" y="18091"/>
                  </a:lnTo>
                  <a:lnTo>
                    <a:pt x="0" y="14280"/>
                  </a:lnTo>
                  <a:lnTo>
                    <a:pt x="1171" y="7797"/>
                  </a:lnTo>
                  <a:lnTo>
                    <a:pt x="4714" y="3718"/>
                  </a:lnTo>
                  <a:lnTo>
                    <a:pt x="510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h3901"/>
            <p:cNvSpPr/>
            <p:nvPr/>
          </p:nvSpPr>
          <p:spPr>
            <a:xfrm>
              <a:off x="7208721" y="2880699"/>
              <a:ext cx="14764" cy="17433"/>
            </a:xfrm>
            <a:custGeom>
              <a:avLst/>
              <a:pathLst>
                <a:path w="14764" h="17433">
                  <a:moveTo>
                    <a:pt x="5562" y="2444"/>
                  </a:moveTo>
                  <a:lnTo>
                    <a:pt x="8663" y="4178"/>
                  </a:lnTo>
                  <a:lnTo>
                    <a:pt x="12027" y="3289"/>
                  </a:lnTo>
                  <a:lnTo>
                    <a:pt x="13932" y="6421"/>
                  </a:lnTo>
                  <a:lnTo>
                    <a:pt x="14764" y="13278"/>
                  </a:lnTo>
                  <a:lnTo>
                    <a:pt x="8929" y="17121"/>
                  </a:lnTo>
                  <a:lnTo>
                    <a:pt x="6664" y="17433"/>
                  </a:lnTo>
                  <a:lnTo>
                    <a:pt x="2925" y="14347"/>
                  </a:lnTo>
                  <a:lnTo>
                    <a:pt x="3012" y="10427"/>
                  </a:lnTo>
                  <a:lnTo>
                    <a:pt x="1497" y="7855"/>
                  </a:lnTo>
                  <a:lnTo>
                    <a:pt x="0" y="813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h3902"/>
            <p:cNvSpPr/>
            <p:nvPr/>
          </p:nvSpPr>
          <p:spPr>
            <a:xfrm>
              <a:off x="7160197" y="2995062"/>
              <a:ext cx="20526" cy="21451"/>
            </a:xfrm>
            <a:custGeom>
              <a:avLst/>
              <a:pathLst>
                <a:path w="20526" h="21451">
                  <a:moveTo>
                    <a:pt x="19690" y="59"/>
                  </a:moveTo>
                  <a:lnTo>
                    <a:pt x="20526" y="1098"/>
                  </a:lnTo>
                  <a:lnTo>
                    <a:pt x="18532" y="1110"/>
                  </a:lnTo>
                  <a:lnTo>
                    <a:pt x="11820" y="9583"/>
                  </a:lnTo>
                  <a:lnTo>
                    <a:pt x="11679" y="10764"/>
                  </a:lnTo>
                  <a:lnTo>
                    <a:pt x="10154" y="11259"/>
                  </a:lnTo>
                  <a:lnTo>
                    <a:pt x="11354" y="14361"/>
                  </a:lnTo>
                  <a:lnTo>
                    <a:pt x="11486" y="19366"/>
                  </a:lnTo>
                  <a:lnTo>
                    <a:pt x="9335" y="21451"/>
                  </a:lnTo>
                  <a:lnTo>
                    <a:pt x="6176" y="15254"/>
                  </a:lnTo>
                  <a:lnTo>
                    <a:pt x="7277" y="12002"/>
                  </a:lnTo>
                  <a:lnTo>
                    <a:pt x="6222" y="10071"/>
                  </a:lnTo>
                  <a:lnTo>
                    <a:pt x="4893" y="9535"/>
                  </a:lnTo>
                  <a:lnTo>
                    <a:pt x="2097" y="12841"/>
                  </a:lnTo>
                  <a:lnTo>
                    <a:pt x="277" y="11802"/>
                  </a:lnTo>
                  <a:lnTo>
                    <a:pt x="0" y="9465"/>
                  </a:lnTo>
                  <a:lnTo>
                    <a:pt x="3976" y="7069"/>
                  </a:lnTo>
                  <a:lnTo>
                    <a:pt x="5861" y="1342"/>
                  </a:lnTo>
                  <a:lnTo>
                    <a:pt x="9521" y="1819"/>
                  </a:lnTo>
                  <a:lnTo>
                    <a:pt x="1362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h3903"/>
            <p:cNvSpPr/>
            <p:nvPr/>
          </p:nvSpPr>
          <p:spPr>
            <a:xfrm>
              <a:off x="7237631" y="2871198"/>
              <a:ext cx="29382" cy="16927"/>
            </a:xfrm>
            <a:custGeom>
              <a:avLst/>
              <a:pathLst>
                <a:path w="29382" h="16927">
                  <a:moveTo>
                    <a:pt x="25850" y="0"/>
                  </a:moveTo>
                  <a:lnTo>
                    <a:pt x="28510" y="693"/>
                  </a:lnTo>
                  <a:lnTo>
                    <a:pt x="29382" y="3985"/>
                  </a:lnTo>
                  <a:lnTo>
                    <a:pt x="29041" y="6035"/>
                  </a:lnTo>
                  <a:lnTo>
                    <a:pt x="26929" y="6793"/>
                  </a:lnTo>
                  <a:lnTo>
                    <a:pt x="26690" y="10560"/>
                  </a:lnTo>
                  <a:lnTo>
                    <a:pt x="28386" y="13219"/>
                  </a:lnTo>
                  <a:lnTo>
                    <a:pt x="27642" y="13797"/>
                  </a:lnTo>
                  <a:lnTo>
                    <a:pt x="25346" y="12407"/>
                  </a:lnTo>
                  <a:lnTo>
                    <a:pt x="23842" y="12646"/>
                  </a:lnTo>
                  <a:lnTo>
                    <a:pt x="19280" y="10623"/>
                  </a:lnTo>
                  <a:lnTo>
                    <a:pt x="14401" y="11863"/>
                  </a:lnTo>
                  <a:lnTo>
                    <a:pt x="8321" y="15898"/>
                  </a:lnTo>
                  <a:lnTo>
                    <a:pt x="3738" y="16927"/>
                  </a:lnTo>
                  <a:lnTo>
                    <a:pt x="1224" y="16416"/>
                  </a:lnTo>
                  <a:lnTo>
                    <a:pt x="0" y="14246"/>
                  </a:lnTo>
                  <a:lnTo>
                    <a:pt x="3154" y="7870"/>
                  </a:lnTo>
                  <a:lnTo>
                    <a:pt x="1533" y="6555"/>
                  </a:lnTo>
                  <a:lnTo>
                    <a:pt x="3516" y="3474"/>
                  </a:lnTo>
                  <a:lnTo>
                    <a:pt x="6287" y="1902"/>
                  </a:lnTo>
                  <a:lnTo>
                    <a:pt x="9435" y="1535"/>
                  </a:lnTo>
                  <a:lnTo>
                    <a:pt x="12904" y="2171"/>
                  </a:lnTo>
                  <a:lnTo>
                    <a:pt x="13339" y="4597"/>
                  </a:lnTo>
                  <a:lnTo>
                    <a:pt x="14926" y="4588"/>
                  </a:lnTo>
                  <a:lnTo>
                    <a:pt x="19319" y="4562"/>
                  </a:lnTo>
                  <a:lnTo>
                    <a:pt x="21046" y="2712"/>
                  </a:lnTo>
                  <a:lnTo>
                    <a:pt x="21554" y="38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h3904"/>
            <p:cNvSpPr/>
            <p:nvPr/>
          </p:nvSpPr>
          <p:spPr>
            <a:xfrm>
              <a:off x="7174727" y="2898092"/>
              <a:ext cx="30822" cy="46823"/>
            </a:xfrm>
            <a:custGeom>
              <a:avLst/>
              <a:pathLst>
                <a:path w="30822" h="46823">
                  <a:moveTo>
                    <a:pt x="17459" y="0"/>
                  </a:moveTo>
                  <a:lnTo>
                    <a:pt x="19550" y="968"/>
                  </a:lnTo>
                  <a:lnTo>
                    <a:pt x="21138" y="4579"/>
                  </a:lnTo>
                  <a:lnTo>
                    <a:pt x="19780" y="5672"/>
                  </a:lnTo>
                  <a:lnTo>
                    <a:pt x="19116" y="8128"/>
                  </a:lnTo>
                  <a:lnTo>
                    <a:pt x="21658" y="15696"/>
                  </a:lnTo>
                  <a:lnTo>
                    <a:pt x="27224" y="18207"/>
                  </a:lnTo>
                  <a:lnTo>
                    <a:pt x="28732" y="16853"/>
                  </a:lnTo>
                  <a:lnTo>
                    <a:pt x="30349" y="15488"/>
                  </a:lnTo>
                  <a:lnTo>
                    <a:pt x="30822" y="17198"/>
                  </a:lnTo>
                  <a:lnTo>
                    <a:pt x="26546" y="27202"/>
                  </a:lnTo>
                  <a:lnTo>
                    <a:pt x="27005" y="30313"/>
                  </a:lnTo>
                  <a:lnTo>
                    <a:pt x="28571" y="32157"/>
                  </a:lnTo>
                  <a:lnTo>
                    <a:pt x="27130" y="32209"/>
                  </a:lnTo>
                  <a:lnTo>
                    <a:pt x="22578" y="41559"/>
                  </a:lnTo>
                  <a:lnTo>
                    <a:pt x="16848" y="46305"/>
                  </a:lnTo>
                  <a:lnTo>
                    <a:pt x="14592" y="46823"/>
                  </a:lnTo>
                  <a:lnTo>
                    <a:pt x="11189" y="44501"/>
                  </a:lnTo>
                  <a:lnTo>
                    <a:pt x="7204" y="38845"/>
                  </a:lnTo>
                  <a:lnTo>
                    <a:pt x="10126" y="33053"/>
                  </a:lnTo>
                  <a:lnTo>
                    <a:pt x="2664" y="28688"/>
                  </a:lnTo>
                  <a:lnTo>
                    <a:pt x="3954" y="27417"/>
                  </a:lnTo>
                  <a:lnTo>
                    <a:pt x="3434" y="20959"/>
                  </a:lnTo>
                  <a:lnTo>
                    <a:pt x="341" y="15728"/>
                  </a:lnTo>
                  <a:lnTo>
                    <a:pt x="931" y="13202"/>
                  </a:lnTo>
                  <a:lnTo>
                    <a:pt x="0" y="8779"/>
                  </a:lnTo>
                  <a:lnTo>
                    <a:pt x="5265" y="7966"/>
                  </a:lnTo>
                  <a:lnTo>
                    <a:pt x="5476" y="5989"/>
                  </a:lnTo>
                  <a:lnTo>
                    <a:pt x="11706" y="696"/>
                  </a:lnTo>
                  <a:lnTo>
                    <a:pt x="11391" y="303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h3905"/>
            <p:cNvSpPr/>
            <p:nvPr/>
          </p:nvSpPr>
          <p:spPr>
            <a:xfrm>
              <a:off x="7275146" y="2984738"/>
              <a:ext cx="27405" cy="33312"/>
            </a:xfrm>
            <a:custGeom>
              <a:avLst/>
              <a:pathLst>
                <a:path w="27405" h="33312">
                  <a:moveTo>
                    <a:pt x="14121" y="0"/>
                  </a:moveTo>
                  <a:lnTo>
                    <a:pt x="12711" y="1096"/>
                  </a:lnTo>
                  <a:lnTo>
                    <a:pt x="13187" y="2471"/>
                  </a:lnTo>
                  <a:lnTo>
                    <a:pt x="14343" y="2858"/>
                  </a:lnTo>
                  <a:lnTo>
                    <a:pt x="27405" y="1070"/>
                  </a:lnTo>
                  <a:lnTo>
                    <a:pt x="25617" y="7735"/>
                  </a:lnTo>
                  <a:lnTo>
                    <a:pt x="26655" y="15836"/>
                  </a:lnTo>
                  <a:lnTo>
                    <a:pt x="24997" y="17461"/>
                  </a:lnTo>
                  <a:lnTo>
                    <a:pt x="19816" y="17035"/>
                  </a:lnTo>
                  <a:lnTo>
                    <a:pt x="16246" y="19214"/>
                  </a:lnTo>
                  <a:lnTo>
                    <a:pt x="16621" y="22092"/>
                  </a:lnTo>
                  <a:lnTo>
                    <a:pt x="15773" y="23573"/>
                  </a:lnTo>
                  <a:lnTo>
                    <a:pt x="8764" y="31693"/>
                  </a:lnTo>
                  <a:lnTo>
                    <a:pt x="7745" y="33312"/>
                  </a:lnTo>
                  <a:lnTo>
                    <a:pt x="6005" y="32754"/>
                  </a:lnTo>
                  <a:lnTo>
                    <a:pt x="5552" y="31400"/>
                  </a:lnTo>
                  <a:lnTo>
                    <a:pt x="2670" y="30832"/>
                  </a:lnTo>
                  <a:lnTo>
                    <a:pt x="0" y="32285"/>
                  </a:lnTo>
                  <a:lnTo>
                    <a:pt x="279" y="25640"/>
                  </a:lnTo>
                  <a:lnTo>
                    <a:pt x="1297" y="24718"/>
                  </a:lnTo>
                  <a:lnTo>
                    <a:pt x="1764" y="16351"/>
                  </a:lnTo>
                  <a:lnTo>
                    <a:pt x="2709" y="14283"/>
                  </a:lnTo>
                  <a:lnTo>
                    <a:pt x="3723" y="6652"/>
                  </a:lnTo>
                  <a:lnTo>
                    <a:pt x="2971" y="4269"/>
                  </a:lnTo>
                  <a:lnTo>
                    <a:pt x="5275" y="3843"/>
                  </a:lnTo>
                  <a:lnTo>
                    <a:pt x="6835" y="5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h3906"/>
            <p:cNvSpPr/>
            <p:nvPr/>
          </p:nvSpPr>
          <p:spPr>
            <a:xfrm>
              <a:off x="7241055" y="3033843"/>
              <a:ext cx="17449" cy="17239"/>
            </a:xfrm>
            <a:custGeom>
              <a:avLst/>
              <a:pathLst>
                <a:path w="17449" h="17239">
                  <a:moveTo>
                    <a:pt x="6829" y="463"/>
                  </a:moveTo>
                  <a:lnTo>
                    <a:pt x="7597" y="1670"/>
                  </a:lnTo>
                  <a:lnTo>
                    <a:pt x="9486" y="781"/>
                  </a:lnTo>
                  <a:lnTo>
                    <a:pt x="9403" y="0"/>
                  </a:lnTo>
                  <a:lnTo>
                    <a:pt x="11664" y="878"/>
                  </a:lnTo>
                  <a:lnTo>
                    <a:pt x="12833" y="4609"/>
                  </a:lnTo>
                  <a:lnTo>
                    <a:pt x="16969" y="8637"/>
                  </a:lnTo>
                  <a:lnTo>
                    <a:pt x="17449" y="10460"/>
                  </a:lnTo>
                  <a:lnTo>
                    <a:pt x="16123" y="12137"/>
                  </a:lnTo>
                  <a:lnTo>
                    <a:pt x="14331" y="14259"/>
                  </a:lnTo>
                  <a:lnTo>
                    <a:pt x="12908" y="11798"/>
                  </a:lnTo>
                  <a:lnTo>
                    <a:pt x="10650" y="11843"/>
                  </a:lnTo>
                  <a:lnTo>
                    <a:pt x="9363" y="14275"/>
                  </a:lnTo>
                  <a:lnTo>
                    <a:pt x="6559" y="16743"/>
                  </a:lnTo>
                  <a:lnTo>
                    <a:pt x="3919" y="17239"/>
                  </a:lnTo>
                  <a:lnTo>
                    <a:pt x="2494" y="15990"/>
                  </a:lnTo>
                  <a:lnTo>
                    <a:pt x="54" y="16228"/>
                  </a:lnTo>
                  <a:lnTo>
                    <a:pt x="0" y="9109"/>
                  </a:lnTo>
                  <a:lnTo>
                    <a:pt x="2581" y="10568"/>
                  </a:lnTo>
                  <a:lnTo>
                    <a:pt x="5284" y="9346"/>
                  </a:lnTo>
                  <a:lnTo>
                    <a:pt x="3854" y="2013"/>
                  </a:lnTo>
                  <a:lnTo>
                    <a:pt x="4760" y="20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h3907"/>
            <p:cNvSpPr/>
            <p:nvPr/>
          </p:nvSpPr>
          <p:spPr>
            <a:xfrm>
              <a:off x="7174845" y="2974071"/>
              <a:ext cx="26998" cy="23085"/>
            </a:xfrm>
            <a:custGeom>
              <a:avLst/>
              <a:pathLst>
                <a:path w="26998" h="23085">
                  <a:moveTo>
                    <a:pt x="18109" y="610"/>
                  </a:moveTo>
                  <a:lnTo>
                    <a:pt x="24221" y="478"/>
                  </a:lnTo>
                  <a:lnTo>
                    <a:pt x="26998" y="565"/>
                  </a:lnTo>
                  <a:lnTo>
                    <a:pt x="26613" y="4176"/>
                  </a:lnTo>
                  <a:lnTo>
                    <a:pt x="25649" y="5012"/>
                  </a:lnTo>
                  <a:lnTo>
                    <a:pt x="23582" y="4269"/>
                  </a:lnTo>
                  <a:lnTo>
                    <a:pt x="21744" y="7314"/>
                  </a:lnTo>
                  <a:lnTo>
                    <a:pt x="22948" y="9752"/>
                  </a:lnTo>
                  <a:lnTo>
                    <a:pt x="22141" y="14526"/>
                  </a:lnTo>
                  <a:lnTo>
                    <a:pt x="19177" y="15938"/>
                  </a:lnTo>
                  <a:lnTo>
                    <a:pt x="15351" y="16003"/>
                  </a:lnTo>
                  <a:lnTo>
                    <a:pt x="14152" y="20560"/>
                  </a:lnTo>
                  <a:lnTo>
                    <a:pt x="14771" y="23085"/>
                  </a:lnTo>
                  <a:lnTo>
                    <a:pt x="8891" y="21724"/>
                  </a:lnTo>
                  <a:lnTo>
                    <a:pt x="5878" y="22090"/>
                  </a:lnTo>
                  <a:lnTo>
                    <a:pt x="5042" y="21051"/>
                  </a:lnTo>
                  <a:lnTo>
                    <a:pt x="5278" y="19838"/>
                  </a:lnTo>
                  <a:lnTo>
                    <a:pt x="0" y="16193"/>
                  </a:lnTo>
                  <a:lnTo>
                    <a:pt x="1932" y="14168"/>
                  </a:lnTo>
                  <a:lnTo>
                    <a:pt x="4700" y="17284"/>
                  </a:lnTo>
                  <a:lnTo>
                    <a:pt x="6557" y="17060"/>
                  </a:lnTo>
                  <a:lnTo>
                    <a:pt x="7708" y="9382"/>
                  </a:lnTo>
                  <a:lnTo>
                    <a:pt x="10350" y="6996"/>
                  </a:lnTo>
                  <a:lnTo>
                    <a:pt x="1487" y="5897"/>
                  </a:lnTo>
                  <a:lnTo>
                    <a:pt x="5777" y="17"/>
                  </a:lnTo>
                  <a:lnTo>
                    <a:pt x="5925" y="737"/>
                  </a:lnTo>
                  <a:lnTo>
                    <a:pt x="9844" y="1397"/>
                  </a:lnTo>
                  <a:lnTo>
                    <a:pt x="10389" y="329"/>
                  </a:lnTo>
                  <a:lnTo>
                    <a:pt x="11737" y="168"/>
                  </a:lnTo>
                  <a:lnTo>
                    <a:pt x="1631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h3908"/>
            <p:cNvSpPr/>
            <p:nvPr/>
          </p:nvSpPr>
          <p:spPr>
            <a:xfrm>
              <a:off x="7124655" y="2955704"/>
              <a:ext cx="31458" cy="24483"/>
            </a:xfrm>
            <a:custGeom>
              <a:avLst/>
              <a:pathLst>
                <a:path w="31458" h="24483">
                  <a:moveTo>
                    <a:pt x="30102" y="861"/>
                  </a:moveTo>
                  <a:lnTo>
                    <a:pt x="29748" y="2381"/>
                  </a:lnTo>
                  <a:lnTo>
                    <a:pt x="30973" y="4205"/>
                  </a:lnTo>
                  <a:lnTo>
                    <a:pt x="28577" y="4497"/>
                  </a:lnTo>
                  <a:lnTo>
                    <a:pt x="31201" y="8296"/>
                  </a:lnTo>
                  <a:lnTo>
                    <a:pt x="31458" y="11317"/>
                  </a:lnTo>
                  <a:lnTo>
                    <a:pt x="31032" y="11163"/>
                  </a:lnTo>
                  <a:lnTo>
                    <a:pt x="21442" y="9415"/>
                  </a:lnTo>
                  <a:lnTo>
                    <a:pt x="17417" y="11962"/>
                  </a:lnTo>
                  <a:lnTo>
                    <a:pt x="18236" y="14459"/>
                  </a:lnTo>
                  <a:lnTo>
                    <a:pt x="17821" y="17971"/>
                  </a:lnTo>
                  <a:lnTo>
                    <a:pt x="15540" y="21508"/>
                  </a:lnTo>
                  <a:lnTo>
                    <a:pt x="15232" y="23214"/>
                  </a:lnTo>
                  <a:lnTo>
                    <a:pt x="13082" y="22504"/>
                  </a:lnTo>
                  <a:lnTo>
                    <a:pt x="11903" y="24483"/>
                  </a:lnTo>
                  <a:lnTo>
                    <a:pt x="10808" y="23792"/>
                  </a:lnTo>
                  <a:lnTo>
                    <a:pt x="9911" y="21888"/>
                  </a:lnTo>
                  <a:lnTo>
                    <a:pt x="8635" y="19623"/>
                  </a:lnTo>
                  <a:lnTo>
                    <a:pt x="7478" y="20448"/>
                  </a:lnTo>
                  <a:lnTo>
                    <a:pt x="4416" y="17844"/>
                  </a:lnTo>
                  <a:lnTo>
                    <a:pt x="154" y="12562"/>
                  </a:lnTo>
                  <a:lnTo>
                    <a:pt x="0" y="9373"/>
                  </a:lnTo>
                  <a:lnTo>
                    <a:pt x="1791" y="8290"/>
                  </a:lnTo>
                  <a:lnTo>
                    <a:pt x="4627" y="8744"/>
                  </a:lnTo>
                  <a:lnTo>
                    <a:pt x="4134" y="6305"/>
                  </a:lnTo>
                  <a:lnTo>
                    <a:pt x="7273" y="2157"/>
                  </a:lnTo>
                  <a:lnTo>
                    <a:pt x="10529" y="2159"/>
                  </a:lnTo>
                  <a:lnTo>
                    <a:pt x="11464" y="943"/>
                  </a:lnTo>
                  <a:lnTo>
                    <a:pt x="23813" y="2698"/>
                  </a:lnTo>
                  <a:lnTo>
                    <a:pt x="27143" y="220"/>
                  </a:lnTo>
                  <a:lnTo>
                    <a:pt x="2937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h3909"/>
            <p:cNvSpPr/>
            <p:nvPr/>
          </p:nvSpPr>
          <p:spPr>
            <a:xfrm>
              <a:off x="7213998" y="3002424"/>
              <a:ext cx="16547" cy="15191"/>
            </a:xfrm>
            <a:custGeom>
              <a:avLst/>
              <a:pathLst>
                <a:path w="16547" h="15191">
                  <a:moveTo>
                    <a:pt x="16547" y="6362"/>
                  </a:moveTo>
                  <a:lnTo>
                    <a:pt x="15229" y="12406"/>
                  </a:lnTo>
                  <a:lnTo>
                    <a:pt x="10268" y="15191"/>
                  </a:lnTo>
                  <a:lnTo>
                    <a:pt x="7796" y="13747"/>
                  </a:lnTo>
                  <a:lnTo>
                    <a:pt x="796" y="10343"/>
                  </a:lnTo>
                  <a:lnTo>
                    <a:pt x="0" y="5423"/>
                  </a:lnTo>
                  <a:lnTo>
                    <a:pt x="582" y="4142"/>
                  </a:lnTo>
                  <a:lnTo>
                    <a:pt x="4135" y="6234"/>
                  </a:lnTo>
                  <a:lnTo>
                    <a:pt x="922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h3910"/>
            <p:cNvSpPr/>
            <p:nvPr/>
          </p:nvSpPr>
          <p:spPr>
            <a:xfrm>
              <a:off x="7153495" y="2966867"/>
              <a:ext cx="18357" cy="20912"/>
            </a:xfrm>
            <a:custGeom>
              <a:avLst/>
              <a:pathLst>
                <a:path w="18357" h="20912">
                  <a:moveTo>
                    <a:pt x="2618" y="154"/>
                  </a:moveTo>
                  <a:lnTo>
                    <a:pt x="6936" y="576"/>
                  </a:lnTo>
                  <a:lnTo>
                    <a:pt x="6191" y="1729"/>
                  </a:lnTo>
                  <a:lnTo>
                    <a:pt x="6758" y="2178"/>
                  </a:lnTo>
                  <a:lnTo>
                    <a:pt x="13851" y="3970"/>
                  </a:lnTo>
                  <a:lnTo>
                    <a:pt x="13639" y="6554"/>
                  </a:lnTo>
                  <a:lnTo>
                    <a:pt x="16057" y="11065"/>
                  </a:lnTo>
                  <a:lnTo>
                    <a:pt x="18357" y="11990"/>
                  </a:lnTo>
                  <a:lnTo>
                    <a:pt x="15708" y="12677"/>
                  </a:lnTo>
                  <a:lnTo>
                    <a:pt x="13616" y="16819"/>
                  </a:lnTo>
                  <a:lnTo>
                    <a:pt x="10588" y="19534"/>
                  </a:lnTo>
                  <a:lnTo>
                    <a:pt x="8618" y="20912"/>
                  </a:lnTo>
                  <a:lnTo>
                    <a:pt x="2892" y="14074"/>
                  </a:lnTo>
                  <a:lnTo>
                    <a:pt x="2363" y="14491"/>
                  </a:lnTo>
                  <a:lnTo>
                    <a:pt x="0" y="6474"/>
                  </a:lnTo>
                  <a:lnTo>
                    <a:pt x="21" y="2330"/>
                  </a:lnTo>
                  <a:lnTo>
                    <a:pt x="219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h3911"/>
            <p:cNvSpPr/>
            <p:nvPr/>
          </p:nvSpPr>
          <p:spPr>
            <a:xfrm>
              <a:off x="7091442" y="2961108"/>
              <a:ext cx="43124" cy="20588"/>
            </a:xfrm>
            <a:custGeom>
              <a:avLst/>
              <a:pathLst>
                <a:path w="43124" h="20588">
                  <a:moveTo>
                    <a:pt x="34294" y="50"/>
                  </a:moveTo>
                  <a:lnTo>
                    <a:pt x="37346" y="901"/>
                  </a:lnTo>
                  <a:lnTo>
                    <a:pt x="37840" y="3339"/>
                  </a:lnTo>
                  <a:lnTo>
                    <a:pt x="35004" y="2886"/>
                  </a:lnTo>
                  <a:lnTo>
                    <a:pt x="33212" y="3968"/>
                  </a:lnTo>
                  <a:lnTo>
                    <a:pt x="33367" y="7158"/>
                  </a:lnTo>
                  <a:lnTo>
                    <a:pt x="37629" y="12439"/>
                  </a:lnTo>
                  <a:lnTo>
                    <a:pt x="40690" y="15044"/>
                  </a:lnTo>
                  <a:lnTo>
                    <a:pt x="41848" y="14219"/>
                  </a:lnTo>
                  <a:lnTo>
                    <a:pt x="43124" y="16484"/>
                  </a:lnTo>
                  <a:lnTo>
                    <a:pt x="38418" y="17705"/>
                  </a:lnTo>
                  <a:lnTo>
                    <a:pt x="32326" y="17380"/>
                  </a:lnTo>
                  <a:lnTo>
                    <a:pt x="28535" y="20588"/>
                  </a:lnTo>
                  <a:lnTo>
                    <a:pt x="25245" y="17569"/>
                  </a:lnTo>
                  <a:lnTo>
                    <a:pt x="20011" y="17218"/>
                  </a:lnTo>
                  <a:lnTo>
                    <a:pt x="17408" y="17926"/>
                  </a:lnTo>
                  <a:lnTo>
                    <a:pt x="13498" y="15162"/>
                  </a:lnTo>
                  <a:lnTo>
                    <a:pt x="7983" y="10156"/>
                  </a:lnTo>
                  <a:lnTo>
                    <a:pt x="8866" y="9841"/>
                  </a:lnTo>
                  <a:lnTo>
                    <a:pt x="8559" y="8802"/>
                  </a:lnTo>
                  <a:lnTo>
                    <a:pt x="2103" y="3145"/>
                  </a:lnTo>
                  <a:lnTo>
                    <a:pt x="0" y="4935"/>
                  </a:lnTo>
                  <a:lnTo>
                    <a:pt x="3363" y="1117"/>
                  </a:lnTo>
                  <a:lnTo>
                    <a:pt x="4272" y="1856"/>
                  </a:lnTo>
                  <a:lnTo>
                    <a:pt x="9044" y="2238"/>
                  </a:lnTo>
                  <a:lnTo>
                    <a:pt x="17855" y="1298"/>
                  </a:lnTo>
                  <a:lnTo>
                    <a:pt x="19326" y="0"/>
                  </a:lnTo>
                  <a:lnTo>
                    <a:pt x="22511" y="449"/>
                  </a:lnTo>
                  <a:lnTo>
                    <a:pt x="26105" y="310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h3912"/>
            <p:cNvSpPr/>
            <p:nvPr/>
          </p:nvSpPr>
          <p:spPr>
            <a:xfrm>
              <a:off x="7238566" y="2965529"/>
              <a:ext cx="14003" cy="17304"/>
            </a:xfrm>
            <a:custGeom>
              <a:avLst/>
              <a:pathLst>
                <a:path w="14003" h="17304">
                  <a:moveTo>
                    <a:pt x="3721" y="306"/>
                  </a:moveTo>
                  <a:lnTo>
                    <a:pt x="4785" y="2557"/>
                  </a:lnTo>
                  <a:lnTo>
                    <a:pt x="5267" y="7893"/>
                  </a:lnTo>
                  <a:lnTo>
                    <a:pt x="10641" y="10896"/>
                  </a:lnTo>
                  <a:lnTo>
                    <a:pt x="13087" y="10060"/>
                  </a:lnTo>
                  <a:lnTo>
                    <a:pt x="13720" y="9040"/>
                  </a:lnTo>
                  <a:lnTo>
                    <a:pt x="14003" y="9466"/>
                  </a:lnTo>
                  <a:lnTo>
                    <a:pt x="13768" y="13439"/>
                  </a:lnTo>
                  <a:lnTo>
                    <a:pt x="12362" y="16682"/>
                  </a:lnTo>
                  <a:lnTo>
                    <a:pt x="10461" y="16087"/>
                  </a:lnTo>
                  <a:lnTo>
                    <a:pt x="8864" y="17246"/>
                  </a:lnTo>
                  <a:lnTo>
                    <a:pt x="8471" y="17304"/>
                  </a:lnTo>
                  <a:lnTo>
                    <a:pt x="7162" y="15890"/>
                  </a:lnTo>
                  <a:lnTo>
                    <a:pt x="5430" y="15927"/>
                  </a:lnTo>
                  <a:lnTo>
                    <a:pt x="2534" y="13908"/>
                  </a:lnTo>
                  <a:lnTo>
                    <a:pt x="900" y="11891"/>
                  </a:lnTo>
                  <a:lnTo>
                    <a:pt x="1358" y="6135"/>
                  </a:lnTo>
                  <a:lnTo>
                    <a:pt x="1581" y="5208"/>
                  </a:lnTo>
                  <a:lnTo>
                    <a:pt x="56" y="3767"/>
                  </a:lnTo>
                  <a:lnTo>
                    <a:pt x="0" y="1752"/>
                  </a:lnTo>
                  <a:lnTo>
                    <a:pt x="791" y="719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h3913"/>
            <p:cNvSpPr/>
            <p:nvPr/>
          </p:nvSpPr>
          <p:spPr>
            <a:xfrm>
              <a:off x="7232854" y="2815886"/>
              <a:ext cx="27170" cy="39050"/>
            </a:xfrm>
            <a:custGeom>
              <a:avLst/>
              <a:pathLst>
                <a:path w="27170" h="39050">
                  <a:moveTo>
                    <a:pt x="27170" y="1296"/>
                  </a:moveTo>
                  <a:lnTo>
                    <a:pt x="25932" y="5415"/>
                  </a:lnTo>
                  <a:lnTo>
                    <a:pt x="25075" y="5078"/>
                  </a:lnTo>
                  <a:lnTo>
                    <a:pt x="23825" y="6384"/>
                  </a:lnTo>
                  <a:lnTo>
                    <a:pt x="23592" y="8032"/>
                  </a:lnTo>
                  <a:lnTo>
                    <a:pt x="18140" y="16378"/>
                  </a:lnTo>
                  <a:lnTo>
                    <a:pt x="21563" y="19041"/>
                  </a:lnTo>
                  <a:lnTo>
                    <a:pt x="18741" y="20807"/>
                  </a:lnTo>
                  <a:lnTo>
                    <a:pt x="17157" y="23835"/>
                  </a:lnTo>
                  <a:lnTo>
                    <a:pt x="17339" y="24819"/>
                  </a:lnTo>
                  <a:lnTo>
                    <a:pt x="19620" y="24195"/>
                  </a:lnTo>
                  <a:lnTo>
                    <a:pt x="20464" y="25262"/>
                  </a:lnTo>
                  <a:lnTo>
                    <a:pt x="20922" y="27053"/>
                  </a:lnTo>
                  <a:lnTo>
                    <a:pt x="16334" y="30934"/>
                  </a:lnTo>
                  <a:lnTo>
                    <a:pt x="14388" y="33095"/>
                  </a:lnTo>
                  <a:lnTo>
                    <a:pt x="9901" y="35347"/>
                  </a:lnTo>
                  <a:lnTo>
                    <a:pt x="9676" y="39050"/>
                  </a:lnTo>
                  <a:lnTo>
                    <a:pt x="5531" y="36538"/>
                  </a:lnTo>
                  <a:lnTo>
                    <a:pt x="2603" y="30050"/>
                  </a:lnTo>
                  <a:lnTo>
                    <a:pt x="360" y="29608"/>
                  </a:lnTo>
                  <a:lnTo>
                    <a:pt x="0" y="27421"/>
                  </a:lnTo>
                  <a:lnTo>
                    <a:pt x="1296" y="25240"/>
                  </a:lnTo>
                  <a:lnTo>
                    <a:pt x="4343" y="27506"/>
                  </a:lnTo>
                  <a:lnTo>
                    <a:pt x="6640" y="27409"/>
                  </a:lnTo>
                  <a:lnTo>
                    <a:pt x="10488" y="24708"/>
                  </a:lnTo>
                  <a:lnTo>
                    <a:pt x="11682" y="13894"/>
                  </a:lnTo>
                  <a:lnTo>
                    <a:pt x="10668" y="11942"/>
                  </a:lnTo>
                  <a:lnTo>
                    <a:pt x="2422" y="8951"/>
                  </a:lnTo>
                  <a:lnTo>
                    <a:pt x="754" y="6732"/>
                  </a:lnTo>
                  <a:lnTo>
                    <a:pt x="1038" y="6189"/>
                  </a:lnTo>
                  <a:lnTo>
                    <a:pt x="17287" y="797"/>
                  </a:lnTo>
                  <a:lnTo>
                    <a:pt x="21253" y="2270"/>
                  </a:lnTo>
                  <a:lnTo>
                    <a:pt x="2259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h3914"/>
            <p:cNvSpPr/>
            <p:nvPr/>
          </p:nvSpPr>
          <p:spPr>
            <a:xfrm>
              <a:off x="7234797" y="2971665"/>
              <a:ext cx="12240" cy="14560"/>
            </a:xfrm>
            <a:custGeom>
              <a:avLst/>
              <a:pathLst>
                <a:path w="12240" h="14560">
                  <a:moveTo>
                    <a:pt x="5127" y="0"/>
                  </a:moveTo>
                  <a:lnTo>
                    <a:pt x="4669" y="5756"/>
                  </a:lnTo>
                  <a:lnTo>
                    <a:pt x="6303" y="7773"/>
                  </a:lnTo>
                  <a:lnTo>
                    <a:pt x="9199" y="9792"/>
                  </a:lnTo>
                  <a:lnTo>
                    <a:pt x="10931" y="9755"/>
                  </a:lnTo>
                  <a:lnTo>
                    <a:pt x="12240" y="11169"/>
                  </a:lnTo>
                  <a:lnTo>
                    <a:pt x="10165" y="14560"/>
                  </a:lnTo>
                  <a:lnTo>
                    <a:pt x="6252" y="13618"/>
                  </a:lnTo>
                  <a:lnTo>
                    <a:pt x="5078" y="12386"/>
                  </a:lnTo>
                  <a:lnTo>
                    <a:pt x="1128" y="8356"/>
                  </a:lnTo>
                  <a:lnTo>
                    <a:pt x="0" y="382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h3915"/>
            <p:cNvSpPr/>
            <p:nvPr/>
          </p:nvSpPr>
          <p:spPr>
            <a:xfrm>
              <a:off x="7146133" y="2849741"/>
              <a:ext cx="22244" cy="36866"/>
            </a:xfrm>
            <a:custGeom>
              <a:avLst/>
              <a:pathLst>
                <a:path w="22244" h="36866">
                  <a:moveTo>
                    <a:pt x="11327" y="0"/>
                  </a:moveTo>
                  <a:lnTo>
                    <a:pt x="13754" y="1445"/>
                  </a:lnTo>
                  <a:lnTo>
                    <a:pt x="16257" y="4585"/>
                  </a:lnTo>
                  <a:lnTo>
                    <a:pt x="18796" y="5863"/>
                  </a:lnTo>
                  <a:lnTo>
                    <a:pt x="19354" y="5524"/>
                  </a:lnTo>
                  <a:lnTo>
                    <a:pt x="19766" y="6135"/>
                  </a:lnTo>
                  <a:lnTo>
                    <a:pt x="18789" y="9533"/>
                  </a:lnTo>
                  <a:lnTo>
                    <a:pt x="16690" y="11273"/>
                  </a:lnTo>
                  <a:lnTo>
                    <a:pt x="16799" y="13097"/>
                  </a:lnTo>
                  <a:lnTo>
                    <a:pt x="20216" y="14942"/>
                  </a:lnTo>
                  <a:lnTo>
                    <a:pt x="20183" y="19225"/>
                  </a:lnTo>
                  <a:lnTo>
                    <a:pt x="21678" y="25910"/>
                  </a:lnTo>
                  <a:lnTo>
                    <a:pt x="22244" y="26585"/>
                  </a:lnTo>
                  <a:lnTo>
                    <a:pt x="18450" y="32329"/>
                  </a:lnTo>
                  <a:lnTo>
                    <a:pt x="12280" y="36866"/>
                  </a:lnTo>
                  <a:lnTo>
                    <a:pt x="8707" y="36080"/>
                  </a:lnTo>
                  <a:lnTo>
                    <a:pt x="5506" y="34344"/>
                  </a:lnTo>
                  <a:lnTo>
                    <a:pt x="4036" y="34997"/>
                  </a:lnTo>
                  <a:lnTo>
                    <a:pt x="0" y="28783"/>
                  </a:lnTo>
                  <a:lnTo>
                    <a:pt x="1635" y="25722"/>
                  </a:lnTo>
                  <a:lnTo>
                    <a:pt x="864" y="21960"/>
                  </a:lnTo>
                  <a:lnTo>
                    <a:pt x="2319" y="18181"/>
                  </a:lnTo>
                  <a:lnTo>
                    <a:pt x="4177" y="16207"/>
                  </a:lnTo>
                  <a:lnTo>
                    <a:pt x="4758" y="13867"/>
                  </a:lnTo>
                  <a:lnTo>
                    <a:pt x="4171" y="10252"/>
                  </a:lnTo>
                  <a:lnTo>
                    <a:pt x="3167" y="9823"/>
                  </a:lnTo>
                  <a:lnTo>
                    <a:pt x="1751" y="10595"/>
                  </a:lnTo>
                  <a:lnTo>
                    <a:pt x="343" y="7885"/>
                  </a:lnTo>
                  <a:lnTo>
                    <a:pt x="432" y="6146"/>
                  </a:lnTo>
                  <a:lnTo>
                    <a:pt x="1367" y="6049"/>
                  </a:lnTo>
                  <a:lnTo>
                    <a:pt x="6868" y="5856"/>
                  </a:lnTo>
                  <a:lnTo>
                    <a:pt x="7920" y="230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h3916"/>
            <p:cNvSpPr/>
            <p:nvPr/>
          </p:nvSpPr>
          <p:spPr>
            <a:xfrm>
              <a:off x="7188172" y="2827341"/>
              <a:ext cx="18798" cy="21185"/>
            </a:xfrm>
            <a:custGeom>
              <a:avLst/>
              <a:pathLst>
                <a:path w="18798" h="21185">
                  <a:moveTo>
                    <a:pt x="13767" y="1130"/>
                  </a:moveTo>
                  <a:lnTo>
                    <a:pt x="18798" y="12817"/>
                  </a:lnTo>
                  <a:lnTo>
                    <a:pt x="13804" y="16796"/>
                  </a:lnTo>
                  <a:lnTo>
                    <a:pt x="6912" y="17490"/>
                  </a:lnTo>
                  <a:lnTo>
                    <a:pt x="2318" y="21185"/>
                  </a:lnTo>
                  <a:lnTo>
                    <a:pt x="374" y="20180"/>
                  </a:lnTo>
                  <a:lnTo>
                    <a:pt x="1761" y="17630"/>
                  </a:lnTo>
                  <a:lnTo>
                    <a:pt x="564" y="12442"/>
                  </a:lnTo>
                  <a:lnTo>
                    <a:pt x="0" y="4055"/>
                  </a:lnTo>
                  <a:lnTo>
                    <a:pt x="1389" y="4407"/>
                  </a:lnTo>
                  <a:lnTo>
                    <a:pt x="1344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h3917"/>
            <p:cNvSpPr/>
            <p:nvPr/>
          </p:nvSpPr>
          <p:spPr>
            <a:xfrm>
              <a:off x="7259930" y="2969445"/>
              <a:ext cx="31455" cy="21459"/>
            </a:xfrm>
            <a:custGeom>
              <a:avLst/>
              <a:pathLst>
                <a:path w="31455" h="21459">
                  <a:moveTo>
                    <a:pt x="27582" y="855"/>
                  </a:moveTo>
                  <a:lnTo>
                    <a:pt x="27970" y="2106"/>
                  </a:lnTo>
                  <a:lnTo>
                    <a:pt x="25541" y="2492"/>
                  </a:lnTo>
                  <a:lnTo>
                    <a:pt x="25811" y="3582"/>
                  </a:lnTo>
                  <a:lnTo>
                    <a:pt x="31455" y="10571"/>
                  </a:lnTo>
                  <a:lnTo>
                    <a:pt x="31416" y="13197"/>
                  </a:lnTo>
                  <a:lnTo>
                    <a:pt x="29337" y="15292"/>
                  </a:lnTo>
                  <a:lnTo>
                    <a:pt x="22051" y="15344"/>
                  </a:lnTo>
                  <a:lnTo>
                    <a:pt x="20491" y="19136"/>
                  </a:lnTo>
                  <a:lnTo>
                    <a:pt x="18187" y="19562"/>
                  </a:lnTo>
                  <a:lnTo>
                    <a:pt x="17308" y="20534"/>
                  </a:lnTo>
                  <a:lnTo>
                    <a:pt x="11618" y="19147"/>
                  </a:lnTo>
                  <a:lnTo>
                    <a:pt x="7084" y="20188"/>
                  </a:lnTo>
                  <a:lnTo>
                    <a:pt x="5382" y="21459"/>
                  </a:lnTo>
                  <a:lnTo>
                    <a:pt x="696" y="19997"/>
                  </a:lnTo>
                  <a:lnTo>
                    <a:pt x="0" y="17750"/>
                  </a:lnTo>
                  <a:lnTo>
                    <a:pt x="2762" y="18354"/>
                  </a:lnTo>
                  <a:lnTo>
                    <a:pt x="3348" y="18607"/>
                  </a:lnTo>
                  <a:lnTo>
                    <a:pt x="7085" y="14218"/>
                  </a:lnTo>
                  <a:lnTo>
                    <a:pt x="11901" y="10325"/>
                  </a:lnTo>
                  <a:lnTo>
                    <a:pt x="12958" y="11135"/>
                  </a:lnTo>
                  <a:lnTo>
                    <a:pt x="16219" y="9650"/>
                  </a:lnTo>
                  <a:lnTo>
                    <a:pt x="14923" y="6801"/>
                  </a:lnTo>
                  <a:lnTo>
                    <a:pt x="16604" y="669"/>
                  </a:lnTo>
                  <a:lnTo>
                    <a:pt x="20474" y="3302"/>
                  </a:lnTo>
                  <a:lnTo>
                    <a:pt x="2588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h3918"/>
            <p:cNvSpPr/>
            <p:nvPr/>
          </p:nvSpPr>
          <p:spPr>
            <a:xfrm>
              <a:off x="7200327" y="2842445"/>
              <a:ext cx="27468" cy="32328"/>
            </a:xfrm>
            <a:custGeom>
              <a:avLst/>
              <a:pathLst>
                <a:path w="27468" h="32328">
                  <a:moveTo>
                    <a:pt x="23330" y="2359"/>
                  </a:moveTo>
                  <a:lnTo>
                    <a:pt x="26674" y="5155"/>
                  </a:lnTo>
                  <a:lnTo>
                    <a:pt x="27019" y="7601"/>
                  </a:lnTo>
                  <a:lnTo>
                    <a:pt x="23558" y="17080"/>
                  </a:lnTo>
                  <a:lnTo>
                    <a:pt x="24973" y="20537"/>
                  </a:lnTo>
                  <a:lnTo>
                    <a:pt x="27468" y="23716"/>
                  </a:lnTo>
                  <a:lnTo>
                    <a:pt x="26222" y="31312"/>
                  </a:lnTo>
                  <a:lnTo>
                    <a:pt x="24320" y="32328"/>
                  </a:lnTo>
                  <a:lnTo>
                    <a:pt x="24909" y="29772"/>
                  </a:lnTo>
                  <a:lnTo>
                    <a:pt x="24350" y="29364"/>
                  </a:lnTo>
                  <a:lnTo>
                    <a:pt x="12697" y="29112"/>
                  </a:lnTo>
                  <a:lnTo>
                    <a:pt x="13310" y="28074"/>
                  </a:lnTo>
                  <a:lnTo>
                    <a:pt x="12124" y="26991"/>
                  </a:lnTo>
                  <a:lnTo>
                    <a:pt x="10347" y="26144"/>
                  </a:lnTo>
                  <a:lnTo>
                    <a:pt x="6878" y="26470"/>
                  </a:lnTo>
                  <a:lnTo>
                    <a:pt x="471" y="21539"/>
                  </a:lnTo>
                  <a:lnTo>
                    <a:pt x="0" y="19826"/>
                  </a:lnTo>
                  <a:lnTo>
                    <a:pt x="829" y="20283"/>
                  </a:lnTo>
                  <a:lnTo>
                    <a:pt x="1813" y="19632"/>
                  </a:lnTo>
                  <a:lnTo>
                    <a:pt x="2124" y="17100"/>
                  </a:lnTo>
                  <a:lnTo>
                    <a:pt x="3998" y="13868"/>
                  </a:lnTo>
                  <a:lnTo>
                    <a:pt x="9999" y="11171"/>
                  </a:lnTo>
                  <a:lnTo>
                    <a:pt x="11103" y="9345"/>
                  </a:lnTo>
                  <a:lnTo>
                    <a:pt x="11044" y="6892"/>
                  </a:lnTo>
                  <a:lnTo>
                    <a:pt x="16508" y="4236"/>
                  </a:lnTo>
                  <a:lnTo>
                    <a:pt x="19879" y="3770"/>
                  </a:lnTo>
                  <a:lnTo>
                    <a:pt x="1843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h3919"/>
            <p:cNvSpPr/>
            <p:nvPr/>
          </p:nvSpPr>
          <p:spPr>
            <a:xfrm>
              <a:off x="7198707" y="2941937"/>
              <a:ext cx="25603" cy="33367"/>
            </a:xfrm>
            <a:custGeom>
              <a:avLst/>
              <a:pathLst>
                <a:path w="25603" h="33367">
                  <a:moveTo>
                    <a:pt x="12690" y="1726"/>
                  </a:moveTo>
                  <a:lnTo>
                    <a:pt x="17989" y="3683"/>
                  </a:lnTo>
                  <a:lnTo>
                    <a:pt x="20045" y="2667"/>
                  </a:lnTo>
                  <a:lnTo>
                    <a:pt x="21465" y="4204"/>
                  </a:lnTo>
                  <a:lnTo>
                    <a:pt x="21466" y="5845"/>
                  </a:lnTo>
                  <a:lnTo>
                    <a:pt x="23449" y="9196"/>
                  </a:lnTo>
                  <a:lnTo>
                    <a:pt x="22814" y="12957"/>
                  </a:lnTo>
                  <a:lnTo>
                    <a:pt x="25603" y="15966"/>
                  </a:lnTo>
                  <a:lnTo>
                    <a:pt x="23946" y="18554"/>
                  </a:lnTo>
                  <a:lnTo>
                    <a:pt x="22002" y="24425"/>
                  </a:lnTo>
                  <a:lnTo>
                    <a:pt x="19160" y="24910"/>
                  </a:lnTo>
                  <a:lnTo>
                    <a:pt x="14905" y="22704"/>
                  </a:lnTo>
                  <a:lnTo>
                    <a:pt x="15849" y="18589"/>
                  </a:lnTo>
                  <a:lnTo>
                    <a:pt x="15685" y="18092"/>
                  </a:lnTo>
                  <a:lnTo>
                    <a:pt x="14086" y="18518"/>
                  </a:lnTo>
                  <a:lnTo>
                    <a:pt x="9524" y="21323"/>
                  </a:lnTo>
                  <a:lnTo>
                    <a:pt x="6711" y="24056"/>
                  </a:lnTo>
                  <a:lnTo>
                    <a:pt x="6514" y="32151"/>
                  </a:lnTo>
                  <a:lnTo>
                    <a:pt x="5853" y="33367"/>
                  </a:lnTo>
                  <a:lnTo>
                    <a:pt x="3136" y="32699"/>
                  </a:lnTo>
                  <a:lnTo>
                    <a:pt x="359" y="32612"/>
                  </a:lnTo>
                  <a:lnTo>
                    <a:pt x="1760" y="31269"/>
                  </a:lnTo>
                  <a:lnTo>
                    <a:pt x="0" y="20199"/>
                  </a:lnTo>
                  <a:lnTo>
                    <a:pt x="314" y="18019"/>
                  </a:lnTo>
                  <a:lnTo>
                    <a:pt x="4996" y="16092"/>
                  </a:lnTo>
                  <a:lnTo>
                    <a:pt x="3891" y="11088"/>
                  </a:lnTo>
                  <a:lnTo>
                    <a:pt x="3753" y="10482"/>
                  </a:lnTo>
                  <a:lnTo>
                    <a:pt x="5775" y="11392"/>
                  </a:lnTo>
                  <a:lnTo>
                    <a:pt x="6018" y="14397"/>
                  </a:lnTo>
                  <a:lnTo>
                    <a:pt x="10301" y="12923"/>
                  </a:lnTo>
                  <a:lnTo>
                    <a:pt x="10255" y="6557"/>
                  </a:lnTo>
                  <a:lnTo>
                    <a:pt x="9320" y="1470"/>
                  </a:lnTo>
                  <a:lnTo>
                    <a:pt x="1034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h3920"/>
            <p:cNvSpPr/>
            <p:nvPr/>
          </p:nvSpPr>
          <p:spPr>
            <a:xfrm>
              <a:off x="7285471" y="2963121"/>
              <a:ext cx="22050" cy="24476"/>
            </a:xfrm>
            <a:custGeom>
              <a:avLst/>
              <a:pathLst>
                <a:path w="22050" h="24476">
                  <a:moveTo>
                    <a:pt x="17929" y="4769"/>
                  </a:moveTo>
                  <a:lnTo>
                    <a:pt x="16943" y="5213"/>
                  </a:lnTo>
                  <a:lnTo>
                    <a:pt x="17220" y="6376"/>
                  </a:lnTo>
                  <a:lnTo>
                    <a:pt x="20201" y="8891"/>
                  </a:lnTo>
                  <a:lnTo>
                    <a:pt x="20213" y="10476"/>
                  </a:lnTo>
                  <a:lnTo>
                    <a:pt x="20069" y="14113"/>
                  </a:lnTo>
                  <a:lnTo>
                    <a:pt x="22050" y="17845"/>
                  </a:lnTo>
                  <a:lnTo>
                    <a:pt x="20648" y="19573"/>
                  </a:lnTo>
                  <a:lnTo>
                    <a:pt x="17079" y="22687"/>
                  </a:lnTo>
                  <a:lnTo>
                    <a:pt x="4017" y="24476"/>
                  </a:lnTo>
                  <a:lnTo>
                    <a:pt x="2862" y="24089"/>
                  </a:lnTo>
                  <a:lnTo>
                    <a:pt x="2386" y="22714"/>
                  </a:lnTo>
                  <a:lnTo>
                    <a:pt x="3796" y="21617"/>
                  </a:lnTo>
                  <a:lnTo>
                    <a:pt x="5874" y="19521"/>
                  </a:lnTo>
                  <a:lnTo>
                    <a:pt x="5913" y="16895"/>
                  </a:lnTo>
                  <a:lnTo>
                    <a:pt x="269" y="9906"/>
                  </a:lnTo>
                  <a:lnTo>
                    <a:pt x="0" y="8816"/>
                  </a:lnTo>
                  <a:lnTo>
                    <a:pt x="2429" y="8431"/>
                  </a:lnTo>
                  <a:lnTo>
                    <a:pt x="2041" y="7179"/>
                  </a:lnTo>
                  <a:lnTo>
                    <a:pt x="3999" y="5840"/>
                  </a:lnTo>
                  <a:lnTo>
                    <a:pt x="1223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h3921"/>
            <p:cNvSpPr/>
            <p:nvPr/>
          </p:nvSpPr>
          <p:spPr>
            <a:xfrm>
              <a:off x="7257971" y="2953916"/>
              <a:ext cx="18562" cy="34136"/>
            </a:xfrm>
            <a:custGeom>
              <a:avLst/>
              <a:pathLst>
                <a:path w="18562" h="34136">
                  <a:moveTo>
                    <a:pt x="6515" y="152"/>
                  </a:moveTo>
                  <a:lnTo>
                    <a:pt x="10429" y="984"/>
                  </a:lnTo>
                  <a:lnTo>
                    <a:pt x="10643" y="2453"/>
                  </a:lnTo>
                  <a:lnTo>
                    <a:pt x="12826" y="1573"/>
                  </a:lnTo>
                  <a:lnTo>
                    <a:pt x="14376" y="2303"/>
                  </a:lnTo>
                  <a:lnTo>
                    <a:pt x="14737" y="4267"/>
                  </a:lnTo>
                  <a:lnTo>
                    <a:pt x="12981" y="7602"/>
                  </a:lnTo>
                  <a:lnTo>
                    <a:pt x="14341" y="14212"/>
                  </a:lnTo>
                  <a:lnTo>
                    <a:pt x="18562" y="16198"/>
                  </a:lnTo>
                  <a:lnTo>
                    <a:pt x="16881" y="22330"/>
                  </a:lnTo>
                  <a:lnTo>
                    <a:pt x="18177" y="25180"/>
                  </a:lnTo>
                  <a:lnTo>
                    <a:pt x="14916" y="26664"/>
                  </a:lnTo>
                  <a:lnTo>
                    <a:pt x="13859" y="25854"/>
                  </a:lnTo>
                  <a:lnTo>
                    <a:pt x="9043" y="29748"/>
                  </a:lnTo>
                  <a:lnTo>
                    <a:pt x="5306" y="34136"/>
                  </a:lnTo>
                  <a:lnTo>
                    <a:pt x="4720" y="33883"/>
                  </a:lnTo>
                  <a:lnTo>
                    <a:pt x="0" y="31049"/>
                  </a:lnTo>
                  <a:lnTo>
                    <a:pt x="2075" y="28694"/>
                  </a:lnTo>
                  <a:lnTo>
                    <a:pt x="4402" y="23933"/>
                  </a:lnTo>
                  <a:lnTo>
                    <a:pt x="5556" y="16344"/>
                  </a:lnTo>
                  <a:lnTo>
                    <a:pt x="1699" y="5066"/>
                  </a:lnTo>
                  <a:lnTo>
                    <a:pt x="2436" y="2617"/>
                  </a:lnTo>
                  <a:lnTo>
                    <a:pt x="514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h3922"/>
            <p:cNvSpPr/>
            <p:nvPr/>
          </p:nvSpPr>
          <p:spPr>
            <a:xfrm>
              <a:off x="7247884" y="3008885"/>
              <a:ext cx="27540" cy="29567"/>
            </a:xfrm>
            <a:custGeom>
              <a:avLst/>
              <a:pathLst>
                <a:path w="27540" h="29567">
                  <a:moveTo>
                    <a:pt x="26942" y="165"/>
                  </a:moveTo>
                  <a:lnTo>
                    <a:pt x="27540" y="1493"/>
                  </a:lnTo>
                  <a:lnTo>
                    <a:pt x="27261" y="8138"/>
                  </a:lnTo>
                  <a:lnTo>
                    <a:pt x="27075" y="9548"/>
                  </a:lnTo>
                  <a:lnTo>
                    <a:pt x="22289" y="14095"/>
                  </a:lnTo>
                  <a:lnTo>
                    <a:pt x="8629" y="22142"/>
                  </a:lnTo>
                  <a:lnTo>
                    <a:pt x="7092" y="28259"/>
                  </a:lnTo>
                  <a:lnTo>
                    <a:pt x="6004" y="29567"/>
                  </a:lnTo>
                  <a:lnTo>
                    <a:pt x="4835" y="25836"/>
                  </a:lnTo>
                  <a:lnTo>
                    <a:pt x="2573" y="24957"/>
                  </a:lnTo>
                  <a:lnTo>
                    <a:pt x="2656" y="25739"/>
                  </a:lnTo>
                  <a:lnTo>
                    <a:pt x="768" y="26628"/>
                  </a:lnTo>
                  <a:lnTo>
                    <a:pt x="0" y="25420"/>
                  </a:lnTo>
                  <a:lnTo>
                    <a:pt x="1268" y="20041"/>
                  </a:lnTo>
                  <a:lnTo>
                    <a:pt x="3471" y="17017"/>
                  </a:lnTo>
                  <a:lnTo>
                    <a:pt x="3747" y="12342"/>
                  </a:lnTo>
                  <a:lnTo>
                    <a:pt x="5415" y="8931"/>
                  </a:lnTo>
                  <a:lnTo>
                    <a:pt x="5972" y="8373"/>
                  </a:lnTo>
                  <a:lnTo>
                    <a:pt x="11176" y="9505"/>
                  </a:lnTo>
                  <a:lnTo>
                    <a:pt x="12917" y="6281"/>
                  </a:lnTo>
                  <a:lnTo>
                    <a:pt x="14651" y="5429"/>
                  </a:lnTo>
                  <a:lnTo>
                    <a:pt x="17745" y="5666"/>
                  </a:lnTo>
                  <a:lnTo>
                    <a:pt x="20420" y="4923"/>
                  </a:lnTo>
                  <a:lnTo>
                    <a:pt x="21192" y="1007"/>
                  </a:lnTo>
                  <a:lnTo>
                    <a:pt x="2242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h3923"/>
            <p:cNvSpPr/>
            <p:nvPr/>
          </p:nvSpPr>
          <p:spPr>
            <a:xfrm>
              <a:off x="7136584" y="2920638"/>
              <a:ext cx="29821" cy="20190"/>
            </a:xfrm>
            <a:custGeom>
              <a:avLst/>
              <a:pathLst>
                <a:path w="29821" h="20190">
                  <a:moveTo>
                    <a:pt x="26639" y="2737"/>
                  </a:moveTo>
                  <a:lnTo>
                    <a:pt x="26392" y="5822"/>
                  </a:lnTo>
                  <a:lnTo>
                    <a:pt x="29821" y="11400"/>
                  </a:lnTo>
                  <a:lnTo>
                    <a:pt x="24401" y="16163"/>
                  </a:lnTo>
                  <a:lnTo>
                    <a:pt x="23550" y="18518"/>
                  </a:lnTo>
                  <a:lnTo>
                    <a:pt x="21507" y="20190"/>
                  </a:lnTo>
                  <a:lnTo>
                    <a:pt x="20635" y="18318"/>
                  </a:lnTo>
                  <a:lnTo>
                    <a:pt x="20451" y="14917"/>
                  </a:lnTo>
                  <a:lnTo>
                    <a:pt x="15308" y="13357"/>
                  </a:lnTo>
                  <a:lnTo>
                    <a:pt x="7790" y="13485"/>
                  </a:lnTo>
                  <a:lnTo>
                    <a:pt x="3577" y="15336"/>
                  </a:lnTo>
                  <a:lnTo>
                    <a:pt x="2661" y="14933"/>
                  </a:lnTo>
                  <a:lnTo>
                    <a:pt x="504" y="14018"/>
                  </a:lnTo>
                  <a:lnTo>
                    <a:pt x="702" y="8006"/>
                  </a:lnTo>
                  <a:lnTo>
                    <a:pt x="0" y="6325"/>
                  </a:lnTo>
                  <a:lnTo>
                    <a:pt x="2057" y="562"/>
                  </a:lnTo>
                  <a:lnTo>
                    <a:pt x="4260" y="0"/>
                  </a:lnTo>
                  <a:lnTo>
                    <a:pt x="7206" y="56"/>
                  </a:lnTo>
                  <a:lnTo>
                    <a:pt x="17312" y="4097"/>
                  </a:lnTo>
                  <a:lnTo>
                    <a:pt x="22555" y="4045"/>
                  </a:lnTo>
                  <a:lnTo>
                    <a:pt x="25169" y="22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h3924"/>
            <p:cNvSpPr/>
            <p:nvPr/>
          </p:nvSpPr>
          <p:spPr>
            <a:xfrm>
              <a:off x="7227950" y="2843214"/>
              <a:ext cx="28246" cy="37072"/>
            </a:xfrm>
            <a:custGeom>
              <a:avLst/>
              <a:pathLst>
                <a:path w="28246" h="37072">
                  <a:moveTo>
                    <a:pt x="3856" y="0"/>
                  </a:moveTo>
                  <a:lnTo>
                    <a:pt x="5264" y="2280"/>
                  </a:lnTo>
                  <a:lnTo>
                    <a:pt x="7507" y="2722"/>
                  </a:lnTo>
                  <a:lnTo>
                    <a:pt x="10435" y="9209"/>
                  </a:lnTo>
                  <a:lnTo>
                    <a:pt x="14580" y="11722"/>
                  </a:lnTo>
                  <a:lnTo>
                    <a:pt x="24651" y="17979"/>
                  </a:lnTo>
                  <a:lnTo>
                    <a:pt x="28246" y="17017"/>
                  </a:lnTo>
                  <a:lnTo>
                    <a:pt x="23255" y="27425"/>
                  </a:lnTo>
                  <a:lnTo>
                    <a:pt x="25056" y="31113"/>
                  </a:lnTo>
                  <a:lnTo>
                    <a:pt x="24608" y="32572"/>
                  </a:lnTo>
                  <a:lnTo>
                    <a:pt x="23020" y="32581"/>
                  </a:lnTo>
                  <a:lnTo>
                    <a:pt x="22586" y="30154"/>
                  </a:lnTo>
                  <a:lnTo>
                    <a:pt x="19116" y="29518"/>
                  </a:lnTo>
                  <a:lnTo>
                    <a:pt x="15969" y="29885"/>
                  </a:lnTo>
                  <a:lnTo>
                    <a:pt x="13197" y="31457"/>
                  </a:lnTo>
                  <a:lnTo>
                    <a:pt x="11214" y="34538"/>
                  </a:lnTo>
                  <a:lnTo>
                    <a:pt x="5531" y="37072"/>
                  </a:lnTo>
                  <a:lnTo>
                    <a:pt x="4022" y="35457"/>
                  </a:lnTo>
                  <a:lnTo>
                    <a:pt x="4215" y="32918"/>
                  </a:lnTo>
                  <a:lnTo>
                    <a:pt x="1411" y="25468"/>
                  </a:lnTo>
                  <a:lnTo>
                    <a:pt x="0" y="17052"/>
                  </a:lnTo>
                  <a:lnTo>
                    <a:pt x="339" y="4709"/>
                  </a:lnTo>
                  <a:lnTo>
                    <a:pt x="1721" y="17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h3925"/>
            <p:cNvSpPr/>
            <p:nvPr/>
          </p:nvSpPr>
          <p:spPr>
            <a:xfrm>
              <a:off x="7241022" y="3012373"/>
              <a:ext cx="19779" cy="16553"/>
            </a:xfrm>
            <a:custGeom>
              <a:avLst/>
              <a:pathLst>
                <a:path w="19779" h="16553">
                  <a:moveTo>
                    <a:pt x="15136" y="408"/>
                  </a:moveTo>
                  <a:lnTo>
                    <a:pt x="19779" y="2794"/>
                  </a:lnTo>
                  <a:lnTo>
                    <a:pt x="18038" y="6017"/>
                  </a:lnTo>
                  <a:lnTo>
                    <a:pt x="12834" y="4885"/>
                  </a:lnTo>
                  <a:lnTo>
                    <a:pt x="12278" y="5444"/>
                  </a:lnTo>
                  <a:lnTo>
                    <a:pt x="10609" y="8854"/>
                  </a:lnTo>
                  <a:lnTo>
                    <a:pt x="10334" y="13529"/>
                  </a:lnTo>
                  <a:lnTo>
                    <a:pt x="8130" y="16553"/>
                  </a:lnTo>
                  <a:lnTo>
                    <a:pt x="2666" y="10773"/>
                  </a:lnTo>
                  <a:lnTo>
                    <a:pt x="0" y="7686"/>
                  </a:lnTo>
                  <a:lnTo>
                    <a:pt x="4291" y="6709"/>
                  </a:lnTo>
                  <a:lnTo>
                    <a:pt x="10371" y="3731"/>
                  </a:lnTo>
                  <a:lnTo>
                    <a:pt x="1065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h3926"/>
            <p:cNvSpPr/>
            <p:nvPr/>
          </p:nvSpPr>
          <p:spPr>
            <a:xfrm>
              <a:off x="7093994" y="2914144"/>
              <a:ext cx="47180" cy="31819"/>
            </a:xfrm>
            <a:custGeom>
              <a:avLst/>
              <a:pathLst>
                <a:path w="47180" h="31819">
                  <a:moveTo>
                    <a:pt x="40744" y="0"/>
                  </a:moveTo>
                  <a:lnTo>
                    <a:pt x="43504" y="3039"/>
                  </a:lnTo>
                  <a:lnTo>
                    <a:pt x="47180" y="4173"/>
                  </a:lnTo>
                  <a:lnTo>
                    <a:pt x="46849" y="6493"/>
                  </a:lnTo>
                  <a:lnTo>
                    <a:pt x="44647" y="7056"/>
                  </a:lnTo>
                  <a:lnTo>
                    <a:pt x="42589" y="12819"/>
                  </a:lnTo>
                  <a:lnTo>
                    <a:pt x="43292" y="14500"/>
                  </a:lnTo>
                  <a:lnTo>
                    <a:pt x="43094" y="20512"/>
                  </a:lnTo>
                  <a:lnTo>
                    <a:pt x="45251" y="21427"/>
                  </a:lnTo>
                  <a:lnTo>
                    <a:pt x="40167" y="24235"/>
                  </a:lnTo>
                  <a:lnTo>
                    <a:pt x="37182" y="26012"/>
                  </a:lnTo>
                  <a:lnTo>
                    <a:pt x="36043" y="24673"/>
                  </a:lnTo>
                  <a:lnTo>
                    <a:pt x="35664" y="23529"/>
                  </a:lnTo>
                  <a:lnTo>
                    <a:pt x="36996" y="20399"/>
                  </a:lnTo>
                  <a:lnTo>
                    <a:pt x="36320" y="19290"/>
                  </a:lnTo>
                  <a:lnTo>
                    <a:pt x="29647" y="20993"/>
                  </a:lnTo>
                  <a:lnTo>
                    <a:pt x="26914" y="23929"/>
                  </a:lnTo>
                  <a:lnTo>
                    <a:pt x="26782" y="27158"/>
                  </a:lnTo>
                  <a:lnTo>
                    <a:pt x="25540" y="27613"/>
                  </a:lnTo>
                  <a:lnTo>
                    <a:pt x="22664" y="26249"/>
                  </a:lnTo>
                  <a:lnTo>
                    <a:pt x="21085" y="23809"/>
                  </a:lnTo>
                  <a:lnTo>
                    <a:pt x="19089" y="23593"/>
                  </a:lnTo>
                  <a:lnTo>
                    <a:pt x="12710" y="26717"/>
                  </a:lnTo>
                  <a:lnTo>
                    <a:pt x="11229" y="30359"/>
                  </a:lnTo>
                  <a:lnTo>
                    <a:pt x="9244" y="31819"/>
                  </a:lnTo>
                  <a:lnTo>
                    <a:pt x="7240" y="29076"/>
                  </a:lnTo>
                  <a:lnTo>
                    <a:pt x="7275" y="27196"/>
                  </a:lnTo>
                  <a:lnTo>
                    <a:pt x="0" y="23989"/>
                  </a:lnTo>
                  <a:lnTo>
                    <a:pt x="737" y="15914"/>
                  </a:lnTo>
                  <a:lnTo>
                    <a:pt x="2378" y="15991"/>
                  </a:lnTo>
                  <a:lnTo>
                    <a:pt x="7402" y="13521"/>
                  </a:lnTo>
                  <a:lnTo>
                    <a:pt x="12154" y="12811"/>
                  </a:lnTo>
                  <a:lnTo>
                    <a:pt x="13001" y="11454"/>
                  </a:lnTo>
                  <a:lnTo>
                    <a:pt x="20975" y="8839"/>
                  </a:lnTo>
                  <a:lnTo>
                    <a:pt x="26484" y="8938"/>
                  </a:lnTo>
                  <a:lnTo>
                    <a:pt x="32962" y="2568"/>
                  </a:lnTo>
                  <a:lnTo>
                    <a:pt x="37651" y="35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h3927"/>
            <p:cNvSpPr/>
            <p:nvPr/>
          </p:nvSpPr>
          <p:spPr>
            <a:xfrm>
              <a:off x="7282184" y="2943108"/>
              <a:ext cx="27196" cy="19703"/>
            </a:xfrm>
            <a:custGeom>
              <a:avLst/>
              <a:pathLst>
                <a:path w="27196" h="19703">
                  <a:moveTo>
                    <a:pt x="25592" y="1832"/>
                  </a:moveTo>
                  <a:lnTo>
                    <a:pt x="27196" y="2845"/>
                  </a:lnTo>
                  <a:lnTo>
                    <a:pt x="26489" y="3415"/>
                  </a:lnTo>
                  <a:lnTo>
                    <a:pt x="25010" y="7146"/>
                  </a:lnTo>
                  <a:lnTo>
                    <a:pt x="23605" y="8864"/>
                  </a:lnTo>
                  <a:lnTo>
                    <a:pt x="16775" y="10525"/>
                  </a:lnTo>
                  <a:lnTo>
                    <a:pt x="16879" y="14553"/>
                  </a:lnTo>
                  <a:lnTo>
                    <a:pt x="15606" y="15304"/>
                  </a:lnTo>
                  <a:lnTo>
                    <a:pt x="10603" y="15252"/>
                  </a:lnTo>
                  <a:lnTo>
                    <a:pt x="7349" y="16664"/>
                  </a:lnTo>
                  <a:lnTo>
                    <a:pt x="4068" y="19703"/>
                  </a:lnTo>
                  <a:lnTo>
                    <a:pt x="2868" y="15935"/>
                  </a:lnTo>
                  <a:lnTo>
                    <a:pt x="0" y="13116"/>
                  </a:lnTo>
                  <a:lnTo>
                    <a:pt x="583" y="11968"/>
                  </a:lnTo>
                  <a:lnTo>
                    <a:pt x="2897" y="10818"/>
                  </a:lnTo>
                  <a:lnTo>
                    <a:pt x="5200" y="5844"/>
                  </a:lnTo>
                  <a:lnTo>
                    <a:pt x="7482" y="3984"/>
                  </a:lnTo>
                  <a:lnTo>
                    <a:pt x="13148" y="3767"/>
                  </a:lnTo>
                  <a:lnTo>
                    <a:pt x="17051" y="0"/>
                  </a:lnTo>
                  <a:lnTo>
                    <a:pt x="19125" y="291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h3928"/>
            <p:cNvSpPr/>
            <p:nvPr/>
          </p:nvSpPr>
          <p:spPr>
            <a:xfrm>
              <a:off x="7220173" y="2939892"/>
              <a:ext cx="34883" cy="28200"/>
            </a:xfrm>
            <a:custGeom>
              <a:avLst/>
              <a:pathLst>
                <a:path w="34883" h="28200">
                  <a:moveTo>
                    <a:pt x="12103" y="0"/>
                  </a:moveTo>
                  <a:lnTo>
                    <a:pt x="18121" y="249"/>
                  </a:lnTo>
                  <a:lnTo>
                    <a:pt x="18805" y="1131"/>
                  </a:lnTo>
                  <a:lnTo>
                    <a:pt x="23640" y="4165"/>
                  </a:lnTo>
                  <a:lnTo>
                    <a:pt x="25947" y="2604"/>
                  </a:lnTo>
                  <a:lnTo>
                    <a:pt x="26558" y="1034"/>
                  </a:lnTo>
                  <a:lnTo>
                    <a:pt x="27849" y="570"/>
                  </a:lnTo>
                  <a:lnTo>
                    <a:pt x="32641" y="1493"/>
                  </a:lnTo>
                  <a:lnTo>
                    <a:pt x="32789" y="6318"/>
                  </a:lnTo>
                  <a:lnTo>
                    <a:pt x="34883" y="12652"/>
                  </a:lnTo>
                  <a:lnTo>
                    <a:pt x="32369" y="16454"/>
                  </a:lnTo>
                  <a:lnTo>
                    <a:pt x="28147" y="18124"/>
                  </a:lnTo>
                  <a:lnTo>
                    <a:pt x="23049" y="22375"/>
                  </a:lnTo>
                  <a:lnTo>
                    <a:pt x="22432" y="24608"/>
                  </a:lnTo>
                  <a:lnTo>
                    <a:pt x="23868" y="26940"/>
                  </a:lnTo>
                  <a:lnTo>
                    <a:pt x="23178" y="28194"/>
                  </a:lnTo>
                  <a:lnTo>
                    <a:pt x="22115" y="25944"/>
                  </a:lnTo>
                  <a:lnTo>
                    <a:pt x="20788" y="25637"/>
                  </a:lnTo>
                  <a:lnTo>
                    <a:pt x="19185" y="26356"/>
                  </a:lnTo>
                  <a:lnTo>
                    <a:pt x="16572" y="23647"/>
                  </a:lnTo>
                  <a:lnTo>
                    <a:pt x="14238" y="27864"/>
                  </a:lnTo>
                  <a:lnTo>
                    <a:pt x="12961" y="28200"/>
                  </a:lnTo>
                  <a:lnTo>
                    <a:pt x="12751" y="26678"/>
                  </a:lnTo>
                  <a:lnTo>
                    <a:pt x="15078" y="23046"/>
                  </a:lnTo>
                  <a:lnTo>
                    <a:pt x="10315" y="19927"/>
                  </a:lnTo>
                  <a:lnTo>
                    <a:pt x="4814" y="21681"/>
                  </a:lnTo>
                  <a:lnTo>
                    <a:pt x="2480" y="20598"/>
                  </a:lnTo>
                  <a:lnTo>
                    <a:pt x="4137" y="18010"/>
                  </a:lnTo>
                  <a:lnTo>
                    <a:pt x="1348" y="15001"/>
                  </a:lnTo>
                  <a:lnTo>
                    <a:pt x="1982" y="11240"/>
                  </a:lnTo>
                  <a:lnTo>
                    <a:pt x="0" y="7889"/>
                  </a:lnTo>
                  <a:lnTo>
                    <a:pt x="1038" y="7808"/>
                  </a:lnTo>
                  <a:lnTo>
                    <a:pt x="5164" y="159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h3929"/>
            <p:cNvSpPr/>
            <p:nvPr/>
          </p:nvSpPr>
          <p:spPr>
            <a:xfrm>
              <a:off x="7264284" y="2852661"/>
              <a:ext cx="16980" cy="22892"/>
            </a:xfrm>
            <a:custGeom>
              <a:avLst/>
              <a:pathLst>
                <a:path w="16980" h="22892">
                  <a:moveTo>
                    <a:pt x="13370" y="0"/>
                  </a:moveTo>
                  <a:lnTo>
                    <a:pt x="13339" y="1634"/>
                  </a:lnTo>
                  <a:lnTo>
                    <a:pt x="15198" y="2043"/>
                  </a:lnTo>
                  <a:lnTo>
                    <a:pt x="16980" y="4010"/>
                  </a:lnTo>
                  <a:lnTo>
                    <a:pt x="16582" y="7226"/>
                  </a:lnTo>
                  <a:lnTo>
                    <a:pt x="12761" y="15609"/>
                  </a:lnTo>
                  <a:lnTo>
                    <a:pt x="14024" y="19428"/>
                  </a:lnTo>
                  <a:lnTo>
                    <a:pt x="16190" y="20707"/>
                  </a:lnTo>
                  <a:lnTo>
                    <a:pt x="15980" y="22091"/>
                  </a:lnTo>
                  <a:lnTo>
                    <a:pt x="13949" y="22892"/>
                  </a:lnTo>
                  <a:lnTo>
                    <a:pt x="12742" y="22543"/>
                  </a:lnTo>
                  <a:lnTo>
                    <a:pt x="11290" y="21289"/>
                  </a:lnTo>
                  <a:lnTo>
                    <a:pt x="12342" y="20453"/>
                  </a:lnTo>
                  <a:lnTo>
                    <a:pt x="11602" y="18755"/>
                  </a:lnTo>
                  <a:lnTo>
                    <a:pt x="8347" y="16320"/>
                  </a:lnTo>
                  <a:lnTo>
                    <a:pt x="2860" y="15004"/>
                  </a:lnTo>
                  <a:lnTo>
                    <a:pt x="0" y="16905"/>
                  </a:lnTo>
                  <a:lnTo>
                    <a:pt x="3142" y="8216"/>
                  </a:lnTo>
                  <a:lnTo>
                    <a:pt x="4673" y="7796"/>
                  </a:lnTo>
                  <a:lnTo>
                    <a:pt x="6502" y="5603"/>
                  </a:lnTo>
                  <a:lnTo>
                    <a:pt x="5916" y="3232"/>
                  </a:lnTo>
                  <a:lnTo>
                    <a:pt x="8191" y="78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h3930"/>
            <p:cNvSpPr/>
            <p:nvPr/>
          </p:nvSpPr>
          <p:spPr>
            <a:xfrm>
              <a:off x="7173136" y="2847522"/>
              <a:ext cx="27662" cy="26236"/>
            </a:xfrm>
            <a:custGeom>
              <a:avLst/>
              <a:pathLst>
                <a:path w="27662" h="26236">
                  <a:moveTo>
                    <a:pt x="15410" y="0"/>
                  </a:moveTo>
                  <a:lnTo>
                    <a:pt x="17354" y="1005"/>
                  </a:lnTo>
                  <a:lnTo>
                    <a:pt x="18883" y="3692"/>
                  </a:lnTo>
                  <a:lnTo>
                    <a:pt x="17295" y="5502"/>
                  </a:lnTo>
                  <a:lnTo>
                    <a:pt x="18054" y="9363"/>
                  </a:lnTo>
                  <a:lnTo>
                    <a:pt x="19603" y="11980"/>
                  </a:lnTo>
                  <a:lnTo>
                    <a:pt x="22813" y="15217"/>
                  </a:lnTo>
                  <a:lnTo>
                    <a:pt x="24160" y="15531"/>
                  </a:lnTo>
                  <a:lnTo>
                    <a:pt x="26919" y="13878"/>
                  </a:lnTo>
                  <a:lnTo>
                    <a:pt x="27191" y="14749"/>
                  </a:lnTo>
                  <a:lnTo>
                    <a:pt x="27662" y="16462"/>
                  </a:lnTo>
                  <a:lnTo>
                    <a:pt x="25809" y="17355"/>
                  </a:lnTo>
                  <a:lnTo>
                    <a:pt x="21834" y="21951"/>
                  </a:lnTo>
                  <a:lnTo>
                    <a:pt x="19054" y="23155"/>
                  </a:lnTo>
                  <a:lnTo>
                    <a:pt x="19720" y="24317"/>
                  </a:lnTo>
                  <a:lnTo>
                    <a:pt x="18125" y="25945"/>
                  </a:lnTo>
                  <a:lnTo>
                    <a:pt x="15613" y="26236"/>
                  </a:lnTo>
                  <a:lnTo>
                    <a:pt x="3168" y="6719"/>
                  </a:lnTo>
                  <a:lnTo>
                    <a:pt x="0" y="4608"/>
                  </a:lnTo>
                  <a:lnTo>
                    <a:pt x="423" y="3698"/>
                  </a:lnTo>
                  <a:lnTo>
                    <a:pt x="5869" y="103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h3931"/>
            <p:cNvSpPr/>
            <p:nvPr/>
          </p:nvSpPr>
          <p:spPr>
            <a:xfrm>
              <a:off x="7212897" y="2871557"/>
              <a:ext cx="19985" cy="32311"/>
            </a:xfrm>
            <a:custGeom>
              <a:avLst/>
              <a:pathLst>
                <a:path w="19985" h="32311">
                  <a:moveTo>
                    <a:pt x="11780" y="252"/>
                  </a:moveTo>
                  <a:lnTo>
                    <a:pt x="12340" y="660"/>
                  </a:lnTo>
                  <a:lnTo>
                    <a:pt x="11750" y="3215"/>
                  </a:lnTo>
                  <a:lnTo>
                    <a:pt x="10289" y="3593"/>
                  </a:lnTo>
                  <a:lnTo>
                    <a:pt x="12571" y="9961"/>
                  </a:lnTo>
                  <a:lnTo>
                    <a:pt x="17161" y="12358"/>
                  </a:lnTo>
                  <a:lnTo>
                    <a:pt x="17393" y="11341"/>
                  </a:lnTo>
                  <a:lnTo>
                    <a:pt x="18064" y="11461"/>
                  </a:lnTo>
                  <a:lnTo>
                    <a:pt x="19355" y="13761"/>
                  </a:lnTo>
                  <a:lnTo>
                    <a:pt x="16473" y="16023"/>
                  </a:lnTo>
                  <a:lnTo>
                    <a:pt x="15539" y="15432"/>
                  </a:lnTo>
                  <a:lnTo>
                    <a:pt x="15693" y="16371"/>
                  </a:lnTo>
                  <a:lnTo>
                    <a:pt x="16753" y="18054"/>
                  </a:lnTo>
                  <a:lnTo>
                    <a:pt x="19985" y="18931"/>
                  </a:lnTo>
                  <a:lnTo>
                    <a:pt x="18160" y="23155"/>
                  </a:lnTo>
                  <a:lnTo>
                    <a:pt x="19941" y="25613"/>
                  </a:lnTo>
                  <a:lnTo>
                    <a:pt x="19982" y="27761"/>
                  </a:lnTo>
                  <a:lnTo>
                    <a:pt x="17429" y="32311"/>
                  </a:lnTo>
                  <a:lnTo>
                    <a:pt x="13966" y="30006"/>
                  </a:lnTo>
                  <a:lnTo>
                    <a:pt x="10588" y="22420"/>
                  </a:lnTo>
                  <a:lnTo>
                    <a:pt x="9756" y="15563"/>
                  </a:lnTo>
                  <a:lnTo>
                    <a:pt x="7851" y="12431"/>
                  </a:lnTo>
                  <a:lnTo>
                    <a:pt x="4487" y="13321"/>
                  </a:lnTo>
                  <a:lnTo>
                    <a:pt x="1387" y="11586"/>
                  </a:lnTo>
                  <a:lnTo>
                    <a:pt x="0" y="9142"/>
                  </a:lnTo>
                  <a:lnTo>
                    <a:pt x="307" y="6688"/>
                  </a:lnTo>
                  <a:lnTo>
                    <a:pt x="2192" y="4565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h3932"/>
            <p:cNvSpPr/>
            <p:nvPr/>
          </p:nvSpPr>
          <p:spPr>
            <a:xfrm>
              <a:off x="7264421" y="2988593"/>
              <a:ext cx="14447" cy="10429"/>
            </a:xfrm>
            <a:custGeom>
              <a:avLst/>
              <a:pathLst>
                <a:path w="14447" h="10429">
                  <a:moveTo>
                    <a:pt x="12817" y="1386"/>
                  </a:moveTo>
                  <a:lnTo>
                    <a:pt x="13696" y="414"/>
                  </a:lnTo>
                  <a:lnTo>
                    <a:pt x="14447" y="2797"/>
                  </a:lnTo>
                  <a:lnTo>
                    <a:pt x="13433" y="10429"/>
                  </a:lnTo>
                  <a:lnTo>
                    <a:pt x="9347" y="10389"/>
                  </a:lnTo>
                  <a:lnTo>
                    <a:pt x="7293" y="5960"/>
                  </a:lnTo>
                  <a:lnTo>
                    <a:pt x="0" y="4325"/>
                  </a:lnTo>
                  <a:lnTo>
                    <a:pt x="890" y="2312"/>
                  </a:lnTo>
                  <a:lnTo>
                    <a:pt x="2593" y="1040"/>
                  </a:lnTo>
                  <a:lnTo>
                    <a:pt x="712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h3933"/>
            <p:cNvSpPr/>
            <p:nvPr/>
          </p:nvSpPr>
          <p:spPr>
            <a:xfrm>
              <a:off x="7245471" y="2981617"/>
              <a:ext cx="32383" cy="33549"/>
            </a:xfrm>
            <a:custGeom>
              <a:avLst/>
              <a:pathLst>
                <a:path w="32383" h="33549">
                  <a:moveTo>
                    <a:pt x="5457" y="595"/>
                  </a:moveTo>
                  <a:lnTo>
                    <a:pt x="12499" y="3348"/>
                  </a:lnTo>
                  <a:lnTo>
                    <a:pt x="17220" y="6182"/>
                  </a:lnTo>
                  <a:lnTo>
                    <a:pt x="14458" y="5578"/>
                  </a:lnTo>
                  <a:lnTo>
                    <a:pt x="15154" y="7825"/>
                  </a:lnTo>
                  <a:lnTo>
                    <a:pt x="19840" y="9287"/>
                  </a:lnTo>
                  <a:lnTo>
                    <a:pt x="18949" y="11300"/>
                  </a:lnTo>
                  <a:lnTo>
                    <a:pt x="26243" y="12936"/>
                  </a:lnTo>
                  <a:lnTo>
                    <a:pt x="28296" y="17364"/>
                  </a:lnTo>
                  <a:lnTo>
                    <a:pt x="32383" y="17404"/>
                  </a:lnTo>
                  <a:lnTo>
                    <a:pt x="31438" y="19472"/>
                  </a:lnTo>
                  <a:lnTo>
                    <a:pt x="30971" y="27839"/>
                  </a:lnTo>
                  <a:lnTo>
                    <a:pt x="29953" y="28761"/>
                  </a:lnTo>
                  <a:lnTo>
                    <a:pt x="29355" y="27433"/>
                  </a:lnTo>
                  <a:lnTo>
                    <a:pt x="24842" y="27268"/>
                  </a:lnTo>
                  <a:lnTo>
                    <a:pt x="23605" y="28275"/>
                  </a:lnTo>
                  <a:lnTo>
                    <a:pt x="22833" y="32191"/>
                  </a:lnTo>
                  <a:lnTo>
                    <a:pt x="20158" y="32934"/>
                  </a:lnTo>
                  <a:lnTo>
                    <a:pt x="17064" y="32697"/>
                  </a:lnTo>
                  <a:lnTo>
                    <a:pt x="15330" y="33549"/>
                  </a:lnTo>
                  <a:lnTo>
                    <a:pt x="10686" y="31163"/>
                  </a:lnTo>
                  <a:lnTo>
                    <a:pt x="11746" y="28609"/>
                  </a:lnTo>
                  <a:lnTo>
                    <a:pt x="11528" y="27325"/>
                  </a:lnTo>
                  <a:lnTo>
                    <a:pt x="9535" y="25243"/>
                  </a:lnTo>
                  <a:lnTo>
                    <a:pt x="3394" y="22329"/>
                  </a:lnTo>
                  <a:lnTo>
                    <a:pt x="5108" y="18174"/>
                  </a:lnTo>
                  <a:lnTo>
                    <a:pt x="4199" y="17593"/>
                  </a:lnTo>
                  <a:lnTo>
                    <a:pt x="4716" y="16627"/>
                  </a:lnTo>
                  <a:lnTo>
                    <a:pt x="0" y="14230"/>
                  </a:lnTo>
                  <a:lnTo>
                    <a:pt x="4846" y="7685"/>
                  </a:lnTo>
                  <a:lnTo>
                    <a:pt x="3669" y="6846"/>
                  </a:lnTo>
                  <a:lnTo>
                    <a:pt x="4183" y="570"/>
                  </a:lnTo>
                  <a:lnTo>
                    <a:pt x="1959" y="1158"/>
                  </a:lnTo>
                  <a:lnTo>
                    <a:pt x="355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h3934"/>
            <p:cNvSpPr/>
            <p:nvPr/>
          </p:nvSpPr>
          <p:spPr>
            <a:xfrm>
              <a:off x="7128822" y="2874829"/>
              <a:ext cx="42725" cy="49906"/>
            </a:xfrm>
            <a:custGeom>
              <a:avLst/>
              <a:pathLst>
                <a:path w="42725" h="49906">
                  <a:moveTo>
                    <a:pt x="41083" y="1281"/>
                  </a:moveTo>
                  <a:lnTo>
                    <a:pt x="41762" y="2700"/>
                  </a:lnTo>
                  <a:lnTo>
                    <a:pt x="41203" y="4147"/>
                  </a:lnTo>
                  <a:lnTo>
                    <a:pt x="42725" y="7760"/>
                  </a:lnTo>
                  <a:lnTo>
                    <a:pt x="39951" y="19065"/>
                  </a:lnTo>
                  <a:lnTo>
                    <a:pt x="35962" y="30256"/>
                  </a:lnTo>
                  <a:lnTo>
                    <a:pt x="33870" y="33542"/>
                  </a:lnTo>
                  <a:lnTo>
                    <a:pt x="33238" y="39781"/>
                  </a:lnTo>
                  <a:lnTo>
                    <a:pt x="35152" y="43830"/>
                  </a:lnTo>
                  <a:lnTo>
                    <a:pt x="34402" y="48546"/>
                  </a:lnTo>
                  <a:lnTo>
                    <a:pt x="32931" y="46030"/>
                  </a:lnTo>
                  <a:lnTo>
                    <a:pt x="30318" y="49853"/>
                  </a:lnTo>
                  <a:lnTo>
                    <a:pt x="25074" y="49906"/>
                  </a:lnTo>
                  <a:lnTo>
                    <a:pt x="14968" y="45865"/>
                  </a:lnTo>
                  <a:lnTo>
                    <a:pt x="12022" y="45808"/>
                  </a:lnTo>
                  <a:lnTo>
                    <a:pt x="12352" y="43488"/>
                  </a:lnTo>
                  <a:lnTo>
                    <a:pt x="8676" y="42355"/>
                  </a:lnTo>
                  <a:lnTo>
                    <a:pt x="5917" y="39315"/>
                  </a:lnTo>
                  <a:lnTo>
                    <a:pt x="5412" y="35949"/>
                  </a:lnTo>
                  <a:lnTo>
                    <a:pt x="1807" y="33163"/>
                  </a:lnTo>
                  <a:lnTo>
                    <a:pt x="0" y="29161"/>
                  </a:lnTo>
                  <a:lnTo>
                    <a:pt x="681" y="27967"/>
                  </a:lnTo>
                  <a:lnTo>
                    <a:pt x="5371" y="24884"/>
                  </a:lnTo>
                  <a:lnTo>
                    <a:pt x="7657" y="17338"/>
                  </a:lnTo>
                  <a:lnTo>
                    <a:pt x="12056" y="13255"/>
                  </a:lnTo>
                  <a:lnTo>
                    <a:pt x="14668" y="7414"/>
                  </a:lnTo>
                  <a:lnTo>
                    <a:pt x="17311" y="3695"/>
                  </a:lnTo>
                  <a:lnTo>
                    <a:pt x="21347" y="9909"/>
                  </a:lnTo>
                  <a:lnTo>
                    <a:pt x="22818" y="9256"/>
                  </a:lnTo>
                  <a:lnTo>
                    <a:pt x="26018" y="10991"/>
                  </a:lnTo>
                  <a:lnTo>
                    <a:pt x="29592" y="11778"/>
                  </a:lnTo>
                  <a:lnTo>
                    <a:pt x="35762" y="7241"/>
                  </a:lnTo>
                  <a:lnTo>
                    <a:pt x="39556" y="1497"/>
                  </a:lnTo>
                  <a:lnTo>
                    <a:pt x="38989" y="821"/>
                  </a:lnTo>
                  <a:lnTo>
                    <a:pt x="3984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h3935"/>
            <p:cNvSpPr/>
            <p:nvPr/>
          </p:nvSpPr>
          <p:spPr>
            <a:xfrm>
              <a:off x="7198645" y="2992954"/>
              <a:ext cx="16149" cy="22295"/>
            </a:xfrm>
            <a:custGeom>
              <a:avLst/>
              <a:pathLst>
                <a:path w="16149" h="22295">
                  <a:moveTo>
                    <a:pt x="10214" y="0"/>
                  </a:moveTo>
                  <a:lnTo>
                    <a:pt x="9733" y="262"/>
                  </a:lnTo>
                  <a:lnTo>
                    <a:pt x="10759" y="5054"/>
                  </a:lnTo>
                  <a:lnTo>
                    <a:pt x="13906" y="10793"/>
                  </a:lnTo>
                  <a:lnTo>
                    <a:pt x="13832" y="14918"/>
                  </a:lnTo>
                  <a:lnTo>
                    <a:pt x="14927" y="15994"/>
                  </a:lnTo>
                  <a:lnTo>
                    <a:pt x="15353" y="14893"/>
                  </a:lnTo>
                  <a:lnTo>
                    <a:pt x="16149" y="19814"/>
                  </a:lnTo>
                  <a:lnTo>
                    <a:pt x="10838" y="22295"/>
                  </a:lnTo>
                  <a:lnTo>
                    <a:pt x="5932" y="18491"/>
                  </a:lnTo>
                  <a:lnTo>
                    <a:pt x="5452" y="15685"/>
                  </a:lnTo>
                  <a:lnTo>
                    <a:pt x="0" y="14010"/>
                  </a:lnTo>
                  <a:lnTo>
                    <a:pt x="473" y="12024"/>
                  </a:lnTo>
                  <a:lnTo>
                    <a:pt x="4193" y="9709"/>
                  </a:lnTo>
                  <a:lnTo>
                    <a:pt x="6901" y="9279"/>
                  </a:lnTo>
                  <a:lnTo>
                    <a:pt x="6548" y="3217"/>
                  </a:lnTo>
                  <a:lnTo>
                    <a:pt x="4520" y="9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h3936"/>
            <p:cNvSpPr/>
            <p:nvPr/>
          </p:nvSpPr>
          <p:spPr>
            <a:xfrm>
              <a:off x="6590850" y="3055454"/>
              <a:ext cx="34367" cy="21481"/>
            </a:xfrm>
            <a:custGeom>
              <a:avLst/>
              <a:pathLst>
                <a:path w="34367" h="21481">
                  <a:moveTo>
                    <a:pt x="29520" y="2871"/>
                  </a:moveTo>
                  <a:lnTo>
                    <a:pt x="31081" y="3239"/>
                  </a:lnTo>
                  <a:lnTo>
                    <a:pt x="31980" y="6436"/>
                  </a:lnTo>
                  <a:lnTo>
                    <a:pt x="31258" y="6906"/>
                  </a:lnTo>
                  <a:lnTo>
                    <a:pt x="30873" y="10403"/>
                  </a:lnTo>
                  <a:lnTo>
                    <a:pt x="34367" y="10586"/>
                  </a:lnTo>
                  <a:lnTo>
                    <a:pt x="25407" y="13116"/>
                  </a:lnTo>
                  <a:lnTo>
                    <a:pt x="23312" y="15566"/>
                  </a:lnTo>
                  <a:lnTo>
                    <a:pt x="17790" y="19164"/>
                  </a:lnTo>
                  <a:lnTo>
                    <a:pt x="12523" y="21481"/>
                  </a:lnTo>
                  <a:lnTo>
                    <a:pt x="7342" y="19798"/>
                  </a:lnTo>
                  <a:lnTo>
                    <a:pt x="8016" y="14590"/>
                  </a:lnTo>
                  <a:lnTo>
                    <a:pt x="5922" y="12286"/>
                  </a:lnTo>
                  <a:lnTo>
                    <a:pt x="3288" y="12163"/>
                  </a:lnTo>
                  <a:lnTo>
                    <a:pt x="0" y="6384"/>
                  </a:lnTo>
                  <a:lnTo>
                    <a:pt x="7382" y="3541"/>
                  </a:lnTo>
                  <a:lnTo>
                    <a:pt x="17543" y="2927"/>
                  </a:lnTo>
                  <a:lnTo>
                    <a:pt x="21392" y="429"/>
                  </a:lnTo>
                  <a:lnTo>
                    <a:pt x="24500" y="83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h3937"/>
            <p:cNvSpPr/>
            <p:nvPr/>
          </p:nvSpPr>
          <p:spPr>
            <a:xfrm>
              <a:off x="6557639" y="2736516"/>
              <a:ext cx="65386" cy="33025"/>
            </a:xfrm>
            <a:custGeom>
              <a:avLst/>
              <a:pathLst>
                <a:path w="65386" h="33025">
                  <a:moveTo>
                    <a:pt x="44206" y="1756"/>
                  </a:moveTo>
                  <a:lnTo>
                    <a:pt x="44723" y="4739"/>
                  </a:lnTo>
                  <a:lnTo>
                    <a:pt x="44143" y="6095"/>
                  </a:lnTo>
                  <a:lnTo>
                    <a:pt x="42849" y="6514"/>
                  </a:lnTo>
                  <a:lnTo>
                    <a:pt x="42778" y="8015"/>
                  </a:lnTo>
                  <a:lnTo>
                    <a:pt x="44192" y="12828"/>
                  </a:lnTo>
                  <a:lnTo>
                    <a:pt x="49227" y="11731"/>
                  </a:lnTo>
                  <a:lnTo>
                    <a:pt x="50354" y="8697"/>
                  </a:lnTo>
                  <a:lnTo>
                    <a:pt x="54620" y="6402"/>
                  </a:lnTo>
                  <a:lnTo>
                    <a:pt x="60232" y="7435"/>
                  </a:lnTo>
                  <a:lnTo>
                    <a:pt x="63631" y="11070"/>
                  </a:lnTo>
                  <a:lnTo>
                    <a:pt x="63211" y="12913"/>
                  </a:lnTo>
                  <a:lnTo>
                    <a:pt x="61006" y="14933"/>
                  </a:lnTo>
                  <a:lnTo>
                    <a:pt x="60350" y="21949"/>
                  </a:lnTo>
                  <a:lnTo>
                    <a:pt x="64093" y="21174"/>
                  </a:lnTo>
                  <a:lnTo>
                    <a:pt x="65331" y="21551"/>
                  </a:lnTo>
                  <a:lnTo>
                    <a:pt x="65386" y="23091"/>
                  </a:lnTo>
                  <a:lnTo>
                    <a:pt x="59732" y="26166"/>
                  </a:lnTo>
                  <a:lnTo>
                    <a:pt x="56021" y="29169"/>
                  </a:lnTo>
                  <a:lnTo>
                    <a:pt x="47263" y="29594"/>
                  </a:lnTo>
                  <a:lnTo>
                    <a:pt x="41304" y="25742"/>
                  </a:lnTo>
                  <a:lnTo>
                    <a:pt x="38942" y="26106"/>
                  </a:lnTo>
                  <a:lnTo>
                    <a:pt x="37795" y="31944"/>
                  </a:lnTo>
                  <a:lnTo>
                    <a:pt x="33687" y="33025"/>
                  </a:lnTo>
                  <a:lnTo>
                    <a:pt x="17868" y="29692"/>
                  </a:lnTo>
                  <a:lnTo>
                    <a:pt x="10857" y="30564"/>
                  </a:lnTo>
                  <a:lnTo>
                    <a:pt x="8303" y="30117"/>
                  </a:lnTo>
                  <a:lnTo>
                    <a:pt x="1448" y="23800"/>
                  </a:lnTo>
                  <a:lnTo>
                    <a:pt x="0" y="16391"/>
                  </a:lnTo>
                  <a:lnTo>
                    <a:pt x="4264" y="16369"/>
                  </a:lnTo>
                  <a:lnTo>
                    <a:pt x="5359" y="14883"/>
                  </a:lnTo>
                  <a:lnTo>
                    <a:pt x="12794" y="16378"/>
                  </a:lnTo>
                  <a:lnTo>
                    <a:pt x="15973" y="13643"/>
                  </a:lnTo>
                  <a:lnTo>
                    <a:pt x="17107" y="10274"/>
                  </a:lnTo>
                  <a:lnTo>
                    <a:pt x="18650" y="9006"/>
                  </a:lnTo>
                  <a:lnTo>
                    <a:pt x="24479" y="11564"/>
                  </a:lnTo>
                  <a:lnTo>
                    <a:pt x="29383" y="11288"/>
                  </a:lnTo>
                  <a:lnTo>
                    <a:pt x="32046" y="12010"/>
                  </a:lnTo>
                  <a:lnTo>
                    <a:pt x="33762" y="11290"/>
                  </a:lnTo>
                  <a:lnTo>
                    <a:pt x="36108" y="4539"/>
                  </a:lnTo>
                  <a:lnTo>
                    <a:pt x="34592" y="1021"/>
                  </a:lnTo>
                  <a:lnTo>
                    <a:pt x="3814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h3938"/>
            <p:cNvSpPr/>
            <p:nvPr/>
          </p:nvSpPr>
          <p:spPr>
            <a:xfrm>
              <a:off x="6636032" y="3085312"/>
              <a:ext cx="34705" cy="52779"/>
            </a:xfrm>
            <a:custGeom>
              <a:avLst/>
              <a:pathLst>
                <a:path w="34705" h="52779">
                  <a:moveTo>
                    <a:pt x="32994" y="1675"/>
                  </a:moveTo>
                  <a:lnTo>
                    <a:pt x="33414" y="3193"/>
                  </a:lnTo>
                  <a:lnTo>
                    <a:pt x="32292" y="5742"/>
                  </a:lnTo>
                  <a:lnTo>
                    <a:pt x="28285" y="9164"/>
                  </a:lnTo>
                  <a:lnTo>
                    <a:pt x="31788" y="10322"/>
                  </a:lnTo>
                  <a:lnTo>
                    <a:pt x="33696" y="14905"/>
                  </a:lnTo>
                  <a:lnTo>
                    <a:pt x="33772" y="16021"/>
                  </a:lnTo>
                  <a:lnTo>
                    <a:pt x="31605" y="18408"/>
                  </a:lnTo>
                  <a:lnTo>
                    <a:pt x="30097" y="22205"/>
                  </a:lnTo>
                  <a:lnTo>
                    <a:pt x="33414" y="24021"/>
                  </a:lnTo>
                  <a:lnTo>
                    <a:pt x="34705" y="26373"/>
                  </a:lnTo>
                  <a:lnTo>
                    <a:pt x="28014" y="37126"/>
                  </a:lnTo>
                  <a:lnTo>
                    <a:pt x="25020" y="39400"/>
                  </a:lnTo>
                  <a:lnTo>
                    <a:pt x="27610" y="41857"/>
                  </a:lnTo>
                  <a:lnTo>
                    <a:pt x="33166" y="41377"/>
                  </a:lnTo>
                  <a:lnTo>
                    <a:pt x="34628" y="46546"/>
                  </a:lnTo>
                  <a:lnTo>
                    <a:pt x="32763" y="48094"/>
                  </a:lnTo>
                  <a:lnTo>
                    <a:pt x="24084" y="51873"/>
                  </a:lnTo>
                  <a:lnTo>
                    <a:pt x="21241" y="50930"/>
                  </a:lnTo>
                  <a:lnTo>
                    <a:pt x="16184" y="52585"/>
                  </a:lnTo>
                  <a:lnTo>
                    <a:pt x="12347" y="50737"/>
                  </a:lnTo>
                  <a:lnTo>
                    <a:pt x="6423" y="49636"/>
                  </a:lnTo>
                  <a:lnTo>
                    <a:pt x="4573" y="52779"/>
                  </a:lnTo>
                  <a:lnTo>
                    <a:pt x="4243" y="43857"/>
                  </a:lnTo>
                  <a:lnTo>
                    <a:pt x="2107" y="40586"/>
                  </a:lnTo>
                  <a:lnTo>
                    <a:pt x="470" y="39432"/>
                  </a:lnTo>
                  <a:lnTo>
                    <a:pt x="0" y="37784"/>
                  </a:lnTo>
                  <a:lnTo>
                    <a:pt x="927" y="31791"/>
                  </a:lnTo>
                  <a:lnTo>
                    <a:pt x="3641" y="24738"/>
                  </a:lnTo>
                  <a:lnTo>
                    <a:pt x="1732" y="19625"/>
                  </a:lnTo>
                  <a:lnTo>
                    <a:pt x="2341" y="16407"/>
                  </a:lnTo>
                  <a:lnTo>
                    <a:pt x="5489" y="14728"/>
                  </a:lnTo>
                  <a:lnTo>
                    <a:pt x="10432" y="16356"/>
                  </a:lnTo>
                  <a:lnTo>
                    <a:pt x="13663" y="14217"/>
                  </a:lnTo>
                  <a:lnTo>
                    <a:pt x="17196" y="9604"/>
                  </a:lnTo>
                  <a:lnTo>
                    <a:pt x="16953" y="4264"/>
                  </a:lnTo>
                  <a:lnTo>
                    <a:pt x="21373" y="5229"/>
                  </a:lnTo>
                  <a:lnTo>
                    <a:pt x="24959" y="4251"/>
                  </a:lnTo>
                  <a:lnTo>
                    <a:pt x="25732" y="1473"/>
                  </a:lnTo>
                  <a:lnTo>
                    <a:pt x="28133" y="100"/>
                  </a:lnTo>
                  <a:lnTo>
                    <a:pt x="3173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h3939"/>
            <p:cNvSpPr/>
            <p:nvPr/>
          </p:nvSpPr>
          <p:spPr>
            <a:xfrm>
              <a:off x="6667777" y="2910027"/>
              <a:ext cx="18418" cy="22884"/>
            </a:xfrm>
            <a:custGeom>
              <a:avLst/>
              <a:pathLst>
                <a:path w="18418" h="22884">
                  <a:moveTo>
                    <a:pt x="5786" y="272"/>
                  </a:moveTo>
                  <a:lnTo>
                    <a:pt x="12283" y="4625"/>
                  </a:lnTo>
                  <a:lnTo>
                    <a:pt x="17199" y="16434"/>
                  </a:lnTo>
                  <a:lnTo>
                    <a:pt x="18418" y="17672"/>
                  </a:lnTo>
                  <a:lnTo>
                    <a:pt x="14324" y="22884"/>
                  </a:lnTo>
                  <a:lnTo>
                    <a:pt x="12920" y="22586"/>
                  </a:lnTo>
                  <a:lnTo>
                    <a:pt x="12384" y="18577"/>
                  </a:lnTo>
                  <a:lnTo>
                    <a:pt x="3937" y="18459"/>
                  </a:lnTo>
                  <a:lnTo>
                    <a:pt x="4905" y="17200"/>
                  </a:lnTo>
                  <a:lnTo>
                    <a:pt x="3617" y="12299"/>
                  </a:lnTo>
                  <a:lnTo>
                    <a:pt x="784" y="12045"/>
                  </a:lnTo>
                  <a:lnTo>
                    <a:pt x="0" y="10376"/>
                  </a:lnTo>
                  <a:lnTo>
                    <a:pt x="572" y="8424"/>
                  </a:lnTo>
                  <a:lnTo>
                    <a:pt x="2072" y="7764"/>
                  </a:lnTo>
                  <a:lnTo>
                    <a:pt x="2883" y="4865"/>
                  </a:lnTo>
                  <a:lnTo>
                    <a:pt x="2059" y="2012"/>
                  </a:lnTo>
                  <a:lnTo>
                    <a:pt x="267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h3940"/>
            <p:cNvSpPr/>
            <p:nvPr/>
          </p:nvSpPr>
          <p:spPr>
            <a:xfrm>
              <a:off x="6590936" y="2768460"/>
              <a:ext cx="36359" cy="54797"/>
            </a:xfrm>
            <a:custGeom>
              <a:avLst/>
              <a:pathLst>
                <a:path w="36359" h="54797">
                  <a:moveTo>
                    <a:pt x="4498" y="0"/>
                  </a:moveTo>
                  <a:lnTo>
                    <a:pt x="3725" y="3934"/>
                  </a:lnTo>
                  <a:lnTo>
                    <a:pt x="6278" y="2716"/>
                  </a:lnTo>
                  <a:lnTo>
                    <a:pt x="11296" y="5464"/>
                  </a:lnTo>
                  <a:lnTo>
                    <a:pt x="22590" y="7396"/>
                  </a:lnTo>
                  <a:lnTo>
                    <a:pt x="26331" y="9558"/>
                  </a:lnTo>
                  <a:lnTo>
                    <a:pt x="34031" y="8290"/>
                  </a:lnTo>
                  <a:lnTo>
                    <a:pt x="31739" y="13341"/>
                  </a:lnTo>
                  <a:lnTo>
                    <a:pt x="28738" y="14760"/>
                  </a:lnTo>
                  <a:lnTo>
                    <a:pt x="27248" y="18065"/>
                  </a:lnTo>
                  <a:lnTo>
                    <a:pt x="29252" y="21285"/>
                  </a:lnTo>
                  <a:lnTo>
                    <a:pt x="29312" y="22715"/>
                  </a:lnTo>
                  <a:lnTo>
                    <a:pt x="26480" y="24318"/>
                  </a:lnTo>
                  <a:lnTo>
                    <a:pt x="28960" y="29543"/>
                  </a:lnTo>
                  <a:lnTo>
                    <a:pt x="28193" y="37613"/>
                  </a:lnTo>
                  <a:lnTo>
                    <a:pt x="28992" y="41717"/>
                  </a:lnTo>
                  <a:lnTo>
                    <a:pt x="36113" y="45609"/>
                  </a:lnTo>
                  <a:lnTo>
                    <a:pt x="36359" y="47707"/>
                  </a:lnTo>
                  <a:lnTo>
                    <a:pt x="33937" y="47561"/>
                  </a:lnTo>
                  <a:lnTo>
                    <a:pt x="27214" y="50759"/>
                  </a:lnTo>
                  <a:lnTo>
                    <a:pt x="21383" y="54797"/>
                  </a:lnTo>
                  <a:lnTo>
                    <a:pt x="20913" y="52295"/>
                  </a:lnTo>
                  <a:lnTo>
                    <a:pt x="21656" y="43661"/>
                  </a:lnTo>
                  <a:lnTo>
                    <a:pt x="19653" y="39223"/>
                  </a:lnTo>
                  <a:lnTo>
                    <a:pt x="18139" y="37311"/>
                  </a:lnTo>
                  <a:lnTo>
                    <a:pt x="14957" y="38270"/>
                  </a:lnTo>
                  <a:lnTo>
                    <a:pt x="12024" y="37646"/>
                  </a:lnTo>
                  <a:lnTo>
                    <a:pt x="7638" y="33437"/>
                  </a:lnTo>
                  <a:lnTo>
                    <a:pt x="7884" y="32581"/>
                  </a:lnTo>
                  <a:lnTo>
                    <a:pt x="6352" y="30277"/>
                  </a:lnTo>
                  <a:lnTo>
                    <a:pt x="694" y="26131"/>
                  </a:lnTo>
                  <a:lnTo>
                    <a:pt x="0" y="24783"/>
                  </a:lnTo>
                  <a:lnTo>
                    <a:pt x="1111" y="14214"/>
                  </a:lnTo>
                  <a:lnTo>
                    <a:pt x="4480" y="10638"/>
                  </a:lnTo>
                  <a:lnTo>
                    <a:pt x="657" y="3722"/>
                  </a:lnTo>
                  <a:lnTo>
                    <a:pt x="389" y="108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h3941"/>
            <p:cNvSpPr/>
            <p:nvPr/>
          </p:nvSpPr>
          <p:spPr>
            <a:xfrm>
              <a:off x="6625241" y="3030066"/>
              <a:ext cx="27292" cy="23369"/>
            </a:xfrm>
            <a:custGeom>
              <a:avLst/>
              <a:pathLst>
                <a:path w="27292" h="23369">
                  <a:moveTo>
                    <a:pt x="23346" y="1184"/>
                  </a:moveTo>
                  <a:lnTo>
                    <a:pt x="24020" y="0"/>
                  </a:lnTo>
                  <a:lnTo>
                    <a:pt x="26715" y="7029"/>
                  </a:lnTo>
                  <a:lnTo>
                    <a:pt x="27292" y="9196"/>
                  </a:lnTo>
                  <a:lnTo>
                    <a:pt x="25878" y="11439"/>
                  </a:lnTo>
                  <a:lnTo>
                    <a:pt x="22576" y="13376"/>
                  </a:lnTo>
                  <a:lnTo>
                    <a:pt x="18188" y="17995"/>
                  </a:lnTo>
                  <a:lnTo>
                    <a:pt x="19208" y="21036"/>
                  </a:lnTo>
                  <a:lnTo>
                    <a:pt x="13814" y="23369"/>
                  </a:lnTo>
                  <a:lnTo>
                    <a:pt x="10867" y="23009"/>
                  </a:lnTo>
                  <a:lnTo>
                    <a:pt x="11158" y="20308"/>
                  </a:lnTo>
                  <a:lnTo>
                    <a:pt x="1122" y="10381"/>
                  </a:lnTo>
                  <a:lnTo>
                    <a:pt x="0" y="7760"/>
                  </a:lnTo>
                  <a:lnTo>
                    <a:pt x="612" y="2987"/>
                  </a:lnTo>
                  <a:lnTo>
                    <a:pt x="1545" y="1828"/>
                  </a:lnTo>
                  <a:lnTo>
                    <a:pt x="9640" y="1738"/>
                  </a:lnTo>
                  <a:lnTo>
                    <a:pt x="14353" y="251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h3942"/>
            <p:cNvSpPr/>
            <p:nvPr/>
          </p:nvSpPr>
          <p:spPr>
            <a:xfrm>
              <a:off x="6797244" y="2856975"/>
              <a:ext cx="18136" cy="31915"/>
            </a:xfrm>
            <a:custGeom>
              <a:avLst/>
              <a:pathLst>
                <a:path w="18136" h="31915">
                  <a:moveTo>
                    <a:pt x="9894" y="3272"/>
                  </a:moveTo>
                  <a:lnTo>
                    <a:pt x="13246" y="887"/>
                  </a:lnTo>
                  <a:lnTo>
                    <a:pt x="14896" y="1635"/>
                  </a:lnTo>
                  <a:lnTo>
                    <a:pt x="17940" y="4870"/>
                  </a:lnTo>
                  <a:lnTo>
                    <a:pt x="18136" y="6851"/>
                  </a:lnTo>
                  <a:lnTo>
                    <a:pt x="15862" y="7413"/>
                  </a:lnTo>
                  <a:lnTo>
                    <a:pt x="14914" y="10837"/>
                  </a:lnTo>
                  <a:lnTo>
                    <a:pt x="14685" y="17272"/>
                  </a:lnTo>
                  <a:lnTo>
                    <a:pt x="16636" y="24669"/>
                  </a:lnTo>
                  <a:lnTo>
                    <a:pt x="14577" y="31320"/>
                  </a:lnTo>
                  <a:lnTo>
                    <a:pt x="10488" y="31915"/>
                  </a:lnTo>
                  <a:lnTo>
                    <a:pt x="9677" y="31371"/>
                  </a:lnTo>
                  <a:lnTo>
                    <a:pt x="11004" y="28265"/>
                  </a:lnTo>
                  <a:lnTo>
                    <a:pt x="8789" y="27042"/>
                  </a:lnTo>
                  <a:lnTo>
                    <a:pt x="1807" y="26815"/>
                  </a:lnTo>
                  <a:lnTo>
                    <a:pt x="330" y="28497"/>
                  </a:lnTo>
                  <a:lnTo>
                    <a:pt x="0" y="26410"/>
                  </a:lnTo>
                  <a:lnTo>
                    <a:pt x="2242" y="22671"/>
                  </a:lnTo>
                  <a:lnTo>
                    <a:pt x="3559" y="17759"/>
                  </a:lnTo>
                  <a:lnTo>
                    <a:pt x="1848" y="2085"/>
                  </a:lnTo>
                  <a:lnTo>
                    <a:pt x="614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h3943"/>
            <p:cNvSpPr/>
            <p:nvPr/>
          </p:nvSpPr>
          <p:spPr>
            <a:xfrm>
              <a:off x="6766725" y="2817995"/>
              <a:ext cx="44720" cy="41414"/>
            </a:xfrm>
            <a:custGeom>
              <a:avLst/>
              <a:pathLst>
                <a:path w="44720" h="41414">
                  <a:moveTo>
                    <a:pt x="14284" y="1804"/>
                  </a:moveTo>
                  <a:lnTo>
                    <a:pt x="19506" y="1755"/>
                  </a:lnTo>
                  <a:lnTo>
                    <a:pt x="20228" y="3026"/>
                  </a:lnTo>
                  <a:lnTo>
                    <a:pt x="23369" y="3963"/>
                  </a:lnTo>
                  <a:lnTo>
                    <a:pt x="29939" y="4068"/>
                  </a:lnTo>
                  <a:lnTo>
                    <a:pt x="37682" y="2688"/>
                  </a:lnTo>
                  <a:lnTo>
                    <a:pt x="40288" y="4138"/>
                  </a:lnTo>
                  <a:lnTo>
                    <a:pt x="41464" y="3306"/>
                  </a:lnTo>
                  <a:lnTo>
                    <a:pt x="39760" y="14371"/>
                  </a:lnTo>
                  <a:lnTo>
                    <a:pt x="43721" y="15113"/>
                  </a:lnTo>
                  <a:lnTo>
                    <a:pt x="44720" y="18100"/>
                  </a:lnTo>
                  <a:lnTo>
                    <a:pt x="44334" y="18877"/>
                  </a:lnTo>
                  <a:lnTo>
                    <a:pt x="43046" y="19459"/>
                  </a:lnTo>
                  <a:lnTo>
                    <a:pt x="41858" y="25484"/>
                  </a:lnTo>
                  <a:lnTo>
                    <a:pt x="36649" y="30337"/>
                  </a:lnTo>
                  <a:lnTo>
                    <a:pt x="35295" y="36705"/>
                  </a:lnTo>
                  <a:lnTo>
                    <a:pt x="36660" y="38979"/>
                  </a:lnTo>
                  <a:lnTo>
                    <a:pt x="32367" y="41064"/>
                  </a:lnTo>
                  <a:lnTo>
                    <a:pt x="32292" y="39885"/>
                  </a:lnTo>
                  <a:lnTo>
                    <a:pt x="29961" y="38303"/>
                  </a:lnTo>
                  <a:lnTo>
                    <a:pt x="29350" y="40479"/>
                  </a:lnTo>
                  <a:lnTo>
                    <a:pt x="28538" y="40894"/>
                  </a:lnTo>
                  <a:lnTo>
                    <a:pt x="24531" y="41414"/>
                  </a:lnTo>
                  <a:lnTo>
                    <a:pt x="21130" y="40285"/>
                  </a:lnTo>
                  <a:lnTo>
                    <a:pt x="21328" y="36246"/>
                  </a:lnTo>
                  <a:lnTo>
                    <a:pt x="20066" y="34406"/>
                  </a:lnTo>
                  <a:lnTo>
                    <a:pt x="15610" y="32556"/>
                  </a:lnTo>
                  <a:lnTo>
                    <a:pt x="10253" y="32828"/>
                  </a:lnTo>
                  <a:lnTo>
                    <a:pt x="8542" y="29829"/>
                  </a:lnTo>
                  <a:lnTo>
                    <a:pt x="11191" y="27716"/>
                  </a:lnTo>
                  <a:lnTo>
                    <a:pt x="6215" y="23828"/>
                  </a:lnTo>
                  <a:lnTo>
                    <a:pt x="8572" y="22690"/>
                  </a:lnTo>
                  <a:lnTo>
                    <a:pt x="8066" y="17468"/>
                  </a:lnTo>
                  <a:lnTo>
                    <a:pt x="4804" y="14639"/>
                  </a:lnTo>
                  <a:lnTo>
                    <a:pt x="6941" y="11123"/>
                  </a:lnTo>
                  <a:lnTo>
                    <a:pt x="2311" y="9942"/>
                  </a:lnTo>
                  <a:lnTo>
                    <a:pt x="670" y="11195"/>
                  </a:lnTo>
                  <a:lnTo>
                    <a:pt x="0" y="9557"/>
                  </a:lnTo>
                  <a:lnTo>
                    <a:pt x="3432" y="4270"/>
                  </a:lnTo>
                  <a:lnTo>
                    <a:pt x="857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h3944"/>
            <p:cNvSpPr/>
            <p:nvPr/>
          </p:nvSpPr>
          <p:spPr>
            <a:xfrm>
              <a:off x="6500799" y="2907302"/>
              <a:ext cx="55426" cy="49731"/>
            </a:xfrm>
            <a:custGeom>
              <a:avLst/>
              <a:pathLst>
                <a:path w="55426" h="49731">
                  <a:moveTo>
                    <a:pt x="13315" y="22"/>
                  </a:moveTo>
                  <a:lnTo>
                    <a:pt x="16917" y="6812"/>
                  </a:lnTo>
                  <a:lnTo>
                    <a:pt x="17843" y="10672"/>
                  </a:lnTo>
                  <a:lnTo>
                    <a:pt x="16929" y="10867"/>
                  </a:lnTo>
                  <a:lnTo>
                    <a:pt x="17113" y="12143"/>
                  </a:lnTo>
                  <a:lnTo>
                    <a:pt x="18140" y="15086"/>
                  </a:lnTo>
                  <a:lnTo>
                    <a:pt x="21524" y="18238"/>
                  </a:lnTo>
                  <a:lnTo>
                    <a:pt x="22977" y="22542"/>
                  </a:lnTo>
                  <a:lnTo>
                    <a:pt x="25094" y="25680"/>
                  </a:lnTo>
                  <a:lnTo>
                    <a:pt x="35717" y="26262"/>
                  </a:lnTo>
                  <a:lnTo>
                    <a:pt x="39328" y="29406"/>
                  </a:lnTo>
                  <a:lnTo>
                    <a:pt x="39886" y="31128"/>
                  </a:lnTo>
                  <a:lnTo>
                    <a:pt x="44142" y="33539"/>
                  </a:lnTo>
                  <a:lnTo>
                    <a:pt x="45077" y="31102"/>
                  </a:lnTo>
                  <a:lnTo>
                    <a:pt x="44199" y="28530"/>
                  </a:lnTo>
                  <a:lnTo>
                    <a:pt x="49070" y="29188"/>
                  </a:lnTo>
                  <a:lnTo>
                    <a:pt x="55426" y="34562"/>
                  </a:lnTo>
                  <a:lnTo>
                    <a:pt x="53083" y="37105"/>
                  </a:lnTo>
                  <a:lnTo>
                    <a:pt x="53045" y="37880"/>
                  </a:lnTo>
                  <a:lnTo>
                    <a:pt x="51475" y="38515"/>
                  </a:lnTo>
                  <a:lnTo>
                    <a:pt x="40518" y="38410"/>
                  </a:lnTo>
                  <a:lnTo>
                    <a:pt x="37916" y="42905"/>
                  </a:lnTo>
                  <a:lnTo>
                    <a:pt x="30741" y="44879"/>
                  </a:lnTo>
                  <a:lnTo>
                    <a:pt x="29756" y="49358"/>
                  </a:lnTo>
                  <a:lnTo>
                    <a:pt x="26626" y="49731"/>
                  </a:lnTo>
                  <a:lnTo>
                    <a:pt x="24862" y="48831"/>
                  </a:lnTo>
                  <a:lnTo>
                    <a:pt x="24806" y="48199"/>
                  </a:lnTo>
                  <a:lnTo>
                    <a:pt x="26229" y="48133"/>
                  </a:lnTo>
                  <a:lnTo>
                    <a:pt x="27100" y="45414"/>
                  </a:lnTo>
                  <a:lnTo>
                    <a:pt x="20419" y="31657"/>
                  </a:lnTo>
                  <a:lnTo>
                    <a:pt x="19647" y="26181"/>
                  </a:lnTo>
                  <a:lnTo>
                    <a:pt x="14962" y="25963"/>
                  </a:lnTo>
                  <a:lnTo>
                    <a:pt x="12129" y="28760"/>
                  </a:lnTo>
                  <a:lnTo>
                    <a:pt x="10738" y="32277"/>
                  </a:lnTo>
                  <a:lnTo>
                    <a:pt x="9438" y="33501"/>
                  </a:lnTo>
                  <a:lnTo>
                    <a:pt x="7661" y="33145"/>
                  </a:lnTo>
                  <a:lnTo>
                    <a:pt x="6455" y="31200"/>
                  </a:lnTo>
                  <a:lnTo>
                    <a:pt x="2852" y="31808"/>
                  </a:lnTo>
                  <a:lnTo>
                    <a:pt x="2579" y="28468"/>
                  </a:lnTo>
                  <a:lnTo>
                    <a:pt x="406" y="27151"/>
                  </a:lnTo>
                  <a:lnTo>
                    <a:pt x="0" y="25106"/>
                  </a:lnTo>
                  <a:lnTo>
                    <a:pt x="4766" y="18974"/>
                  </a:lnTo>
                  <a:lnTo>
                    <a:pt x="4033" y="15927"/>
                  </a:lnTo>
                  <a:lnTo>
                    <a:pt x="1287" y="13843"/>
                  </a:lnTo>
                  <a:lnTo>
                    <a:pt x="5674" y="8683"/>
                  </a:lnTo>
                  <a:lnTo>
                    <a:pt x="6416" y="5782"/>
                  </a:lnTo>
                  <a:lnTo>
                    <a:pt x="8324" y="2935"/>
                  </a:lnTo>
                  <a:lnTo>
                    <a:pt x="1189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h3945"/>
            <p:cNvSpPr/>
            <p:nvPr/>
          </p:nvSpPr>
          <p:spPr>
            <a:xfrm>
              <a:off x="6584453" y="3023737"/>
              <a:ext cx="51946" cy="34956"/>
            </a:xfrm>
            <a:custGeom>
              <a:avLst/>
              <a:pathLst>
                <a:path w="51946" h="34956">
                  <a:moveTo>
                    <a:pt x="21207" y="895"/>
                  </a:moveTo>
                  <a:lnTo>
                    <a:pt x="34581" y="3693"/>
                  </a:lnTo>
                  <a:lnTo>
                    <a:pt x="37344" y="384"/>
                  </a:lnTo>
                  <a:lnTo>
                    <a:pt x="37343" y="3752"/>
                  </a:lnTo>
                  <a:lnTo>
                    <a:pt x="40562" y="7442"/>
                  </a:lnTo>
                  <a:lnTo>
                    <a:pt x="42333" y="8157"/>
                  </a:lnTo>
                  <a:lnTo>
                    <a:pt x="41400" y="9316"/>
                  </a:lnTo>
                  <a:lnTo>
                    <a:pt x="40788" y="14089"/>
                  </a:lnTo>
                  <a:lnTo>
                    <a:pt x="41910" y="16709"/>
                  </a:lnTo>
                  <a:lnTo>
                    <a:pt x="51946" y="26637"/>
                  </a:lnTo>
                  <a:lnTo>
                    <a:pt x="49004" y="27510"/>
                  </a:lnTo>
                  <a:lnTo>
                    <a:pt x="42323" y="33240"/>
                  </a:lnTo>
                  <a:lnTo>
                    <a:pt x="39664" y="34689"/>
                  </a:lnTo>
                  <a:lnTo>
                    <a:pt x="37478" y="34956"/>
                  </a:lnTo>
                  <a:lnTo>
                    <a:pt x="35917" y="34588"/>
                  </a:lnTo>
                  <a:lnTo>
                    <a:pt x="34851" y="31716"/>
                  </a:lnTo>
                  <a:lnTo>
                    <a:pt x="30897" y="31800"/>
                  </a:lnTo>
                  <a:lnTo>
                    <a:pt x="30101" y="30371"/>
                  </a:lnTo>
                  <a:lnTo>
                    <a:pt x="22400" y="27345"/>
                  </a:lnTo>
                  <a:lnTo>
                    <a:pt x="16245" y="29225"/>
                  </a:lnTo>
                  <a:lnTo>
                    <a:pt x="14727" y="28293"/>
                  </a:lnTo>
                  <a:lnTo>
                    <a:pt x="14992" y="24761"/>
                  </a:lnTo>
                  <a:lnTo>
                    <a:pt x="10465" y="23218"/>
                  </a:lnTo>
                  <a:lnTo>
                    <a:pt x="4994" y="22957"/>
                  </a:lnTo>
                  <a:lnTo>
                    <a:pt x="4668" y="22040"/>
                  </a:lnTo>
                  <a:lnTo>
                    <a:pt x="10726" y="14175"/>
                  </a:lnTo>
                  <a:lnTo>
                    <a:pt x="8194" y="11110"/>
                  </a:lnTo>
                  <a:lnTo>
                    <a:pt x="3865" y="12131"/>
                  </a:lnTo>
                  <a:lnTo>
                    <a:pt x="723" y="9704"/>
                  </a:lnTo>
                  <a:lnTo>
                    <a:pt x="0" y="7245"/>
                  </a:lnTo>
                  <a:lnTo>
                    <a:pt x="2352" y="4244"/>
                  </a:lnTo>
                  <a:lnTo>
                    <a:pt x="4970" y="3817"/>
                  </a:lnTo>
                  <a:lnTo>
                    <a:pt x="8651" y="1678"/>
                  </a:lnTo>
                  <a:lnTo>
                    <a:pt x="12431" y="0"/>
                  </a:lnTo>
                  <a:lnTo>
                    <a:pt x="18873" y="2704"/>
                  </a:lnTo>
                  <a:lnTo>
                    <a:pt x="19322" y="98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h3946"/>
            <p:cNvSpPr/>
            <p:nvPr/>
          </p:nvSpPr>
          <p:spPr>
            <a:xfrm>
              <a:off x="6652666" y="3061656"/>
              <a:ext cx="47330" cy="81948"/>
            </a:xfrm>
            <a:custGeom>
              <a:avLst/>
              <a:pathLst>
                <a:path w="47330" h="81948">
                  <a:moveTo>
                    <a:pt x="12169" y="0"/>
                  </a:moveTo>
                  <a:lnTo>
                    <a:pt x="13645" y="1628"/>
                  </a:lnTo>
                  <a:lnTo>
                    <a:pt x="14361" y="6378"/>
                  </a:lnTo>
                  <a:lnTo>
                    <a:pt x="21842" y="8589"/>
                  </a:lnTo>
                  <a:lnTo>
                    <a:pt x="21026" y="10551"/>
                  </a:lnTo>
                  <a:lnTo>
                    <a:pt x="22099" y="13104"/>
                  </a:lnTo>
                  <a:lnTo>
                    <a:pt x="29332" y="13028"/>
                  </a:lnTo>
                  <a:lnTo>
                    <a:pt x="31097" y="12284"/>
                  </a:lnTo>
                  <a:lnTo>
                    <a:pt x="34682" y="14260"/>
                  </a:lnTo>
                  <a:lnTo>
                    <a:pt x="35273" y="17441"/>
                  </a:lnTo>
                  <a:lnTo>
                    <a:pt x="37176" y="16255"/>
                  </a:lnTo>
                  <a:lnTo>
                    <a:pt x="38696" y="18003"/>
                  </a:lnTo>
                  <a:lnTo>
                    <a:pt x="39034" y="19605"/>
                  </a:lnTo>
                  <a:lnTo>
                    <a:pt x="37253" y="22561"/>
                  </a:lnTo>
                  <a:lnTo>
                    <a:pt x="30903" y="27914"/>
                  </a:lnTo>
                  <a:lnTo>
                    <a:pt x="28973" y="30946"/>
                  </a:lnTo>
                  <a:lnTo>
                    <a:pt x="32846" y="35924"/>
                  </a:lnTo>
                  <a:lnTo>
                    <a:pt x="37713" y="37672"/>
                  </a:lnTo>
                  <a:lnTo>
                    <a:pt x="38776" y="37379"/>
                  </a:lnTo>
                  <a:lnTo>
                    <a:pt x="39555" y="38694"/>
                  </a:lnTo>
                  <a:lnTo>
                    <a:pt x="39259" y="40375"/>
                  </a:lnTo>
                  <a:lnTo>
                    <a:pt x="36113" y="43922"/>
                  </a:lnTo>
                  <a:lnTo>
                    <a:pt x="38691" y="46909"/>
                  </a:lnTo>
                  <a:lnTo>
                    <a:pt x="43332" y="48268"/>
                  </a:lnTo>
                  <a:lnTo>
                    <a:pt x="44014" y="55340"/>
                  </a:lnTo>
                  <a:lnTo>
                    <a:pt x="46727" y="54943"/>
                  </a:lnTo>
                  <a:lnTo>
                    <a:pt x="47330" y="65733"/>
                  </a:lnTo>
                  <a:lnTo>
                    <a:pt x="43412" y="68109"/>
                  </a:lnTo>
                  <a:lnTo>
                    <a:pt x="42600" y="67655"/>
                  </a:lnTo>
                  <a:lnTo>
                    <a:pt x="41135" y="68640"/>
                  </a:lnTo>
                  <a:lnTo>
                    <a:pt x="35439" y="78599"/>
                  </a:lnTo>
                  <a:lnTo>
                    <a:pt x="32875" y="81243"/>
                  </a:lnTo>
                  <a:lnTo>
                    <a:pt x="30420" y="81948"/>
                  </a:lnTo>
                  <a:lnTo>
                    <a:pt x="27286" y="80558"/>
                  </a:lnTo>
                  <a:lnTo>
                    <a:pt x="23614" y="76710"/>
                  </a:lnTo>
                  <a:lnTo>
                    <a:pt x="22707" y="72536"/>
                  </a:lnTo>
                  <a:lnTo>
                    <a:pt x="20960" y="69606"/>
                  </a:lnTo>
                  <a:lnTo>
                    <a:pt x="17994" y="70202"/>
                  </a:lnTo>
                  <a:lnTo>
                    <a:pt x="16533" y="65033"/>
                  </a:lnTo>
                  <a:lnTo>
                    <a:pt x="10976" y="65513"/>
                  </a:lnTo>
                  <a:lnTo>
                    <a:pt x="8386" y="63056"/>
                  </a:lnTo>
                  <a:lnTo>
                    <a:pt x="11380" y="60781"/>
                  </a:lnTo>
                  <a:lnTo>
                    <a:pt x="18071" y="50029"/>
                  </a:lnTo>
                  <a:lnTo>
                    <a:pt x="16780" y="47676"/>
                  </a:lnTo>
                  <a:lnTo>
                    <a:pt x="13464" y="45861"/>
                  </a:lnTo>
                  <a:lnTo>
                    <a:pt x="14971" y="42064"/>
                  </a:lnTo>
                  <a:lnTo>
                    <a:pt x="17139" y="39677"/>
                  </a:lnTo>
                  <a:lnTo>
                    <a:pt x="17062" y="38561"/>
                  </a:lnTo>
                  <a:lnTo>
                    <a:pt x="15154" y="33978"/>
                  </a:lnTo>
                  <a:lnTo>
                    <a:pt x="11652" y="32820"/>
                  </a:lnTo>
                  <a:lnTo>
                    <a:pt x="15658" y="29398"/>
                  </a:lnTo>
                  <a:lnTo>
                    <a:pt x="16781" y="26849"/>
                  </a:lnTo>
                  <a:lnTo>
                    <a:pt x="16361" y="25331"/>
                  </a:lnTo>
                  <a:lnTo>
                    <a:pt x="15101" y="23655"/>
                  </a:lnTo>
                  <a:lnTo>
                    <a:pt x="11500" y="23756"/>
                  </a:lnTo>
                  <a:lnTo>
                    <a:pt x="9099" y="25128"/>
                  </a:lnTo>
                  <a:lnTo>
                    <a:pt x="8325" y="27907"/>
                  </a:lnTo>
                  <a:lnTo>
                    <a:pt x="4740" y="28885"/>
                  </a:lnTo>
                  <a:lnTo>
                    <a:pt x="319" y="27920"/>
                  </a:lnTo>
                  <a:lnTo>
                    <a:pt x="0" y="26635"/>
                  </a:lnTo>
                  <a:lnTo>
                    <a:pt x="2441" y="19623"/>
                  </a:lnTo>
                  <a:lnTo>
                    <a:pt x="2039" y="16595"/>
                  </a:lnTo>
                  <a:lnTo>
                    <a:pt x="8931" y="11574"/>
                  </a:lnTo>
                  <a:lnTo>
                    <a:pt x="9143" y="9046"/>
                  </a:lnTo>
                  <a:lnTo>
                    <a:pt x="6431" y="4462"/>
                  </a:lnTo>
                  <a:lnTo>
                    <a:pt x="9061" y="85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h3947"/>
            <p:cNvSpPr/>
            <p:nvPr/>
          </p:nvSpPr>
          <p:spPr>
            <a:xfrm>
              <a:off x="6626673" y="2984749"/>
              <a:ext cx="39025" cy="32985"/>
            </a:xfrm>
            <a:custGeom>
              <a:avLst/>
              <a:pathLst>
                <a:path w="39025" h="32985">
                  <a:moveTo>
                    <a:pt x="18256" y="1935"/>
                  </a:moveTo>
                  <a:lnTo>
                    <a:pt x="17924" y="3341"/>
                  </a:lnTo>
                  <a:lnTo>
                    <a:pt x="14601" y="5325"/>
                  </a:lnTo>
                  <a:lnTo>
                    <a:pt x="14892" y="6708"/>
                  </a:lnTo>
                  <a:lnTo>
                    <a:pt x="18340" y="8580"/>
                  </a:lnTo>
                  <a:lnTo>
                    <a:pt x="19189" y="7323"/>
                  </a:lnTo>
                  <a:lnTo>
                    <a:pt x="19004" y="5985"/>
                  </a:lnTo>
                  <a:lnTo>
                    <a:pt x="19706" y="5222"/>
                  </a:lnTo>
                  <a:lnTo>
                    <a:pt x="20663" y="5625"/>
                  </a:lnTo>
                  <a:lnTo>
                    <a:pt x="22268" y="6347"/>
                  </a:lnTo>
                  <a:lnTo>
                    <a:pt x="31456" y="15372"/>
                  </a:lnTo>
                  <a:lnTo>
                    <a:pt x="35206" y="15465"/>
                  </a:lnTo>
                  <a:lnTo>
                    <a:pt x="36324" y="15910"/>
                  </a:lnTo>
                  <a:lnTo>
                    <a:pt x="39025" y="19382"/>
                  </a:lnTo>
                  <a:lnTo>
                    <a:pt x="38994" y="20782"/>
                  </a:lnTo>
                  <a:lnTo>
                    <a:pt x="37725" y="20212"/>
                  </a:lnTo>
                  <a:lnTo>
                    <a:pt x="35798" y="20621"/>
                  </a:lnTo>
                  <a:lnTo>
                    <a:pt x="34628" y="22850"/>
                  </a:lnTo>
                  <a:lnTo>
                    <a:pt x="30368" y="23570"/>
                  </a:lnTo>
                  <a:lnTo>
                    <a:pt x="22858" y="26367"/>
                  </a:lnTo>
                  <a:lnTo>
                    <a:pt x="22251" y="27754"/>
                  </a:lnTo>
                  <a:lnTo>
                    <a:pt x="22638" y="32985"/>
                  </a:lnTo>
                  <a:lnTo>
                    <a:pt x="13871" y="30948"/>
                  </a:lnTo>
                  <a:lnTo>
                    <a:pt x="13849" y="29140"/>
                  </a:lnTo>
                  <a:lnTo>
                    <a:pt x="10948" y="24160"/>
                  </a:lnTo>
                  <a:lnTo>
                    <a:pt x="6224" y="27209"/>
                  </a:lnTo>
                  <a:lnTo>
                    <a:pt x="4176" y="30212"/>
                  </a:lnTo>
                  <a:lnTo>
                    <a:pt x="1754" y="29311"/>
                  </a:lnTo>
                  <a:lnTo>
                    <a:pt x="627" y="26700"/>
                  </a:lnTo>
                  <a:lnTo>
                    <a:pt x="0" y="22899"/>
                  </a:lnTo>
                  <a:lnTo>
                    <a:pt x="5551" y="15411"/>
                  </a:lnTo>
                  <a:lnTo>
                    <a:pt x="8406" y="14095"/>
                  </a:lnTo>
                  <a:lnTo>
                    <a:pt x="7454" y="12357"/>
                  </a:lnTo>
                  <a:lnTo>
                    <a:pt x="9171" y="7576"/>
                  </a:lnTo>
                  <a:lnTo>
                    <a:pt x="8905" y="1520"/>
                  </a:lnTo>
                  <a:lnTo>
                    <a:pt x="9723" y="436"/>
                  </a:lnTo>
                  <a:lnTo>
                    <a:pt x="1176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h3948"/>
            <p:cNvSpPr/>
            <p:nvPr/>
          </p:nvSpPr>
          <p:spPr>
            <a:xfrm>
              <a:off x="6519462" y="3010510"/>
              <a:ext cx="41644" cy="44505"/>
            </a:xfrm>
            <a:custGeom>
              <a:avLst/>
              <a:pathLst>
                <a:path w="41644" h="44505">
                  <a:moveTo>
                    <a:pt x="15166" y="4709"/>
                  </a:moveTo>
                  <a:lnTo>
                    <a:pt x="22872" y="9081"/>
                  </a:lnTo>
                  <a:lnTo>
                    <a:pt x="27065" y="13146"/>
                  </a:lnTo>
                  <a:lnTo>
                    <a:pt x="28806" y="13673"/>
                  </a:lnTo>
                  <a:lnTo>
                    <a:pt x="31998" y="21573"/>
                  </a:lnTo>
                  <a:lnTo>
                    <a:pt x="33089" y="22840"/>
                  </a:lnTo>
                  <a:lnTo>
                    <a:pt x="38354" y="25238"/>
                  </a:lnTo>
                  <a:lnTo>
                    <a:pt x="40021" y="29203"/>
                  </a:lnTo>
                  <a:lnTo>
                    <a:pt x="41644" y="31112"/>
                  </a:lnTo>
                  <a:lnTo>
                    <a:pt x="37973" y="35992"/>
                  </a:lnTo>
                  <a:lnTo>
                    <a:pt x="36275" y="38926"/>
                  </a:lnTo>
                  <a:lnTo>
                    <a:pt x="31589" y="43891"/>
                  </a:lnTo>
                  <a:lnTo>
                    <a:pt x="24739" y="44505"/>
                  </a:lnTo>
                  <a:lnTo>
                    <a:pt x="20347" y="42068"/>
                  </a:lnTo>
                  <a:lnTo>
                    <a:pt x="14992" y="42669"/>
                  </a:lnTo>
                  <a:lnTo>
                    <a:pt x="14810" y="41000"/>
                  </a:lnTo>
                  <a:lnTo>
                    <a:pt x="11105" y="39199"/>
                  </a:lnTo>
                  <a:lnTo>
                    <a:pt x="10894" y="24678"/>
                  </a:lnTo>
                  <a:lnTo>
                    <a:pt x="8246" y="25412"/>
                  </a:lnTo>
                  <a:lnTo>
                    <a:pt x="686" y="19366"/>
                  </a:lnTo>
                  <a:lnTo>
                    <a:pt x="0" y="16348"/>
                  </a:lnTo>
                  <a:lnTo>
                    <a:pt x="1353" y="13065"/>
                  </a:lnTo>
                  <a:lnTo>
                    <a:pt x="3264" y="13004"/>
                  </a:lnTo>
                  <a:lnTo>
                    <a:pt x="3186" y="10765"/>
                  </a:lnTo>
                  <a:lnTo>
                    <a:pt x="2292" y="10203"/>
                  </a:lnTo>
                  <a:lnTo>
                    <a:pt x="7082" y="2110"/>
                  </a:lnTo>
                  <a:lnTo>
                    <a:pt x="1341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h3949"/>
            <p:cNvSpPr/>
            <p:nvPr/>
          </p:nvSpPr>
          <p:spPr>
            <a:xfrm>
              <a:off x="6629408" y="2923888"/>
              <a:ext cx="49171" cy="31305"/>
            </a:xfrm>
            <a:custGeom>
              <a:avLst/>
              <a:pathLst>
                <a:path w="49171" h="31305">
                  <a:moveTo>
                    <a:pt x="18033" y="249"/>
                  </a:moveTo>
                  <a:lnTo>
                    <a:pt x="20523" y="1341"/>
                  </a:lnTo>
                  <a:lnTo>
                    <a:pt x="20616" y="2505"/>
                  </a:lnTo>
                  <a:lnTo>
                    <a:pt x="17179" y="6240"/>
                  </a:lnTo>
                  <a:lnTo>
                    <a:pt x="18019" y="7443"/>
                  </a:lnTo>
                  <a:lnTo>
                    <a:pt x="19883" y="7837"/>
                  </a:lnTo>
                  <a:lnTo>
                    <a:pt x="25266" y="4697"/>
                  </a:lnTo>
                  <a:lnTo>
                    <a:pt x="28837" y="4727"/>
                  </a:lnTo>
                  <a:lnTo>
                    <a:pt x="29134" y="5693"/>
                  </a:lnTo>
                  <a:lnTo>
                    <a:pt x="32763" y="5955"/>
                  </a:lnTo>
                  <a:lnTo>
                    <a:pt x="32933" y="6704"/>
                  </a:lnTo>
                  <a:lnTo>
                    <a:pt x="38469" y="8738"/>
                  </a:lnTo>
                  <a:lnTo>
                    <a:pt x="44925" y="13591"/>
                  </a:lnTo>
                  <a:lnTo>
                    <a:pt x="49171" y="13644"/>
                  </a:lnTo>
                  <a:lnTo>
                    <a:pt x="47607" y="15737"/>
                  </a:lnTo>
                  <a:lnTo>
                    <a:pt x="42042" y="22412"/>
                  </a:lnTo>
                  <a:lnTo>
                    <a:pt x="37849" y="26066"/>
                  </a:lnTo>
                  <a:lnTo>
                    <a:pt x="35445" y="25895"/>
                  </a:lnTo>
                  <a:lnTo>
                    <a:pt x="32997" y="27086"/>
                  </a:lnTo>
                  <a:lnTo>
                    <a:pt x="31369" y="29787"/>
                  </a:lnTo>
                  <a:lnTo>
                    <a:pt x="29145" y="31106"/>
                  </a:lnTo>
                  <a:lnTo>
                    <a:pt x="21827" y="31305"/>
                  </a:lnTo>
                  <a:lnTo>
                    <a:pt x="17074" y="29172"/>
                  </a:lnTo>
                  <a:lnTo>
                    <a:pt x="13083" y="26172"/>
                  </a:lnTo>
                  <a:lnTo>
                    <a:pt x="8355" y="24406"/>
                  </a:lnTo>
                  <a:lnTo>
                    <a:pt x="7233" y="24797"/>
                  </a:lnTo>
                  <a:lnTo>
                    <a:pt x="6058" y="24406"/>
                  </a:lnTo>
                  <a:lnTo>
                    <a:pt x="3273" y="17638"/>
                  </a:lnTo>
                  <a:lnTo>
                    <a:pt x="0" y="14845"/>
                  </a:lnTo>
                  <a:lnTo>
                    <a:pt x="819" y="13621"/>
                  </a:lnTo>
                  <a:lnTo>
                    <a:pt x="343" y="11370"/>
                  </a:lnTo>
                  <a:lnTo>
                    <a:pt x="2958" y="5887"/>
                  </a:lnTo>
                  <a:lnTo>
                    <a:pt x="7660" y="625"/>
                  </a:lnTo>
                  <a:lnTo>
                    <a:pt x="1496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h3950"/>
            <p:cNvSpPr/>
            <p:nvPr/>
          </p:nvSpPr>
          <p:spPr>
            <a:xfrm>
              <a:off x="6548298" y="2869356"/>
              <a:ext cx="46290" cy="25677"/>
            </a:xfrm>
            <a:custGeom>
              <a:avLst/>
              <a:pathLst>
                <a:path w="46290" h="25677">
                  <a:moveTo>
                    <a:pt x="36314" y="9159"/>
                  </a:moveTo>
                  <a:lnTo>
                    <a:pt x="38608" y="13294"/>
                  </a:lnTo>
                  <a:lnTo>
                    <a:pt x="41899" y="13670"/>
                  </a:lnTo>
                  <a:lnTo>
                    <a:pt x="45971" y="15597"/>
                  </a:lnTo>
                  <a:lnTo>
                    <a:pt x="46290" y="18787"/>
                  </a:lnTo>
                  <a:lnTo>
                    <a:pt x="45204" y="24508"/>
                  </a:lnTo>
                  <a:lnTo>
                    <a:pt x="42962" y="25677"/>
                  </a:lnTo>
                  <a:lnTo>
                    <a:pt x="41083" y="24159"/>
                  </a:lnTo>
                  <a:lnTo>
                    <a:pt x="29249" y="21441"/>
                  </a:lnTo>
                  <a:lnTo>
                    <a:pt x="29425" y="15143"/>
                  </a:lnTo>
                  <a:lnTo>
                    <a:pt x="27461" y="12596"/>
                  </a:lnTo>
                  <a:lnTo>
                    <a:pt x="24394" y="12695"/>
                  </a:lnTo>
                  <a:lnTo>
                    <a:pt x="20582" y="15852"/>
                  </a:lnTo>
                  <a:lnTo>
                    <a:pt x="14425" y="15944"/>
                  </a:lnTo>
                  <a:lnTo>
                    <a:pt x="11179" y="13105"/>
                  </a:lnTo>
                  <a:lnTo>
                    <a:pt x="5714" y="10769"/>
                  </a:lnTo>
                  <a:lnTo>
                    <a:pt x="1946" y="14025"/>
                  </a:lnTo>
                  <a:lnTo>
                    <a:pt x="0" y="14478"/>
                  </a:lnTo>
                  <a:lnTo>
                    <a:pt x="4827" y="8321"/>
                  </a:lnTo>
                  <a:lnTo>
                    <a:pt x="6600" y="9023"/>
                  </a:lnTo>
                  <a:lnTo>
                    <a:pt x="7323" y="6289"/>
                  </a:lnTo>
                  <a:lnTo>
                    <a:pt x="6862" y="5944"/>
                  </a:lnTo>
                  <a:lnTo>
                    <a:pt x="19710" y="8590"/>
                  </a:lnTo>
                  <a:lnTo>
                    <a:pt x="24362" y="6379"/>
                  </a:lnTo>
                  <a:lnTo>
                    <a:pt x="29241" y="1789"/>
                  </a:lnTo>
                  <a:lnTo>
                    <a:pt x="29498" y="227"/>
                  </a:lnTo>
                  <a:lnTo>
                    <a:pt x="3072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h3951"/>
            <p:cNvSpPr/>
            <p:nvPr/>
          </p:nvSpPr>
          <p:spPr>
            <a:xfrm>
              <a:off x="6717765" y="2939636"/>
              <a:ext cx="35178" cy="25214"/>
            </a:xfrm>
            <a:custGeom>
              <a:avLst/>
              <a:pathLst>
                <a:path w="35178" h="25214">
                  <a:moveTo>
                    <a:pt x="34674" y="4137"/>
                  </a:moveTo>
                  <a:lnTo>
                    <a:pt x="35178" y="5172"/>
                  </a:lnTo>
                  <a:lnTo>
                    <a:pt x="33460" y="8406"/>
                  </a:lnTo>
                  <a:lnTo>
                    <a:pt x="27004" y="14525"/>
                  </a:lnTo>
                  <a:lnTo>
                    <a:pt x="25608" y="14456"/>
                  </a:lnTo>
                  <a:lnTo>
                    <a:pt x="25311" y="16499"/>
                  </a:lnTo>
                  <a:lnTo>
                    <a:pt x="18836" y="18301"/>
                  </a:lnTo>
                  <a:lnTo>
                    <a:pt x="17829" y="19259"/>
                  </a:lnTo>
                  <a:lnTo>
                    <a:pt x="16173" y="21699"/>
                  </a:lnTo>
                  <a:lnTo>
                    <a:pt x="18064" y="22707"/>
                  </a:lnTo>
                  <a:lnTo>
                    <a:pt x="17795" y="25214"/>
                  </a:lnTo>
                  <a:lnTo>
                    <a:pt x="14233" y="24733"/>
                  </a:lnTo>
                  <a:lnTo>
                    <a:pt x="13131" y="23691"/>
                  </a:lnTo>
                  <a:lnTo>
                    <a:pt x="11663" y="20744"/>
                  </a:lnTo>
                  <a:lnTo>
                    <a:pt x="12021" y="17460"/>
                  </a:lnTo>
                  <a:lnTo>
                    <a:pt x="10386" y="14322"/>
                  </a:lnTo>
                  <a:lnTo>
                    <a:pt x="4195" y="11737"/>
                  </a:lnTo>
                  <a:lnTo>
                    <a:pt x="0" y="12516"/>
                  </a:lnTo>
                  <a:lnTo>
                    <a:pt x="166" y="11206"/>
                  </a:lnTo>
                  <a:lnTo>
                    <a:pt x="2593" y="9404"/>
                  </a:lnTo>
                  <a:lnTo>
                    <a:pt x="4964" y="8638"/>
                  </a:lnTo>
                  <a:lnTo>
                    <a:pt x="8866" y="9460"/>
                  </a:lnTo>
                  <a:lnTo>
                    <a:pt x="10971" y="6931"/>
                  </a:lnTo>
                  <a:lnTo>
                    <a:pt x="11395" y="4695"/>
                  </a:lnTo>
                  <a:lnTo>
                    <a:pt x="13930" y="4750"/>
                  </a:lnTo>
                  <a:lnTo>
                    <a:pt x="15108" y="6643"/>
                  </a:lnTo>
                  <a:lnTo>
                    <a:pt x="17426" y="6100"/>
                  </a:lnTo>
                  <a:lnTo>
                    <a:pt x="18875" y="7498"/>
                  </a:lnTo>
                  <a:lnTo>
                    <a:pt x="23128" y="3990"/>
                  </a:lnTo>
                  <a:lnTo>
                    <a:pt x="22979" y="2227"/>
                  </a:lnTo>
                  <a:lnTo>
                    <a:pt x="24960" y="295"/>
                  </a:lnTo>
                  <a:lnTo>
                    <a:pt x="2666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h3952"/>
            <p:cNvSpPr/>
            <p:nvPr/>
          </p:nvSpPr>
          <p:spPr>
            <a:xfrm>
              <a:off x="6591759" y="2989681"/>
              <a:ext cx="33870" cy="37748"/>
            </a:xfrm>
            <a:custGeom>
              <a:avLst/>
              <a:pathLst>
                <a:path w="33870" h="37748">
                  <a:moveTo>
                    <a:pt x="16238" y="4212"/>
                  </a:moveTo>
                  <a:lnTo>
                    <a:pt x="18388" y="3849"/>
                  </a:lnTo>
                  <a:lnTo>
                    <a:pt x="19478" y="2035"/>
                  </a:lnTo>
                  <a:lnTo>
                    <a:pt x="22475" y="619"/>
                  </a:lnTo>
                  <a:lnTo>
                    <a:pt x="30971" y="1027"/>
                  </a:lnTo>
                  <a:lnTo>
                    <a:pt x="33870" y="3965"/>
                  </a:lnTo>
                  <a:lnTo>
                    <a:pt x="29862" y="5057"/>
                  </a:lnTo>
                  <a:lnTo>
                    <a:pt x="28645" y="6668"/>
                  </a:lnTo>
                  <a:lnTo>
                    <a:pt x="27219" y="11445"/>
                  </a:lnTo>
                  <a:lnTo>
                    <a:pt x="27317" y="15639"/>
                  </a:lnTo>
                  <a:lnTo>
                    <a:pt x="29294" y="17852"/>
                  </a:lnTo>
                  <a:lnTo>
                    <a:pt x="29707" y="20184"/>
                  </a:lnTo>
                  <a:lnTo>
                    <a:pt x="28723" y="20751"/>
                  </a:lnTo>
                  <a:lnTo>
                    <a:pt x="29333" y="23906"/>
                  </a:lnTo>
                  <a:lnTo>
                    <a:pt x="27570" y="26005"/>
                  </a:lnTo>
                  <a:lnTo>
                    <a:pt x="23902" y="27742"/>
                  </a:lnTo>
                  <a:lnTo>
                    <a:pt x="27833" y="32253"/>
                  </a:lnTo>
                  <a:lnTo>
                    <a:pt x="32556" y="32590"/>
                  </a:lnTo>
                  <a:lnTo>
                    <a:pt x="32005" y="34926"/>
                  </a:lnTo>
                  <a:lnTo>
                    <a:pt x="30037" y="34439"/>
                  </a:lnTo>
                  <a:lnTo>
                    <a:pt x="27274" y="37748"/>
                  </a:lnTo>
                  <a:lnTo>
                    <a:pt x="13901" y="34951"/>
                  </a:lnTo>
                  <a:lnTo>
                    <a:pt x="12016" y="35042"/>
                  </a:lnTo>
                  <a:lnTo>
                    <a:pt x="11567" y="36759"/>
                  </a:lnTo>
                  <a:lnTo>
                    <a:pt x="5125" y="34055"/>
                  </a:lnTo>
                  <a:lnTo>
                    <a:pt x="1345" y="35734"/>
                  </a:lnTo>
                  <a:lnTo>
                    <a:pt x="3397" y="32902"/>
                  </a:lnTo>
                  <a:lnTo>
                    <a:pt x="3324" y="27910"/>
                  </a:lnTo>
                  <a:lnTo>
                    <a:pt x="679" y="24849"/>
                  </a:lnTo>
                  <a:lnTo>
                    <a:pt x="5" y="21119"/>
                  </a:lnTo>
                  <a:lnTo>
                    <a:pt x="0" y="11688"/>
                  </a:lnTo>
                  <a:lnTo>
                    <a:pt x="61" y="10844"/>
                  </a:lnTo>
                  <a:lnTo>
                    <a:pt x="2662" y="9771"/>
                  </a:lnTo>
                  <a:lnTo>
                    <a:pt x="4512" y="9956"/>
                  </a:lnTo>
                  <a:lnTo>
                    <a:pt x="6612" y="7474"/>
                  </a:lnTo>
                  <a:lnTo>
                    <a:pt x="6738" y="4733"/>
                  </a:lnTo>
                  <a:lnTo>
                    <a:pt x="12642" y="591"/>
                  </a:lnTo>
                  <a:lnTo>
                    <a:pt x="1490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h3953"/>
            <p:cNvSpPr/>
            <p:nvPr/>
          </p:nvSpPr>
          <p:spPr>
            <a:xfrm>
              <a:off x="6441436" y="3061197"/>
              <a:ext cx="598" cy="420"/>
            </a:xfrm>
            <a:custGeom>
              <a:avLst/>
              <a:pathLst>
                <a:path w="598" h="420">
                  <a:moveTo>
                    <a:pt x="598" y="420"/>
                  </a:moveTo>
                  <a:lnTo>
                    <a:pt x="0" y="55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h3954"/>
            <p:cNvSpPr/>
            <p:nvPr/>
          </p:nvSpPr>
          <p:spPr>
            <a:xfrm>
              <a:off x="6441796" y="30607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h3955"/>
            <p:cNvSpPr/>
            <p:nvPr/>
          </p:nvSpPr>
          <p:spPr>
            <a:xfrm>
              <a:off x="6442244" y="3060324"/>
              <a:ext cx="206" cy="208"/>
            </a:xfrm>
            <a:custGeom>
              <a:avLst/>
              <a:pathLst>
                <a:path w="206" h="208">
                  <a:moveTo>
                    <a:pt x="0" y="176"/>
                  </a:moveTo>
                  <a:lnTo>
                    <a:pt x="153" y="0"/>
                  </a:lnTo>
                  <a:lnTo>
                    <a:pt x="206" y="20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h3956"/>
            <p:cNvSpPr/>
            <p:nvPr/>
          </p:nvSpPr>
          <p:spPr>
            <a:xfrm>
              <a:off x="6441844" y="3059898"/>
              <a:ext cx="90" cy="145"/>
            </a:xfrm>
            <a:custGeom>
              <a:avLst/>
              <a:pathLst>
                <a:path w="90" h="145">
                  <a:moveTo>
                    <a:pt x="90" y="0"/>
                  </a:moveTo>
                  <a:lnTo>
                    <a:pt x="0" y="14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h3957"/>
            <p:cNvSpPr/>
            <p:nvPr/>
          </p:nvSpPr>
          <p:spPr>
            <a:xfrm>
              <a:off x="6441568" y="3059360"/>
              <a:ext cx="232" cy="332"/>
            </a:xfrm>
            <a:custGeom>
              <a:avLst/>
              <a:pathLst>
                <a:path w="232" h="332">
                  <a:moveTo>
                    <a:pt x="0" y="215"/>
                  </a:moveTo>
                  <a:lnTo>
                    <a:pt x="145" y="0"/>
                  </a:lnTo>
                  <a:lnTo>
                    <a:pt x="232" y="33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h3958"/>
            <p:cNvSpPr/>
            <p:nvPr/>
          </p:nvSpPr>
          <p:spPr>
            <a:xfrm>
              <a:off x="6439325" y="3057971"/>
              <a:ext cx="650" cy="815"/>
            </a:xfrm>
            <a:custGeom>
              <a:avLst/>
              <a:pathLst>
                <a:path w="650" h="815">
                  <a:moveTo>
                    <a:pt x="0" y="683"/>
                  </a:moveTo>
                  <a:lnTo>
                    <a:pt x="614" y="0"/>
                  </a:lnTo>
                  <a:lnTo>
                    <a:pt x="650" y="81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h3959"/>
            <p:cNvSpPr/>
            <p:nvPr/>
          </p:nvSpPr>
          <p:spPr>
            <a:xfrm>
              <a:off x="6438994" y="3058275"/>
              <a:ext cx="353" cy="126"/>
            </a:xfrm>
            <a:custGeom>
              <a:avLst/>
              <a:pathLst>
                <a:path w="353" h="126">
                  <a:moveTo>
                    <a:pt x="0" y="126"/>
                  </a:moveTo>
                  <a:lnTo>
                    <a:pt x="35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h3960"/>
            <p:cNvSpPr/>
            <p:nvPr/>
          </p:nvSpPr>
          <p:spPr>
            <a:xfrm>
              <a:off x="6440056" y="3057221"/>
              <a:ext cx="157" cy="53"/>
            </a:xfrm>
            <a:custGeom>
              <a:avLst/>
              <a:pathLst>
                <a:path w="157" h="53">
                  <a:moveTo>
                    <a:pt x="157" y="5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h3961"/>
            <p:cNvSpPr/>
            <p:nvPr/>
          </p:nvSpPr>
          <p:spPr>
            <a:xfrm>
              <a:off x="6438872" y="3056526"/>
              <a:ext cx="844" cy="866"/>
            </a:xfrm>
            <a:custGeom>
              <a:avLst/>
              <a:pathLst>
                <a:path w="844" h="866">
                  <a:moveTo>
                    <a:pt x="465" y="16"/>
                  </a:moveTo>
                  <a:lnTo>
                    <a:pt x="844" y="0"/>
                  </a:lnTo>
                  <a:lnTo>
                    <a:pt x="0" y="86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h3962"/>
            <p:cNvSpPr/>
            <p:nvPr/>
          </p:nvSpPr>
          <p:spPr>
            <a:xfrm>
              <a:off x="6436769" y="3054895"/>
              <a:ext cx="253" cy="3"/>
            </a:xfrm>
            <a:custGeom>
              <a:avLst/>
              <a:pathLst>
                <a:path w="253" h="3">
                  <a:moveTo>
                    <a:pt x="0" y="0"/>
                  </a:moveTo>
                  <a:lnTo>
                    <a:pt x="253" y="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h3963"/>
            <p:cNvSpPr/>
            <p:nvPr/>
          </p:nvSpPr>
          <p:spPr>
            <a:xfrm>
              <a:off x="6436469" y="3054713"/>
              <a:ext cx="264" cy="162"/>
            </a:xfrm>
            <a:custGeom>
              <a:avLst/>
              <a:pathLst>
                <a:path w="264" h="162">
                  <a:moveTo>
                    <a:pt x="0" y="81"/>
                  </a:moveTo>
                  <a:lnTo>
                    <a:pt x="264" y="0"/>
                  </a:lnTo>
                  <a:lnTo>
                    <a:pt x="139" y="16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h3964"/>
            <p:cNvSpPr/>
            <p:nvPr/>
          </p:nvSpPr>
          <p:spPr>
            <a:xfrm>
              <a:off x="6435279" y="30541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h3965"/>
            <p:cNvSpPr/>
            <p:nvPr/>
          </p:nvSpPr>
          <p:spPr>
            <a:xfrm>
              <a:off x="6435337" y="305396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h3966"/>
            <p:cNvSpPr/>
            <p:nvPr/>
          </p:nvSpPr>
          <p:spPr>
            <a:xfrm>
              <a:off x="6475345" y="3100936"/>
              <a:ext cx="331" cy="1063"/>
            </a:xfrm>
            <a:custGeom>
              <a:avLst/>
              <a:pathLst>
                <a:path w="331" h="1063">
                  <a:moveTo>
                    <a:pt x="73" y="1063"/>
                  </a:moveTo>
                  <a:lnTo>
                    <a:pt x="0" y="385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h3967"/>
            <p:cNvSpPr/>
            <p:nvPr/>
          </p:nvSpPr>
          <p:spPr>
            <a:xfrm>
              <a:off x="6475801" y="3100251"/>
              <a:ext cx="128" cy="439"/>
            </a:xfrm>
            <a:custGeom>
              <a:avLst/>
              <a:pathLst>
                <a:path w="128" h="439">
                  <a:moveTo>
                    <a:pt x="0" y="0"/>
                  </a:moveTo>
                  <a:lnTo>
                    <a:pt x="128" y="167"/>
                  </a:lnTo>
                  <a:lnTo>
                    <a:pt x="13" y="43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h3968"/>
            <p:cNvSpPr/>
            <p:nvPr/>
          </p:nvSpPr>
          <p:spPr>
            <a:xfrm>
              <a:off x="6468133" y="309498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h3969"/>
            <p:cNvSpPr/>
            <p:nvPr/>
          </p:nvSpPr>
          <p:spPr>
            <a:xfrm>
              <a:off x="6457674" y="3090191"/>
              <a:ext cx="128" cy="273"/>
            </a:xfrm>
            <a:custGeom>
              <a:avLst/>
              <a:pathLst>
                <a:path w="128" h="273">
                  <a:moveTo>
                    <a:pt x="128" y="138"/>
                  </a:moveTo>
                  <a:lnTo>
                    <a:pt x="79" y="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h3970"/>
            <p:cNvSpPr/>
            <p:nvPr/>
          </p:nvSpPr>
          <p:spPr>
            <a:xfrm>
              <a:off x="6458179" y="308991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h3971"/>
            <p:cNvSpPr/>
            <p:nvPr/>
          </p:nvSpPr>
          <p:spPr>
            <a:xfrm>
              <a:off x="6458826" y="308941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h3972"/>
            <p:cNvSpPr/>
            <p:nvPr/>
          </p:nvSpPr>
          <p:spPr>
            <a:xfrm>
              <a:off x="6448504" y="3079134"/>
              <a:ext cx="237" cy="256"/>
            </a:xfrm>
            <a:custGeom>
              <a:avLst/>
              <a:pathLst>
                <a:path w="237" h="256">
                  <a:moveTo>
                    <a:pt x="0" y="244"/>
                  </a:moveTo>
                  <a:lnTo>
                    <a:pt x="95" y="0"/>
                  </a:lnTo>
                  <a:lnTo>
                    <a:pt x="237" y="25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h3973"/>
            <p:cNvSpPr/>
            <p:nvPr/>
          </p:nvSpPr>
          <p:spPr>
            <a:xfrm>
              <a:off x="6448679" y="30727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h3974"/>
            <p:cNvSpPr/>
            <p:nvPr/>
          </p:nvSpPr>
          <p:spPr>
            <a:xfrm>
              <a:off x="6444981" y="3067748"/>
              <a:ext cx="342" cy="94"/>
            </a:xfrm>
            <a:custGeom>
              <a:avLst/>
              <a:pathLst>
                <a:path w="342" h="94">
                  <a:moveTo>
                    <a:pt x="206" y="0"/>
                  </a:moveTo>
                  <a:lnTo>
                    <a:pt x="342" y="46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h3975"/>
            <p:cNvSpPr/>
            <p:nvPr/>
          </p:nvSpPr>
          <p:spPr>
            <a:xfrm>
              <a:off x="6444715" y="3067476"/>
              <a:ext cx="567" cy="176"/>
            </a:xfrm>
            <a:custGeom>
              <a:avLst/>
              <a:pathLst>
                <a:path w="567" h="176">
                  <a:moveTo>
                    <a:pt x="0" y="173"/>
                  </a:moveTo>
                  <a:lnTo>
                    <a:pt x="226" y="0"/>
                  </a:lnTo>
                  <a:lnTo>
                    <a:pt x="567" y="17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h3976"/>
            <p:cNvSpPr/>
            <p:nvPr/>
          </p:nvSpPr>
          <p:spPr>
            <a:xfrm>
              <a:off x="6426315" y="3030257"/>
              <a:ext cx="85777" cy="69978"/>
            </a:xfrm>
            <a:custGeom>
              <a:avLst/>
              <a:pathLst>
                <a:path w="85777" h="69978">
                  <a:moveTo>
                    <a:pt x="29625" y="10085"/>
                  </a:moveTo>
                  <a:lnTo>
                    <a:pt x="32552" y="8955"/>
                  </a:lnTo>
                  <a:lnTo>
                    <a:pt x="37462" y="10844"/>
                  </a:lnTo>
                  <a:lnTo>
                    <a:pt x="43384" y="7770"/>
                  </a:lnTo>
                  <a:lnTo>
                    <a:pt x="48425" y="16979"/>
                  </a:lnTo>
                  <a:lnTo>
                    <a:pt x="49754" y="17795"/>
                  </a:lnTo>
                  <a:lnTo>
                    <a:pt x="57922" y="17661"/>
                  </a:lnTo>
                  <a:lnTo>
                    <a:pt x="63907" y="18912"/>
                  </a:lnTo>
                  <a:lnTo>
                    <a:pt x="68684" y="19001"/>
                  </a:lnTo>
                  <a:lnTo>
                    <a:pt x="75424" y="22348"/>
                  </a:lnTo>
                  <a:lnTo>
                    <a:pt x="74819" y="23468"/>
                  </a:lnTo>
                  <a:lnTo>
                    <a:pt x="76291" y="26666"/>
                  </a:lnTo>
                  <a:lnTo>
                    <a:pt x="83791" y="30116"/>
                  </a:lnTo>
                  <a:lnTo>
                    <a:pt x="85777" y="32472"/>
                  </a:lnTo>
                  <a:lnTo>
                    <a:pt x="82803" y="35602"/>
                  </a:lnTo>
                  <a:lnTo>
                    <a:pt x="85481" y="40550"/>
                  </a:lnTo>
                  <a:lnTo>
                    <a:pt x="79510" y="44312"/>
                  </a:lnTo>
                  <a:lnTo>
                    <a:pt x="77768" y="46777"/>
                  </a:lnTo>
                  <a:lnTo>
                    <a:pt x="74771" y="46927"/>
                  </a:lnTo>
                  <a:lnTo>
                    <a:pt x="72682" y="48422"/>
                  </a:lnTo>
                  <a:lnTo>
                    <a:pt x="71976" y="50056"/>
                  </a:lnTo>
                  <a:lnTo>
                    <a:pt x="73634" y="52629"/>
                  </a:lnTo>
                  <a:lnTo>
                    <a:pt x="73149" y="54860"/>
                  </a:lnTo>
                  <a:lnTo>
                    <a:pt x="69319" y="52104"/>
                  </a:lnTo>
                  <a:lnTo>
                    <a:pt x="67422" y="51670"/>
                  </a:lnTo>
                  <a:lnTo>
                    <a:pt x="66448" y="52112"/>
                  </a:lnTo>
                  <a:lnTo>
                    <a:pt x="66661" y="53136"/>
                  </a:lnTo>
                  <a:lnTo>
                    <a:pt x="61669" y="55429"/>
                  </a:lnTo>
                  <a:lnTo>
                    <a:pt x="54897" y="56674"/>
                  </a:lnTo>
                  <a:lnTo>
                    <a:pt x="53006" y="59468"/>
                  </a:lnTo>
                  <a:lnTo>
                    <a:pt x="56646" y="63475"/>
                  </a:lnTo>
                  <a:lnTo>
                    <a:pt x="54275" y="67064"/>
                  </a:lnTo>
                  <a:lnTo>
                    <a:pt x="54276" y="69447"/>
                  </a:lnTo>
                  <a:lnTo>
                    <a:pt x="49859" y="69978"/>
                  </a:lnTo>
                  <a:lnTo>
                    <a:pt x="50526" y="66407"/>
                  </a:lnTo>
                  <a:lnTo>
                    <a:pt x="52711" y="63820"/>
                  </a:lnTo>
                  <a:lnTo>
                    <a:pt x="51166" y="61298"/>
                  </a:lnTo>
                  <a:lnTo>
                    <a:pt x="47282" y="60420"/>
                  </a:lnTo>
                  <a:lnTo>
                    <a:pt x="41621" y="63291"/>
                  </a:lnTo>
                  <a:lnTo>
                    <a:pt x="31900" y="57744"/>
                  </a:lnTo>
                  <a:lnTo>
                    <a:pt x="24421" y="50399"/>
                  </a:lnTo>
                  <a:lnTo>
                    <a:pt x="23563" y="48594"/>
                  </a:lnTo>
                  <a:lnTo>
                    <a:pt x="24547" y="46590"/>
                  </a:lnTo>
                  <a:lnTo>
                    <a:pt x="23467" y="42779"/>
                  </a:lnTo>
                  <a:lnTo>
                    <a:pt x="19544" y="38231"/>
                  </a:lnTo>
                  <a:lnTo>
                    <a:pt x="16081" y="26491"/>
                  </a:lnTo>
                  <a:lnTo>
                    <a:pt x="14052" y="23934"/>
                  </a:lnTo>
                  <a:lnTo>
                    <a:pt x="8529" y="21091"/>
                  </a:lnTo>
                  <a:lnTo>
                    <a:pt x="0" y="14951"/>
                  </a:lnTo>
                  <a:lnTo>
                    <a:pt x="3984" y="15222"/>
                  </a:lnTo>
                  <a:lnTo>
                    <a:pt x="6316" y="13134"/>
                  </a:lnTo>
                  <a:lnTo>
                    <a:pt x="10556" y="4619"/>
                  </a:lnTo>
                  <a:lnTo>
                    <a:pt x="14631" y="5581"/>
                  </a:lnTo>
                  <a:lnTo>
                    <a:pt x="24544" y="0"/>
                  </a:lnTo>
                  <a:lnTo>
                    <a:pt x="26032" y="629"/>
                  </a:lnTo>
                  <a:lnTo>
                    <a:pt x="26383" y="1623"/>
                  </a:lnTo>
                  <a:lnTo>
                    <a:pt x="26300" y="4485"/>
                  </a:lnTo>
                  <a:lnTo>
                    <a:pt x="24510" y="650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h3977"/>
            <p:cNvSpPr/>
            <p:nvPr/>
          </p:nvSpPr>
          <p:spPr>
            <a:xfrm>
              <a:off x="6442704" y="306274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h3978"/>
            <p:cNvSpPr/>
            <p:nvPr/>
          </p:nvSpPr>
          <p:spPr>
            <a:xfrm>
              <a:off x="6442615" y="3061701"/>
              <a:ext cx="82" cy="219"/>
            </a:xfrm>
            <a:custGeom>
              <a:avLst/>
              <a:pathLst>
                <a:path w="82" h="219">
                  <a:moveTo>
                    <a:pt x="0" y="0"/>
                  </a:moveTo>
                  <a:lnTo>
                    <a:pt x="82" y="21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h3979"/>
            <p:cNvSpPr/>
            <p:nvPr/>
          </p:nvSpPr>
          <p:spPr>
            <a:xfrm>
              <a:off x="6442240" y="3059943"/>
              <a:ext cx="300" cy="237"/>
            </a:xfrm>
            <a:custGeom>
              <a:avLst/>
              <a:pathLst>
                <a:path w="300" h="237">
                  <a:moveTo>
                    <a:pt x="0" y="211"/>
                  </a:moveTo>
                  <a:lnTo>
                    <a:pt x="112" y="0"/>
                  </a:lnTo>
                  <a:lnTo>
                    <a:pt x="300" y="23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h3980"/>
            <p:cNvSpPr/>
            <p:nvPr/>
          </p:nvSpPr>
          <p:spPr>
            <a:xfrm>
              <a:off x="6735041" y="2771425"/>
              <a:ext cx="40136" cy="26758"/>
            </a:xfrm>
            <a:custGeom>
              <a:avLst/>
              <a:pathLst>
                <a:path w="40136" h="26758">
                  <a:moveTo>
                    <a:pt x="18546" y="3070"/>
                  </a:moveTo>
                  <a:lnTo>
                    <a:pt x="20154" y="3101"/>
                  </a:lnTo>
                  <a:lnTo>
                    <a:pt x="23904" y="3274"/>
                  </a:lnTo>
                  <a:lnTo>
                    <a:pt x="32235" y="8238"/>
                  </a:lnTo>
                  <a:lnTo>
                    <a:pt x="37465" y="12391"/>
                  </a:lnTo>
                  <a:lnTo>
                    <a:pt x="40136" y="12924"/>
                  </a:lnTo>
                  <a:lnTo>
                    <a:pt x="38051" y="16829"/>
                  </a:lnTo>
                  <a:lnTo>
                    <a:pt x="28329" y="23937"/>
                  </a:lnTo>
                  <a:lnTo>
                    <a:pt x="23680" y="25838"/>
                  </a:lnTo>
                  <a:lnTo>
                    <a:pt x="18652" y="26758"/>
                  </a:lnTo>
                  <a:lnTo>
                    <a:pt x="14478" y="24449"/>
                  </a:lnTo>
                  <a:lnTo>
                    <a:pt x="6846" y="18275"/>
                  </a:lnTo>
                  <a:lnTo>
                    <a:pt x="484" y="15265"/>
                  </a:lnTo>
                  <a:lnTo>
                    <a:pt x="70" y="12028"/>
                  </a:lnTo>
                  <a:lnTo>
                    <a:pt x="968" y="9525"/>
                  </a:lnTo>
                  <a:lnTo>
                    <a:pt x="0" y="6659"/>
                  </a:lnTo>
                  <a:lnTo>
                    <a:pt x="293" y="6128"/>
                  </a:lnTo>
                  <a:lnTo>
                    <a:pt x="1266" y="6715"/>
                  </a:lnTo>
                  <a:lnTo>
                    <a:pt x="3046" y="6265"/>
                  </a:lnTo>
                  <a:lnTo>
                    <a:pt x="6162" y="4257"/>
                  </a:lnTo>
                  <a:lnTo>
                    <a:pt x="7000" y="1919"/>
                  </a:lnTo>
                  <a:lnTo>
                    <a:pt x="10036" y="323"/>
                  </a:lnTo>
                  <a:lnTo>
                    <a:pt x="1400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h3981"/>
            <p:cNvSpPr/>
            <p:nvPr/>
          </p:nvSpPr>
          <p:spPr>
            <a:xfrm>
              <a:off x="6490233" y="2933266"/>
              <a:ext cx="41322" cy="45538"/>
            </a:xfrm>
            <a:custGeom>
              <a:avLst/>
              <a:pathLst>
                <a:path w="41322" h="45538">
                  <a:moveTo>
                    <a:pt x="30214" y="217"/>
                  </a:moveTo>
                  <a:lnTo>
                    <a:pt x="30986" y="5693"/>
                  </a:lnTo>
                  <a:lnTo>
                    <a:pt x="37667" y="19450"/>
                  </a:lnTo>
                  <a:lnTo>
                    <a:pt x="36795" y="22169"/>
                  </a:lnTo>
                  <a:lnTo>
                    <a:pt x="35373" y="22235"/>
                  </a:lnTo>
                  <a:lnTo>
                    <a:pt x="35428" y="22867"/>
                  </a:lnTo>
                  <a:lnTo>
                    <a:pt x="37193" y="23767"/>
                  </a:lnTo>
                  <a:lnTo>
                    <a:pt x="40323" y="23394"/>
                  </a:lnTo>
                  <a:lnTo>
                    <a:pt x="41322" y="27885"/>
                  </a:lnTo>
                  <a:lnTo>
                    <a:pt x="38579" y="27977"/>
                  </a:lnTo>
                  <a:lnTo>
                    <a:pt x="38245" y="28937"/>
                  </a:lnTo>
                  <a:lnTo>
                    <a:pt x="38849" y="29301"/>
                  </a:lnTo>
                  <a:lnTo>
                    <a:pt x="32814" y="33947"/>
                  </a:lnTo>
                  <a:lnTo>
                    <a:pt x="30380" y="34424"/>
                  </a:lnTo>
                  <a:lnTo>
                    <a:pt x="24420" y="32555"/>
                  </a:lnTo>
                  <a:lnTo>
                    <a:pt x="23007" y="30760"/>
                  </a:lnTo>
                  <a:lnTo>
                    <a:pt x="19674" y="30310"/>
                  </a:lnTo>
                  <a:lnTo>
                    <a:pt x="16138" y="33936"/>
                  </a:lnTo>
                  <a:lnTo>
                    <a:pt x="15766" y="35246"/>
                  </a:lnTo>
                  <a:lnTo>
                    <a:pt x="17054" y="37278"/>
                  </a:lnTo>
                  <a:lnTo>
                    <a:pt x="14618" y="42238"/>
                  </a:lnTo>
                  <a:lnTo>
                    <a:pt x="9382" y="45538"/>
                  </a:lnTo>
                  <a:lnTo>
                    <a:pt x="4874" y="42925"/>
                  </a:lnTo>
                  <a:lnTo>
                    <a:pt x="1367" y="39744"/>
                  </a:lnTo>
                  <a:lnTo>
                    <a:pt x="1221" y="35748"/>
                  </a:lnTo>
                  <a:lnTo>
                    <a:pt x="0" y="32829"/>
                  </a:lnTo>
                  <a:lnTo>
                    <a:pt x="1327" y="31753"/>
                  </a:lnTo>
                  <a:lnTo>
                    <a:pt x="5168" y="31172"/>
                  </a:lnTo>
                  <a:lnTo>
                    <a:pt x="8903" y="27380"/>
                  </a:lnTo>
                  <a:lnTo>
                    <a:pt x="10178" y="23872"/>
                  </a:lnTo>
                  <a:lnTo>
                    <a:pt x="14456" y="18871"/>
                  </a:lnTo>
                  <a:lnTo>
                    <a:pt x="14623" y="17452"/>
                  </a:lnTo>
                  <a:lnTo>
                    <a:pt x="12576" y="12079"/>
                  </a:lnTo>
                  <a:lnTo>
                    <a:pt x="13419" y="5844"/>
                  </a:lnTo>
                  <a:lnTo>
                    <a:pt x="17022" y="5237"/>
                  </a:lnTo>
                  <a:lnTo>
                    <a:pt x="18227" y="7181"/>
                  </a:lnTo>
                  <a:lnTo>
                    <a:pt x="20005" y="7537"/>
                  </a:lnTo>
                  <a:lnTo>
                    <a:pt x="21305" y="6313"/>
                  </a:lnTo>
                  <a:lnTo>
                    <a:pt x="22696" y="2796"/>
                  </a:lnTo>
                  <a:lnTo>
                    <a:pt x="2552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h3982"/>
            <p:cNvSpPr/>
            <p:nvPr/>
          </p:nvSpPr>
          <p:spPr>
            <a:xfrm>
              <a:off x="6725380" y="2837196"/>
              <a:ext cx="31082" cy="25545"/>
            </a:xfrm>
            <a:custGeom>
              <a:avLst/>
              <a:pathLst>
                <a:path w="31082" h="25545">
                  <a:moveTo>
                    <a:pt x="30781" y="893"/>
                  </a:moveTo>
                  <a:lnTo>
                    <a:pt x="30001" y="5564"/>
                  </a:lnTo>
                  <a:lnTo>
                    <a:pt x="24691" y="8515"/>
                  </a:lnTo>
                  <a:lnTo>
                    <a:pt x="26345" y="14767"/>
                  </a:lnTo>
                  <a:lnTo>
                    <a:pt x="27851" y="15235"/>
                  </a:lnTo>
                  <a:lnTo>
                    <a:pt x="29323" y="13766"/>
                  </a:lnTo>
                  <a:lnTo>
                    <a:pt x="29969" y="13928"/>
                  </a:lnTo>
                  <a:lnTo>
                    <a:pt x="31082" y="15545"/>
                  </a:lnTo>
                  <a:lnTo>
                    <a:pt x="30150" y="16625"/>
                  </a:lnTo>
                  <a:lnTo>
                    <a:pt x="22320" y="18091"/>
                  </a:lnTo>
                  <a:lnTo>
                    <a:pt x="18359" y="19753"/>
                  </a:lnTo>
                  <a:lnTo>
                    <a:pt x="11895" y="24016"/>
                  </a:lnTo>
                  <a:lnTo>
                    <a:pt x="9473" y="22626"/>
                  </a:lnTo>
                  <a:lnTo>
                    <a:pt x="4680" y="24952"/>
                  </a:lnTo>
                  <a:lnTo>
                    <a:pt x="742" y="25545"/>
                  </a:lnTo>
                  <a:lnTo>
                    <a:pt x="0" y="21288"/>
                  </a:lnTo>
                  <a:lnTo>
                    <a:pt x="2095" y="18171"/>
                  </a:lnTo>
                  <a:lnTo>
                    <a:pt x="265" y="14406"/>
                  </a:lnTo>
                  <a:lnTo>
                    <a:pt x="2197" y="12453"/>
                  </a:lnTo>
                  <a:lnTo>
                    <a:pt x="9283" y="8733"/>
                  </a:lnTo>
                  <a:lnTo>
                    <a:pt x="11888" y="6605"/>
                  </a:lnTo>
                  <a:lnTo>
                    <a:pt x="15956" y="8426"/>
                  </a:lnTo>
                  <a:lnTo>
                    <a:pt x="19450" y="6197"/>
                  </a:lnTo>
                  <a:lnTo>
                    <a:pt x="20955" y="1804"/>
                  </a:lnTo>
                  <a:lnTo>
                    <a:pt x="2507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h3983"/>
            <p:cNvSpPr/>
            <p:nvPr/>
          </p:nvSpPr>
          <p:spPr>
            <a:xfrm>
              <a:off x="6691497" y="2837151"/>
              <a:ext cx="37838" cy="35619"/>
            </a:xfrm>
            <a:custGeom>
              <a:avLst/>
              <a:pathLst>
                <a:path w="37838" h="35619">
                  <a:moveTo>
                    <a:pt x="9046" y="2834"/>
                  </a:moveTo>
                  <a:lnTo>
                    <a:pt x="10383" y="2738"/>
                  </a:lnTo>
                  <a:lnTo>
                    <a:pt x="11009" y="975"/>
                  </a:lnTo>
                  <a:lnTo>
                    <a:pt x="13527" y="927"/>
                  </a:lnTo>
                  <a:lnTo>
                    <a:pt x="18117" y="4030"/>
                  </a:lnTo>
                  <a:lnTo>
                    <a:pt x="18611" y="6474"/>
                  </a:lnTo>
                  <a:lnTo>
                    <a:pt x="21844" y="7100"/>
                  </a:lnTo>
                  <a:lnTo>
                    <a:pt x="28993" y="1517"/>
                  </a:lnTo>
                  <a:lnTo>
                    <a:pt x="36080" y="12497"/>
                  </a:lnTo>
                  <a:lnTo>
                    <a:pt x="34149" y="14451"/>
                  </a:lnTo>
                  <a:lnTo>
                    <a:pt x="35979" y="18216"/>
                  </a:lnTo>
                  <a:lnTo>
                    <a:pt x="33883" y="21333"/>
                  </a:lnTo>
                  <a:lnTo>
                    <a:pt x="34625" y="25590"/>
                  </a:lnTo>
                  <a:lnTo>
                    <a:pt x="34256" y="30158"/>
                  </a:lnTo>
                  <a:lnTo>
                    <a:pt x="36891" y="31139"/>
                  </a:lnTo>
                  <a:lnTo>
                    <a:pt x="37838" y="30576"/>
                  </a:lnTo>
                  <a:lnTo>
                    <a:pt x="35996" y="33104"/>
                  </a:lnTo>
                  <a:lnTo>
                    <a:pt x="30369" y="35619"/>
                  </a:lnTo>
                  <a:lnTo>
                    <a:pt x="28215" y="32870"/>
                  </a:lnTo>
                  <a:lnTo>
                    <a:pt x="27323" y="33343"/>
                  </a:lnTo>
                  <a:lnTo>
                    <a:pt x="24699" y="34222"/>
                  </a:lnTo>
                  <a:lnTo>
                    <a:pt x="23408" y="33771"/>
                  </a:lnTo>
                  <a:lnTo>
                    <a:pt x="17744" y="29081"/>
                  </a:lnTo>
                  <a:lnTo>
                    <a:pt x="16481" y="27033"/>
                  </a:lnTo>
                  <a:lnTo>
                    <a:pt x="16496" y="23369"/>
                  </a:lnTo>
                  <a:lnTo>
                    <a:pt x="12361" y="21342"/>
                  </a:lnTo>
                  <a:lnTo>
                    <a:pt x="6417" y="20757"/>
                  </a:lnTo>
                  <a:lnTo>
                    <a:pt x="4921" y="21596"/>
                  </a:lnTo>
                  <a:lnTo>
                    <a:pt x="1095" y="19171"/>
                  </a:lnTo>
                  <a:lnTo>
                    <a:pt x="0" y="17274"/>
                  </a:lnTo>
                  <a:lnTo>
                    <a:pt x="2528" y="16135"/>
                  </a:lnTo>
                  <a:lnTo>
                    <a:pt x="3370" y="14448"/>
                  </a:lnTo>
                  <a:lnTo>
                    <a:pt x="2506" y="7973"/>
                  </a:lnTo>
                  <a:lnTo>
                    <a:pt x="4192" y="974"/>
                  </a:lnTo>
                  <a:lnTo>
                    <a:pt x="615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h3984"/>
            <p:cNvSpPr/>
            <p:nvPr/>
          </p:nvSpPr>
          <p:spPr>
            <a:xfrm>
              <a:off x="6495872" y="2969196"/>
              <a:ext cx="59016" cy="52344"/>
            </a:xfrm>
            <a:custGeom>
              <a:avLst/>
              <a:pathLst>
                <a:path w="59016" h="52344">
                  <a:moveTo>
                    <a:pt x="46418" y="2018"/>
                  </a:moveTo>
                  <a:lnTo>
                    <a:pt x="48052" y="4962"/>
                  </a:lnTo>
                  <a:lnTo>
                    <a:pt x="44764" y="5207"/>
                  </a:lnTo>
                  <a:lnTo>
                    <a:pt x="43676" y="6123"/>
                  </a:lnTo>
                  <a:lnTo>
                    <a:pt x="47029" y="10527"/>
                  </a:lnTo>
                  <a:lnTo>
                    <a:pt x="56775" y="7055"/>
                  </a:lnTo>
                  <a:lnTo>
                    <a:pt x="59016" y="8724"/>
                  </a:lnTo>
                  <a:lnTo>
                    <a:pt x="57570" y="13272"/>
                  </a:lnTo>
                  <a:lnTo>
                    <a:pt x="57572" y="14496"/>
                  </a:lnTo>
                  <a:lnTo>
                    <a:pt x="55666" y="16366"/>
                  </a:lnTo>
                  <a:lnTo>
                    <a:pt x="53919" y="16542"/>
                  </a:lnTo>
                  <a:lnTo>
                    <a:pt x="52992" y="15124"/>
                  </a:lnTo>
                  <a:lnTo>
                    <a:pt x="49897" y="16598"/>
                  </a:lnTo>
                  <a:lnTo>
                    <a:pt x="45490" y="20366"/>
                  </a:lnTo>
                  <a:lnTo>
                    <a:pt x="43166" y="25671"/>
                  </a:lnTo>
                  <a:lnTo>
                    <a:pt x="43005" y="28427"/>
                  </a:lnTo>
                  <a:lnTo>
                    <a:pt x="40945" y="32380"/>
                  </a:lnTo>
                  <a:lnTo>
                    <a:pt x="36091" y="34790"/>
                  </a:lnTo>
                  <a:lnTo>
                    <a:pt x="35932" y="40421"/>
                  </a:lnTo>
                  <a:lnTo>
                    <a:pt x="37008" y="41313"/>
                  </a:lnTo>
                  <a:lnTo>
                    <a:pt x="30673" y="43424"/>
                  </a:lnTo>
                  <a:lnTo>
                    <a:pt x="25883" y="51517"/>
                  </a:lnTo>
                  <a:lnTo>
                    <a:pt x="22700" y="49442"/>
                  </a:lnTo>
                  <a:lnTo>
                    <a:pt x="21704" y="51416"/>
                  </a:lnTo>
                  <a:lnTo>
                    <a:pt x="20333" y="52344"/>
                  </a:lnTo>
                  <a:lnTo>
                    <a:pt x="17684" y="50426"/>
                  </a:lnTo>
                  <a:lnTo>
                    <a:pt x="15642" y="44008"/>
                  </a:lnTo>
                  <a:lnTo>
                    <a:pt x="15599" y="35558"/>
                  </a:lnTo>
                  <a:lnTo>
                    <a:pt x="9534" y="29523"/>
                  </a:lnTo>
                  <a:lnTo>
                    <a:pt x="7513" y="29269"/>
                  </a:lnTo>
                  <a:lnTo>
                    <a:pt x="5774" y="25213"/>
                  </a:lnTo>
                  <a:lnTo>
                    <a:pt x="5622" y="22470"/>
                  </a:lnTo>
                  <a:lnTo>
                    <a:pt x="0" y="14778"/>
                  </a:lnTo>
                  <a:lnTo>
                    <a:pt x="864" y="13210"/>
                  </a:lnTo>
                  <a:lnTo>
                    <a:pt x="2374" y="15853"/>
                  </a:lnTo>
                  <a:lnTo>
                    <a:pt x="5542" y="17104"/>
                  </a:lnTo>
                  <a:lnTo>
                    <a:pt x="8910" y="14268"/>
                  </a:lnTo>
                  <a:lnTo>
                    <a:pt x="13352" y="13755"/>
                  </a:lnTo>
                  <a:lnTo>
                    <a:pt x="29381" y="14857"/>
                  </a:lnTo>
                  <a:lnTo>
                    <a:pt x="32478" y="16953"/>
                  </a:lnTo>
                  <a:lnTo>
                    <a:pt x="35895" y="14667"/>
                  </a:lnTo>
                  <a:lnTo>
                    <a:pt x="33841" y="10941"/>
                  </a:lnTo>
                  <a:lnTo>
                    <a:pt x="33656" y="6116"/>
                  </a:lnTo>
                  <a:lnTo>
                    <a:pt x="37206" y="4167"/>
                  </a:lnTo>
                  <a:lnTo>
                    <a:pt x="39183" y="1667"/>
                  </a:lnTo>
                  <a:lnTo>
                    <a:pt x="4047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h3985"/>
            <p:cNvSpPr/>
            <p:nvPr/>
          </p:nvSpPr>
          <p:spPr>
            <a:xfrm>
              <a:off x="6612320" y="2956085"/>
              <a:ext cx="35650" cy="30599"/>
            </a:xfrm>
            <a:custGeom>
              <a:avLst/>
              <a:pathLst>
                <a:path w="35650" h="30599">
                  <a:moveTo>
                    <a:pt x="32858" y="10740"/>
                  </a:moveTo>
                  <a:lnTo>
                    <a:pt x="32623" y="14880"/>
                  </a:lnTo>
                  <a:lnTo>
                    <a:pt x="35593" y="19038"/>
                  </a:lnTo>
                  <a:lnTo>
                    <a:pt x="35650" y="27734"/>
                  </a:lnTo>
                  <a:lnTo>
                    <a:pt x="32610" y="30599"/>
                  </a:lnTo>
                  <a:lnTo>
                    <a:pt x="26115" y="28663"/>
                  </a:lnTo>
                  <a:lnTo>
                    <a:pt x="26531" y="27242"/>
                  </a:lnTo>
                  <a:lnTo>
                    <a:pt x="21572" y="27140"/>
                  </a:lnTo>
                  <a:lnTo>
                    <a:pt x="19477" y="28629"/>
                  </a:lnTo>
                  <a:lnTo>
                    <a:pt x="17472" y="28519"/>
                  </a:lnTo>
                  <a:lnTo>
                    <a:pt x="11302" y="24734"/>
                  </a:lnTo>
                  <a:lnTo>
                    <a:pt x="8913" y="22392"/>
                  </a:lnTo>
                  <a:lnTo>
                    <a:pt x="8217" y="14552"/>
                  </a:lnTo>
                  <a:lnTo>
                    <a:pt x="6399" y="14365"/>
                  </a:lnTo>
                  <a:lnTo>
                    <a:pt x="3020" y="16446"/>
                  </a:lnTo>
                  <a:lnTo>
                    <a:pt x="0" y="13941"/>
                  </a:lnTo>
                  <a:lnTo>
                    <a:pt x="2843" y="13014"/>
                  </a:lnTo>
                  <a:lnTo>
                    <a:pt x="2377" y="10021"/>
                  </a:lnTo>
                  <a:lnTo>
                    <a:pt x="6905" y="6625"/>
                  </a:lnTo>
                  <a:lnTo>
                    <a:pt x="8826" y="2388"/>
                  </a:lnTo>
                  <a:lnTo>
                    <a:pt x="13244" y="4195"/>
                  </a:lnTo>
                  <a:lnTo>
                    <a:pt x="14782" y="961"/>
                  </a:lnTo>
                  <a:lnTo>
                    <a:pt x="14768" y="2178"/>
                  </a:lnTo>
                  <a:lnTo>
                    <a:pt x="2376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h3986"/>
            <p:cNvSpPr/>
            <p:nvPr/>
          </p:nvSpPr>
          <p:spPr>
            <a:xfrm>
              <a:off x="6621698" y="2872696"/>
              <a:ext cx="43780" cy="52534"/>
            </a:xfrm>
            <a:custGeom>
              <a:avLst/>
              <a:pathLst>
                <a:path w="43780" h="52534">
                  <a:moveTo>
                    <a:pt x="22798" y="382"/>
                  </a:moveTo>
                  <a:lnTo>
                    <a:pt x="28263" y="3161"/>
                  </a:lnTo>
                  <a:lnTo>
                    <a:pt x="28451" y="4814"/>
                  </a:lnTo>
                  <a:lnTo>
                    <a:pt x="30751" y="5436"/>
                  </a:lnTo>
                  <a:lnTo>
                    <a:pt x="35125" y="4691"/>
                  </a:lnTo>
                  <a:lnTo>
                    <a:pt x="36197" y="7082"/>
                  </a:lnTo>
                  <a:lnTo>
                    <a:pt x="41460" y="18299"/>
                  </a:lnTo>
                  <a:lnTo>
                    <a:pt x="40465" y="24537"/>
                  </a:lnTo>
                  <a:lnTo>
                    <a:pt x="43780" y="27632"/>
                  </a:lnTo>
                  <a:lnTo>
                    <a:pt x="43070" y="31112"/>
                  </a:lnTo>
                  <a:lnTo>
                    <a:pt x="38707" y="35712"/>
                  </a:lnTo>
                  <a:lnTo>
                    <a:pt x="33421" y="36642"/>
                  </a:lnTo>
                  <a:lnTo>
                    <a:pt x="32232" y="38171"/>
                  </a:lnTo>
                  <a:lnTo>
                    <a:pt x="31805" y="42195"/>
                  </a:lnTo>
                  <a:lnTo>
                    <a:pt x="32522" y="46225"/>
                  </a:lnTo>
                  <a:lnTo>
                    <a:pt x="29964" y="48892"/>
                  </a:lnTo>
                  <a:lnTo>
                    <a:pt x="29581" y="52354"/>
                  </a:lnTo>
                  <a:lnTo>
                    <a:pt x="28233" y="52534"/>
                  </a:lnTo>
                  <a:lnTo>
                    <a:pt x="25743" y="51442"/>
                  </a:lnTo>
                  <a:lnTo>
                    <a:pt x="22675" y="51192"/>
                  </a:lnTo>
                  <a:lnTo>
                    <a:pt x="15370" y="51817"/>
                  </a:lnTo>
                  <a:lnTo>
                    <a:pt x="15331" y="50257"/>
                  </a:lnTo>
                  <a:lnTo>
                    <a:pt x="12036" y="48758"/>
                  </a:lnTo>
                  <a:lnTo>
                    <a:pt x="7787" y="48766"/>
                  </a:lnTo>
                  <a:lnTo>
                    <a:pt x="4129" y="39353"/>
                  </a:lnTo>
                  <a:lnTo>
                    <a:pt x="1173" y="39234"/>
                  </a:lnTo>
                  <a:lnTo>
                    <a:pt x="204" y="37090"/>
                  </a:lnTo>
                  <a:lnTo>
                    <a:pt x="452" y="35976"/>
                  </a:lnTo>
                  <a:lnTo>
                    <a:pt x="3271" y="35223"/>
                  </a:lnTo>
                  <a:lnTo>
                    <a:pt x="5330" y="36607"/>
                  </a:lnTo>
                  <a:lnTo>
                    <a:pt x="6892" y="32580"/>
                  </a:lnTo>
                  <a:lnTo>
                    <a:pt x="6230" y="28866"/>
                  </a:lnTo>
                  <a:lnTo>
                    <a:pt x="5172" y="28414"/>
                  </a:lnTo>
                  <a:lnTo>
                    <a:pt x="3589" y="30624"/>
                  </a:lnTo>
                  <a:lnTo>
                    <a:pt x="2177" y="30688"/>
                  </a:lnTo>
                  <a:lnTo>
                    <a:pt x="1220" y="30378"/>
                  </a:lnTo>
                  <a:lnTo>
                    <a:pt x="0" y="28314"/>
                  </a:lnTo>
                  <a:lnTo>
                    <a:pt x="149" y="25278"/>
                  </a:lnTo>
                  <a:lnTo>
                    <a:pt x="2099" y="23668"/>
                  </a:lnTo>
                  <a:lnTo>
                    <a:pt x="1756" y="21791"/>
                  </a:lnTo>
                  <a:lnTo>
                    <a:pt x="1026" y="19641"/>
                  </a:lnTo>
                  <a:lnTo>
                    <a:pt x="3709" y="15089"/>
                  </a:lnTo>
                  <a:lnTo>
                    <a:pt x="1022" y="10824"/>
                  </a:lnTo>
                  <a:lnTo>
                    <a:pt x="5993" y="3314"/>
                  </a:lnTo>
                  <a:lnTo>
                    <a:pt x="12278" y="3156"/>
                  </a:lnTo>
                  <a:lnTo>
                    <a:pt x="1688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h3987"/>
            <p:cNvSpPr/>
            <p:nvPr/>
          </p:nvSpPr>
          <p:spPr>
            <a:xfrm>
              <a:off x="6643429" y="3036643"/>
              <a:ext cx="33648" cy="33934"/>
            </a:xfrm>
            <a:custGeom>
              <a:avLst/>
              <a:pathLst>
                <a:path w="33648" h="33934">
                  <a:moveTo>
                    <a:pt x="15790" y="0"/>
                  </a:moveTo>
                  <a:lnTo>
                    <a:pt x="14848" y="1093"/>
                  </a:lnTo>
                  <a:lnTo>
                    <a:pt x="14734" y="5610"/>
                  </a:lnTo>
                  <a:lnTo>
                    <a:pt x="18819" y="9717"/>
                  </a:lnTo>
                  <a:lnTo>
                    <a:pt x="18682" y="12394"/>
                  </a:lnTo>
                  <a:lnTo>
                    <a:pt x="20638" y="15802"/>
                  </a:lnTo>
                  <a:lnTo>
                    <a:pt x="28049" y="21360"/>
                  </a:lnTo>
                  <a:lnTo>
                    <a:pt x="27922" y="24023"/>
                  </a:lnTo>
                  <a:lnTo>
                    <a:pt x="30223" y="27415"/>
                  </a:lnTo>
                  <a:lnTo>
                    <a:pt x="33648" y="30345"/>
                  </a:lnTo>
                  <a:lnTo>
                    <a:pt x="32698" y="33934"/>
                  </a:lnTo>
                  <a:lnTo>
                    <a:pt x="31079" y="33603"/>
                  </a:lnTo>
                  <a:lnTo>
                    <a:pt x="23598" y="31391"/>
                  </a:lnTo>
                  <a:lnTo>
                    <a:pt x="22882" y="26641"/>
                  </a:lnTo>
                  <a:lnTo>
                    <a:pt x="21405" y="25013"/>
                  </a:lnTo>
                  <a:lnTo>
                    <a:pt x="18298" y="25869"/>
                  </a:lnTo>
                  <a:lnTo>
                    <a:pt x="18460" y="22258"/>
                  </a:lnTo>
                  <a:lnTo>
                    <a:pt x="20741" y="20909"/>
                  </a:lnTo>
                  <a:lnTo>
                    <a:pt x="19065" y="18610"/>
                  </a:lnTo>
                  <a:lnTo>
                    <a:pt x="14177" y="17829"/>
                  </a:lnTo>
                  <a:lnTo>
                    <a:pt x="11781" y="19180"/>
                  </a:lnTo>
                  <a:lnTo>
                    <a:pt x="7095" y="15958"/>
                  </a:lnTo>
                  <a:lnTo>
                    <a:pt x="1019" y="14459"/>
                  </a:lnTo>
                  <a:lnTo>
                    <a:pt x="0" y="11418"/>
                  </a:lnTo>
                  <a:lnTo>
                    <a:pt x="4388" y="6799"/>
                  </a:lnTo>
                  <a:lnTo>
                    <a:pt x="7690" y="4862"/>
                  </a:lnTo>
                  <a:lnTo>
                    <a:pt x="9104" y="2619"/>
                  </a:lnTo>
                  <a:lnTo>
                    <a:pt x="8526" y="452"/>
                  </a:lnTo>
                  <a:lnTo>
                    <a:pt x="12955" y="82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h3988"/>
            <p:cNvSpPr/>
            <p:nvPr/>
          </p:nvSpPr>
          <p:spPr>
            <a:xfrm>
              <a:off x="6691681" y="2931033"/>
              <a:ext cx="41193" cy="21850"/>
            </a:xfrm>
            <a:custGeom>
              <a:avLst/>
              <a:pathLst>
                <a:path w="41193" h="21850">
                  <a:moveTo>
                    <a:pt x="25262" y="9"/>
                  </a:moveTo>
                  <a:lnTo>
                    <a:pt x="30169" y="3110"/>
                  </a:lnTo>
                  <a:lnTo>
                    <a:pt x="33830" y="2640"/>
                  </a:lnTo>
                  <a:lnTo>
                    <a:pt x="40402" y="7546"/>
                  </a:lnTo>
                  <a:lnTo>
                    <a:pt x="41193" y="15247"/>
                  </a:lnTo>
                  <a:lnTo>
                    <a:pt x="40015" y="13353"/>
                  </a:lnTo>
                  <a:lnTo>
                    <a:pt x="37480" y="13298"/>
                  </a:lnTo>
                  <a:lnTo>
                    <a:pt x="37055" y="15534"/>
                  </a:lnTo>
                  <a:lnTo>
                    <a:pt x="34951" y="18064"/>
                  </a:lnTo>
                  <a:lnTo>
                    <a:pt x="31048" y="17241"/>
                  </a:lnTo>
                  <a:lnTo>
                    <a:pt x="28677" y="18007"/>
                  </a:lnTo>
                  <a:lnTo>
                    <a:pt x="26251" y="19809"/>
                  </a:lnTo>
                  <a:lnTo>
                    <a:pt x="26084" y="21120"/>
                  </a:lnTo>
                  <a:lnTo>
                    <a:pt x="23539" y="21850"/>
                  </a:lnTo>
                  <a:lnTo>
                    <a:pt x="19822" y="21184"/>
                  </a:lnTo>
                  <a:lnTo>
                    <a:pt x="17014" y="19058"/>
                  </a:lnTo>
                  <a:lnTo>
                    <a:pt x="5648" y="17910"/>
                  </a:lnTo>
                  <a:lnTo>
                    <a:pt x="855" y="19186"/>
                  </a:lnTo>
                  <a:lnTo>
                    <a:pt x="0" y="17119"/>
                  </a:lnTo>
                  <a:lnTo>
                    <a:pt x="1347" y="7743"/>
                  </a:lnTo>
                  <a:lnTo>
                    <a:pt x="2079" y="6820"/>
                  </a:lnTo>
                  <a:lnTo>
                    <a:pt x="7109" y="7179"/>
                  </a:lnTo>
                  <a:lnTo>
                    <a:pt x="7951" y="4319"/>
                  </a:lnTo>
                  <a:lnTo>
                    <a:pt x="10453" y="2538"/>
                  </a:lnTo>
                  <a:lnTo>
                    <a:pt x="17016" y="5896"/>
                  </a:lnTo>
                  <a:lnTo>
                    <a:pt x="19583" y="5787"/>
                  </a:lnTo>
                  <a:lnTo>
                    <a:pt x="22865" y="3728"/>
                  </a:lnTo>
                  <a:lnTo>
                    <a:pt x="21447" y="2652"/>
                  </a:lnTo>
                  <a:lnTo>
                    <a:pt x="2282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h3989"/>
            <p:cNvSpPr/>
            <p:nvPr/>
          </p:nvSpPr>
          <p:spPr>
            <a:xfrm>
              <a:off x="6703875" y="3006068"/>
              <a:ext cx="31955" cy="46635"/>
            </a:xfrm>
            <a:custGeom>
              <a:avLst/>
              <a:pathLst>
                <a:path w="31955" h="46635">
                  <a:moveTo>
                    <a:pt x="25449" y="3288"/>
                  </a:moveTo>
                  <a:lnTo>
                    <a:pt x="27097" y="6099"/>
                  </a:lnTo>
                  <a:lnTo>
                    <a:pt x="31955" y="10183"/>
                  </a:lnTo>
                  <a:lnTo>
                    <a:pt x="30449" y="17301"/>
                  </a:lnTo>
                  <a:lnTo>
                    <a:pt x="30894" y="21078"/>
                  </a:lnTo>
                  <a:lnTo>
                    <a:pt x="28530" y="21884"/>
                  </a:lnTo>
                  <a:lnTo>
                    <a:pt x="24324" y="21267"/>
                  </a:lnTo>
                  <a:lnTo>
                    <a:pt x="20918" y="25993"/>
                  </a:lnTo>
                  <a:lnTo>
                    <a:pt x="22078" y="30593"/>
                  </a:lnTo>
                  <a:lnTo>
                    <a:pt x="25409" y="36549"/>
                  </a:lnTo>
                  <a:lnTo>
                    <a:pt x="24165" y="41148"/>
                  </a:lnTo>
                  <a:lnTo>
                    <a:pt x="15963" y="42002"/>
                  </a:lnTo>
                  <a:lnTo>
                    <a:pt x="13086" y="45455"/>
                  </a:lnTo>
                  <a:lnTo>
                    <a:pt x="7679" y="44616"/>
                  </a:lnTo>
                  <a:lnTo>
                    <a:pt x="4333" y="45479"/>
                  </a:lnTo>
                  <a:lnTo>
                    <a:pt x="3175" y="46635"/>
                  </a:lnTo>
                  <a:lnTo>
                    <a:pt x="1732" y="44654"/>
                  </a:lnTo>
                  <a:lnTo>
                    <a:pt x="5498" y="38655"/>
                  </a:lnTo>
                  <a:lnTo>
                    <a:pt x="2956" y="32690"/>
                  </a:lnTo>
                  <a:lnTo>
                    <a:pt x="0" y="29324"/>
                  </a:lnTo>
                  <a:lnTo>
                    <a:pt x="2056" y="23653"/>
                  </a:lnTo>
                  <a:lnTo>
                    <a:pt x="817" y="15167"/>
                  </a:lnTo>
                  <a:lnTo>
                    <a:pt x="1207" y="14046"/>
                  </a:lnTo>
                  <a:lnTo>
                    <a:pt x="8016" y="10907"/>
                  </a:lnTo>
                  <a:lnTo>
                    <a:pt x="9985" y="640"/>
                  </a:lnTo>
                  <a:lnTo>
                    <a:pt x="1331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h3990"/>
            <p:cNvSpPr/>
            <p:nvPr/>
          </p:nvSpPr>
          <p:spPr>
            <a:xfrm>
              <a:off x="6699606" y="3003287"/>
              <a:ext cx="14254" cy="47435"/>
            </a:xfrm>
            <a:custGeom>
              <a:avLst/>
              <a:pathLst>
                <a:path w="14254" h="47435">
                  <a:moveTo>
                    <a:pt x="14254" y="3421"/>
                  </a:moveTo>
                  <a:lnTo>
                    <a:pt x="12286" y="13688"/>
                  </a:lnTo>
                  <a:lnTo>
                    <a:pt x="5476" y="16827"/>
                  </a:lnTo>
                  <a:lnTo>
                    <a:pt x="5087" y="17948"/>
                  </a:lnTo>
                  <a:lnTo>
                    <a:pt x="6326" y="26434"/>
                  </a:lnTo>
                  <a:lnTo>
                    <a:pt x="4269" y="32105"/>
                  </a:lnTo>
                  <a:lnTo>
                    <a:pt x="7226" y="35471"/>
                  </a:lnTo>
                  <a:lnTo>
                    <a:pt x="9768" y="41436"/>
                  </a:lnTo>
                  <a:lnTo>
                    <a:pt x="6002" y="47435"/>
                  </a:lnTo>
                  <a:lnTo>
                    <a:pt x="1964" y="46827"/>
                  </a:lnTo>
                  <a:lnTo>
                    <a:pt x="847" y="43708"/>
                  </a:lnTo>
                  <a:lnTo>
                    <a:pt x="1769" y="40368"/>
                  </a:lnTo>
                  <a:lnTo>
                    <a:pt x="1369" y="32280"/>
                  </a:lnTo>
                  <a:lnTo>
                    <a:pt x="0" y="30510"/>
                  </a:lnTo>
                  <a:lnTo>
                    <a:pt x="784" y="27322"/>
                  </a:lnTo>
                  <a:lnTo>
                    <a:pt x="5110" y="21805"/>
                  </a:lnTo>
                  <a:lnTo>
                    <a:pt x="4104" y="7952"/>
                  </a:lnTo>
                  <a:lnTo>
                    <a:pt x="1024" y="4772"/>
                  </a:lnTo>
                  <a:lnTo>
                    <a:pt x="3733" y="1624"/>
                  </a:lnTo>
                  <a:lnTo>
                    <a:pt x="902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h3991"/>
            <p:cNvSpPr/>
            <p:nvPr/>
          </p:nvSpPr>
          <p:spPr>
            <a:xfrm>
              <a:off x="6725754" y="2853821"/>
              <a:ext cx="33992" cy="25515"/>
            </a:xfrm>
            <a:custGeom>
              <a:avLst/>
              <a:pathLst>
                <a:path w="33992" h="25515">
                  <a:moveTo>
                    <a:pt x="29776" y="0"/>
                  </a:moveTo>
                  <a:lnTo>
                    <a:pt x="31757" y="3396"/>
                  </a:lnTo>
                  <a:lnTo>
                    <a:pt x="33170" y="4440"/>
                  </a:lnTo>
                  <a:lnTo>
                    <a:pt x="33219" y="8223"/>
                  </a:lnTo>
                  <a:lnTo>
                    <a:pt x="32682" y="9977"/>
                  </a:lnTo>
                  <a:lnTo>
                    <a:pt x="33992" y="13173"/>
                  </a:lnTo>
                  <a:lnTo>
                    <a:pt x="33141" y="15570"/>
                  </a:lnTo>
                  <a:lnTo>
                    <a:pt x="30327" y="17940"/>
                  </a:lnTo>
                  <a:lnTo>
                    <a:pt x="31296" y="21942"/>
                  </a:lnTo>
                  <a:lnTo>
                    <a:pt x="30240" y="22155"/>
                  </a:lnTo>
                  <a:lnTo>
                    <a:pt x="28794" y="24584"/>
                  </a:lnTo>
                  <a:lnTo>
                    <a:pt x="23217" y="25515"/>
                  </a:lnTo>
                  <a:lnTo>
                    <a:pt x="18440" y="23094"/>
                  </a:lnTo>
                  <a:lnTo>
                    <a:pt x="16243" y="20719"/>
                  </a:lnTo>
                  <a:lnTo>
                    <a:pt x="16409" y="17645"/>
                  </a:lnTo>
                  <a:lnTo>
                    <a:pt x="11439" y="17703"/>
                  </a:lnTo>
                  <a:lnTo>
                    <a:pt x="10997" y="15145"/>
                  </a:lnTo>
                  <a:lnTo>
                    <a:pt x="11565" y="13743"/>
                  </a:lnTo>
                  <a:lnTo>
                    <a:pt x="10886" y="12912"/>
                  </a:lnTo>
                  <a:lnTo>
                    <a:pt x="4961" y="14466"/>
                  </a:lnTo>
                  <a:lnTo>
                    <a:pt x="3581" y="13906"/>
                  </a:lnTo>
                  <a:lnTo>
                    <a:pt x="2634" y="14469"/>
                  </a:lnTo>
                  <a:lnTo>
                    <a:pt x="0" y="13488"/>
                  </a:lnTo>
                  <a:lnTo>
                    <a:pt x="369" y="8920"/>
                  </a:lnTo>
                  <a:lnTo>
                    <a:pt x="4306" y="8327"/>
                  </a:lnTo>
                  <a:lnTo>
                    <a:pt x="9099" y="6001"/>
                  </a:lnTo>
                  <a:lnTo>
                    <a:pt x="11522" y="7391"/>
                  </a:lnTo>
                  <a:lnTo>
                    <a:pt x="17986" y="3128"/>
                  </a:lnTo>
                  <a:lnTo>
                    <a:pt x="21946" y="146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h3992"/>
            <p:cNvSpPr/>
            <p:nvPr/>
          </p:nvSpPr>
          <p:spPr>
            <a:xfrm>
              <a:off x="6632302" y="3007599"/>
              <a:ext cx="36756" cy="24976"/>
            </a:xfrm>
            <a:custGeom>
              <a:avLst/>
              <a:pathLst>
                <a:path w="36756" h="24976">
                  <a:moveTo>
                    <a:pt x="29000" y="0"/>
                  </a:moveTo>
                  <a:lnTo>
                    <a:pt x="29109" y="1568"/>
                  </a:lnTo>
                  <a:lnTo>
                    <a:pt x="32269" y="3078"/>
                  </a:lnTo>
                  <a:lnTo>
                    <a:pt x="35447" y="6010"/>
                  </a:lnTo>
                  <a:lnTo>
                    <a:pt x="36756" y="10073"/>
                  </a:lnTo>
                  <a:lnTo>
                    <a:pt x="33012" y="9622"/>
                  </a:lnTo>
                  <a:lnTo>
                    <a:pt x="30216" y="10895"/>
                  </a:lnTo>
                  <a:lnTo>
                    <a:pt x="33183" y="15500"/>
                  </a:lnTo>
                  <a:lnTo>
                    <a:pt x="29372" y="19863"/>
                  </a:lnTo>
                  <a:lnTo>
                    <a:pt x="20091" y="19125"/>
                  </a:lnTo>
                  <a:lnTo>
                    <a:pt x="18890" y="19429"/>
                  </a:lnTo>
                  <a:lnTo>
                    <a:pt x="16959" y="22466"/>
                  </a:lnTo>
                  <a:lnTo>
                    <a:pt x="16285" y="23651"/>
                  </a:lnTo>
                  <a:lnTo>
                    <a:pt x="7293" y="24976"/>
                  </a:lnTo>
                  <a:lnTo>
                    <a:pt x="2579" y="24205"/>
                  </a:lnTo>
                  <a:lnTo>
                    <a:pt x="0" y="17751"/>
                  </a:lnTo>
                  <a:lnTo>
                    <a:pt x="2971" y="12443"/>
                  </a:lnTo>
                  <a:lnTo>
                    <a:pt x="8243" y="8097"/>
                  </a:lnTo>
                  <a:lnTo>
                    <a:pt x="17010" y="10135"/>
                  </a:lnTo>
                  <a:lnTo>
                    <a:pt x="16623" y="4903"/>
                  </a:lnTo>
                  <a:lnTo>
                    <a:pt x="17230" y="3517"/>
                  </a:lnTo>
                  <a:lnTo>
                    <a:pt x="24740" y="72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h3993"/>
            <p:cNvSpPr/>
            <p:nvPr/>
          </p:nvSpPr>
          <p:spPr>
            <a:xfrm>
              <a:off x="6756081" y="2856299"/>
              <a:ext cx="44722" cy="33479"/>
            </a:xfrm>
            <a:custGeom>
              <a:avLst/>
              <a:pathLst>
                <a:path w="44722" h="33479">
                  <a:moveTo>
                    <a:pt x="40605" y="0"/>
                  </a:moveTo>
                  <a:lnTo>
                    <a:pt x="42935" y="1581"/>
                  </a:lnTo>
                  <a:lnTo>
                    <a:pt x="43011" y="2760"/>
                  </a:lnTo>
                  <a:lnTo>
                    <a:pt x="44722" y="18435"/>
                  </a:lnTo>
                  <a:lnTo>
                    <a:pt x="43405" y="23346"/>
                  </a:lnTo>
                  <a:lnTo>
                    <a:pt x="41162" y="27086"/>
                  </a:lnTo>
                  <a:lnTo>
                    <a:pt x="41493" y="29172"/>
                  </a:lnTo>
                  <a:lnTo>
                    <a:pt x="41311" y="30877"/>
                  </a:lnTo>
                  <a:lnTo>
                    <a:pt x="40411" y="31146"/>
                  </a:lnTo>
                  <a:lnTo>
                    <a:pt x="34070" y="30204"/>
                  </a:lnTo>
                  <a:lnTo>
                    <a:pt x="19703" y="30744"/>
                  </a:lnTo>
                  <a:lnTo>
                    <a:pt x="16719" y="33248"/>
                  </a:lnTo>
                  <a:lnTo>
                    <a:pt x="13874" y="33479"/>
                  </a:lnTo>
                  <a:lnTo>
                    <a:pt x="11000" y="33366"/>
                  </a:lnTo>
                  <a:lnTo>
                    <a:pt x="9517" y="31308"/>
                  </a:lnTo>
                  <a:lnTo>
                    <a:pt x="9727" y="27783"/>
                  </a:lnTo>
                  <a:lnTo>
                    <a:pt x="8372" y="26486"/>
                  </a:lnTo>
                  <a:lnTo>
                    <a:pt x="2014" y="23528"/>
                  </a:lnTo>
                  <a:lnTo>
                    <a:pt x="629" y="20700"/>
                  </a:lnTo>
                  <a:lnTo>
                    <a:pt x="969" y="19464"/>
                  </a:lnTo>
                  <a:lnTo>
                    <a:pt x="0" y="15462"/>
                  </a:lnTo>
                  <a:lnTo>
                    <a:pt x="2814" y="13091"/>
                  </a:lnTo>
                  <a:lnTo>
                    <a:pt x="3664" y="10695"/>
                  </a:lnTo>
                  <a:lnTo>
                    <a:pt x="2355" y="7499"/>
                  </a:lnTo>
                  <a:lnTo>
                    <a:pt x="2892" y="5745"/>
                  </a:lnTo>
                  <a:lnTo>
                    <a:pt x="6403" y="4004"/>
                  </a:lnTo>
                  <a:lnTo>
                    <a:pt x="8616" y="4549"/>
                  </a:lnTo>
                  <a:lnTo>
                    <a:pt x="9823" y="7035"/>
                  </a:lnTo>
                  <a:lnTo>
                    <a:pt x="10866" y="7121"/>
                  </a:lnTo>
                  <a:lnTo>
                    <a:pt x="17452" y="4807"/>
                  </a:lnTo>
                  <a:lnTo>
                    <a:pt x="18828" y="2081"/>
                  </a:lnTo>
                  <a:lnTo>
                    <a:pt x="24227" y="892"/>
                  </a:lnTo>
                  <a:lnTo>
                    <a:pt x="31774" y="1981"/>
                  </a:lnTo>
                  <a:lnTo>
                    <a:pt x="35175" y="3110"/>
                  </a:lnTo>
                  <a:lnTo>
                    <a:pt x="39182" y="2590"/>
                  </a:lnTo>
                  <a:lnTo>
                    <a:pt x="39993" y="217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h3994"/>
            <p:cNvSpPr/>
            <p:nvPr/>
          </p:nvSpPr>
          <p:spPr>
            <a:xfrm>
              <a:off x="6574304" y="2924428"/>
              <a:ext cx="40495" cy="35320"/>
            </a:xfrm>
            <a:custGeom>
              <a:avLst/>
              <a:pathLst>
                <a:path w="40495" h="35320">
                  <a:moveTo>
                    <a:pt x="37694" y="4518"/>
                  </a:moveTo>
                  <a:lnTo>
                    <a:pt x="40495" y="10148"/>
                  </a:lnTo>
                  <a:lnTo>
                    <a:pt x="34114" y="7312"/>
                  </a:lnTo>
                  <a:lnTo>
                    <a:pt x="32670" y="7574"/>
                  </a:lnTo>
                  <a:lnTo>
                    <a:pt x="32556" y="8424"/>
                  </a:lnTo>
                  <a:lnTo>
                    <a:pt x="26615" y="6545"/>
                  </a:lnTo>
                  <a:lnTo>
                    <a:pt x="25147" y="6781"/>
                  </a:lnTo>
                  <a:lnTo>
                    <a:pt x="24502" y="11112"/>
                  </a:lnTo>
                  <a:lnTo>
                    <a:pt x="20430" y="16285"/>
                  </a:lnTo>
                  <a:lnTo>
                    <a:pt x="21314" y="24907"/>
                  </a:lnTo>
                  <a:lnTo>
                    <a:pt x="23425" y="25457"/>
                  </a:lnTo>
                  <a:lnTo>
                    <a:pt x="24424" y="28231"/>
                  </a:lnTo>
                  <a:lnTo>
                    <a:pt x="22786" y="29391"/>
                  </a:lnTo>
                  <a:lnTo>
                    <a:pt x="19788" y="29375"/>
                  </a:lnTo>
                  <a:lnTo>
                    <a:pt x="15893" y="30865"/>
                  </a:lnTo>
                  <a:lnTo>
                    <a:pt x="13232" y="33832"/>
                  </a:lnTo>
                  <a:lnTo>
                    <a:pt x="11427" y="34652"/>
                  </a:lnTo>
                  <a:lnTo>
                    <a:pt x="7498" y="32767"/>
                  </a:lnTo>
                  <a:lnTo>
                    <a:pt x="5374" y="33269"/>
                  </a:lnTo>
                  <a:lnTo>
                    <a:pt x="4870" y="34962"/>
                  </a:lnTo>
                  <a:lnTo>
                    <a:pt x="1632" y="35320"/>
                  </a:lnTo>
                  <a:lnTo>
                    <a:pt x="0" y="25398"/>
                  </a:lnTo>
                  <a:lnTo>
                    <a:pt x="2219" y="26401"/>
                  </a:lnTo>
                  <a:lnTo>
                    <a:pt x="6242" y="25027"/>
                  </a:lnTo>
                  <a:lnTo>
                    <a:pt x="4661" y="22228"/>
                  </a:lnTo>
                  <a:lnTo>
                    <a:pt x="6597" y="15346"/>
                  </a:lnTo>
                  <a:lnTo>
                    <a:pt x="8135" y="13874"/>
                  </a:lnTo>
                  <a:lnTo>
                    <a:pt x="11765" y="15348"/>
                  </a:lnTo>
                  <a:lnTo>
                    <a:pt x="14982" y="12382"/>
                  </a:lnTo>
                  <a:lnTo>
                    <a:pt x="14262" y="9424"/>
                  </a:lnTo>
                  <a:lnTo>
                    <a:pt x="19318" y="7833"/>
                  </a:lnTo>
                  <a:lnTo>
                    <a:pt x="22900" y="1758"/>
                  </a:lnTo>
                  <a:lnTo>
                    <a:pt x="24160" y="661"/>
                  </a:lnTo>
                  <a:lnTo>
                    <a:pt x="2638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h3995"/>
            <p:cNvSpPr/>
            <p:nvPr/>
          </p:nvSpPr>
          <p:spPr>
            <a:xfrm>
              <a:off x="6535510" y="2880126"/>
              <a:ext cx="29121" cy="25948"/>
            </a:xfrm>
            <a:custGeom>
              <a:avLst/>
              <a:pathLst>
                <a:path w="29121" h="25948">
                  <a:moveTo>
                    <a:pt x="18502" y="0"/>
                  </a:moveTo>
                  <a:lnTo>
                    <a:pt x="23967" y="2335"/>
                  </a:lnTo>
                  <a:lnTo>
                    <a:pt x="27213" y="5174"/>
                  </a:lnTo>
                  <a:lnTo>
                    <a:pt x="25575" y="7408"/>
                  </a:lnTo>
                  <a:lnTo>
                    <a:pt x="25763" y="8510"/>
                  </a:lnTo>
                  <a:lnTo>
                    <a:pt x="28967" y="10367"/>
                  </a:lnTo>
                  <a:lnTo>
                    <a:pt x="27745" y="18225"/>
                  </a:lnTo>
                  <a:lnTo>
                    <a:pt x="29121" y="19053"/>
                  </a:lnTo>
                  <a:lnTo>
                    <a:pt x="28401" y="20107"/>
                  </a:lnTo>
                  <a:lnTo>
                    <a:pt x="20107" y="18197"/>
                  </a:lnTo>
                  <a:lnTo>
                    <a:pt x="19110" y="19717"/>
                  </a:lnTo>
                  <a:lnTo>
                    <a:pt x="20444" y="22600"/>
                  </a:lnTo>
                  <a:lnTo>
                    <a:pt x="20461" y="24757"/>
                  </a:lnTo>
                  <a:lnTo>
                    <a:pt x="16398" y="25948"/>
                  </a:lnTo>
                  <a:lnTo>
                    <a:pt x="13879" y="25674"/>
                  </a:lnTo>
                  <a:lnTo>
                    <a:pt x="12415" y="24497"/>
                  </a:lnTo>
                  <a:lnTo>
                    <a:pt x="8806" y="18408"/>
                  </a:lnTo>
                  <a:lnTo>
                    <a:pt x="4108" y="16136"/>
                  </a:lnTo>
                  <a:lnTo>
                    <a:pt x="0" y="17732"/>
                  </a:lnTo>
                  <a:lnTo>
                    <a:pt x="79" y="10456"/>
                  </a:lnTo>
                  <a:lnTo>
                    <a:pt x="2127" y="9773"/>
                  </a:lnTo>
                  <a:lnTo>
                    <a:pt x="5414" y="10852"/>
                  </a:lnTo>
                  <a:lnTo>
                    <a:pt x="8648" y="9566"/>
                  </a:lnTo>
                  <a:lnTo>
                    <a:pt x="12788" y="3708"/>
                  </a:lnTo>
                  <a:lnTo>
                    <a:pt x="14734" y="325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h3996"/>
            <p:cNvSpPr/>
            <p:nvPr/>
          </p:nvSpPr>
          <p:spPr>
            <a:xfrm>
              <a:off x="6646587" y="2918020"/>
              <a:ext cx="26094" cy="13705"/>
            </a:xfrm>
            <a:custGeom>
              <a:avLst/>
              <a:pathLst>
                <a:path w="26094" h="13705">
                  <a:moveTo>
                    <a:pt x="18136" y="0"/>
                  </a:moveTo>
                  <a:lnTo>
                    <a:pt x="21762" y="431"/>
                  </a:lnTo>
                  <a:lnTo>
                    <a:pt x="21189" y="2382"/>
                  </a:lnTo>
                  <a:lnTo>
                    <a:pt x="21974" y="4052"/>
                  </a:lnTo>
                  <a:lnTo>
                    <a:pt x="24807" y="4306"/>
                  </a:lnTo>
                  <a:lnTo>
                    <a:pt x="26094" y="9206"/>
                  </a:lnTo>
                  <a:lnTo>
                    <a:pt x="25127" y="10466"/>
                  </a:lnTo>
                  <a:lnTo>
                    <a:pt x="17172" y="7734"/>
                  </a:lnTo>
                  <a:lnTo>
                    <a:pt x="15591" y="8623"/>
                  </a:lnTo>
                  <a:lnTo>
                    <a:pt x="15583" y="11822"/>
                  </a:lnTo>
                  <a:lnTo>
                    <a:pt x="11955" y="11561"/>
                  </a:lnTo>
                  <a:lnTo>
                    <a:pt x="11657" y="10594"/>
                  </a:lnTo>
                  <a:lnTo>
                    <a:pt x="8086" y="10565"/>
                  </a:lnTo>
                  <a:lnTo>
                    <a:pt x="2703" y="13705"/>
                  </a:lnTo>
                  <a:lnTo>
                    <a:pt x="839" y="13311"/>
                  </a:lnTo>
                  <a:lnTo>
                    <a:pt x="0" y="12107"/>
                  </a:lnTo>
                  <a:lnTo>
                    <a:pt x="3436" y="8373"/>
                  </a:lnTo>
                  <a:lnTo>
                    <a:pt x="3344" y="7209"/>
                  </a:lnTo>
                  <a:lnTo>
                    <a:pt x="4691" y="7029"/>
                  </a:lnTo>
                  <a:lnTo>
                    <a:pt x="5075" y="3567"/>
                  </a:lnTo>
                  <a:lnTo>
                    <a:pt x="7632" y="900"/>
                  </a:lnTo>
                  <a:lnTo>
                    <a:pt x="7320" y="2256"/>
                  </a:lnTo>
                  <a:lnTo>
                    <a:pt x="8742" y="5225"/>
                  </a:lnTo>
                  <a:lnTo>
                    <a:pt x="14547" y="454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h3997"/>
            <p:cNvSpPr/>
            <p:nvPr/>
          </p:nvSpPr>
          <p:spPr>
            <a:xfrm>
              <a:off x="6716943" y="2920647"/>
              <a:ext cx="32816" cy="26488"/>
            </a:xfrm>
            <a:custGeom>
              <a:avLst/>
              <a:pathLst>
                <a:path w="32816" h="26488">
                  <a:moveTo>
                    <a:pt x="24309" y="0"/>
                  </a:moveTo>
                  <a:lnTo>
                    <a:pt x="29054" y="2843"/>
                  </a:lnTo>
                  <a:lnTo>
                    <a:pt x="26958" y="4295"/>
                  </a:lnTo>
                  <a:lnTo>
                    <a:pt x="27145" y="6442"/>
                  </a:lnTo>
                  <a:lnTo>
                    <a:pt x="31121" y="6832"/>
                  </a:lnTo>
                  <a:lnTo>
                    <a:pt x="32816" y="11379"/>
                  </a:lnTo>
                  <a:lnTo>
                    <a:pt x="31758" y="13946"/>
                  </a:lnTo>
                  <a:lnTo>
                    <a:pt x="29520" y="12826"/>
                  </a:lnTo>
                  <a:lnTo>
                    <a:pt x="25448" y="14715"/>
                  </a:lnTo>
                  <a:lnTo>
                    <a:pt x="24563" y="17734"/>
                  </a:lnTo>
                  <a:lnTo>
                    <a:pt x="25782" y="19284"/>
                  </a:lnTo>
                  <a:lnTo>
                    <a:pt x="23801" y="21216"/>
                  </a:lnTo>
                  <a:lnTo>
                    <a:pt x="23950" y="22979"/>
                  </a:lnTo>
                  <a:lnTo>
                    <a:pt x="19697" y="26488"/>
                  </a:lnTo>
                  <a:lnTo>
                    <a:pt x="18248" y="25089"/>
                  </a:lnTo>
                  <a:lnTo>
                    <a:pt x="15930" y="25633"/>
                  </a:lnTo>
                  <a:lnTo>
                    <a:pt x="15140" y="17932"/>
                  </a:lnTo>
                  <a:lnTo>
                    <a:pt x="8567" y="13026"/>
                  </a:lnTo>
                  <a:lnTo>
                    <a:pt x="4907" y="13496"/>
                  </a:lnTo>
                  <a:lnTo>
                    <a:pt x="0" y="10395"/>
                  </a:lnTo>
                  <a:lnTo>
                    <a:pt x="1877" y="3958"/>
                  </a:lnTo>
                  <a:lnTo>
                    <a:pt x="11079" y="717"/>
                  </a:lnTo>
                  <a:lnTo>
                    <a:pt x="17687" y="1888"/>
                  </a:lnTo>
                  <a:lnTo>
                    <a:pt x="19213" y="1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h3998"/>
            <p:cNvSpPr/>
            <p:nvPr/>
          </p:nvSpPr>
          <p:spPr>
            <a:xfrm>
              <a:off x="6628209" y="2723235"/>
              <a:ext cx="34759" cy="42571"/>
            </a:xfrm>
            <a:custGeom>
              <a:avLst/>
              <a:pathLst>
                <a:path w="34759" h="42571">
                  <a:moveTo>
                    <a:pt x="13535" y="0"/>
                  </a:moveTo>
                  <a:lnTo>
                    <a:pt x="17142" y="2381"/>
                  </a:lnTo>
                  <a:lnTo>
                    <a:pt x="21447" y="2010"/>
                  </a:lnTo>
                  <a:lnTo>
                    <a:pt x="26738" y="6402"/>
                  </a:lnTo>
                  <a:lnTo>
                    <a:pt x="34759" y="24680"/>
                  </a:lnTo>
                  <a:lnTo>
                    <a:pt x="34141" y="26194"/>
                  </a:lnTo>
                  <a:lnTo>
                    <a:pt x="28474" y="29444"/>
                  </a:lnTo>
                  <a:lnTo>
                    <a:pt x="28544" y="30329"/>
                  </a:lnTo>
                  <a:lnTo>
                    <a:pt x="24894" y="30630"/>
                  </a:lnTo>
                  <a:lnTo>
                    <a:pt x="18482" y="41387"/>
                  </a:lnTo>
                  <a:lnTo>
                    <a:pt x="17202" y="41398"/>
                  </a:lnTo>
                  <a:lnTo>
                    <a:pt x="14875" y="39423"/>
                  </a:lnTo>
                  <a:lnTo>
                    <a:pt x="13711" y="39510"/>
                  </a:lnTo>
                  <a:lnTo>
                    <a:pt x="11040" y="40746"/>
                  </a:lnTo>
                  <a:lnTo>
                    <a:pt x="11679" y="42426"/>
                  </a:lnTo>
                  <a:lnTo>
                    <a:pt x="5980" y="42571"/>
                  </a:lnTo>
                  <a:lnTo>
                    <a:pt x="3699" y="42007"/>
                  </a:lnTo>
                  <a:lnTo>
                    <a:pt x="138" y="38874"/>
                  </a:lnTo>
                  <a:lnTo>
                    <a:pt x="0" y="33870"/>
                  </a:lnTo>
                  <a:lnTo>
                    <a:pt x="3207" y="34082"/>
                  </a:lnTo>
                  <a:lnTo>
                    <a:pt x="4650" y="31669"/>
                  </a:lnTo>
                  <a:lnTo>
                    <a:pt x="9138" y="29651"/>
                  </a:lnTo>
                  <a:lnTo>
                    <a:pt x="8953" y="26738"/>
                  </a:lnTo>
                  <a:lnTo>
                    <a:pt x="5471" y="26887"/>
                  </a:lnTo>
                  <a:lnTo>
                    <a:pt x="8838" y="20213"/>
                  </a:lnTo>
                  <a:lnTo>
                    <a:pt x="11381" y="17249"/>
                  </a:lnTo>
                  <a:lnTo>
                    <a:pt x="9036" y="10583"/>
                  </a:lnTo>
                  <a:lnTo>
                    <a:pt x="9126" y="6410"/>
                  </a:lnTo>
                  <a:lnTo>
                    <a:pt x="11220" y="2969"/>
                  </a:lnTo>
                  <a:lnTo>
                    <a:pt x="10640" y="97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h3999"/>
            <p:cNvSpPr/>
            <p:nvPr/>
          </p:nvSpPr>
          <p:spPr>
            <a:xfrm>
              <a:off x="6625218" y="3065386"/>
              <a:ext cx="19193" cy="23739"/>
            </a:xfrm>
            <a:custGeom>
              <a:avLst/>
              <a:pathLst>
                <a:path w="19193" h="23739">
                  <a:moveTo>
                    <a:pt x="10017" y="5639"/>
                  </a:moveTo>
                  <a:lnTo>
                    <a:pt x="18110" y="9817"/>
                  </a:lnTo>
                  <a:lnTo>
                    <a:pt x="19193" y="17539"/>
                  </a:lnTo>
                  <a:lnTo>
                    <a:pt x="16303" y="20585"/>
                  </a:lnTo>
                  <a:lnTo>
                    <a:pt x="16160" y="23739"/>
                  </a:lnTo>
                  <a:lnTo>
                    <a:pt x="10786" y="18597"/>
                  </a:lnTo>
                  <a:lnTo>
                    <a:pt x="307" y="5581"/>
                  </a:lnTo>
                  <a:lnTo>
                    <a:pt x="690" y="3766"/>
                  </a:lnTo>
                  <a:lnTo>
                    <a:pt x="0" y="654"/>
                  </a:lnTo>
                  <a:lnTo>
                    <a:pt x="322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h4000"/>
            <p:cNvSpPr/>
            <p:nvPr/>
          </p:nvSpPr>
          <p:spPr>
            <a:xfrm>
              <a:off x="6585715" y="2930974"/>
              <a:ext cx="26015" cy="35994"/>
            </a:xfrm>
            <a:custGeom>
              <a:avLst/>
              <a:pathLst>
                <a:path w="26015" h="35994">
                  <a:moveTo>
                    <a:pt x="21146" y="1878"/>
                  </a:moveTo>
                  <a:lnTo>
                    <a:pt x="22227" y="3096"/>
                  </a:lnTo>
                  <a:lnTo>
                    <a:pt x="19767" y="6117"/>
                  </a:lnTo>
                  <a:lnTo>
                    <a:pt x="21736" y="12270"/>
                  </a:lnTo>
                  <a:lnTo>
                    <a:pt x="24338" y="12544"/>
                  </a:lnTo>
                  <a:lnTo>
                    <a:pt x="24955" y="20958"/>
                  </a:lnTo>
                  <a:lnTo>
                    <a:pt x="26015" y="23736"/>
                  </a:lnTo>
                  <a:lnTo>
                    <a:pt x="20815" y="29676"/>
                  </a:lnTo>
                  <a:lnTo>
                    <a:pt x="22833" y="35994"/>
                  </a:lnTo>
                  <a:lnTo>
                    <a:pt x="19349" y="35193"/>
                  </a:lnTo>
                  <a:lnTo>
                    <a:pt x="15676" y="31756"/>
                  </a:lnTo>
                  <a:lnTo>
                    <a:pt x="12536" y="32780"/>
                  </a:lnTo>
                  <a:lnTo>
                    <a:pt x="11156" y="31387"/>
                  </a:lnTo>
                  <a:lnTo>
                    <a:pt x="7749" y="30730"/>
                  </a:lnTo>
                  <a:lnTo>
                    <a:pt x="5705" y="31096"/>
                  </a:lnTo>
                  <a:lnTo>
                    <a:pt x="5145" y="32565"/>
                  </a:lnTo>
                  <a:lnTo>
                    <a:pt x="0" y="28795"/>
                  </a:lnTo>
                  <a:lnTo>
                    <a:pt x="16" y="28106"/>
                  </a:lnTo>
                  <a:lnTo>
                    <a:pt x="1822" y="27286"/>
                  </a:lnTo>
                  <a:lnTo>
                    <a:pt x="4482" y="24319"/>
                  </a:lnTo>
                  <a:lnTo>
                    <a:pt x="8377" y="22829"/>
                  </a:lnTo>
                  <a:lnTo>
                    <a:pt x="11375" y="22845"/>
                  </a:lnTo>
                  <a:lnTo>
                    <a:pt x="13013" y="21685"/>
                  </a:lnTo>
                  <a:lnTo>
                    <a:pt x="12014" y="18911"/>
                  </a:lnTo>
                  <a:lnTo>
                    <a:pt x="9903" y="18361"/>
                  </a:lnTo>
                  <a:lnTo>
                    <a:pt x="9019" y="9739"/>
                  </a:lnTo>
                  <a:lnTo>
                    <a:pt x="13091" y="4566"/>
                  </a:lnTo>
                  <a:lnTo>
                    <a:pt x="13736" y="235"/>
                  </a:lnTo>
                  <a:lnTo>
                    <a:pt x="1520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h4001"/>
            <p:cNvSpPr/>
            <p:nvPr/>
          </p:nvSpPr>
          <p:spPr>
            <a:xfrm>
              <a:off x="6572166" y="3001370"/>
              <a:ext cx="22990" cy="35526"/>
            </a:xfrm>
            <a:custGeom>
              <a:avLst/>
              <a:pathLst>
                <a:path w="22990" h="35526">
                  <a:moveTo>
                    <a:pt x="19593" y="0"/>
                  </a:moveTo>
                  <a:lnTo>
                    <a:pt x="19599" y="9430"/>
                  </a:lnTo>
                  <a:lnTo>
                    <a:pt x="20272" y="13160"/>
                  </a:lnTo>
                  <a:lnTo>
                    <a:pt x="22918" y="16221"/>
                  </a:lnTo>
                  <a:lnTo>
                    <a:pt x="22990" y="21213"/>
                  </a:lnTo>
                  <a:lnTo>
                    <a:pt x="20938" y="24045"/>
                  </a:lnTo>
                  <a:lnTo>
                    <a:pt x="17257" y="26183"/>
                  </a:lnTo>
                  <a:lnTo>
                    <a:pt x="14639" y="26610"/>
                  </a:lnTo>
                  <a:lnTo>
                    <a:pt x="12287" y="29611"/>
                  </a:lnTo>
                  <a:lnTo>
                    <a:pt x="13010" y="32070"/>
                  </a:lnTo>
                  <a:lnTo>
                    <a:pt x="16152" y="34498"/>
                  </a:lnTo>
                  <a:lnTo>
                    <a:pt x="14983" y="35526"/>
                  </a:lnTo>
                  <a:lnTo>
                    <a:pt x="7303" y="34891"/>
                  </a:lnTo>
                  <a:lnTo>
                    <a:pt x="3477" y="33251"/>
                  </a:lnTo>
                  <a:lnTo>
                    <a:pt x="0" y="28739"/>
                  </a:lnTo>
                  <a:lnTo>
                    <a:pt x="493" y="24274"/>
                  </a:lnTo>
                  <a:lnTo>
                    <a:pt x="2382" y="24708"/>
                  </a:lnTo>
                  <a:lnTo>
                    <a:pt x="4667" y="17102"/>
                  </a:lnTo>
                  <a:lnTo>
                    <a:pt x="10039" y="19307"/>
                  </a:lnTo>
                  <a:lnTo>
                    <a:pt x="8790" y="14959"/>
                  </a:lnTo>
                  <a:lnTo>
                    <a:pt x="11423" y="5667"/>
                  </a:lnTo>
                  <a:lnTo>
                    <a:pt x="15074" y="4465"/>
                  </a:lnTo>
                  <a:lnTo>
                    <a:pt x="16240" y="228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h4002"/>
            <p:cNvSpPr/>
            <p:nvPr/>
          </p:nvSpPr>
          <p:spPr>
            <a:xfrm>
              <a:off x="6387127" y="2967563"/>
              <a:ext cx="114518" cy="77915"/>
            </a:xfrm>
            <a:custGeom>
              <a:avLst/>
              <a:pathLst>
                <a:path w="114518" h="77915">
                  <a:moveTo>
                    <a:pt x="19333" y="1589"/>
                  </a:moveTo>
                  <a:lnTo>
                    <a:pt x="20995" y="3210"/>
                  </a:lnTo>
                  <a:lnTo>
                    <a:pt x="22671" y="7714"/>
                  </a:lnTo>
                  <a:lnTo>
                    <a:pt x="24175" y="8775"/>
                  </a:lnTo>
                  <a:lnTo>
                    <a:pt x="35187" y="5965"/>
                  </a:lnTo>
                  <a:lnTo>
                    <a:pt x="38164" y="9379"/>
                  </a:lnTo>
                  <a:lnTo>
                    <a:pt x="45352" y="8785"/>
                  </a:lnTo>
                  <a:lnTo>
                    <a:pt x="50982" y="7349"/>
                  </a:lnTo>
                  <a:lnTo>
                    <a:pt x="51831" y="6541"/>
                  </a:lnTo>
                  <a:lnTo>
                    <a:pt x="55072" y="5378"/>
                  </a:lnTo>
                  <a:lnTo>
                    <a:pt x="64562" y="14981"/>
                  </a:lnTo>
                  <a:lnTo>
                    <a:pt x="66962" y="15363"/>
                  </a:lnTo>
                  <a:lnTo>
                    <a:pt x="70305" y="17474"/>
                  </a:lnTo>
                  <a:lnTo>
                    <a:pt x="69924" y="20010"/>
                  </a:lnTo>
                  <a:lnTo>
                    <a:pt x="70573" y="21723"/>
                  </a:lnTo>
                  <a:lnTo>
                    <a:pt x="74661" y="25051"/>
                  </a:lnTo>
                  <a:lnTo>
                    <a:pt x="80784" y="25607"/>
                  </a:lnTo>
                  <a:lnTo>
                    <a:pt x="95397" y="23619"/>
                  </a:lnTo>
                  <a:lnTo>
                    <a:pt x="97048" y="19611"/>
                  </a:lnTo>
                  <a:lnTo>
                    <a:pt x="96095" y="17930"/>
                  </a:lnTo>
                  <a:lnTo>
                    <a:pt x="96465" y="16300"/>
                  </a:lnTo>
                  <a:lnTo>
                    <a:pt x="99655" y="13716"/>
                  </a:lnTo>
                  <a:lnTo>
                    <a:pt x="104349" y="12733"/>
                  </a:lnTo>
                  <a:lnTo>
                    <a:pt x="105224" y="13849"/>
                  </a:lnTo>
                  <a:lnTo>
                    <a:pt x="107565" y="13269"/>
                  </a:lnTo>
                  <a:lnTo>
                    <a:pt x="108024" y="11864"/>
                  </a:lnTo>
                  <a:lnTo>
                    <a:pt x="109608" y="14842"/>
                  </a:lnTo>
                  <a:lnTo>
                    <a:pt x="108744" y="16410"/>
                  </a:lnTo>
                  <a:lnTo>
                    <a:pt x="114366" y="24103"/>
                  </a:lnTo>
                  <a:lnTo>
                    <a:pt x="114518" y="26845"/>
                  </a:lnTo>
                  <a:lnTo>
                    <a:pt x="111602" y="29627"/>
                  </a:lnTo>
                  <a:lnTo>
                    <a:pt x="107717" y="28003"/>
                  </a:lnTo>
                  <a:lnTo>
                    <a:pt x="105926" y="28398"/>
                  </a:lnTo>
                  <a:lnTo>
                    <a:pt x="100038" y="33082"/>
                  </a:lnTo>
                  <a:lnTo>
                    <a:pt x="95111" y="35266"/>
                  </a:lnTo>
                  <a:lnTo>
                    <a:pt x="85942" y="42943"/>
                  </a:lnTo>
                  <a:lnTo>
                    <a:pt x="84792" y="45472"/>
                  </a:lnTo>
                  <a:lnTo>
                    <a:pt x="83782" y="45685"/>
                  </a:lnTo>
                  <a:lnTo>
                    <a:pt x="79202" y="43582"/>
                  </a:lnTo>
                  <a:lnTo>
                    <a:pt x="78685" y="42831"/>
                  </a:lnTo>
                  <a:lnTo>
                    <a:pt x="79391" y="41485"/>
                  </a:lnTo>
                  <a:lnTo>
                    <a:pt x="78350" y="40861"/>
                  </a:lnTo>
                  <a:lnTo>
                    <a:pt x="74579" y="43194"/>
                  </a:lnTo>
                  <a:lnTo>
                    <a:pt x="68743" y="49111"/>
                  </a:lnTo>
                  <a:lnTo>
                    <a:pt x="63731" y="62693"/>
                  </a:lnTo>
                  <a:lnTo>
                    <a:pt x="53818" y="68275"/>
                  </a:lnTo>
                  <a:lnTo>
                    <a:pt x="49743" y="67313"/>
                  </a:lnTo>
                  <a:lnTo>
                    <a:pt x="45504" y="75827"/>
                  </a:lnTo>
                  <a:lnTo>
                    <a:pt x="43171" y="77915"/>
                  </a:lnTo>
                  <a:lnTo>
                    <a:pt x="39187" y="77645"/>
                  </a:lnTo>
                  <a:lnTo>
                    <a:pt x="34185" y="73169"/>
                  </a:lnTo>
                  <a:lnTo>
                    <a:pt x="33961" y="70978"/>
                  </a:lnTo>
                  <a:lnTo>
                    <a:pt x="27262" y="62605"/>
                  </a:lnTo>
                  <a:lnTo>
                    <a:pt x="24223" y="56410"/>
                  </a:lnTo>
                  <a:lnTo>
                    <a:pt x="16142" y="45960"/>
                  </a:lnTo>
                  <a:lnTo>
                    <a:pt x="5047" y="28972"/>
                  </a:lnTo>
                  <a:lnTo>
                    <a:pt x="128" y="18207"/>
                  </a:lnTo>
                  <a:lnTo>
                    <a:pt x="0" y="9290"/>
                  </a:lnTo>
                  <a:lnTo>
                    <a:pt x="796" y="6462"/>
                  </a:lnTo>
                  <a:lnTo>
                    <a:pt x="9287" y="3782"/>
                  </a:lnTo>
                  <a:lnTo>
                    <a:pt x="10570" y="2371"/>
                  </a:lnTo>
                  <a:lnTo>
                    <a:pt x="10942" y="84"/>
                  </a:lnTo>
                  <a:lnTo>
                    <a:pt x="1232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h4003"/>
            <p:cNvSpPr/>
            <p:nvPr/>
          </p:nvSpPr>
          <p:spPr>
            <a:xfrm>
              <a:off x="6564554" y="3046694"/>
              <a:ext cx="50796" cy="29639"/>
            </a:xfrm>
            <a:custGeom>
              <a:avLst/>
              <a:pathLst>
                <a:path w="50796" h="29639">
                  <a:moveTo>
                    <a:pt x="24893" y="0"/>
                  </a:moveTo>
                  <a:lnTo>
                    <a:pt x="30364" y="261"/>
                  </a:lnTo>
                  <a:lnTo>
                    <a:pt x="34891" y="1804"/>
                  </a:lnTo>
                  <a:lnTo>
                    <a:pt x="34626" y="5336"/>
                  </a:lnTo>
                  <a:lnTo>
                    <a:pt x="36144" y="6268"/>
                  </a:lnTo>
                  <a:lnTo>
                    <a:pt x="42299" y="4388"/>
                  </a:lnTo>
                  <a:lnTo>
                    <a:pt x="50000" y="7413"/>
                  </a:lnTo>
                  <a:lnTo>
                    <a:pt x="50796" y="8843"/>
                  </a:lnTo>
                  <a:lnTo>
                    <a:pt x="47688" y="9189"/>
                  </a:lnTo>
                  <a:lnTo>
                    <a:pt x="43839" y="11687"/>
                  </a:lnTo>
                  <a:lnTo>
                    <a:pt x="33679" y="12301"/>
                  </a:lnTo>
                  <a:lnTo>
                    <a:pt x="26296" y="15144"/>
                  </a:lnTo>
                  <a:lnTo>
                    <a:pt x="29584" y="20923"/>
                  </a:lnTo>
                  <a:lnTo>
                    <a:pt x="32219" y="21046"/>
                  </a:lnTo>
                  <a:lnTo>
                    <a:pt x="34312" y="23350"/>
                  </a:lnTo>
                  <a:lnTo>
                    <a:pt x="33638" y="28558"/>
                  </a:lnTo>
                  <a:lnTo>
                    <a:pt x="30894" y="29639"/>
                  </a:lnTo>
                  <a:lnTo>
                    <a:pt x="26642" y="25352"/>
                  </a:lnTo>
                  <a:lnTo>
                    <a:pt x="24421" y="26628"/>
                  </a:lnTo>
                  <a:lnTo>
                    <a:pt x="25538" y="29147"/>
                  </a:lnTo>
                  <a:lnTo>
                    <a:pt x="17447" y="26464"/>
                  </a:lnTo>
                  <a:lnTo>
                    <a:pt x="6705" y="20613"/>
                  </a:lnTo>
                  <a:lnTo>
                    <a:pt x="5466" y="20582"/>
                  </a:lnTo>
                  <a:lnTo>
                    <a:pt x="4225" y="22423"/>
                  </a:lnTo>
                  <a:lnTo>
                    <a:pt x="0" y="11049"/>
                  </a:lnTo>
                  <a:lnTo>
                    <a:pt x="250" y="9156"/>
                  </a:lnTo>
                  <a:lnTo>
                    <a:pt x="4535" y="6103"/>
                  </a:lnTo>
                  <a:lnTo>
                    <a:pt x="6523" y="6458"/>
                  </a:lnTo>
                  <a:lnTo>
                    <a:pt x="11499" y="9305"/>
                  </a:lnTo>
                  <a:lnTo>
                    <a:pt x="17504" y="7065"/>
                  </a:lnTo>
                  <a:lnTo>
                    <a:pt x="20806" y="5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h4004"/>
            <p:cNvSpPr/>
            <p:nvPr/>
          </p:nvSpPr>
          <p:spPr>
            <a:xfrm>
              <a:off x="6710341" y="2866733"/>
              <a:ext cx="56740" cy="58271"/>
            </a:xfrm>
            <a:custGeom>
              <a:avLst/>
              <a:pathLst>
                <a:path w="56740" h="58271">
                  <a:moveTo>
                    <a:pt x="26299" y="0"/>
                  </a:moveTo>
                  <a:lnTo>
                    <a:pt x="26978" y="831"/>
                  </a:lnTo>
                  <a:lnTo>
                    <a:pt x="26410" y="2233"/>
                  </a:lnTo>
                  <a:lnTo>
                    <a:pt x="26852" y="4791"/>
                  </a:lnTo>
                  <a:lnTo>
                    <a:pt x="31822" y="4733"/>
                  </a:lnTo>
                  <a:lnTo>
                    <a:pt x="31656" y="7807"/>
                  </a:lnTo>
                  <a:lnTo>
                    <a:pt x="33853" y="10182"/>
                  </a:lnTo>
                  <a:lnTo>
                    <a:pt x="38630" y="12603"/>
                  </a:lnTo>
                  <a:lnTo>
                    <a:pt x="44207" y="11672"/>
                  </a:lnTo>
                  <a:lnTo>
                    <a:pt x="45653" y="9243"/>
                  </a:lnTo>
                  <a:lnTo>
                    <a:pt x="46709" y="9030"/>
                  </a:lnTo>
                  <a:lnTo>
                    <a:pt x="46369" y="10267"/>
                  </a:lnTo>
                  <a:lnTo>
                    <a:pt x="47754" y="13095"/>
                  </a:lnTo>
                  <a:lnTo>
                    <a:pt x="54113" y="16053"/>
                  </a:lnTo>
                  <a:lnTo>
                    <a:pt x="55467" y="17349"/>
                  </a:lnTo>
                  <a:lnTo>
                    <a:pt x="55257" y="20875"/>
                  </a:lnTo>
                  <a:lnTo>
                    <a:pt x="56740" y="22933"/>
                  </a:lnTo>
                  <a:lnTo>
                    <a:pt x="50503" y="26929"/>
                  </a:lnTo>
                  <a:lnTo>
                    <a:pt x="43503" y="33737"/>
                  </a:lnTo>
                  <a:lnTo>
                    <a:pt x="43479" y="36685"/>
                  </a:lnTo>
                  <a:lnTo>
                    <a:pt x="44660" y="40509"/>
                  </a:lnTo>
                  <a:lnTo>
                    <a:pt x="49187" y="44162"/>
                  </a:lnTo>
                  <a:lnTo>
                    <a:pt x="49055" y="49051"/>
                  </a:lnTo>
                  <a:lnTo>
                    <a:pt x="41042" y="54802"/>
                  </a:lnTo>
                  <a:lnTo>
                    <a:pt x="35656" y="56757"/>
                  </a:lnTo>
                  <a:lnTo>
                    <a:pt x="30911" y="53913"/>
                  </a:lnTo>
                  <a:lnTo>
                    <a:pt x="25815" y="53932"/>
                  </a:lnTo>
                  <a:lnTo>
                    <a:pt x="24289" y="55801"/>
                  </a:lnTo>
                  <a:lnTo>
                    <a:pt x="17681" y="54631"/>
                  </a:lnTo>
                  <a:lnTo>
                    <a:pt x="8480" y="57872"/>
                  </a:lnTo>
                  <a:lnTo>
                    <a:pt x="6438" y="58271"/>
                  </a:lnTo>
                  <a:lnTo>
                    <a:pt x="2610" y="54926"/>
                  </a:lnTo>
                  <a:lnTo>
                    <a:pt x="3298" y="51565"/>
                  </a:lnTo>
                  <a:lnTo>
                    <a:pt x="5981" y="51651"/>
                  </a:lnTo>
                  <a:lnTo>
                    <a:pt x="5869" y="50328"/>
                  </a:lnTo>
                  <a:lnTo>
                    <a:pt x="4314" y="49186"/>
                  </a:lnTo>
                  <a:lnTo>
                    <a:pt x="5344" y="45272"/>
                  </a:lnTo>
                  <a:lnTo>
                    <a:pt x="15287" y="43701"/>
                  </a:lnTo>
                  <a:lnTo>
                    <a:pt x="15722" y="42017"/>
                  </a:lnTo>
                  <a:lnTo>
                    <a:pt x="14528" y="41249"/>
                  </a:lnTo>
                  <a:lnTo>
                    <a:pt x="16992" y="31710"/>
                  </a:lnTo>
                  <a:lnTo>
                    <a:pt x="14487" y="25226"/>
                  </a:lnTo>
                  <a:lnTo>
                    <a:pt x="10776" y="21832"/>
                  </a:lnTo>
                  <a:lnTo>
                    <a:pt x="9064" y="21738"/>
                  </a:lnTo>
                  <a:lnTo>
                    <a:pt x="5689" y="24462"/>
                  </a:lnTo>
                  <a:lnTo>
                    <a:pt x="2842" y="24265"/>
                  </a:lnTo>
                  <a:lnTo>
                    <a:pt x="103" y="21778"/>
                  </a:lnTo>
                  <a:lnTo>
                    <a:pt x="0" y="17497"/>
                  </a:lnTo>
                  <a:lnTo>
                    <a:pt x="8479" y="3761"/>
                  </a:lnTo>
                  <a:lnTo>
                    <a:pt x="9371" y="3288"/>
                  </a:lnTo>
                  <a:lnTo>
                    <a:pt x="11525" y="6037"/>
                  </a:lnTo>
                  <a:lnTo>
                    <a:pt x="17152" y="3522"/>
                  </a:lnTo>
                  <a:lnTo>
                    <a:pt x="18994" y="994"/>
                  </a:lnTo>
                  <a:lnTo>
                    <a:pt x="20374" y="155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h4005"/>
            <p:cNvSpPr/>
            <p:nvPr/>
          </p:nvSpPr>
          <p:spPr>
            <a:xfrm>
              <a:off x="6668327" y="2898881"/>
              <a:ext cx="50493" cy="40463"/>
            </a:xfrm>
            <a:custGeom>
              <a:avLst/>
              <a:pathLst>
                <a:path w="50493" h="40463">
                  <a:moveTo>
                    <a:pt x="31938" y="0"/>
                  </a:moveTo>
                  <a:lnTo>
                    <a:pt x="31647" y="3592"/>
                  </a:lnTo>
                  <a:lnTo>
                    <a:pt x="37926" y="12454"/>
                  </a:lnTo>
                  <a:lnTo>
                    <a:pt x="40386" y="12612"/>
                  </a:lnTo>
                  <a:lnTo>
                    <a:pt x="46328" y="17038"/>
                  </a:lnTo>
                  <a:lnTo>
                    <a:pt x="47883" y="18180"/>
                  </a:lnTo>
                  <a:lnTo>
                    <a:pt x="47995" y="19503"/>
                  </a:lnTo>
                  <a:lnTo>
                    <a:pt x="45311" y="19417"/>
                  </a:lnTo>
                  <a:lnTo>
                    <a:pt x="44623" y="22779"/>
                  </a:lnTo>
                  <a:lnTo>
                    <a:pt x="48452" y="26124"/>
                  </a:lnTo>
                  <a:lnTo>
                    <a:pt x="50493" y="25724"/>
                  </a:lnTo>
                  <a:lnTo>
                    <a:pt x="48616" y="32161"/>
                  </a:lnTo>
                  <a:lnTo>
                    <a:pt x="46178" y="32151"/>
                  </a:lnTo>
                  <a:lnTo>
                    <a:pt x="44801" y="34804"/>
                  </a:lnTo>
                  <a:lnTo>
                    <a:pt x="46218" y="35880"/>
                  </a:lnTo>
                  <a:lnTo>
                    <a:pt x="42936" y="37939"/>
                  </a:lnTo>
                  <a:lnTo>
                    <a:pt x="40370" y="38048"/>
                  </a:lnTo>
                  <a:lnTo>
                    <a:pt x="33806" y="34690"/>
                  </a:lnTo>
                  <a:lnTo>
                    <a:pt x="31305" y="36471"/>
                  </a:lnTo>
                  <a:lnTo>
                    <a:pt x="30463" y="39331"/>
                  </a:lnTo>
                  <a:lnTo>
                    <a:pt x="25433" y="38972"/>
                  </a:lnTo>
                  <a:lnTo>
                    <a:pt x="24701" y="39895"/>
                  </a:lnTo>
                  <a:lnTo>
                    <a:pt x="23033" y="40463"/>
                  </a:lnTo>
                  <a:lnTo>
                    <a:pt x="23243" y="35839"/>
                  </a:lnTo>
                  <a:lnTo>
                    <a:pt x="18331" y="30611"/>
                  </a:lnTo>
                  <a:lnTo>
                    <a:pt x="17868" y="28818"/>
                  </a:lnTo>
                  <a:lnTo>
                    <a:pt x="16648" y="27580"/>
                  </a:lnTo>
                  <a:lnTo>
                    <a:pt x="11733" y="15771"/>
                  </a:lnTo>
                  <a:lnTo>
                    <a:pt x="5236" y="11419"/>
                  </a:lnTo>
                  <a:lnTo>
                    <a:pt x="2120" y="11146"/>
                  </a:lnTo>
                  <a:lnTo>
                    <a:pt x="0" y="7887"/>
                  </a:lnTo>
                  <a:lnTo>
                    <a:pt x="6738" y="10038"/>
                  </a:lnTo>
                  <a:lnTo>
                    <a:pt x="13040" y="7366"/>
                  </a:lnTo>
                  <a:lnTo>
                    <a:pt x="16485" y="4965"/>
                  </a:lnTo>
                  <a:lnTo>
                    <a:pt x="21508" y="3719"/>
                  </a:lnTo>
                  <a:lnTo>
                    <a:pt x="25445" y="9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h4006"/>
            <p:cNvSpPr/>
            <p:nvPr/>
          </p:nvSpPr>
          <p:spPr>
            <a:xfrm>
              <a:off x="6600417" y="2717711"/>
              <a:ext cx="39173" cy="39606"/>
            </a:xfrm>
            <a:custGeom>
              <a:avLst/>
              <a:pathLst>
                <a:path w="39173" h="39606">
                  <a:moveTo>
                    <a:pt x="10541" y="0"/>
                  </a:moveTo>
                  <a:lnTo>
                    <a:pt x="14957" y="844"/>
                  </a:lnTo>
                  <a:lnTo>
                    <a:pt x="18063" y="4699"/>
                  </a:lnTo>
                  <a:lnTo>
                    <a:pt x="19820" y="5392"/>
                  </a:lnTo>
                  <a:lnTo>
                    <a:pt x="20639" y="7900"/>
                  </a:lnTo>
                  <a:lnTo>
                    <a:pt x="29526" y="9587"/>
                  </a:lnTo>
                  <a:lnTo>
                    <a:pt x="32670" y="8013"/>
                  </a:lnTo>
                  <a:lnTo>
                    <a:pt x="33344" y="5736"/>
                  </a:lnTo>
                  <a:lnTo>
                    <a:pt x="34953" y="4542"/>
                  </a:lnTo>
                  <a:lnTo>
                    <a:pt x="36776" y="4587"/>
                  </a:lnTo>
                  <a:lnTo>
                    <a:pt x="38432" y="6496"/>
                  </a:lnTo>
                  <a:lnTo>
                    <a:pt x="39013" y="8493"/>
                  </a:lnTo>
                  <a:lnTo>
                    <a:pt x="36918" y="11934"/>
                  </a:lnTo>
                  <a:lnTo>
                    <a:pt x="36829" y="16107"/>
                  </a:lnTo>
                  <a:lnTo>
                    <a:pt x="39173" y="22774"/>
                  </a:lnTo>
                  <a:lnTo>
                    <a:pt x="36631" y="25737"/>
                  </a:lnTo>
                  <a:lnTo>
                    <a:pt x="33264" y="32412"/>
                  </a:lnTo>
                  <a:lnTo>
                    <a:pt x="36745" y="32262"/>
                  </a:lnTo>
                  <a:lnTo>
                    <a:pt x="36931" y="35176"/>
                  </a:lnTo>
                  <a:lnTo>
                    <a:pt x="32443" y="37194"/>
                  </a:lnTo>
                  <a:lnTo>
                    <a:pt x="31000" y="39606"/>
                  </a:lnTo>
                  <a:lnTo>
                    <a:pt x="27792" y="39394"/>
                  </a:lnTo>
                  <a:lnTo>
                    <a:pt x="20433" y="31719"/>
                  </a:lnTo>
                  <a:lnTo>
                    <a:pt x="20852" y="29875"/>
                  </a:lnTo>
                  <a:lnTo>
                    <a:pt x="17454" y="26240"/>
                  </a:lnTo>
                  <a:lnTo>
                    <a:pt x="11842" y="25207"/>
                  </a:lnTo>
                  <a:lnTo>
                    <a:pt x="7576" y="27502"/>
                  </a:lnTo>
                  <a:lnTo>
                    <a:pt x="6449" y="30536"/>
                  </a:lnTo>
                  <a:lnTo>
                    <a:pt x="1414" y="31634"/>
                  </a:lnTo>
                  <a:lnTo>
                    <a:pt x="0" y="26820"/>
                  </a:lnTo>
                  <a:lnTo>
                    <a:pt x="71" y="25320"/>
                  </a:lnTo>
                  <a:lnTo>
                    <a:pt x="1364" y="24900"/>
                  </a:lnTo>
                  <a:lnTo>
                    <a:pt x="1945" y="23544"/>
                  </a:lnTo>
                  <a:lnTo>
                    <a:pt x="1428" y="20561"/>
                  </a:lnTo>
                  <a:lnTo>
                    <a:pt x="3834" y="19940"/>
                  </a:lnTo>
                  <a:lnTo>
                    <a:pt x="6184" y="17956"/>
                  </a:lnTo>
                  <a:lnTo>
                    <a:pt x="3716" y="13947"/>
                  </a:lnTo>
                  <a:lnTo>
                    <a:pt x="792" y="12203"/>
                  </a:lnTo>
                  <a:lnTo>
                    <a:pt x="3169" y="369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h4007"/>
            <p:cNvSpPr/>
            <p:nvPr/>
          </p:nvSpPr>
          <p:spPr>
            <a:xfrm>
              <a:off x="6501134" y="3029876"/>
              <a:ext cx="33320" cy="42490"/>
            </a:xfrm>
            <a:custGeom>
              <a:avLst/>
              <a:pathLst>
                <a:path w="33320" h="42490">
                  <a:moveTo>
                    <a:pt x="26574" y="6045"/>
                  </a:moveTo>
                  <a:lnTo>
                    <a:pt x="29222" y="5311"/>
                  </a:lnTo>
                  <a:lnTo>
                    <a:pt x="29433" y="19832"/>
                  </a:lnTo>
                  <a:lnTo>
                    <a:pt x="33138" y="21633"/>
                  </a:lnTo>
                  <a:lnTo>
                    <a:pt x="33320" y="23302"/>
                  </a:lnTo>
                  <a:lnTo>
                    <a:pt x="32069" y="24703"/>
                  </a:lnTo>
                  <a:lnTo>
                    <a:pt x="31295" y="28367"/>
                  </a:lnTo>
                  <a:lnTo>
                    <a:pt x="31865" y="29301"/>
                  </a:lnTo>
                  <a:lnTo>
                    <a:pt x="29576" y="33493"/>
                  </a:lnTo>
                  <a:lnTo>
                    <a:pt x="27704" y="34204"/>
                  </a:lnTo>
                  <a:lnTo>
                    <a:pt x="21950" y="33594"/>
                  </a:lnTo>
                  <a:lnTo>
                    <a:pt x="18271" y="35164"/>
                  </a:lnTo>
                  <a:lnTo>
                    <a:pt x="21008" y="41463"/>
                  </a:lnTo>
                  <a:lnTo>
                    <a:pt x="18942" y="42490"/>
                  </a:lnTo>
                  <a:lnTo>
                    <a:pt x="10662" y="40931"/>
                  </a:lnTo>
                  <a:lnTo>
                    <a:pt x="7984" y="35983"/>
                  </a:lnTo>
                  <a:lnTo>
                    <a:pt x="10958" y="32852"/>
                  </a:lnTo>
                  <a:lnTo>
                    <a:pt x="8971" y="30497"/>
                  </a:lnTo>
                  <a:lnTo>
                    <a:pt x="1471" y="27046"/>
                  </a:lnTo>
                  <a:lnTo>
                    <a:pt x="0" y="23849"/>
                  </a:lnTo>
                  <a:lnTo>
                    <a:pt x="604" y="22729"/>
                  </a:lnTo>
                  <a:lnTo>
                    <a:pt x="2048" y="22414"/>
                  </a:lnTo>
                  <a:lnTo>
                    <a:pt x="2452" y="18625"/>
                  </a:lnTo>
                  <a:lnTo>
                    <a:pt x="3586" y="17016"/>
                  </a:lnTo>
                  <a:lnTo>
                    <a:pt x="7734" y="19272"/>
                  </a:lnTo>
                  <a:lnTo>
                    <a:pt x="11891" y="13032"/>
                  </a:lnTo>
                  <a:lnTo>
                    <a:pt x="17233" y="12877"/>
                  </a:lnTo>
                  <a:lnTo>
                    <a:pt x="18100" y="8617"/>
                  </a:lnTo>
                  <a:lnTo>
                    <a:pt x="18183" y="640"/>
                  </a:lnTo>
                  <a:lnTo>
                    <a:pt x="1901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h4008"/>
            <p:cNvSpPr/>
            <p:nvPr/>
          </p:nvSpPr>
          <p:spPr>
            <a:xfrm>
              <a:off x="6662171" y="2925755"/>
              <a:ext cx="19930" cy="11777"/>
            </a:xfrm>
            <a:custGeom>
              <a:avLst/>
              <a:pathLst>
                <a:path w="19930" h="11777">
                  <a:moveTo>
                    <a:pt x="9543" y="2732"/>
                  </a:moveTo>
                  <a:lnTo>
                    <a:pt x="17989" y="2850"/>
                  </a:lnTo>
                  <a:lnTo>
                    <a:pt x="18526" y="6858"/>
                  </a:lnTo>
                  <a:lnTo>
                    <a:pt x="19930" y="7157"/>
                  </a:lnTo>
                  <a:lnTo>
                    <a:pt x="16408" y="11777"/>
                  </a:lnTo>
                  <a:lnTo>
                    <a:pt x="12162" y="11725"/>
                  </a:lnTo>
                  <a:lnTo>
                    <a:pt x="5705" y="6871"/>
                  </a:lnTo>
                  <a:lnTo>
                    <a:pt x="169" y="4837"/>
                  </a:lnTo>
                  <a:lnTo>
                    <a:pt x="0" y="4088"/>
                  </a:lnTo>
                  <a:lnTo>
                    <a:pt x="7" y="889"/>
                  </a:lnTo>
                  <a:lnTo>
                    <a:pt x="158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h4009"/>
            <p:cNvSpPr/>
            <p:nvPr/>
          </p:nvSpPr>
          <p:spPr>
            <a:xfrm>
              <a:off x="6369911" y="2931296"/>
              <a:ext cx="69047" cy="45646"/>
            </a:xfrm>
            <a:custGeom>
              <a:avLst/>
              <a:pathLst>
                <a:path w="69047" h="45646">
                  <a:moveTo>
                    <a:pt x="45959" y="0"/>
                  </a:moveTo>
                  <a:lnTo>
                    <a:pt x="46624" y="4535"/>
                  </a:lnTo>
                  <a:lnTo>
                    <a:pt x="49590" y="4041"/>
                  </a:lnTo>
                  <a:lnTo>
                    <a:pt x="48540" y="1730"/>
                  </a:lnTo>
                  <a:lnTo>
                    <a:pt x="48861" y="786"/>
                  </a:lnTo>
                  <a:lnTo>
                    <a:pt x="52281" y="122"/>
                  </a:lnTo>
                  <a:lnTo>
                    <a:pt x="52995" y="1775"/>
                  </a:lnTo>
                  <a:lnTo>
                    <a:pt x="57479" y="3933"/>
                  </a:lnTo>
                  <a:lnTo>
                    <a:pt x="58091" y="5406"/>
                  </a:lnTo>
                  <a:lnTo>
                    <a:pt x="56933" y="7396"/>
                  </a:lnTo>
                  <a:lnTo>
                    <a:pt x="58732" y="14998"/>
                  </a:lnTo>
                  <a:lnTo>
                    <a:pt x="64612" y="19138"/>
                  </a:lnTo>
                  <a:lnTo>
                    <a:pt x="62804" y="27480"/>
                  </a:lnTo>
                  <a:lnTo>
                    <a:pt x="62607" y="33485"/>
                  </a:lnTo>
                  <a:lnTo>
                    <a:pt x="67649" y="42187"/>
                  </a:lnTo>
                  <a:lnTo>
                    <a:pt x="69047" y="42808"/>
                  </a:lnTo>
                  <a:lnTo>
                    <a:pt x="68198" y="43616"/>
                  </a:lnTo>
                  <a:lnTo>
                    <a:pt x="62568" y="45052"/>
                  </a:lnTo>
                  <a:lnTo>
                    <a:pt x="55379" y="45646"/>
                  </a:lnTo>
                  <a:lnTo>
                    <a:pt x="52403" y="42232"/>
                  </a:lnTo>
                  <a:lnTo>
                    <a:pt x="41391" y="45042"/>
                  </a:lnTo>
                  <a:lnTo>
                    <a:pt x="39887" y="43981"/>
                  </a:lnTo>
                  <a:lnTo>
                    <a:pt x="38211" y="39478"/>
                  </a:lnTo>
                  <a:lnTo>
                    <a:pt x="36549" y="37856"/>
                  </a:lnTo>
                  <a:lnTo>
                    <a:pt x="29544" y="36267"/>
                  </a:lnTo>
                  <a:lnTo>
                    <a:pt x="28158" y="36352"/>
                  </a:lnTo>
                  <a:lnTo>
                    <a:pt x="27786" y="38638"/>
                  </a:lnTo>
                  <a:lnTo>
                    <a:pt x="26503" y="40049"/>
                  </a:lnTo>
                  <a:lnTo>
                    <a:pt x="18012" y="42729"/>
                  </a:lnTo>
                  <a:lnTo>
                    <a:pt x="16148" y="36043"/>
                  </a:lnTo>
                  <a:lnTo>
                    <a:pt x="2889" y="21872"/>
                  </a:lnTo>
                  <a:lnTo>
                    <a:pt x="963" y="17992"/>
                  </a:lnTo>
                  <a:lnTo>
                    <a:pt x="0" y="12387"/>
                  </a:lnTo>
                  <a:lnTo>
                    <a:pt x="10171" y="4470"/>
                  </a:lnTo>
                  <a:lnTo>
                    <a:pt x="20706" y="2043"/>
                  </a:lnTo>
                  <a:lnTo>
                    <a:pt x="31087" y="1840"/>
                  </a:lnTo>
                  <a:lnTo>
                    <a:pt x="36594" y="367"/>
                  </a:lnTo>
                  <a:lnTo>
                    <a:pt x="40772" y="81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h4010"/>
            <p:cNvSpPr/>
            <p:nvPr/>
          </p:nvSpPr>
          <p:spPr>
            <a:xfrm>
              <a:off x="6744287" y="2943708"/>
              <a:ext cx="40093" cy="25469"/>
            </a:xfrm>
            <a:custGeom>
              <a:avLst/>
              <a:pathLst>
                <a:path w="40093" h="25469">
                  <a:moveTo>
                    <a:pt x="12827" y="0"/>
                  </a:moveTo>
                  <a:lnTo>
                    <a:pt x="26272" y="2037"/>
                  </a:lnTo>
                  <a:lnTo>
                    <a:pt x="28021" y="2300"/>
                  </a:lnTo>
                  <a:lnTo>
                    <a:pt x="33729" y="6928"/>
                  </a:lnTo>
                  <a:lnTo>
                    <a:pt x="39379" y="10228"/>
                  </a:lnTo>
                  <a:lnTo>
                    <a:pt x="40093" y="13231"/>
                  </a:lnTo>
                  <a:lnTo>
                    <a:pt x="39331" y="15572"/>
                  </a:lnTo>
                  <a:lnTo>
                    <a:pt x="36660" y="16441"/>
                  </a:lnTo>
                  <a:lnTo>
                    <a:pt x="28805" y="14717"/>
                  </a:lnTo>
                  <a:lnTo>
                    <a:pt x="26947" y="15046"/>
                  </a:lnTo>
                  <a:lnTo>
                    <a:pt x="17846" y="19957"/>
                  </a:lnTo>
                  <a:lnTo>
                    <a:pt x="17641" y="23252"/>
                  </a:lnTo>
                  <a:lnTo>
                    <a:pt x="9244" y="25469"/>
                  </a:lnTo>
                  <a:lnTo>
                    <a:pt x="6683" y="24127"/>
                  </a:lnTo>
                  <a:lnTo>
                    <a:pt x="7588" y="20982"/>
                  </a:lnTo>
                  <a:lnTo>
                    <a:pt x="0" y="20775"/>
                  </a:lnTo>
                  <a:lnTo>
                    <a:pt x="955" y="10986"/>
                  </a:lnTo>
                  <a:lnTo>
                    <a:pt x="483" y="10453"/>
                  </a:lnTo>
                  <a:lnTo>
                    <a:pt x="6939" y="4335"/>
                  </a:lnTo>
                  <a:lnTo>
                    <a:pt x="9785" y="450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h4011"/>
            <p:cNvSpPr/>
            <p:nvPr/>
          </p:nvSpPr>
          <p:spPr>
            <a:xfrm>
              <a:off x="6677015" y="2927699"/>
              <a:ext cx="16013" cy="22520"/>
            </a:xfrm>
            <a:custGeom>
              <a:avLst/>
              <a:pathLst>
                <a:path w="16013" h="22520">
                  <a:moveTo>
                    <a:pt x="9644" y="1792"/>
                  </a:moveTo>
                  <a:lnTo>
                    <a:pt x="14556" y="7020"/>
                  </a:lnTo>
                  <a:lnTo>
                    <a:pt x="14346" y="11644"/>
                  </a:lnTo>
                  <a:lnTo>
                    <a:pt x="16013" y="11076"/>
                  </a:lnTo>
                  <a:lnTo>
                    <a:pt x="14666" y="20452"/>
                  </a:lnTo>
                  <a:lnTo>
                    <a:pt x="15521" y="22520"/>
                  </a:lnTo>
                  <a:lnTo>
                    <a:pt x="10913" y="21810"/>
                  </a:lnTo>
                  <a:lnTo>
                    <a:pt x="4723" y="15527"/>
                  </a:lnTo>
                  <a:lnTo>
                    <a:pt x="1326" y="14735"/>
                  </a:lnTo>
                  <a:lnTo>
                    <a:pt x="0" y="11926"/>
                  </a:lnTo>
                  <a:lnTo>
                    <a:pt x="1564" y="9832"/>
                  </a:lnTo>
                  <a:lnTo>
                    <a:pt x="5086" y="5212"/>
                  </a:lnTo>
                  <a:lnTo>
                    <a:pt x="918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h4012"/>
            <p:cNvSpPr/>
            <p:nvPr/>
          </p:nvSpPr>
          <p:spPr>
            <a:xfrm>
              <a:off x="6665981" y="2939626"/>
              <a:ext cx="21946" cy="20154"/>
            </a:xfrm>
            <a:custGeom>
              <a:avLst/>
              <a:pathLst>
                <a:path w="21946" h="20154">
                  <a:moveTo>
                    <a:pt x="12360" y="2809"/>
                  </a:moveTo>
                  <a:lnTo>
                    <a:pt x="15757" y="3601"/>
                  </a:lnTo>
                  <a:lnTo>
                    <a:pt x="21946" y="9884"/>
                  </a:lnTo>
                  <a:lnTo>
                    <a:pt x="21226" y="12318"/>
                  </a:lnTo>
                  <a:lnTo>
                    <a:pt x="21405" y="15697"/>
                  </a:lnTo>
                  <a:lnTo>
                    <a:pt x="18814" y="19001"/>
                  </a:lnTo>
                  <a:lnTo>
                    <a:pt x="13067" y="20154"/>
                  </a:lnTo>
                  <a:lnTo>
                    <a:pt x="8405" y="18630"/>
                  </a:lnTo>
                  <a:lnTo>
                    <a:pt x="3322" y="18105"/>
                  </a:lnTo>
                  <a:lnTo>
                    <a:pt x="1501" y="19254"/>
                  </a:lnTo>
                  <a:lnTo>
                    <a:pt x="0" y="11697"/>
                  </a:lnTo>
                  <a:lnTo>
                    <a:pt x="1275" y="10328"/>
                  </a:lnTo>
                  <a:lnTo>
                    <a:pt x="5468" y="6674"/>
                  </a:lnTo>
                  <a:lnTo>
                    <a:pt x="1103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h4013"/>
            <p:cNvSpPr/>
            <p:nvPr/>
          </p:nvSpPr>
          <p:spPr>
            <a:xfrm>
              <a:off x="6653503" y="2903808"/>
              <a:ext cx="17156" cy="19438"/>
            </a:xfrm>
            <a:custGeom>
              <a:avLst/>
              <a:pathLst>
                <a:path w="17156" h="19438">
                  <a:moveTo>
                    <a:pt x="14824" y="2960"/>
                  </a:moveTo>
                  <a:lnTo>
                    <a:pt x="16945" y="6219"/>
                  </a:lnTo>
                  <a:lnTo>
                    <a:pt x="16333" y="8232"/>
                  </a:lnTo>
                  <a:lnTo>
                    <a:pt x="17156" y="11085"/>
                  </a:lnTo>
                  <a:lnTo>
                    <a:pt x="16346" y="13983"/>
                  </a:lnTo>
                  <a:lnTo>
                    <a:pt x="14846" y="14644"/>
                  </a:lnTo>
                  <a:lnTo>
                    <a:pt x="11220" y="14212"/>
                  </a:lnTo>
                  <a:lnTo>
                    <a:pt x="7632" y="18752"/>
                  </a:lnTo>
                  <a:lnTo>
                    <a:pt x="1827" y="19438"/>
                  </a:lnTo>
                  <a:lnTo>
                    <a:pt x="405" y="16468"/>
                  </a:lnTo>
                  <a:lnTo>
                    <a:pt x="717" y="15113"/>
                  </a:lnTo>
                  <a:lnTo>
                    <a:pt x="0" y="11083"/>
                  </a:lnTo>
                  <a:lnTo>
                    <a:pt x="427" y="7059"/>
                  </a:lnTo>
                  <a:lnTo>
                    <a:pt x="1616" y="5530"/>
                  </a:lnTo>
                  <a:lnTo>
                    <a:pt x="6902" y="4599"/>
                  </a:lnTo>
                  <a:lnTo>
                    <a:pt x="11264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h4014"/>
            <p:cNvSpPr/>
            <p:nvPr/>
          </p:nvSpPr>
          <p:spPr>
            <a:xfrm>
              <a:off x="6479322" y="3081928"/>
              <a:ext cx="43789" cy="29896"/>
            </a:xfrm>
            <a:custGeom>
              <a:avLst/>
              <a:pathLst>
                <a:path w="43789" h="29896">
                  <a:moveTo>
                    <a:pt x="16313" y="434"/>
                  </a:moveTo>
                  <a:lnTo>
                    <a:pt x="20142" y="3189"/>
                  </a:lnTo>
                  <a:lnTo>
                    <a:pt x="19198" y="2718"/>
                  </a:lnTo>
                  <a:lnTo>
                    <a:pt x="17442" y="3598"/>
                  </a:lnTo>
                  <a:lnTo>
                    <a:pt x="17275" y="5222"/>
                  </a:lnTo>
                  <a:lnTo>
                    <a:pt x="17800" y="7980"/>
                  </a:lnTo>
                  <a:lnTo>
                    <a:pt x="20262" y="9825"/>
                  </a:lnTo>
                  <a:lnTo>
                    <a:pt x="34757" y="2529"/>
                  </a:lnTo>
                  <a:lnTo>
                    <a:pt x="39991" y="1584"/>
                  </a:lnTo>
                  <a:lnTo>
                    <a:pt x="43789" y="10030"/>
                  </a:lnTo>
                  <a:lnTo>
                    <a:pt x="43247" y="13433"/>
                  </a:lnTo>
                  <a:lnTo>
                    <a:pt x="43253" y="15463"/>
                  </a:lnTo>
                  <a:lnTo>
                    <a:pt x="39946" y="19679"/>
                  </a:lnTo>
                  <a:lnTo>
                    <a:pt x="37571" y="19572"/>
                  </a:lnTo>
                  <a:lnTo>
                    <a:pt x="35430" y="16640"/>
                  </a:lnTo>
                  <a:lnTo>
                    <a:pt x="32719" y="15571"/>
                  </a:lnTo>
                  <a:lnTo>
                    <a:pt x="31410" y="15854"/>
                  </a:lnTo>
                  <a:lnTo>
                    <a:pt x="26914" y="20939"/>
                  </a:lnTo>
                  <a:lnTo>
                    <a:pt x="24167" y="29896"/>
                  </a:lnTo>
                  <a:lnTo>
                    <a:pt x="21312" y="29137"/>
                  </a:lnTo>
                  <a:lnTo>
                    <a:pt x="19721" y="26125"/>
                  </a:lnTo>
                  <a:lnTo>
                    <a:pt x="13030" y="24036"/>
                  </a:lnTo>
                  <a:lnTo>
                    <a:pt x="11711" y="26194"/>
                  </a:lnTo>
                  <a:lnTo>
                    <a:pt x="11396" y="26651"/>
                  </a:lnTo>
                  <a:lnTo>
                    <a:pt x="10070" y="25660"/>
                  </a:lnTo>
                  <a:lnTo>
                    <a:pt x="12487" y="23006"/>
                  </a:lnTo>
                  <a:lnTo>
                    <a:pt x="11089" y="20717"/>
                  </a:lnTo>
                  <a:lnTo>
                    <a:pt x="6944" y="18910"/>
                  </a:lnTo>
                  <a:lnTo>
                    <a:pt x="2206" y="18980"/>
                  </a:lnTo>
                  <a:lnTo>
                    <a:pt x="1270" y="17776"/>
                  </a:lnTo>
                  <a:lnTo>
                    <a:pt x="1268" y="15393"/>
                  </a:lnTo>
                  <a:lnTo>
                    <a:pt x="3639" y="11804"/>
                  </a:lnTo>
                  <a:lnTo>
                    <a:pt x="0" y="7797"/>
                  </a:lnTo>
                  <a:lnTo>
                    <a:pt x="1890" y="5003"/>
                  </a:lnTo>
                  <a:lnTo>
                    <a:pt x="8663" y="3758"/>
                  </a:lnTo>
                  <a:lnTo>
                    <a:pt x="13654" y="1465"/>
                  </a:lnTo>
                  <a:lnTo>
                    <a:pt x="13441" y="441"/>
                  </a:lnTo>
                  <a:lnTo>
                    <a:pt x="1441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h4015"/>
            <p:cNvSpPr/>
            <p:nvPr/>
          </p:nvSpPr>
          <p:spPr>
            <a:xfrm>
              <a:off x="6770559" y="2924296"/>
              <a:ext cx="28878" cy="34984"/>
            </a:xfrm>
            <a:custGeom>
              <a:avLst/>
              <a:pathLst>
                <a:path w="28878" h="34984">
                  <a:moveTo>
                    <a:pt x="14578" y="884"/>
                  </a:moveTo>
                  <a:lnTo>
                    <a:pt x="20432" y="596"/>
                  </a:lnTo>
                  <a:lnTo>
                    <a:pt x="20893" y="47"/>
                  </a:lnTo>
                  <a:lnTo>
                    <a:pt x="25286" y="6230"/>
                  </a:lnTo>
                  <a:lnTo>
                    <a:pt x="27301" y="11870"/>
                  </a:lnTo>
                  <a:lnTo>
                    <a:pt x="28424" y="12012"/>
                  </a:lnTo>
                  <a:lnTo>
                    <a:pt x="28403" y="13448"/>
                  </a:lnTo>
                  <a:lnTo>
                    <a:pt x="27147" y="14893"/>
                  </a:lnTo>
                  <a:lnTo>
                    <a:pt x="24717" y="15194"/>
                  </a:lnTo>
                  <a:lnTo>
                    <a:pt x="17994" y="19101"/>
                  </a:lnTo>
                  <a:lnTo>
                    <a:pt x="17420" y="22171"/>
                  </a:lnTo>
                  <a:lnTo>
                    <a:pt x="19923" y="31793"/>
                  </a:lnTo>
                  <a:lnTo>
                    <a:pt x="28878" y="32870"/>
                  </a:lnTo>
                  <a:lnTo>
                    <a:pt x="27332" y="34128"/>
                  </a:lnTo>
                  <a:lnTo>
                    <a:pt x="23730" y="34861"/>
                  </a:lnTo>
                  <a:lnTo>
                    <a:pt x="19165" y="32485"/>
                  </a:lnTo>
                  <a:lnTo>
                    <a:pt x="13059" y="34984"/>
                  </a:lnTo>
                  <a:lnTo>
                    <a:pt x="13821" y="32643"/>
                  </a:lnTo>
                  <a:lnTo>
                    <a:pt x="13107" y="29639"/>
                  </a:lnTo>
                  <a:lnTo>
                    <a:pt x="7457" y="26340"/>
                  </a:lnTo>
                  <a:lnTo>
                    <a:pt x="1749" y="21712"/>
                  </a:lnTo>
                  <a:lnTo>
                    <a:pt x="0" y="21449"/>
                  </a:lnTo>
                  <a:lnTo>
                    <a:pt x="1150" y="14986"/>
                  </a:lnTo>
                  <a:lnTo>
                    <a:pt x="4101" y="10333"/>
                  </a:lnTo>
                  <a:lnTo>
                    <a:pt x="5000" y="7562"/>
                  </a:lnTo>
                  <a:lnTo>
                    <a:pt x="3678" y="6680"/>
                  </a:lnTo>
                  <a:lnTo>
                    <a:pt x="3997" y="1735"/>
                  </a:lnTo>
                  <a:lnTo>
                    <a:pt x="5308" y="378"/>
                  </a:lnTo>
                  <a:lnTo>
                    <a:pt x="962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h4016"/>
            <p:cNvSpPr/>
            <p:nvPr/>
          </p:nvSpPr>
          <p:spPr>
            <a:xfrm>
              <a:off x="6446366" y="2866511"/>
              <a:ext cx="61468" cy="43052"/>
            </a:xfrm>
            <a:custGeom>
              <a:avLst/>
              <a:pathLst>
                <a:path w="61468" h="43052">
                  <a:moveTo>
                    <a:pt x="38757" y="19"/>
                  </a:moveTo>
                  <a:lnTo>
                    <a:pt x="40273" y="1180"/>
                  </a:lnTo>
                  <a:lnTo>
                    <a:pt x="43137" y="1596"/>
                  </a:lnTo>
                  <a:lnTo>
                    <a:pt x="44085" y="812"/>
                  </a:lnTo>
                  <a:lnTo>
                    <a:pt x="44834" y="1906"/>
                  </a:lnTo>
                  <a:lnTo>
                    <a:pt x="44295" y="4631"/>
                  </a:lnTo>
                  <a:lnTo>
                    <a:pt x="49959" y="9194"/>
                  </a:lnTo>
                  <a:lnTo>
                    <a:pt x="55408" y="11265"/>
                  </a:lnTo>
                  <a:lnTo>
                    <a:pt x="56493" y="12591"/>
                  </a:lnTo>
                  <a:lnTo>
                    <a:pt x="57747" y="12665"/>
                  </a:lnTo>
                  <a:lnTo>
                    <a:pt x="58941" y="17363"/>
                  </a:lnTo>
                  <a:lnTo>
                    <a:pt x="61468" y="22372"/>
                  </a:lnTo>
                  <a:lnTo>
                    <a:pt x="61122" y="23630"/>
                  </a:lnTo>
                  <a:lnTo>
                    <a:pt x="59458" y="24523"/>
                  </a:lnTo>
                  <a:lnTo>
                    <a:pt x="55874" y="24233"/>
                  </a:lnTo>
                  <a:lnTo>
                    <a:pt x="53873" y="25484"/>
                  </a:lnTo>
                  <a:lnTo>
                    <a:pt x="52431" y="30908"/>
                  </a:lnTo>
                  <a:lnTo>
                    <a:pt x="43904" y="37225"/>
                  </a:lnTo>
                  <a:lnTo>
                    <a:pt x="42378" y="41595"/>
                  </a:lnTo>
                  <a:lnTo>
                    <a:pt x="41630" y="41810"/>
                  </a:lnTo>
                  <a:lnTo>
                    <a:pt x="35771" y="38940"/>
                  </a:lnTo>
                  <a:lnTo>
                    <a:pt x="32658" y="38560"/>
                  </a:lnTo>
                  <a:lnTo>
                    <a:pt x="29719" y="41091"/>
                  </a:lnTo>
                  <a:lnTo>
                    <a:pt x="25670" y="43052"/>
                  </a:lnTo>
                  <a:lnTo>
                    <a:pt x="22707" y="39728"/>
                  </a:lnTo>
                  <a:lnTo>
                    <a:pt x="20399" y="39097"/>
                  </a:lnTo>
                  <a:lnTo>
                    <a:pt x="14867" y="41513"/>
                  </a:lnTo>
                  <a:lnTo>
                    <a:pt x="13469" y="40397"/>
                  </a:lnTo>
                  <a:lnTo>
                    <a:pt x="10948" y="35416"/>
                  </a:lnTo>
                  <a:lnTo>
                    <a:pt x="11425" y="35211"/>
                  </a:lnTo>
                  <a:lnTo>
                    <a:pt x="13481" y="34125"/>
                  </a:lnTo>
                  <a:lnTo>
                    <a:pt x="13663" y="30311"/>
                  </a:lnTo>
                  <a:lnTo>
                    <a:pt x="12502" y="28096"/>
                  </a:lnTo>
                  <a:lnTo>
                    <a:pt x="6001" y="23834"/>
                  </a:lnTo>
                  <a:lnTo>
                    <a:pt x="5072" y="17621"/>
                  </a:lnTo>
                  <a:lnTo>
                    <a:pt x="2026" y="15884"/>
                  </a:lnTo>
                  <a:lnTo>
                    <a:pt x="0" y="11595"/>
                  </a:lnTo>
                  <a:lnTo>
                    <a:pt x="1231" y="10581"/>
                  </a:lnTo>
                  <a:lnTo>
                    <a:pt x="5204" y="10362"/>
                  </a:lnTo>
                  <a:lnTo>
                    <a:pt x="14628" y="13758"/>
                  </a:lnTo>
                  <a:lnTo>
                    <a:pt x="16583" y="11146"/>
                  </a:lnTo>
                  <a:lnTo>
                    <a:pt x="21328" y="9417"/>
                  </a:lnTo>
                  <a:lnTo>
                    <a:pt x="27841" y="2633"/>
                  </a:lnTo>
                  <a:lnTo>
                    <a:pt x="32032" y="0"/>
                  </a:lnTo>
                  <a:lnTo>
                    <a:pt x="35740" y="19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h4017"/>
            <p:cNvSpPr/>
            <p:nvPr/>
          </p:nvSpPr>
          <p:spPr>
            <a:xfrm>
              <a:off x="6753820" y="2889666"/>
              <a:ext cx="19340" cy="25725"/>
            </a:xfrm>
            <a:custGeom>
              <a:avLst/>
              <a:pathLst>
                <a:path w="19340" h="25725">
                  <a:moveTo>
                    <a:pt x="16135" y="112"/>
                  </a:moveTo>
                  <a:lnTo>
                    <a:pt x="14063" y="2103"/>
                  </a:lnTo>
                  <a:lnTo>
                    <a:pt x="14209" y="4079"/>
                  </a:lnTo>
                  <a:lnTo>
                    <a:pt x="15940" y="5718"/>
                  </a:lnTo>
                  <a:lnTo>
                    <a:pt x="19048" y="4901"/>
                  </a:lnTo>
                  <a:lnTo>
                    <a:pt x="19340" y="10087"/>
                  </a:lnTo>
                  <a:lnTo>
                    <a:pt x="14819" y="25210"/>
                  </a:lnTo>
                  <a:lnTo>
                    <a:pt x="10591" y="25725"/>
                  </a:lnTo>
                  <a:lnTo>
                    <a:pt x="7011" y="23629"/>
                  </a:lnTo>
                  <a:lnTo>
                    <a:pt x="5707" y="21229"/>
                  </a:lnTo>
                  <a:lnTo>
                    <a:pt x="1181" y="17576"/>
                  </a:lnTo>
                  <a:lnTo>
                    <a:pt x="0" y="13752"/>
                  </a:lnTo>
                  <a:lnTo>
                    <a:pt x="24" y="10804"/>
                  </a:lnTo>
                  <a:lnTo>
                    <a:pt x="7024" y="3995"/>
                  </a:lnTo>
                  <a:lnTo>
                    <a:pt x="1326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h4018"/>
            <p:cNvSpPr/>
            <p:nvPr/>
          </p:nvSpPr>
          <p:spPr>
            <a:xfrm>
              <a:off x="6811821" y="2863529"/>
              <a:ext cx="28704" cy="28740"/>
            </a:xfrm>
            <a:custGeom>
              <a:avLst/>
              <a:pathLst>
                <a:path w="28704" h="28740">
                  <a:moveTo>
                    <a:pt x="28704" y="586"/>
                  </a:moveTo>
                  <a:lnTo>
                    <a:pt x="26684" y="4416"/>
                  </a:lnTo>
                  <a:lnTo>
                    <a:pt x="22256" y="17694"/>
                  </a:lnTo>
                  <a:lnTo>
                    <a:pt x="19282" y="18756"/>
                  </a:lnTo>
                  <a:lnTo>
                    <a:pt x="17236" y="18451"/>
                  </a:lnTo>
                  <a:lnTo>
                    <a:pt x="13100" y="23970"/>
                  </a:lnTo>
                  <a:lnTo>
                    <a:pt x="12830" y="25818"/>
                  </a:lnTo>
                  <a:lnTo>
                    <a:pt x="10571" y="27857"/>
                  </a:lnTo>
                  <a:lnTo>
                    <a:pt x="7973" y="28740"/>
                  </a:lnTo>
                  <a:lnTo>
                    <a:pt x="7849" y="26656"/>
                  </a:lnTo>
                  <a:lnTo>
                    <a:pt x="0" y="24766"/>
                  </a:lnTo>
                  <a:lnTo>
                    <a:pt x="2059" y="18116"/>
                  </a:lnTo>
                  <a:lnTo>
                    <a:pt x="107" y="10718"/>
                  </a:lnTo>
                  <a:lnTo>
                    <a:pt x="337" y="4284"/>
                  </a:lnTo>
                  <a:lnTo>
                    <a:pt x="1285" y="860"/>
                  </a:lnTo>
                  <a:lnTo>
                    <a:pt x="3559" y="297"/>
                  </a:lnTo>
                  <a:lnTo>
                    <a:pt x="5109" y="3550"/>
                  </a:lnTo>
                  <a:lnTo>
                    <a:pt x="8293" y="3793"/>
                  </a:lnTo>
                  <a:lnTo>
                    <a:pt x="15453" y="3007"/>
                  </a:lnTo>
                  <a:lnTo>
                    <a:pt x="18458" y="1466"/>
                  </a:lnTo>
                  <a:lnTo>
                    <a:pt x="24267" y="2701"/>
                  </a:lnTo>
                  <a:lnTo>
                    <a:pt x="2764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h4019"/>
            <p:cNvSpPr/>
            <p:nvPr/>
          </p:nvSpPr>
          <p:spPr>
            <a:xfrm>
              <a:off x="6688576" y="2948944"/>
              <a:ext cx="53822" cy="40084"/>
            </a:xfrm>
            <a:custGeom>
              <a:avLst/>
              <a:pathLst>
                <a:path w="53822" h="40084">
                  <a:moveTo>
                    <a:pt x="20118" y="1147"/>
                  </a:moveTo>
                  <a:lnTo>
                    <a:pt x="22927" y="3273"/>
                  </a:lnTo>
                  <a:lnTo>
                    <a:pt x="26643" y="3939"/>
                  </a:lnTo>
                  <a:lnTo>
                    <a:pt x="29188" y="3209"/>
                  </a:lnTo>
                  <a:lnTo>
                    <a:pt x="33384" y="2429"/>
                  </a:lnTo>
                  <a:lnTo>
                    <a:pt x="39575" y="5015"/>
                  </a:lnTo>
                  <a:lnTo>
                    <a:pt x="41210" y="8153"/>
                  </a:lnTo>
                  <a:lnTo>
                    <a:pt x="40852" y="11437"/>
                  </a:lnTo>
                  <a:lnTo>
                    <a:pt x="42320" y="14383"/>
                  </a:lnTo>
                  <a:lnTo>
                    <a:pt x="43422" y="15426"/>
                  </a:lnTo>
                  <a:lnTo>
                    <a:pt x="46984" y="15907"/>
                  </a:lnTo>
                  <a:lnTo>
                    <a:pt x="45382" y="26309"/>
                  </a:lnTo>
                  <a:lnTo>
                    <a:pt x="53245" y="26259"/>
                  </a:lnTo>
                  <a:lnTo>
                    <a:pt x="53445" y="26979"/>
                  </a:lnTo>
                  <a:lnTo>
                    <a:pt x="53822" y="31593"/>
                  </a:lnTo>
                  <a:lnTo>
                    <a:pt x="52586" y="32304"/>
                  </a:lnTo>
                  <a:lnTo>
                    <a:pt x="47566" y="32202"/>
                  </a:lnTo>
                  <a:lnTo>
                    <a:pt x="40800" y="35969"/>
                  </a:lnTo>
                  <a:lnTo>
                    <a:pt x="39896" y="35448"/>
                  </a:lnTo>
                  <a:lnTo>
                    <a:pt x="36517" y="35994"/>
                  </a:lnTo>
                  <a:lnTo>
                    <a:pt x="37994" y="36606"/>
                  </a:lnTo>
                  <a:lnTo>
                    <a:pt x="38662" y="37870"/>
                  </a:lnTo>
                  <a:lnTo>
                    <a:pt x="36783" y="40084"/>
                  </a:lnTo>
                  <a:lnTo>
                    <a:pt x="33851" y="38751"/>
                  </a:lnTo>
                  <a:lnTo>
                    <a:pt x="30919" y="33344"/>
                  </a:lnTo>
                  <a:lnTo>
                    <a:pt x="19844" y="31481"/>
                  </a:lnTo>
                  <a:lnTo>
                    <a:pt x="16655" y="31213"/>
                  </a:lnTo>
                  <a:lnTo>
                    <a:pt x="11708" y="32563"/>
                  </a:lnTo>
                  <a:lnTo>
                    <a:pt x="9656" y="30027"/>
                  </a:lnTo>
                  <a:lnTo>
                    <a:pt x="11433" y="16219"/>
                  </a:lnTo>
                  <a:lnTo>
                    <a:pt x="10128" y="10015"/>
                  </a:lnTo>
                  <a:lnTo>
                    <a:pt x="4355" y="9825"/>
                  </a:lnTo>
                  <a:lnTo>
                    <a:pt x="375" y="11620"/>
                  </a:lnTo>
                  <a:lnTo>
                    <a:pt x="0" y="10400"/>
                  </a:lnTo>
                  <a:lnTo>
                    <a:pt x="1150" y="8187"/>
                  </a:lnTo>
                  <a:lnTo>
                    <a:pt x="5267" y="6438"/>
                  </a:lnTo>
                  <a:lnTo>
                    <a:pt x="6481" y="4907"/>
                  </a:lnTo>
                  <a:lnTo>
                    <a:pt x="6099" y="4070"/>
                  </a:lnTo>
                  <a:lnTo>
                    <a:pt x="3398" y="2923"/>
                  </a:lnTo>
                  <a:lnTo>
                    <a:pt x="2960" y="1962"/>
                  </a:lnTo>
                  <a:lnTo>
                    <a:pt x="3955" y="1296"/>
                  </a:lnTo>
                  <a:lnTo>
                    <a:pt x="875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h4020"/>
            <p:cNvSpPr/>
            <p:nvPr/>
          </p:nvSpPr>
          <p:spPr>
            <a:xfrm>
              <a:off x="6531804" y="2982408"/>
              <a:ext cx="31219" cy="37182"/>
            </a:xfrm>
            <a:custGeom>
              <a:avLst/>
              <a:pathLst>
                <a:path w="31219" h="37182">
                  <a:moveTo>
                    <a:pt x="24846" y="5172"/>
                  </a:moveTo>
                  <a:lnTo>
                    <a:pt x="24814" y="9951"/>
                  </a:lnTo>
                  <a:lnTo>
                    <a:pt x="23176" y="11686"/>
                  </a:lnTo>
                  <a:lnTo>
                    <a:pt x="22800" y="13857"/>
                  </a:lnTo>
                  <a:lnTo>
                    <a:pt x="24063" y="14851"/>
                  </a:lnTo>
                  <a:lnTo>
                    <a:pt x="26425" y="14761"/>
                  </a:lnTo>
                  <a:lnTo>
                    <a:pt x="27531" y="15545"/>
                  </a:lnTo>
                  <a:lnTo>
                    <a:pt x="31219" y="19512"/>
                  </a:lnTo>
                  <a:lnTo>
                    <a:pt x="30120" y="21357"/>
                  </a:lnTo>
                  <a:lnTo>
                    <a:pt x="24964" y="25130"/>
                  </a:lnTo>
                  <a:lnTo>
                    <a:pt x="19990" y="33066"/>
                  </a:lnTo>
                  <a:lnTo>
                    <a:pt x="18092" y="33500"/>
                  </a:lnTo>
                  <a:lnTo>
                    <a:pt x="14876" y="31589"/>
                  </a:lnTo>
                  <a:lnTo>
                    <a:pt x="10602" y="32605"/>
                  </a:lnTo>
                  <a:lnTo>
                    <a:pt x="11206" y="34897"/>
                  </a:lnTo>
                  <a:lnTo>
                    <a:pt x="10530" y="37182"/>
                  </a:lnTo>
                  <a:lnTo>
                    <a:pt x="2825" y="32810"/>
                  </a:lnTo>
                  <a:lnTo>
                    <a:pt x="1076" y="28101"/>
                  </a:lnTo>
                  <a:lnTo>
                    <a:pt x="0" y="27208"/>
                  </a:lnTo>
                  <a:lnTo>
                    <a:pt x="159" y="21577"/>
                  </a:lnTo>
                  <a:lnTo>
                    <a:pt x="5012" y="19168"/>
                  </a:lnTo>
                  <a:lnTo>
                    <a:pt x="7072" y="15215"/>
                  </a:lnTo>
                  <a:lnTo>
                    <a:pt x="7234" y="12458"/>
                  </a:lnTo>
                  <a:lnTo>
                    <a:pt x="9557" y="7154"/>
                  </a:lnTo>
                  <a:lnTo>
                    <a:pt x="13964" y="3385"/>
                  </a:lnTo>
                  <a:lnTo>
                    <a:pt x="17059" y="1912"/>
                  </a:lnTo>
                  <a:lnTo>
                    <a:pt x="17986" y="3329"/>
                  </a:lnTo>
                  <a:lnTo>
                    <a:pt x="19733" y="3154"/>
                  </a:lnTo>
                  <a:lnTo>
                    <a:pt x="21640" y="1283"/>
                  </a:lnTo>
                  <a:lnTo>
                    <a:pt x="21638" y="60"/>
                  </a:lnTo>
                  <a:lnTo>
                    <a:pt x="2430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h4021"/>
            <p:cNvSpPr/>
            <p:nvPr/>
          </p:nvSpPr>
          <p:spPr>
            <a:xfrm>
              <a:off x="6641274" y="2975123"/>
              <a:ext cx="37958" cy="25652"/>
            </a:xfrm>
            <a:custGeom>
              <a:avLst/>
              <a:pathLst>
                <a:path w="37958" h="25652">
                  <a:moveTo>
                    <a:pt x="9670" y="16"/>
                  </a:moveTo>
                  <a:lnTo>
                    <a:pt x="8769" y="1335"/>
                  </a:lnTo>
                  <a:lnTo>
                    <a:pt x="10109" y="2696"/>
                  </a:lnTo>
                  <a:lnTo>
                    <a:pt x="15455" y="5192"/>
                  </a:lnTo>
                  <a:lnTo>
                    <a:pt x="18176" y="5256"/>
                  </a:lnTo>
                  <a:lnTo>
                    <a:pt x="19121" y="4514"/>
                  </a:lnTo>
                  <a:lnTo>
                    <a:pt x="23979" y="5070"/>
                  </a:lnTo>
                  <a:lnTo>
                    <a:pt x="29995" y="6983"/>
                  </a:lnTo>
                  <a:lnTo>
                    <a:pt x="37958" y="10542"/>
                  </a:lnTo>
                  <a:lnTo>
                    <a:pt x="37459" y="11954"/>
                  </a:lnTo>
                  <a:lnTo>
                    <a:pt x="31769" y="12559"/>
                  </a:lnTo>
                  <a:lnTo>
                    <a:pt x="31259" y="13527"/>
                  </a:lnTo>
                  <a:lnTo>
                    <a:pt x="32959" y="17024"/>
                  </a:lnTo>
                  <a:lnTo>
                    <a:pt x="32808" y="18010"/>
                  </a:lnTo>
                  <a:lnTo>
                    <a:pt x="28862" y="17469"/>
                  </a:lnTo>
                  <a:lnTo>
                    <a:pt x="26893" y="18914"/>
                  </a:lnTo>
                  <a:lnTo>
                    <a:pt x="26624" y="19458"/>
                  </a:lnTo>
                  <a:lnTo>
                    <a:pt x="28317" y="20935"/>
                  </a:lnTo>
                  <a:lnTo>
                    <a:pt x="27746" y="25652"/>
                  </a:lnTo>
                  <a:lnTo>
                    <a:pt x="22013" y="22807"/>
                  </a:lnTo>
                  <a:lnTo>
                    <a:pt x="20605" y="25091"/>
                  </a:lnTo>
                  <a:lnTo>
                    <a:pt x="16854" y="24998"/>
                  </a:lnTo>
                  <a:lnTo>
                    <a:pt x="7667" y="15973"/>
                  </a:lnTo>
                  <a:lnTo>
                    <a:pt x="6062" y="15250"/>
                  </a:lnTo>
                  <a:lnTo>
                    <a:pt x="5105" y="14847"/>
                  </a:lnTo>
                  <a:lnTo>
                    <a:pt x="4402" y="15611"/>
                  </a:lnTo>
                  <a:lnTo>
                    <a:pt x="4588" y="16949"/>
                  </a:lnTo>
                  <a:lnTo>
                    <a:pt x="3739" y="18206"/>
                  </a:lnTo>
                  <a:lnTo>
                    <a:pt x="291" y="16333"/>
                  </a:lnTo>
                  <a:lnTo>
                    <a:pt x="0" y="14951"/>
                  </a:lnTo>
                  <a:lnTo>
                    <a:pt x="3323" y="12967"/>
                  </a:lnTo>
                  <a:lnTo>
                    <a:pt x="3655" y="11560"/>
                  </a:lnTo>
                  <a:lnTo>
                    <a:pt x="6695" y="8696"/>
                  </a:lnTo>
                  <a:lnTo>
                    <a:pt x="663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h4022"/>
            <p:cNvSpPr/>
            <p:nvPr/>
          </p:nvSpPr>
          <p:spPr>
            <a:xfrm>
              <a:off x="6727956" y="2778085"/>
              <a:ext cx="53905" cy="60914"/>
            </a:xfrm>
            <a:custGeom>
              <a:avLst/>
              <a:pathLst>
                <a:path w="53905" h="60914">
                  <a:moveTo>
                    <a:pt x="8053" y="2865"/>
                  </a:moveTo>
                  <a:lnTo>
                    <a:pt x="7155" y="5368"/>
                  </a:lnTo>
                  <a:lnTo>
                    <a:pt x="7569" y="8605"/>
                  </a:lnTo>
                  <a:lnTo>
                    <a:pt x="13931" y="11615"/>
                  </a:lnTo>
                  <a:lnTo>
                    <a:pt x="21563" y="17789"/>
                  </a:lnTo>
                  <a:lnTo>
                    <a:pt x="25737" y="20098"/>
                  </a:lnTo>
                  <a:lnTo>
                    <a:pt x="30765" y="19178"/>
                  </a:lnTo>
                  <a:lnTo>
                    <a:pt x="35414" y="17277"/>
                  </a:lnTo>
                  <a:lnTo>
                    <a:pt x="45136" y="10169"/>
                  </a:lnTo>
                  <a:lnTo>
                    <a:pt x="47221" y="6264"/>
                  </a:lnTo>
                  <a:lnTo>
                    <a:pt x="51529" y="8571"/>
                  </a:lnTo>
                  <a:lnTo>
                    <a:pt x="49400" y="14120"/>
                  </a:lnTo>
                  <a:lnTo>
                    <a:pt x="49189" y="20512"/>
                  </a:lnTo>
                  <a:lnTo>
                    <a:pt x="51066" y="19353"/>
                  </a:lnTo>
                  <a:lnTo>
                    <a:pt x="51384" y="17400"/>
                  </a:lnTo>
                  <a:lnTo>
                    <a:pt x="52809" y="17856"/>
                  </a:lnTo>
                  <a:lnTo>
                    <a:pt x="53905" y="24677"/>
                  </a:lnTo>
                  <a:lnTo>
                    <a:pt x="45370" y="36952"/>
                  </a:lnTo>
                  <a:lnTo>
                    <a:pt x="47339" y="39910"/>
                  </a:lnTo>
                  <a:lnTo>
                    <a:pt x="42201" y="44180"/>
                  </a:lnTo>
                  <a:lnTo>
                    <a:pt x="38769" y="49468"/>
                  </a:lnTo>
                  <a:lnTo>
                    <a:pt x="39439" y="51105"/>
                  </a:lnTo>
                  <a:lnTo>
                    <a:pt x="34271" y="54662"/>
                  </a:lnTo>
                  <a:lnTo>
                    <a:pt x="31204" y="54961"/>
                  </a:lnTo>
                  <a:lnTo>
                    <a:pt x="30549" y="53763"/>
                  </a:lnTo>
                  <a:lnTo>
                    <a:pt x="29284" y="53492"/>
                  </a:lnTo>
                  <a:lnTo>
                    <a:pt x="23980" y="53940"/>
                  </a:lnTo>
                  <a:lnTo>
                    <a:pt x="22192" y="57675"/>
                  </a:lnTo>
                  <a:lnTo>
                    <a:pt x="22502" y="59110"/>
                  </a:lnTo>
                  <a:lnTo>
                    <a:pt x="18379" y="60914"/>
                  </a:lnTo>
                  <a:lnTo>
                    <a:pt x="18239" y="57566"/>
                  </a:lnTo>
                  <a:lnTo>
                    <a:pt x="13575" y="52713"/>
                  </a:lnTo>
                  <a:lnTo>
                    <a:pt x="12007" y="52010"/>
                  </a:lnTo>
                  <a:lnTo>
                    <a:pt x="14908" y="49406"/>
                  </a:lnTo>
                  <a:lnTo>
                    <a:pt x="18681" y="46224"/>
                  </a:lnTo>
                  <a:lnTo>
                    <a:pt x="18666" y="36044"/>
                  </a:lnTo>
                  <a:lnTo>
                    <a:pt x="20358" y="30623"/>
                  </a:lnTo>
                  <a:lnTo>
                    <a:pt x="21997" y="28181"/>
                  </a:lnTo>
                  <a:lnTo>
                    <a:pt x="21231" y="24702"/>
                  </a:lnTo>
                  <a:lnTo>
                    <a:pt x="14955" y="22579"/>
                  </a:lnTo>
                  <a:lnTo>
                    <a:pt x="13429" y="18774"/>
                  </a:lnTo>
                  <a:lnTo>
                    <a:pt x="10684" y="18946"/>
                  </a:lnTo>
                  <a:lnTo>
                    <a:pt x="9968" y="17477"/>
                  </a:lnTo>
                  <a:lnTo>
                    <a:pt x="4911" y="15698"/>
                  </a:lnTo>
                  <a:lnTo>
                    <a:pt x="3629" y="12350"/>
                  </a:lnTo>
                  <a:lnTo>
                    <a:pt x="3894" y="7538"/>
                  </a:lnTo>
                  <a:lnTo>
                    <a:pt x="298" y="6308"/>
                  </a:lnTo>
                  <a:lnTo>
                    <a:pt x="0" y="5852"/>
                  </a:lnTo>
                  <a:lnTo>
                    <a:pt x="2424" y="5285"/>
                  </a:lnTo>
                  <a:lnTo>
                    <a:pt x="5016" y="3420"/>
                  </a:lnTo>
                  <a:lnTo>
                    <a:pt x="708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h4023"/>
            <p:cNvSpPr/>
            <p:nvPr/>
          </p:nvSpPr>
          <p:spPr>
            <a:xfrm>
              <a:off x="6618042" y="2936284"/>
              <a:ext cx="18598" cy="21979"/>
            </a:xfrm>
            <a:custGeom>
              <a:avLst/>
              <a:pathLst>
                <a:path w="18598" h="21979">
                  <a:moveTo>
                    <a:pt x="11365" y="2449"/>
                  </a:moveTo>
                  <a:lnTo>
                    <a:pt x="14639" y="5242"/>
                  </a:lnTo>
                  <a:lnTo>
                    <a:pt x="17424" y="12009"/>
                  </a:lnTo>
                  <a:lnTo>
                    <a:pt x="18598" y="12401"/>
                  </a:lnTo>
                  <a:lnTo>
                    <a:pt x="17199" y="13089"/>
                  </a:lnTo>
                  <a:lnTo>
                    <a:pt x="17161" y="17192"/>
                  </a:lnTo>
                  <a:lnTo>
                    <a:pt x="18042" y="19800"/>
                  </a:lnTo>
                  <a:lnTo>
                    <a:pt x="9046" y="21979"/>
                  </a:lnTo>
                  <a:lnTo>
                    <a:pt x="9060" y="20762"/>
                  </a:lnTo>
                  <a:lnTo>
                    <a:pt x="9055" y="15534"/>
                  </a:lnTo>
                  <a:lnTo>
                    <a:pt x="7076" y="12139"/>
                  </a:lnTo>
                  <a:lnTo>
                    <a:pt x="5272" y="11863"/>
                  </a:lnTo>
                  <a:lnTo>
                    <a:pt x="3379" y="10267"/>
                  </a:lnTo>
                  <a:lnTo>
                    <a:pt x="681" y="6715"/>
                  </a:lnTo>
                  <a:lnTo>
                    <a:pt x="0" y="4096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h4024"/>
            <p:cNvSpPr/>
            <p:nvPr/>
          </p:nvSpPr>
          <p:spPr>
            <a:xfrm>
              <a:off x="6572897" y="2895572"/>
              <a:ext cx="33465" cy="25766"/>
            </a:xfrm>
            <a:custGeom>
              <a:avLst/>
              <a:pathLst>
                <a:path w="33465" h="25766">
                  <a:moveTo>
                    <a:pt x="20165" y="173"/>
                  </a:moveTo>
                  <a:lnTo>
                    <a:pt x="23896" y="2632"/>
                  </a:lnTo>
                  <a:lnTo>
                    <a:pt x="25972" y="2965"/>
                  </a:lnTo>
                  <a:lnTo>
                    <a:pt x="29677" y="1110"/>
                  </a:lnTo>
                  <a:lnTo>
                    <a:pt x="33281" y="2077"/>
                  </a:lnTo>
                  <a:lnTo>
                    <a:pt x="33465" y="3208"/>
                  </a:lnTo>
                  <a:lnTo>
                    <a:pt x="24034" y="14946"/>
                  </a:lnTo>
                  <a:lnTo>
                    <a:pt x="21385" y="12046"/>
                  </a:lnTo>
                  <a:lnTo>
                    <a:pt x="21494" y="10740"/>
                  </a:lnTo>
                  <a:lnTo>
                    <a:pt x="18718" y="12112"/>
                  </a:lnTo>
                  <a:lnTo>
                    <a:pt x="17297" y="15329"/>
                  </a:lnTo>
                  <a:lnTo>
                    <a:pt x="18000" y="19616"/>
                  </a:lnTo>
                  <a:lnTo>
                    <a:pt x="20969" y="22671"/>
                  </a:lnTo>
                  <a:lnTo>
                    <a:pt x="17947" y="22358"/>
                  </a:lnTo>
                  <a:lnTo>
                    <a:pt x="16755" y="21567"/>
                  </a:lnTo>
                  <a:lnTo>
                    <a:pt x="14809" y="22195"/>
                  </a:lnTo>
                  <a:lnTo>
                    <a:pt x="8393" y="25766"/>
                  </a:lnTo>
                  <a:lnTo>
                    <a:pt x="5144" y="24019"/>
                  </a:lnTo>
                  <a:lnTo>
                    <a:pt x="0" y="19009"/>
                  </a:lnTo>
                  <a:lnTo>
                    <a:pt x="39" y="15743"/>
                  </a:lnTo>
                  <a:lnTo>
                    <a:pt x="3277" y="9914"/>
                  </a:lnTo>
                  <a:lnTo>
                    <a:pt x="7460" y="12079"/>
                  </a:lnTo>
                  <a:lnTo>
                    <a:pt x="9852" y="11597"/>
                  </a:lnTo>
                  <a:lnTo>
                    <a:pt x="14450" y="5982"/>
                  </a:lnTo>
                  <a:lnTo>
                    <a:pt x="1778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h4025"/>
            <p:cNvSpPr/>
            <p:nvPr/>
          </p:nvSpPr>
          <p:spPr>
            <a:xfrm>
              <a:off x="6606179" y="2880616"/>
              <a:ext cx="19228" cy="21051"/>
            </a:xfrm>
            <a:custGeom>
              <a:avLst/>
              <a:pathLst>
                <a:path w="19228" h="21051">
                  <a:moveTo>
                    <a:pt x="8073" y="386"/>
                  </a:moveTo>
                  <a:lnTo>
                    <a:pt x="13926" y="3515"/>
                  </a:lnTo>
                  <a:lnTo>
                    <a:pt x="16541" y="2904"/>
                  </a:lnTo>
                  <a:lnTo>
                    <a:pt x="19228" y="7169"/>
                  </a:lnTo>
                  <a:lnTo>
                    <a:pt x="16545" y="11721"/>
                  </a:lnTo>
                  <a:lnTo>
                    <a:pt x="17275" y="13871"/>
                  </a:lnTo>
                  <a:lnTo>
                    <a:pt x="15083" y="15205"/>
                  </a:lnTo>
                  <a:lnTo>
                    <a:pt x="13568" y="14622"/>
                  </a:lnTo>
                  <a:lnTo>
                    <a:pt x="9172" y="19351"/>
                  </a:lnTo>
                  <a:lnTo>
                    <a:pt x="5952" y="21051"/>
                  </a:lnTo>
                  <a:lnTo>
                    <a:pt x="5325" y="21020"/>
                  </a:lnTo>
                  <a:lnTo>
                    <a:pt x="6305" y="20704"/>
                  </a:lnTo>
                  <a:lnTo>
                    <a:pt x="6339" y="19542"/>
                  </a:lnTo>
                  <a:lnTo>
                    <a:pt x="183" y="18163"/>
                  </a:lnTo>
                  <a:lnTo>
                    <a:pt x="0" y="17033"/>
                  </a:lnTo>
                  <a:lnTo>
                    <a:pt x="2349" y="8350"/>
                  </a:lnTo>
                  <a:lnTo>
                    <a:pt x="2520" y="2516"/>
                  </a:lnTo>
                  <a:lnTo>
                    <a:pt x="396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h4026"/>
            <p:cNvSpPr/>
            <p:nvPr/>
          </p:nvSpPr>
          <p:spPr>
            <a:xfrm>
              <a:off x="6802020" y="2836054"/>
              <a:ext cx="52335" cy="31267"/>
            </a:xfrm>
            <a:custGeom>
              <a:avLst/>
              <a:pathLst>
                <a:path w="52335" h="31267">
                  <a:moveTo>
                    <a:pt x="27365" y="387"/>
                  </a:moveTo>
                  <a:lnTo>
                    <a:pt x="31077" y="2248"/>
                  </a:lnTo>
                  <a:lnTo>
                    <a:pt x="36079" y="2579"/>
                  </a:lnTo>
                  <a:lnTo>
                    <a:pt x="37874" y="3762"/>
                  </a:lnTo>
                  <a:lnTo>
                    <a:pt x="39827" y="6689"/>
                  </a:lnTo>
                  <a:lnTo>
                    <a:pt x="41409" y="10387"/>
                  </a:lnTo>
                  <a:lnTo>
                    <a:pt x="41482" y="12871"/>
                  </a:lnTo>
                  <a:lnTo>
                    <a:pt x="44590" y="12097"/>
                  </a:lnTo>
                  <a:lnTo>
                    <a:pt x="48019" y="9935"/>
                  </a:lnTo>
                  <a:lnTo>
                    <a:pt x="48057" y="8740"/>
                  </a:lnTo>
                  <a:lnTo>
                    <a:pt x="52335" y="7231"/>
                  </a:lnTo>
                  <a:lnTo>
                    <a:pt x="52257" y="10295"/>
                  </a:lnTo>
                  <a:lnTo>
                    <a:pt x="51126" y="13626"/>
                  </a:lnTo>
                  <a:lnTo>
                    <a:pt x="48629" y="14262"/>
                  </a:lnTo>
                  <a:lnTo>
                    <a:pt x="46340" y="18225"/>
                  </a:lnTo>
                  <a:lnTo>
                    <a:pt x="45838" y="20066"/>
                  </a:lnTo>
                  <a:lnTo>
                    <a:pt x="46961" y="22035"/>
                  </a:lnTo>
                  <a:lnTo>
                    <a:pt x="44524" y="23385"/>
                  </a:lnTo>
                  <a:lnTo>
                    <a:pt x="40004" y="23807"/>
                  </a:lnTo>
                  <a:lnTo>
                    <a:pt x="39921" y="26886"/>
                  </a:lnTo>
                  <a:lnTo>
                    <a:pt x="38505" y="28061"/>
                  </a:lnTo>
                  <a:lnTo>
                    <a:pt x="37442" y="27474"/>
                  </a:lnTo>
                  <a:lnTo>
                    <a:pt x="34068" y="30175"/>
                  </a:lnTo>
                  <a:lnTo>
                    <a:pt x="28259" y="28940"/>
                  </a:lnTo>
                  <a:lnTo>
                    <a:pt x="25254" y="30481"/>
                  </a:lnTo>
                  <a:lnTo>
                    <a:pt x="18094" y="31267"/>
                  </a:lnTo>
                  <a:lnTo>
                    <a:pt x="14910" y="31024"/>
                  </a:lnTo>
                  <a:lnTo>
                    <a:pt x="13360" y="27771"/>
                  </a:lnTo>
                  <a:lnTo>
                    <a:pt x="13164" y="25790"/>
                  </a:lnTo>
                  <a:lnTo>
                    <a:pt x="10120" y="22556"/>
                  </a:lnTo>
                  <a:lnTo>
                    <a:pt x="8470" y="21807"/>
                  </a:lnTo>
                  <a:lnTo>
                    <a:pt x="5117" y="24192"/>
                  </a:lnTo>
                  <a:lnTo>
                    <a:pt x="1364" y="20920"/>
                  </a:lnTo>
                  <a:lnTo>
                    <a:pt x="0" y="18646"/>
                  </a:lnTo>
                  <a:lnTo>
                    <a:pt x="1353" y="12278"/>
                  </a:lnTo>
                  <a:lnTo>
                    <a:pt x="6563" y="7425"/>
                  </a:lnTo>
                  <a:lnTo>
                    <a:pt x="7751" y="1400"/>
                  </a:lnTo>
                  <a:lnTo>
                    <a:pt x="9038" y="818"/>
                  </a:lnTo>
                  <a:lnTo>
                    <a:pt x="10477" y="589"/>
                  </a:lnTo>
                  <a:lnTo>
                    <a:pt x="13862" y="3443"/>
                  </a:lnTo>
                  <a:lnTo>
                    <a:pt x="13634" y="4241"/>
                  </a:lnTo>
                  <a:lnTo>
                    <a:pt x="20546" y="6879"/>
                  </a:lnTo>
                  <a:lnTo>
                    <a:pt x="23036" y="4398"/>
                  </a:lnTo>
                  <a:lnTo>
                    <a:pt x="22324" y="959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h4027"/>
            <p:cNvSpPr/>
            <p:nvPr/>
          </p:nvSpPr>
          <p:spPr>
            <a:xfrm>
              <a:off x="6621724" y="3050374"/>
              <a:ext cx="42447" cy="51344"/>
            </a:xfrm>
            <a:custGeom>
              <a:avLst/>
              <a:pathLst>
                <a:path w="42447" h="51344">
                  <a:moveTo>
                    <a:pt x="14384" y="2700"/>
                  </a:moveTo>
                  <a:lnTo>
                    <a:pt x="17331" y="3060"/>
                  </a:lnTo>
                  <a:lnTo>
                    <a:pt x="22725" y="727"/>
                  </a:lnTo>
                  <a:lnTo>
                    <a:pt x="28800" y="2226"/>
                  </a:lnTo>
                  <a:lnTo>
                    <a:pt x="33486" y="5448"/>
                  </a:lnTo>
                  <a:lnTo>
                    <a:pt x="35883" y="4097"/>
                  </a:lnTo>
                  <a:lnTo>
                    <a:pt x="40771" y="4878"/>
                  </a:lnTo>
                  <a:lnTo>
                    <a:pt x="42447" y="7178"/>
                  </a:lnTo>
                  <a:lnTo>
                    <a:pt x="40165" y="8526"/>
                  </a:lnTo>
                  <a:lnTo>
                    <a:pt x="40003" y="12137"/>
                  </a:lnTo>
                  <a:lnTo>
                    <a:pt x="37373" y="15744"/>
                  </a:lnTo>
                  <a:lnTo>
                    <a:pt x="40085" y="20328"/>
                  </a:lnTo>
                  <a:lnTo>
                    <a:pt x="39874" y="22855"/>
                  </a:lnTo>
                  <a:lnTo>
                    <a:pt x="32982" y="27877"/>
                  </a:lnTo>
                  <a:lnTo>
                    <a:pt x="33383" y="30905"/>
                  </a:lnTo>
                  <a:lnTo>
                    <a:pt x="30942" y="37917"/>
                  </a:lnTo>
                  <a:lnTo>
                    <a:pt x="31261" y="39202"/>
                  </a:lnTo>
                  <a:lnTo>
                    <a:pt x="31504" y="44542"/>
                  </a:lnTo>
                  <a:lnTo>
                    <a:pt x="27972" y="49155"/>
                  </a:lnTo>
                  <a:lnTo>
                    <a:pt x="24740" y="51293"/>
                  </a:lnTo>
                  <a:lnTo>
                    <a:pt x="19797" y="49665"/>
                  </a:lnTo>
                  <a:lnTo>
                    <a:pt x="16650" y="51344"/>
                  </a:lnTo>
                  <a:lnTo>
                    <a:pt x="17281" y="43793"/>
                  </a:lnTo>
                  <a:lnTo>
                    <a:pt x="18547" y="42366"/>
                  </a:lnTo>
                  <a:lnTo>
                    <a:pt x="19654" y="38750"/>
                  </a:lnTo>
                  <a:lnTo>
                    <a:pt x="19797" y="35596"/>
                  </a:lnTo>
                  <a:lnTo>
                    <a:pt x="22687" y="32550"/>
                  </a:lnTo>
                  <a:lnTo>
                    <a:pt x="21604" y="24828"/>
                  </a:lnTo>
                  <a:lnTo>
                    <a:pt x="13511" y="20650"/>
                  </a:lnTo>
                  <a:lnTo>
                    <a:pt x="6716" y="15011"/>
                  </a:lnTo>
                  <a:lnTo>
                    <a:pt x="3493" y="15665"/>
                  </a:lnTo>
                  <a:lnTo>
                    <a:pt x="0" y="15482"/>
                  </a:lnTo>
                  <a:lnTo>
                    <a:pt x="384" y="11985"/>
                  </a:lnTo>
                  <a:lnTo>
                    <a:pt x="1106" y="11515"/>
                  </a:lnTo>
                  <a:lnTo>
                    <a:pt x="208" y="8318"/>
                  </a:lnTo>
                  <a:lnTo>
                    <a:pt x="2393" y="8051"/>
                  </a:lnTo>
                  <a:lnTo>
                    <a:pt x="5052" y="6603"/>
                  </a:lnTo>
                  <a:lnTo>
                    <a:pt x="11733" y="872"/>
                  </a:lnTo>
                  <a:lnTo>
                    <a:pt x="1467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h4028"/>
            <p:cNvSpPr/>
            <p:nvPr/>
          </p:nvSpPr>
          <p:spPr>
            <a:xfrm>
              <a:off x="6553883" y="2939621"/>
              <a:ext cx="45648" cy="50867"/>
            </a:xfrm>
            <a:custGeom>
              <a:avLst/>
              <a:pathLst>
                <a:path w="45648" h="50867">
                  <a:moveTo>
                    <a:pt x="8019" y="2740"/>
                  </a:moveTo>
                  <a:lnTo>
                    <a:pt x="9755" y="6152"/>
                  </a:lnTo>
                  <a:lnTo>
                    <a:pt x="15153" y="12209"/>
                  </a:lnTo>
                  <a:lnTo>
                    <a:pt x="17774" y="12290"/>
                  </a:lnTo>
                  <a:lnTo>
                    <a:pt x="19344" y="10027"/>
                  </a:lnTo>
                  <a:lnTo>
                    <a:pt x="20421" y="10205"/>
                  </a:lnTo>
                  <a:lnTo>
                    <a:pt x="22053" y="20127"/>
                  </a:lnTo>
                  <a:lnTo>
                    <a:pt x="25291" y="19769"/>
                  </a:lnTo>
                  <a:lnTo>
                    <a:pt x="25796" y="18075"/>
                  </a:lnTo>
                  <a:lnTo>
                    <a:pt x="27919" y="17574"/>
                  </a:lnTo>
                  <a:lnTo>
                    <a:pt x="31848" y="19459"/>
                  </a:lnTo>
                  <a:lnTo>
                    <a:pt x="31832" y="20148"/>
                  </a:lnTo>
                  <a:lnTo>
                    <a:pt x="36977" y="23918"/>
                  </a:lnTo>
                  <a:lnTo>
                    <a:pt x="37537" y="22448"/>
                  </a:lnTo>
                  <a:lnTo>
                    <a:pt x="39581" y="22082"/>
                  </a:lnTo>
                  <a:lnTo>
                    <a:pt x="42988" y="22739"/>
                  </a:lnTo>
                  <a:lnTo>
                    <a:pt x="44368" y="24133"/>
                  </a:lnTo>
                  <a:lnTo>
                    <a:pt x="45648" y="26962"/>
                  </a:lnTo>
                  <a:lnTo>
                    <a:pt x="44791" y="35680"/>
                  </a:lnTo>
                  <a:lnTo>
                    <a:pt x="43885" y="38004"/>
                  </a:lnTo>
                  <a:lnTo>
                    <a:pt x="38121" y="41219"/>
                  </a:lnTo>
                  <a:lnTo>
                    <a:pt x="34705" y="41471"/>
                  </a:lnTo>
                  <a:lnTo>
                    <a:pt x="33794" y="46351"/>
                  </a:lnTo>
                  <a:lnTo>
                    <a:pt x="31877" y="47447"/>
                  </a:lnTo>
                  <a:lnTo>
                    <a:pt x="26051" y="46058"/>
                  </a:lnTo>
                  <a:lnTo>
                    <a:pt x="21280" y="46789"/>
                  </a:lnTo>
                  <a:lnTo>
                    <a:pt x="20595" y="44963"/>
                  </a:lnTo>
                  <a:lnTo>
                    <a:pt x="20809" y="41728"/>
                  </a:lnTo>
                  <a:lnTo>
                    <a:pt x="19496" y="40636"/>
                  </a:lnTo>
                  <a:lnTo>
                    <a:pt x="17099" y="42602"/>
                  </a:lnTo>
                  <a:lnTo>
                    <a:pt x="15611" y="45788"/>
                  </a:lnTo>
                  <a:lnTo>
                    <a:pt x="11537" y="50588"/>
                  </a:lnTo>
                  <a:lnTo>
                    <a:pt x="9436" y="50867"/>
                  </a:lnTo>
                  <a:lnTo>
                    <a:pt x="7966" y="50231"/>
                  </a:lnTo>
                  <a:lnTo>
                    <a:pt x="10585" y="48699"/>
                  </a:lnTo>
                  <a:lnTo>
                    <a:pt x="12573" y="42837"/>
                  </a:lnTo>
                  <a:lnTo>
                    <a:pt x="11307" y="41536"/>
                  </a:lnTo>
                  <a:lnTo>
                    <a:pt x="10263" y="38326"/>
                  </a:lnTo>
                  <a:lnTo>
                    <a:pt x="9185" y="26650"/>
                  </a:lnTo>
                  <a:lnTo>
                    <a:pt x="9797" y="25090"/>
                  </a:lnTo>
                  <a:lnTo>
                    <a:pt x="7111" y="22958"/>
                  </a:lnTo>
                  <a:lnTo>
                    <a:pt x="5931" y="22900"/>
                  </a:lnTo>
                  <a:lnTo>
                    <a:pt x="1507" y="6431"/>
                  </a:lnTo>
                  <a:lnTo>
                    <a:pt x="0" y="4786"/>
                  </a:lnTo>
                  <a:lnTo>
                    <a:pt x="2342" y="2243"/>
                  </a:lnTo>
                  <a:lnTo>
                    <a:pt x="329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h4029"/>
            <p:cNvSpPr/>
            <p:nvPr/>
          </p:nvSpPr>
          <p:spPr>
            <a:xfrm>
              <a:off x="6539548" y="2962521"/>
              <a:ext cx="30830" cy="41414"/>
            </a:xfrm>
            <a:custGeom>
              <a:avLst/>
              <a:pathLst>
                <a:path w="30830" h="41414">
                  <a:moveTo>
                    <a:pt x="21447" y="58"/>
                  </a:moveTo>
                  <a:lnTo>
                    <a:pt x="24132" y="2190"/>
                  </a:lnTo>
                  <a:lnTo>
                    <a:pt x="23521" y="3750"/>
                  </a:lnTo>
                  <a:lnTo>
                    <a:pt x="24598" y="15426"/>
                  </a:lnTo>
                  <a:lnTo>
                    <a:pt x="25643" y="18636"/>
                  </a:lnTo>
                  <a:lnTo>
                    <a:pt x="26909" y="19937"/>
                  </a:lnTo>
                  <a:lnTo>
                    <a:pt x="24921" y="25799"/>
                  </a:lnTo>
                  <a:lnTo>
                    <a:pt x="22302" y="27331"/>
                  </a:lnTo>
                  <a:lnTo>
                    <a:pt x="23524" y="28266"/>
                  </a:lnTo>
                  <a:lnTo>
                    <a:pt x="23392" y="31039"/>
                  </a:lnTo>
                  <a:lnTo>
                    <a:pt x="25247" y="33753"/>
                  </a:lnTo>
                  <a:lnTo>
                    <a:pt x="30830" y="39271"/>
                  </a:lnTo>
                  <a:lnTo>
                    <a:pt x="30806" y="40170"/>
                  </a:lnTo>
                  <a:lnTo>
                    <a:pt x="28262" y="41414"/>
                  </a:lnTo>
                  <a:lnTo>
                    <a:pt x="22376" y="41244"/>
                  </a:lnTo>
                  <a:lnTo>
                    <a:pt x="23475" y="39399"/>
                  </a:lnTo>
                  <a:lnTo>
                    <a:pt x="19788" y="35432"/>
                  </a:lnTo>
                  <a:lnTo>
                    <a:pt x="18681" y="34648"/>
                  </a:lnTo>
                  <a:lnTo>
                    <a:pt x="16319" y="34739"/>
                  </a:lnTo>
                  <a:lnTo>
                    <a:pt x="15056" y="33744"/>
                  </a:lnTo>
                  <a:lnTo>
                    <a:pt x="15432" y="31573"/>
                  </a:lnTo>
                  <a:lnTo>
                    <a:pt x="17070" y="29838"/>
                  </a:lnTo>
                  <a:lnTo>
                    <a:pt x="17102" y="25059"/>
                  </a:lnTo>
                  <a:lnTo>
                    <a:pt x="16563" y="19887"/>
                  </a:lnTo>
                  <a:lnTo>
                    <a:pt x="13894" y="19947"/>
                  </a:lnTo>
                  <a:lnTo>
                    <a:pt x="15340" y="15399"/>
                  </a:lnTo>
                  <a:lnTo>
                    <a:pt x="13099" y="13729"/>
                  </a:lnTo>
                  <a:lnTo>
                    <a:pt x="3353" y="17202"/>
                  </a:lnTo>
                  <a:lnTo>
                    <a:pt x="0" y="12798"/>
                  </a:lnTo>
                  <a:lnTo>
                    <a:pt x="1088" y="11882"/>
                  </a:lnTo>
                  <a:lnTo>
                    <a:pt x="4376" y="11637"/>
                  </a:lnTo>
                  <a:lnTo>
                    <a:pt x="10101" y="10758"/>
                  </a:lnTo>
                  <a:lnTo>
                    <a:pt x="15585" y="6182"/>
                  </a:lnTo>
                  <a:lnTo>
                    <a:pt x="17460" y="2293"/>
                  </a:lnTo>
                  <a:lnTo>
                    <a:pt x="2026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h4030"/>
            <p:cNvSpPr/>
            <p:nvPr/>
          </p:nvSpPr>
          <p:spPr>
            <a:xfrm>
              <a:off x="6621001" y="2850280"/>
              <a:ext cx="39854" cy="29497"/>
            </a:xfrm>
            <a:custGeom>
              <a:avLst/>
              <a:pathLst>
                <a:path w="39854" h="29497">
                  <a:moveTo>
                    <a:pt x="8644" y="876"/>
                  </a:moveTo>
                  <a:lnTo>
                    <a:pt x="9876" y="3911"/>
                  </a:lnTo>
                  <a:lnTo>
                    <a:pt x="12653" y="5501"/>
                  </a:lnTo>
                  <a:lnTo>
                    <a:pt x="16097" y="4284"/>
                  </a:lnTo>
                  <a:lnTo>
                    <a:pt x="20648" y="4142"/>
                  </a:lnTo>
                  <a:lnTo>
                    <a:pt x="24997" y="2127"/>
                  </a:lnTo>
                  <a:lnTo>
                    <a:pt x="31453" y="3002"/>
                  </a:lnTo>
                  <a:lnTo>
                    <a:pt x="30581" y="4722"/>
                  </a:lnTo>
                  <a:lnTo>
                    <a:pt x="33818" y="9775"/>
                  </a:lnTo>
                  <a:lnTo>
                    <a:pt x="37232" y="13621"/>
                  </a:lnTo>
                  <a:lnTo>
                    <a:pt x="39854" y="15274"/>
                  </a:lnTo>
                  <a:lnTo>
                    <a:pt x="38287" y="25391"/>
                  </a:lnTo>
                  <a:lnTo>
                    <a:pt x="38902" y="28060"/>
                  </a:lnTo>
                  <a:lnTo>
                    <a:pt x="36893" y="29497"/>
                  </a:lnTo>
                  <a:lnTo>
                    <a:pt x="35822" y="27106"/>
                  </a:lnTo>
                  <a:lnTo>
                    <a:pt x="31447" y="27851"/>
                  </a:lnTo>
                  <a:lnTo>
                    <a:pt x="29147" y="27229"/>
                  </a:lnTo>
                  <a:lnTo>
                    <a:pt x="28959" y="25576"/>
                  </a:lnTo>
                  <a:lnTo>
                    <a:pt x="23494" y="22797"/>
                  </a:lnTo>
                  <a:lnTo>
                    <a:pt x="17580" y="22415"/>
                  </a:lnTo>
                  <a:lnTo>
                    <a:pt x="12974" y="25571"/>
                  </a:lnTo>
                  <a:lnTo>
                    <a:pt x="6689" y="25729"/>
                  </a:lnTo>
                  <a:lnTo>
                    <a:pt x="6140" y="24641"/>
                  </a:lnTo>
                  <a:lnTo>
                    <a:pt x="6464" y="21738"/>
                  </a:lnTo>
                  <a:lnTo>
                    <a:pt x="8826" y="18184"/>
                  </a:lnTo>
                  <a:lnTo>
                    <a:pt x="8051" y="15664"/>
                  </a:lnTo>
                  <a:lnTo>
                    <a:pt x="6359" y="15431"/>
                  </a:lnTo>
                  <a:lnTo>
                    <a:pt x="2296" y="17767"/>
                  </a:lnTo>
                  <a:lnTo>
                    <a:pt x="0" y="15171"/>
                  </a:lnTo>
                  <a:lnTo>
                    <a:pt x="3363" y="4841"/>
                  </a:lnTo>
                  <a:lnTo>
                    <a:pt x="710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h4031"/>
            <p:cNvSpPr/>
            <p:nvPr/>
          </p:nvSpPr>
          <p:spPr>
            <a:xfrm>
              <a:off x="6450825" y="2994409"/>
              <a:ext cx="71901" cy="58196"/>
            </a:xfrm>
            <a:custGeom>
              <a:avLst/>
              <a:pathLst>
                <a:path w="71901" h="58196">
                  <a:moveTo>
                    <a:pt x="52560" y="4056"/>
                  </a:moveTo>
                  <a:lnTo>
                    <a:pt x="54581" y="4310"/>
                  </a:lnTo>
                  <a:lnTo>
                    <a:pt x="60646" y="10344"/>
                  </a:lnTo>
                  <a:lnTo>
                    <a:pt x="60689" y="18795"/>
                  </a:lnTo>
                  <a:lnTo>
                    <a:pt x="62731" y="25212"/>
                  </a:lnTo>
                  <a:lnTo>
                    <a:pt x="65380" y="27131"/>
                  </a:lnTo>
                  <a:lnTo>
                    <a:pt x="66751" y="26203"/>
                  </a:lnTo>
                  <a:lnTo>
                    <a:pt x="67746" y="24229"/>
                  </a:lnTo>
                  <a:lnTo>
                    <a:pt x="70930" y="26304"/>
                  </a:lnTo>
                  <a:lnTo>
                    <a:pt x="71824" y="26865"/>
                  </a:lnTo>
                  <a:lnTo>
                    <a:pt x="71901" y="29105"/>
                  </a:lnTo>
                  <a:lnTo>
                    <a:pt x="69991" y="29166"/>
                  </a:lnTo>
                  <a:lnTo>
                    <a:pt x="68637" y="32449"/>
                  </a:lnTo>
                  <a:lnTo>
                    <a:pt x="69324" y="35467"/>
                  </a:lnTo>
                  <a:lnTo>
                    <a:pt x="68492" y="36107"/>
                  </a:lnTo>
                  <a:lnTo>
                    <a:pt x="68410" y="44085"/>
                  </a:lnTo>
                  <a:lnTo>
                    <a:pt x="67542" y="48344"/>
                  </a:lnTo>
                  <a:lnTo>
                    <a:pt x="62200" y="48499"/>
                  </a:lnTo>
                  <a:lnTo>
                    <a:pt x="58043" y="54740"/>
                  </a:lnTo>
                  <a:lnTo>
                    <a:pt x="53895" y="52483"/>
                  </a:lnTo>
                  <a:lnTo>
                    <a:pt x="52761" y="54093"/>
                  </a:lnTo>
                  <a:lnTo>
                    <a:pt x="52357" y="57881"/>
                  </a:lnTo>
                  <a:lnTo>
                    <a:pt x="50914" y="58196"/>
                  </a:lnTo>
                  <a:lnTo>
                    <a:pt x="44173" y="54849"/>
                  </a:lnTo>
                  <a:lnTo>
                    <a:pt x="39396" y="54761"/>
                  </a:lnTo>
                  <a:lnTo>
                    <a:pt x="33412" y="53509"/>
                  </a:lnTo>
                  <a:lnTo>
                    <a:pt x="25244" y="53643"/>
                  </a:lnTo>
                  <a:lnTo>
                    <a:pt x="23914" y="52827"/>
                  </a:lnTo>
                  <a:lnTo>
                    <a:pt x="18874" y="43618"/>
                  </a:lnTo>
                  <a:lnTo>
                    <a:pt x="12952" y="46692"/>
                  </a:lnTo>
                  <a:lnTo>
                    <a:pt x="8042" y="44803"/>
                  </a:lnTo>
                  <a:lnTo>
                    <a:pt x="5115" y="45933"/>
                  </a:lnTo>
                  <a:lnTo>
                    <a:pt x="0" y="42350"/>
                  </a:lnTo>
                  <a:lnTo>
                    <a:pt x="1789" y="40333"/>
                  </a:lnTo>
                  <a:lnTo>
                    <a:pt x="1873" y="37471"/>
                  </a:lnTo>
                  <a:lnTo>
                    <a:pt x="1522" y="36478"/>
                  </a:lnTo>
                  <a:lnTo>
                    <a:pt x="33" y="35848"/>
                  </a:lnTo>
                  <a:lnTo>
                    <a:pt x="5045" y="22265"/>
                  </a:lnTo>
                  <a:lnTo>
                    <a:pt x="10882" y="16348"/>
                  </a:lnTo>
                  <a:lnTo>
                    <a:pt x="14652" y="14016"/>
                  </a:lnTo>
                  <a:lnTo>
                    <a:pt x="15694" y="14639"/>
                  </a:lnTo>
                  <a:lnTo>
                    <a:pt x="14987" y="15986"/>
                  </a:lnTo>
                  <a:lnTo>
                    <a:pt x="15504" y="16737"/>
                  </a:lnTo>
                  <a:lnTo>
                    <a:pt x="20085" y="18840"/>
                  </a:lnTo>
                  <a:lnTo>
                    <a:pt x="21095" y="18627"/>
                  </a:lnTo>
                  <a:lnTo>
                    <a:pt x="22244" y="16098"/>
                  </a:lnTo>
                  <a:lnTo>
                    <a:pt x="31414" y="8420"/>
                  </a:lnTo>
                  <a:lnTo>
                    <a:pt x="36340" y="6236"/>
                  </a:lnTo>
                  <a:lnTo>
                    <a:pt x="42228" y="1553"/>
                  </a:lnTo>
                  <a:lnTo>
                    <a:pt x="44019" y="1157"/>
                  </a:lnTo>
                  <a:lnTo>
                    <a:pt x="47905" y="2781"/>
                  </a:lnTo>
                  <a:lnTo>
                    <a:pt x="5082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h4032"/>
            <p:cNvSpPr/>
            <p:nvPr/>
          </p:nvSpPr>
          <p:spPr>
            <a:xfrm>
              <a:off x="6419935" y="2927038"/>
              <a:ext cx="254" cy="140"/>
            </a:xfrm>
            <a:custGeom>
              <a:avLst/>
              <a:pathLst>
                <a:path w="254" h="140">
                  <a:moveTo>
                    <a:pt x="0" y="35"/>
                  </a:moveTo>
                  <a:lnTo>
                    <a:pt x="254" y="0"/>
                  </a:lnTo>
                  <a:lnTo>
                    <a:pt x="173" y="14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h4033"/>
            <p:cNvSpPr/>
            <p:nvPr/>
          </p:nvSpPr>
          <p:spPr>
            <a:xfrm>
              <a:off x="6415871" y="2878107"/>
              <a:ext cx="44158" cy="58595"/>
            </a:xfrm>
            <a:custGeom>
              <a:avLst/>
              <a:pathLst>
                <a:path w="44158" h="58595">
                  <a:moveTo>
                    <a:pt x="32520" y="4288"/>
                  </a:moveTo>
                  <a:lnTo>
                    <a:pt x="35567" y="6025"/>
                  </a:lnTo>
                  <a:lnTo>
                    <a:pt x="36496" y="12239"/>
                  </a:lnTo>
                  <a:lnTo>
                    <a:pt x="42997" y="16500"/>
                  </a:lnTo>
                  <a:lnTo>
                    <a:pt x="44158" y="18716"/>
                  </a:lnTo>
                  <a:lnTo>
                    <a:pt x="43976" y="22529"/>
                  </a:lnTo>
                  <a:lnTo>
                    <a:pt x="41920" y="23615"/>
                  </a:lnTo>
                  <a:lnTo>
                    <a:pt x="39445" y="23407"/>
                  </a:lnTo>
                  <a:lnTo>
                    <a:pt x="33738" y="26456"/>
                  </a:lnTo>
                  <a:lnTo>
                    <a:pt x="31015" y="30606"/>
                  </a:lnTo>
                  <a:lnTo>
                    <a:pt x="28899" y="31170"/>
                  </a:lnTo>
                  <a:lnTo>
                    <a:pt x="26109" y="29694"/>
                  </a:lnTo>
                  <a:lnTo>
                    <a:pt x="22932" y="30586"/>
                  </a:lnTo>
                  <a:lnTo>
                    <a:pt x="21486" y="32011"/>
                  </a:lnTo>
                  <a:lnTo>
                    <a:pt x="26371" y="45710"/>
                  </a:lnTo>
                  <a:lnTo>
                    <a:pt x="25519" y="51867"/>
                  </a:lnTo>
                  <a:lnTo>
                    <a:pt x="23325" y="53587"/>
                  </a:lnTo>
                  <a:lnTo>
                    <a:pt x="22651" y="51946"/>
                  </a:lnTo>
                  <a:lnTo>
                    <a:pt x="20521" y="51006"/>
                  </a:lnTo>
                  <a:lnTo>
                    <a:pt x="16128" y="53490"/>
                  </a:lnTo>
                  <a:lnTo>
                    <a:pt x="12131" y="58595"/>
                  </a:lnTo>
                  <a:lnTo>
                    <a:pt x="11520" y="57123"/>
                  </a:lnTo>
                  <a:lnTo>
                    <a:pt x="7035" y="54964"/>
                  </a:lnTo>
                  <a:lnTo>
                    <a:pt x="6322" y="53311"/>
                  </a:lnTo>
                  <a:lnTo>
                    <a:pt x="2902" y="53975"/>
                  </a:lnTo>
                  <a:lnTo>
                    <a:pt x="2581" y="54919"/>
                  </a:lnTo>
                  <a:lnTo>
                    <a:pt x="3631" y="57231"/>
                  </a:lnTo>
                  <a:lnTo>
                    <a:pt x="664" y="57724"/>
                  </a:lnTo>
                  <a:lnTo>
                    <a:pt x="0" y="53189"/>
                  </a:lnTo>
                  <a:lnTo>
                    <a:pt x="8454" y="47453"/>
                  </a:lnTo>
                  <a:lnTo>
                    <a:pt x="11725" y="39895"/>
                  </a:lnTo>
                  <a:lnTo>
                    <a:pt x="11700" y="37334"/>
                  </a:lnTo>
                  <a:lnTo>
                    <a:pt x="10354" y="34932"/>
                  </a:lnTo>
                  <a:lnTo>
                    <a:pt x="5979" y="32387"/>
                  </a:lnTo>
                  <a:lnTo>
                    <a:pt x="6329" y="31082"/>
                  </a:lnTo>
                  <a:lnTo>
                    <a:pt x="8555" y="29764"/>
                  </a:lnTo>
                  <a:lnTo>
                    <a:pt x="9667" y="28135"/>
                  </a:lnTo>
                  <a:lnTo>
                    <a:pt x="12154" y="22464"/>
                  </a:lnTo>
                  <a:lnTo>
                    <a:pt x="16137" y="19420"/>
                  </a:lnTo>
                  <a:lnTo>
                    <a:pt x="19527" y="20139"/>
                  </a:lnTo>
                  <a:lnTo>
                    <a:pt x="20969" y="16919"/>
                  </a:lnTo>
                  <a:lnTo>
                    <a:pt x="19908" y="16425"/>
                  </a:lnTo>
                  <a:lnTo>
                    <a:pt x="19575" y="14158"/>
                  </a:lnTo>
                  <a:lnTo>
                    <a:pt x="21943" y="7975"/>
                  </a:lnTo>
                  <a:lnTo>
                    <a:pt x="24020" y="5351"/>
                  </a:lnTo>
                  <a:lnTo>
                    <a:pt x="3049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h4034"/>
            <p:cNvSpPr/>
            <p:nvPr/>
          </p:nvSpPr>
          <p:spPr>
            <a:xfrm>
              <a:off x="6605483" y="2931741"/>
              <a:ext cx="21618" cy="38285"/>
            </a:xfrm>
            <a:custGeom>
              <a:avLst/>
              <a:pathLst>
                <a:path w="21618" h="38285">
                  <a:moveTo>
                    <a:pt x="2935" y="0"/>
                  </a:moveTo>
                  <a:lnTo>
                    <a:pt x="9316" y="2835"/>
                  </a:lnTo>
                  <a:lnTo>
                    <a:pt x="12833" y="4543"/>
                  </a:lnTo>
                  <a:lnTo>
                    <a:pt x="12558" y="8639"/>
                  </a:lnTo>
                  <a:lnTo>
                    <a:pt x="13240" y="11258"/>
                  </a:lnTo>
                  <a:lnTo>
                    <a:pt x="15937" y="14811"/>
                  </a:lnTo>
                  <a:lnTo>
                    <a:pt x="17830" y="16407"/>
                  </a:lnTo>
                  <a:lnTo>
                    <a:pt x="19635" y="16683"/>
                  </a:lnTo>
                  <a:lnTo>
                    <a:pt x="21614" y="20077"/>
                  </a:lnTo>
                  <a:lnTo>
                    <a:pt x="21618" y="25305"/>
                  </a:lnTo>
                  <a:lnTo>
                    <a:pt x="20080" y="28540"/>
                  </a:lnTo>
                  <a:lnTo>
                    <a:pt x="15662" y="26732"/>
                  </a:lnTo>
                  <a:lnTo>
                    <a:pt x="13741" y="30969"/>
                  </a:lnTo>
                  <a:lnTo>
                    <a:pt x="9214" y="34366"/>
                  </a:lnTo>
                  <a:lnTo>
                    <a:pt x="9679" y="37358"/>
                  </a:lnTo>
                  <a:lnTo>
                    <a:pt x="6836" y="38285"/>
                  </a:lnTo>
                  <a:lnTo>
                    <a:pt x="3065" y="35227"/>
                  </a:lnTo>
                  <a:lnTo>
                    <a:pt x="1047" y="28909"/>
                  </a:lnTo>
                  <a:lnTo>
                    <a:pt x="6247" y="22969"/>
                  </a:lnTo>
                  <a:lnTo>
                    <a:pt x="5187" y="20192"/>
                  </a:lnTo>
                  <a:lnTo>
                    <a:pt x="4570" y="11777"/>
                  </a:lnTo>
                  <a:lnTo>
                    <a:pt x="1968" y="11503"/>
                  </a:lnTo>
                  <a:lnTo>
                    <a:pt x="0" y="5350"/>
                  </a:lnTo>
                  <a:lnTo>
                    <a:pt x="2459" y="2329"/>
                  </a:lnTo>
                  <a:lnTo>
                    <a:pt x="1378" y="1112"/>
                  </a:lnTo>
                  <a:lnTo>
                    <a:pt x="1491" y="26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h4035"/>
            <p:cNvSpPr/>
            <p:nvPr/>
          </p:nvSpPr>
          <p:spPr>
            <a:xfrm>
              <a:off x="6656371" y="2972710"/>
              <a:ext cx="27196" cy="22605"/>
            </a:xfrm>
            <a:custGeom>
              <a:avLst/>
              <a:pathLst>
                <a:path w="27196" h="22605">
                  <a:moveTo>
                    <a:pt x="2143" y="1034"/>
                  </a:moveTo>
                  <a:lnTo>
                    <a:pt x="9102" y="4066"/>
                  </a:lnTo>
                  <a:lnTo>
                    <a:pt x="14477" y="4178"/>
                  </a:lnTo>
                  <a:lnTo>
                    <a:pt x="21625" y="6897"/>
                  </a:lnTo>
                  <a:lnTo>
                    <a:pt x="23625" y="9120"/>
                  </a:lnTo>
                  <a:lnTo>
                    <a:pt x="27196" y="9725"/>
                  </a:lnTo>
                  <a:lnTo>
                    <a:pt x="27155" y="12582"/>
                  </a:lnTo>
                  <a:lnTo>
                    <a:pt x="25294" y="16940"/>
                  </a:lnTo>
                  <a:lnTo>
                    <a:pt x="25662" y="18290"/>
                  </a:lnTo>
                  <a:lnTo>
                    <a:pt x="24537" y="22605"/>
                  </a:lnTo>
                  <a:lnTo>
                    <a:pt x="17861" y="19437"/>
                  </a:lnTo>
                  <a:lnTo>
                    <a:pt x="16162" y="15940"/>
                  </a:lnTo>
                  <a:lnTo>
                    <a:pt x="16672" y="14972"/>
                  </a:lnTo>
                  <a:lnTo>
                    <a:pt x="22362" y="14367"/>
                  </a:lnTo>
                  <a:lnTo>
                    <a:pt x="22861" y="12955"/>
                  </a:lnTo>
                  <a:lnTo>
                    <a:pt x="14898" y="9396"/>
                  </a:lnTo>
                  <a:lnTo>
                    <a:pt x="8882" y="7483"/>
                  </a:lnTo>
                  <a:lnTo>
                    <a:pt x="4024" y="6927"/>
                  </a:lnTo>
                  <a:lnTo>
                    <a:pt x="142" y="3656"/>
                  </a:lnTo>
                  <a:lnTo>
                    <a:pt x="0" y="2303"/>
                  </a:lnTo>
                  <a:lnTo>
                    <a:pt x="176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h4036"/>
            <p:cNvSpPr/>
            <p:nvPr/>
          </p:nvSpPr>
          <p:spPr>
            <a:xfrm>
              <a:off x="6557436" y="3026624"/>
              <a:ext cx="37743" cy="31568"/>
            </a:xfrm>
            <a:custGeom>
              <a:avLst/>
              <a:pathLst>
                <a:path w="37743" h="31568">
                  <a:moveTo>
                    <a:pt x="11545" y="4517"/>
                  </a:moveTo>
                  <a:lnTo>
                    <a:pt x="14729" y="3486"/>
                  </a:lnTo>
                  <a:lnTo>
                    <a:pt x="18207" y="7998"/>
                  </a:lnTo>
                  <a:lnTo>
                    <a:pt x="22033" y="9637"/>
                  </a:lnTo>
                  <a:lnTo>
                    <a:pt x="29713" y="10272"/>
                  </a:lnTo>
                  <a:lnTo>
                    <a:pt x="30882" y="9244"/>
                  </a:lnTo>
                  <a:lnTo>
                    <a:pt x="35211" y="8222"/>
                  </a:lnTo>
                  <a:lnTo>
                    <a:pt x="37743" y="11288"/>
                  </a:lnTo>
                  <a:lnTo>
                    <a:pt x="31685" y="19153"/>
                  </a:lnTo>
                  <a:lnTo>
                    <a:pt x="32011" y="20069"/>
                  </a:lnTo>
                  <a:lnTo>
                    <a:pt x="27924" y="20124"/>
                  </a:lnTo>
                  <a:lnTo>
                    <a:pt x="24622" y="27135"/>
                  </a:lnTo>
                  <a:lnTo>
                    <a:pt x="18617" y="29375"/>
                  </a:lnTo>
                  <a:lnTo>
                    <a:pt x="13640" y="26528"/>
                  </a:lnTo>
                  <a:lnTo>
                    <a:pt x="11653" y="26173"/>
                  </a:lnTo>
                  <a:lnTo>
                    <a:pt x="7368" y="29225"/>
                  </a:lnTo>
                  <a:lnTo>
                    <a:pt x="7117" y="31119"/>
                  </a:lnTo>
                  <a:lnTo>
                    <a:pt x="5704" y="31568"/>
                  </a:lnTo>
                  <a:lnTo>
                    <a:pt x="1289" y="26370"/>
                  </a:lnTo>
                  <a:lnTo>
                    <a:pt x="780" y="21034"/>
                  </a:lnTo>
                  <a:lnTo>
                    <a:pt x="0" y="19878"/>
                  </a:lnTo>
                  <a:lnTo>
                    <a:pt x="3670" y="14998"/>
                  </a:lnTo>
                  <a:lnTo>
                    <a:pt x="7047" y="14404"/>
                  </a:lnTo>
                  <a:lnTo>
                    <a:pt x="6523" y="6310"/>
                  </a:lnTo>
                  <a:lnTo>
                    <a:pt x="4364" y="4062"/>
                  </a:lnTo>
                  <a:lnTo>
                    <a:pt x="4915" y="1499"/>
                  </a:lnTo>
                  <a:lnTo>
                    <a:pt x="642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h4037"/>
            <p:cNvSpPr/>
            <p:nvPr/>
          </p:nvSpPr>
          <p:spPr>
            <a:xfrm>
              <a:off x="6649656" y="2707141"/>
              <a:ext cx="41838" cy="40774"/>
            </a:xfrm>
            <a:custGeom>
              <a:avLst/>
              <a:pathLst>
                <a:path w="41838" h="40774">
                  <a:moveTo>
                    <a:pt x="20600" y="0"/>
                  </a:moveTo>
                  <a:lnTo>
                    <a:pt x="19022" y="2636"/>
                  </a:lnTo>
                  <a:lnTo>
                    <a:pt x="21868" y="4330"/>
                  </a:lnTo>
                  <a:lnTo>
                    <a:pt x="21231" y="10080"/>
                  </a:lnTo>
                  <a:lnTo>
                    <a:pt x="26495" y="14069"/>
                  </a:lnTo>
                  <a:lnTo>
                    <a:pt x="35282" y="16780"/>
                  </a:lnTo>
                  <a:lnTo>
                    <a:pt x="39401" y="19813"/>
                  </a:lnTo>
                  <a:lnTo>
                    <a:pt x="36188" y="21937"/>
                  </a:lnTo>
                  <a:lnTo>
                    <a:pt x="35931" y="23897"/>
                  </a:lnTo>
                  <a:lnTo>
                    <a:pt x="41641" y="25154"/>
                  </a:lnTo>
                  <a:lnTo>
                    <a:pt x="41838" y="27301"/>
                  </a:lnTo>
                  <a:lnTo>
                    <a:pt x="41155" y="31586"/>
                  </a:lnTo>
                  <a:lnTo>
                    <a:pt x="38560" y="32953"/>
                  </a:lnTo>
                  <a:lnTo>
                    <a:pt x="33680" y="33837"/>
                  </a:lnTo>
                  <a:lnTo>
                    <a:pt x="30064" y="33610"/>
                  </a:lnTo>
                  <a:lnTo>
                    <a:pt x="31205" y="37316"/>
                  </a:lnTo>
                  <a:lnTo>
                    <a:pt x="24825" y="37694"/>
                  </a:lnTo>
                  <a:lnTo>
                    <a:pt x="21345" y="36029"/>
                  </a:lnTo>
                  <a:lnTo>
                    <a:pt x="13312" y="40774"/>
                  </a:lnTo>
                  <a:lnTo>
                    <a:pt x="5291" y="22496"/>
                  </a:lnTo>
                  <a:lnTo>
                    <a:pt x="0" y="18104"/>
                  </a:lnTo>
                  <a:lnTo>
                    <a:pt x="1328" y="17603"/>
                  </a:lnTo>
                  <a:lnTo>
                    <a:pt x="2792" y="14849"/>
                  </a:lnTo>
                  <a:lnTo>
                    <a:pt x="3038" y="10003"/>
                  </a:lnTo>
                  <a:lnTo>
                    <a:pt x="5083" y="4928"/>
                  </a:lnTo>
                  <a:lnTo>
                    <a:pt x="10860" y="1866"/>
                  </a:lnTo>
                  <a:lnTo>
                    <a:pt x="13810" y="1108"/>
                  </a:lnTo>
                  <a:lnTo>
                    <a:pt x="16936" y="2697"/>
                  </a:lnTo>
                  <a:lnTo>
                    <a:pt x="18524" y="63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h4038"/>
            <p:cNvSpPr/>
            <p:nvPr/>
          </p:nvSpPr>
          <p:spPr>
            <a:xfrm>
              <a:off x="6496597" y="3046502"/>
              <a:ext cx="72181" cy="49840"/>
            </a:xfrm>
            <a:custGeom>
              <a:avLst/>
              <a:pathLst>
                <a:path w="72181" h="49840">
                  <a:moveTo>
                    <a:pt x="61619" y="1155"/>
                  </a:moveTo>
                  <a:lnTo>
                    <a:pt x="62128" y="6492"/>
                  </a:lnTo>
                  <a:lnTo>
                    <a:pt x="66543" y="11690"/>
                  </a:lnTo>
                  <a:lnTo>
                    <a:pt x="67956" y="11240"/>
                  </a:lnTo>
                  <a:lnTo>
                    <a:pt x="72181" y="22615"/>
                  </a:lnTo>
                  <a:lnTo>
                    <a:pt x="70216" y="28033"/>
                  </a:lnTo>
                  <a:lnTo>
                    <a:pt x="71030" y="29390"/>
                  </a:lnTo>
                  <a:lnTo>
                    <a:pt x="69676" y="34457"/>
                  </a:lnTo>
                  <a:lnTo>
                    <a:pt x="67241" y="35974"/>
                  </a:lnTo>
                  <a:lnTo>
                    <a:pt x="64231" y="39532"/>
                  </a:lnTo>
                  <a:lnTo>
                    <a:pt x="65485" y="44074"/>
                  </a:lnTo>
                  <a:lnTo>
                    <a:pt x="57523" y="46015"/>
                  </a:lnTo>
                  <a:lnTo>
                    <a:pt x="52924" y="46194"/>
                  </a:lnTo>
                  <a:lnTo>
                    <a:pt x="48222" y="44792"/>
                  </a:lnTo>
                  <a:lnTo>
                    <a:pt x="35418" y="49373"/>
                  </a:lnTo>
                  <a:lnTo>
                    <a:pt x="32473" y="49840"/>
                  </a:lnTo>
                  <a:lnTo>
                    <a:pt x="30547" y="48889"/>
                  </a:lnTo>
                  <a:lnTo>
                    <a:pt x="25972" y="48858"/>
                  </a:lnTo>
                  <a:lnTo>
                    <a:pt x="26514" y="45456"/>
                  </a:lnTo>
                  <a:lnTo>
                    <a:pt x="22715" y="37010"/>
                  </a:lnTo>
                  <a:lnTo>
                    <a:pt x="17482" y="37954"/>
                  </a:lnTo>
                  <a:lnTo>
                    <a:pt x="2987" y="45251"/>
                  </a:lnTo>
                  <a:lnTo>
                    <a:pt x="525" y="43405"/>
                  </a:lnTo>
                  <a:lnTo>
                    <a:pt x="0" y="40648"/>
                  </a:lnTo>
                  <a:lnTo>
                    <a:pt x="167" y="39024"/>
                  </a:lnTo>
                  <a:lnTo>
                    <a:pt x="1923" y="38144"/>
                  </a:lnTo>
                  <a:lnTo>
                    <a:pt x="2866" y="38615"/>
                  </a:lnTo>
                  <a:lnTo>
                    <a:pt x="3351" y="36384"/>
                  </a:lnTo>
                  <a:lnTo>
                    <a:pt x="1693" y="33811"/>
                  </a:lnTo>
                  <a:lnTo>
                    <a:pt x="2400" y="32177"/>
                  </a:lnTo>
                  <a:lnTo>
                    <a:pt x="4488" y="30682"/>
                  </a:lnTo>
                  <a:lnTo>
                    <a:pt x="7485" y="30532"/>
                  </a:lnTo>
                  <a:lnTo>
                    <a:pt x="9227" y="28066"/>
                  </a:lnTo>
                  <a:lnTo>
                    <a:pt x="15199" y="24305"/>
                  </a:lnTo>
                  <a:lnTo>
                    <a:pt x="23479" y="25864"/>
                  </a:lnTo>
                  <a:lnTo>
                    <a:pt x="25546" y="24837"/>
                  </a:lnTo>
                  <a:lnTo>
                    <a:pt x="22808" y="18538"/>
                  </a:lnTo>
                  <a:lnTo>
                    <a:pt x="26487" y="16968"/>
                  </a:lnTo>
                  <a:lnTo>
                    <a:pt x="32241" y="17578"/>
                  </a:lnTo>
                  <a:lnTo>
                    <a:pt x="34113" y="16867"/>
                  </a:lnTo>
                  <a:lnTo>
                    <a:pt x="36402" y="12676"/>
                  </a:lnTo>
                  <a:lnTo>
                    <a:pt x="35832" y="11741"/>
                  </a:lnTo>
                  <a:lnTo>
                    <a:pt x="36606" y="8078"/>
                  </a:lnTo>
                  <a:lnTo>
                    <a:pt x="37857" y="6676"/>
                  </a:lnTo>
                  <a:lnTo>
                    <a:pt x="43212" y="6075"/>
                  </a:lnTo>
                  <a:lnTo>
                    <a:pt x="47604" y="8512"/>
                  </a:lnTo>
                  <a:lnTo>
                    <a:pt x="54455" y="7898"/>
                  </a:lnTo>
                  <a:lnTo>
                    <a:pt x="59140" y="2933"/>
                  </a:lnTo>
                  <a:lnTo>
                    <a:pt x="6083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h4039"/>
            <p:cNvSpPr/>
            <p:nvPr/>
          </p:nvSpPr>
          <p:spPr>
            <a:xfrm>
              <a:off x="6491477" y="2962567"/>
              <a:ext cx="43578" cy="23733"/>
            </a:xfrm>
            <a:custGeom>
              <a:avLst/>
              <a:pathLst>
                <a:path w="43578" h="23733">
                  <a:moveTo>
                    <a:pt x="21763" y="1459"/>
                  </a:moveTo>
                  <a:lnTo>
                    <a:pt x="23176" y="3254"/>
                  </a:lnTo>
                  <a:lnTo>
                    <a:pt x="29136" y="5123"/>
                  </a:lnTo>
                  <a:lnTo>
                    <a:pt x="31570" y="4646"/>
                  </a:lnTo>
                  <a:lnTo>
                    <a:pt x="37605" y="0"/>
                  </a:lnTo>
                  <a:lnTo>
                    <a:pt x="38887" y="205"/>
                  </a:lnTo>
                  <a:lnTo>
                    <a:pt x="41236" y="3307"/>
                  </a:lnTo>
                  <a:lnTo>
                    <a:pt x="43578" y="8296"/>
                  </a:lnTo>
                  <a:lnTo>
                    <a:pt x="41601" y="10796"/>
                  </a:lnTo>
                  <a:lnTo>
                    <a:pt x="38051" y="12744"/>
                  </a:lnTo>
                  <a:lnTo>
                    <a:pt x="38236" y="17569"/>
                  </a:lnTo>
                  <a:lnTo>
                    <a:pt x="40290" y="21296"/>
                  </a:lnTo>
                  <a:lnTo>
                    <a:pt x="36873" y="23582"/>
                  </a:lnTo>
                  <a:lnTo>
                    <a:pt x="33776" y="21486"/>
                  </a:lnTo>
                  <a:lnTo>
                    <a:pt x="17747" y="20384"/>
                  </a:lnTo>
                  <a:lnTo>
                    <a:pt x="13305" y="20897"/>
                  </a:lnTo>
                  <a:lnTo>
                    <a:pt x="9937" y="23733"/>
                  </a:lnTo>
                  <a:lnTo>
                    <a:pt x="6769" y="22481"/>
                  </a:lnTo>
                  <a:lnTo>
                    <a:pt x="5259" y="19839"/>
                  </a:lnTo>
                  <a:lnTo>
                    <a:pt x="3674" y="16861"/>
                  </a:lnTo>
                  <a:lnTo>
                    <a:pt x="3216" y="18266"/>
                  </a:lnTo>
                  <a:lnTo>
                    <a:pt x="875" y="18846"/>
                  </a:lnTo>
                  <a:lnTo>
                    <a:pt x="0" y="17730"/>
                  </a:lnTo>
                  <a:lnTo>
                    <a:pt x="123" y="10443"/>
                  </a:lnTo>
                  <a:lnTo>
                    <a:pt x="3630" y="13624"/>
                  </a:lnTo>
                  <a:lnTo>
                    <a:pt x="8138" y="16237"/>
                  </a:lnTo>
                  <a:lnTo>
                    <a:pt x="13374" y="12937"/>
                  </a:lnTo>
                  <a:lnTo>
                    <a:pt x="15810" y="7977"/>
                  </a:lnTo>
                  <a:lnTo>
                    <a:pt x="14522" y="5945"/>
                  </a:lnTo>
                  <a:lnTo>
                    <a:pt x="14894" y="4635"/>
                  </a:lnTo>
                  <a:lnTo>
                    <a:pt x="18430" y="100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h4040"/>
            <p:cNvSpPr/>
            <p:nvPr/>
          </p:nvSpPr>
          <p:spPr>
            <a:xfrm>
              <a:off x="6528478" y="2944407"/>
              <a:ext cx="31336" cy="29751"/>
            </a:xfrm>
            <a:custGeom>
              <a:avLst/>
              <a:pathLst>
                <a:path w="31336" h="29751">
                  <a:moveTo>
                    <a:pt x="23797" y="1410"/>
                  </a:moveTo>
                  <a:lnTo>
                    <a:pt x="25367" y="775"/>
                  </a:lnTo>
                  <a:lnTo>
                    <a:pt x="25405" y="0"/>
                  </a:lnTo>
                  <a:lnTo>
                    <a:pt x="26913" y="1644"/>
                  </a:lnTo>
                  <a:lnTo>
                    <a:pt x="31336" y="18114"/>
                  </a:lnTo>
                  <a:lnTo>
                    <a:pt x="28530" y="20407"/>
                  </a:lnTo>
                  <a:lnTo>
                    <a:pt x="26655" y="24296"/>
                  </a:lnTo>
                  <a:lnTo>
                    <a:pt x="21171" y="28872"/>
                  </a:lnTo>
                  <a:lnTo>
                    <a:pt x="15445" y="29751"/>
                  </a:lnTo>
                  <a:lnTo>
                    <a:pt x="13811" y="26807"/>
                  </a:lnTo>
                  <a:lnTo>
                    <a:pt x="7867" y="24788"/>
                  </a:lnTo>
                  <a:lnTo>
                    <a:pt x="6577" y="26456"/>
                  </a:lnTo>
                  <a:lnTo>
                    <a:pt x="4235" y="21467"/>
                  </a:lnTo>
                  <a:lnTo>
                    <a:pt x="1885" y="18365"/>
                  </a:lnTo>
                  <a:lnTo>
                    <a:pt x="604" y="18159"/>
                  </a:lnTo>
                  <a:lnTo>
                    <a:pt x="0" y="17796"/>
                  </a:lnTo>
                  <a:lnTo>
                    <a:pt x="334" y="16836"/>
                  </a:lnTo>
                  <a:lnTo>
                    <a:pt x="3076" y="16743"/>
                  </a:lnTo>
                  <a:lnTo>
                    <a:pt x="2078" y="12253"/>
                  </a:lnTo>
                  <a:lnTo>
                    <a:pt x="3062" y="7774"/>
                  </a:lnTo>
                  <a:lnTo>
                    <a:pt x="10237" y="5800"/>
                  </a:lnTo>
                  <a:lnTo>
                    <a:pt x="12840" y="130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h4041"/>
            <p:cNvSpPr/>
            <p:nvPr/>
          </p:nvSpPr>
          <p:spPr>
            <a:xfrm>
              <a:off x="6833744" y="2737330"/>
              <a:ext cx="52692" cy="63622"/>
            </a:xfrm>
            <a:custGeom>
              <a:avLst/>
              <a:pathLst>
                <a:path w="52692" h="63622">
                  <a:moveTo>
                    <a:pt x="17011" y="131"/>
                  </a:moveTo>
                  <a:lnTo>
                    <a:pt x="25514" y="4406"/>
                  </a:lnTo>
                  <a:lnTo>
                    <a:pt x="31558" y="8609"/>
                  </a:lnTo>
                  <a:lnTo>
                    <a:pt x="34720" y="11697"/>
                  </a:lnTo>
                  <a:lnTo>
                    <a:pt x="35645" y="14179"/>
                  </a:lnTo>
                  <a:lnTo>
                    <a:pt x="45396" y="14573"/>
                  </a:lnTo>
                  <a:lnTo>
                    <a:pt x="46283" y="22651"/>
                  </a:lnTo>
                  <a:lnTo>
                    <a:pt x="50335" y="28177"/>
                  </a:lnTo>
                  <a:lnTo>
                    <a:pt x="51277" y="27530"/>
                  </a:lnTo>
                  <a:lnTo>
                    <a:pt x="51795" y="27956"/>
                  </a:lnTo>
                  <a:lnTo>
                    <a:pt x="52692" y="30009"/>
                  </a:lnTo>
                  <a:lnTo>
                    <a:pt x="49241" y="32866"/>
                  </a:lnTo>
                  <a:lnTo>
                    <a:pt x="43507" y="32695"/>
                  </a:lnTo>
                  <a:lnTo>
                    <a:pt x="44258" y="38243"/>
                  </a:lnTo>
                  <a:lnTo>
                    <a:pt x="46955" y="38406"/>
                  </a:lnTo>
                  <a:lnTo>
                    <a:pt x="42820" y="50107"/>
                  </a:lnTo>
                  <a:lnTo>
                    <a:pt x="44239" y="52767"/>
                  </a:lnTo>
                  <a:lnTo>
                    <a:pt x="43531" y="55091"/>
                  </a:lnTo>
                  <a:lnTo>
                    <a:pt x="40565" y="59347"/>
                  </a:lnTo>
                  <a:lnTo>
                    <a:pt x="39050" y="63358"/>
                  </a:lnTo>
                  <a:lnTo>
                    <a:pt x="37170" y="63622"/>
                  </a:lnTo>
                  <a:lnTo>
                    <a:pt x="33168" y="61721"/>
                  </a:lnTo>
                  <a:lnTo>
                    <a:pt x="31329" y="58882"/>
                  </a:lnTo>
                  <a:lnTo>
                    <a:pt x="31811" y="54352"/>
                  </a:lnTo>
                  <a:lnTo>
                    <a:pt x="24613" y="49852"/>
                  </a:lnTo>
                  <a:lnTo>
                    <a:pt x="16662" y="41737"/>
                  </a:lnTo>
                  <a:lnTo>
                    <a:pt x="14584" y="39101"/>
                  </a:lnTo>
                  <a:lnTo>
                    <a:pt x="15490" y="35208"/>
                  </a:lnTo>
                  <a:lnTo>
                    <a:pt x="11794" y="31193"/>
                  </a:lnTo>
                  <a:lnTo>
                    <a:pt x="9576" y="26064"/>
                  </a:lnTo>
                  <a:lnTo>
                    <a:pt x="7324" y="23807"/>
                  </a:lnTo>
                  <a:lnTo>
                    <a:pt x="1197" y="22517"/>
                  </a:lnTo>
                  <a:lnTo>
                    <a:pt x="0" y="18265"/>
                  </a:lnTo>
                  <a:lnTo>
                    <a:pt x="7458" y="15554"/>
                  </a:lnTo>
                  <a:lnTo>
                    <a:pt x="12618" y="15916"/>
                  </a:lnTo>
                  <a:lnTo>
                    <a:pt x="12944" y="11406"/>
                  </a:lnTo>
                  <a:lnTo>
                    <a:pt x="7523" y="11133"/>
                  </a:lnTo>
                  <a:lnTo>
                    <a:pt x="5306" y="9237"/>
                  </a:lnTo>
                  <a:lnTo>
                    <a:pt x="6102" y="6852"/>
                  </a:lnTo>
                  <a:lnTo>
                    <a:pt x="9603" y="4915"/>
                  </a:lnTo>
                  <a:lnTo>
                    <a:pt x="971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h4042"/>
            <p:cNvSpPr/>
            <p:nvPr/>
          </p:nvSpPr>
          <p:spPr>
            <a:xfrm>
              <a:off x="6580243" y="2975302"/>
              <a:ext cx="27545" cy="31736"/>
            </a:xfrm>
            <a:custGeom>
              <a:avLst/>
              <a:pathLst>
                <a:path w="27545" h="31736">
                  <a:moveTo>
                    <a:pt x="20414" y="2304"/>
                  </a:moveTo>
                  <a:lnTo>
                    <a:pt x="20824" y="6451"/>
                  </a:lnTo>
                  <a:lnTo>
                    <a:pt x="21610" y="7346"/>
                  </a:lnTo>
                  <a:lnTo>
                    <a:pt x="25405" y="8773"/>
                  </a:lnTo>
                  <a:lnTo>
                    <a:pt x="25934" y="7766"/>
                  </a:lnTo>
                  <a:lnTo>
                    <a:pt x="27011" y="7911"/>
                  </a:lnTo>
                  <a:lnTo>
                    <a:pt x="27545" y="10915"/>
                  </a:lnTo>
                  <a:lnTo>
                    <a:pt x="26418" y="14379"/>
                  </a:lnTo>
                  <a:lnTo>
                    <a:pt x="24159" y="14971"/>
                  </a:lnTo>
                  <a:lnTo>
                    <a:pt x="18255" y="19112"/>
                  </a:lnTo>
                  <a:lnTo>
                    <a:pt x="18129" y="21853"/>
                  </a:lnTo>
                  <a:lnTo>
                    <a:pt x="16029" y="24336"/>
                  </a:lnTo>
                  <a:lnTo>
                    <a:pt x="14179" y="24151"/>
                  </a:lnTo>
                  <a:lnTo>
                    <a:pt x="11578" y="25224"/>
                  </a:lnTo>
                  <a:lnTo>
                    <a:pt x="11516" y="26068"/>
                  </a:lnTo>
                  <a:lnTo>
                    <a:pt x="8163" y="28351"/>
                  </a:lnTo>
                  <a:lnTo>
                    <a:pt x="6998" y="30534"/>
                  </a:lnTo>
                  <a:lnTo>
                    <a:pt x="3347" y="31736"/>
                  </a:lnTo>
                  <a:lnTo>
                    <a:pt x="4174" y="27713"/>
                  </a:lnTo>
                  <a:lnTo>
                    <a:pt x="3305" y="24178"/>
                  </a:lnTo>
                  <a:lnTo>
                    <a:pt x="785" y="23750"/>
                  </a:lnTo>
                  <a:lnTo>
                    <a:pt x="0" y="22870"/>
                  </a:lnTo>
                  <a:lnTo>
                    <a:pt x="828" y="20162"/>
                  </a:lnTo>
                  <a:lnTo>
                    <a:pt x="5219" y="13768"/>
                  </a:lnTo>
                  <a:lnTo>
                    <a:pt x="5518" y="11767"/>
                  </a:lnTo>
                  <a:lnTo>
                    <a:pt x="7435" y="10670"/>
                  </a:lnTo>
                  <a:lnTo>
                    <a:pt x="8346" y="5790"/>
                  </a:lnTo>
                  <a:lnTo>
                    <a:pt x="11762" y="5538"/>
                  </a:lnTo>
                  <a:lnTo>
                    <a:pt x="17526" y="2324"/>
                  </a:lnTo>
                  <a:lnTo>
                    <a:pt x="1843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h4043"/>
            <p:cNvSpPr/>
            <p:nvPr/>
          </p:nvSpPr>
          <p:spPr>
            <a:xfrm>
              <a:off x="6650674" y="2949510"/>
              <a:ext cx="49336" cy="32925"/>
            </a:xfrm>
            <a:custGeom>
              <a:avLst/>
              <a:pathLst>
                <a:path w="49336" h="32925">
                  <a:moveTo>
                    <a:pt x="41858" y="730"/>
                  </a:moveTo>
                  <a:lnTo>
                    <a:pt x="40863" y="1396"/>
                  </a:lnTo>
                  <a:lnTo>
                    <a:pt x="41301" y="2357"/>
                  </a:lnTo>
                  <a:lnTo>
                    <a:pt x="44002" y="3504"/>
                  </a:lnTo>
                  <a:lnTo>
                    <a:pt x="44384" y="4340"/>
                  </a:lnTo>
                  <a:lnTo>
                    <a:pt x="43170" y="5871"/>
                  </a:lnTo>
                  <a:lnTo>
                    <a:pt x="39053" y="7621"/>
                  </a:lnTo>
                  <a:lnTo>
                    <a:pt x="37902" y="9834"/>
                  </a:lnTo>
                  <a:lnTo>
                    <a:pt x="38278" y="11054"/>
                  </a:lnTo>
                  <a:lnTo>
                    <a:pt x="42258" y="9259"/>
                  </a:lnTo>
                  <a:lnTo>
                    <a:pt x="48031" y="9449"/>
                  </a:lnTo>
                  <a:lnTo>
                    <a:pt x="49336" y="15652"/>
                  </a:lnTo>
                  <a:lnTo>
                    <a:pt x="47558" y="29461"/>
                  </a:lnTo>
                  <a:lnTo>
                    <a:pt x="45003" y="29885"/>
                  </a:lnTo>
                  <a:lnTo>
                    <a:pt x="42422" y="32308"/>
                  </a:lnTo>
                  <a:lnTo>
                    <a:pt x="35336" y="31230"/>
                  </a:lnTo>
                  <a:lnTo>
                    <a:pt x="32894" y="32925"/>
                  </a:lnTo>
                  <a:lnTo>
                    <a:pt x="29323" y="32321"/>
                  </a:lnTo>
                  <a:lnTo>
                    <a:pt x="27323" y="30097"/>
                  </a:lnTo>
                  <a:lnTo>
                    <a:pt x="20175" y="27379"/>
                  </a:lnTo>
                  <a:lnTo>
                    <a:pt x="14799" y="27266"/>
                  </a:lnTo>
                  <a:lnTo>
                    <a:pt x="7841" y="24235"/>
                  </a:lnTo>
                  <a:lnTo>
                    <a:pt x="7466" y="23200"/>
                  </a:lnTo>
                  <a:lnTo>
                    <a:pt x="2287" y="23592"/>
                  </a:lnTo>
                  <a:lnTo>
                    <a:pt x="249" y="22344"/>
                  </a:lnTo>
                  <a:lnTo>
                    <a:pt x="0" y="19139"/>
                  </a:lnTo>
                  <a:lnTo>
                    <a:pt x="1070" y="15250"/>
                  </a:lnTo>
                  <a:lnTo>
                    <a:pt x="5673" y="14448"/>
                  </a:lnTo>
                  <a:lnTo>
                    <a:pt x="11289" y="15722"/>
                  </a:lnTo>
                  <a:lnTo>
                    <a:pt x="14162" y="15462"/>
                  </a:lnTo>
                  <a:lnTo>
                    <a:pt x="16809" y="9370"/>
                  </a:lnTo>
                  <a:lnTo>
                    <a:pt x="18629" y="8221"/>
                  </a:lnTo>
                  <a:lnTo>
                    <a:pt x="23713" y="8746"/>
                  </a:lnTo>
                  <a:lnTo>
                    <a:pt x="28375" y="10270"/>
                  </a:lnTo>
                  <a:lnTo>
                    <a:pt x="34122" y="9117"/>
                  </a:lnTo>
                  <a:lnTo>
                    <a:pt x="36712" y="5813"/>
                  </a:lnTo>
                  <a:lnTo>
                    <a:pt x="36534" y="2434"/>
                  </a:lnTo>
                  <a:lnTo>
                    <a:pt x="3725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h4044"/>
            <p:cNvSpPr/>
            <p:nvPr/>
          </p:nvSpPr>
          <p:spPr>
            <a:xfrm>
              <a:off x="6680958" y="2857908"/>
              <a:ext cx="37862" cy="41071"/>
            </a:xfrm>
            <a:custGeom>
              <a:avLst/>
              <a:pathLst>
                <a:path w="37862" h="41071">
                  <a:moveTo>
                    <a:pt x="22900" y="585"/>
                  </a:moveTo>
                  <a:lnTo>
                    <a:pt x="27035" y="2612"/>
                  </a:lnTo>
                  <a:lnTo>
                    <a:pt x="27020" y="6275"/>
                  </a:lnTo>
                  <a:lnTo>
                    <a:pt x="28282" y="8324"/>
                  </a:lnTo>
                  <a:lnTo>
                    <a:pt x="33947" y="13013"/>
                  </a:lnTo>
                  <a:lnTo>
                    <a:pt x="35238" y="13464"/>
                  </a:lnTo>
                  <a:lnTo>
                    <a:pt x="37862" y="12586"/>
                  </a:lnTo>
                  <a:lnTo>
                    <a:pt x="29382" y="26321"/>
                  </a:lnTo>
                  <a:lnTo>
                    <a:pt x="29486" y="30603"/>
                  </a:lnTo>
                  <a:lnTo>
                    <a:pt x="32225" y="33090"/>
                  </a:lnTo>
                  <a:lnTo>
                    <a:pt x="24403" y="39508"/>
                  </a:lnTo>
                  <a:lnTo>
                    <a:pt x="19307" y="40972"/>
                  </a:lnTo>
                  <a:lnTo>
                    <a:pt x="12814" y="41071"/>
                  </a:lnTo>
                  <a:lnTo>
                    <a:pt x="13746" y="39707"/>
                  </a:lnTo>
                  <a:lnTo>
                    <a:pt x="13291" y="36222"/>
                  </a:lnTo>
                  <a:lnTo>
                    <a:pt x="9819" y="29803"/>
                  </a:lnTo>
                  <a:lnTo>
                    <a:pt x="7641" y="28766"/>
                  </a:lnTo>
                  <a:lnTo>
                    <a:pt x="5386" y="29957"/>
                  </a:lnTo>
                  <a:lnTo>
                    <a:pt x="3930" y="27622"/>
                  </a:lnTo>
                  <a:lnTo>
                    <a:pt x="3736" y="23482"/>
                  </a:lnTo>
                  <a:lnTo>
                    <a:pt x="5" y="22247"/>
                  </a:lnTo>
                  <a:lnTo>
                    <a:pt x="0" y="21192"/>
                  </a:lnTo>
                  <a:lnTo>
                    <a:pt x="1167" y="20503"/>
                  </a:lnTo>
                  <a:lnTo>
                    <a:pt x="6268" y="19605"/>
                  </a:lnTo>
                  <a:lnTo>
                    <a:pt x="7456" y="18641"/>
                  </a:lnTo>
                  <a:lnTo>
                    <a:pt x="7893" y="14343"/>
                  </a:lnTo>
                  <a:lnTo>
                    <a:pt x="5836" y="13885"/>
                  </a:lnTo>
                  <a:lnTo>
                    <a:pt x="3988" y="15425"/>
                  </a:lnTo>
                  <a:lnTo>
                    <a:pt x="3563" y="14896"/>
                  </a:lnTo>
                  <a:lnTo>
                    <a:pt x="4246" y="9475"/>
                  </a:lnTo>
                  <a:lnTo>
                    <a:pt x="7096" y="6491"/>
                  </a:lnTo>
                  <a:lnTo>
                    <a:pt x="7656" y="5505"/>
                  </a:lnTo>
                  <a:lnTo>
                    <a:pt x="11726" y="5100"/>
                  </a:lnTo>
                  <a:lnTo>
                    <a:pt x="15460" y="838"/>
                  </a:lnTo>
                  <a:lnTo>
                    <a:pt x="1695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h4045"/>
            <p:cNvSpPr/>
            <p:nvPr/>
          </p:nvSpPr>
          <p:spPr>
            <a:xfrm>
              <a:off x="6571915" y="2813015"/>
              <a:ext cx="69595" cy="85521"/>
            </a:xfrm>
            <a:custGeom>
              <a:avLst/>
              <a:pathLst>
                <a:path w="69595" h="85521">
                  <a:moveTo>
                    <a:pt x="66513" y="2997"/>
                  </a:moveTo>
                  <a:lnTo>
                    <a:pt x="68794" y="6193"/>
                  </a:lnTo>
                  <a:lnTo>
                    <a:pt x="69595" y="7117"/>
                  </a:lnTo>
                  <a:lnTo>
                    <a:pt x="69321" y="11638"/>
                  </a:lnTo>
                  <a:lnTo>
                    <a:pt x="59777" y="13359"/>
                  </a:lnTo>
                  <a:lnTo>
                    <a:pt x="56509" y="12128"/>
                  </a:lnTo>
                  <a:lnTo>
                    <a:pt x="45328" y="15220"/>
                  </a:lnTo>
                  <a:lnTo>
                    <a:pt x="43366" y="17495"/>
                  </a:lnTo>
                  <a:lnTo>
                    <a:pt x="43244" y="20216"/>
                  </a:lnTo>
                  <a:lnTo>
                    <a:pt x="44185" y="22913"/>
                  </a:lnTo>
                  <a:lnTo>
                    <a:pt x="46087" y="20956"/>
                  </a:lnTo>
                  <a:lnTo>
                    <a:pt x="49989" y="19865"/>
                  </a:lnTo>
                  <a:lnTo>
                    <a:pt x="53990" y="20982"/>
                  </a:lnTo>
                  <a:lnTo>
                    <a:pt x="53138" y="28864"/>
                  </a:lnTo>
                  <a:lnTo>
                    <a:pt x="50297" y="28557"/>
                  </a:lnTo>
                  <a:lnTo>
                    <a:pt x="50205" y="29340"/>
                  </a:lnTo>
                  <a:lnTo>
                    <a:pt x="54004" y="32632"/>
                  </a:lnTo>
                  <a:lnTo>
                    <a:pt x="55019" y="32676"/>
                  </a:lnTo>
                  <a:lnTo>
                    <a:pt x="56194" y="37265"/>
                  </a:lnTo>
                  <a:lnTo>
                    <a:pt x="52449" y="42106"/>
                  </a:lnTo>
                  <a:lnTo>
                    <a:pt x="49086" y="52436"/>
                  </a:lnTo>
                  <a:lnTo>
                    <a:pt x="51382" y="55032"/>
                  </a:lnTo>
                  <a:lnTo>
                    <a:pt x="55445" y="52696"/>
                  </a:lnTo>
                  <a:lnTo>
                    <a:pt x="57137" y="52929"/>
                  </a:lnTo>
                  <a:lnTo>
                    <a:pt x="57912" y="55449"/>
                  </a:lnTo>
                  <a:lnTo>
                    <a:pt x="55551" y="59003"/>
                  </a:lnTo>
                  <a:lnTo>
                    <a:pt x="55226" y="61906"/>
                  </a:lnTo>
                  <a:lnTo>
                    <a:pt x="55775" y="62994"/>
                  </a:lnTo>
                  <a:lnTo>
                    <a:pt x="50805" y="70504"/>
                  </a:lnTo>
                  <a:lnTo>
                    <a:pt x="48190" y="71116"/>
                  </a:lnTo>
                  <a:lnTo>
                    <a:pt x="42337" y="67986"/>
                  </a:lnTo>
                  <a:lnTo>
                    <a:pt x="38229" y="67600"/>
                  </a:lnTo>
                  <a:lnTo>
                    <a:pt x="36784" y="70117"/>
                  </a:lnTo>
                  <a:lnTo>
                    <a:pt x="36612" y="75950"/>
                  </a:lnTo>
                  <a:lnTo>
                    <a:pt x="34263" y="84633"/>
                  </a:lnTo>
                  <a:lnTo>
                    <a:pt x="30659" y="83666"/>
                  </a:lnTo>
                  <a:lnTo>
                    <a:pt x="26954" y="85521"/>
                  </a:lnTo>
                  <a:lnTo>
                    <a:pt x="24878" y="85188"/>
                  </a:lnTo>
                  <a:lnTo>
                    <a:pt x="21146" y="82729"/>
                  </a:lnTo>
                  <a:lnTo>
                    <a:pt x="18767" y="82556"/>
                  </a:lnTo>
                  <a:lnTo>
                    <a:pt x="19346" y="82017"/>
                  </a:lnTo>
                  <a:lnTo>
                    <a:pt x="21588" y="80849"/>
                  </a:lnTo>
                  <a:lnTo>
                    <a:pt x="22673" y="75128"/>
                  </a:lnTo>
                  <a:lnTo>
                    <a:pt x="22354" y="71938"/>
                  </a:lnTo>
                  <a:lnTo>
                    <a:pt x="18282" y="70011"/>
                  </a:lnTo>
                  <a:lnTo>
                    <a:pt x="14991" y="69634"/>
                  </a:lnTo>
                  <a:lnTo>
                    <a:pt x="12697" y="65499"/>
                  </a:lnTo>
                  <a:lnTo>
                    <a:pt x="15790" y="65757"/>
                  </a:lnTo>
                  <a:lnTo>
                    <a:pt x="17702" y="62530"/>
                  </a:lnTo>
                  <a:lnTo>
                    <a:pt x="22794" y="59578"/>
                  </a:lnTo>
                  <a:lnTo>
                    <a:pt x="25113" y="55542"/>
                  </a:lnTo>
                  <a:lnTo>
                    <a:pt x="26081" y="49321"/>
                  </a:lnTo>
                  <a:lnTo>
                    <a:pt x="21746" y="47633"/>
                  </a:lnTo>
                  <a:lnTo>
                    <a:pt x="20565" y="48117"/>
                  </a:lnTo>
                  <a:lnTo>
                    <a:pt x="17468" y="47057"/>
                  </a:lnTo>
                  <a:lnTo>
                    <a:pt x="13935" y="45132"/>
                  </a:lnTo>
                  <a:lnTo>
                    <a:pt x="9137" y="39297"/>
                  </a:lnTo>
                  <a:lnTo>
                    <a:pt x="4888" y="39451"/>
                  </a:lnTo>
                  <a:lnTo>
                    <a:pt x="0" y="35445"/>
                  </a:lnTo>
                  <a:lnTo>
                    <a:pt x="55" y="32564"/>
                  </a:lnTo>
                  <a:lnTo>
                    <a:pt x="615" y="31252"/>
                  </a:lnTo>
                  <a:lnTo>
                    <a:pt x="4184" y="30546"/>
                  </a:lnTo>
                  <a:lnTo>
                    <a:pt x="12260" y="23860"/>
                  </a:lnTo>
                  <a:lnTo>
                    <a:pt x="18293" y="26793"/>
                  </a:lnTo>
                  <a:lnTo>
                    <a:pt x="25949" y="25020"/>
                  </a:lnTo>
                  <a:lnTo>
                    <a:pt x="28620" y="26240"/>
                  </a:lnTo>
                  <a:lnTo>
                    <a:pt x="31168" y="25144"/>
                  </a:lnTo>
                  <a:lnTo>
                    <a:pt x="31473" y="24139"/>
                  </a:lnTo>
                  <a:lnTo>
                    <a:pt x="30518" y="22144"/>
                  </a:lnTo>
                  <a:lnTo>
                    <a:pt x="31105" y="20871"/>
                  </a:lnTo>
                  <a:lnTo>
                    <a:pt x="33544" y="18119"/>
                  </a:lnTo>
                  <a:lnTo>
                    <a:pt x="36026" y="17333"/>
                  </a:lnTo>
                  <a:lnTo>
                    <a:pt x="39571" y="13776"/>
                  </a:lnTo>
                  <a:lnTo>
                    <a:pt x="40403" y="10242"/>
                  </a:lnTo>
                  <a:lnTo>
                    <a:pt x="46235" y="6204"/>
                  </a:lnTo>
                  <a:lnTo>
                    <a:pt x="52958" y="3006"/>
                  </a:lnTo>
                  <a:lnTo>
                    <a:pt x="55380" y="3152"/>
                  </a:lnTo>
                  <a:lnTo>
                    <a:pt x="58857" y="6582"/>
                  </a:lnTo>
                  <a:lnTo>
                    <a:pt x="59995" y="6627"/>
                  </a:lnTo>
                  <a:lnTo>
                    <a:pt x="61347" y="955"/>
                  </a:lnTo>
                  <a:lnTo>
                    <a:pt x="6566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h4046"/>
            <p:cNvSpPr/>
            <p:nvPr/>
          </p:nvSpPr>
          <p:spPr>
            <a:xfrm>
              <a:off x="6590187" y="2898780"/>
              <a:ext cx="22331" cy="27580"/>
            </a:xfrm>
            <a:custGeom>
              <a:avLst/>
              <a:pathLst>
                <a:path w="22331" h="27580">
                  <a:moveTo>
                    <a:pt x="22331" y="1378"/>
                  </a:moveTo>
                  <a:lnTo>
                    <a:pt x="22298" y="2540"/>
                  </a:lnTo>
                  <a:lnTo>
                    <a:pt x="21317" y="2856"/>
                  </a:lnTo>
                  <a:lnTo>
                    <a:pt x="19199" y="6489"/>
                  </a:lnTo>
                  <a:lnTo>
                    <a:pt x="17885" y="6605"/>
                  </a:lnTo>
                  <a:lnTo>
                    <a:pt x="16739" y="8796"/>
                  </a:lnTo>
                  <a:lnTo>
                    <a:pt x="19621" y="13756"/>
                  </a:lnTo>
                  <a:lnTo>
                    <a:pt x="18198" y="17786"/>
                  </a:lnTo>
                  <a:lnTo>
                    <a:pt x="13129" y="20631"/>
                  </a:lnTo>
                  <a:lnTo>
                    <a:pt x="8414" y="25223"/>
                  </a:lnTo>
                  <a:lnTo>
                    <a:pt x="8278" y="26310"/>
                  </a:lnTo>
                  <a:lnTo>
                    <a:pt x="7018" y="27407"/>
                  </a:lnTo>
                  <a:lnTo>
                    <a:pt x="3801" y="27580"/>
                  </a:lnTo>
                  <a:lnTo>
                    <a:pt x="3118" y="24435"/>
                  </a:lnTo>
                  <a:lnTo>
                    <a:pt x="0" y="19324"/>
                  </a:lnTo>
                  <a:lnTo>
                    <a:pt x="657" y="19150"/>
                  </a:lnTo>
                  <a:lnTo>
                    <a:pt x="3679" y="19463"/>
                  </a:lnTo>
                  <a:lnTo>
                    <a:pt x="710" y="16408"/>
                  </a:lnTo>
                  <a:lnTo>
                    <a:pt x="7" y="12120"/>
                  </a:lnTo>
                  <a:lnTo>
                    <a:pt x="1428" y="8903"/>
                  </a:lnTo>
                  <a:lnTo>
                    <a:pt x="4205" y="7532"/>
                  </a:lnTo>
                  <a:lnTo>
                    <a:pt x="4096" y="8838"/>
                  </a:lnTo>
                  <a:lnTo>
                    <a:pt x="6744" y="11738"/>
                  </a:lnTo>
                  <a:lnTo>
                    <a:pt x="1617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h4047"/>
            <p:cNvSpPr/>
            <p:nvPr/>
          </p:nvSpPr>
          <p:spPr>
            <a:xfrm>
              <a:off x="6681665" y="2978971"/>
              <a:ext cx="30396" cy="19432"/>
            </a:xfrm>
            <a:custGeom>
              <a:avLst/>
              <a:pathLst>
                <a:path w="30396" h="19432">
                  <a:moveTo>
                    <a:pt x="16567" y="0"/>
                  </a:moveTo>
                  <a:lnTo>
                    <a:pt x="18619" y="2535"/>
                  </a:lnTo>
                  <a:lnTo>
                    <a:pt x="23567" y="1185"/>
                  </a:lnTo>
                  <a:lnTo>
                    <a:pt x="26755" y="1453"/>
                  </a:lnTo>
                  <a:lnTo>
                    <a:pt x="28088" y="4229"/>
                  </a:lnTo>
                  <a:lnTo>
                    <a:pt x="30396" y="6017"/>
                  </a:lnTo>
                  <a:lnTo>
                    <a:pt x="30149" y="6892"/>
                  </a:lnTo>
                  <a:lnTo>
                    <a:pt x="27962" y="6713"/>
                  </a:lnTo>
                  <a:lnTo>
                    <a:pt x="26282" y="5339"/>
                  </a:lnTo>
                  <a:lnTo>
                    <a:pt x="24679" y="7402"/>
                  </a:lnTo>
                  <a:lnTo>
                    <a:pt x="21109" y="7051"/>
                  </a:lnTo>
                  <a:lnTo>
                    <a:pt x="20451" y="5696"/>
                  </a:lnTo>
                  <a:lnTo>
                    <a:pt x="17025" y="5901"/>
                  </a:lnTo>
                  <a:lnTo>
                    <a:pt x="15534" y="7574"/>
                  </a:lnTo>
                  <a:lnTo>
                    <a:pt x="17135" y="15151"/>
                  </a:lnTo>
                  <a:lnTo>
                    <a:pt x="15552" y="14634"/>
                  </a:lnTo>
                  <a:lnTo>
                    <a:pt x="13446" y="15187"/>
                  </a:lnTo>
                  <a:lnTo>
                    <a:pt x="12342" y="17790"/>
                  </a:lnTo>
                  <a:lnTo>
                    <a:pt x="9662" y="19432"/>
                  </a:lnTo>
                  <a:lnTo>
                    <a:pt x="6413" y="17480"/>
                  </a:lnTo>
                  <a:lnTo>
                    <a:pt x="5232" y="14245"/>
                  </a:lnTo>
                  <a:lnTo>
                    <a:pt x="368" y="12029"/>
                  </a:lnTo>
                  <a:lnTo>
                    <a:pt x="0" y="10679"/>
                  </a:lnTo>
                  <a:lnTo>
                    <a:pt x="1861" y="6321"/>
                  </a:lnTo>
                  <a:lnTo>
                    <a:pt x="1902" y="3464"/>
                  </a:lnTo>
                  <a:lnTo>
                    <a:pt x="4344" y="1768"/>
                  </a:lnTo>
                  <a:lnTo>
                    <a:pt x="11430" y="2846"/>
                  </a:lnTo>
                  <a:lnTo>
                    <a:pt x="14012" y="42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h4048"/>
            <p:cNvSpPr/>
            <p:nvPr/>
          </p:nvSpPr>
          <p:spPr>
            <a:xfrm>
              <a:off x="6536917" y="2664661"/>
              <a:ext cx="99113" cy="88246"/>
            </a:xfrm>
            <a:custGeom>
              <a:avLst/>
              <a:pathLst>
                <a:path w="99113" h="88246">
                  <a:moveTo>
                    <a:pt x="87106" y="2875"/>
                  </a:moveTo>
                  <a:lnTo>
                    <a:pt x="92312" y="1532"/>
                  </a:lnTo>
                  <a:lnTo>
                    <a:pt x="93784" y="2080"/>
                  </a:lnTo>
                  <a:lnTo>
                    <a:pt x="94760" y="3087"/>
                  </a:lnTo>
                  <a:lnTo>
                    <a:pt x="99113" y="18430"/>
                  </a:lnTo>
                  <a:lnTo>
                    <a:pt x="94392" y="28100"/>
                  </a:lnTo>
                  <a:lnTo>
                    <a:pt x="89579" y="30669"/>
                  </a:lnTo>
                  <a:lnTo>
                    <a:pt x="89219" y="34057"/>
                  </a:lnTo>
                  <a:lnTo>
                    <a:pt x="90037" y="36652"/>
                  </a:lnTo>
                  <a:lnTo>
                    <a:pt x="94264" y="40010"/>
                  </a:lnTo>
                  <a:lnTo>
                    <a:pt x="90793" y="44037"/>
                  </a:lnTo>
                  <a:lnTo>
                    <a:pt x="87014" y="53419"/>
                  </a:lnTo>
                  <a:lnTo>
                    <a:pt x="83319" y="58442"/>
                  </a:lnTo>
                  <a:lnTo>
                    <a:pt x="81562" y="57749"/>
                  </a:lnTo>
                  <a:lnTo>
                    <a:pt x="78456" y="53894"/>
                  </a:lnTo>
                  <a:lnTo>
                    <a:pt x="74040" y="53049"/>
                  </a:lnTo>
                  <a:lnTo>
                    <a:pt x="66669" y="56744"/>
                  </a:lnTo>
                  <a:lnTo>
                    <a:pt x="64291" y="65252"/>
                  </a:lnTo>
                  <a:lnTo>
                    <a:pt x="67215" y="66997"/>
                  </a:lnTo>
                  <a:lnTo>
                    <a:pt x="69684" y="71005"/>
                  </a:lnTo>
                  <a:lnTo>
                    <a:pt x="67334" y="72989"/>
                  </a:lnTo>
                  <a:lnTo>
                    <a:pt x="64927" y="73611"/>
                  </a:lnTo>
                  <a:lnTo>
                    <a:pt x="58865" y="71855"/>
                  </a:lnTo>
                  <a:lnTo>
                    <a:pt x="55314" y="72876"/>
                  </a:lnTo>
                  <a:lnTo>
                    <a:pt x="56830" y="76394"/>
                  </a:lnTo>
                  <a:lnTo>
                    <a:pt x="54483" y="83145"/>
                  </a:lnTo>
                  <a:lnTo>
                    <a:pt x="52768" y="83865"/>
                  </a:lnTo>
                  <a:lnTo>
                    <a:pt x="50105" y="83143"/>
                  </a:lnTo>
                  <a:lnTo>
                    <a:pt x="45201" y="83419"/>
                  </a:lnTo>
                  <a:lnTo>
                    <a:pt x="39371" y="80861"/>
                  </a:lnTo>
                  <a:lnTo>
                    <a:pt x="37828" y="82129"/>
                  </a:lnTo>
                  <a:lnTo>
                    <a:pt x="36695" y="85498"/>
                  </a:lnTo>
                  <a:lnTo>
                    <a:pt x="33515" y="88233"/>
                  </a:lnTo>
                  <a:lnTo>
                    <a:pt x="26080" y="86738"/>
                  </a:lnTo>
                  <a:lnTo>
                    <a:pt x="24985" y="88224"/>
                  </a:lnTo>
                  <a:lnTo>
                    <a:pt x="20721" y="88246"/>
                  </a:lnTo>
                  <a:lnTo>
                    <a:pt x="20718" y="86255"/>
                  </a:lnTo>
                  <a:lnTo>
                    <a:pt x="22135" y="85028"/>
                  </a:lnTo>
                  <a:lnTo>
                    <a:pt x="24015" y="78935"/>
                  </a:lnTo>
                  <a:lnTo>
                    <a:pt x="23359" y="77442"/>
                  </a:lnTo>
                  <a:lnTo>
                    <a:pt x="21716" y="76321"/>
                  </a:lnTo>
                  <a:lnTo>
                    <a:pt x="19339" y="76617"/>
                  </a:lnTo>
                  <a:lnTo>
                    <a:pt x="15243" y="78642"/>
                  </a:lnTo>
                  <a:lnTo>
                    <a:pt x="11675" y="76793"/>
                  </a:lnTo>
                  <a:lnTo>
                    <a:pt x="10989" y="74288"/>
                  </a:lnTo>
                  <a:lnTo>
                    <a:pt x="9445" y="73857"/>
                  </a:lnTo>
                  <a:lnTo>
                    <a:pt x="6858" y="75382"/>
                  </a:lnTo>
                  <a:lnTo>
                    <a:pt x="5383" y="77380"/>
                  </a:lnTo>
                  <a:lnTo>
                    <a:pt x="878" y="77485"/>
                  </a:lnTo>
                  <a:lnTo>
                    <a:pt x="31" y="77187"/>
                  </a:lnTo>
                  <a:lnTo>
                    <a:pt x="1124" y="64372"/>
                  </a:lnTo>
                  <a:lnTo>
                    <a:pt x="0" y="60630"/>
                  </a:lnTo>
                  <a:lnTo>
                    <a:pt x="5926" y="41686"/>
                  </a:lnTo>
                  <a:lnTo>
                    <a:pt x="9603" y="38099"/>
                  </a:lnTo>
                  <a:lnTo>
                    <a:pt x="11184" y="35330"/>
                  </a:lnTo>
                  <a:lnTo>
                    <a:pt x="9666" y="31866"/>
                  </a:lnTo>
                  <a:lnTo>
                    <a:pt x="9644" y="28662"/>
                  </a:lnTo>
                  <a:lnTo>
                    <a:pt x="10345" y="29131"/>
                  </a:lnTo>
                  <a:lnTo>
                    <a:pt x="13506" y="29321"/>
                  </a:lnTo>
                  <a:lnTo>
                    <a:pt x="14962" y="28618"/>
                  </a:lnTo>
                  <a:lnTo>
                    <a:pt x="14598" y="23914"/>
                  </a:lnTo>
                  <a:lnTo>
                    <a:pt x="16769" y="20266"/>
                  </a:lnTo>
                  <a:lnTo>
                    <a:pt x="19165" y="19244"/>
                  </a:lnTo>
                  <a:lnTo>
                    <a:pt x="20820" y="19093"/>
                  </a:lnTo>
                  <a:lnTo>
                    <a:pt x="22485" y="21898"/>
                  </a:lnTo>
                  <a:lnTo>
                    <a:pt x="25716" y="23697"/>
                  </a:lnTo>
                  <a:lnTo>
                    <a:pt x="25920" y="22376"/>
                  </a:lnTo>
                  <a:lnTo>
                    <a:pt x="24362" y="18463"/>
                  </a:lnTo>
                  <a:lnTo>
                    <a:pt x="21861" y="14642"/>
                  </a:lnTo>
                  <a:lnTo>
                    <a:pt x="21517" y="10719"/>
                  </a:lnTo>
                  <a:lnTo>
                    <a:pt x="23138" y="7942"/>
                  </a:lnTo>
                  <a:lnTo>
                    <a:pt x="27243" y="7009"/>
                  </a:lnTo>
                  <a:lnTo>
                    <a:pt x="28867" y="8416"/>
                  </a:lnTo>
                  <a:lnTo>
                    <a:pt x="32451" y="9523"/>
                  </a:lnTo>
                  <a:lnTo>
                    <a:pt x="32590" y="7871"/>
                  </a:lnTo>
                  <a:lnTo>
                    <a:pt x="31604" y="6833"/>
                  </a:lnTo>
                  <a:lnTo>
                    <a:pt x="33734" y="5025"/>
                  </a:lnTo>
                  <a:lnTo>
                    <a:pt x="35623" y="4755"/>
                  </a:lnTo>
                  <a:lnTo>
                    <a:pt x="36874" y="4912"/>
                  </a:lnTo>
                  <a:lnTo>
                    <a:pt x="37940" y="6277"/>
                  </a:lnTo>
                  <a:lnTo>
                    <a:pt x="39939" y="13459"/>
                  </a:lnTo>
                  <a:lnTo>
                    <a:pt x="36202" y="23570"/>
                  </a:lnTo>
                  <a:lnTo>
                    <a:pt x="34178" y="26024"/>
                  </a:lnTo>
                  <a:lnTo>
                    <a:pt x="34152" y="27726"/>
                  </a:lnTo>
                  <a:lnTo>
                    <a:pt x="37299" y="27251"/>
                  </a:lnTo>
                  <a:lnTo>
                    <a:pt x="40106" y="25373"/>
                  </a:lnTo>
                  <a:lnTo>
                    <a:pt x="43199" y="26982"/>
                  </a:lnTo>
                  <a:lnTo>
                    <a:pt x="45020" y="30756"/>
                  </a:lnTo>
                  <a:lnTo>
                    <a:pt x="48204" y="34426"/>
                  </a:lnTo>
                  <a:lnTo>
                    <a:pt x="54975" y="31451"/>
                  </a:lnTo>
                  <a:lnTo>
                    <a:pt x="57779" y="43871"/>
                  </a:lnTo>
                  <a:lnTo>
                    <a:pt x="62381" y="53126"/>
                  </a:lnTo>
                  <a:lnTo>
                    <a:pt x="66767" y="37500"/>
                  </a:lnTo>
                  <a:lnTo>
                    <a:pt x="64727" y="31745"/>
                  </a:lnTo>
                  <a:lnTo>
                    <a:pt x="64812" y="30121"/>
                  </a:lnTo>
                  <a:lnTo>
                    <a:pt x="66970" y="28644"/>
                  </a:lnTo>
                  <a:lnTo>
                    <a:pt x="69045" y="25723"/>
                  </a:lnTo>
                  <a:lnTo>
                    <a:pt x="69748" y="17207"/>
                  </a:lnTo>
                  <a:lnTo>
                    <a:pt x="72153" y="12531"/>
                  </a:lnTo>
                  <a:lnTo>
                    <a:pt x="72511" y="8301"/>
                  </a:lnTo>
                  <a:lnTo>
                    <a:pt x="74455" y="2340"/>
                  </a:lnTo>
                  <a:lnTo>
                    <a:pt x="7965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h4049"/>
            <p:cNvSpPr/>
            <p:nvPr/>
          </p:nvSpPr>
          <p:spPr>
            <a:xfrm>
              <a:off x="6720491" y="2821149"/>
              <a:ext cx="25845" cy="28500"/>
            </a:xfrm>
            <a:custGeom>
              <a:avLst/>
              <a:pathLst>
                <a:path w="25845" h="28500">
                  <a:moveTo>
                    <a:pt x="22373" y="6343"/>
                  </a:moveTo>
                  <a:lnTo>
                    <a:pt x="19472" y="8947"/>
                  </a:lnTo>
                  <a:lnTo>
                    <a:pt x="21040" y="9650"/>
                  </a:lnTo>
                  <a:lnTo>
                    <a:pt x="25705" y="14503"/>
                  </a:lnTo>
                  <a:lnTo>
                    <a:pt x="25845" y="17851"/>
                  </a:lnTo>
                  <a:lnTo>
                    <a:pt x="24340" y="22244"/>
                  </a:lnTo>
                  <a:lnTo>
                    <a:pt x="20846" y="24473"/>
                  </a:lnTo>
                  <a:lnTo>
                    <a:pt x="16778" y="22652"/>
                  </a:lnTo>
                  <a:lnTo>
                    <a:pt x="14173" y="24780"/>
                  </a:lnTo>
                  <a:lnTo>
                    <a:pt x="7087" y="28500"/>
                  </a:lnTo>
                  <a:lnTo>
                    <a:pt x="0" y="17519"/>
                  </a:lnTo>
                  <a:lnTo>
                    <a:pt x="1846" y="12258"/>
                  </a:lnTo>
                  <a:lnTo>
                    <a:pt x="5693" y="8957"/>
                  </a:lnTo>
                  <a:lnTo>
                    <a:pt x="11312" y="9320"/>
                  </a:lnTo>
                  <a:lnTo>
                    <a:pt x="13347" y="8394"/>
                  </a:lnTo>
                  <a:lnTo>
                    <a:pt x="16724" y="3966"/>
                  </a:lnTo>
                  <a:lnTo>
                    <a:pt x="1660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h4050"/>
            <p:cNvSpPr/>
            <p:nvPr/>
          </p:nvSpPr>
          <p:spPr>
            <a:xfrm>
              <a:off x="6678293" y="3003199"/>
              <a:ext cx="26423" cy="27410"/>
            </a:xfrm>
            <a:custGeom>
              <a:avLst/>
              <a:pathLst>
                <a:path w="26423" h="27410">
                  <a:moveTo>
                    <a:pt x="18057" y="0"/>
                  </a:moveTo>
                  <a:lnTo>
                    <a:pt x="22337" y="4860"/>
                  </a:lnTo>
                  <a:lnTo>
                    <a:pt x="25417" y="8040"/>
                  </a:lnTo>
                  <a:lnTo>
                    <a:pt x="26423" y="21894"/>
                  </a:lnTo>
                  <a:lnTo>
                    <a:pt x="22098" y="27410"/>
                  </a:lnTo>
                  <a:lnTo>
                    <a:pt x="21162" y="25507"/>
                  </a:lnTo>
                  <a:lnTo>
                    <a:pt x="10065" y="17819"/>
                  </a:lnTo>
                  <a:lnTo>
                    <a:pt x="8480" y="18270"/>
                  </a:lnTo>
                  <a:lnTo>
                    <a:pt x="7918" y="19552"/>
                  </a:lnTo>
                  <a:lnTo>
                    <a:pt x="6041" y="19972"/>
                  </a:lnTo>
                  <a:lnTo>
                    <a:pt x="1228" y="17854"/>
                  </a:lnTo>
                  <a:lnTo>
                    <a:pt x="0" y="15677"/>
                  </a:lnTo>
                  <a:lnTo>
                    <a:pt x="1676" y="14548"/>
                  </a:lnTo>
                  <a:lnTo>
                    <a:pt x="3624" y="14919"/>
                  </a:lnTo>
                  <a:lnTo>
                    <a:pt x="5066" y="4014"/>
                  </a:lnTo>
                  <a:lnTo>
                    <a:pt x="5933" y="2708"/>
                  </a:lnTo>
                  <a:lnTo>
                    <a:pt x="10987" y="3279"/>
                  </a:lnTo>
                  <a:lnTo>
                    <a:pt x="13917" y="4522"/>
                  </a:lnTo>
                  <a:lnTo>
                    <a:pt x="15684" y="2760"/>
                  </a:lnTo>
                  <a:lnTo>
                    <a:pt x="16260" y="97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h4051"/>
            <p:cNvSpPr/>
            <p:nvPr/>
          </p:nvSpPr>
          <p:spPr>
            <a:xfrm>
              <a:off x="6437357" y="2890142"/>
              <a:ext cx="76757" cy="74877"/>
            </a:xfrm>
            <a:custGeom>
              <a:avLst/>
              <a:pathLst>
                <a:path w="76757" h="74877">
                  <a:moveTo>
                    <a:pt x="69521" y="2970"/>
                  </a:moveTo>
                  <a:lnTo>
                    <a:pt x="72370" y="10002"/>
                  </a:lnTo>
                  <a:lnTo>
                    <a:pt x="76225" y="12908"/>
                  </a:lnTo>
                  <a:lnTo>
                    <a:pt x="76757" y="17183"/>
                  </a:lnTo>
                  <a:lnTo>
                    <a:pt x="75333" y="17160"/>
                  </a:lnTo>
                  <a:lnTo>
                    <a:pt x="71766" y="20095"/>
                  </a:lnTo>
                  <a:lnTo>
                    <a:pt x="69858" y="22942"/>
                  </a:lnTo>
                  <a:lnTo>
                    <a:pt x="69116" y="25843"/>
                  </a:lnTo>
                  <a:lnTo>
                    <a:pt x="64729" y="31003"/>
                  </a:lnTo>
                  <a:lnTo>
                    <a:pt x="67475" y="33088"/>
                  </a:lnTo>
                  <a:lnTo>
                    <a:pt x="68208" y="36134"/>
                  </a:lnTo>
                  <a:lnTo>
                    <a:pt x="63442" y="42266"/>
                  </a:lnTo>
                  <a:lnTo>
                    <a:pt x="63848" y="44311"/>
                  </a:lnTo>
                  <a:lnTo>
                    <a:pt x="66021" y="45628"/>
                  </a:lnTo>
                  <a:lnTo>
                    <a:pt x="66294" y="48968"/>
                  </a:lnTo>
                  <a:lnTo>
                    <a:pt x="65451" y="55203"/>
                  </a:lnTo>
                  <a:lnTo>
                    <a:pt x="67498" y="60576"/>
                  </a:lnTo>
                  <a:lnTo>
                    <a:pt x="67331" y="61995"/>
                  </a:lnTo>
                  <a:lnTo>
                    <a:pt x="63054" y="66996"/>
                  </a:lnTo>
                  <a:lnTo>
                    <a:pt x="61778" y="70504"/>
                  </a:lnTo>
                  <a:lnTo>
                    <a:pt x="58043" y="74296"/>
                  </a:lnTo>
                  <a:lnTo>
                    <a:pt x="54202" y="74877"/>
                  </a:lnTo>
                  <a:lnTo>
                    <a:pt x="52671" y="74590"/>
                  </a:lnTo>
                  <a:lnTo>
                    <a:pt x="47997" y="57821"/>
                  </a:lnTo>
                  <a:lnTo>
                    <a:pt x="42113" y="55718"/>
                  </a:lnTo>
                  <a:lnTo>
                    <a:pt x="40164" y="51228"/>
                  </a:lnTo>
                  <a:lnTo>
                    <a:pt x="41519" y="49944"/>
                  </a:lnTo>
                  <a:lnTo>
                    <a:pt x="41751" y="48253"/>
                  </a:lnTo>
                  <a:lnTo>
                    <a:pt x="40436" y="43821"/>
                  </a:lnTo>
                  <a:lnTo>
                    <a:pt x="39210" y="42502"/>
                  </a:lnTo>
                  <a:lnTo>
                    <a:pt x="32703" y="40474"/>
                  </a:lnTo>
                  <a:lnTo>
                    <a:pt x="30517" y="38090"/>
                  </a:lnTo>
                  <a:lnTo>
                    <a:pt x="25589" y="39315"/>
                  </a:lnTo>
                  <a:lnTo>
                    <a:pt x="23187" y="43147"/>
                  </a:lnTo>
                  <a:lnTo>
                    <a:pt x="22888" y="47480"/>
                  </a:lnTo>
                  <a:lnTo>
                    <a:pt x="21343" y="52104"/>
                  </a:lnTo>
                  <a:lnTo>
                    <a:pt x="12852" y="51050"/>
                  </a:lnTo>
                  <a:lnTo>
                    <a:pt x="11782" y="49584"/>
                  </a:lnTo>
                  <a:lnTo>
                    <a:pt x="11533" y="46504"/>
                  </a:lnTo>
                  <a:lnTo>
                    <a:pt x="10096" y="44902"/>
                  </a:lnTo>
                  <a:lnTo>
                    <a:pt x="4713" y="43198"/>
                  </a:lnTo>
                  <a:lnTo>
                    <a:pt x="5825" y="39592"/>
                  </a:lnTo>
                  <a:lnTo>
                    <a:pt x="4032" y="39832"/>
                  </a:lnTo>
                  <a:lnTo>
                    <a:pt x="4885" y="33676"/>
                  </a:lnTo>
                  <a:lnTo>
                    <a:pt x="0" y="19976"/>
                  </a:lnTo>
                  <a:lnTo>
                    <a:pt x="1446" y="18551"/>
                  </a:lnTo>
                  <a:lnTo>
                    <a:pt x="4622" y="17660"/>
                  </a:lnTo>
                  <a:lnTo>
                    <a:pt x="7412" y="19136"/>
                  </a:lnTo>
                  <a:lnTo>
                    <a:pt x="9529" y="18572"/>
                  </a:lnTo>
                  <a:lnTo>
                    <a:pt x="12252" y="14421"/>
                  </a:lnTo>
                  <a:lnTo>
                    <a:pt x="17958" y="11373"/>
                  </a:lnTo>
                  <a:lnTo>
                    <a:pt x="20434" y="11581"/>
                  </a:lnTo>
                  <a:lnTo>
                    <a:pt x="19956" y="11786"/>
                  </a:lnTo>
                  <a:lnTo>
                    <a:pt x="22477" y="16767"/>
                  </a:lnTo>
                  <a:lnTo>
                    <a:pt x="23875" y="17883"/>
                  </a:lnTo>
                  <a:lnTo>
                    <a:pt x="29407" y="15467"/>
                  </a:lnTo>
                  <a:lnTo>
                    <a:pt x="31715" y="16098"/>
                  </a:lnTo>
                  <a:lnTo>
                    <a:pt x="34678" y="19422"/>
                  </a:lnTo>
                  <a:lnTo>
                    <a:pt x="38727" y="17460"/>
                  </a:lnTo>
                  <a:lnTo>
                    <a:pt x="41666" y="14930"/>
                  </a:lnTo>
                  <a:lnTo>
                    <a:pt x="44779" y="15309"/>
                  </a:lnTo>
                  <a:lnTo>
                    <a:pt x="50639" y="18180"/>
                  </a:lnTo>
                  <a:lnTo>
                    <a:pt x="51386" y="17964"/>
                  </a:lnTo>
                  <a:lnTo>
                    <a:pt x="52912" y="13595"/>
                  </a:lnTo>
                  <a:lnTo>
                    <a:pt x="61439" y="7278"/>
                  </a:lnTo>
                  <a:lnTo>
                    <a:pt x="62882" y="1854"/>
                  </a:lnTo>
                  <a:lnTo>
                    <a:pt x="64882" y="603"/>
                  </a:lnTo>
                  <a:lnTo>
                    <a:pt x="68467" y="893"/>
                  </a:lnTo>
                  <a:lnTo>
                    <a:pt x="701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h4052"/>
            <p:cNvSpPr/>
            <p:nvPr/>
          </p:nvSpPr>
          <p:spPr>
            <a:xfrm>
              <a:off x="6680908" y="2991001"/>
              <a:ext cx="18382" cy="16720"/>
            </a:xfrm>
            <a:custGeom>
              <a:avLst/>
              <a:pathLst>
                <a:path w="18382" h="16720">
                  <a:moveTo>
                    <a:pt x="5989" y="2215"/>
                  </a:moveTo>
                  <a:lnTo>
                    <a:pt x="7170" y="5451"/>
                  </a:lnTo>
                  <a:lnTo>
                    <a:pt x="10418" y="7403"/>
                  </a:lnTo>
                  <a:lnTo>
                    <a:pt x="13099" y="5760"/>
                  </a:lnTo>
                  <a:lnTo>
                    <a:pt x="14203" y="3157"/>
                  </a:lnTo>
                  <a:lnTo>
                    <a:pt x="16309" y="2605"/>
                  </a:lnTo>
                  <a:lnTo>
                    <a:pt x="17892" y="3121"/>
                  </a:lnTo>
                  <a:lnTo>
                    <a:pt x="18382" y="6882"/>
                  </a:lnTo>
                  <a:lnTo>
                    <a:pt x="15441" y="12198"/>
                  </a:lnTo>
                  <a:lnTo>
                    <a:pt x="13644" y="13169"/>
                  </a:lnTo>
                  <a:lnTo>
                    <a:pt x="13068" y="14958"/>
                  </a:lnTo>
                  <a:lnTo>
                    <a:pt x="11301" y="16720"/>
                  </a:lnTo>
                  <a:lnTo>
                    <a:pt x="8372" y="15477"/>
                  </a:lnTo>
                  <a:lnTo>
                    <a:pt x="3317" y="14906"/>
                  </a:lnTo>
                  <a:lnTo>
                    <a:pt x="2450" y="16212"/>
                  </a:lnTo>
                  <a:lnTo>
                    <a:pt x="917" y="14135"/>
                  </a:lnTo>
                  <a:lnTo>
                    <a:pt x="173" y="10784"/>
                  </a:lnTo>
                  <a:lnTo>
                    <a:pt x="152" y="9646"/>
                  </a:lnTo>
                  <a:lnTo>
                    <a:pt x="2034" y="8371"/>
                  </a:lnTo>
                  <a:lnTo>
                    <a:pt x="0" y="431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h4053"/>
            <p:cNvSpPr/>
            <p:nvPr/>
          </p:nvSpPr>
          <p:spPr>
            <a:xfrm>
              <a:off x="6694856" y="3047217"/>
              <a:ext cx="60552" cy="36181"/>
            </a:xfrm>
            <a:custGeom>
              <a:avLst/>
              <a:pathLst>
                <a:path w="60552" h="36181">
                  <a:moveTo>
                    <a:pt x="33185" y="0"/>
                  </a:moveTo>
                  <a:lnTo>
                    <a:pt x="33241" y="1174"/>
                  </a:lnTo>
                  <a:lnTo>
                    <a:pt x="35137" y="3743"/>
                  </a:lnTo>
                  <a:lnTo>
                    <a:pt x="38061" y="5946"/>
                  </a:lnTo>
                  <a:lnTo>
                    <a:pt x="42101" y="6855"/>
                  </a:lnTo>
                  <a:lnTo>
                    <a:pt x="42678" y="8213"/>
                  </a:lnTo>
                  <a:lnTo>
                    <a:pt x="41390" y="10205"/>
                  </a:lnTo>
                  <a:lnTo>
                    <a:pt x="42648" y="12669"/>
                  </a:lnTo>
                  <a:lnTo>
                    <a:pt x="43069" y="16480"/>
                  </a:lnTo>
                  <a:lnTo>
                    <a:pt x="41403" y="20218"/>
                  </a:lnTo>
                  <a:lnTo>
                    <a:pt x="39763" y="21539"/>
                  </a:lnTo>
                  <a:lnTo>
                    <a:pt x="39911" y="22289"/>
                  </a:lnTo>
                  <a:lnTo>
                    <a:pt x="41414" y="22271"/>
                  </a:lnTo>
                  <a:lnTo>
                    <a:pt x="45919" y="19634"/>
                  </a:lnTo>
                  <a:lnTo>
                    <a:pt x="47910" y="20259"/>
                  </a:lnTo>
                  <a:lnTo>
                    <a:pt x="48213" y="22636"/>
                  </a:lnTo>
                  <a:lnTo>
                    <a:pt x="49879" y="23088"/>
                  </a:lnTo>
                  <a:lnTo>
                    <a:pt x="53722" y="21587"/>
                  </a:lnTo>
                  <a:lnTo>
                    <a:pt x="59049" y="18475"/>
                  </a:lnTo>
                  <a:lnTo>
                    <a:pt x="59260" y="17737"/>
                  </a:lnTo>
                  <a:lnTo>
                    <a:pt x="60552" y="19991"/>
                  </a:lnTo>
                  <a:lnTo>
                    <a:pt x="60043" y="21713"/>
                  </a:lnTo>
                  <a:lnTo>
                    <a:pt x="59063" y="23296"/>
                  </a:lnTo>
                  <a:lnTo>
                    <a:pt x="50585" y="29166"/>
                  </a:lnTo>
                  <a:lnTo>
                    <a:pt x="47491" y="27704"/>
                  </a:lnTo>
                  <a:lnTo>
                    <a:pt x="39581" y="28471"/>
                  </a:lnTo>
                  <a:lnTo>
                    <a:pt x="39789" y="30690"/>
                  </a:lnTo>
                  <a:lnTo>
                    <a:pt x="35828" y="36048"/>
                  </a:lnTo>
                  <a:lnTo>
                    <a:pt x="30757" y="30316"/>
                  </a:lnTo>
                  <a:lnTo>
                    <a:pt x="29419" y="32891"/>
                  </a:lnTo>
                  <a:lnTo>
                    <a:pt x="24788" y="36181"/>
                  </a:lnTo>
                  <a:lnTo>
                    <a:pt x="23373" y="29516"/>
                  </a:lnTo>
                  <a:lnTo>
                    <a:pt x="20094" y="26027"/>
                  </a:lnTo>
                  <a:lnTo>
                    <a:pt x="17411" y="27801"/>
                  </a:lnTo>
                  <a:lnTo>
                    <a:pt x="14122" y="27239"/>
                  </a:lnTo>
                  <a:lnTo>
                    <a:pt x="8131" y="24851"/>
                  </a:lnTo>
                  <a:lnTo>
                    <a:pt x="0" y="20170"/>
                  </a:lnTo>
                  <a:lnTo>
                    <a:pt x="1486" y="20429"/>
                  </a:lnTo>
                  <a:lnTo>
                    <a:pt x="4258" y="18362"/>
                  </a:lnTo>
                  <a:lnTo>
                    <a:pt x="6827" y="13909"/>
                  </a:lnTo>
                  <a:lnTo>
                    <a:pt x="4660" y="13101"/>
                  </a:lnTo>
                  <a:lnTo>
                    <a:pt x="3743" y="9787"/>
                  </a:lnTo>
                  <a:lnTo>
                    <a:pt x="6487" y="6580"/>
                  </a:lnTo>
                  <a:lnTo>
                    <a:pt x="6714" y="2897"/>
                  </a:lnTo>
                  <a:lnTo>
                    <a:pt x="10752" y="3505"/>
                  </a:lnTo>
                  <a:lnTo>
                    <a:pt x="12195" y="5486"/>
                  </a:lnTo>
                  <a:lnTo>
                    <a:pt x="13353" y="4330"/>
                  </a:lnTo>
                  <a:lnTo>
                    <a:pt x="16698" y="3468"/>
                  </a:lnTo>
                  <a:lnTo>
                    <a:pt x="22106" y="4306"/>
                  </a:lnTo>
                  <a:lnTo>
                    <a:pt x="24983" y="85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h4054"/>
            <p:cNvSpPr/>
            <p:nvPr/>
          </p:nvSpPr>
          <p:spPr>
            <a:xfrm>
              <a:off x="6554456" y="3010667"/>
              <a:ext cx="20210" cy="20474"/>
            </a:xfrm>
            <a:custGeom>
              <a:avLst/>
              <a:pathLst>
                <a:path w="20210" h="20474">
                  <a:moveTo>
                    <a:pt x="18037" y="0"/>
                  </a:moveTo>
                  <a:lnTo>
                    <a:pt x="20090" y="2154"/>
                  </a:lnTo>
                  <a:lnTo>
                    <a:pt x="20210" y="5192"/>
                  </a:lnTo>
                  <a:lnTo>
                    <a:pt x="15720" y="10687"/>
                  </a:lnTo>
                  <a:lnTo>
                    <a:pt x="14764" y="10271"/>
                  </a:lnTo>
                  <a:lnTo>
                    <a:pt x="14326" y="13434"/>
                  </a:lnTo>
                  <a:lnTo>
                    <a:pt x="18203" y="14977"/>
                  </a:lnTo>
                  <a:lnTo>
                    <a:pt x="17710" y="19443"/>
                  </a:lnTo>
                  <a:lnTo>
                    <a:pt x="14525" y="20474"/>
                  </a:lnTo>
                  <a:lnTo>
                    <a:pt x="9409" y="15956"/>
                  </a:lnTo>
                  <a:lnTo>
                    <a:pt x="8228" y="15139"/>
                  </a:lnTo>
                  <a:lnTo>
                    <a:pt x="760" y="15930"/>
                  </a:lnTo>
                  <a:lnTo>
                    <a:pt x="0" y="14754"/>
                  </a:lnTo>
                  <a:lnTo>
                    <a:pt x="2046" y="12445"/>
                  </a:lnTo>
                  <a:lnTo>
                    <a:pt x="2420" y="10859"/>
                  </a:lnTo>
                  <a:lnTo>
                    <a:pt x="1806" y="9665"/>
                  </a:lnTo>
                  <a:lnTo>
                    <a:pt x="5226" y="8279"/>
                  </a:lnTo>
                  <a:lnTo>
                    <a:pt x="8543" y="8343"/>
                  </a:lnTo>
                  <a:lnTo>
                    <a:pt x="15211" y="6737"/>
                  </a:lnTo>
                  <a:lnTo>
                    <a:pt x="16150" y="199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h4055"/>
            <p:cNvSpPr/>
            <p:nvPr/>
          </p:nvSpPr>
          <p:spPr>
            <a:xfrm>
              <a:off x="6649261" y="3011348"/>
              <a:ext cx="52422" cy="64568"/>
            </a:xfrm>
            <a:custGeom>
              <a:avLst/>
              <a:pathLst>
                <a:path w="52422" h="64568">
                  <a:moveTo>
                    <a:pt x="29995" y="2700"/>
                  </a:moveTo>
                  <a:lnTo>
                    <a:pt x="30708" y="6399"/>
                  </a:lnTo>
                  <a:lnTo>
                    <a:pt x="29031" y="7528"/>
                  </a:lnTo>
                  <a:lnTo>
                    <a:pt x="30259" y="9705"/>
                  </a:lnTo>
                  <a:lnTo>
                    <a:pt x="35072" y="11823"/>
                  </a:lnTo>
                  <a:lnTo>
                    <a:pt x="36950" y="11403"/>
                  </a:lnTo>
                  <a:lnTo>
                    <a:pt x="37511" y="10121"/>
                  </a:lnTo>
                  <a:lnTo>
                    <a:pt x="39097" y="9670"/>
                  </a:lnTo>
                  <a:lnTo>
                    <a:pt x="50193" y="17358"/>
                  </a:lnTo>
                  <a:lnTo>
                    <a:pt x="51129" y="19261"/>
                  </a:lnTo>
                  <a:lnTo>
                    <a:pt x="50344" y="22449"/>
                  </a:lnTo>
                  <a:lnTo>
                    <a:pt x="51713" y="24220"/>
                  </a:lnTo>
                  <a:lnTo>
                    <a:pt x="52113" y="32307"/>
                  </a:lnTo>
                  <a:lnTo>
                    <a:pt x="51192" y="35647"/>
                  </a:lnTo>
                  <a:lnTo>
                    <a:pt x="52309" y="38766"/>
                  </a:lnTo>
                  <a:lnTo>
                    <a:pt x="52082" y="42449"/>
                  </a:lnTo>
                  <a:lnTo>
                    <a:pt x="49338" y="45656"/>
                  </a:lnTo>
                  <a:lnTo>
                    <a:pt x="50255" y="48970"/>
                  </a:lnTo>
                  <a:lnTo>
                    <a:pt x="52422" y="49778"/>
                  </a:lnTo>
                  <a:lnTo>
                    <a:pt x="49852" y="54232"/>
                  </a:lnTo>
                  <a:lnTo>
                    <a:pt x="47081" y="56298"/>
                  </a:lnTo>
                  <a:lnTo>
                    <a:pt x="45594" y="56039"/>
                  </a:lnTo>
                  <a:lnTo>
                    <a:pt x="43994" y="55095"/>
                  </a:lnTo>
                  <a:lnTo>
                    <a:pt x="42395" y="56057"/>
                  </a:lnTo>
                  <a:lnTo>
                    <a:pt x="41480" y="57633"/>
                  </a:lnTo>
                  <a:lnTo>
                    <a:pt x="42479" y="58334"/>
                  </a:lnTo>
                  <a:lnTo>
                    <a:pt x="41029" y="63676"/>
                  </a:lnTo>
                  <a:lnTo>
                    <a:pt x="38087" y="64568"/>
                  </a:lnTo>
                  <a:lnTo>
                    <a:pt x="34502" y="62592"/>
                  </a:lnTo>
                  <a:lnTo>
                    <a:pt x="32737" y="63336"/>
                  </a:lnTo>
                  <a:lnTo>
                    <a:pt x="25504" y="63412"/>
                  </a:lnTo>
                  <a:lnTo>
                    <a:pt x="24431" y="60859"/>
                  </a:lnTo>
                  <a:lnTo>
                    <a:pt x="25247" y="58898"/>
                  </a:lnTo>
                  <a:lnTo>
                    <a:pt x="26866" y="59229"/>
                  </a:lnTo>
                  <a:lnTo>
                    <a:pt x="27817" y="55640"/>
                  </a:lnTo>
                  <a:lnTo>
                    <a:pt x="24391" y="52710"/>
                  </a:lnTo>
                  <a:lnTo>
                    <a:pt x="22090" y="49318"/>
                  </a:lnTo>
                  <a:lnTo>
                    <a:pt x="22218" y="46655"/>
                  </a:lnTo>
                  <a:lnTo>
                    <a:pt x="14806" y="41096"/>
                  </a:lnTo>
                  <a:lnTo>
                    <a:pt x="12850" y="37689"/>
                  </a:lnTo>
                  <a:lnTo>
                    <a:pt x="12987" y="35012"/>
                  </a:lnTo>
                  <a:lnTo>
                    <a:pt x="8902" y="30905"/>
                  </a:lnTo>
                  <a:lnTo>
                    <a:pt x="9017" y="26388"/>
                  </a:lnTo>
                  <a:lnTo>
                    <a:pt x="9958" y="25294"/>
                  </a:lnTo>
                  <a:lnTo>
                    <a:pt x="7124" y="26120"/>
                  </a:lnTo>
                  <a:lnTo>
                    <a:pt x="2695" y="25747"/>
                  </a:lnTo>
                  <a:lnTo>
                    <a:pt x="0" y="18717"/>
                  </a:lnTo>
                  <a:lnTo>
                    <a:pt x="1931" y="15681"/>
                  </a:lnTo>
                  <a:lnTo>
                    <a:pt x="3131" y="15377"/>
                  </a:lnTo>
                  <a:lnTo>
                    <a:pt x="12413" y="16114"/>
                  </a:lnTo>
                  <a:lnTo>
                    <a:pt x="16223" y="11752"/>
                  </a:lnTo>
                  <a:lnTo>
                    <a:pt x="13257" y="7146"/>
                  </a:lnTo>
                  <a:lnTo>
                    <a:pt x="16053" y="5873"/>
                  </a:lnTo>
                  <a:lnTo>
                    <a:pt x="19797" y="6324"/>
                  </a:lnTo>
                  <a:lnTo>
                    <a:pt x="20751" y="6408"/>
                  </a:lnTo>
                  <a:lnTo>
                    <a:pt x="24030" y="4039"/>
                  </a:lnTo>
                  <a:lnTo>
                    <a:pt x="24606" y="2099"/>
                  </a:lnTo>
                  <a:lnTo>
                    <a:pt x="23673" y="514"/>
                  </a:lnTo>
                  <a:lnTo>
                    <a:pt x="2531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h4056"/>
            <p:cNvSpPr/>
            <p:nvPr/>
          </p:nvSpPr>
          <p:spPr>
            <a:xfrm>
              <a:off x="6426845" y="2928232"/>
              <a:ext cx="64754" cy="64938"/>
            </a:xfrm>
            <a:custGeom>
              <a:avLst/>
              <a:pathLst>
                <a:path w="64754" h="64938">
                  <a:moveTo>
                    <a:pt x="41029" y="0"/>
                  </a:moveTo>
                  <a:lnTo>
                    <a:pt x="43215" y="2383"/>
                  </a:lnTo>
                  <a:lnTo>
                    <a:pt x="49722" y="4412"/>
                  </a:lnTo>
                  <a:lnTo>
                    <a:pt x="50948" y="5730"/>
                  </a:lnTo>
                  <a:lnTo>
                    <a:pt x="52263" y="10162"/>
                  </a:lnTo>
                  <a:lnTo>
                    <a:pt x="52031" y="11853"/>
                  </a:lnTo>
                  <a:lnTo>
                    <a:pt x="50676" y="13137"/>
                  </a:lnTo>
                  <a:lnTo>
                    <a:pt x="52625" y="17628"/>
                  </a:lnTo>
                  <a:lnTo>
                    <a:pt x="58509" y="19731"/>
                  </a:lnTo>
                  <a:lnTo>
                    <a:pt x="63183" y="36499"/>
                  </a:lnTo>
                  <a:lnTo>
                    <a:pt x="64714" y="36786"/>
                  </a:lnTo>
                  <a:lnTo>
                    <a:pt x="63387" y="37862"/>
                  </a:lnTo>
                  <a:lnTo>
                    <a:pt x="64609" y="40781"/>
                  </a:lnTo>
                  <a:lnTo>
                    <a:pt x="64754" y="44777"/>
                  </a:lnTo>
                  <a:lnTo>
                    <a:pt x="64631" y="52064"/>
                  </a:lnTo>
                  <a:lnTo>
                    <a:pt x="59937" y="53047"/>
                  </a:lnTo>
                  <a:lnTo>
                    <a:pt x="56747" y="55631"/>
                  </a:lnTo>
                  <a:lnTo>
                    <a:pt x="56377" y="57261"/>
                  </a:lnTo>
                  <a:lnTo>
                    <a:pt x="57330" y="58942"/>
                  </a:lnTo>
                  <a:lnTo>
                    <a:pt x="55679" y="62950"/>
                  </a:lnTo>
                  <a:lnTo>
                    <a:pt x="41066" y="64938"/>
                  </a:lnTo>
                  <a:lnTo>
                    <a:pt x="34943" y="64382"/>
                  </a:lnTo>
                  <a:lnTo>
                    <a:pt x="30855" y="61054"/>
                  </a:lnTo>
                  <a:lnTo>
                    <a:pt x="30206" y="59341"/>
                  </a:lnTo>
                  <a:lnTo>
                    <a:pt x="30587" y="56806"/>
                  </a:lnTo>
                  <a:lnTo>
                    <a:pt x="27244" y="54694"/>
                  </a:lnTo>
                  <a:lnTo>
                    <a:pt x="24844" y="54312"/>
                  </a:lnTo>
                  <a:lnTo>
                    <a:pt x="15354" y="44709"/>
                  </a:lnTo>
                  <a:lnTo>
                    <a:pt x="12113" y="45872"/>
                  </a:lnTo>
                  <a:lnTo>
                    <a:pt x="10715" y="45251"/>
                  </a:lnTo>
                  <a:lnTo>
                    <a:pt x="5673" y="36549"/>
                  </a:lnTo>
                  <a:lnTo>
                    <a:pt x="5870" y="30544"/>
                  </a:lnTo>
                  <a:lnTo>
                    <a:pt x="7678" y="22202"/>
                  </a:lnTo>
                  <a:lnTo>
                    <a:pt x="1798" y="18062"/>
                  </a:lnTo>
                  <a:lnTo>
                    <a:pt x="0" y="10460"/>
                  </a:lnTo>
                  <a:lnTo>
                    <a:pt x="1157" y="8470"/>
                  </a:lnTo>
                  <a:lnTo>
                    <a:pt x="5154" y="3365"/>
                  </a:lnTo>
                  <a:lnTo>
                    <a:pt x="9546" y="881"/>
                  </a:lnTo>
                  <a:lnTo>
                    <a:pt x="11676" y="1821"/>
                  </a:lnTo>
                  <a:lnTo>
                    <a:pt x="12350" y="3462"/>
                  </a:lnTo>
                  <a:lnTo>
                    <a:pt x="14544" y="1742"/>
                  </a:lnTo>
                  <a:lnTo>
                    <a:pt x="16337" y="1502"/>
                  </a:lnTo>
                  <a:lnTo>
                    <a:pt x="15225" y="5107"/>
                  </a:lnTo>
                  <a:lnTo>
                    <a:pt x="20608" y="6811"/>
                  </a:lnTo>
                  <a:lnTo>
                    <a:pt x="22045" y="8414"/>
                  </a:lnTo>
                  <a:lnTo>
                    <a:pt x="22294" y="11493"/>
                  </a:lnTo>
                  <a:lnTo>
                    <a:pt x="23364" y="12959"/>
                  </a:lnTo>
                  <a:lnTo>
                    <a:pt x="31855" y="14013"/>
                  </a:lnTo>
                  <a:lnTo>
                    <a:pt x="33400" y="9389"/>
                  </a:lnTo>
                  <a:lnTo>
                    <a:pt x="33699" y="5056"/>
                  </a:lnTo>
                  <a:lnTo>
                    <a:pt x="36101" y="122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h4057"/>
            <p:cNvSpPr/>
            <p:nvPr/>
          </p:nvSpPr>
          <p:spPr>
            <a:xfrm>
              <a:off x="6806485" y="2755595"/>
              <a:ext cx="72775" cy="93331"/>
            </a:xfrm>
            <a:custGeom>
              <a:avLst/>
              <a:pathLst>
                <a:path w="72775" h="93331">
                  <a:moveTo>
                    <a:pt x="28455" y="4251"/>
                  </a:moveTo>
                  <a:lnTo>
                    <a:pt x="34582" y="5541"/>
                  </a:lnTo>
                  <a:lnTo>
                    <a:pt x="36834" y="7798"/>
                  </a:lnTo>
                  <a:lnTo>
                    <a:pt x="39052" y="12928"/>
                  </a:lnTo>
                  <a:lnTo>
                    <a:pt x="42748" y="16943"/>
                  </a:lnTo>
                  <a:lnTo>
                    <a:pt x="41842" y="20835"/>
                  </a:lnTo>
                  <a:lnTo>
                    <a:pt x="43921" y="23472"/>
                  </a:lnTo>
                  <a:lnTo>
                    <a:pt x="51871" y="31587"/>
                  </a:lnTo>
                  <a:lnTo>
                    <a:pt x="59069" y="36086"/>
                  </a:lnTo>
                  <a:lnTo>
                    <a:pt x="58587" y="40616"/>
                  </a:lnTo>
                  <a:lnTo>
                    <a:pt x="60426" y="43456"/>
                  </a:lnTo>
                  <a:lnTo>
                    <a:pt x="64428" y="45356"/>
                  </a:lnTo>
                  <a:lnTo>
                    <a:pt x="66308" y="45093"/>
                  </a:lnTo>
                  <a:lnTo>
                    <a:pt x="64562" y="48805"/>
                  </a:lnTo>
                  <a:lnTo>
                    <a:pt x="70473" y="55549"/>
                  </a:lnTo>
                  <a:lnTo>
                    <a:pt x="70622" y="58495"/>
                  </a:lnTo>
                  <a:lnTo>
                    <a:pt x="72775" y="61616"/>
                  </a:lnTo>
                  <a:lnTo>
                    <a:pt x="61971" y="63183"/>
                  </a:lnTo>
                  <a:lnTo>
                    <a:pt x="59469" y="64940"/>
                  </a:lnTo>
                  <a:lnTo>
                    <a:pt x="63911" y="69951"/>
                  </a:lnTo>
                  <a:lnTo>
                    <a:pt x="63546" y="73460"/>
                  </a:lnTo>
                  <a:lnTo>
                    <a:pt x="63974" y="77058"/>
                  </a:lnTo>
                  <a:lnTo>
                    <a:pt x="61717" y="78859"/>
                  </a:lnTo>
                  <a:lnTo>
                    <a:pt x="52522" y="80171"/>
                  </a:lnTo>
                  <a:lnTo>
                    <a:pt x="49585" y="81443"/>
                  </a:lnTo>
                  <a:lnTo>
                    <a:pt x="48546" y="82741"/>
                  </a:lnTo>
                  <a:lnTo>
                    <a:pt x="47870" y="87690"/>
                  </a:lnTo>
                  <a:lnTo>
                    <a:pt x="43592" y="89199"/>
                  </a:lnTo>
                  <a:lnTo>
                    <a:pt x="43554" y="90395"/>
                  </a:lnTo>
                  <a:lnTo>
                    <a:pt x="40125" y="92556"/>
                  </a:lnTo>
                  <a:lnTo>
                    <a:pt x="37017" y="93331"/>
                  </a:lnTo>
                  <a:lnTo>
                    <a:pt x="36944" y="90846"/>
                  </a:lnTo>
                  <a:lnTo>
                    <a:pt x="35361" y="87149"/>
                  </a:lnTo>
                  <a:lnTo>
                    <a:pt x="33409" y="84221"/>
                  </a:lnTo>
                  <a:lnTo>
                    <a:pt x="31614" y="83038"/>
                  </a:lnTo>
                  <a:lnTo>
                    <a:pt x="26611" y="82708"/>
                  </a:lnTo>
                  <a:lnTo>
                    <a:pt x="22900" y="80846"/>
                  </a:lnTo>
                  <a:lnTo>
                    <a:pt x="20312" y="80459"/>
                  </a:lnTo>
                  <a:lnTo>
                    <a:pt x="17859" y="81419"/>
                  </a:lnTo>
                  <a:lnTo>
                    <a:pt x="18570" y="84857"/>
                  </a:lnTo>
                  <a:lnTo>
                    <a:pt x="16080" y="87338"/>
                  </a:lnTo>
                  <a:lnTo>
                    <a:pt x="9169" y="84700"/>
                  </a:lnTo>
                  <a:lnTo>
                    <a:pt x="9397" y="83902"/>
                  </a:lnTo>
                  <a:lnTo>
                    <a:pt x="6012" y="81048"/>
                  </a:lnTo>
                  <a:lnTo>
                    <a:pt x="4573" y="81277"/>
                  </a:lnTo>
                  <a:lnTo>
                    <a:pt x="4959" y="80501"/>
                  </a:lnTo>
                  <a:lnTo>
                    <a:pt x="3961" y="77513"/>
                  </a:lnTo>
                  <a:lnTo>
                    <a:pt x="0" y="76772"/>
                  </a:lnTo>
                  <a:lnTo>
                    <a:pt x="1703" y="65707"/>
                  </a:lnTo>
                  <a:lnTo>
                    <a:pt x="4475" y="63418"/>
                  </a:lnTo>
                  <a:lnTo>
                    <a:pt x="5773" y="60692"/>
                  </a:lnTo>
                  <a:lnTo>
                    <a:pt x="3238" y="59540"/>
                  </a:lnTo>
                  <a:lnTo>
                    <a:pt x="3326" y="58893"/>
                  </a:lnTo>
                  <a:lnTo>
                    <a:pt x="10298" y="56333"/>
                  </a:lnTo>
                  <a:lnTo>
                    <a:pt x="14206" y="53043"/>
                  </a:lnTo>
                  <a:lnTo>
                    <a:pt x="18587" y="47375"/>
                  </a:lnTo>
                  <a:lnTo>
                    <a:pt x="22334" y="39824"/>
                  </a:lnTo>
                  <a:lnTo>
                    <a:pt x="23488" y="33688"/>
                  </a:lnTo>
                  <a:lnTo>
                    <a:pt x="22704" y="29876"/>
                  </a:lnTo>
                  <a:lnTo>
                    <a:pt x="23483" y="24374"/>
                  </a:lnTo>
                  <a:lnTo>
                    <a:pt x="22016" y="21827"/>
                  </a:lnTo>
                  <a:lnTo>
                    <a:pt x="20137" y="23014"/>
                  </a:lnTo>
                  <a:lnTo>
                    <a:pt x="19121" y="22656"/>
                  </a:lnTo>
                  <a:lnTo>
                    <a:pt x="17151" y="20758"/>
                  </a:lnTo>
                  <a:lnTo>
                    <a:pt x="17279" y="18200"/>
                  </a:lnTo>
                  <a:lnTo>
                    <a:pt x="7267" y="18025"/>
                  </a:lnTo>
                  <a:lnTo>
                    <a:pt x="8504" y="14640"/>
                  </a:lnTo>
                  <a:lnTo>
                    <a:pt x="9911" y="13414"/>
                  </a:lnTo>
                  <a:lnTo>
                    <a:pt x="11270" y="13993"/>
                  </a:lnTo>
                  <a:lnTo>
                    <a:pt x="12183" y="12218"/>
                  </a:lnTo>
                  <a:lnTo>
                    <a:pt x="14969" y="8700"/>
                  </a:lnTo>
                  <a:lnTo>
                    <a:pt x="15377" y="4754"/>
                  </a:lnTo>
                  <a:lnTo>
                    <a:pt x="272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h4058"/>
            <p:cNvSpPr/>
            <p:nvPr/>
          </p:nvSpPr>
          <p:spPr>
            <a:xfrm>
              <a:off x="6561850" y="2980258"/>
              <a:ext cx="23910" cy="25872"/>
            </a:xfrm>
            <a:custGeom>
              <a:avLst/>
              <a:pathLst>
                <a:path w="23910" h="25872">
                  <a:moveTo>
                    <a:pt x="11529" y="0"/>
                  </a:moveTo>
                  <a:lnTo>
                    <a:pt x="12842" y="1091"/>
                  </a:lnTo>
                  <a:lnTo>
                    <a:pt x="12628" y="4327"/>
                  </a:lnTo>
                  <a:lnTo>
                    <a:pt x="13313" y="6152"/>
                  </a:lnTo>
                  <a:lnTo>
                    <a:pt x="18084" y="5421"/>
                  </a:lnTo>
                  <a:lnTo>
                    <a:pt x="23910" y="6811"/>
                  </a:lnTo>
                  <a:lnTo>
                    <a:pt x="23611" y="8812"/>
                  </a:lnTo>
                  <a:lnTo>
                    <a:pt x="19220" y="15206"/>
                  </a:lnTo>
                  <a:lnTo>
                    <a:pt x="18392" y="17914"/>
                  </a:lnTo>
                  <a:lnTo>
                    <a:pt x="19177" y="18794"/>
                  </a:lnTo>
                  <a:lnTo>
                    <a:pt x="21697" y="19222"/>
                  </a:lnTo>
                  <a:lnTo>
                    <a:pt x="22566" y="22757"/>
                  </a:lnTo>
                  <a:lnTo>
                    <a:pt x="13929" y="25621"/>
                  </a:lnTo>
                  <a:lnTo>
                    <a:pt x="11298" y="25814"/>
                  </a:lnTo>
                  <a:lnTo>
                    <a:pt x="9943" y="25872"/>
                  </a:lnTo>
                  <a:lnTo>
                    <a:pt x="5960" y="23678"/>
                  </a:lnTo>
                  <a:lnTo>
                    <a:pt x="8503" y="22433"/>
                  </a:lnTo>
                  <a:lnTo>
                    <a:pt x="8527" y="21535"/>
                  </a:lnTo>
                  <a:lnTo>
                    <a:pt x="2944" y="16016"/>
                  </a:lnTo>
                  <a:lnTo>
                    <a:pt x="1090" y="13302"/>
                  </a:lnTo>
                  <a:lnTo>
                    <a:pt x="1221" y="10530"/>
                  </a:lnTo>
                  <a:lnTo>
                    <a:pt x="0" y="9595"/>
                  </a:lnTo>
                  <a:lnTo>
                    <a:pt x="1470" y="10230"/>
                  </a:lnTo>
                  <a:lnTo>
                    <a:pt x="3570" y="9951"/>
                  </a:lnTo>
                  <a:lnTo>
                    <a:pt x="7644" y="5152"/>
                  </a:lnTo>
                  <a:lnTo>
                    <a:pt x="9132" y="196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h4059"/>
            <p:cNvSpPr/>
            <p:nvPr/>
          </p:nvSpPr>
          <p:spPr>
            <a:xfrm>
              <a:off x="6635203" y="2948294"/>
              <a:ext cx="32279" cy="32085"/>
            </a:xfrm>
            <a:custGeom>
              <a:avLst/>
              <a:pathLst>
                <a:path w="32279" h="32085">
                  <a:moveTo>
                    <a:pt x="2559" y="0"/>
                  </a:moveTo>
                  <a:lnTo>
                    <a:pt x="7288" y="1766"/>
                  </a:lnTo>
                  <a:lnTo>
                    <a:pt x="11278" y="4766"/>
                  </a:lnTo>
                  <a:lnTo>
                    <a:pt x="16031" y="6899"/>
                  </a:lnTo>
                  <a:lnTo>
                    <a:pt x="23349" y="6700"/>
                  </a:lnTo>
                  <a:lnTo>
                    <a:pt x="25573" y="5381"/>
                  </a:lnTo>
                  <a:lnTo>
                    <a:pt x="27201" y="2680"/>
                  </a:lnTo>
                  <a:lnTo>
                    <a:pt x="29649" y="1489"/>
                  </a:lnTo>
                  <a:lnTo>
                    <a:pt x="32053" y="1660"/>
                  </a:lnTo>
                  <a:lnTo>
                    <a:pt x="30778" y="3028"/>
                  </a:lnTo>
                  <a:lnTo>
                    <a:pt x="32279" y="10586"/>
                  </a:lnTo>
                  <a:lnTo>
                    <a:pt x="29632" y="16678"/>
                  </a:lnTo>
                  <a:lnTo>
                    <a:pt x="26759" y="16938"/>
                  </a:lnTo>
                  <a:lnTo>
                    <a:pt x="21143" y="15664"/>
                  </a:lnTo>
                  <a:lnTo>
                    <a:pt x="16540" y="16465"/>
                  </a:lnTo>
                  <a:lnTo>
                    <a:pt x="15470" y="20355"/>
                  </a:lnTo>
                  <a:lnTo>
                    <a:pt x="15719" y="23560"/>
                  </a:lnTo>
                  <a:lnTo>
                    <a:pt x="17757" y="24807"/>
                  </a:lnTo>
                  <a:lnTo>
                    <a:pt x="22936" y="24416"/>
                  </a:lnTo>
                  <a:lnTo>
                    <a:pt x="21167" y="26719"/>
                  </a:lnTo>
                  <a:lnTo>
                    <a:pt x="21309" y="28072"/>
                  </a:lnTo>
                  <a:lnTo>
                    <a:pt x="25192" y="31343"/>
                  </a:lnTo>
                  <a:lnTo>
                    <a:pt x="24247" y="32085"/>
                  </a:lnTo>
                  <a:lnTo>
                    <a:pt x="21526" y="32021"/>
                  </a:lnTo>
                  <a:lnTo>
                    <a:pt x="16180" y="29525"/>
                  </a:lnTo>
                  <a:lnTo>
                    <a:pt x="14839" y="28164"/>
                  </a:lnTo>
                  <a:lnTo>
                    <a:pt x="15741" y="26845"/>
                  </a:lnTo>
                  <a:lnTo>
                    <a:pt x="12709" y="26829"/>
                  </a:lnTo>
                  <a:lnTo>
                    <a:pt x="9739" y="22671"/>
                  </a:lnTo>
                  <a:lnTo>
                    <a:pt x="9974" y="18531"/>
                  </a:lnTo>
                  <a:lnTo>
                    <a:pt x="880" y="7790"/>
                  </a:lnTo>
                  <a:lnTo>
                    <a:pt x="0" y="5182"/>
                  </a:lnTo>
                  <a:lnTo>
                    <a:pt x="37" y="1079"/>
                  </a:lnTo>
                  <a:lnTo>
                    <a:pt x="1437" y="39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h4060"/>
            <p:cNvSpPr/>
            <p:nvPr/>
          </p:nvSpPr>
          <p:spPr>
            <a:xfrm>
              <a:off x="6594662" y="2749430"/>
              <a:ext cx="47287" cy="48617"/>
            </a:xfrm>
            <a:custGeom>
              <a:avLst/>
              <a:pathLst>
                <a:path w="47287" h="48617">
                  <a:moveTo>
                    <a:pt x="33547" y="7675"/>
                  </a:moveTo>
                  <a:lnTo>
                    <a:pt x="33685" y="12679"/>
                  </a:lnTo>
                  <a:lnTo>
                    <a:pt x="37247" y="15812"/>
                  </a:lnTo>
                  <a:lnTo>
                    <a:pt x="39528" y="16376"/>
                  </a:lnTo>
                  <a:lnTo>
                    <a:pt x="40322" y="18830"/>
                  </a:lnTo>
                  <a:lnTo>
                    <a:pt x="43075" y="20655"/>
                  </a:lnTo>
                  <a:lnTo>
                    <a:pt x="45179" y="20914"/>
                  </a:lnTo>
                  <a:lnTo>
                    <a:pt x="47287" y="24812"/>
                  </a:lnTo>
                  <a:lnTo>
                    <a:pt x="46866" y="28131"/>
                  </a:lnTo>
                  <a:lnTo>
                    <a:pt x="42236" y="36525"/>
                  </a:lnTo>
                  <a:lnTo>
                    <a:pt x="41383" y="38589"/>
                  </a:lnTo>
                  <a:lnTo>
                    <a:pt x="42044" y="42355"/>
                  </a:lnTo>
                  <a:lnTo>
                    <a:pt x="41403" y="46116"/>
                  </a:lnTo>
                  <a:lnTo>
                    <a:pt x="38624" y="45026"/>
                  </a:lnTo>
                  <a:lnTo>
                    <a:pt x="36496" y="48337"/>
                  </a:lnTo>
                  <a:lnTo>
                    <a:pt x="33794" y="48617"/>
                  </a:lnTo>
                  <a:lnTo>
                    <a:pt x="28474" y="47523"/>
                  </a:lnTo>
                  <a:lnTo>
                    <a:pt x="25234" y="48573"/>
                  </a:lnTo>
                  <a:lnTo>
                    <a:pt x="22754" y="43349"/>
                  </a:lnTo>
                  <a:lnTo>
                    <a:pt x="25587" y="41746"/>
                  </a:lnTo>
                  <a:lnTo>
                    <a:pt x="25526" y="40316"/>
                  </a:lnTo>
                  <a:lnTo>
                    <a:pt x="23522" y="37096"/>
                  </a:lnTo>
                  <a:lnTo>
                    <a:pt x="25012" y="33791"/>
                  </a:lnTo>
                  <a:lnTo>
                    <a:pt x="28013" y="32371"/>
                  </a:lnTo>
                  <a:lnTo>
                    <a:pt x="30305" y="27321"/>
                  </a:lnTo>
                  <a:lnTo>
                    <a:pt x="22605" y="28589"/>
                  </a:lnTo>
                  <a:lnTo>
                    <a:pt x="18864" y="26426"/>
                  </a:lnTo>
                  <a:lnTo>
                    <a:pt x="7570" y="24495"/>
                  </a:lnTo>
                  <a:lnTo>
                    <a:pt x="2552" y="21747"/>
                  </a:lnTo>
                  <a:lnTo>
                    <a:pt x="0" y="22965"/>
                  </a:lnTo>
                  <a:lnTo>
                    <a:pt x="772" y="19030"/>
                  </a:lnTo>
                  <a:lnTo>
                    <a:pt x="1918" y="13193"/>
                  </a:lnTo>
                  <a:lnTo>
                    <a:pt x="4281" y="12828"/>
                  </a:lnTo>
                  <a:lnTo>
                    <a:pt x="10240" y="16680"/>
                  </a:lnTo>
                  <a:lnTo>
                    <a:pt x="18998" y="16255"/>
                  </a:lnTo>
                  <a:lnTo>
                    <a:pt x="22709" y="13252"/>
                  </a:lnTo>
                  <a:lnTo>
                    <a:pt x="28363" y="10177"/>
                  </a:lnTo>
                  <a:lnTo>
                    <a:pt x="28307" y="8637"/>
                  </a:lnTo>
                  <a:lnTo>
                    <a:pt x="27070" y="8260"/>
                  </a:lnTo>
                  <a:lnTo>
                    <a:pt x="23327" y="9035"/>
                  </a:lnTo>
                  <a:lnTo>
                    <a:pt x="23983" y="2019"/>
                  </a:lnTo>
                  <a:lnTo>
                    <a:pt x="2618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h4061"/>
            <p:cNvSpPr/>
            <p:nvPr/>
          </p:nvSpPr>
          <p:spPr>
            <a:xfrm>
              <a:off x="6681639" y="3066444"/>
              <a:ext cx="77377" cy="50553"/>
            </a:xfrm>
            <a:custGeom>
              <a:avLst/>
              <a:pathLst>
                <a:path w="77377" h="50553">
                  <a:moveTo>
                    <a:pt x="13216" y="943"/>
                  </a:moveTo>
                  <a:lnTo>
                    <a:pt x="21348" y="5624"/>
                  </a:lnTo>
                  <a:lnTo>
                    <a:pt x="27339" y="8012"/>
                  </a:lnTo>
                  <a:lnTo>
                    <a:pt x="30628" y="8575"/>
                  </a:lnTo>
                  <a:lnTo>
                    <a:pt x="33311" y="6800"/>
                  </a:lnTo>
                  <a:lnTo>
                    <a:pt x="36590" y="10290"/>
                  </a:lnTo>
                  <a:lnTo>
                    <a:pt x="38005" y="16955"/>
                  </a:lnTo>
                  <a:lnTo>
                    <a:pt x="42636" y="13664"/>
                  </a:lnTo>
                  <a:lnTo>
                    <a:pt x="43974" y="11090"/>
                  </a:lnTo>
                  <a:lnTo>
                    <a:pt x="49045" y="16822"/>
                  </a:lnTo>
                  <a:lnTo>
                    <a:pt x="53006" y="11464"/>
                  </a:lnTo>
                  <a:lnTo>
                    <a:pt x="52798" y="9245"/>
                  </a:lnTo>
                  <a:lnTo>
                    <a:pt x="60708" y="8478"/>
                  </a:lnTo>
                  <a:lnTo>
                    <a:pt x="63802" y="9939"/>
                  </a:lnTo>
                  <a:lnTo>
                    <a:pt x="72280" y="4069"/>
                  </a:lnTo>
                  <a:lnTo>
                    <a:pt x="73260" y="2486"/>
                  </a:lnTo>
                  <a:lnTo>
                    <a:pt x="76594" y="3238"/>
                  </a:lnTo>
                  <a:lnTo>
                    <a:pt x="77377" y="5340"/>
                  </a:lnTo>
                  <a:lnTo>
                    <a:pt x="74811" y="6839"/>
                  </a:lnTo>
                  <a:lnTo>
                    <a:pt x="74143" y="9389"/>
                  </a:lnTo>
                  <a:lnTo>
                    <a:pt x="77127" y="10996"/>
                  </a:lnTo>
                  <a:lnTo>
                    <a:pt x="74099" y="13700"/>
                  </a:lnTo>
                  <a:lnTo>
                    <a:pt x="70056" y="20001"/>
                  </a:lnTo>
                  <a:lnTo>
                    <a:pt x="66912" y="26501"/>
                  </a:lnTo>
                  <a:lnTo>
                    <a:pt x="63474" y="36576"/>
                  </a:lnTo>
                  <a:lnTo>
                    <a:pt x="61617" y="39256"/>
                  </a:lnTo>
                  <a:lnTo>
                    <a:pt x="58014" y="38130"/>
                  </a:lnTo>
                  <a:lnTo>
                    <a:pt x="51042" y="34188"/>
                  </a:lnTo>
                  <a:lnTo>
                    <a:pt x="48530" y="35533"/>
                  </a:lnTo>
                  <a:lnTo>
                    <a:pt x="45926" y="37157"/>
                  </a:lnTo>
                  <a:lnTo>
                    <a:pt x="42955" y="40262"/>
                  </a:lnTo>
                  <a:lnTo>
                    <a:pt x="42114" y="40704"/>
                  </a:lnTo>
                  <a:lnTo>
                    <a:pt x="39437" y="41471"/>
                  </a:lnTo>
                  <a:lnTo>
                    <a:pt x="37352" y="40999"/>
                  </a:lnTo>
                  <a:lnTo>
                    <a:pt x="37012" y="39940"/>
                  </a:lnTo>
                  <a:lnTo>
                    <a:pt x="34381" y="40828"/>
                  </a:lnTo>
                  <a:lnTo>
                    <a:pt x="30729" y="44075"/>
                  </a:lnTo>
                  <a:lnTo>
                    <a:pt x="25451" y="44819"/>
                  </a:lnTo>
                  <a:lnTo>
                    <a:pt x="22747" y="47576"/>
                  </a:lnTo>
                  <a:lnTo>
                    <a:pt x="17754" y="50155"/>
                  </a:lnTo>
                  <a:lnTo>
                    <a:pt x="15041" y="50553"/>
                  </a:lnTo>
                  <a:lnTo>
                    <a:pt x="14359" y="43481"/>
                  </a:lnTo>
                  <a:lnTo>
                    <a:pt x="9718" y="42122"/>
                  </a:lnTo>
                  <a:lnTo>
                    <a:pt x="7140" y="39135"/>
                  </a:lnTo>
                  <a:lnTo>
                    <a:pt x="10286" y="35587"/>
                  </a:lnTo>
                  <a:lnTo>
                    <a:pt x="10582" y="33907"/>
                  </a:lnTo>
                  <a:lnTo>
                    <a:pt x="9803" y="32592"/>
                  </a:lnTo>
                  <a:lnTo>
                    <a:pt x="8740" y="32885"/>
                  </a:lnTo>
                  <a:lnTo>
                    <a:pt x="3873" y="31137"/>
                  </a:lnTo>
                  <a:lnTo>
                    <a:pt x="0" y="26159"/>
                  </a:lnTo>
                  <a:lnTo>
                    <a:pt x="1930" y="23127"/>
                  </a:lnTo>
                  <a:lnTo>
                    <a:pt x="8280" y="17774"/>
                  </a:lnTo>
                  <a:lnTo>
                    <a:pt x="10061" y="14817"/>
                  </a:lnTo>
                  <a:lnTo>
                    <a:pt x="9723" y="13216"/>
                  </a:lnTo>
                  <a:lnTo>
                    <a:pt x="8203" y="11467"/>
                  </a:lnTo>
                  <a:lnTo>
                    <a:pt x="6300" y="12653"/>
                  </a:lnTo>
                  <a:lnTo>
                    <a:pt x="5709" y="9473"/>
                  </a:lnTo>
                  <a:lnTo>
                    <a:pt x="8651" y="8580"/>
                  </a:lnTo>
                  <a:lnTo>
                    <a:pt x="10102" y="3238"/>
                  </a:lnTo>
                  <a:lnTo>
                    <a:pt x="9102" y="2538"/>
                  </a:lnTo>
                  <a:lnTo>
                    <a:pt x="10017" y="962"/>
                  </a:lnTo>
                  <a:lnTo>
                    <a:pt x="1161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h4062"/>
            <p:cNvSpPr/>
            <p:nvPr/>
          </p:nvSpPr>
          <p:spPr>
            <a:xfrm>
              <a:off x="6791452" y="2900062"/>
              <a:ext cx="40593" cy="36247"/>
            </a:xfrm>
            <a:custGeom>
              <a:avLst/>
              <a:pathLst>
                <a:path w="40593" h="36247">
                  <a:moveTo>
                    <a:pt x="22027" y="1137"/>
                  </a:moveTo>
                  <a:lnTo>
                    <a:pt x="23441" y="3581"/>
                  </a:lnTo>
                  <a:lnTo>
                    <a:pt x="24301" y="1050"/>
                  </a:lnTo>
                  <a:lnTo>
                    <a:pt x="26796" y="1994"/>
                  </a:lnTo>
                  <a:lnTo>
                    <a:pt x="26065" y="4901"/>
                  </a:lnTo>
                  <a:lnTo>
                    <a:pt x="27322" y="6338"/>
                  </a:lnTo>
                  <a:lnTo>
                    <a:pt x="33568" y="9562"/>
                  </a:lnTo>
                  <a:lnTo>
                    <a:pt x="32796" y="13180"/>
                  </a:lnTo>
                  <a:lnTo>
                    <a:pt x="33401" y="16048"/>
                  </a:lnTo>
                  <a:lnTo>
                    <a:pt x="34527" y="16588"/>
                  </a:lnTo>
                  <a:lnTo>
                    <a:pt x="39067" y="16186"/>
                  </a:lnTo>
                  <a:lnTo>
                    <a:pt x="40593" y="20726"/>
                  </a:lnTo>
                  <a:lnTo>
                    <a:pt x="40131" y="26219"/>
                  </a:lnTo>
                  <a:lnTo>
                    <a:pt x="38941" y="29426"/>
                  </a:lnTo>
                  <a:lnTo>
                    <a:pt x="33949" y="31705"/>
                  </a:lnTo>
                  <a:lnTo>
                    <a:pt x="33046" y="31065"/>
                  </a:lnTo>
                  <a:lnTo>
                    <a:pt x="29792" y="31189"/>
                  </a:lnTo>
                  <a:lnTo>
                    <a:pt x="20126" y="34603"/>
                  </a:lnTo>
                  <a:lnTo>
                    <a:pt x="11852" y="33897"/>
                  </a:lnTo>
                  <a:lnTo>
                    <a:pt x="8746" y="34923"/>
                  </a:lnTo>
                  <a:lnTo>
                    <a:pt x="7531" y="36247"/>
                  </a:lnTo>
                  <a:lnTo>
                    <a:pt x="6408" y="36105"/>
                  </a:lnTo>
                  <a:lnTo>
                    <a:pt x="4393" y="30464"/>
                  </a:lnTo>
                  <a:lnTo>
                    <a:pt x="0" y="24282"/>
                  </a:lnTo>
                  <a:lnTo>
                    <a:pt x="3417" y="17107"/>
                  </a:lnTo>
                  <a:lnTo>
                    <a:pt x="2660" y="14927"/>
                  </a:lnTo>
                  <a:lnTo>
                    <a:pt x="11779" y="8114"/>
                  </a:lnTo>
                  <a:lnTo>
                    <a:pt x="12600" y="4869"/>
                  </a:lnTo>
                  <a:lnTo>
                    <a:pt x="15080" y="2256"/>
                  </a:lnTo>
                  <a:lnTo>
                    <a:pt x="19019" y="18"/>
                  </a:lnTo>
                  <a:lnTo>
                    <a:pt x="2033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h4063"/>
            <p:cNvSpPr/>
            <p:nvPr/>
          </p:nvSpPr>
          <p:spPr>
            <a:xfrm>
              <a:off x="6733939" y="2954093"/>
              <a:ext cx="17936" cy="21160"/>
            </a:xfrm>
            <a:custGeom>
              <a:avLst/>
              <a:pathLst>
                <a:path w="17936" h="21160">
                  <a:moveTo>
                    <a:pt x="10830" y="68"/>
                  </a:moveTo>
                  <a:lnTo>
                    <a:pt x="11303" y="600"/>
                  </a:lnTo>
                  <a:lnTo>
                    <a:pt x="10347" y="10389"/>
                  </a:lnTo>
                  <a:lnTo>
                    <a:pt x="17936" y="10596"/>
                  </a:lnTo>
                  <a:lnTo>
                    <a:pt x="17030" y="13741"/>
                  </a:lnTo>
                  <a:lnTo>
                    <a:pt x="14979" y="18882"/>
                  </a:lnTo>
                  <a:lnTo>
                    <a:pt x="13174" y="19652"/>
                  </a:lnTo>
                  <a:lnTo>
                    <a:pt x="9787" y="18658"/>
                  </a:lnTo>
                  <a:lnTo>
                    <a:pt x="8478" y="19287"/>
                  </a:lnTo>
                  <a:lnTo>
                    <a:pt x="7882" y="21110"/>
                  </a:lnTo>
                  <a:lnTo>
                    <a:pt x="19" y="21160"/>
                  </a:lnTo>
                  <a:lnTo>
                    <a:pt x="1621" y="10757"/>
                  </a:lnTo>
                  <a:lnTo>
                    <a:pt x="1890" y="8250"/>
                  </a:lnTo>
                  <a:lnTo>
                    <a:pt x="0" y="7242"/>
                  </a:lnTo>
                  <a:lnTo>
                    <a:pt x="1655" y="4802"/>
                  </a:lnTo>
                  <a:lnTo>
                    <a:pt x="2662" y="3844"/>
                  </a:lnTo>
                  <a:lnTo>
                    <a:pt x="9137" y="2043"/>
                  </a:lnTo>
                  <a:lnTo>
                    <a:pt x="943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h4064"/>
            <p:cNvSpPr/>
            <p:nvPr/>
          </p:nvSpPr>
          <p:spPr>
            <a:xfrm>
              <a:off x="6750072" y="2827938"/>
              <a:ext cx="37981" cy="35483"/>
            </a:xfrm>
            <a:custGeom>
              <a:avLst/>
              <a:pathLst>
                <a:path w="37981" h="35483">
                  <a:moveTo>
                    <a:pt x="23594" y="1180"/>
                  </a:moveTo>
                  <a:lnTo>
                    <a:pt x="21458" y="4697"/>
                  </a:lnTo>
                  <a:lnTo>
                    <a:pt x="24719" y="7526"/>
                  </a:lnTo>
                  <a:lnTo>
                    <a:pt x="25226" y="12748"/>
                  </a:lnTo>
                  <a:lnTo>
                    <a:pt x="22869" y="13885"/>
                  </a:lnTo>
                  <a:lnTo>
                    <a:pt x="27845" y="17774"/>
                  </a:lnTo>
                  <a:lnTo>
                    <a:pt x="25196" y="19887"/>
                  </a:lnTo>
                  <a:lnTo>
                    <a:pt x="26907" y="22885"/>
                  </a:lnTo>
                  <a:lnTo>
                    <a:pt x="32264" y="22614"/>
                  </a:lnTo>
                  <a:lnTo>
                    <a:pt x="36720" y="24464"/>
                  </a:lnTo>
                  <a:lnTo>
                    <a:pt x="37981" y="26304"/>
                  </a:lnTo>
                  <a:lnTo>
                    <a:pt x="37783" y="30343"/>
                  </a:lnTo>
                  <a:lnTo>
                    <a:pt x="30237" y="29253"/>
                  </a:lnTo>
                  <a:lnTo>
                    <a:pt x="24838" y="30443"/>
                  </a:lnTo>
                  <a:lnTo>
                    <a:pt x="23461" y="33168"/>
                  </a:lnTo>
                  <a:lnTo>
                    <a:pt x="16876" y="35483"/>
                  </a:lnTo>
                  <a:lnTo>
                    <a:pt x="15833" y="35397"/>
                  </a:lnTo>
                  <a:lnTo>
                    <a:pt x="14626" y="32910"/>
                  </a:lnTo>
                  <a:lnTo>
                    <a:pt x="12413" y="32366"/>
                  </a:lnTo>
                  <a:lnTo>
                    <a:pt x="8901" y="34106"/>
                  </a:lnTo>
                  <a:lnTo>
                    <a:pt x="8853" y="30323"/>
                  </a:lnTo>
                  <a:lnTo>
                    <a:pt x="7439" y="29279"/>
                  </a:lnTo>
                  <a:lnTo>
                    <a:pt x="5459" y="25882"/>
                  </a:lnTo>
                  <a:lnTo>
                    <a:pt x="6391" y="24803"/>
                  </a:lnTo>
                  <a:lnTo>
                    <a:pt x="5278" y="23186"/>
                  </a:lnTo>
                  <a:lnTo>
                    <a:pt x="4632" y="23023"/>
                  </a:lnTo>
                  <a:lnTo>
                    <a:pt x="3160" y="24493"/>
                  </a:lnTo>
                  <a:lnTo>
                    <a:pt x="1654" y="24025"/>
                  </a:lnTo>
                  <a:lnTo>
                    <a:pt x="0" y="17773"/>
                  </a:lnTo>
                  <a:lnTo>
                    <a:pt x="5310" y="14822"/>
                  </a:lnTo>
                  <a:lnTo>
                    <a:pt x="6090" y="10150"/>
                  </a:lnTo>
                  <a:lnTo>
                    <a:pt x="386" y="9257"/>
                  </a:lnTo>
                  <a:lnTo>
                    <a:pt x="77" y="7823"/>
                  </a:lnTo>
                  <a:lnTo>
                    <a:pt x="1864" y="4088"/>
                  </a:lnTo>
                  <a:lnTo>
                    <a:pt x="7169" y="3639"/>
                  </a:lnTo>
                  <a:lnTo>
                    <a:pt x="8434" y="3911"/>
                  </a:lnTo>
                  <a:lnTo>
                    <a:pt x="9088" y="5109"/>
                  </a:lnTo>
                  <a:lnTo>
                    <a:pt x="12155" y="4810"/>
                  </a:lnTo>
                  <a:lnTo>
                    <a:pt x="17323" y="1253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h4065"/>
            <p:cNvSpPr/>
            <p:nvPr/>
          </p:nvSpPr>
          <p:spPr>
            <a:xfrm>
              <a:off x="6657895" y="2859322"/>
              <a:ext cx="36810" cy="49596"/>
            </a:xfrm>
            <a:custGeom>
              <a:avLst/>
              <a:pathLst>
                <a:path w="36810" h="49596">
                  <a:moveTo>
                    <a:pt x="20121" y="0"/>
                  </a:moveTo>
                  <a:lnTo>
                    <a:pt x="30160" y="5078"/>
                  </a:lnTo>
                  <a:lnTo>
                    <a:pt x="27309" y="8061"/>
                  </a:lnTo>
                  <a:lnTo>
                    <a:pt x="26626" y="13483"/>
                  </a:lnTo>
                  <a:lnTo>
                    <a:pt x="27051" y="14011"/>
                  </a:lnTo>
                  <a:lnTo>
                    <a:pt x="28900" y="12472"/>
                  </a:lnTo>
                  <a:lnTo>
                    <a:pt x="30956" y="12930"/>
                  </a:lnTo>
                  <a:lnTo>
                    <a:pt x="30519" y="17227"/>
                  </a:lnTo>
                  <a:lnTo>
                    <a:pt x="29332" y="18192"/>
                  </a:lnTo>
                  <a:lnTo>
                    <a:pt x="24231" y="19090"/>
                  </a:lnTo>
                  <a:lnTo>
                    <a:pt x="23063" y="19779"/>
                  </a:lnTo>
                  <a:lnTo>
                    <a:pt x="23068" y="20834"/>
                  </a:lnTo>
                  <a:lnTo>
                    <a:pt x="26800" y="22068"/>
                  </a:lnTo>
                  <a:lnTo>
                    <a:pt x="26994" y="26209"/>
                  </a:lnTo>
                  <a:lnTo>
                    <a:pt x="28450" y="28544"/>
                  </a:lnTo>
                  <a:lnTo>
                    <a:pt x="30705" y="27353"/>
                  </a:lnTo>
                  <a:lnTo>
                    <a:pt x="32882" y="28389"/>
                  </a:lnTo>
                  <a:lnTo>
                    <a:pt x="36355" y="34808"/>
                  </a:lnTo>
                  <a:lnTo>
                    <a:pt x="36810" y="38294"/>
                  </a:lnTo>
                  <a:lnTo>
                    <a:pt x="35878" y="39657"/>
                  </a:lnTo>
                  <a:lnTo>
                    <a:pt x="31940" y="43278"/>
                  </a:lnTo>
                  <a:lnTo>
                    <a:pt x="26918" y="44524"/>
                  </a:lnTo>
                  <a:lnTo>
                    <a:pt x="23472" y="46925"/>
                  </a:lnTo>
                  <a:lnTo>
                    <a:pt x="17170" y="49596"/>
                  </a:lnTo>
                  <a:lnTo>
                    <a:pt x="10432" y="47446"/>
                  </a:lnTo>
                  <a:lnTo>
                    <a:pt x="6873" y="44485"/>
                  </a:lnTo>
                  <a:lnTo>
                    <a:pt x="7583" y="41006"/>
                  </a:lnTo>
                  <a:lnTo>
                    <a:pt x="4268" y="37911"/>
                  </a:lnTo>
                  <a:lnTo>
                    <a:pt x="5263" y="31673"/>
                  </a:lnTo>
                  <a:lnTo>
                    <a:pt x="0" y="20456"/>
                  </a:lnTo>
                  <a:lnTo>
                    <a:pt x="2008" y="19019"/>
                  </a:lnTo>
                  <a:lnTo>
                    <a:pt x="1394" y="16349"/>
                  </a:lnTo>
                  <a:lnTo>
                    <a:pt x="2960" y="6233"/>
                  </a:lnTo>
                  <a:lnTo>
                    <a:pt x="9189" y="3592"/>
                  </a:lnTo>
                  <a:lnTo>
                    <a:pt x="11735" y="5370"/>
                  </a:lnTo>
                  <a:lnTo>
                    <a:pt x="13499" y="3814"/>
                  </a:lnTo>
                  <a:lnTo>
                    <a:pt x="13924" y="1245"/>
                  </a:lnTo>
                  <a:lnTo>
                    <a:pt x="17333" y="160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h4066"/>
            <p:cNvSpPr/>
            <p:nvPr/>
          </p:nvSpPr>
          <p:spPr>
            <a:xfrm>
              <a:off x="6575845" y="2641335"/>
              <a:ext cx="37858" cy="57751"/>
            </a:xfrm>
            <a:custGeom>
              <a:avLst/>
              <a:pathLst>
                <a:path w="37858" h="57751">
                  <a:moveTo>
                    <a:pt x="18808" y="0"/>
                  </a:moveTo>
                  <a:lnTo>
                    <a:pt x="19726" y="1999"/>
                  </a:lnTo>
                  <a:lnTo>
                    <a:pt x="35493" y="2419"/>
                  </a:lnTo>
                  <a:lnTo>
                    <a:pt x="37858" y="5282"/>
                  </a:lnTo>
                  <a:lnTo>
                    <a:pt x="35931" y="13487"/>
                  </a:lnTo>
                  <a:lnTo>
                    <a:pt x="36490" y="16576"/>
                  </a:lnTo>
                  <a:lnTo>
                    <a:pt x="35088" y="18365"/>
                  </a:lnTo>
                  <a:lnTo>
                    <a:pt x="29451" y="20379"/>
                  </a:lnTo>
                  <a:lnTo>
                    <a:pt x="25071" y="23024"/>
                  </a:lnTo>
                  <a:lnTo>
                    <a:pt x="22565" y="29982"/>
                  </a:lnTo>
                  <a:lnTo>
                    <a:pt x="22707" y="36508"/>
                  </a:lnTo>
                  <a:lnTo>
                    <a:pt x="20595" y="40405"/>
                  </a:lnTo>
                  <a:lnTo>
                    <a:pt x="23505" y="43924"/>
                  </a:lnTo>
                  <a:lnTo>
                    <a:pt x="23379" y="44688"/>
                  </a:lnTo>
                  <a:lnTo>
                    <a:pt x="16047" y="54777"/>
                  </a:lnTo>
                  <a:lnTo>
                    <a:pt x="9276" y="57751"/>
                  </a:lnTo>
                  <a:lnTo>
                    <a:pt x="6092" y="54082"/>
                  </a:lnTo>
                  <a:lnTo>
                    <a:pt x="4271" y="50308"/>
                  </a:lnTo>
                  <a:lnTo>
                    <a:pt x="5251" y="50280"/>
                  </a:lnTo>
                  <a:lnTo>
                    <a:pt x="9020" y="43091"/>
                  </a:lnTo>
                  <a:lnTo>
                    <a:pt x="14825" y="37584"/>
                  </a:lnTo>
                  <a:lnTo>
                    <a:pt x="15615" y="35719"/>
                  </a:lnTo>
                  <a:lnTo>
                    <a:pt x="14436" y="32414"/>
                  </a:lnTo>
                  <a:lnTo>
                    <a:pt x="6730" y="27800"/>
                  </a:lnTo>
                  <a:lnTo>
                    <a:pt x="7557" y="26895"/>
                  </a:lnTo>
                  <a:lnTo>
                    <a:pt x="7900" y="23485"/>
                  </a:lnTo>
                  <a:lnTo>
                    <a:pt x="7390" y="20549"/>
                  </a:lnTo>
                  <a:lnTo>
                    <a:pt x="4849" y="19230"/>
                  </a:lnTo>
                  <a:lnTo>
                    <a:pt x="3546" y="15230"/>
                  </a:lnTo>
                  <a:lnTo>
                    <a:pt x="5765" y="10458"/>
                  </a:lnTo>
                  <a:lnTo>
                    <a:pt x="0" y="7764"/>
                  </a:lnTo>
                  <a:lnTo>
                    <a:pt x="1005" y="3681"/>
                  </a:lnTo>
                  <a:lnTo>
                    <a:pt x="4665" y="702"/>
                  </a:lnTo>
                  <a:lnTo>
                    <a:pt x="6637" y="18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h4067"/>
            <p:cNvSpPr/>
            <p:nvPr/>
          </p:nvSpPr>
          <p:spPr>
            <a:xfrm>
              <a:off x="6660065" y="2686505"/>
              <a:ext cx="34992" cy="26687"/>
            </a:xfrm>
            <a:custGeom>
              <a:avLst/>
              <a:pathLst>
                <a:path w="34992" h="26687">
                  <a:moveTo>
                    <a:pt x="13036" y="0"/>
                  </a:moveTo>
                  <a:lnTo>
                    <a:pt x="17822" y="338"/>
                  </a:lnTo>
                  <a:lnTo>
                    <a:pt x="24169" y="3610"/>
                  </a:lnTo>
                  <a:lnTo>
                    <a:pt x="24135" y="7591"/>
                  </a:lnTo>
                  <a:lnTo>
                    <a:pt x="19091" y="12793"/>
                  </a:lnTo>
                  <a:lnTo>
                    <a:pt x="17525" y="16991"/>
                  </a:lnTo>
                  <a:lnTo>
                    <a:pt x="18466" y="17642"/>
                  </a:lnTo>
                  <a:lnTo>
                    <a:pt x="24502" y="15428"/>
                  </a:lnTo>
                  <a:lnTo>
                    <a:pt x="32310" y="15598"/>
                  </a:lnTo>
                  <a:lnTo>
                    <a:pt x="34490" y="17827"/>
                  </a:lnTo>
                  <a:lnTo>
                    <a:pt x="34992" y="20306"/>
                  </a:lnTo>
                  <a:lnTo>
                    <a:pt x="31307" y="25140"/>
                  </a:lnTo>
                  <a:lnTo>
                    <a:pt x="25701" y="26687"/>
                  </a:lnTo>
                  <a:lnTo>
                    <a:pt x="21891" y="19821"/>
                  </a:lnTo>
                  <a:lnTo>
                    <a:pt x="13930" y="17257"/>
                  </a:lnTo>
                  <a:lnTo>
                    <a:pt x="12306" y="17956"/>
                  </a:lnTo>
                  <a:lnTo>
                    <a:pt x="10192" y="20636"/>
                  </a:lnTo>
                  <a:lnTo>
                    <a:pt x="8116" y="21271"/>
                  </a:lnTo>
                  <a:lnTo>
                    <a:pt x="7195" y="19982"/>
                  </a:lnTo>
                  <a:lnTo>
                    <a:pt x="7085" y="16992"/>
                  </a:lnTo>
                  <a:lnTo>
                    <a:pt x="8330" y="14826"/>
                  </a:lnTo>
                  <a:lnTo>
                    <a:pt x="7231" y="13775"/>
                  </a:lnTo>
                  <a:lnTo>
                    <a:pt x="1967" y="13573"/>
                  </a:lnTo>
                  <a:lnTo>
                    <a:pt x="0" y="7846"/>
                  </a:lnTo>
                  <a:lnTo>
                    <a:pt x="262" y="5426"/>
                  </a:lnTo>
                  <a:lnTo>
                    <a:pt x="6336" y="882"/>
                  </a:lnTo>
                  <a:lnTo>
                    <a:pt x="7517" y="2761"/>
                  </a:lnTo>
                  <a:lnTo>
                    <a:pt x="9962" y="74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h4068"/>
            <p:cNvSpPr/>
            <p:nvPr/>
          </p:nvSpPr>
          <p:spPr>
            <a:xfrm>
              <a:off x="6551010" y="2843582"/>
              <a:ext cx="46986" cy="35191"/>
            </a:xfrm>
            <a:custGeom>
              <a:avLst/>
              <a:pathLst>
                <a:path w="46986" h="35191">
                  <a:moveTo>
                    <a:pt x="20960" y="1998"/>
                  </a:moveTo>
                  <a:lnTo>
                    <a:pt x="20905" y="4878"/>
                  </a:lnTo>
                  <a:lnTo>
                    <a:pt x="25793" y="8885"/>
                  </a:lnTo>
                  <a:lnTo>
                    <a:pt x="30042" y="8730"/>
                  </a:lnTo>
                  <a:lnTo>
                    <a:pt x="34840" y="14565"/>
                  </a:lnTo>
                  <a:lnTo>
                    <a:pt x="38373" y="16490"/>
                  </a:lnTo>
                  <a:lnTo>
                    <a:pt x="41470" y="17551"/>
                  </a:lnTo>
                  <a:lnTo>
                    <a:pt x="42651" y="17067"/>
                  </a:lnTo>
                  <a:lnTo>
                    <a:pt x="46986" y="18754"/>
                  </a:lnTo>
                  <a:lnTo>
                    <a:pt x="46018" y="24975"/>
                  </a:lnTo>
                  <a:lnTo>
                    <a:pt x="43699" y="29011"/>
                  </a:lnTo>
                  <a:lnTo>
                    <a:pt x="38607" y="31964"/>
                  </a:lnTo>
                  <a:lnTo>
                    <a:pt x="36695" y="35191"/>
                  </a:lnTo>
                  <a:lnTo>
                    <a:pt x="33602" y="34932"/>
                  </a:lnTo>
                  <a:lnTo>
                    <a:pt x="28008" y="25773"/>
                  </a:lnTo>
                  <a:lnTo>
                    <a:pt x="26786" y="26001"/>
                  </a:lnTo>
                  <a:lnTo>
                    <a:pt x="26529" y="27563"/>
                  </a:lnTo>
                  <a:lnTo>
                    <a:pt x="21650" y="32153"/>
                  </a:lnTo>
                  <a:lnTo>
                    <a:pt x="16998" y="34364"/>
                  </a:lnTo>
                  <a:lnTo>
                    <a:pt x="4150" y="31718"/>
                  </a:lnTo>
                  <a:lnTo>
                    <a:pt x="2463" y="31642"/>
                  </a:lnTo>
                  <a:lnTo>
                    <a:pt x="687" y="30505"/>
                  </a:lnTo>
                  <a:lnTo>
                    <a:pt x="77" y="27428"/>
                  </a:lnTo>
                  <a:lnTo>
                    <a:pt x="0" y="22747"/>
                  </a:lnTo>
                  <a:lnTo>
                    <a:pt x="1378" y="17749"/>
                  </a:lnTo>
                  <a:lnTo>
                    <a:pt x="2285" y="17256"/>
                  </a:lnTo>
                  <a:lnTo>
                    <a:pt x="2944" y="15200"/>
                  </a:lnTo>
                  <a:lnTo>
                    <a:pt x="3787" y="9298"/>
                  </a:lnTo>
                  <a:lnTo>
                    <a:pt x="2037" y="6613"/>
                  </a:lnTo>
                  <a:lnTo>
                    <a:pt x="2798" y="3296"/>
                  </a:lnTo>
                  <a:lnTo>
                    <a:pt x="4871" y="1202"/>
                  </a:lnTo>
                  <a:lnTo>
                    <a:pt x="10173" y="2367"/>
                  </a:lnTo>
                  <a:lnTo>
                    <a:pt x="1894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h4069"/>
            <p:cNvSpPr/>
            <p:nvPr/>
          </p:nvSpPr>
          <p:spPr>
            <a:xfrm>
              <a:off x="6504113" y="2877859"/>
              <a:ext cx="45950" cy="62982"/>
            </a:xfrm>
            <a:custGeom>
              <a:avLst/>
              <a:pathLst>
                <a:path w="45950" h="62982">
                  <a:moveTo>
                    <a:pt x="4384" y="0"/>
                  </a:moveTo>
                  <a:lnTo>
                    <a:pt x="7630" y="1406"/>
                  </a:lnTo>
                  <a:lnTo>
                    <a:pt x="9334" y="3037"/>
                  </a:lnTo>
                  <a:lnTo>
                    <a:pt x="14170" y="11778"/>
                  </a:lnTo>
                  <a:lnTo>
                    <a:pt x="16983" y="14888"/>
                  </a:lnTo>
                  <a:lnTo>
                    <a:pt x="19589" y="17017"/>
                  </a:lnTo>
                  <a:lnTo>
                    <a:pt x="24922" y="18796"/>
                  </a:lnTo>
                  <a:lnTo>
                    <a:pt x="32687" y="27922"/>
                  </a:lnTo>
                  <a:lnTo>
                    <a:pt x="35973" y="29120"/>
                  </a:lnTo>
                  <a:lnTo>
                    <a:pt x="39605" y="32395"/>
                  </a:lnTo>
                  <a:lnTo>
                    <a:pt x="40859" y="40657"/>
                  </a:lnTo>
                  <a:lnTo>
                    <a:pt x="43917" y="44052"/>
                  </a:lnTo>
                  <a:lnTo>
                    <a:pt x="45950" y="45040"/>
                  </a:lnTo>
                  <a:lnTo>
                    <a:pt x="42434" y="49852"/>
                  </a:lnTo>
                  <a:lnTo>
                    <a:pt x="45077" y="54640"/>
                  </a:lnTo>
                  <a:lnTo>
                    <a:pt x="44387" y="55849"/>
                  </a:lnTo>
                  <a:lnTo>
                    <a:pt x="45757" y="58632"/>
                  </a:lnTo>
                  <a:lnTo>
                    <a:pt x="40885" y="57973"/>
                  </a:lnTo>
                  <a:lnTo>
                    <a:pt x="41763" y="60545"/>
                  </a:lnTo>
                  <a:lnTo>
                    <a:pt x="40829" y="62982"/>
                  </a:lnTo>
                  <a:lnTo>
                    <a:pt x="36572" y="60572"/>
                  </a:lnTo>
                  <a:lnTo>
                    <a:pt x="36015" y="58849"/>
                  </a:lnTo>
                  <a:lnTo>
                    <a:pt x="32403" y="55705"/>
                  </a:lnTo>
                  <a:lnTo>
                    <a:pt x="21780" y="55124"/>
                  </a:lnTo>
                  <a:lnTo>
                    <a:pt x="19663" y="51986"/>
                  </a:lnTo>
                  <a:lnTo>
                    <a:pt x="18210" y="47682"/>
                  </a:lnTo>
                  <a:lnTo>
                    <a:pt x="14826" y="44529"/>
                  </a:lnTo>
                  <a:lnTo>
                    <a:pt x="13800" y="41586"/>
                  </a:lnTo>
                  <a:lnTo>
                    <a:pt x="13615" y="40310"/>
                  </a:lnTo>
                  <a:lnTo>
                    <a:pt x="14530" y="40116"/>
                  </a:lnTo>
                  <a:lnTo>
                    <a:pt x="13603" y="36255"/>
                  </a:lnTo>
                  <a:lnTo>
                    <a:pt x="10002" y="29466"/>
                  </a:lnTo>
                  <a:lnTo>
                    <a:pt x="9469" y="25191"/>
                  </a:lnTo>
                  <a:lnTo>
                    <a:pt x="5615" y="22285"/>
                  </a:lnTo>
                  <a:lnTo>
                    <a:pt x="2766" y="15253"/>
                  </a:lnTo>
                  <a:lnTo>
                    <a:pt x="3375" y="12283"/>
                  </a:lnTo>
                  <a:lnTo>
                    <a:pt x="3721" y="11025"/>
                  </a:lnTo>
                  <a:lnTo>
                    <a:pt x="1193" y="6016"/>
                  </a:lnTo>
                  <a:lnTo>
                    <a:pt x="0" y="131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h4070"/>
            <p:cNvSpPr/>
            <p:nvPr/>
          </p:nvSpPr>
          <p:spPr>
            <a:xfrm>
              <a:off x="6542335" y="3013998"/>
              <a:ext cx="22148" cy="27624"/>
            </a:xfrm>
            <a:custGeom>
              <a:avLst/>
              <a:pathLst>
                <a:path w="22148" h="27624">
                  <a:moveTo>
                    <a:pt x="4345" y="0"/>
                  </a:moveTo>
                  <a:lnTo>
                    <a:pt x="7561" y="1911"/>
                  </a:lnTo>
                  <a:lnTo>
                    <a:pt x="6642" y="3460"/>
                  </a:lnTo>
                  <a:lnTo>
                    <a:pt x="9355" y="5051"/>
                  </a:lnTo>
                  <a:lnTo>
                    <a:pt x="13927" y="6333"/>
                  </a:lnTo>
                  <a:lnTo>
                    <a:pt x="14541" y="7528"/>
                  </a:lnTo>
                  <a:lnTo>
                    <a:pt x="14167" y="9114"/>
                  </a:lnTo>
                  <a:lnTo>
                    <a:pt x="12121" y="11423"/>
                  </a:lnTo>
                  <a:lnTo>
                    <a:pt x="12881" y="12599"/>
                  </a:lnTo>
                  <a:lnTo>
                    <a:pt x="20349" y="11808"/>
                  </a:lnTo>
                  <a:lnTo>
                    <a:pt x="21530" y="12625"/>
                  </a:lnTo>
                  <a:lnTo>
                    <a:pt x="20016" y="14125"/>
                  </a:lnTo>
                  <a:lnTo>
                    <a:pt x="19465" y="16688"/>
                  </a:lnTo>
                  <a:lnTo>
                    <a:pt x="21624" y="18936"/>
                  </a:lnTo>
                  <a:lnTo>
                    <a:pt x="22148" y="27029"/>
                  </a:lnTo>
                  <a:lnTo>
                    <a:pt x="18772" y="27624"/>
                  </a:lnTo>
                  <a:lnTo>
                    <a:pt x="17149" y="25715"/>
                  </a:lnTo>
                  <a:lnTo>
                    <a:pt x="15482" y="21749"/>
                  </a:lnTo>
                  <a:lnTo>
                    <a:pt x="10217" y="19351"/>
                  </a:lnTo>
                  <a:lnTo>
                    <a:pt x="9126" y="18085"/>
                  </a:lnTo>
                  <a:lnTo>
                    <a:pt x="5934" y="10184"/>
                  </a:lnTo>
                  <a:lnTo>
                    <a:pt x="4193" y="9657"/>
                  </a:lnTo>
                  <a:lnTo>
                    <a:pt x="0" y="5592"/>
                  </a:lnTo>
                  <a:lnTo>
                    <a:pt x="675" y="3308"/>
                  </a:lnTo>
                  <a:lnTo>
                    <a:pt x="71" y="101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h4071"/>
            <p:cNvSpPr/>
            <p:nvPr/>
          </p:nvSpPr>
          <p:spPr>
            <a:xfrm>
              <a:off x="6549377" y="2885208"/>
              <a:ext cx="28537" cy="32823"/>
            </a:xfrm>
            <a:custGeom>
              <a:avLst/>
              <a:pathLst>
                <a:path w="28537" h="32823">
                  <a:moveTo>
                    <a:pt x="19504" y="0"/>
                  </a:moveTo>
                  <a:lnTo>
                    <a:pt x="22004" y="2345"/>
                  </a:lnTo>
                  <a:lnTo>
                    <a:pt x="22801" y="9900"/>
                  </a:lnTo>
                  <a:lnTo>
                    <a:pt x="22268" y="13231"/>
                  </a:lnTo>
                  <a:lnTo>
                    <a:pt x="28537" y="17244"/>
                  </a:lnTo>
                  <a:lnTo>
                    <a:pt x="26797" y="20278"/>
                  </a:lnTo>
                  <a:lnTo>
                    <a:pt x="23559" y="26107"/>
                  </a:lnTo>
                  <a:lnTo>
                    <a:pt x="23520" y="29373"/>
                  </a:lnTo>
                  <a:lnTo>
                    <a:pt x="22562" y="30632"/>
                  </a:lnTo>
                  <a:lnTo>
                    <a:pt x="18259" y="32823"/>
                  </a:lnTo>
                  <a:lnTo>
                    <a:pt x="14709" y="31163"/>
                  </a:lnTo>
                  <a:lnTo>
                    <a:pt x="4101" y="29330"/>
                  </a:lnTo>
                  <a:lnTo>
                    <a:pt x="3895" y="27071"/>
                  </a:lnTo>
                  <a:lnTo>
                    <a:pt x="2858" y="25466"/>
                  </a:lnTo>
                  <a:lnTo>
                    <a:pt x="1687" y="24807"/>
                  </a:lnTo>
                  <a:lnTo>
                    <a:pt x="0" y="25391"/>
                  </a:lnTo>
                  <a:lnTo>
                    <a:pt x="13" y="20592"/>
                  </a:lnTo>
                  <a:lnTo>
                    <a:pt x="2531" y="20866"/>
                  </a:lnTo>
                  <a:lnTo>
                    <a:pt x="6595" y="19675"/>
                  </a:lnTo>
                  <a:lnTo>
                    <a:pt x="6578" y="17518"/>
                  </a:lnTo>
                  <a:lnTo>
                    <a:pt x="5243" y="14635"/>
                  </a:lnTo>
                  <a:lnTo>
                    <a:pt x="6241" y="13115"/>
                  </a:lnTo>
                  <a:lnTo>
                    <a:pt x="14535" y="15025"/>
                  </a:lnTo>
                  <a:lnTo>
                    <a:pt x="15254" y="13970"/>
                  </a:lnTo>
                  <a:lnTo>
                    <a:pt x="13879" y="13143"/>
                  </a:lnTo>
                  <a:lnTo>
                    <a:pt x="15100" y="5284"/>
                  </a:lnTo>
                  <a:lnTo>
                    <a:pt x="11897" y="3428"/>
                  </a:lnTo>
                  <a:lnTo>
                    <a:pt x="11709" y="2325"/>
                  </a:lnTo>
                  <a:lnTo>
                    <a:pt x="13347" y="9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h4072"/>
            <p:cNvSpPr/>
            <p:nvPr/>
          </p:nvSpPr>
          <p:spPr>
            <a:xfrm>
              <a:off x="6773327" y="2773621"/>
              <a:ext cx="56646" cy="48513"/>
            </a:xfrm>
            <a:custGeom>
              <a:avLst/>
              <a:pathLst>
                <a:path w="56646" h="48513">
                  <a:moveTo>
                    <a:pt x="50438" y="175"/>
                  </a:moveTo>
                  <a:lnTo>
                    <a:pt x="50310" y="2732"/>
                  </a:lnTo>
                  <a:lnTo>
                    <a:pt x="52279" y="4630"/>
                  </a:lnTo>
                  <a:lnTo>
                    <a:pt x="53295" y="4988"/>
                  </a:lnTo>
                  <a:lnTo>
                    <a:pt x="55175" y="3801"/>
                  </a:lnTo>
                  <a:lnTo>
                    <a:pt x="56642" y="6348"/>
                  </a:lnTo>
                  <a:lnTo>
                    <a:pt x="55862" y="11850"/>
                  </a:lnTo>
                  <a:lnTo>
                    <a:pt x="56646" y="15662"/>
                  </a:lnTo>
                  <a:lnTo>
                    <a:pt x="55493" y="21798"/>
                  </a:lnTo>
                  <a:lnTo>
                    <a:pt x="51746" y="29349"/>
                  </a:lnTo>
                  <a:lnTo>
                    <a:pt x="47365" y="35017"/>
                  </a:lnTo>
                  <a:lnTo>
                    <a:pt x="43456" y="38307"/>
                  </a:lnTo>
                  <a:lnTo>
                    <a:pt x="36484" y="40868"/>
                  </a:lnTo>
                  <a:lnTo>
                    <a:pt x="36396" y="41515"/>
                  </a:lnTo>
                  <a:lnTo>
                    <a:pt x="38931" y="42666"/>
                  </a:lnTo>
                  <a:lnTo>
                    <a:pt x="37634" y="45392"/>
                  </a:lnTo>
                  <a:lnTo>
                    <a:pt x="34862" y="47681"/>
                  </a:lnTo>
                  <a:lnTo>
                    <a:pt x="33686" y="48513"/>
                  </a:lnTo>
                  <a:lnTo>
                    <a:pt x="31080" y="47063"/>
                  </a:lnTo>
                  <a:lnTo>
                    <a:pt x="23337" y="48443"/>
                  </a:lnTo>
                  <a:lnTo>
                    <a:pt x="16767" y="48338"/>
                  </a:lnTo>
                  <a:lnTo>
                    <a:pt x="13626" y="47401"/>
                  </a:lnTo>
                  <a:lnTo>
                    <a:pt x="12904" y="46130"/>
                  </a:lnTo>
                  <a:lnTo>
                    <a:pt x="7682" y="46178"/>
                  </a:lnTo>
                  <a:lnTo>
                    <a:pt x="1968" y="44374"/>
                  </a:lnTo>
                  <a:lnTo>
                    <a:pt x="0" y="41417"/>
                  </a:lnTo>
                  <a:lnTo>
                    <a:pt x="8534" y="29142"/>
                  </a:lnTo>
                  <a:lnTo>
                    <a:pt x="7438" y="22320"/>
                  </a:lnTo>
                  <a:lnTo>
                    <a:pt x="6013" y="21864"/>
                  </a:lnTo>
                  <a:lnTo>
                    <a:pt x="5695" y="23817"/>
                  </a:lnTo>
                  <a:lnTo>
                    <a:pt x="3818" y="24977"/>
                  </a:lnTo>
                  <a:lnTo>
                    <a:pt x="4029" y="18585"/>
                  </a:lnTo>
                  <a:lnTo>
                    <a:pt x="6158" y="13036"/>
                  </a:lnTo>
                  <a:lnTo>
                    <a:pt x="13335" y="16934"/>
                  </a:lnTo>
                  <a:lnTo>
                    <a:pt x="15242" y="16367"/>
                  </a:lnTo>
                  <a:lnTo>
                    <a:pt x="17061" y="12903"/>
                  </a:lnTo>
                  <a:lnTo>
                    <a:pt x="24625" y="12904"/>
                  </a:lnTo>
                  <a:lnTo>
                    <a:pt x="27004" y="8532"/>
                  </a:lnTo>
                  <a:lnTo>
                    <a:pt x="31454" y="8334"/>
                  </a:lnTo>
                  <a:lnTo>
                    <a:pt x="35838" y="6084"/>
                  </a:lnTo>
                  <a:lnTo>
                    <a:pt x="39048" y="938"/>
                  </a:lnTo>
                  <a:lnTo>
                    <a:pt x="4042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h4073"/>
            <p:cNvSpPr/>
            <p:nvPr/>
          </p:nvSpPr>
          <p:spPr>
            <a:xfrm>
              <a:off x="6548977" y="3003015"/>
              <a:ext cx="35439" cy="23063"/>
            </a:xfrm>
            <a:custGeom>
              <a:avLst/>
              <a:pathLst>
                <a:path w="35439" h="23063">
                  <a:moveTo>
                    <a:pt x="18833" y="921"/>
                  </a:moveTo>
                  <a:lnTo>
                    <a:pt x="22816" y="3115"/>
                  </a:lnTo>
                  <a:lnTo>
                    <a:pt x="24171" y="3057"/>
                  </a:lnTo>
                  <a:lnTo>
                    <a:pt x="26802" y="2864"/>
                  </a:lnTo>
                  <a:lnTo>
                    <a:pt x="35439" y="0"/>
                  </a:lnTo>
                  <a:lnTo>
                    <a:pt x="34612" y="4023"/>
                  </a:lnTo>
                  <a:lnTo>
                    <a:pt x="31978" y="13315"/>
                  </a:lnTo>
                  <a:lnTo>
                    <a:pt x="33228" y="17663"/>
                  </a:lnTo>
                  <a:lnTo>
                    <a:pt x="27856" y="15458"/>
                  </a:lnTo>
                  <a:lnTo>
                    <a:pt x="25571" y="23063"/>
                  </a:lnTo>
                  <a:lnTo>
                    <a:pt x="23682" y="22629"/>
                  </a:lnTo>
                  <a:lnTo>
                    <a:pt x="19804" y="21086"/>
                  </a:lnTo>
                  <a:lnTo>
                    <a:pt x="20242" y="17923"/>
                  </a:lnTo>
                  <a:lnTo>
                    <a:pt x="21198" y="18339"/>
                  </a:lnTo>
                  <a:lnTo>
                    <a:pt x="25689" y="12844"/>
                  </a:lnTo>
                  <a:lnTo>
                    <a:pt x="25568" y="9806"/>
                  </a:lnTo>
                  <a:lnTo>
                    <a:pt x="23516" y="7652"/>
                  </a:lnTo>
                  <a:lnTo>
                    <a:pt x="21628" y="9642"/>
                  </a:lnTo>
                  <a:lnTo>
                    <a:pt x="20689" y="14389"/>
                  </a:lnTo>
                  <a:lnTo>
                    <a:pt x="14021" y="15995"/>
                  </a:lnTo>
                  <a:lnTo>
                    <a:pt x="10705" y="15931"/>
                  </a:lnTo>
                  <a:lnTo>
                    <a:pt x="7284" y="17317"/>
                  </a:lnTo>
                  <a:lnTo>
                    <a:pt x="2712" y="16034"/>
                  </a:lnTo>
                  <a:lnTo>
                    <a:pt x="0" y="14443"/>
                  </a:lnTo>
                  <a:lnTo>
                    <a:pt x="919" y="12894"/>
                  </a:lnTo>
                  <a:lnTo>
                    <a:pt x="2817" y="12459"/>
                  </a:lnTo>
                  <a:lnTo>
                    <a:pt x="7790" y="4523"/>
                  </a:lnTo>
                  <a:lnTo>
                    <a:pt x="12947" y="75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h4074"/>
            <p:cNvSpPr/>
            <p:nvPr/>
          </p:nvSpPr>
          <p:spPr>
            <a:xfrm>
              <a:off x="6787979" y="2931127"/>
              <a:ext cx="37421" cy="26039"/>
            </a:xfrm>
            <a:custGeom>
              <a:avLst/>
              <a:pathLst>
                <a:path w="37421" h="26039">
                  <a:moveTo>
                    <a:pt x="33264" y="124"/>
                  </a:moveTo>
                  <a:lnTo>
                    <a:pt x="36518" y="0"/>
                  </a:lnTo>
                  <a:lnTo>
                    <a:pt x="37421" y="640"/>
                  </a:lnTo>
                  <a:lnTo>
                    <a:pt x="35112" y="6831"/>
                  </a:lnTo>
                  <a:lnTo>
                    <a:pt x="29287" y="15857"/>
                  </a:lnTo>
                  <a:lnTo>
                    <a:pt x="26681" y="21725"/>
                  </a:lnTo>
                  <a:lnTo>
                    <a:pt x="25122" y="22521"/>
                  </a:lnTo>
                  <a:lnTo>
                    <a:pt x="17790" y="22423"/>
                  </a:lnTo>
                  <a:lnTo>
                    <a:pt x="16314" y="25500"/>
                  </a:lnTo>
                  <a:lnTo>
                    <a:pt x="11457" y="26039"/>
                  </a:lnTo>
                  <a:lnTo>
                    <a:pt x="2502" y="24962"/>
                  </a:lnTo>
                  <a:lnTo>
                    <a:pt x="0" y="15340"/>
                  </a:lnTo>
                  <a:lnTo>
                    <a:pt x="573" y="12270"/>
                  </a:lnTo>
                  <a:lnTo>
                    <a:pt x="7296" y="8363"/>
                  </a:lnTo>
                  <a:lnTo>
                    <a:pt x="9726" y="8062"/>
                  </a:lnTo>
                  <a:lnTo>
                    <a:pt x="10982" y="6617"/>
                  </a:lnTo>
                  <a:lnTo>
                    <a:pt x="11003" y="5181"/>
                  </a:lnTo>
                  <a:lnTo>
                    <a:pt x="12218" y="3857"/>
                  </a:lnTo>
                  <a:lnTo>
                    <a:pt x="15324" y="2831"/>
                  </a:lnTo>
                  <a:lnTo>
                    <a:pt x="23599" y="353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h4075"/>
            <p:cNvSpPr/>
            <p:nvPr/>
          </p:nvSpPr>
          <p:spPr>
            <a:xfrm>
              <a:off x="6598252" y="2962731"/>
              <a:ext cx="31540" cy="31163"/>
            </a:xfrm>
            <a:custGeom>
              <a:avLst/>
              <a:pathLst>
                <a:path w="31540" h="31163">
                  <a:moveTo>
                    <a:pt x="3139" y="0"/>
                  </a:moveTo>
                  <a:lnTo>
                    <a:pt x="6813" y="3436"/>
                  </a:lnTo>
                  <a:lnTo>
                    <a:pt x="10297" y="4237"/>
                  </a:lnTo>
                  <a:lnTo>
                    <a:pt x="14067" y="7295"/>
                  </a:lnTo>
                  <a:lnTo>
                    <a:pt x="17087" y="9801"/>
                  </a:lnTo>
                  <a:lnTo>
                    <a:pt x="20467" y="7719"/>
                  </a:lnTo>
                  <a:lnTo>
                    <a:pt x="22285" y="7906"/>
                  </a:lnTo>
                  <a:lnTo>
                    <a:pt x="22981" y="15746"/>
                  </a:lnTo>
                  <a:lnTo>
                    <a:pt x="25370" y="18088"/>
                  </a:lnTo>
                  <a:lnTo>
                    <a:pt x="31540" y="21873"/>
                  </a:lnTo>
                  <a:lnTo>
                    <a:pt x="29060" y="26116"/>
                  </a:lnTo>
                  <a:lnTo>
                    <a:pt x="26237" y="28294"/>
                  </a:lnTo>
                  <a:lnTo>
                    <a:pt x="24479" y="27978"/>
                  </a:lnTo>
                  <a:lnTo>
                    <a:pt x="15983" y="27570"/>
                  </a:lnTo>
                  <a:lnTo>
                    <a:pt x="12986" y="28986"/>
                  </a:lnTo>
                  <a:lnTo>
                    <a:pt x="11896" y="30799"/>
                  </a:lnTo>
                  <a:lnTo>
                    <a:pt x="9745" y="31163"/>
                  </a:lnTo>
                  <a:lnTo>
                    <a:pt x="8409" y="26950"/>
                  </a:lnTo>
                  <a:lnTo>
                    <a:pt x="9536" y="23486"/>
                  </a:lnTo>
                  <a:lnTo>
                    <a:pt x="9001" y="20482"/>
                  </a:lnTo>
                  <a:lnTo>
                    <a:pt x="7924" y="20337"/>
                  </a:lnTo>
                  <a:lnTo>
                    <a:pt x="7396" y="21344"/>
                  </a:lnTo>
                  <a:lnTo>
                    <a:pt x="3601" y="19916"/>
                  </a:lnTo>
                  <a:lnTo>
                    <a:pt x="2815" y="19022"/>
                  </a:lnTo>
                  <a:lnTo>
                    <a:pt x="2405" y="14875"/>
                  </a:lnTo>
                  <a:lnTo>
                    <a:pt x="423" y="12570"/>
                  </a:lnTo>
                  <a:lnTo>
                    <a:pt x="1280" y="3852"/>
                  </a:lnTo>
                  <a:lnTo>
                    <a:pt x="0" y="102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h4076"/>
            <p:cNvSpPr/>
            <p:nvPr/>
          </p:nvSpPr>
          <p:spPr>
            <a:xfrm>
              <a:off x="6741507" y="2915663"/>
              <a:ext cx="34051" cy="32551"/>
            </a:xfrm>
            <a:custGeom>
              <a:avLst/>
              <a:pathLst>
                <a:path w="34051" h="32551">
                  <a:moveTo>
                    <a:pt x="24495" y="0"/>
                  </a:moveTo>
                  <a:lnTo>
                    <a:pt x="29996" y="1829"/>
                  </a:lnTo>
                  <a:lnTo>
                    <a:pt x="32076" y="3480"/>
                  </a:lnTo>
                  <a:lnTo>
                    <a:pt x="32978" y="5590"/>
                  </a:lnTo>
                  <a:lnTo>
                    <a:pt x="32631" y="7370"/>
                  </a:lnTo>
                  <a:lnTo>
                    <a:pt x="30633" y="7687"/>
                  </a:lnTo>
                  <a:lnTo>
                    <a:pt x="30381" y="9811"/>
                  </a:lnTo>
                  <a:lnTo>
                    <a:pt x="33049" y="10369"/>
                  </a:lnTo>
                  <a:lnTo>
                    <a:pt x="32730" y="15313"/>
                  </a:lnTo>
                  <a:lnTo>
                    <a:pt x="34051" y="16195"/>
                  </a:lnTo>
                  <a:lnTo>
                    <a:pt x="33153" y="18966"/>
                  </a:lnTo>
                  <a:lnTo>
                    <a:pt x="30202" y="23620"/>
                  </a:lnTo>
                  <a:lnTo>
                    <a:pt x="29051" y="30082"/>
                  </a:lnTo>
                  <a:lnTo>
                    <a:pt x="15607" y="28044"/>
                  </a:lnTo>
                  <a:lnTo>
                    <a:pt x="12565" y="32551"/>
                  </a:lnTo>
                  <a:lnTo>
                    <a:pt x="9718" y="32379"/>
                  </a:lnTo>
                  <a:lnTo>
                    <a:pt x="11436" y="29146"/>
                  </a:lnTo>
                  <a:lnTo>
                    <a:pt x="10932" y="28110"/>
                  </a:lnTo>
                  <a:lnTo>
                    <a:pt x="2926" y="23973"/>
                  </a:lnTo>
                  <a:lnTo>
                    <a:pt x="1218" y="24268"/>
                  </a:lnTo>
                  <a:lnTo>
                    <a:pt x="0" y="22718"/>
                  </a:lnTo>
                  <a:lnTo>
                    <a:pt x="885" y="19698"/>
                  </a:lnTo>
                  <a:lnTo>
                    <a:pt x="4956" y="17810"/>
                  </a:lnTo>
                  <a:lnTo>
                    <a:pt x="7194" y="18929"/>
                  </a:lnTo>
                  <a:lnTo>
                    <a:pt x="8252" y="16363"/>
                  </a:lnTo>
                  <a:lnTo>
                    <a:pt x="6557" y="11815"/>
                  </a:lnTo>
                  <a:lnTo>
                    <a:pt x="2582" y="11426"/>
                  </a:lnTo>
                  <a:lnTo>
                    <a:pt x="2394" y="9279"/>
                  </a:lnTo>
                  <a:lnTo>
                    <a:pt x="4490" y="7827"/>
                  </a:lnTo>
                  <a:lnTo>
                    <a:pt x="9875" y="5872"/>
                  </a:lnTo>
                  <a:lnTo>
                    <a:pt x="17889" y="12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h4077"/>
            <p:cNvSpPr/>
            <p:nvPr/>
          </p:nvSpPr>
          <p:spPr>
            <a:xfrm>
              <a:off x="6622731" y="2983226"/>
              <a:ext cx="16119" cy="13880"/>
            </a:xfrm>
            <a:custGeom>
              <a:avLst/>
              <a:pathLst>
                <a:path w="16119" h="13880">
                  <a:moveTo>
                    <a:pt x="11160" y="0"/>
                  </a:moveTo>
                  <a:lnTo>
                    <a:pt x="16119" y="101"/>
                  </a:lnTo>
                  <a:lnTo>
                    <a:pt x="15704" y="1523"/>
                  </a:lnTo>
                  <a:lnTo>
                    <a:pt x="13665" y="1959"/>
                  </a:lnTo>
                  <a:lnTo>
                    <a:pt x="12847" y="3043"/>
                  </a:lnTo>
                  <a:lnTo>
                    <a:pt x="13113" y="9099"/>
                  </a:lnTo>
                  <a:lnTo>
                    <a:pt x="11396" y="13880"/>
                  </a:lnTo>
                  <a:lnTo>
                    <a:pt x="2898" y="10421"/>
                  </a:lnTo>
                  <a:lnTo>
                    <a:pt x="0" y="7483"/>
                  </a:lnTo>
                  <a:lnTo>
                    <a:pt x="1757" y="7799"/>
                  </a:lnTo>
                  <a:lnTo>
                    <a:pt x="4581" y="5621"/>
                  </a:lnTo>
                  <a:lnTo>
                    <a:pt x="7061" y="1378"/>
                  </a:lnTo>
                  <a:lnTo>
                    <a:pt x="9065" y="148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h4078"/>
            <p:cNvSpPr/>
            <p:nvPr/>
          </p:nvSpPr>
          <p:spPr>
            <a:xfrm>
              <a:off x="6661302" y="2992147"/>
              <a:ext cx="22057" cy="25971"/>
            </a:xfrm>
            <a:custGeom>
              <a:avLst/>
              <a:pathLst>
                <a:path w="22057" h="25971">
                  <a:moveTo>
                    <a:pt x="19606" y="3167"/>
                  </a:moveTo>
                  <a:lnTo>
                    <a:pt x="21641" y="7224"/>
                  </a:lnTo>
                  <a:lnTo>
                    <a:pt x="19759" y="8500"/>
                  </a:lnTo>
                  <a:lnTo>
                    <a:pt x="19780" y="9637"/>
                  </a:lnTo>
                  <a:lnTo>
                    <a:pt x="20523" y="12989"/>
                  </a:lnTo>
                  <a:lnTo>
                    <a:pt x="22057" y="15065"/>
                  </a:lnTo>
                  <a:lnTo>
                    <a:pt x="20615" y="25971"/>
                  </a:lnTo>
                  <a:lnTo>
                    <a:pt x="18667" y="25599"/>
                  </a:lnTo>
                  <a:lnTo>
                    <a:pt x="17954" y="21901"/>
                  </a:lnTo>
                  <a:lnTo>
                    <a:pt x="13270" y="19200"/>
                  </a:lnTo>
                  <a:lnTo>
                    <a:pt x="11632" y="19715"/>
                  </a:lnTo>
                  <a:lnTo>
                    <a:pt x="12565" y="21299"/>
                  </a:lnTo>
                  <a:lnTo>
                    <a:pt x="11989" y="23239"/>
                  </a:lnTo>
                  <a:lnTo>
                    <a:pt x="8710" y="25608"/>
                  </a:lnTo>
                  <a:lnTo>
                    <a:pt x="7756" y="25524"/>
                  </a:lnTo>
                  <a:lnTo>
                    <a:pt x="6446" y="21462"/>
                  </a:lnTo>
                  <a:lnTo>
                    <a:pt x="3269" y="18530"/>
                  </a:lnTo>
                  <a:lnTo>
                    <a:pt x="108" y="17019"/>
                  </a:lnTo>
                  <a:lnTo>
                    <a:pt x="0" y="15451"/>
                  </a:lnTo>
                  <a:lnTo>
                    <a:pt x="1169" y="13222"/>
                  </a:lnTo>
                  <a:lnTo>
                    <a:pt x="3096" y="12813"/>
                  </a:lnTo>
                  <a:lnTo>
                    <a:pt x="4365" y="13384"/>
                  </a:lnTo>
                  <a:lnTo>
                    <a:pt x="4396" y="11984"/>
                  </a:lnTo>
                  <a:lnTo>
                    <a:pt x="1695" y="8511"/>
                  </a:lnTo>
                  <a:lnTo>
                    <a:pt x="577" y="8067"/>
                  </a:lnTo>
                  <a:lnTo>
                    <a:pt x="1985" y="5783"/>
                  </a:lnTo>
                  <a:lnTo>
                    <a:pt x="7719" y="8627"/>
                  </a:lnTo>
                  <a:lnTo>
                    <a:pt x="8289" y="3910"/>
                  </a:lnTo>
                  <a:lnTo>
                    <a:pt x="6596" y="2433"/>
                  </a:lnTo>
                  <a:lnTo>
                    <a:pt x="6865" y="1889"/>
                  </a:lnTo>
                  <a:lnTo>
                    <a:pt x="8834" y="445"/>
                  </a:lnTo>
                  <a:lnTo>
                    <a:pt x="12780" y="986"/>
                  </a:lnTo>
                  <a:lnTo>
                    <a:pt x="1293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h4079"/>
            <p:cNvSpPr/>
            <p:nvPr/>
          </p:nvSpPr>
          <p:spPr>
            <a:xfrm>
              <a:off x="6598465" y="2905269"/>
              <a:ext cx="38603" cy="33464"/>
            </a:xfrm>
            <a:custGeom>
              <a:avLst/>
              <a:pathLst>
                <a:path w="38603" h="33464">
                  <a:moveTo>
                    <a:pt x="14114" y="673"/>
                  </a:moveTo>
                  <a:lnTo>
                    <a:pt x="20135" y="4371"/>
                  </a:lnTo>
                  <a:lnTo>
                    <a:pt x="23685" y="3402"/>
                  </a:lnTo>
                  <a:lnTo>
                    <a:pt x="23436" y="4516"/>
                  </a:lnTo>
                  <a:lnTo>
                    <a:pt x="24405" y="6661"/>
                  </a:lnTo>
                  <a:lnTo>
                    <a:pt x="27361" y="6779"/>
                  </a:lnTo>
                  <a:lnTo>
                    <a:pt x="31019" y="16192"/>
                  </a:lnTo>
                  <a:lnTo>
                    <a:pt x="35268" y="16184"/>
                  </a:lnTo>
                  <a:lnTo>
                    <a:pt x="38563" y="17683"/>
                  </a:lnTo>
                  <a:lnTo>
                    <a:pt x="38603" y="19243"/>
                  </a:lnTo>
                  <a:lnTo>
                    <a:pt x="33901" y="24505"/>
                  </a:lnTo>
                  <a:lnTo>
                    <a:pt x="31285" y="29988"/>
                  </a:lnTo>
                  <a:lnTo>
                    <a:pt x="31762" y="32240"/>
                  </a:lnTo>
                  <a:lnTo>
                    <a:pt x="30942" y="33464"/>
                  </a:lnTo>
                  <a:lnTo>
                    <a:pt x="19851" y="31014"/>
                  </a:lnTo>
                  <a:lnTo>
                    <a:pt x="16335" y="29307"/>
                  </a:lnTo>
                  <a:lnTo>
                    <a:pt x="13533" y="23676"/>
                  </a:lnTo>
                  <a:lnTo>
                    <a:pt x="2226" y="19158"/>
                  </a:lnTo>
                  <a:lnTo>
                    <a:pt x="0" y="19820"/>
                  </a:lnTo>
                  <a:lnTo>
                    <a:pt x="135" y="18734"/>
                  </a:lnTo>
                  <a:lnTo>
                    <a:pt x="4851" y="14141"/>
                  </a:lnTo>
                  <a:lnTo>
                    <a:pt x="9919" y="11297"/>
                  </a:lnTo>
                  <a:lnTo>
                    <a:pt x="11342" y="7266"/>
                  </a:lnTo>
                  <a:lnTo>
                    <a:pt x="8461" y="2307"/>
                  </a:lnTo>
                  <a:lnTo>
                    <a:pt x="9606" y="115"/>
                  </a:lnTo>
                  <a:lnTo>
                    <a:pt x="1092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h4080"/>
            <p:cNvSpPr/>
            <p:nvPr/>
          </p:nvSpPr>
          <p:spPr>
            <a:xfrm>
              <a:off x="6615661" y="3008909"/>
              <a:ext cx="24883" cy="22984"/>
            </a:xfrm>
            <a:custGeom>
              <a:avLst/>
              <a:pathLst>
                <a:path w="24883" h="22984">
                  <a:moveTo>
                    <a:pt x="24861" y="4979"/>
                  </a:moveTo>
                  <a:lnTo>
                    <a:pt x="24883" y="6787"/>
                  </a:lnTo>
                  <a:lnTo>
                    <a:pt x="19612" y="11133"/>
                  </a:lnTo>
                  <a:lnTo>
                    <a:pt x="16640" y="16441"/>
                  </a:lnTo>
                  <a:lnTo>
                    <a:pt x="19219" y="22895"/>
                  </a:lnTo>
                  <a:lnTo>
                    <a:pt x="11124" y="22984"/>
                  </a:lnTo>
                  <a:lnTo>
                    <a:pt x="9354" y="22269"/>
                  </a:lnTo>
                  <a:lnTo>
                    <a:pt x="6134" y="18580"/>
                  </a:lnTo>
                  <a:lnTo>
                    <a:pt x="6135" y="15211"/>
                  </a:lnTo>
                  <a:lnTo>
                    <a:pt x="8103" y="15698"/>
                  </a:lnTo>
                  <a:lnTo>
                    <a:pt x="8653" y="13362"/>
                  </a:lnTo>
                  <a:lnTo>
                    <a:pt x="3931" y="13025"/>
                  </a:lnTo>
                  <a:lnTo>
                    <a:pt x="0" y="8514"/>
                  </a:lnTo>
                  <a:lnTo>
                    <a:pt x="3668" y="6777"/>
                  </a:lnTo>
                  <a:lnTo>
                    <a:pt x="5431" y="4678"/>
                  </a:lnTo>
                  <a:lnTo>
                    <a:pt x="4821" y="1523"/>
                  </a:lnTo>
                  <a:lnTo>
                    <a:pt x="8444" y="2977"/>
                  </a:lnTo>
                  <a:lnTo>
                    <a:pt x="11639" y="2540"/>
                  </a:lnTo>
                  <a:lnTo>
                    <a:pt x="12766" y="5151"/>
                  </a:lnTo>
                  <a:lnTo>
                    <a:pt x="15188" y="6051"/>
                  </a:lnTo>
                  <a:lnTo>
                    <a:pt x="17236" y="3049"/>
                  </a:lnTo>
                  <a:lnTo>
                    <a:pt x="2196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h4081"/>
            <p:cNvSpPr/>
            <p:nvPr/>
          </p:nvSpPr>
          <p:spPr>
            <a:xfrm>
              <a:off x="6668679" y="2703762"/>
              <a:ext cx="28930" cy="23509"/>
            </a:xfrm>
            <a:custGeom>
              <a:avLst/>
              <a:pathLst>
                <a:path w="28930" h="23509">
                  <a:moveTo>
                    <a:pt x="13277" y="2564"/>
                  </a:moveTo>
                  <a:lnTo>
                    <a:pt x="17087" y="9430"/>
                  </a:lnTo>
                  <a:lnTo>
                    <a:pt x="22693" y="7883"/>
                  </a:lnTo>
                  <a:lnTo>
                    <a:pt x="26378" y="3049"/>
                  </a:lnTo>
                  <a:lnTo>
                    <a:pt x="28930" y="5729"/>
                  </a:lnTo>
                  <a:lnTo>
                    <a:pt x="28640" y="8430"/>
                  </a:lnTo>
                  <a:lnTo>
                    <a:pt x="22974" y="11775"/>
                  </a:lnTo>
                  <a:lnTo>
                    <a:pt x="22592" y="17930"/>
                  </a:lnTo>
                  <a:lnTo>
                    <a:pt x="24800" y="18057"/>
                  </a:lnTo>
                  <a:lnTo>
                    <a:pt x="26251" y="18913"/>
                  </a:lnTo>
                  <a:lnTo>
                    <a:pt x="26450" y="20161"/>
                  </a:lnTo>
                  <a:lnTo>
                    <a:pt x="23415" y="23509"/>
                  </a:lnTo>
                  <a:lnTo>
                    <a:pt x="20379" y="23192"/>
                  </a:lnTo>
                  <a:lnTo>
                    <a:pt x="16259" y="20159"/>
                  </a:lnTo>
                  <a:lnTo>
                    <a:pt x="7473" y="17448"/>
                  </a:lnTo>
                  <a:lnTo>
                    <a:pt x="2208" y="13459"/>
                  </a:lnTo>
                  <a:lnTo>
                    <a:pt x="2846" y="7709"/>
                  </a:lnTo>
                  <a:lnTo>
                    <a:pt x="0" y="6015"/>
                  </a:lnTo>
                  <a:lnTo>
                    <a:pt x="1578" y="3379"/>
                  </a:lnTo>
                  <a:lnTo>
                    <a:pt x="3692" y="698"/>
                  </a:lnTo>
                  <a:lnTo>
                    <a:pt x="531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h4082"/>
            <p:cNvSpPr/>
            <p:nvPr/>
          </p:nvSpPr>
          <p:spPr>
            <a:xfrm>
              <a:off x="6609386" y="2894487"/>
              <a:ext cx="19204" cy="15153"/>
            </a:xfrm>
            <a:custGeom>
              <a:avLst/>
              <a:pathLst>
                <a:path w="19204" h="15153">
                  <a:moveTo>
                    <a:pt x="10361" y="751"/>
                  </a:moveTo>
                  <a:lnTo>
                    <a:pt x="11876" y="1334"/>
                  </a:lnTo>
                  <a:lnTo>
                    <a:pt x="14068" y="0"/>
                  </a:lnTo>
                  <a:lnTo>
                    <a:pt x="14411" y="1876"/>
                  </a:lnTo>
                  <a:lnTo>
                    <a:pt x="12461" y="3486"/>
                  </a:lnTo>
                  <a:lnTo>
                    <a:pt x="12312" y="6523"/>
                  </a:lnTo>
                  <a:lnTo>
                    <a:pt x="13532" y="8586"/>
                  </a:lnTo>
                  <a:lnTo>
                    <a:pt x="14489" y="8896"/>
                  </a:lnTo>
                  <a:lnTo>
                    <a:pt x="15901" y="8833"/>
                  </a:lnTo>
                  <a:lnTo>
                    <a:pt x="17484" y="6622"/>
                  </a:lnTo>
                  <a:lnTo>
                    <a:pt x="18542" y="7074"/>
                  </a:lnTo>
                  <a:lnTo>
                    <a:pt x="19204" y="10788"/>
                  </a:lnTo>
                  <a:lnTo>
                    <a:pt x="17642" y="14816"/>
                  </a:lnTo>
                  <a:lnTo>
                    <a:pt x="15583" y="13431"/>
                  </a:lnTo>
                  <a:lnTo>
                    <a:pt x="12764" y="14184"/>
                  </a:lnTo>
                  <a:lnTo>
                    <a:pt x="9214" y="15153"/>
                  </a:lnTo>
                  <a:lnTo>
                    <a:pt x="3194" y="11455"/>
                  </a:lnTo>
                  <a:lnTo>
                    <a:pt x="0" y="10781"/>
                  </a:lnTo>
                  <a:lnTo>
                    <a:pt x="2118" y="7149"/>
                  </a:lnTo>
                  <a:lnTo>
                    <a:pt x="2745" y="7179"/>
                  </a:lnTo>
                  <a:lnTo>
                    <a:pt x="5965" y="547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h4083"/>
            <p:cNvSpPr/>
            <p:nvPr/>
          </p:nvSpPr>
          <p:spPr>
            <a:xfrm>
              <a:off x="6759397" y="2883790"/>
              <a:ext cx="60398" cy="42242"/>
            </a:xfrm>
            <a:custGeom>
              <a:avLst/>
              <a:pathLst>
                <a:path w="60398" h="42242">
                  <a:moveTo>
                    <a:pt x="48852" y="1450"/>
                  </a:moveTo>
                  <a:lnTo>
                    <a:pt x="47524" y="4556"/>
                  </a:lnTo>
                  <a:lnTo>
                    <a:pt x="48336" y="5100"/>
                  </a:lnTo>
                  <a:lnTo>
                    <a:pt x="52424" y="4505"/>
                  </a:lnTo>
                  <a:lnTo>
                    <a:pt x="60274" y="6395"/>
                  </a:lnTo>
                  <a:lnTo>
                    <a:pt x="60398" y="8479"/>
                  </a:lnTo>
                  <a:lnTo>
                    <a:pt x="57702" y="10019"/>
                  </a:lnTo>
                  <a:lnTo>
                    <a:pt x="55352" y="16795"/>
                  </a:lnTo>
                  <a:lnTo>
                    <a:pt x="56356" y="17321"/>
                  </a:lnTo>
                  <a:lnTo>
                    <a:pt x="55496" y="19853"/>
                  </a:lnTo>
                  <a:lnTo>
                    <a:pt x="54082" y="17408"/>
                  </a:lnTo>
                  <a:lnTo>
                    <a:pt x="52390" y="16271"/>
                  </a:lnTo>
                  <a:lnTo>
                    <a:pt x="51075" y="16290"/>
                  </a:lnTo>
                  <a:lnTo>
                    <a:pt x="47135" y="18528"/>
                  </a:lnTo>
                  <a:lnTo>
                    <a:pt x="44656" y="21140"/>
                  </a:lnTo>
                  <a:lnTo>
                    <a:pt x="43835" y="24386"/>
                  </a:lnTo>
                  <a:lnTo>
                    <a:pt x="34715" y="31199"/>
                  </a:lnTo>
                  <a:lnTo>
                    <a:pt x="35472" y="33379"/>
                  </a:lnTo>
                  <a:lnTo>
                    <a:pt x="32055" y="40554"/>
                  </a:lnTo>
                  <a:lnTo>
                    <a:pt x="31594" y="41102"/>
                  </a:lnTo>
                  <a:lnTo>
                    <a:pt x="25740" y="41390"/>
                  </a:lnTo>
                  <a:lnTo>
                    <a:pt x="20787" y="40506"/>
                  </a:lnTo>
                  <a:lnTo>
                    <a:pt x="16471" y="40884"/>
                  </a:lnTo>
                  <a:lnTo>
                    <a:pt x="15159" y="42242"/>
                  </a:lnTo>
                  <a:lnTo>
                    <a:pt x="12492" y="41684"/>
                  </a:lnTo>
                  <a:lnTo>
                    <a:pt x="12744" y="39560"/>
                  </a:lnTo>
                  <a:lnTo>
                    <a:pt x="14741" y="39243"/>
                  </a:lnTo>
                  <a:lnTo>
                    <a:pt x="15089" y="37463"/>
                  </a:lnTo>
                  <a:lnTo>
                    <a:pt x="14186" y="35352"/>
                  </a:lnTo>
                  <a:lnTo>
                    <a:pt x="12107" y="33702"/>
                  </a:lnTo>
                  <a:lnTo>
                    <a:pt x="6606" y="31872"/>
                  </a:lnTo>
                  <a:lnTo>
                    <a:pt x="0" y="31994"/>
                  </a:lnTo>
                  <a:lnTo>
                    <a:pt x="131" y="27105"/>
                  </a:lnTo>
                  <a:lnTo>
                    <a:pt x="1435" y="29505"/>
                  </a:lnTo>
                  <a:lnTo>
                    <a:pt x="5015" y="31601"/>
                  </a:lnTo>
                  <a:lnTo>
                    <a:pt x="9243" y="31087"/>
                  </a:lnTo>
                  <a:lnTo>
                    <a:pt x="13764" y="15964"/>
                  </a:lnTo>
                  <a:lnTo>
                    <a:pt x="13472" y="10778"/>
                  </a:lnTo>
                  <a:lnTo>
                    <a:pt x="10364" y="11594"/>
                  </a:lnTo>
                  <a:lnTo>
                    <a:pt x="8633" y="9956"/>
                  </a:lnTo>
                  <a:lnTo>
                    <a:pt x="8487" y="7980"/>
                  </a:lnTo>
                  <a:lnTo>
                    <a:pt x="10559" y="5988"/>
                  </a:lnTo>
                  <a:lnTo>
                    <a:pt x="13403" y="5758"/>
                  </a:lnTo>
                  <a:lnTo>
                    <a:pt x="16388" y="3254"/>
                  </a:lnTo>
                  <a:lnTo>
                    <a:pt x="30755" y="2714"/>
                  </a:lnTo>
                  <a:lnTo>
                    <a:pt x="37095" y="3655"/>
                  </a:lnTo>
                  <a:lnTo>
                    <a:pt x="37996" y="3387"/>
                  </a:lnTo>
                  <a:lnTo>
                    <a:pt x="38178" y="1682"/>
                  </a:lnTo>
                  <a:lnTo>
                    <a:pt x="39654" y="0"/>
                  </a:lnTo>
                  <a:lnTo>
                    <a:pt x="46636" y="22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h4084"/>
            <p:cNvSpPr/>
            <p:nvPr/>
          </p:nvSpPr>
          <p:spPr>
            <a:xfrm>
              <a:off x="6568881" y="2881953"/>
              <a:ext cx="22380" cy="25698"/>
            </a:xfrm>
            <a:custGeom>
              <a:avLst/>
              <a:pathLst>
                <a:path w="22380" h="25698">
                  <a:moveTo>
                    <a:pt x="6879" y="0"/>
                  </a:moveTo>
                  <a:lnTo>
                    <a:pt x="8843" y="2546"/>
                  </a:lnTo>
                  <a:lnTo>
                    <a:pt x="8667" y="8844"/>
                  </a:lnTo>
                  <a:lnTo>
                    <a:pt x="20501" y="11562"/>
                  </a:lnTo>
                  <a:lnTo>
                    <a:pt x="22380" y="13080"/>
                  </a:lnTo>
                  <a:lnTo>
                    <a:pt x="21801" y="13618"/>
                  </a:lnTo>
                  <a:lnTo>
                    <a:pt x="18466" y="19601"/>
                  </a:lnTo>
                  <a:lnTo>
                    <a:pt x="13868" y="25216"/>
                  </a:lnTo>
                  <a:lnTo>
                    <a:pt x="11476" y="25698"/>
                  </a:lnTo>
                  <a:lnTo>
                    <a:pt x="7293" y="23533"/>
                  </a:lnTo>
                  <a:lnTo>
                    <a:pt x="9032" y="20499"/>
                  </a:lnTo>
                  <a:lnTo>
                    <a:pt x="2764" y="16486"/>
                  </a:lnTo>
                  <a:lnTo>
                    <a:pt x="3296" y="13155"/>
                  </a:lnTo>
                  <a:lnTo>
                    <a:pt x="2500" y="5600"/>
                  </a:lnTo>
                  <a:lnTo>
                    <a:pt x="0" y="3255"/>
                  </a:lnTo>
                  <a:lnTo>
                    <a:pt x="3811" y="9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h4085"/>
            <p:cNvSpPr/>
            <p:nvPr/>
          </p:nvSpPr>
          <p:spPr>
            <a:xfrm>
              <a:off x="6546548" y="2910015"/>
              <a:ext cx="50657" cy="41896"/>
            </a:xfrm>
            <a:custGeom>
              <a:avLst/>
              <a:pathLst>
                <a:path w="50657" h="41896">
                  <a:moveTo>
                    <a:pt x="5687" y="658"/>
                  </a:moveTo>
                  <a:lnTo>
                    <a:pt x="6723" y="2263"/>
                  </a:lnTo>
                  <a:lnTo>
                    <a:pt x="6930" y="4523"/>
                  </a:lnTo>
                  <a:lnTo>
                    <a:pt x="17537" y="6356"/>
                  </a:lnTo>
                  <a:lnTo>
                    <a:pt x="21087" y="8016"/>
                  </a:lnTo>
                  <a:lnTo>
                    <a:pt x="25390" y="5825"/>
                  </a:lnTo>
                  <a:lnTo>
                    <a:pt x="26348" y="4565"/>
                  </a:lnTo>
                  <a:lnTo>
                    <a:pt x="31493" y="9576"/>
                  </a:lnTo>
                  <a:lnTo>
                    <a:pt x="34742" y="11322"/>
                  </a:lnTo>
                  <a:lnTo>
                    <a:pt x="41158" y="7752"/>
                  </a:lnTo>
                  <a:lnTo>
                    <a:pt x="43103" y="7123"/>
                  </a:lnTo>
                  <a:lnTo>
                    <a:pt x="44296" y="7915"/>
                  </a:lnTo>
                  <a:lnTo>
                    <a:pt x="43638" y="8089"/>
                  </a:lnTo>
                  <a:lnTo>
                    <a:pt x="46757" y="13200"/>
                  </a:lnTo>
                  <a:lnTo>
                    <a:pt x="47439" y="16345"/>
                  </a:lnTo>
                  <a:lnTo>
                    <a:pt x="50657" y="16171"/>
                  </a:lnTo>
                  <a:lnTo>
                    <a:pt x="47075" y="22246"/>
                  </a:lnTo>
                  <a:lnTo>
                    <a:pt x="42018" y="23836"/>
                  </a:lnTo>
                  <a:lnTo>
                    <a:pt x="42739" y="26794"/>
                  </a:lnTo>
                  <a:lnTo>
                    <a:pt x="39521" y="29761"/>
                  </a:lnTo>
                  <a:lnTo>
                    <a:pt x="35892" y="28286"/>
                  </a:lnTo>
                  <a:lnTo>
                    <a:pt x="34354" y="29759"/>
                  </a:lnTo>
                  <a:lnTo>
                    <a:pt x="32417" y="36640"/>
                  </a:lnTo>
                  <a:lnTo>
                    <a:pt x="33998" y="39439"/>
                  </a:lnTo>
                  <a:lnTo>
                    <a:pt x="29976" y="40814"/>
                  </a:lnTo>
                  <a:lnTo>
                    <a:pt x="27756" y="39811"/>
                  </a:lnTo>
                  <a:lnTo>
                    <a:pt x="26680" y="39633"/>
                  </a:lnTo>
                  <a:lnTo>
                    <a:pt x="25109" y="41896"/>
                  </a:lnTo>
                  <a:lnTo>
                    <a:pt x="22488" y="41815"/>
                  </a:lnTo>
                  <a:lnTo>
                    <a:pt x="17091" y="35757"/>
                  </a:lnTo>
                  <a:lnTo>
                    <a:pt x="15354" y="32346"/>
                  </a:lnTo>
                  <a:lnTo>
                    <a:pt x="10631" y="29605"/>
                  </a:lnTo>
                  <a:lnTo>
                    <a:pt x="9677" y="31849"/>
                  </a:lnTo>
                  <a:lnTo>
                    <a:pt x="3322" y="26475"/>
                  </a:lnTo>
                  <a:lnTo>
                    <a:pt x="1952" y="23692"/>
                  </a:lnTo>
                  <a:lnTo>
                    <a:pt x="2643" y="22483"/>
                  </a:lnTo>
                  <a:lnTo>
                    <a:pt x="0" y="17696"/>
                  </a:lnTo>
                  <a:lnTo>
                    <a:pt x="3515" y="12883"/>
                  </a:lnTo>
                  <a:lnTo>
                    <a:pt x="1482" y="11895"/>
                  </a:lnTo>
                  <a:lnTo>
                    <a:pt x="2146" y="11275"/>
                  </a:lnTo>
                  <a:lnTo>
                    <a:pt x="2094" y="1571"/>
                  </a:lnTo>
                  <a:lnTo>
                    <a:pt x="2828" y="584"/>
                  </a:lnTo>
                  <a:lnTo>
                    <a:pt x="451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h4086"/>
            <p:cNvSpPr/>
            <p:nvPr/>
          </p:nvSpPr>
          <p:spPr>
            <a:xfrm>
              <a:off x="6618979" y="2993647"/>
              <a:ext cx="16100" cy="18239"/>
            </a:xfrm>
            <a:custGeom>
              <a:avLst/>
              <a:pathLst>
                <a:path w="16100" h="18239">
                  <a:moveTo>
                    <a:pt x="15148" y="3459"/>
                  </a:moveTo>
                  <a:lnTo>
                    <a:pt x="16100" y="5197"/>
                  </a:lnTo>
                  <a:lnTo>
                    <a:pt x="13244" y="6513"/>
                  </a:lnTo>
                  <a:lnTo>
                    <a:pt x="7693" y="14001"/>
                  </a:lnTo>
                  <a:lnTo>
                    <a:pt x="8321" y="17802"/>
                  </a:lnTo>
                  <a:lnTo>
                    <a:pt x="5126" y="18239"/>
                  </a:lnTo>
                  <a:lnTo>
                    <a:pt x="1503" y="16786"/>
                  </a:lnTo>
                  <a:lnTo>
                    <a:pt x="2487" y="16218"/>
                  </a:lnTo>
                  <a:lnTo>
                    <a:pt x="2074" y="13886"/>
                  </a:lnTo>
                  <a:lnTo>
                    <a:pt x="97" y="11673"/>
                  </a:lnTo>
                  <a:lnTo>
                    <a:pt x="0" y="7479"/>
                  </a:lnTo>
                  <a:lnTo>
                    <a:pt x="1425" y="2702"/>
                  </a:lnTo>
                  <a:lnTo>
                    <a:pt x="2642" y="1091"/>
                  </a:lnTo>
                  <a:lnTo>
                    <a:pt x="665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h4087"/>
            <p:cNvSpPr/>
            <p:nvPr/>
          </p:nvSpPr>
          <p:spPr>
            <a:xfrm>
              <a:off x="6699975" y="2888472"/>
              <a:ext cx="27358" cy="27447"/>
            </a:xfrm>
            <a:custGeom>
              <a:avLst/>
              <a:pathLst>
                <a:path w="27358" h="27447">
                  <a:moveTo>
                    <a:pt x="21142" y="93"/>
                  </a:moveTo>
                  <a:lnTo>
                    <a:pt x="24853" y="3487"/>
                  </a:lnTo>
                  <a:lnTo>
                    <a:pt x="27358" y="9971"/>
                  </a:lnTo>
                  <a:lnTo>
                    <a:pt x="24894" y="19510"/>
                  </a:lnTo>
                  <a:lnTo>
                    <a:pt x="26088" y="20278"/>
                  </a:lnTo>
                  <a:lnTo>
                    <a:pt x="25653" y="21962"/>
                  </a:lnTo>
                  <a:lnTo>
                    <a:pt x="15710" y="23533"/>
                  </a:lnTo>
                  <a:lnTo>
                    <a:pt x="14680" y="27447"/>
                  </a:lnTo>
                  <a:lnTo>
                    <a:pt x="8739" y="23021"/>
                  </a:lnTo>
                  <a:lnTo>
                    <a:pt x="6279" y="22863"/>
                  </a:lnTo>
                  <a:lnTo>
                    <a:pt x="0" y="14001"/>
                  </a:lnTo>
                  <a:lnTo>
                    <a:pt x="291" y="10408"/>
                  </a:lnTo>
                  <a:lnTo>
                    <a:pt x="5386" y="8945"/>
                  </a:lnTo>
                  <a:lnTo>
                    <a:pt x="13208" y="2527"/>
                  </a:lnTo>
                  <a:lnTo>
                    <a:pt x="16055" y="2723"/>
                  </a:lnTo>
                  <a:lnTo>
                    <a:pt x="1943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h4088"/>
            <p:cNvSpPr/>
            <p:nvPr/>
          </p:nvSpPr>
          <p:spPr>
            <a:xfrm>
              <a:off x="7089714" y="3122626"/>
              <a:ext cx="21742" cy="34458"/>
            </a:xfrm>
            <a:custGeom>
              <a:avLst/>
              <a:pathLst>
                <a:path w="21742" h="34458">
                  <a:moveTo>
                    <a:pt x="13428" y="299"/>
                  </a:moveTo>
                  <a:lnTo>
                    <a:pt x="14996" y="1102"/>
                  </a:lnTo>
                  <a:lnTo>
                    <a:pt x="14924" y="6067"/>
                  </a:lnTo>
                  <a:lnTo>
                    <a:pt x="15924" y="9433"/>
                  </a:lnTo>
                  <a:lnTo>
                    <a:pt x="18343" y="11957"/>
                  </a:lnTo>
                  <a:lnTo>
                    <a:pt x="20386" y="16534"/>
                  </a:lnTo>
                  <a:lnTo>
                    <a:pt x="20140" y="19005"/>
                  </a:lnTo>
                  <a:lnTo>
                    <a:pt x="21742" y="22779"/>
                  </a:lnTo>
                  <a:lnTo>
                    <a:pt x="20447" y="22434"/>
                  </a:lnTo>
                  <a:lnTo>
                    <a:pt x="20051" y="23069"/>
                  </a:lnTo>
                  <a:lnTo>
                    <a:pt x="19343" y="28945"/>
                  </a:lnTo>
                  <a:lnTo>
                    <a:pt x="18140" y="29170"/>
                  </a:lnTo>
                  <a:lnTo>
                    <a:pt x="16583" y="30843"/>
                  </a:lnTo>
                  <a:lnTo>
                    <a:pt x="19169" y="34458"/>
                  </a:lnTo>
                  <a:lnTo>
                    <a:pt x="13165" y="34042"/>
                  </a:lnTo>
                  <a:lnTo>
                    <a:pt x="14420" y="31738"/>
                  </a:lnTo>
                  <a:lnTo>
                    <a:pt x="12812" y="28092"/>
                  </a:lnTo>
                  <a:lnTo>
                    <a:pt x="8348" y="24249"/>
                  </a:lnTo>
                  <a:lnTo>
                    <a:pt x="3916" y="24495"/>
                  </a:lnTo>
                  <a:lnTo>
                    <a:pt x="0" y="21259"/>
                  </a:lnTo>
                  <a:lnTo>
                    <a:pt x="235" y="19044"/>
                  </a:lnTo>
                  <a:lnTo>
                    <a:pt x="2513" y="19282"/>
                  </a:lnTo>
                  <a:lnTo>
                    <a:pt x="4721" y="13026"/>
                  </a:lnTo>
                  <a:lnTo>
                    <a:pt x="1319" y="12477"/>
                  </a:lnTo>
                  <a:lnTo>
                    <a:pt x="1154" y="9182"/>
                  </a:lnTo>
                  <a:lnTo>
                    <a:pt x="5108" y="10401"/>
                  </a:lnTo>
                  <a:lnTo>
                    <a:pt x="4929" y="5864"/>
                  </a:lnTo>
                  <a:lnTo>
                    <a:pt x="770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h4089"/>
            <p:cNvSpPr/>
            <p:nvPr/>
          </p:nvSpPr>
          <p:spPr>
            <a:xfrm>
              <a:off x="7198005" y="3052185"/>
              <a:ext cx="15059" cy="14031"/>
            </a:xfrm>
            <a:custGeom>
              <a:avLst/>
              <a:pathLst>
                <a:path w="15059" h="14031">
                  <a:moveTo>
                    <a:pt x="4969" y="0"/>
                  </a:moveTo>
                  <a:lnTo>
                    <a:pt x="7932" y="258"/>
                  </a:lnTo>
                  <a:lnTo>
                    <a:pt x="12694" y="2400"/>
                  </a:lnTo>
                  <a:lnTo>
                    <a:pt x="12702" y="3216"/>
                  </a:lnTo>
                  <a:lnTo>
                    <a:pt x="15059" y="7600"/>
                  </a:lnTo>
                  <a:lnTo>
                    <a:pt x="12876" y="7598"/>
                  </a:lnTo>
                  <a:lnTo>
                    <a:pt x="7563" y="10951"/>
                  </a:lnTo>
                  <a:lnTo>
                    <a:pt x="41" y="14031"/>
                  </a:lnTo>
                  <a:lnTo>
                    <a:pt x="0" y="5176"/>
                  </a:lnTo>
                  <a:lnTo>
                    <a:pt x="2354" y="5311"/>
                  </a:lnTo>
                  <a:lnTo>
                    <a:pt x="3432" y="3578"/>
                  </a:lnTo>
                  <a:lnTo>
                    <a:pt x="1931" y="138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h4090"/>
            <p:cNvSpPr/>
            <p:nvPr/>
          </p:nvSpPr>
          <p:spPr>
            <a:xfrm>
              <a:off x="7092594" y="3161690"/>
              <a:ext cx="5793" cy="10008"/>
            </a:xfrm>
            <a:custGeom>
              <a:avLst/>
              <a:pathLst>
                <a:path w="5793" h="10008">
                  <a:moveTo>
                    <a:pt x="4442" y="110"/>
                  </a:moveTo>
                  <a:lnTo>
                    <a:pt x="5793" y="2000"/>
                  </a:lnTo>
                  <a:lnTo>
                    <a:pt x="5394" y="10008"/>
                  </a:lnTo>
                  <a:lnTo>
                    <a:pt x="0" y="8158"/>
                  </a:lnTo>
                  <a:lnTo>
                    <a:pt x="917" y="0"/>
                  </a:lnTo>
                  <a:lnTo>
                    <a:pt x="3558" y="13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h4091"/>
            <p:cNvSpPr/>
            <p:nvPr/>
          </p:nvSpPr>
          <p:spPr>
            <a:xfrm>
              <a:off x="7082357" y="3143885"/>
              <a:ext cx="21777" cy="16944"/>
            </a:xfrm>
            <a:custGeom>
              <a:avLst/>
              <a:pathLst>
                <a:path w="21777" h="16944">
                  <a:moveTo>
                    <a:pt x="15705" y="2990"/>
                  </a:moveTo>
                  <a:lnTo>
                    <a:pt x="20169" y="6833"/>
                  </a:lnTo>
                  <a:lnTo>
                    <a:pt x="21777" y="10479"/>
                  </a:lnTo>
                  <a:lnTo>
                    <a:pt x="20522" y="12783"/>
                  </a:lnTo>
                  <a:lnTo>
                    <a:pt x="12518" y="10992"/>
                  </a:lnTo>
                  <a:lnTo>
                    <a:pt x="11314" y="16944"/>
                  </a:lnTo>
                  <a:lnTo>
                    <a:pt x="2245" y="10178"/>
                  </a:lnTo>
                  <a:lnTo>
                    <a:pt x="1928" y="7048"/>
                  </a:lnTo>
                  <a:lnTo>
                    <a:pt x="2649" y="4560"/>
                  </a:lnTo>
                  <a:lnTo>
                    <a:pt x="0" y="3210"/>
                  </a:lnTo>
                  <a:lnTo>
                    <a:pt x="7356" y="0"/>
                  </a:lnTo>
                  <a:lnTo>
                    <a:pt x="11273" y="323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h4092"/>
            <p:cNvSpPr/>
            <p:nvPr/>
          </p:nvSpPr>
          <p:spPr>
            <a:xfrm>
              <a:off x="7199937" y="3039781"/>
              <a:ext cx="19311" cy="13788"/>
            </a:xfrm>
            <a:custGeom>
              <a:avLst/>
              <a:pathLst>
                <a:path w="19311" h="13788">
                  <a:moveTo>
                    <a:pt x="10072" y="463"/>
                  </a:moveTo>
                  <a:lnTo>
                    <a:pt x="11067" y="3732"/>
                  </a:lnTo>
                  <a:lnTo>
                    <a:pt x="12933" y="4752"/>
                  </a:lnTo>
                  <a:lnTo>
                    <a:pt x="17022" y="4068"/>
                  </a:lnTo>
                  <a:lnTo>
                    <a:pt x="19311" y="6923"/>
                  </a:lnTo>
                  <a:lnTo>
                    <a:pt x="15542" y="11838"/>
                  </a:lnTo>
                  <a:lnTo>
                    <a:pt x="11888" y="11099"/>
                  </a:lnTo>
                  <a:lnTo>
                    <a:pt x="3384" y="10794"/>
                  </a:lnTo>
                  <a:lnTo>
                    <a:pt x="3038" y="12404"/>
                  </a:lnTo>
                  <a:lnTo>
                    <a:pt x="0" y="13788"/>
                  </a:lnTo>
                  <a:lnTo>
                    <a:pt x="2509" y="6199"/>
                  </a:lnTo>
                  <a:lnTo>
                    <a:pt x="4391" y="4370"/>
                  </a:lnTo>
                  <a:lnTo>
                    <a:pt x="6599" y="4394"/>
                  </a:lnTo>
                  <a:lnTo>
                    <a:pt x="788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h4093"/>
            <p:cNvSpPr/>
            <p:nvPr/>
          </p:nvSpPr>
          <p:spPr>
            <a:xfrm>
              <a:off x="7226418" y="3129436"/>
              <a:ext cx="16451" cy="9017"/>
            </a:xfrm>
            <a:custGeom>
              <a:avLst/>
              <a:pathLst>
                <a:path w="16451" h="9017">
                  <a:moveTo>
                    <a:pt x="10726" y="7724"/>
                  </a:moveTo>
                  <a:lnTo>
                    <a:pt x="9128" y="7604"/>
                  </a:lnTo>
                  <a:lnTo>
                    <a:pt x="935" y="9017"/>
                  </a:lnTo>
                  <a:lnTo>
                    <a:pt x="0" y="8387"/>
                  </a:lnTo>
                  <a:lnTo>
                    <a:pt x="3938" y="1965"/>
                  </a:lnTo>
                  <a:lnTo>
                    <a:pt x="9666" y="1957"/>
                  </a:lnTo>
                  <a:lnTo>
                    <a:pt x="1645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h4094"/>
            <p:cNvSpPr/>
            <p:nvPr/>
          </p:nvSpPr>
          <p:spPr>
            <a:xfrm>
              <a:off x="7210708" y="3055402"/>
              <a:ext cx="3972" cy="4476"/>
            </a:xfrm>
            <a:custGeom>
              <a:avLst/>
              <a:pathLst>
                <a:path w="3972" h="4476">
                  <a:moveTo>
                    <a:pt x="3972" y="551"/>
                  </a:moveTo>
                  <a:lnTo>
                    <a:pt x="2884" y="3335"/>
                  </a:lnTo>
                  <a:lnTo>
                    <a:pt x="3468" y="4476"/>
                  </a:lnTo>
                  <a:lnTo>
                    <a:pt x="2356" y="4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h4095"/>
            <p:cNvSpPr/>
            <p:nvPr/>
          </p:nvSpPr>
          <p:spPr>
            <a:xfrm>
              <a:off x="7220945" y="3119291"/>
              <a:ext cx="8553" cy="17339"/>
            </a:xfrm>
            <a:custGeom>
              <a:avLst/>
              <a:pathLst>
                <a:path w="8553" h="17339">
                  <a:moveTo>
                    <a:pt x="3126" y="0"/>
                  </a:moveTo>
                  <a:lnTo>
                    <a:pt x="2827" y="849"/>
                  </a:lnTo>
                  <a:lnTo>
                    <a:pt x="5898" y="2362"/>
                  </a:lnTo>
                  <a:lnTo>
                    <a:pt x="6559" y="3395"/>
                  </a:lnTo>
                  <a:lnTo>
                    <a:pt x="7855" y="4368"/>
                  </a:lnTo>
                  <a:lnTo>
                    <a:pt x="8553" y="9016"/>
                  </a:lnTo>
                  <a:lnTo>
                    <a:pt x="5403" y="12112"/>
                  </a:lnTo>
                  <a:lnTo>
                    <a:pt x="2339" y="16689"/>
                  </a:lnTo>
                  <a:lnTo>
                    <a:pt x="893" y="17339"/>
                  </a:lnTo>
                  <a:lnTo>
                    <a:pt x="274" y="16629"/>
                  </a:lnTo>
                  <a:lnTo>
                    <a:pt x="593" y="13539"/>
                  </a:lnTo>
                  <a:lnTo>
                    <a:pt x="2783" y="11185"/>
                  </a:lnTo>
                  <a:lnTo>
                    <a:pt x="4637" y="7119"/>
                  </a:lnTo>
                  <a:lnTo>
                    <a:pt x="4296" y="6242"/>
                  </a:lnTo>
                  <a:lnTo>
                    <a:pt x="1224" y="4676"/>
                  </a:lnTo>
                  <a:lnTo>
                    <a:pt x="0" y="2344"/>
                  </a:lnTo>
                  <a:lnTo>
                    <a:pt x="619" y="128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h4096"/>
            <p:cNvSpPr/>
            <p:nvPr/>
          </p:nvSpPr>
          <p:spPr>
            <a:xfrm>
              <a:off x="7009278" y="3130061"/>
              <a:ext cx="68336" cy="34361"/>
            </a:xfrm>
            <a:custGeom>
              <a:avLst/>
              <a:pathLst>
                <a:path w="68336" h="34361">
                  <a:moveTo>
                    <a:pt x="51687" y="0"/>
                  </a:moveTo>
                  <a:lnTo>
                    <a:pt x="54967" y="1107"/>
                  </a:lnTo>
                  <a:lnTo>
                    <a:pt x="54239" y="2467"/>
                  </a:lnTo>
                  <a:lnTo>
                    <a:pt x="54625" y="3386"/>
                  </a:lnTo>
                  <a:lnTo>
                    <a:pt x="57648" y="5793"/>
                  </a:lnTo>
                  <a:lnTo>
                    <a:pt x="56222" y="8847"/>
                  </a:lnTo>
                  <a:lnTo>
                    <a:pt x="55046" y="8221"/>
                  </a:lnTo>
                  <a:lnTo>
                    <a:pt x="53026" y="10066"/>
                  </a:lnTo>
                  <a:lnTo>
                    <a:pt x="52703" y="11169"/>
                  </a:lnTo>
                  <a:lnTo>
                    <a:pt x="53973" y="13050"/>
                  </a:lnTo>
                  <a:lnTo>
                    <a:pt x="56089" y="13763"/>
                  </a:lnTo>
                  <a:lnTo>
                    <a:pt x="57888" y="13436"/>
                  </a:lnTo>
                  <a:lnTo>
                    <a:pt x="60751" y="11650"/>
                  </a:lnTo>
                  <a:lnTo>
                    <a:pt x="65510" y="10486"/>
                  </a:lnTo>
                  <a:lnTo>
                    <a:pt x="68336" y="14515"/>
                  </a:lnTo>
                  <a:lnTo>
                    <a:pt x="66139" y="16270"/>
                  </a:lnTo>
                  <a:lnTo>
                    <a:pt x="66200" y="19574"/>
                  </a:lnTo>
                  <a:lnTo>
                    <a:pt x="63830" y="20496"/>
                  </a:lnTo>
                  <a:lnTo>
                    <a:pt x="60472" y="26569"/>
                  </a:lnTo>
                  <a:lnTo>
                    <a:pt x="53726" y="29627"/>
                  </a:lnTo>
                  <a:lnTo>
                    <a:pt x="52502" y="28964"/>
                  </a:lnTo>
                  <a:lnTo>
                    <a:pt x="50395" y="29754"/>
                  </a:lnTo>
                  <a:lnTo>
                    <a:pt x="50205" y="30489"/>
                  </a:lnTo>
                  <a:lnTo>
                    <a:pt x="44998" y="29380"/>
                  </a:lnTo>
                  <a:lnTo>
                    <a:pt x="32619" y="29991"/>
                  </a:lnTo>
                  <a:lnTo>
                    <a:pt x="26350" y="32480"/>
                  </a:lnTo>
                  <a:lnTo>
                    <a:pt x="20357" y="33822"/>
                  </a:lnTo>
                  <a:lnTo>
                    <a:pt x="14730" y="33291"/>
                  </a:lnTo>
                  <a:lnTo>
                    <a:pt x="14677" y="34361"/>
                  </a:lnTo>
                  <a:lnTo>
                    <a:pt x="13550" y="32933"/>
                  </a:lnTo>
                  <a:lnTo>
                    <a:pt x="9264" y="30350"/>
                  </a:lnTo>
                  <a:lnTo>
                    <a:pt x="7692" y="30167"/>
                  </a:lnTo>
                  <a:lnTo>
                    <a:pt x="4575" y="25616"/>
                  </a:lnTo>
                  <a:lnTo>
                    <a:pt x="0" y="23924"/>
                  </a:lnTo>
                  <a:lnTo>
                    <a:pt x="1380" y="23272"/>
                  </a:lnTo>
                  <a:lnTo>
                    <a:pt x="6627" y="23143"/>
                  </a:lnTo>
                  <a:lnTo>
                    <a:pt x="14117" y="26464"/>
                  </a:lnTo>
                  <a:lnTo>
                    <a:pt x="17456" y="25984"/>
                  </a:lnTo>
                  <a:lnTo>
                    <a:pt x="20358" y="19542"/>
                  </a:lnTo>
                  <a:lnTo>
                    <a:pt x="27052" y="21409"/>
                  </a:lnTo>
                  <a:lnTo>
                    <a:pt x="27943" y="23091"/>
                  </a:lnTo>
                  <a:lnTo>
                    <a:pt x="29865" y="23982"/>
                  </a:lnTo>
                  <a:lnTo>
                    <a:pt x="33199" y="23290"/>
                  </a:lnTo>
                  <a:lnTo>
                    <a:pt x="34675" y="21972"/>
                  </a:lnTo>
                  <a:lnTo>
                    <a:pt x="36620" y="17379"/>
                  </a:lnTo>
                  <a:lnTo>
                    <a:pt x="37605" y="7849"/>
                  </a:lnTo>
                  <a:lnTo>
                    <a:pt x="34845" y="3116"/>
                  </a:lnTo>
                  <a:lnTo>
                    <a:pt x="32686" y="2407"/>
                  </a:lnTo>
                  <a:lnTo>
                    <a:pt x="31395" y="1046"/>
                  </a:lnTo>
                  <a:lnTo>
                    <a:pt x="37050" y="1134"/>
                  </a:lnTo>
                  <a:lnTo>
                    <a:pt x="38520" y="1168"/>
                  </a:lnTo>
                  <a:lnTo>
                    <a:pt x="44746" y="4638"/>
                  </a:lnTo>
                  <a:lnTo>
                    <a:pt x="50391" y="34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h4097"/>
            <p:cNvSpPr/>
            <p:nvPr/>
          </p:nvSpPr>
          <p:spPr>
            <a:xfrm>
              <a:off x="7210700" y="3050880"/>
              <a:ext cx="6104" cy="8998"/>
            </a:xfrm>
            <a:custGeom>
              <a:avLst/>
              <a:pathLst>
                <a:path w="6104" h="8998">
                  <a:moveTo>
                    <a:pt x="4779" y="738"/>
                  </a:moveTo>
                  <a:lnTo>
                    <a:pt x="6104" y="5060"/>
                  </a:lnTo>
                  <a:lnTo>
                    <a:pt x="5850" y="6500"/>
                  </a:lnTo>
                  <a:lnTo>
                    <a:pt x="3476" y="8998"/>
                  </a:lnTo>
                  <a:lnTo>
                    <a:pt x="2893" y="7857"/>
                  </a:lnTo>
                  <a:lnTo>
                    <a:pt x="3981" y="5073"/>
                  </a:lnTo>
                  <a:lnTo>
                    <a:pt x="8" y="4521"/>
                  </a:lnTo>
                  <a:lnTo>
                    <a:pt x="0" y="3705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h4098"/>
            <p:cNvSpPr/>
            <p:nvPr/>
          </p:nvSpPr>
          <p:spPr>
            <a:xfrm>
              <a:off x="7140388" y="3099186"/>
              <a:ext cx="6752" cy="8263"/>
            </a:xfrm>
            <a:custGeom>
              <a:avLst/>
              <a:pathLst>
                <a:path w="6752" h="8263">
                  <a:moveTo>
                    <a:pt x="4210" y="2194"/>
                  </a:moveTo>
                  <a:lnTo>
                    <a:pt x="6653" y="4241"/>
                  </a:lnTo>
                  <a:lnTo>
                    <a:pt x="6752" y="5718"/>
                  </a:lnTo>
                  <a:lnTo>
                    <a:pt x="3888" y="8263"/>
                  </a:lnTo>
                  <a:lnTo>
                    <a:pt x="543" y="8114"/>
                  </a:lnTo>
                  <a:lnTo>
                    <a:pt x="0" y="5464"/>
                  </a:lnTo>
                  <a:lnTo>
                    <a:pt x="744" y="3356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h4099"/>
            <p:cNvSpPr/>
            <p:nvPr/>
          </p:nvSpPr>
          <p:spPr>
            <a:xfrm>
              <a:off x="7088107" y="3088201"/>
              <a:ext cx="25591" cy="34723"/>
            </a:xfrm>
            <a:custGeom>
              <a:avLst/>
              <a:pathLst>
                <a:path w="25591" h="34723">
                  <a:moveTo>
                    <a:pt x="21943" y="0"/>
                  </a:moveTo>
                  <a:lnTo>
                    <a:pt x="25591" y="4978"/>
                  </a:lnTo>
                  <a:lnTo>
                    <a:pt x="25463" y="6321"/>
                  </a:lnTo>
                  <a:lnTo>
                    <a:pt x="22646" y="13190"/>
                  </a:lnTo>
                  <a:lnTo>
                    <a:pt x="20076" y="16028"/>
                  </a:lnTo>
                  <a:lnTo>
                    <a:pt x="16276" y="22916"/>
                  </a:lnTo>
                  <a:lnTo>
                    <a:pt x="17183" y="24299"/>
                  </a:lnTo>
                  <a:lnTo>
                    <a:pt x="16750" y="33753"/>
                  </a:lnTo>
                  <a:lnTo>
                    <a:pt x="15035" y="34723"/>
                  </a:lnTo>
                  <a:lnTo>
                    <a:pt x="9317" y="34424"/>
                  </a:lnTo>
                  <a:lnTo>
                    <a:pt x="6841" y="34457"/>
                  </a:lnTo>
                  <a:lnTo>
                    <a:pt x="8560" y="31100"/>
                  </a:lnTo>
                  <a:lnTo>
                    <a:pt x="8084" y="24565"/>
                  </a:lnTo>
                  <a:lnTo>
                    <a:pt x="3153" y="15873"/>
                  </a:lnTo>
                  <a:lnTo>
                    <a:pt x="381" y="14928"/>
                  </a:lnTo>
                  <a:lnTo>
                    <a:pt x="219" y="12660"/>
                  </a:lnTo>
                  <a:lnTo>
                    <a:pt x="0" y="10502"/>
                  </a:lnTo>
                  <a:lnTo>
                    <a:pt x="3274" y="10229"/>
                  </a:lnTo>
                  <a:lnTo>
                    <a:pt x="4091" y="12246"/>
                  </a:lnTo>
                  <a:lnTo>
                    <a:pt x="4896" y="11791"/>
                  </a:lnTo>
                  <a:lnTo>
                    <a:pt x="5933" y="3519"/>
                  </a:lnTo>
                  <a:lnTo>
                    <a:pt x="9477" y="2155"/>
                  </a:lnTo>
                  <a:lnTo>
                    <a:pt x="11417" y="2279"/>
                  </a:lnTo>
                  <a:lnTo>
                    <a:pt x="10764" y="6213"/>
                  </a:lnTo>
                  <a:lnTo>
                    <a:pt x="16033" y="6726"/>
                  </a:lnTo>
                  <a:lnTo>
                    <a:pt x="17684" y="5945"/>
                  </a:lnTo>
                  <a:lnTo>
                    <a:pt x="17956" y="4353"/>
                  </a:lnTo>
                  <a:lnTo>
                    <a:pt x="17531" y="2900"/>
                  </a:lnTo>
                  <a:lnTo>
                    <a:pt x="16460" y="3224"/>
                  </a:lnTo>
                  <a:lnTo>
                    <a:pt x="15755" y="2016"/>
                  </a:lnTo>
                  <a:lnTo>
                    <a:pt x="15919" y="73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h4100"/>
            <p:cNvSpPr/>
            <p:nvPr/>
          </p:nvSpPr>
          <p:spPr>
            <a:xfrm>
              <a:off x="7217234" y="3120573"/>
              <a:ext cx="8348" cy="15347"/>
            </a:xfrm>
            <a:custGeom>
              <a:avLst/>
              <a:pathLst>
                <a:path w="8348" h="15347">
                  <a:moveTo>
                    <a:pt x="4330" y="0"/>
                  </a:moveTo>
                  <a:lnTo>
                    <a:pt x="3710" y="1063"/>
                  </a:lnTo>
                  <a:lnTo>
                    <a:pt x="4935" y="3395"/>
                  </a:lnTo>
                  <a:lnTo>
                    <a:pt x="8007" y="4961"/>
                  </a:lnTo>
                  <a:lnTo>
                    <a:pt x="8348" y="5837"/>
                  </a:lnTo>
                  <a:lnTo>
                    <a:pt x="6494" y="9904"/>
                  </a:lnTo>
                  <a:lnTo>
                    <a:pt x="4304" y="12258"/>
                  </a:lnTo>
                  <a:lnTo>
                    <a:pt x="3985" y="15347"/>
                  </a:lnTo>
                  <a:lnTo>
                    <a:pt x="401" y="9617"/>
                  </a:lnTo>
                  <a:lnTo>
                    <a:pt x="0" y="6278"/>
                  </a:lnTo>
                  <a:lnTo>
                    <a:pt x="1071" y="6454"/>
                  </a:lnTo>
                  <a:lnTo>
                    <a:pt x="3457" y="4250"/>
                  </a:lnTo>
                  <a:lnTo>
                    <a:pt x="3459" y="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h4101"/>
            <p:cNvSpPr/>
            <p:nvPr/>
          </p:nvSpPr>
          <p:spPr>
            <a:xfrm>
              <a:off x="7065089" y="3032568"/>
              <a:ext cx="26596" cy="30044"/>
            </a:xfrm>
            <a:custGeom>
              <a:avLst/>
              <a:pathLst>
                <a:path w="26596" h="30044">
                  <a:moveTo>
                    <a:pt x="7620" y="918"/>
                  </a:moveTo>
                  <a:lnTo>
                    <a:pt x="6310" y="4216"/>
                  </a:lnTo>
                  <a:lnTo>
                    <a:pt x="7947" y="3752"/>
                  </a:lnTo>
                  <a:lnTo>
                    <a:pt x="9051" y="1550"/>
                  </a:lnTo>
                  <a:lnTo>
                    <a:pt x="23894" y="5476"/>
                  </a:lnTo>
                  <a:lnTo>
                    <a:pt x="21560" y="6123"/>
                  </a:lnTo>
                  <a:lnTo>
                    <a:pt x="21584" y="10066"/>
                  </a:lnTo>
                  <a:lnTo>
                    <a:pt x="23187" y="13428"/>
                  </a:lnTo>
                  <a:lnTo>
                    <a:pt x="26596" y="17184"/>
                  </a:lnTo>
                  <a:lnTo>
                    <a:pt x="21203" y="23093"/>
                  </a:lnTo>
                  <a:lnTo>
                    <a:pt x="20828" y="27567"/>
                  </a:lnTo>
                  <a:lnTo>
                    <a:pt x="22458" y="28393"/>
                  </a:lnTo>
                  <a:lnTo>
                    <a:pt x="18939" y="30044"/>
                  </a:lnTo>
                  <a:lnTo>
                    <a:pt x="16609" y="29329"/>
                  </a:lnTo>
                  <a:lnTo>
                    <a:pt x="17639" y="26917"/>
                  </a:lnTo>
                  <a:lnTo>
                    <a:pt x="15519" y="28830"/>
                  </a:lnTo>
                  <a:lnTo>
                    <a:pt x="8433" y="27329"/>
                  </a:lnTo>
                  <a:lnTo>
                    <a:pt x="9120" y="23845"/>
                  </a:lnTo>
                  <a:lnTo>
                    <a:pt x="3906" y="23609"/>
                  </a:lnTo>
                  <a:lnTo>
                    <a:pt x="944" y="21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h4102"/>
            <p:cNvSpPr/>
            <p:nvPr/>
          </p:nvSpPr>
          <p:spPr>
            <a:xfrm>
              <a:off x="7180846" y="2991057"/>
              <a:ext cx="24701" cy="30230"/>
            </a:xfrm>
            <a:custGeom>
              <a:avLst/>
              <a:pathLst>
                <a:path w="24701" h="30230">
                  <a:moveTo>
                    <a:pt x="18847" y="0"/>
                  </a:moveTo>
                  <a:lnTo>
                    <a:pt x="22320" y="2810"/>
                  </a:lnTo>
                  <a:lnTo>
                    <a:pt x="24348" y="5114"/>
                  </a:lnTo>
                  <a:lnTo>
                    <a:pt x="24701" y="11176"/>
                  </a:lnTo>
                  <a:lnTo>
                    <a:pt x="21993" y="11607"/>
                  </a:lnTo>
                  <a:lnTo>
                    <a:pt x="18273" y="13921"/>
                  </a:lnTo>
                  <a:lnTo>
                    <a:pt x="17799" y="15908"/>
                  </a:lnTo>
                  <a:lnTo>
                    <a:pt x="23252" y="17582"/>
                  </a:lnTo>
                  <a:lnTo>
                    <a:pt x="23732" y="20389"/>
                  </a:lnTo>
                  <a:lnTo>
                    <a:pt x="22126" y="22398"/>
                  </a:lnTo>
                  <a:lnTo>
                    <a:pt x="19274" y="23798"/>
                  </a:lnTo>
                  <a:lnTo>
                    <a:pt x="18863" y="20984"/>
                  </a:lnTo>
                  <a:lnTo>
                    <a:pt x="14423" y="24658"/>
                  </a:lnTo>
                  <a:lnTo>
                    <a:pt x="13835" y="30230"/>
                  </a:lnTo>
                  <a:lnTo>
                    <a:pt x="10819" y="29107"/>
                  </a:lnTo>
                  <a:lnTo>
                    <a:pt x="8866" y="27274"/>
                  </a:lnTo>
                  <a:lnTo>
                    <a:pt x="8988" y="24612"/>
                  </a:lnTo>
                  <a:lnTo>
                    <a:pt x="8179" y="22666"/>
                  </a:lnTo>
                  <a:lnTo>
                    <a:pt x="6886" y="21709"/>
                  </a:lnTo>
                  <a:lnTo>
                    <a:pt x="6569" y="19466"/>
                  </a:lnTo>
                  <a:lnTo>
                    <a:pt x="9318" y="18765"/>
                  </a:lnTo>
                  <a:lnTo>
                    <a:pt x="10522" y="16894"/>
                  </a:lnTo>
                  <a:lnTo>
                    <a:pt x="2077" y="15812"/>
                  </a:lnTo>
                  <a:lnTo>
                    <a:pt x="0" y="14071"/>
                  </a:lnTo>
                  <a:lnTo>
                    <a:pt x="5227" y="10912"/>
                  </a:lnTo>
                  <a:lnTo>
                    <a:pt x="7191" y="7975"/>
                  </a:lnTo>
                  <a:lnTo>
                    <a:pt x="6081" y="6114"/>
                  </a:lnTo>
                  <a:lnTo>
                    <a:pt x="2890" y="4738"/>
                  </a:lnTo>
                  <a:lnTo>
                    <a:pt x="8771" y="6099"/>
                  </a:lnTo>
                  <a:lnTo>
                    <a:pt x="11465" y="7398"/>
                  </a:lnTo>
                  <a:lnTo>
                    <a:pt x="14281" y="12999"/>
                  </a:lnTo>
                  <a:lnTo>
                    <a:pt x="17197" y="12886"/>
                  </a:lnTo>
                  <a:lnTo>
                    <a:pt x="15936" y="6882"/>
                  </a:lnTo>
                  <a:lnTo>
                    <a:pt x="16767" y="131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h4103"/>
            <p:cNvSpPr/>
            <p:nvPr/>
          </p:nvSpPr>
          <p:spPr>
            <a:xfrm>
              <a:off x="7033818" y="3090293"/>
              <a:ext cx="14614" cy="16901"/>
            </a:xfrm>
            <a:custGeom>
              <a:avLst/>
              <a:pathLst>
                <a:path w="14614" h="16901">
                  <a:moveTo>
                    <a:pt x="6289" y="434"/>
                  </a:moveTo>
                  <a:lnTo>
                    <a:pt x="7080" y="1958"/>
                  </a:lnTo>
                  <a:lnTo>
                    <a:pt x="11781" y="5160"/>
                  </a:lnTo>
                  <a:lnTo>
                    <a:pt x="12664" y="5012"/>
                  </a:lnTo>
                  <a:lnTo>
                    <a:pt x="14614" y="8273"/>
                  </a:lnTo>
                  <a:lnTo>
                    <a:pt x="12545" y="9957"/>
                  </a:lnTo>
                  <a:lnTo>
                    <a:pt x="12262" y="11370"/>
                  </a:lnTo>
                  <a:lnTo>
                    <a:pt x="13370" y="11323"/>
                  </a:lnTo>
                  <a:lnTo>
                    <a:pt x="13254" y="14147"/>
                  </a:lnTo>
                  <a:lnTo>
                    <a:pt x="11839" y="16901"/>
                  </a:lnTo>
                  <a:lnTo>
                    <a:pt x="9594" y="16678"/>
                  </a:lnTo>
                  <a:lnTo>
                    <a:pt x="7511" y="14767"/>
                  </a:lnTo>
                  <a:lnTo>
                    <a:pt x="891" y="12710"/>
                  </a:lnTo>
                  <a:lnTo>
                    <a:pt x="0" y="13150"/>
                  </a:lnTo>
                  <a:lnTo>
                    <a:pt x="2035" y="9841"/>
                  </a:lnTo>
                  <a:lnTo>
                    <a:pt x="1674" y="2658"/>
                  </a:lnTo>
                  <a:lnTo>
                    <a:pt x="2318" y="1169"/>
                  </a:lnTo>
                  <a:lnTo>
                    <a:pt x="369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h4104"/>
            <p:cNvSpPr/>
            <p:nvPr/>
          </p:nvSpPr>
          <p:spPr>
            <a:xfrm>
              <a:off x="7054924" y="2994488"/>
              <a:ext cx="33290" cy="31554"/>
            </a:xfrm>
            <a:custGeom>
              <a:avLst/>
              <a:pathLst>
                <a:path w="33290" h="31554">
                  <a:moveTo>
                    <a:pt x="1242" y="0"/>
                  </a:moveTo>
                  <a:lnTo>
                    <a:pt x="2403" y="1429"/>
                  </a:lnTo>
                  <a:lnTo>
                    <a:pt x="8213" y="3983"/>
                  </a:lnTo>
                  <a:lnTo>
                    <a:pt x="9995" y="3274"/>
                  </a:lnTo>
                  <a:lnTo>
                    <a:pt x="10465" y="4719"/>
                  </a:lnTo>
                  <a:lnTo>
                    <a:pt x="12487" y="6517"/>
                  </a:lnTo>
                  <a:lnTo>
                    <a:pt x="22816" y="10731"/>
                  </a:lnTo>
                  <a:lnTo>
                    <a:pt x="23685" y="16080"/>
                  </a:lnTo>
                  <a:lnTo>
                    <a:pt x="29342" y="16311"/>
                  </a:lnTo>
                  <a:lnTo>
                    <a:pt x="33290" y="19178"/>
                  </a:lnTo>
                  <a:lnTo>
                    <a:pt x="32314" y="20107"/>
                  </a:lnTo>
                  <a:lnTo>
                    <a:pt x="30111" y="19191"/>
                  </a:lnTo>
                  <a:lnTo>
                    <a:pt x="28934" y="21221"/>
                  </a:lnTo>
                  <a:lnTo>
                    <a:pt x="27836" y="20964"/>
                  </a:lnTo>
                  <a:lnTo>
                    <a:pt x="24102" y="22879"/>
                  </a:lnTo>
                  <a:lnTo>
                    <a:pt x="23485" y="25606"/>
                  </a:lnTo>
                  <a:lnTo>
                    <a:pt x="24414" y="26167"/>
                  </a:lnTo>
                  <a:lnTo>
                    <a:pt x="25043" y="31145"/>
                  </a:lnTo>
                  <a:lnTo>
                    <a:pt x="22183" y="31172"/>
                  </a:lnTo>
                  <a:lnTo>
                    <a:pt x="17628" y="31554"/>
                  </a:lnTo>
                  <a:lnTo>
                    <a:pt x="9255" y="27399"/>
                  </a:lnTo>
                  <a:lnTo>
                    <a:pt x="8528" y="25530"/>
                  </a:lnTo>
                  <a:lnTo>
                    <a:pt x="12020" y="26027"/>
                  </a:lnTo>
                  <a:lnTo>
                    <a:pt x="11800" y="25110"/>
                  </a:lnTo>
                  <a:lnTo>
                    <a:pt x="7091" y="22958"/>
                  </a:lnTo>
                  <a:lnTo>
                    <a:pt x="3591" y="18218"/>
                  </a:lnTo>
                  <a:lnTo>
                    <a:pt x="3321" y="9590"/>
                  </a:lnTo>
                  <a:lnTo>
                    <a:pt x="4157" y="7632"/>
                  </a:lnTo>
                  <a:lnTo>
                    <a:pt x="506" y="6427"/>
                  </a:lnTo>
                  <a:lnTo>
                    <a:pt x="0" y="4922"/>
                  </a:lnTo>
                  <a:lnTo>
                    <a:pt x="481" y="22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h4105"/>
            <p:cNvSpPr/>
            <p:nvPr/>
          </p:nvSpPr>
          <p:spPr>
            <a:xfrm>
              <a:off x="7170351" y="3005128"/>
              <a:ext cx="21016" cy="17613"/>
            </a:xfrm>
            <a:custGeom>
              <a:avLst/>
              <a:pathLst>
                <a:path w="21016" h="17613">
                  <a:moveTo>
                    <a:pt x="9878" y="3817"/>
                  </a:moveTo>
                  <a:lnTo>
                    <a:pt x="10890" y="2186"/>
                  </a:lnTo>
                  <a:lnTo>
                    <a:pt x="10494" y="0"/>
                  </a:lnTo>
                  <a:lnTo>
                    <a:pt x="12571" y="1741"/>
                  </a:lnTo>
                  <a:lnTo>
                    <a:pt x="21016" y="2823"/>
                  </a:lnTo>
                  <a:lnTo>
                    <a:pt x="19812" y="4694"/>
                  </a:lnTo>
                  <a:lnTo>
                    <a:pt x="17063" y="5395"/>
                  </a:lnTo>
                  <a:lnTo>
                    <a:pt x="17381" y="7638"/>
                  </a:lnTo>
                  <a:lnTo>
                    <a:pt x="15738" y="9401"/>
                  </a:lnTo>
                  <a:lnTo>
                    <a:pt x="14287" y="7069"/>
                  </a:lnTo>
                  <a:lnTo>
                    <a:pt x="13377" y="17613"/>
                  </a:lnTo>
                  <a:lnTo>
                    <a:pt x="10776" y="17342"/>
                  </a:lnTo>
                  <a:lnTo>
                    <a:pt x="10849" y="14226"/>
                  </a:lnTo>
                  <a:lnTo>
                    <a:pt x="9746" y="13207"/>
                  </a:lnTo>
                  <a:lnTo>
                    <a:pt x="6947" y="13426"/>
                  </a:lnTo>
                  <a:lnTo>
                    <a:pt x="1332" y="9301"/>
                  </a:lnTo>
                  <a:lnTo>
                    <a:pt x="1199" y="4296"/>
                  </a:lnTo>
                  <a:lnTo>
                    <a:pt x="0" y="1193"/>
                  </a:lnTo>
                  <a:lnTo>
                    <a:pt x="1524" y="69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h4106"/>
            <p:cNvSpPr/>
            <p:nvPr/>
          </p:nvSpPr>
          <p:spPr>
            <a:xfrm>
              <a:off x="7183841" y="3055592"/>
              <a:ext cx="5930" cy="8311"/>
            </a:xfrm>
            <a:custGeom>
              <a:avLst/>
              <a:pathLst>
                <a:path w="5930" h="8311">
                  <a:moveTo>
                    <a:pt x="5930" y="5656"/>
                  </a:moveTo>
                  <a:lnTo>
                    <a:pt x="4719" y="8311"/>
                  </a:lnTo>
                  <a:lnTo>
                    <a:pt x="0" y="6430"/>
                  </a:lnTo>
                  <a:lnTo>
                    <a:pt x="1755" y="0"/>
                  </a:lnTo>
                  <a:lnTo>
                    <a:pt x="3545" y="236"/>
                  </a:lnTo>
                  <a:lnTo>
                    <a:pt x="4882" y="463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h4107"/>
            <p:cNvSpPr/>
            <p:nvPr/>
          </p:nvSpPr>
          <p:spPr>
            <a:xfrm>
              <a:off x="7168985" y="3052908"/>
              <a:ext cx="12809" cy="12903"/>
            </a:xfrm>
            <a:custGeom>
              <a:avLst/>
              <a:pathLst>
                <a:path w="12809" h="12903">
                  <a:moveTo>
                    <a:pt x="6729" y="2272"/>
                  </a:moveTo>
                  <a:lnTo>
                    <a:pt x="8613" y="2576"/>
                  </a:lnTo>
                  <a:lnTo>
                    <a:pt x="10213" y="1949"/>
                  </a:lnTo>
                  <a:lnTo>
                    <a:pt x="12809" y="2879"/>
                  </a:lnTo>
                  <a:lnTo>
                    <a:pt x="11673" y="4264"/>
                  </a:lnTo>
                  <a:lnTo>
                    <a:pt x="10523" y="10062"/>
                  </a:lnTo>
                  <a:lnTo>
                    <a:pt x="11283" y="12031"/>
                  </a:lnTo>
                  <a:lnTo>
                    <a:pt x="5344" y="10535"/>
                  </a:lnTo>
                  <a:lnTo>
                    <a:pt x="4249" y="12903"/>
                  </a:lnTo>
                  <a:lnTo>
                    <a:pt x="0" y="10202"/>
                  </a:lnTo>
                  <a:lnTo>
                    <a:pt x="4010" y="4604"/>
                  </a:lnTo>
                  <a:lnTo>
                    <a:pt x="4256" y="0"/>
                  </a:lnTo>
                  <a:lnTo>
                    <a:pt x="6817" y="124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h4108"/>
            <p:cNvSpPr/>
            <p:nvPr/>
          </p:nvSpPr>
          <p:spPr>
            <a:xfrm>
              <a:off x="7130167" y="3092346"/>
              <a:ext cx="5583" cy="8250"/>
            </a:xfrm>
            <a:custGeom>
              <a:avLst/>
              <a:pathLst>
                <a:path w="5583" h="8250">
                  <a:moveTo>
                    <a:pt x="504" y="0"/>
                  </a:moveTo>
                  <a:lnTo>
                    <a:pt x="1038" y="1955"/>
                  </a:lnTo>
                  <a:lnTo>
                    <a:pt x="5236" y="1869"/>
                  </a:lnTo>
                  <a:lnTo>
                    <a:pt x="5583" y="8055"/>
                  </a:lnTo>
                  <a:lnTo>
                    <a:pt x="3066" y="8250"/>
                  </a:lnTo>
                  <a:lnTo>
                    <a:pt x="1478" y="6749"/>
                  </a:lnTo>
                  <a:lnTo>
                    <a:pt x="0" y="198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h4109"/>
            <p:cNvSpPr/>
            <p:nvPr/>
          </p:nvSpPr>
          <p:spPr>
            <a:xfrm>
              <a:off x="7171876" y="2995795"/>
              <a:ext cx="16161" cy="13150"/>
            </a:xfrm>
            <a:custGeom>
              <a:avLst/>
              <a:pathLst>
                <a:path w="16161" h="13150">
                  <a:moveTo>
                    <a:pt x="11860" y="0"/>
                  </a:moveTo>
                  <a:lnTo>
                    <a:pt x="15051" y="1376"/>
                  </a:lnTo>
                  <a:lnTo>
                    <a:pt x="16161" y="3237"/>
                  </a:lnTo>
                  <a:lnTo>
                    <a:pt x="14196" y="6173"/>
                  </a:lnTo>
                  <a:lnTo>
                    <a:pt x="8969" y="9332"/>
                  </a:lnTo>
                  <a:lnTo>
                    <a:pt x="9365" y="11519"/>
                  </a:lnTo>
                  <a:lnTo>
                    <a:pt x="8353" y="13150"/>
                  </a:lnTo>
                  <a:lnTo>
                    <a:pt x="0" y="10031"/>
                  </a:lnTo>
                  <a:lnTo>
                    <a:pt x="141" y="8851"/>
                  </a:lnTo>
                  <a:lnTo>
                    <a:pt x="6853" y="377"/>
                  </a:lnTo>
                  <a:lnTo>
                    <a:pt x="8847" y="36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h4110"/>
            <p:cNvSpPr/>
            <p:nvPr/>
          </p:nvSpPr>
          <p:spPr>
            <a:xfrm>
              <a:off x="7164926" y="3023123"/>
              <a:ext cx="11710" cy="9245"/>
            </a:xfrm>
            <a:custGeom>
              <a:avLst/>
              <a:pathLst>
                <a:path w="11710" h="9245">
                  <a:moveTo>
                    <a:pt x="8791" y="411"/>
                  </a:moveTo>
                  <a:lnTo>
                    <a:pt x="10020" y="1356"/>
                  </a:lnTo>
                  <a:lnTo>
                    <a:pt x="11710" y="3786"/>
                  </a:lnTo>
                  <a:lnTo>
                    <a:pt x="8374" y="9245"/>
                  </a:lnTo>
                  <a:lnTo>
                    <a:pt x="5771" y="4040"/>
                  </a:lnTo>
                  <a:lnTo>
                    <a:pt x="0" y="7079"/>
                  </a:lnTo>
                  <a:lnTo>
                    <a:pt x="437" y="5050"/>
                  </a:lnTo>
                  <a:lnTo>
                    <a:pt x="492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h4111"/>
            <p:cNvSpPr/>
            <p:nvPr/>
          </p:nvSpPr>
          <p:spPr>
            <a:xfrm>
              <a:off x="7204548" y="3087874"/>
              <a:ext cx="35444" cy="21649"/>
            </a:xfrm>
            <a:custGeom>
              <a:avLst/>
              <a:pathLst>
                <a:path w="35444" h="21649">
                  <a:moveTo>
                    <a:pt x="33308" y="1344"/>
                  </a:moveTo>
                  <a:lnTo>
                    <a:pt x="35444" y="7032"/>
                  </a:lnTo>
                  <a:lnTo>
                    <a:pt x="33091" y="8400"/>
                  </a:lnTo>
                  <a:lnTo>
                    <a:pt x="23848" y="10883"/>
                  </a:lnTo>
                  <a:lnTo>
                    <a:pt x="18233" y="15256"/>
                  </a:lnTo>
                  <a:lnTo>
                    <a:pt x="16984" y="14327"/>
                  </a:lnTo>
                  <a:lnTo>
                    <a:pt x="16599" y="12738"/>
                  </a:lnTo>
                  <a:lnTo>
                    <a:pt x="13441" y="9875"/>
                  </a:lnTo>
                  <a:lnTo>
                    <a:pt x="12004" y="9520"/>
                  </a:lnTo>
                  <a:lnTo>
                    <a:pt x="10826" y="13307"/>
                  </a:lnTo>
                  <a:lnTo>
                    <a:pt x="9614" y="12290"/>
                  </a:lnTo>
                  <a:lnTo>
                    <a:pt x="5616" y="21649"/>
                  </a:lnTo>
                  <a:lnTo>
                    <a:pt x="1798" y="19688"/>
                  </a:lnTo>
                  <a:lnTo>
                    <a:pt x="0" y="14933"/>
                  </a:lnTo>
                  <a:lnTo>
                    <a:pt x="2796" y="12986"/>
                  </a:lnTo>
                  <a:lnTo>
                    <a:pt x="5457" y="10198"/>
                  </a:lnTo>
                  <a:lnTo>
                    <a:pt x="4976" y="7361"/>
                  </a:lnTo>
                  <a:lnTo>
                    <a:pt x="7017" y="4323"/>
                  </a:lnTo>
                  <a:lnTo>
                    <a:pt x="10844" y="4492"/>
                  </a:lnTo>
                  <a:lnTo>
                    <a:pt x="14820" y="2689"/>
                  </a:lnTo>
                  <a:lnTo>
                    <a:pt x="18833" y="3606"/>
                  </a:lnTo>
                  <a:lnTo>
                    <a:pt x="25012" y="1022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h4112"/>
            <p:cNvSpPr/>
            <p:nvPr/>
          </p:nvSpPr>
          <p:spPr>
            <a:xfrm>
              <a:off x="7219203" y="3094869"/>
              <a:ext cx="27711" cy="13193"/>
            </a:xfrm>
            <a:custGeom>
              <a:avLst/>
              <a:pathLst>
                <a:path w="27711" h="13193">
                  <a:moveTo>
                    <a:pt x="27711" y="797"/>
                  </a:moveTo>
                  <a:lnTo>
                    <a:pt x="25770" y="3341"/>
                  </a:lnTo>
                  <a:lnTo>
                    <a:pt x="25505" y="10425"/>
                  </a:lnTo>
                  <a:lnTo>
                    <a:pt x="26396" y="12723"/>
                  </a:lnTo>
                  <a:lnTo>
                    <a:pt x="26544" y="13193"/>
                  </a:lnTo>
                  <a:lnTo>
                    <a:pt x="22443" y="10711"/>
                  </a:lnTo>
                  <a:lnTo>
                    <a:pt x="13697" y="11229"/>
                  </a:lnTo>
                  <a:lnTo>
                    <a:pt x="8454" y="12696"/>
                  </a:lnTo>
                  <a:lnTo>
                    <a:pt x="7739" y="11937"/>
                  </a:lnTo>
                  <a:lnTo>
                    <a:pt x="4222" y="12958"/>
                  </a:lnTo>
                  <a:lnTo>
                    <a:pt x="3292" y="13153"/>
                  </a:lnTo>
                  <a:lnTo>
                    <a:pt x="0" y="11261"/>
                  </a:lnTo>
                  <a:lnTo>
                    <a:pt x="919" y="8227"/>
                  </a:lnTo>
                  <a:lnTo>
                    <a:pt x="2330" y="7332"/>
                  </a:lnTo>
                  <a:lnTo>
                    <a:pt x="3578" y="8261"/>
                  </a:lnTo>
                  <a:lnTo>
                    <a:pt x="9193" y="3889"/>
                  </a:lnTo>
                  <a:lnTo>
                    <a:pt x="18436" y="1406"/>
                  </a:lnTo>
                  <a:lnTo>
                    <a:pt x="20790" y="37"/>
                  </a:lnTo>
                  <a:lnTo>
                    <a:pt x="23462" y="2326"/>
                  </a:lnTo>
                  <a:lnTo>
                    <a:pt x="2715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h4113"/>
            <p:cNvSpPr/>
            <p:nvPr/>
          </p:nvSpPr>
          <p:spPr>
            <a:xfrm>
              <a:off x="7202975" y="3050575"/>
              <a:ext cx="8850" cy="4009"/>
            </a:xfrm>
            <a:custGeom>
              <a:avLst/>
              <a:pathLst>
                <a:path w="8850" h="4009">
                  <a:moveTo>
                    <a:pt x="8850" y="304"/>
                  </a:moveTo>
                  <a:lnTo>
                    <a:pt x="7724" y="4009"/>
                  </a:lnTo>
                  <a:lnTo>
                    <a:pt x="2962" y="1868"/>
                  </a:lnTo>
                  <a:lnTo>
                    <a:pt x="0" y="160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h4114"/>
            <p:cNvSpPr/>
            <p:nvPr/>
          </p:nvSpPr>
          <p:spPr>
            <a:xfrm>
              <a:off x="7106297" y="3143579"/>
              <a:ext cx="19218" cy="18933"/>
            </a:xfrm>
            <a:custGeom>
              <a:avLst/>
              <a:pathLst>
                <a:path w="19218" h="18933">
                  <a:moveTo>
                    <a:pt x="11292" y="1083"/>
                  </a:moveTo>
                  <a:lnTo>
                    <a:pt x="13240" y="2525"/>
                  </a:lnTo>
                  <a:lnTo>
                    <a:pt x="16702" y="6766"/>
                  </a:lnTo>
                  <a:lnTo>
                    <a:pt x="17765" y="10568"/>
                  </a:lnTo>
                  <a:lnTo>
                    <a:pt x="19218" y="12500"/>
                  </a:lnTo>
                  <a:lnTo>
                    <a:pt x="19067" y="12940"/>
                  </a:lnTo>
                  <a:lnTo>
                    <a:pt x="17862" y="11986"/>
                  </a:lnTo>
                  <a:lnTo>
                    <a:pt x="13416" y="11473"/>
                  </a:lnTo>
                  <a:lnTo>
                    <a:pt x="8847" y="11839"/>
                  </a:lnTo>
                  <a:lnTo>
                    <a:pt x="6356" y="13344"/>
                  </a:lnTo>
                  <a:lnTo>
                    <a:pt x="8323" y="16611"/>
                  </a:lnTo>
                  <a:lnTo>
                    <a:pt x="6838" y="18933"/>
                  </a:lnTo>
                  <a:lnTo>
                    <a:pt x="2585" y="13505"/>
                  </a:lnTo>
                  <a:lnTo>
                    <a:pt x="0" y="9890"/>
                  </a:lnTo>
                  <a:lnTo>
                    <a:pt x="1557" y="8218"/>
                  </a:lnTo>
                  <a:lnTo>
                    <a:pt x="2760" y="7992"/>
                  </a:lnTo>
                  <a:lnTo>
                    <a:pt x="3468" y="2117"/>
                  </a:lnTo>
                  <a:lnTo>
                    <a:pt x="3864" y="1481"/>
                  </a:lnTo>
                  <a:lnTo>
                    <a:pt x="5159" y="1826"/>
                  </a:lnTo>
                  <a:lnTo>
                    <a:pt x="638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h4115"/>
            <p:cNvSpPr/>
            <p:nvPr/>
          </p:nvSpPr>
          <p:spPr>
            <a:xfrm>
              <a:off x="7112654" y="3155053"/>
              <a:ext cx="17492" cy="13612"/>
            </a:xfrm>
            <a:custGeom>
              <a:avLst/>
              <a:pathLst>
                <a:path w="17492" h="13612">
                  <a:moveTo>
                    <a:pt x="11506" y="512"/>
                  </a:moveTo>
                  <a:lnTo>
                    <a:pt x="12710" y="1467"/>
                  </a:lnTo>
                  <a:lnTo>
                    <a:pt x="16281" y="6026"/>
                  </a:lnTo>
                  <a:lnTo>
                    <a:pt x="17492" y="11288"/>
                  </a:lnTo>
                  <a:lnTo>
                    <a:pt x="16621" y="12259"/>
                  </a:lnTo>
                  <a:lnTo>
                    <a:pt x="16703" y="11540"/>
                  </a:lnTo>
                  <a:lnTo>
                    <a:pt x="15463" y="11093"/>
                  </a:lnTo>
                  <a:lnTo>
                    <a:pt x="11847" y="10897"/>
                  </a:lnTo>
                  <a:lnTo>
                    <a:pt x="11273" y="11253"/>
                  </a:lnTo>
                  <a:lnTo>
                    <a:pt x="11525" y="13028"/>
                  </a:lnTo>
                  <a:lnTo>
                    <a:pt x="10297" y="13612"/>
                  </a:lnTo>
                  <a:lnTo>
                    <a:pt x="6443" y="7039"/>
                  </a:lnTo>
                  <a:lnTo>
                    <a:pt x="1967" y="5137"/>
                  </a:lnTo>
                  <a:lnTo>
                    <a:pt x="0" y="1870"/>
                  </a:lnTo>
                  <a:lnTo>
                    <a:pt x="2491" y="365"/>
                  </a:lnTo>
                  <a:lnTo>
                    <a:pt x="705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h4116"/>
            <p:cNvSpPr/>
            <p:nvPr/>
          </p:nvSpPr>
          <p:spPr>
            <a:xfrm>
              <a:off x="7132480" y="3127321"/>
              <a:ext cx="15855" cy="36658"/>
            </a:xfrm>
            <a:custGeom>
              <a:avLst/>
              <a:pathLst>
                <a:path w="15855" h="36658">
                  <a:moveTo>
                    <a:pt x="8711" y="3851"/>
                  </a:moveTo>
                  <a:lnTo>
                    <a:pt x="9369" y="2019"/>
                  </a:lnTo>
                  <a:lnTo>
                    <a:pt x="11139" y="5685"/>
                  </a:lnTo>
                  <a:lnTo>
                    <a:pt x="10059" y="10366"/>
                  </a:lnTo>
                  <a:lnTo>
                    <a:pt x="9071" y="11154"/>
                  </a:lnTo>
                  <a:lnTo>
                    <a:pt x="9083" y="14186"/>
                  </a:lnTo>
                  <a:lnTo>
                    <a:pt x="9509" y="15065"/>
                  </a:lnTo>
                  <a:lnTo>
                    <a:pt x="12228" y="15709"/>
                  </a:lnTo>
                  <a:lnTo>
                    <a:pt x="14180" y="14527"/>
                  </a:lnTo>
                  <a:lnTo>
                    <a:pt x="15398" y="20321"/>
                  </a:lnTo>
                  <a:lnTo>
                    <a:pt x="15855" y="27258"/>
                  </a:lnTo>
                  <a:lnTo>
                    <a:pt x="12942" y="34162"/>
                  </a:lnTo>
                  <a:lnTo>
                    <a:pt x="11410" y="34890"/>
                  </a:lnTo>
                  <a:lnTo>
                    <a:pt x="11081" y="36658"/>
                  </a:lnTo>
                  <a:lnTo>
                    <a:pt x="4349" y="29911"/>
                  </a:lnTo>
                  <a:lnTo>
                    <a:pt x="4012" y="28273"/>
                  </a:lnTo>
                  <a:lnTo>
                    <a:pt x="3889" y="24398"/>
                  </a:lnTo>
                  <a:lnTo>
                    <a:pt x="0" y="19988"/>
                  </a:lnTo>
                  <a:lnTo>
                    <a:pt x="330" y="19167"/>
                  </a:lnTo>
                  <a:lnTo>
                    <a:pt x="1804" y="14227"/>
                  </a:lnTo>
                  <a:lnTo>
                    <a:pt x="4064" y="11906"/>
                  </a:lnTo>
                  <a:lnTo>
                    <a:pt x="7341" y="291"/>
                  </a:lnTo>
                  <a:lnTo>
                    <a:pt x="815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h4117"/>
            <p:cNvSpPr/>
            <p:nvPr/>
          </p:nvSpPr>
          <p:spPr>
            <a:xfrm>
              <a:off x="7175714" y="3044242"/>
              <a:ext cx="8592" cy="11546"/>
            </a:xfrm>
            <a:custGeom>
              <a:avLst/>
              <a:pathLst>
                <a:path w="8592" h="11546">
                  <a:moveTo>
                    <a:pt x="8592" y="1375"/>
                  </a:moveTo>
                  <a:lnTo>
                    <a:pt x="8482" y="8819"/>
                  </a:lnTo>
                  <a:lnTo>
                    <a:pt x="6080" y="11546"/>
                  </a:lnTo>
                  <a:lnTo>
                    <a:pt x="3484" y="10616"/>
                  </a:lnTo>
                  <a:lnTo>
                    <a:pt x="1884" y="11242"/>
                  </a:lnTo>
                  <a:lnTo>
                    <a:pt x="0" y="10938"/>
                  </a:lnTo>
                  <a:lnTo>
                    <a:pt x="88" y="9915"/>
                  </a:lnTo>
                  <a:lnTo>
                    <a:pt x="787" y="2325"/>
                  </a:lnTo>
                  <a:lnTo>
                    <a:pt x="5121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h4118"/>
            <p:cNvSpPr/>
            <p:nvPr/>
          </p:nvSpPr>
          <p:spPr>
            <a:xfrm>
              <a:off x="7184693" y="3040443"/>
              <a:ext cx="6159" cy="4049"/>
            </a:xfrm>
            <a:custGeom>
              <a:avLst/>
              <a:pathLst>
                <a:path w="6159" h="4049">
                  <a:moveTo>
                    <a:pt x="5405" y="647"/>
                  </a:moveTo>
                  <a:lnTo>
                    <a:pt x="6159" y="2200"/>
                  </a:lnTo>
                  <a:lnTo>
                    <a:pt x="5700" y="4049"/>
                  </a:lnTo>
                  <a:lnTo>
                    <a:pt x="1520" y="3223"/>
                  </a:lnTo>
                  <a:lnTo>
                    <a:pt x="0" y="2833"/>
                  </a:lnTo>
                  <a:lnTo>
                    <a:pt x="941" y="0"/>
                  </a:lnTo>
                  <a:lnTo>
                    <a:pt x="5251" y="591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h4119"/>
            <p:cNvSpPr/>
            <p:nvPr/>
          </p:nvSpPr>
          <p:spPr>
            <a:xfrm>
              <a:off x="7136419" y="3107560"/>
              <a:ext cx="4425" cy="2279"/>
            </a:xfrm>
            <a:custGeom>
              <a:avLst/>
              <a:pathLst>
                <a:path w="4425" h="2279">
                  <a:moveTo>
                    <a:pt x="4425" y="1664"/>
                  </a:moveTo>
                  <a:lnTo>
                    <a:pt x="0" y="2279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h4120"/>
            <p:cNvSpPr/>
            <p:nvPr/>
          </p:nvSpPr>
          <p:spPr>
            <a:xfrm>
              <a:off x="7078409" y="3014199"/>
              <a:ext cx="33119" cy="21627"/>
            </a:xfrm>
            <a:custGeom>
              <a:avLst/>
              <a:pathLst>
                <a:path w="33119" h="21627">
                  <a:moveTo>
                    <a:pt x="21321" y="7849"/>
                  </a:moveTo>
                  <a:lnTo>
                    <a:pt x="22501" y="7110"/>
                  </a:lnTo>
                  <a:lnTo>
                    <a:pt x="23785" y="11424"/>
                  </a:lnTo>
                  <a:lnTo>
                    <a:pt x="27664" y="13668"/>
                  </a:lnTo>
                  <a:lnTo>
                    <a:pt x="28475" y="15142"/>
                  </a:lnTo>
                  <a:lnTo>
                    <a:pt x="32064" y="17692"/>
                  </a:lnTo>
                  <a:lnTo>
                    <a:pt x="33119" y="20479"/>
                  </a:lnTo>
                  <a:lnTo>
                    <a:pt x="20458" y="21627"/>
                  </a:lnTo>
                  <a:lnTo>
                    <a:pt x="2751" y="13696"/>
                  </a:lnTo>
                  <a:lnTo>
                    <a:pt x="1585" y="12930"/>
                  </a:lnTo>
                  <a:lnTo>
                    <a:pt x="1557" y="11434"/>
                  </a:lnTo>
                  <a:lnTo>
                    <a:pt x="928" y="6456"/>
                  </a:lnTo>
                  <a:lnTo>
                    <a:pt x="0" y="5895"/>
                  </a:lnTo>
                  <a:lnTo>
                    <a:pt x="617" y="3168"/>
                  </a:lnTo>
                  <a:lnTo>
                    <a:pt x="4351" y="1253"/>
                  </a:lnTo>
                  <a:lnTo>
                    <a:pt x="5448" y="1510"/>
                  </a:lnTo>
                  <a:lnTo>
                    <a:pt x="9065" y="2384"/>
                  </a:lnTo>
                  <a:lnTo>
                    <a:pt x="10330" y="1657"/>
                  </a:lnTo>
                  <a:lnTo>
                    <a:pt x="9532" y="1565"/>
                  </a:lnTo>
                  <a:lnTo>
                    <a:pt x="1060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h4121"/>
            <p:cNvSpPr/>
            <p:nvPr/>
          </p:nvSpPr>
          <p:spPr>
            <a:xfrm>
              <a:off x="7075707" y="2965845"/>
              <a:ext cx="39479" cy="35490"/>
            </a:xfrm>
            <a:custGeom>
              <a:avLst/>
              <a:pathLst>
                <a:path w="39479" h="35490">
                  <a:moveTo>
                    <a:pt x="3753" y="3002"/>
                  </a:moveTo>
                  <a:lnTo>
                    <a:pt x="4473" y="7256"/>
                  </a:lnTo>
                  <a:lnTo>
                    <a:pt x="8505" y="7738"/>
                  </a:lnTo>
                  <a:lnTo>
                    <a:pt x="7977" y="5208"/>
                  </a:lnTo>
                  <a:lnTo>
                    <a:pt x="17825" y="8321"/>
                  </a:lnTo>
                  <a:lnTo>
                    <a:pt x="30980" y="14947"/>
                  </a:lnTo>
                  <a:lnTo>
                    <a:pt x="33686" y="13907"/>
                  </a:lnTo>
                  <a:lnTo>
                    <a:pt x="33656" y="16992"/>
                  </a:lnTo>
                  <a:lnTo>
                    <a:pt x="33339" y="22555"/>
                  </a:lnTo>
                  <a:lnTo>
                    <a:pt x="39479" y="24820"/>
                  </a:lnTo>
                  <a:lnTo>
                    <a:pt x="39222" y="29015"/>
                  </a:lnTo>
                  <a:lnTo>
                    <a:pt x="36646" y="28613"/>
                  </a:lnTo>
                  <a:lnTo>
                    <a:pt x="33063" y="32718"/>
                  </a:lnTo>
                  <a:lnTo>
                    <a:pt x="31718" y="32951"/>
                  </a:lnTo>
                  <a:lnTo>
                    <a:pt x="24930" y="29308"/>
                  </a:lnTo>
                  <a:lnTo>
                    <a:pt x="20951" y="28151"/>
                  </a:lnTo>
                  <a:lnTo>
                    <a:pt x="19650" y="29216"/>
                  </a:lnTo>
                  <a:lnTo>
                    <a:pt x="20271" y="33213"/>
                  </a:lnTo>
                  <a:lnTo>
                    <a:pt x="14028" y="35490"/>
                  </a:lnTo>
                  <a:lnTo>
                    <a:pt x="7804" y="27087"/>
                  </a:lnTo>
                  <a:lnTo>
                    <a:pt x="8085" y="24485"/>
                  </a:lnTo>
                  <a:lnTo>
                    <a:pt x="6535" y="22550"/>
                  </a:lnTo>
                  <a:lnTo>
                    <a:pt x="5733" y="19802"/>
                  </a:lnTo>
                  <a:lnTo>
                    <a:pt x="7048" y="14342"/>
                  </a:lnTo>
                  <a:lnTo>
                    <a:pt x="3294" y="9138"/>
                  </a:lnTo>
                  <a:lnTo>
                    <a:pt x="1116" y="4260"/>
                  </a:lnTo>
                  <a:lnTo>
                    <a:pt x="0" y="1922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h4122"/>
            <p:cNvSpPr/>
            <p:nvPr/>
          </p:nvSpPr>
          <p:spPr>
            <a:xfrm>
              <a:off x="7223284" y="3118260"/>
              <a:ext cx="25271" cy="19564"/>
            </a:xfrm>
            <a:custGeom>
              <a:avLst/>
              <a:pathLst>
                <a:path w="25271" h="19564">
                  <a:moveTo>
                    <a:pt x="21705" y="0"/>
                  </a:moveTo>
                  <a:lnTo>
                    <a:pt x="22717" y="1104"/>
                  </a:lnTo>
                  <a:lnTo>
                    <a:pt x="23878" y="2344"/>
                  </a:lnTo>
                  <a:lnTo>
                    <a:pt x="25271" y="6610"/>
                  </a:lnTo>
                  <a:lnTo>
                    <a:pt x="24356" y="8294"/>
                  </a:lnTo>
                  <a:lnTo>
                    <a:pt x="23700" y="9209"/>
                  </a:lnTo>
                  <a:lnTo>
                    <a:pt x="19585" y="11176"/>
                  </a:lnTo>
                  <a:lnTo>
                    <a:pt x="12799" y="13133"/>
                  </a:lnTo>
                  <a:lnTo>
                    <a:pt x="7072" y="13142"/>
                  </a:lnTo>
                  <a:lnTo>
                    <a:pt x="3133" y="19564"/>
                  </a:lnTo>
                  <a:lnTo>
                    <a:pt x="0" y="17721"/>
                  </a:lnTo>
                  <a:lnTo>
                    <a:pt x="3063" y="13143"/>
                  </a:lnTo>
                  <a:lnTo>
                    <a:pt x="6214" y="10048"/>
                  </a:lnTo>
                  <a:lnTo>
                    <a:pt x="5515" y="5399"/>
                  </a:lnTo>
                  <a:lnTo>
                    <a:pt x="4220" y="4427"/>
                  </a:lnTo>
                  <a:lnTo>
                    <a:pt x="5337" y="2021"/>
                  </a:lnTo>
                  <a:lnTo>
                    <a:pt x="11530" y="39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h4123"/>
            <p:cNvSpPr/>
            <p:nvPr/>
          </p:nvSpPr>
          <p:spPr>
            <a:xfrm>
              <a:off x="7215305" y="3014831"/>
              <a:ext cx="33848" cy="29580"/>
            </a:xfrm>
            <a:custGeom>
              <a:avLst/>
              <a:pathLst>
                <a:path w="33848" h="29580">
                  <a:moveTo>
                    <a:pt x="13923" y="0"/>
                  </a:moveTo>
                  <a:lnTo>
                    <a:pt x="17110" y="1477"/>
                  </a:lnTo>
                  <a:lnTo>
                    <a:pt x="14207" y="6122"/>
                  </a:lnTo>
                  <a:lnTo>
                    <a:pt x="10882" y="4730"/>
                  </a:lnTo>
                  <a:lnTo>
                    <a:pt x="11155" y="7946"/>
                  </a:lnTo>
                  <a:lnTo>
                    <a:pt x="13789" y="10497"/>
                  </a:lnTo>
                  <a:lnTo>
                    <a:pt x="17399" y="12096"/>
                  </a:lnTo>
                  <a:lnTo>
                    <a:pt x="14722" y="17046"/>
                  </a:lnTo>
                  <a:lnTo>
                    <a:pt x="16714" y="18396"/>
                  </a:lnTo>
                  <a:lnTo>
                    <a:pt x="22616" y="9500"/>
                  </a:lnTo>
                  <a:lnTo>
                    <a:pt x="25574" y="8441"/>
                  </a:lnTo>
                  <a:lnTo>
                    <a:pt x="27096" y="9587"/>
                  </a:lnTo>
                  <a:lnTo>
                    <a:pt x="28383" y="8315"/>
                  </a:lnTo>
                  <a:lnTo>
                    <a:pt x="33848" y="14095"/>
                  </a:lnTo>
                  <a:lnTo>
                    <a:pt x="32579" y="19475"/>
                  </a:lnTo>
                  <a:lnTo>
                    <a:pt x="30510" y="19215"/>
                  </a:lnTo>
                  <a:lnTo>
                    <a:pt x="29605" y="21025"/>
                  </a:lnTo>
                  <a:lnTo>
                    <a:pt x="31034" y="28358"/>
                  </a:lnTo>
                  <a:lnTo>
                    <a:pt x="28332" y="29580"/>
                  </a:lnTo>
                  <a:lnTo>
                    <a:pt x="25750" y="28121"/>
                  </a:lnTo>
                  <a:lnTo>
                    <a:pt x="26336" y="26914"/>
                  </a:lnTo>
                  <a:lnTo>
                    <a:pt x="22580" y="24339"/>
                  </a:lnTo>
                  <a:lnTo>
                    <a:pt x="16105" y="21786"/>
                  </a:lnTo>
                  <a:lnTo>
                    <a:pt x="13490" y="21143"/>
                  </a:lnTo>
                  <a:lnTo>
                    <a:pt x="11561" y="22849"/>
                  </a:lnTo>
                  <a:lnTo>
                    <a:pt x="10319" y="22417"/>
                  </a:lnTo>
                  <a:lnTo>
                    <a:pt x="11160" y="19732"/>
                  </a:lnTo>
                  <a:lnTo>
                    <a:pt x="13484" y="17259"/>
                  </a:lnTo>
                  <a:lnTo>
                    <a:pt x="12341" y="16109"/>
                  </a:lnTo>
                  <a:lnTo>
                    <a:pt x="10402" y="19581"/>
                  </a:lnTo>
                  <a:lnTo>
                    <a:pt x="9276" y="18392"/>
                  </a:lnTo>
                  <a:lnTo>
                    <a:pt x="8783" y="18178"/>
                  </a:lnTo>
                  <a:lnTo>
                    <a:pt x="0" y="13972"/>
                  </a:lnTo>
                  <a:lnTo>
                    <a:pt x="575" y="12136"/>
                  </a:lnTo>
                  <a:lnTo>
                    <a:pt x="1610" y="11580"/>
                  </a:lnTo>
                  <a:lnTo>
                    <a:pt x="3797" y="13876"/>
                  </a:lnTo>
                  <a:lnTo>
                    <a:pt x="6361" y="14174"/>
                  </a:lnTo>
                  <a:lnTo>
                    <a:pt x="6957" y="13216"/>
                  </a:lnTo>
                  <a:lnTo>
                    <a:pt x="7316" y="12308"/>
                  </a:lnTo>
                  <a:lnTo>
                    <a:pt x="5036" y="9009"/>
                  </a:lnTo>
                  <a:lnTo>
                    <a:pt x="6489" y="1340"/>
                  </a:lnTo>
                  <a:lnTo>
                    <a:pt x="8961" y="278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h4124"/>
            <p:cNvSpPr/>
            <p:nvPr/>
          </p:nvSpPr>
          <p:spPr>
            <a:xfrm>
              <a:off x="7083159" y="3060961"/>
              <a:ext cx="28887" cy="39487"/>
            </a:xfrm>
            <a:custGeom>
              <a:avLst/>
              <a:pathLst>
                <a:path w="28887" h="39487">
                  <a:moveTo>
                    <a:pt x="4389" y="0"/>
                  </a:moveTo>
                  <a:lnTo>
                    <a:pt x="12666" y="786"/>
                  </a:lnTo>
                  <a:lnTo>
                    <a:pt x="17938" y="5292"/>
                  </a:lnTo>
                  <a:lnTo>
                    <a:pt x="18150" y="7792"/>
                  </a:lnTo>
                  <a:lnTo>
                    <a:pt x="20590" y="9080"/>
                  </a:lnTo>
                  <a:lnTo>
                    <a:pt x="25216" y="9334"/>
                  </a:lnTo>
                  <a:lnTo>
                    <a:pt x="25757" y="8392"/>
                  </a:lnTo>
                  <a:lnTo>
                    <a:pt x="28693" y="10015"/>
                  </a:lnTo>
                  <a:lnTo>
                    <a:pt x="27379" y="13660"/>
                  </a:lnTo>
                  <a:lnTo>
                    <a:pt x="28887" y="15959"/>
                  </a:lnTo>
                  <a:lnTo>
                    <a:pt x="27993" y="15921"/>
                  </a:lnTo>
                  <a:lnTo>
                    <a:pt x="25457" y="18166"/>
                  </a:lnTo>
                  <a:lnTo>
                    <a:pt x="25945" y="22694"/>
                  </a:lnTo>
                  <a:lnTo>
                    <a:pt x="27639" y="24415"/>
                  </a:lnTo>
                  <a:lnTo>
                    <a:pt x="26891" y="27240"/>
                  </a:lnTo>
                  <a:lnTo>
                    <a:pt x="20867" y="27972"/>
                  </a:lnTo>
                  <a:lnTo>
                    <a:pt x="20703" y="29257"/>
                  </a:lnTo>
                  <a:lnTo>
                    <a:pt x="21408" y="30465"/>
                  </a:lnTo>
                  <a:lnTo>
                    <a:pt x="22479" y="30141"/>
                  </a:lnTo>
                  <a:lnTo>
                    <a:pt x="22904" y="31593"/>
                  </a:lnTo>
                  <a:lnTo>
                    <a:pt x="22632" y="33186"/>
                  </a:lnTo>
                  <a:lnTo>
                    <a:pt x="20982" y="33966"/>
                  </a:lnTo>
                  <a:lnTo>
                    <a:pt x="15712" y="33454"/>
                  </a:lnTo>
                  <a:lnTo>
                    <a:pt x="16365" y="29520"/>
                  </a:lnTo>
                  <a:lnTo>
                    <a:pt x="14426" y="29396"/>
                  </a:lnTo>
                  <a:lnTo>
                    <a:pt x="10881" y="30760"/>
                  </a:lnTo>
                  <a:lnTo>
                    <a:pt x="9844" y="39031"/>
                  </a:lnTo>
                  <a:lnTo>
                    <a:pt x="9039" y="39487"/>
                  </a:lnTo>
                  <a:lnTo>
                    <a:pt x="8222" y="37470"/>
                  </a:lnTo>
                  <a:lnTo>
                    <a:pt x="4948" y="37743"/>
                  </a:lnTo>
                  <a:lnTo>
                    <a:pt x="2724" y="33179"/>
                  </a:lnTo>
                  <a:lnTo>
                    <a:pt x="3075" y="31539"/>
                  </a:lnTo>
                  <a:lnTo>
                    <a:pt x="1865" y="27205"/>
                  </a:lnTo>
                  <a:lnTo>
                    <a:pt x="2445" y="23833"/>
                  </a:lnTo>
                  <a:lnTo>
                    <a:pt x="5910" y="17916"/>
                  </a:lnTo>
                  <a:lnTo>
                    <a:pt x="10695" y="16397"/>
                  </a:lnTo>
                  <a:lnTo>
                    <a:pt x="9665" y="14069"/>
                  </a:lnTo>
                  <a:lnTo>
                    <a:pt x="0" y="7517"/>
                  </a:lnTo>
                  <a:lnTo>
                    <a:pt x="870" y="165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h4125"/>
            <p:cNvSpPr/>
            <p:nvPr/>
          </p:nvSpPr>
          <p:spPr>
            <a:xfrm>
              <a:off x="7174303" y="3030435"/>
              <a:ext cx="9614" cy="16131"/>
            </a:xfrm>
            <a:custGeom>
              <a:avLst/>
              <a:pathLst>
                <a:path w="9614" h="16131">
                  <a:moveTo>
                    <a:pt x="7605" y="0"/>
                  </a:moveTo>
                  <a:lnTo>
                    <a:pt x="8716" y="1812"/>
                  </a:lnTo>
                  <a:lnTo>
                    <a:pt x="9614" y="5347"/>
                  </a:lnTo>
                  <a:lnTo>
                    <a:pt x="7910" y="5126"/>
                  </a:lnTo>
                  <a:lnTo>
                    <a:pt x="6005" y="5926"/>
                  </a:lnTo>
                  <a:lnTo>
                    <a:pt x="5138" y="8674"/>
                  </a:lnTo>
                  <a:lnTo>
                    <a:pt x="6053" y="9833"/>
                  </a:lnTo>
                  <a:lnTo>
                    <a:pt x="7612" y="9450"/>
                  </a:lnTo>
                  <a:lnTo>
                    <a:pt x="6532" y="13806"/>
                  </a:lnTo>
                  <a:lnTo>
                    <a:pt x="2198" y="16131"/>
                  </a:lnTo>
                  <a:lnTo>
                    <a:pt x="2001" y="11970"/>
                  </a:lnTo>
                  <a:lnTo>
                    <a:pt x="3074" y="5164"/>
                  </a:lnTo>
                  <a:lnTo>
                    <a:pt x="1202" y="4811"/>
                  </a:lnTo>
                  <a:lnTo>
                    <a:pt x="671" y="6802"/>
                  </a:lnTo>
                  <a:lnTo>
                    <a:pt x="0" y="2537"/>
                  </a:lnTo>
                  <a:lnTo>
                    <a:pt x="4245" y="5793"/>
                  </a:lnTo>
                  <a:lnTo>
                    <a:pt x="5510" y="5972"/>
                  </a:lnTo>
                  <a:lnTo>
                    <a:pt x="6303" y="1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h4126"/>
            <p:cNvSpPr/>
            <p:nvPr/>
          </p:nvSpPr>
          <p:spPr>
            <a:xfrm>
              <a:off x="7015782" y="3159441"/>
              <a:ext cx="60680" cy="27061"/>
            </a:xfrm>
            <a:custGeom>
              <a:avLst/>
              <a:pathLst>
                <a:path w="60680" h="27061">
                  <a:moveTo>
                    <a:pt x="26115" y="610"/>
                  </a:moveTo>
                  <a:lnTo>
                    <a:pt x="38494" y="0"/>
                  </a:lnTo>
                  <a:lnTo>
                    <a:pt x="43700" y="1108"/>
                  </a:lnTo>
                  <a:lnTo>
                    <a:pt x="45276" y="1899"/>
                  </a:lnTo>
                  <a:lnTo>
                    <a:pt x="46861" y="6964"/>
                  </a:lnTo>
                  <a:lnTo>
                    <a:pt x="47267" y="8675"/>
                  </a:lnTo>
                  <a:lnTo>
                    <a:pt x="46583" y="12642"/>
                  </a:lnTo>
                  <a:lnTo>
                    <a:pt x="52895" y="16796"/>
                  </a:lnTo>
                  <a:lnTo>
                    <a:pt x="60438" y="16846"/>
                  </a:lnTo>
                  <a:lnTo>
                    <a:pt x="60680" y="18538"/>
                  </a:lnTo>
                  <a:lnTo>
                    <a:pt x="59305" y="21628"/>
                  </a:lnTo>
                  <a:lnTo>
                    <a:pt x="56966" y="23813"/>
                  </a:lnTo>
                  <a:lnTo>
                    <a:pt x="58579" y="25337"/>
                  </a:lnTo>
                  <a:lnTo>
                    <a:pt x="52767" y="27061"/>
                  </a:lnTo>
                  <a:lnTo>
                    <a:pt x="52732" y="25540"/>
                  </a:lnTo>
                  <a:lnTo>
                    <a:pt x="51322" y="23753"/>
                  </a:lnTo>
                  <a:lnTo>
                    <a:pt x="46505" y="20207"/>
                  </a:lnTo>
                  <a:lnTo>
                    <a:pt x="45937" y="19067"/>
                  </a:lnTo>
                  <a:lnTo>
                    <a:pt x="46821" y="17250"/>
                  </a:lnTo>
                  <a:lnTo>
                    <a:pt x="44107" y="15867"/>
                  </a:lnTo>
                  <a:lnTo>
                    <a:pt x="33761" y="19554"/>
                  </a:lnTo>
                  <a:lnTo>
                    <a:pt x="28970" y="19808"/>
                  </a:lnTo>
                  <a:lnTo>
                    <a:pt x="22737" y="18505"/>
                  </a:lnTo>
                  <a:lnTo>
                    <a:pt x="20290" y="18703"/>
                  </a:lnTo>
                  <a:lnTo>
                    <a:pt x="17640" y="21854"/>
                  </a:lnTo>
                  <a:lnTo>
                    <a:pt x="14038" y="23223"/>
                  </a:lnTo>
                  <a:lnTo>
                    <a:pt x="10968" y="22812"/>
                  </a:lnTo>
                  <a:lnTo>
                    <a:pt x="7461" y="26555"/>
                  </a:lnTo>
                  <a:lnTo>
                    <a:pt x="1852" y="23995"/>
                  </a:lnTo>
                  <a:lnTo>
                    <a:pt x="0" y="20181"/>
                  </a:lnTo>
                  <a:lnTo>
                    <a:pt x="1207" y="15207"/>
                  </a:lnTo>
                  <a:lnTo>
                    <a:pt x="5136" y="13142"/>
                  </a:lnTo>
                  <a:lnTo>
                    <a:pt x="6318" y="6695"/>
                  </a:lnTo>
                  <a:lnTo>
                    <a:pt x="8172" y="4980"/>
                  </a:lnTo>
                  <a:lnTo>
                    <a:pt x="8225" y="3910"/>
                  </a:lnTo>
                  <a:lnTo>
                    <a:pt x="13852" y="4442"/>
                  </a:lnTo>
                  <a:lnTo>
                    <a:pt x="19845" y="309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h4127"/>
            <p:cNvSpPr/>
            <p:nvPr/>
          </p:nvSpPr>
          <p:spPr>
            <a:xfrm>
              <a:off x="7064337" y="3088986"/>
              <a:ext cx="23989" cy="20309"/>
            </a:xfrm>
            <a:custGeom>
              <a:avLst/>
              <a:pathLst>
                <a:path w="23989" h="20309">
                  <a:moveTo>
                    <a:pt x="21546" y="5154"/>
                  </a:moveTo>
                  <a:lnTo>
                    <a:pt x="23769" y="9718"/>
                  </a:lnTo>
                  <a:lnTo>
                    <a:pt x="23989" y="11876"/>
                  </a:lnTo>
                  <a:lnTo>
                    <a:pt x="22924" y="13399"/>
                  </a:lnTo>
                  <a:lnTo>
                    <a:pt x="22274" y="16819"/>
                  </a:lnTo>
                  <a:lnTo>
                    <a:pt x="20552" y="18076"/>
                  </a:lnTo>
                  <a:lnTo>
                    <a:pt x="15305" y="19188"/>
                  </a:lnTo>
                  <a:lnTo>
                    <a:pt x="4896" y="20309"/>
                  </a:lnTo>
                  <a:lnTo>
                    <a:pt x="3709" y="15394"/>
                  </a:lnTo>
                  <a:lnTo>
                    <a:pt x="2529" y="13880"/>
                  </a:lnTo>
                  <a:lnTo>
                    <a:pt x="0" y="13209"/>
                  </a:lnTo>
                  <a:lnTo>
                    <a:pt x="1710" y="12229"/>
                  </a:lnTo>
                  <a:lnTo>
                    <a:pt x="4579" y="3585"/>
                  </a:lnTo>
                  <a:lnTo>
                    <a:pt x="5197" y="1426"/>
                  </a:lnTo>
                  <a:lnTo>
                    <a:pt x="7467" y="2224"/>
                  </a:lnTo>
                  <a:lnTo>
                    <a:pt x="9969" y="4661"/>
                  </a:lnTo>
                  <a:lnTo>
                    <a:pt x="10942" y="2530"/>
                  </a:lnTo>
                  <a:lnTo>
                    <a:pt x="1358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h4128"/>
            <p:cNvSpPr/>
            <p:nvPr/>
          </p:nvSpPr>
          <p:spPr>
            <a:xfrm>
              <a:off x="7174946" y="3012041"/>
              <a:ext cx="27735" cy="23764"/>
            </a:xfrm>
            <a:custGeom>
              <a:avLst/>
              <a:pathLst>
                <a:path w="27735" h="23764">
                  <a:moveTo>
                    <a:pt x="25173" y="2814"/>
                  </a:moveTo>
                  <a:lnTo>
                    <a:pt x="21354" y="5168"/>
                  </a:lnTo>
                  <a:lnTo>
                    <a:pt x="22965" y="9819"/>
                  </a:lnTo>
                  <a:lnTo>
                    <a:pt x="27735" y="12304"/>
                  </a:lnTo>
                  <a:lnTo>
                    <a:pt x="25288" y="14985"/>
                  </a:lnTo>
                  <a:lnTo>
                    <a:pt x="20979" y="16314"/>
                  </a:lnTo>
                  <a:lnTo>
                    <a:pt x="21910" y="17322"/>
                  </a:lnTo>
                  <a:lnTo>
                    <a:pt x="27196" y="18922"/>
                  </a:lnTo>
                  <a:lnTo>
                    <a:pt x="27018" y="22225"/>
                  </a:lnTo>
                  <a:lnTo>
                    <a:pt x="25628" y="23764"/>
                  </a:lnTo>
                  <a:lnTo>
                    <a:pt x="19899" y="22960"/>
                  </a:lnTo>
                  <a:lnTo>
                    <a:pt x="19586" y="20048"/>
                  </a:lnTo>
                  <a:lnTo>
                    <a:pt x="13628" y="20905"/>
                  </a:lnTo>
                  <a:lnTo>
                    <a:pt x="14184" y="19113"/>
                  </a:lnTo>
                  <a:lnTo>
                    <a:pt x="11853" y="18650"/>
                  </a:lnTo>
                  <a:lnTo>
                    <a:pt x="8073" y="20206"/>
                  </a:lnTo>
                  <a:lnTo>
                    <a:pt x="6961" y="18394"/>
                  </a:lnTo>
                  <a:lnTo>
                    <a:pt x="6250" y="14462"/>
                  </a:lnTo>
                  <a:lnTo>
                    <a:pt x="1690" y="14868"/>
                  </a:lnTo>
                  <a:lnTo>
                    <a:pt x="0" y="12438"/>
                  </a:lnTo>
                  <a:lnTo>
                    <a:pt x="2352" y="6513"/>
                  </a:lnTo>
                  <a:lnTo>
                    <a:pt x="5151" y="6294"/>
                  </a:lnTo>
                  <a:lnTo>
                    <a:pt x="6254" y="7313"/>
                  </a:lnTo>
                  <a:lnTo>
                    <a:pt x="6181" y="10429"/>
                  </a:lnTo>
                  <a:lnTo>
                    <a:pt x="8782" y="10699"/>
                  </a:lnTo>
                  <a:lnTo>
                    <a:pt x="9693" y="156"/>
                  </a:lnTo>
                  <a:lnTo>
                    <a:pt x="11143" y="2488"/>
                  </a:lnTo>
                  <a:lnTo>
                    <a:pt x="12786" y="725"/>
                  </a:lnTo>
                  <a:lnTo>
                    <a:pt x="14078" y="1682"/>
                  </a:lnTo>
                  <a:lnTo>
                    <a:pt x="14887" y="3628"/>
                  </a:lnTo>
                  <a:lnTo>
                    <a:pt x="14766" y="6290"/>
                  </a:lnTo>
                  <a:lnTo>
                    <a:pt x="16718" y="8123"/>
                  </a:lnTo>
                  <a:lnTo>
                    <a:pt x="19734" y="9245"/>
                  </a:lnTo>
                  <a:lnTo>
                    <a:pt x="20322" y="3674"/>
                  </a:lnTo>
                  <a:lnTo>
                    <a:pt x="2476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h4129"/>
            <p:cNvSpPr/>
            <p:nvPr/>
          </p:nvSpPr>
          <p:spPr>
            <a:xfrm>
              <a:off x="7085917" y="3036083"/>
              <a:ext cx="29113" cy="34212"/>
            </a:xfrm>
            <a:custGeom>
              <a:avLst/>
              <a:pathLst>
                <a:path w="29113" h="34212">
                  <a:moveTo>
                    <a:pt x="12776" y="8140"/>
                  </a:moveTo>
                  <a:lnTo>
                    <a:pt x="10872" y="11073"/>
                  </a:lnTo>
                  <a:lnTo>
                    <a:pt x="15654" y="15664"/>
                  </a:lnTo>
                  <a:lnTo>
                    <a:pt x="22070" y="12876"/>
                  </a:lnTo>
                  <a:lnTo>
                    <a:pt x="26277" y="8092"/>
                  </a:lnTo>
                  <a:lnTo>
                    <a:pt x="29113" y="9024"/>
                  </a:lnTo>
                  <a:lnTo>
                    <a:pt x="29086" y="10673"/>
                  </a:lnTo>
                  <a:lnTo>
                    <a:pt x="28127" y="9715"/>
                  </a:lnTo>
                  <a:lnTo>
                    <a:pt x="27082" y="10503"/>
                  </a:lnTo>
                  <a:lnTo>
                    <a:pt x="24110" y="14482"/>
                  </a:lnTo>
                  <a:lnTo>
                    <a:pt x="21580" y="21492"/>
                  </a:lnTo>
                  <a:lnTo>
                    <a:pt x="24697" y="23268"/>
                  </a:lnTo>
                  <a:lnTo>
                    <a:pt x="23332" y="24699"/>
                  </a:lnTo>
                  <a:lnTo>
                    <a:pt x="23849" y="28379"/>
                  </a:lnTo>
                  <a:lnTo>
                    <a:pt x="25023" y="29313"/>
                  </a:lnTo>
                  <a:lnTo>
                    <a:pt x="26368" y="26909"/>
                  </a:lnTo>
                  <a:lnTo>
                    <a:pt x="27463" y="27378"/>
                  </a:lnTo>
                  <a:lnTo>
                    <a:pt x="25236" y="32889"/>
                  </a:lnTo>
                  <a:lnTo>
                    <a:pt x="22998" y="33270"/>
                  </a:lnTo>
                  <a:lnTo>
                    <a:pt x="22457" y="34212"/>
                  </a:lnTo>
                  <a:lnTo>
                    <a:pt x="17832" y="33958"/>
                  </a:lnTo>
                  <a:lnTo>
                    <a:pt x="15392" y="32670"/>
                  </a:lnTo>
                  <a:lnTo>
                    <a:pt x="15179" y="30170"/>
                  </a:lnTo>
                  <a:lnTo>
                    <a:pt x="9908" y="25664"/>
                  </a:lnTo>
                  <a:lnTo>
                    <a:pt x="1630" y="24877"/>
                  </a:lnTo>
                  <a:lnTo>
                    <a:pt x="0" y="24052"/>
                  </a:lnTo>
                  <a:lnTo>
                    <a:pt x="375" y="19578"/>
                  </a:lnTo>
                  <a:lnTo>
                    <a:pt x="5768" y="13668"/>
                  </a:lnTo>
                  <a:lnTo>
                    <a:pt x="2359" y="9913"/>
                  </a:lnTo>
                  <a:lnTo>
                    <a:pt x="756" y="6551"/>
                  </a:lnTo>
                  <a:lnTo>
                    <a:pt x="732" y="2608"/>
                  </a:lnTo>
                  <a:lnTo>
                    <a:pt x="3066" y="1961"/>
                  </a:lnTo>
                  <a:lnTo>
                    <a:pt x="4007" y="311"/>
                  </a:lnTo>
                  <a:lnTo>
                    <a:pt x="498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h4130"/>
            <p:cNvSpPr/>
            <p:nvPr/>
          </p:nvSpPr>
          <p:spPr>
            <a:xfrm>
              <a:off x="7205079" y="3012768"/>
              <a:ext cx="17542" cy="22105"/>
            </a:xfrm>
            <a:custGeom>
              <a:avLst/>
              <a:pathLst>
                <a:path w="17542" h="22105">
                  <a:moveTo>
                    <a:pt x="16715" y="3403"/>
                  </a:moveTo>
                  <a:lnTo>
                    <a:pt x="15262" y="11072"/>
                  </a:lnTo>
                  <a:lnTo>
                    <a:pt x="17542" y="14371"/>
                  </a:lnTo>
                  <a:lnTo>
                    <a:pt x="17183" y="15278"/>
                  </a:lnTo>
                  <a:lnTo>
                    <a:pt x="16587" y="16236"/>
                  </a:lnTo>
                  <a:lnTo>
                    <a:pt x="14023" y="15939"/>
                  </a:lnTo>
                  <a:lnTo>
                    <a:pt x="11836" y="13643"/>
                  </a:lnTo>
                  <a:lnTo>
                    <a:pt x="10801" y="14199"/>
                  </a:lnTo>
                  <a:lnTo>
                    <a:pt x="10226" y="16035"/>
                  </a:lnTo>
                  <a:lnTo>
                    <a:pt x="8880" y="18968"/>
                  </a:lnTo>
                  <a:lnTo>
                    <a:pt x="6396" y="18395"/>
                  </a:lnTo>
                  <a:lnTo>
                    <a:pt x="5380" y="22105"/>
                  </a:lnTo>
                  <a:lnTo>
                    <a:pt x="4576" y="21849"/>
                  </a:lnTo>
                  <a:lnTo>
                    <a:pt x="1356" y="19398"/>
                  </a:lnTo>
                  <a:lnTo>
                    <a:pt x="0" y="13845"/>
                  </a:lnTo>
                  <a:lnTo>
                    <a:pt x="683" y="12154"/>
                  </a:lnTo>
                  <a:lnTo>
                    <a:pt x="2789" y="6915"/>
                  </a:lnTo>
                  <a:lnTo>
                    <a:pt x="4204" y="7417"/>
                  </a:lnTo>
                  <a:lnTo>
                    <a:pt x="5466" y="6629"/>
                  </a:lnTo>
                  <a:lnTo>
                    <a:pt x="5515" y="4212"/>
                  </a:lnTo>
                  <a:lnTo>
                    <a:pt x="4404" y="2481"/>
                  </a:lnTo>
                  <a:lnTo>
                    <a:pt x="971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h4131"/>
            <p:cNvSpPr/>
            <p:nvPr/>
          </p:nvSpPr>
          <p:spPr>
            <a:xfrm>
              <a:off x="7107498" y="3040165"/>
              <a:ext cx="26801" cy="25231"/>
            </a:xfrm>
            <a:custGeom>
              <a:avLst/>
              <a:pathLst>
                <a:path w="26801" h="25231">
                  <a:moveTo>
                    <a:pt x="12891" y="1339"/>
                  </a:moveTo>
                  <a:lnTo>
                    <a:pt x="12095" y="5111"/>
                  </a:lnTo>
                  <a:lnTo>
                    <a:pt x="14756" y="8408"/>
                  </a:lnTo>
                  <a:lnTo>
                    <a:pt x="20642" y="11774"/>
                  </a:lnTo>
                  <a:lnTo>
                    <a:pt x="21778" y="7552"/>
                  </a:lnTo>
                  <a:lnTo>
                    <a:pt x="26801" y="10917"/>
                  </a:lnTo>
                  <a:lnTo>
                    <a:pt x="26731" y="15230"/>
                  </a:lnTo>
                  <a:lnTo>
                    <a:pt x="24697" y="15430"/>
                  </a:lnTo>
                  <a:lnTo>
                    <a:pt x="23250" y="16727"/>
                  </a:lnTo>
                  <a:lnTo>
                    <a:pt x="20853" y="22924"/>
                  </a:lnTo>
                  <a:lnTo>
                    <a:pt x="15303" y="25198"/>
                  </a:lnTo>
                  <a:lnTo>
                    <a:pt x="6659" y="24547"/>
                  </a:lnTo>
                  <a:lnTo>
                    <a:pt x="5882" y="23296"/>
                  </a:lnTo>
                  <a:lnTo>
                    <a:pt x="4787" y="22827"/>
                  </a:lnTo>
                  <a:lnTo>
                    <a:pt x="3442" y="25231"/>
                  </a:lnTo>
                  <a:lnTo>
                    <a:pt x="2268" y="24297"/>
                  </a:lnTo>
                  <a:lnTo>
                    <a:pt x="1751" y="20617"/>
                  </a:lnTo>
                  <a:lnTo>
                    <a:pt x="3116" y="19186"/>
                  </a:lnTo>
                  <a:lnTo>
                    <a:pt x="0" y="17410"/>
                  </a:lnTo>
                  <a:lnTo>
                    <a:pt x="2529" y="10400"/>
                  </a:lnTo>
                  <a:lnTo>
                    <a:pt x="5501" y="6420"/>
                  </a:lnTo>
                  <a:lnTo>
                    <a:pt x="6546" y="5632"/>
                  </a:lnTo>
                  <a:lnTo>
                    <a:pt x="7505" y="6591"/>
                  </a:lnTo>
                  <a:lnTo>
                    <a:pt x="7533" y="4942"/>
                  </a:lnTo>
                  <a:lnTo>
                    <a:pt x="4696" y="4010"/>
                  </a:lnTo>
                  <a:lnTo>
                    <a:pt x="5296" y="2020"/>
                  </a:lnTo>
                  <a:lnTo>
                    <a:pt x="6966" y="1346"/>
                  </a:lnTo>
                  <a:lnTo>
                    <a:pt x="9653" y="1741"/>
                  </a:lnTo>
                  <a:lnTo>
                    <a:pt x="987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h4132"/>
            <p:cNvSpPr/>
            <p:nvPr/>
          </p:nvSpPr>
          <p:spPr>
            <a:xfrm>
              <a:off x="7215375" y="3097395"/>
              <a:ext cx="6157" cy="5701"/>
            </a:xfrm>
            <a:custGeom>
              <a:avLst/>
              <a:pathLst>
                <a:path w="6157" h="5701">
                  <a:moveTo>
                    <a:pt x="2614" y="354"/>
                  </a:moveTo>
                  <a:lnTo>
                    <a:pt x="5772" y="3217"/>
                  </a:lnTo>
                  <a:lnTo>
                    <a:pt x="6157" y="4806"/>
                  </a:lnTo>
                  <a:lnTo>
                    <a:pt x="4747" y="5701"/>
                  </a:lnTo>
                  <a:lnTo>
                    <a:pt x="0" y="3786"/>
                  </a:lnTo>
                  <a:lnTo>
                    <a:pt x="117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h4133"/>
            <p:cNvSpPr/>
            <p:nvPr/>
          </p:nvSpPr>
          <p:spPr>
            <a:xfrm>
              <a:off x="7184196" y="3043666"/>
              <a:ext cx="6197" cy="9767"/>
            </a:xfrm>
            <a:custGeom>
              <a:avLst/>
              <a:pathLst>
                <a:path w="6197" h="9767">
                  <a:moveTo>
                    <a:pt x="6197" y="825"/>
                  </a:moveTo>
                  <a:lnTo>
                    <a:pt x="4416" y="9767"/>
                  </a:lnTo>
                  <a:lnTo>
                    <a:pt x="729" y="9664"/>
                  </a:lnTo>
                  <a:lnTo>
                    <a:pt x="0" y="9395"/>
                  </a:lnTo>
                  <a:lnTo>
                    <a:pt x="110" y="1951"/>
                  </a:lnTo>
                  <a:lnTo>
                    <a:pt x="201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h4134"/>
            <p:cNvSpPr/>
            <p:nvPr/>
          </p:nvSpPr>
          <p:spPr>
            <a:xfrm>
              <a:off x="7138455" y="3090447"/>
              <a:ext cx="23080" cy="14303"/>
            </a:xfrm>
            <a:custGeom>
              <a:avLst/>
              <a:pathLst>
                <a:path w="23080" h="14303">
                  <a:moveTo>
                    <a:pt x="12747" y="1223"/>
                  </a:moveTo>
                  <a:lnTo>
                    <a:pt x="14327" y="878"/>
                  </a:lnTo>
                  <a:lnTo>
                    <a:pt x="17515" y="1144"/>
                  </a:lnTo>
                  <a:lnTo>
                    <a:pt x="18326" y="1982"/>
                  </a:lnTo>
                  <a:lnTo>
                    <a:pt x="19414" y="9276"/>
                  </a:lnTo>
                  <a:lnTo>
                    <a:pt x="21681" y="10351"/>
                  </a:lnTo>
                  <a:lnTo>
                    <a:pt x="21938" y="10342"/>
                  </a:lnTo>
                  <a:lnTo>
                    <a:pt x="22786" y="11015"/>
                  </a:lnTo>
                  <a:lnTo>
                    <a:pt x="23080" y="12116"/>
                  </a:lnTo>
                  <a:lnTo>
                    <a:pt x="11262" y="14303"/>
                  </a:lnTo>
                  <a:lnTo>
                    <a:pt x="10412" y="9856"/>
                  </a:lnTo>
                  <a:lnTo>
                    <a:pt x="6142" y="10933"/>
                  </a:lnTo>
                  <a:lnTo>
                    <a:pt x="2180" y="8739"/>
                  </a:lnTo>
                  <a:lnTo>
                    <a:pt x="247" y="8754"/>
                  </a:lnTo>
                  <a:lnTo>
                    <a:pt x="0" y="3962"/>
                  </a:lnTo>
                  <a:lnTo>
                    <a:pt x="7785" y="627"/>
                  </a:lnTo>
                  <a:lnTo>
                    <a:pt x="1126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h4135"/>
            <p:cNvSpPr/>
            <p:nvPr/>
          </p:nvSpPr>
          <p:spPr>
            <a:xfrm>
              <a:off x="7203620" y="3107563"/>
              <a:ext cx="17944" cy="19464"/>
            </a:xfrm>
            <a:custGeom>
              <a:avLst/>
              <a:pathLst>
                <a:path w="17944" h="19464">
                  <a:moveTo>
                    <a:pt x="6544" y="1961"/>
                  </a:moveTo>
                  <a:lnTo>
                    <a:pt x="7445" y="3969"/>
                  </a:lnTo>
                  <a:lnTo>
                    <a:pt x="15365" y="7579"/>
                  </a:lnTo>
                  <a:lnTo>
                    <a:pt x="16061" y="6182"/>
                  </a:lnTo>
                  <a:lnTo>
                    <a:pt x="17944" y="13009"/>
                  </a:lnTo>
                  <a:lnTo>
                    <a:pt x="17073" y="13019"/>
                  </a:lnTo>
                  <a:lnTo>
                    <a:pt x="17071" y="17260"/>
                  </a:lnTo>
                  <a:lnTo>
                    <a:pt x="14685" y="19464"/>
                  </a:lnTo>
                  <a:lnTo>
                    <a:pt x="13614" y="19287"/>
                  </a:lnTo>
                  <a:lnTo>
                    <a:pt x="9537" y="17656"/>
                  </a:lnTo>
                  <a:lnTo>
                    <a:pt x="7771" y="14944"/>
                  </a:lnTo>
                  <a:lnTo>
                    <a:pt x="2687" y="14939"/>
                  </a:lnTo>
                  <a:lnTo>
                    <a:pt x="0" y="13136"/>
                  </a:lnTo>
                  <a:lnTo>
                    <a:pt x="1624" y="11604"/>
                  </a:lnTo>
                  <a:lnTo>
                    <a:pt x="2404" y="9169"/>
                  </a:lnTo>
                  <a:lnTo>
                    <a:pt x="2548" y="6789"/>
                  </a:lnTo>
                  <a:lnTo>
                    <a:pt x="1372" y="3993"/>
                  </a:lnTo>
                  <a:lnTo>
                    <a:pt x="1201" y="1296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h4136"/>
            <p:cNvSpPr/>
            <p:nvPr/>
          </p:nvSpPr>
          <p:spPr>
            <a:xfrm>
              <a:off x="7226187" y="3016309"/>
              <a:ext cx="17501" cy="16918"/>
            </a:xfrm>
            <a:custGeom>
              <a:avLst/>
              <a:pathLst>
                <a:path w="17501" h="16918">
                  <a:moveTo>
                    <a:pt x="8304" y="1418"/>
                  </a:moveTo>
                  <a:lnTo>
                    <a:pt x="11869" y="1300"/>
                  </a:lnTo>
                  <a:lnTo>
                    <a:pt x="10253" y="4218"/>
                  </a:lnTo>
                  <a:lnTo>
                    <a:pt x="12846" y="6641"/>
                  </a:lnTo>
                  <a:lnTo>
                    <a:pt x="13423" y="6165"/>
                  </a:lnTo>
                  <a:lnTo>
                    <a:pt x="13088" y="4116"/>
                  </a:lnTo>
                  <a:lnTo>
                    <a:pt x="14834" y="3750"/>
                  </a:lnTo>
                  <a:lnTo>
                    <a:pt x="17501" y="6837"/>
                  </a:lnTo>
                  <a:lnTo>
                    <a:pt x="16213" y="8109"/>
                  </a:lnTo>
                  <a:lnTo>
                    <a:pt x="14691" y="6963"/>
                  </a:lnTo>
                  <a:lnTo>
                    <a:pt x="11734" y="8022"/>
                  </a:lnTo>
                  <a:lnTo>
                    <a:pt x="5831" y="16918"/>
                  </a:lnTo>
                  <a:lnTo>
                    <a:pt x="3839" y="15568"/>
                  </a:lnTo>
                  <a:lnTo>
                    <a:pt x="6516" y="10618"/>
                  </a:lnTo>
                  <a:lnTo>
                    <a:pt x="2907" y="9019"/>
                  </a:lnTo>
                  <a:lnTo>
                    <a:pt x="272" y="6468"/>
                  </a:lnTo>
                  <a:lnTo>
                    <a:pt x="0" y="3252"/>
                  </a:lnTo>
                  <a:lnTo>
                    <a:pt x="3324" y="4644"/>
                  </a:lnTo>
                  <a:lnTo>
                    <a:pt x="622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h4137"/>
            <p:cNvSpPr/>
            <p:nvPr/>
          </p:nvSpPr>
          <p:spPr>
            <a:xfrm>
              <a:off x="7133693" y="3100303"/>
              <a:ext cx="28922" cy="20023"/>
            </a:xfrm>
            <a:custGeom>
              <a:avLst/>
              <a:pathLst>
                <a:path w="28922" h="20023">
                  <a:moveTo>
                    <a:pt x="16025" y="4446"/>
                  </a:moveTo>
                  <a:lnTo>
                    <a:pt x="27842" y="2259"/>
                  </a:lnTo>
                  <a:lnTo>
                    <a:pt x="28682" y="3279"/>
                  </a:lnTo>
                  <a:lnTo>
                    <a:pt x="24102" y="4877"/>
                  </a:lnTo>
                  <a:lnTo>
                    <a:pt x="12027" y="6730"/>
                  </a:lnTo>
                  <a:lnTo>
                    <a:pt x="10674" y="8492"/>
                  </a:lnTo>
                  <a:lnTo>
                    <a:pt x="10037" y="11501"/>
                  </a:lnTo>
                  <a:lnTo>
                    <a:pt x="16049" y="11799"/>
                  </a:lnTo>
                  <a:lnTo>
                    <a:pt x="28922" y="14559"/>
                  </a:lnTo>
                  <a:lnTo>
                    <a:pt x="25392" y="16099"/>
                  </a:lnTo>
                  <a:lnTo>
                    <a:pt x="11890" y="17854"/>
                  </a:lnTo>
                  <a:lnTo>
                    <a:pt x="10989" y="17234"/>
                  </a:lnTo>
                  <a:lnTo>
                    <a:pt x="7109" y="20023"/>
                  </a:lnTo>
                  <a:lnTo>
                    <a:pt x="7125" y="19857"/>
                  </a:lnTo>
                  <a:lnTo>
                    <a:pt x="6240" y="11752"/>
                  </a:lnTo>
                  <a:lnTo>
                    <a:pt x="7151" y="8920"/>
                  </a:lnTo>
                  <a:lnTo>
                    <a:pt x="2808" y="7256"/>
                  </a:lnTo>
                  <a:lnTo>
                    <a:pt x="68" y="6261"/>
                  </a:lnTo>
                  <a:lnTo>
                    <a:pt x="0" y="4003"/>
                  </a:lnTo>
                  <a:lnTo>
                    <a:pt x="2882" y="2157"/>
                  </a:lnTo>
                  <a:lnTo>
                    <a:pt x="2735" y="1223"/>
                  </a:lnTo>
                  <a:lnTo>
                    <a:pt x="7439" y="2238"/>
                  </a:lnTo>
                  <a:lnTo>
                    <a:pt x="6694" y="4346"/>
                  </a:lnTo>
                  <a:lnTo>
                    <a:pt x="7238" y="6996"/>
                  </a:lnTo>
                  <a:lnTo>
                    <a:pt x="10583" y="7145"/>
                  </a:lnTo>
                  <a:lnTo>
                    <a:pt x="13447" y="4600"/>
                  </a:lnTo>
                  <a:lnTo>
                    <a:pt x="13347" y="3123"/>
                  </a:lnTo>
                  <a:lnTo>
                    <a:pt x="10905" y="1076"/>
                  </a:lnTo>
                  <a:lnTo>
                    <a:pt x="1517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h4138"/>
            <p:cNvSpPr/>
            <p:nvPr/>
          </p:nvSpPr>
          <p:spPr>
            <a:xfrm>
              <a:off x="7148481" y="3060887"/>
              <a:ext cx="25692" cy="16144"/>
            </a:xfrm>
            <a:custGeom>
              <a:avLst/>
              <a:pathLst>
                <a:path w="25692" h="16144">
                  <a:moveTo>
                    <a:pt x="18172" y="690"/>
                  </a:moveTo>
                  <a:lnTo>
                    <a:pt x="20503" y="2222"/>
                  </a:lnTo>
                  <a:lnTo>
                    <a:pt x="24753" y="4924"/>
                  </a:lnTo>
                  <a:lnTo>
                    <a:pt x="25692" y="8323"/>
                  </a:lnTo>
                  <a:lnTo>
                    <a:pt x="23882" y="14158"/>
                  </a:lnTo>
                  <a:lnTo>
                    <a:pt x="21760" y="16144"/>
                  </a:lnTo>
                  <a:lnTo>
                    <a:pt x="21195" y="15093"/>
                  </a:lnTo>
                  <a:lnTo>
                    <a:pt x="16656" y="12743"/>
                  </a:lnTo>
                  <a:lnTo>
                    <a:pt x="6581" y="13975"/>
                  </a:lnTo>
                  <a:lnTo>
                    <a:pt x="4396" y="15560"/>
                  </a:lnTo>
                  <a:lnTo>
                    <a:pt x="2285" y="15561"/>
                  </a:lnTo>
                  <a:lnTo>
                    <a:pt x="0" y="14196"/>
                  </a:lnTo>
                  <a:lnTo>
                    <a:pt x="620" y="11820"/>
                  </a:lnTo>
                  <a:lnTo>
                    <a:pt x="2864" y="13068"/>
                  </a:lnTo>
                  <a:lnTo>
                    <a:pt x="4628" y="12310"/>
                  </a:lnTo>
                  <a:lnTo>
                    <a:pt x="6234" y="7925"/>
                  </a:lnTo>
                  <a:lnTo>
                    <a:pt x="11519" y="2662"/>
                  </a:lnTo>
                  <a:lnTo>
                    <a:pt x="13426" y="215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h4139"/>
            <p:cNvSpPr/>
            <p:nvPr/>
          </p:nvSpPr>
          <p:spPr>
            <a:xfrm>
              <a:off x="7020845" y="3175309"/>
              <a:ext cx="47703" cy="41020"/>
            </a:xfrm>
            <a:custGeom>
              <a:avLst/>
              <a:pathLst>
                <a:path w="47703" h="41020">
                  <a:moveTo>
                    <a:pt x="41758" y="1382"/>
                  </a:moveTo>
                  <a:lnTo>
                    <a:pt x="40873" y="3199"/>
                  </a:lnTo>
                  <a:lnTo>
                    <a:pt x="41442" y="4339"/>
                  </a:lnTo>
                  <a:lnTo>
                    <a:pt x="46258" y="7885"/>
                  </a:lnTo>
                  <a:lnTo>
                    <a:pt x="47669" y="9673"/>
                  </a:lnTo>
                  <a:lnTo>
                    <a:pt x="47703" y="11193"/>
                  </a:lnTo>
                  <a:lnTo>
                    <a:pt x="47654" y="14711"/>
                  </a:lnTo>
                  <a:lnTo>
                    <a:pt x="46686" y="16784"/>
                  </a:lnTo>
                  <a:lnTo>
                    <a:pt x="45089" y="20300"/>
                  </a:lnTo>
                  <a:lnTo>
                    <a:pt x="43261" y="20081"/>
                  </a:lnTo>
                  <a:lnTo>
                    <a:pt x="38580" y="22964"/>
                  </a:lnTo>
                  <a:lnTo>
                    <a:pt x="29283" y="30521"/>
                  </a:lnTo>
                  <a:lnTo>
                    <a:pt x="28059" y="32516"/>
                  </a:lnTo>
                  <a:lnTo>
                    <a:pt x="22807" y="36907"/>
                  </a:lnTo>
                  <a:lnTo>
                    <a:pt x="21400" y="39452"/>
                  </a:lnTo>
                  <a:lnTo>
                    <a:pt x="19991" y="39086"/>
                  </a:lnTo>
                  <a:lnTo>
                    <a:pt x="18537" y="41020"/>
                  </a:lnTo>
                  <a:lnTo>
                    <a:pt x="8211" y="33320"/>
                  </a:lnTo>
                  <a:lnTo>
                    <a:pt x="8802" y="29484"/>
                  </a:lnTo>
                  <a:lnTo>
                    <a:pt x="11034" y="24047"/>
                  </a:lnTo>
                  <a:lnTo>
                    <a:pt x="9520" y="19825"/>
                  </a:lnTo>
                  <a:lnTo>
                    <a:pt x="7612" y="18393"/>
                  </a:lnTo>
                  <a:lnTo>
                    <a:pt x="6714" y="18358"/>
                  </a:lnTo>
                  <a:lnTo>
                    <a:pt x="4812" y="20978"/>
                  </a:lnTo>
                  <a:lnTo>
                    <a:pt x="2509" y="22286"/>
                  </a:lnTo>
                  <a:lnTo>
                    <a:pt x="0" y="16324"/>
                  </a:lnTo>
                  <a:lnTo>
                    <a:pt x="1499" y="11064"/>
                  </a:lnTo>
                  <a:lnTo>
                    <a:pt x="2397" y="10687"/>
                  </a:lnTo>
                  <a:lnTo>
                    <a:pt x="5905" y="6944"/>
                  </a:lnTo>
                  <a:lnTo>
                    <a:pt x="8975" y="7355"/>
                  </a:lnTo>
                  <a:lnTo>
                    <a:pt x="12577" y="5986"/>
                  </a:lnTo>
                  <a:lnTo>
                    <a:pt x="15226" y="2835"/>
                  </a:lnTo>
                  <a:lnTo>
                    <a:pt x="17673" y="2638"/>
                  </a:lnTo>
                  <a:lnTo>
                    <a:pt x="23907" y="3940"/>
                  </a:lnTo>
                  <a:lnTo>
                    <a:pt x="28698" y="3686"/>
                  </a:lnTo>
                  <a:lnTo>
                    <a:pt x="3904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h4140"/>
            <p:cNvSpPr/>
            <p:nvPr/>
          </p:nvSpPr>
          <p:spPr>
            <a:xfrm>
              <a:off x="7104383" y="3067477"/>
              <a:ext cx="30086" cy="55702"/>
            </a:xfrm>
            <a:custGeom>
              <a:avLst/>
              <a:pathLst>
                <a:path w="30086" h="55702">
                  <a:moveTo>
                    <a:pt x="13468" y="159"/>
                  </a:moveTo>
                  <a:lnTo>
                    <a:pt x="15924" y="7795"/>
                  </a:lnTo>
                  <a:lnTo>
                    <a:pt x="17283" y="9410"/>
                  </a:lnTo>
                  <a:lnTo>
                    <a:pt x="15512" y="11851"/>
                  </a:lnTo>
                  <a:lnTo>
                    <a:pt x="17641" y="14550"/>
                  </a:lnTo>
                  <a:lnTo>
                    <a:pt x="18524" y="14700"/>
                  </a:lnTo>
                  <a:lnTo>
                    <a:pt x="19451" y="13082"/>
                  </a:lnTo>
                  <a:lnTo>
                    <a:pt x="23079" y="15155"/>
                  </a:lnTo>
                  <a:lnTo>
                    <a:pt x="24484" y="12566"/>
                  </a:lnTo>
                  <a:lnTo>
                    <a:pt x="27782" y="16133"/>
                  </a:lnTo>
                  <a:lnTo>
                    <a:pt x="30086" y="22428"/>
                  </a:lnTo>
                  <a:lnTo>
                    <a:pt x="25997" y="23749"/>
                  </a:lnTo>
                  <a:lnTo>
                    <a:pt x="26288" y="24868"/>
                  </a:lnTo>
                  <a:lnTo>
                    <a:pt x="25783" y="26851"/>
                  </a:lnTo>
                  <a:lnTo>
                    <a:pt x="20519" y="26781"/>
                  </a:lnTo>
                  <a:lnTo>
                    <a:pt x="17268" y="28826"/>
                  </a:lnTo>
                  <a:lnTo>
                    <a:pt x="17268" y="33801"/>
                  </a:lnTo>
                  <a:lnTo>
                    <a:pt x="15548" y="35538"/>
                  </a:lnTo>
                  <a:lnTo>
                    <a:pt x="15832" y="36348"/>
                  </a:lnTo>
                  <a:lnTo>
                    <a:pt x="14508" y="39061"/>
                  </a:lnTo>
                  <a:lnTo>
                    <a:pt x="10697" y="41557"/>
                  </a:lnTo>
                  <a:lnTo>
                    <a:pt x="4832" y="49238"/>
                  </a:lnTo>
                  <a:lnTo>
                    <a:pt x="4649" y="55702"/>
                  </a:lnTo>
                  <a:lnTo>
                    <a:pt x="473" y="54476"/>
                  </a:lnTo>
                  <a:lnTo>
                    <a:pt x="906" y="45023"/>
                  </a:lnTo>
                  <a:lnTo>
                    <a:pt x="0" y="43640"/>
                  </a:lnTo>
                  <a:lnTo>
                    <a:pt x="3800" y="36752"/>
                  </a:lnTo>
                  <a:lnTo>
                    <a:pt x="6369" y="33913"/>
                  </a:lnTo>
                  <a:lnTo>
                    <a:pt x="9186" y="27045"/>
                  </a:lnTo>
                  <a:lnTo>
                    <a:pt x="9314" y="25702"/>
                  </a:lnTo>
                  <a:lnTo>
                    <a:pt x="5667" y="20723"/>
                  </a:lnTo>
                  <a:lnTo>
                    <a:pt x="6414" y="17898"/>
                  </a:lnTo>
                  <a:lnTo>
                    <a:pt x="4720" y="16177"/>
                  </a:lnTo>
                  <a:lnTo>
                    <a:pt x="4232" y="11649"/>
                  </a:lnTo>
                  <a:lnTo>
                    <a:pt x="6769" y="9405"/>
                  </a:lnTo>
                  <a:lnTo>
                    <a:pt x="7662" y="9442"/>
                  </a:lnTo>
                  <a:lnTo>
                    <a:pt x="12243" y="5976"/>
                  </a:lnTo>
                  <a:lnTo>
                    <a:pt x="1254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h4141"/>
            <p:cNvSpPr/>
            <p:nvPr/>
          </p:nvSpPr>
          <p:spPr>
            <a:xfrm>
              <a:off x="7038331" y="3117578"/>
              <a:ext cx="10987" cy="13616"/>
            </a:xfrm>
            <a:custGeom>
              <a:avLst/>
              <a:pathLst>
                <a:path w="10987" h="13616">
                  <a:moveTo>
                    <a:pt x="9415" y="11553"/>
                  </a:moveTo>
                  <a:lnTo>
                    <a:pt x="7996" y="13616"/>
                  </a:lnTo>
                  <a:lnTo>
                    <a:pt x="2342" y="13528"/>
                  </a:lnTo>
                  <a:lnTo>
                    <a:pt x="0" y="10167"/>
                  </a:lnTo>
                  <a:lnTo>
                    <a:pt x="2112" y="8811"/>
                  </a:lnTo>
                  <a:lnTo>
                    <a:pt x="2094" y="5333"/>
                  </a:lnTo>
                  <a:lnTo>
                    <a:pt x="3050" y="3041"/>
                  </a:lnTo>
                  <a:lnTo>
                    <a:pt x="1098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h4142"/>
            <p:cNvSpPr/>
            <p:nvPr/>
          </p:nvSpPr>
          <p:spPr>
            <a:xfrm>
              <a:off x="7074788" y="3129927"/>
              <a:ext cx="19647" cy="19707"/>
            </a:xfrm>
            <a:custGeom>
              <a:avLst/>
              <a:pathLst>
                <a:path w="19647" h="19707">
                  <a:moveTo>
                    <a:pt x="16287" y="354"/>
                  </a:moveTo>
                  <a:lnTo>
                    <a:pt x="16079" y="1881"/>
                  </a:lnTo>
                  <a:lnTo>
                    <a:pt x="16244" y="5176"/>
                  </a:lnTo>
                  <a:lnTo>
                    <a:pt x="19647" y="5725"/>
                  </a:lnTo>
                  <a:lnTo>
                    <a:pt x="17438" y="11981"/>
                  </a:lnTo>
                  <a:lnTo>
                    <a:pt x="15161" y="11742"/>
                  </a:lnTo>
                  <a:lnTo>
                    <a:pt x="14925" y="13958"/>
                  </a:lnTo>
                  <a:lnTo>
                    <a:pt x="7568" y="17168"/>
                  </a:lnTo>
                  <a:lnTo>
                    <a:pt x="689" y="19707"/>
                  </a:lnTo>
                  <a:lnTo>
                    <a:pt x="628" y="16403"/>
                  </a:lnTo>
                  <a:lnTo>
                    <a:pt x="2825" y="14648"/>
                  </a:lnTo>
                  <a:lnTo>
                    <a:pt x="0" y="10620"/>
                  </a:lnTo>
                  <a:lnTo>
                    <a:pt x="6677" y="2989"/>
                  </a:lnTo>
                  <a:lnTo>
                    <a:pt x="13810" y="4806"/>
                  </a:lnTo>
                  <a:lnTo>
                    <a:pt x="1453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h4143"/>
            <p:cNvSpPr/>
            <p:nvPr/>
          </p:nvSpPr>
          <p:spPr>
            <a:xfrm>
              <a:off x="7125107" y="2985593"/>
              <a:ext cx="18688" cy="16770"/>
            </a:xfrm>
            <a:custGeom>
              <a:avLst/>
              <a:pathLst>
                <a:path w="18688" h="16770">
                  <a:moveTo>
                    <a:pt x="12727" y="1116"/>
                  </a:moveTo>
                  <a:lnTo>
                    <a:pt x="13540" y="4112"/>
                  </a:lnTo>
                  <a:lnTo>
                    <a:pt x="16211" y="6261"/>
                  </a:lnTo>
                  <a:lnTo>
                    <a:pt x="18688" y="13051"/>
                  </a:lnTo>
                  <a:lnTo>
                    <a:pt x="18293" y="16770"/>
                  </a:lnTo>
                  <a:lnTo>
                    <a:pt x="9925" y="14108"/>
                  </a:lnTo>
                  <a:lnTo>
                    <a:pt x="7543" y="14613"/>
                  </a:lnTo>
                  <a:lnTo>
                    <a:pt x="3618" y="13418"/>
                  </a:lnTo>
                  <a:lnTo>
                    <a:pt x="1221" y="9479"/>
                  </a:lnTo>
                  <a:lnTo>
                    <a:pt x="0" y="1430"/>
                  </a:lnTo>
                  <a:lnTo>
                    <a:pt x="630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h4144"/>
            <p:cNvSpPr/>
            <p:nvPr/>
          </p:nvSpPr>
          <p:spPr>
            <a:xfrm>
              <a:off x="7123398" y="3142126"/>
              <a:ext cx="20163" cy="29859"/>
            </a:xfrm>
            <a:custGeom>
              <a:avLst/>
              <a:pathLst>
                <a:path w="20163" h="29859">
                  <a:moveTo>
                    <a:pt x="3770" y="0"/>
                  </a:moveTo>
                  <a:lnTo>
                    <a:pt x="7932" y="1661"/>
                  </a:lnTo>
                  <a:lnTo>
                    <a:pt x="9412" y="4362"/>
                  </a:lnTo>
                  <a:lnTo>
                    <a:pt x="9081" y="5183"/>
                  </a:lnTo>
                  <a:lnTo>
                    <a:pt x="8397" y="8756"/>
                  </a:lnTo>
                  <a:lnTo>
                    <a:pt x="13094" y="13468"/>
                  </a:lnTo>
                  <a:lnTo>
                    <a:pt x="13431" y="15106"/>
                  </a:lnTo>
                  <a:lnTo>
                    <a:pt x="20163" y="21853"/>
                  </a:lnTo>
                  <a:lnTo>
                    <a:pt x="16709" y="26278"/>
                  </a:lnTo>
                  <a:lnTo>
                    <a:pt x="11594" y="29859"/>
                  </a:lnTo>
                  <a:lnTo>
                    <a:pt x="7312" y="28415"/>
                  </a:lnTo>
                  <a:lnTo>
                    <a:pt x="5940" y="26696"/>
                  </a:lnTo>
                  <a:lnTo>
                    <a:pt x="5876" y="25185"/>
                  </a:lnTo>
                  <a:lnTo>
                    <a:pt x="6747" y="24215"/>
                  </a:lnTo>
                  <a:lnTo>
                    <a:pt x="5536" y="18953"/>
                  </a:lnTo>
                  <a:lnTo>
                    <a:pt x="1966" y="14393"/>
                  </a:lnTo>
                  <a:lnTo>
                    <a:pt x="2118" y="13953"/>
                  </a:lnTo>
                  <a:lnTo>
                    <a:pt x="2203" y="10228"/>
                  </a:lnTo>
                  <a:lnTo>
                    <a:pt x="0" y="56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h4145"/>
            <p:cNvSpPr/>
            <p:nvPr/>
          </p:nvSpPr>
          <p:spPr>
            <a:xfrm>
              <a:off x="7191610" y="3024346"/>
              <a:ext cx="18044" cy="25690"/>
            </a:xfrm>
            <a:custGeom>
              <a:avLst/>
              <a:pathLst>
                <a:path w="18044" h="25690">
                  <a:moveTo>
                    <a:pt x="14152" y="576"/>
                  </a:moveTo>
                  <a:lnTo>
                    <a:pt x="13468" y="2268"/>
                  </a:lnTo>
                  <a:lnTo>
                    <a:pt x="14825" y="7821"/>
                  </a:lnTo>
                  <a:lnTo>
                    <a:pt x="18044" y="10272"/>
                  </a:lnTo>
                  <a:lnTo>
                    <a:pt x="16213" y="15435"/>
                  </a:lnTo>
                  <a:lnTo>
                    <a:pt x="14926" y="19829"/>
                  </a:lnTo>
                  <a:lnTo>
                    <a:pt x="12718" y="19805"/>
                  </a:lnTo>
                  <a:lnTo>
                    <a:pt x="10836" y="21635"/>
                  </a:lnTo>
                  <a:lnTo>
                    <a:pt x="7276" y="20660"/>
                  </a:lnTo>
                  <a:lnTo>
                    <a:pt x="5643" y="22250"/>
                  </a:lnTo>
                  <a:lnTo>
                    <a:pt x="6632" y="23981"/>
                  </a:lnTo>
                  <a:lnTo>
                    <a:pt x="4812" y="25491"/>
                  </a:lnTo>
                  <a:lnTo>
                    <a:pt x="2928" y="25690"/>
                  </a:lnTo>
                  <a:lnTo>
                    <a:pt x="0" y="19853"/>
                  </a:lnTo>
                  <a:lnTo>
                    <a:pt x="2062" y="14754"/>
                  </a:lnTo>
                  <a:lnTo>
                    <a:pt x="3235" y="10655"/>
                  </a:lnTo>
                  <a:lnTo>
                    <a:pt x="8964" y="11459"/>
                  </a:lnTo>
                  <a:lnTo>
                    <a:pt x="10354" y="9920"/>
                  </a:lnTo>
                  <a:lnTo>
                    <a:pt x="10532" y="6618"/>
                  </a:lnTo>
                  <a:lnTo>
                    <a:pt x="5246" y="5017"/>
                  </a:lnTo>
                  <a:lnTo>
                    <a:pt x="4315" y="4009"/>
                  </a:lnTo>
                  <a:lnTo>
                    <a:pt x="8624" y="2681"/>
                  </a:lnTo>
                  <a:lnTo>
                    <a:pt x="1107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h4146"/>
            <p:cNvSpPr/>
            <p:nvPr/>
          </p:nvSpPr>
          <p:spPr>
            <a:xfrm>
              <a:off x="7156118" y="3014429"/>
              <a:ext cx="21180" cy="18341"/>
            </a:xfrm>
            <a:custGeom>
              <a:avLst/>
              <a:pathLst>
                <a:path w="21180" h="18341">
                  <a:moveTo>
                    <a:pt x="21180" y="4125"/>
                  </a:moveTo>
                  <a:lnTo>
                    <a:pt x="18828" y="10049"/>
                  </a:lnTo>
                  <a:lnTo>
                    <a:pt x="17599" y="9105"/>
                  </a:lnTo>
                  <a:lnTo>
                    <a:pt x="13729" y="8693"/>
                  </a:lnTo>
                  <a:lnTo>
                    <a:pt x="9245" y="13744"/>
                  </a:lnTo>
                  <a:lnTo>
                    <a:pt x="8808" y="15772"/>
                  </a:lnTo>
                  <a:lnTo>
                    <a:pt x="8581" y="17851"/>
                  </a:lnTo>
                  <a:lnTo>
                    <a:pt x="2782" y="18341"/>
                  </a:lnTo>
                  <a:lnTo>
                    <a:pt x="161" y="16874"/>
                  </a:lnTo>
                  <a:lnTo>
                    <a:pt x="299" y="14533"/>
                  </a:lnTo>
                  <a:lnTo>
                    <a:pt x="0" y="12926"/>
                  </a:lnTo>
                  <a:lnTo>
                    <a:pt x="832" y="11707"/>
                  </a:lnTo>
                  <a:lnTo>
                    <a:pt x="4316" y="9971"/>
                  </a:lnTo>
                  <a:lnTo>
                    <a:pt x="5941" y="7248"/>
                  </a:lnTo>
                  <a:lnTo>
                    <a:pt x="9214" y="4044"/>
                  </a:lnTo>
                  <a:lnTo>
                    <a:pt x="12729" y="1866"/>
                  </a:lnTo>
                  <a:lnTo>
                    <a:pt x="13414" y="2085"/>
                  </a:lnTo>
                  <a:lnTo>
                    <a:pt x="1556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h4147"/>
            <p:cNvSpPr/>
            <p:nvPr/>
          </p:nvSpPr>
          <p:spPr>
            <a:xfrm>
              <a:off x="7056385" y="3020018"/>
              <a:ext cx="20722" cy="17472"/>
            </a:xfrm>
            <a:custGeom>
              <a:avLst/>
              <a:pathLst>
                <a:path w="20722" h="17472">
                  <a:moveTo>
                    <a:pt x="7067" y="0"/>
                  </a:moveTo>
                  <a:lnTo>
                    <a:pt x="7794" y="1869"/>
                  </a:lnTo>
                  <a:lnTo>
                    <a:pt x="16167" y="6024"/>
                  </a:lnTo>
                  <a:lnTo>
                    <a:pt x="20722" y="5642"/>
                  </a:lnTo>
                  <a:lnTo>
                    <a:pt x="19520" y="11520"/>
                  </a:lnTo>
                  <a:lnTo>
                    <a:pt x="18485" y="11373"/>
                  </a:lnTo>
                  <a:lnTo>
                    <a:pt x="17227" y="12628"/>
                  </a:lnTo>
                  <a:lnTo>
                    <a:pt x="16652" y="16301"/>
                  </a:lnTo>
                  <a:lnTo>
                    <a:pt x="15015" y="16765"/>
                  </a:lnTo>
                  <a:lnTo>
                    <a:pt x="16324" y="13467"/>
                  </a:lnTo>
                  <a:lnTo>
                    <a:pt x="8704" y="12549"/>
                  </a:lnTo>
                  <a:lnTo>
                    <a:pt x="8448" y="10998"/>
                  </a:lnTo>
                  <a:lnTo>
                    <a:pt x="4838" y="14087"/>
                  </a:lnTo>
                  <a:lnTo>
                    <a:pt x="4029" y="15065"/>
                  </a:lnTo>
                  <a:lnTo>
                    <a:pt x="4015" y="17472"/>
                  </a:lnTo>
                  <a:lnTo>
                    <a:pt x="0" y="17440"/>
                  </a:lnTo>
                  <a:lnTo>
                    <a:pt x="765" y="14568"/>
                  </a:lnTo>
                  <a:lnTo>
                    <a:pt x="249" y="6269"/>
                  </a:lnTo>
                  <a:lnTo>
                    <a:pt x="1740" y="196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h4148"/>
            <p:cNvSpPr/>
            <p:nvPr/>
          </p:nvSpPr>
          <p:spPr>
            <a:xfrm>
              <a:off x="7210164" y="3100165"/>
              <a:ext cx="9957" cy="9657"/>
            </a:xfrm>
            <a:custGeom>
              <a:avLst/>
              <a:pathLst>
                <a:path w="9957" h="9657">
                  <a:moveTo>
                    <a:pt x="5210" y="1016"/>
                  </a:moveTo>
                  <a:lnTo>
                    <a:pt x="9957" y="2931"/>
                  </a:lnTo>
                  <a:lnTo>
                    <a:pt x="9038" y="5965"/>
                  </a:lnTo>
                  <a:lnTo>
                    <a:pt x="5795" y="5893"/>
                  </a:lnTo>
                  <a:lnTo>
                    <a:pt x="4608" y="7253"/>
                  </a:lnTo>
                  <a:lnTo>
                    <a:pt x="4965" y="9657"/>
                  </a:lnTo>
                  <a:lnTo>
                    <a:pt x="0" y="9359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h4149"/>
            <p:cNvSpPr/>
            <p:nvPr/>
          </p:nvSpPr>
          <p:spPr>
            <a:xfrm>
              <a:off x="7100910" y="2994458"/>
              <a:ext cx="18339" cy="33409"/>
            </a:xfrm>
            <a:custGeom>
              <a:avLst/>
              <a:pathLst>
                <a:path w="18339" h="33409">
                  <a:moveTo>
                    <a:pt x="10993" y="3637"/>
                  </a:moveTo>
                  <a:lnTo>
                    <a:pt x="13961" y="9543"/>
                  </a:lnTo>
                  <a:lnTo>
                    <a:pt x="6541" y="15218"/>
                  </a:lnTo>
                  <a:lnTo>
                    <a:pt x="6531" y="16540"/>
                  </a:lnTo>
                  <a:lnTo>
                    <a:pt x="11559" y="16436"/>
                  </a:lnTo>
                  <a:lnTo>
                    <a:pt x="17520" y="13978"/>
                  </a:lnTo>
                  <a:lnTo>
                    <a:pt x="18339" y="15322"/>
                  </a:lnTo>
                  <a:lnTo>
                    <a:pt x="16637" y="17866"/>
                  </a:lnTo>
                  <a:lnTo>
                    <a:pt x="16561" y="19989"/>
                  </a:lnTo>
                  <a:lnTo>
                    <a:pt x="14788" y="27329"/>
                  </a:lnTo>
                  <a:lnTo>
                    <a:pt x="13226" y="28079"/>
                  </a:lnTo>
                  <a:lnTo>
                    <a:pt x="7787" y="28127"/>
                  </a:lnTo>
                  <a:lnTo>
                    <a:pt x="5651" y="29263"/>
                  </a:lnTo>
                  <a:lnTo>
                    <a:pt x="5163" y="33409"/>
                  </a:lnTo>
                  <a:lnTo>
                    <a:pt x="1283" y="31165"/>
                  </a:lnTo>
                  <a:lnTo>
                    <a:pt x="0" y="26850"/>
                  </a:lnTo>
                  <a:lnTo>
                    <a:pt x="2807" y="25308"/>
                  </a:lnTo>
                  <a:lnTo>
                    <a:pt x="1710" y="18848"/>
                  </a:lnTo>
                  <a:lnTo>
                    <a:pt x="2509" y="16360"/>
                  </a:lnTo>
                  <a:lnTo>
                    <a:pt x="8189" y="12539"/>
                  </a:lnTo>
                  <a:lnTo>
                    <a:pt x="9771" y="4883"/>
                  </a:lnTo>
                  <a:lnTo>
                    <a:pt x="7860" y="4104"/>
                  </a:lnTo>
                  <a:lnTo>
                    <a:pt x="1144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h4150"/>
            <p:cNvSpPr/>
            <p:nvPr/>
          </p:nvSpPr>
          <p:spPr>
            <a:xfrm>
              <a:off x="7108916" y="3055395"/>
              <a:ext cx="30006" cy="24241"/>
            </a:xfrm>
            <a:custGeom>
              <a:avLst/>
              <a:pathLst>
                <a:path w="30006" h="24241">
                  <a:moveTo>
                    <a:pt x="25314" y="0"/>
                  </a:moveTo>
                  <a:lnTo>
                    <a:pt x="26483" y="1059"/>
                  </a:lnTo>
                  <a:lnTo>
                    <a:pt x="25508" y="1129"/>
                  </a:lnTo>
                  <a:lnTo>
                    <a:pt x="25998" y="4218"/>
                  </a:lnTo>
                  <a:lnTo>
                    <a:pt x="30006" y="9177"/>
                  </a:lnTo>
                  <a:lnTo>
                    <a:pt x="25141" y="10909"/>
                  </a:lnTo>
                  <a:lnTo>
                    <a:pt x="20852" y="14524"/>
                  </a:lnTo>
                  <a:lnTo>
                    <a:pt x="18854" y="22160"/>
                  </a:lnTo>
                  <a:lnTo>
                    <a:pt x="19914" y="22022"/>
                  </a:lnTo>
                  <a:lnTo>
                    <a:pt x="20527" y="23850"/>
                  </a:lnTo>
                  <a:lnTo>
                    <a:pt x="19416" y="24241"/>
                  </a:lnTo>
                  <a:lnTo>
                    <a:pt x="14778" y="23129"/>
                  </a:lnTo>
                  <a:lnTo>
                    <a:pt x="12751" y="21492"/>
                  </a:lnTo>
                  <a:lnTo>
                    <a:pt x="11392" y="19877"/>
                  </a:lnTo>
                  <a:lnTo>
                    <a:pt x="8936" y="12241"/>
                  </a:lnTo>
                  <a:lnTo>
                    <a:pt x="8014" y="12082"/>
                  </a:lnTo>
                  <a:lnTo>
                    <a:pt x="7710" y="18058"/>
                  </a:lnTo>
                  <a:lnTo>
                    <a:pt x="3129" y="21524"/>
                  </a:lnTo>
                  <a:lnTo>
                    <a:pt x="1622" y="19225"/>
                  </a:lnTo>
                  <a:lnTo>
                    <a:pt x="2936" y="15580"/>
                  </a:lnTo>
                  <a:lnTo>
                    <a:pt x="0" y="13957"/>
                  </a:lnTo>
                  <a:lnTo>
                    <a:pt x="2237" y="13576"/>
                  </a:lnTo>
                  <a:lnTo>
                    <a:pt x="4465" y="8066"/>
                  </a:lnTo>
                  <a:lnTo>
                    <a:pt x="5241" y="9317"/>
                  </a:lnTo>
                  <a:lnTo>
                    <a:pt x="13885" y="9967"/>
                  </a:lnTo>
                  <a:lnTo>
                    <a:pt x="19435" y="7693"/>
                  </a:lnTo>
                  <a:lnTo>
                    <a:pt x="21833" y="1497"/>
                  </a:lnTo>
                  <a:lnTo>
                    <a:pt x="23279" y="20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h4151"/>
            <p:cNvSpPr/>
            <p:nvPr/>
          </p:nvSpPr>
          <p:spPr>
            <a:xfrm>
              <a:off x="7025170" y="3112555"/>
              <a:ext cx="24995" cy="15652"/>
            </a:xfrm>
            <a:custGeom>
              <a:avLst/>
              <a:pathLst>
                <a:path w="24995" h="15652">
                  <a:moveTo>
                    <a:pt x="8991" y="0"/>
                  </a:moveTo>
                  <a:lnTo>
                    <a:pt x="15834" y="2072"/>
                  </a:lnTo>
                  <a:lnTo>
                    <a:pt x="24995" y="1483"/>
                  </a:lnTo>
                  <a:lnTo>
                    <a:pt x="24148" y="5023"/>
                  </a:lnTo>
                  <a:lnTo>
                    <a:pt x="16211" y="8064"/>
                  </a:lnTo>
                  <a:lnTo>
                    <a:pt x="15255" y="10357"/>
                  </a:lnTo>
                  <a:lnTo>
                    <a:pt x="15273" y="13834"/>
                  </a:lnTo>
                  <a:lnTo>
                    <a:pt x="13160" y="15190"/>
                  </a:lnTo>
                  <a:lnTo>
                    <a:pt x="10581" y="15652"/>
                  </a:lnTo>
                  <a:lnTo>
                    <a:pt x="8907" y="12664"/>
                  </a:lnTo>
                  <a:lnTo>
                    <a:pt x="5838" y="11283"/>
                  </a:lnTo>
                  <a:lnTo>
                    <a:pt x="0" y="10921"/>
                  </a:lnTo>
                  <a:lnTo>
                    <a:pt x="2460" y="2632"/>
                  </a:lnTo>
                  <a:lnTo>
                    <a:pt x="5774" y="41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h4152"/>
            <p:cNvSpPr/>
            <p:nvPr/>
          </p:nvSpPr>
          <p:spPr>
            <a:xfrm>
              <a:off x="7180835" y="3037534"/>
              <a:ext cx="9109" cy="8083"/>
            </a:xfrm>
            <a:custGeom>
              <a:avLst/>
              <a:pathLst>
                <a:path w="9109" h="8083">
                  <a:moveTo>
                    <a:pt x="9109" y="3500"/>
                  </a:moveTo>
                  <a:lnTo>
                    <a:pt x="4799" y="2908"/>
                  </a:lnTo>
                  <a:lnTo>
                    <a:pt x="3857" y="5742"/>
                  </a:lnTo>
                  <a:lnTo>
                    <a:pt x="5378" y="6132"/>
                  </a:lnTo>
                  <a:lnTo>
                    <a:pt x="3471" y="8083"/>
                  </a:lnTo>
                  <a:lnTo>
                    <a:pt x="0" y="6707"/>
                  </a:lnTo>
                  <a:lnTo>
                    <a:pt x="1080" y="2351"/>
                  </a:lnTo>
                  <a:lnTo>
                    <a:pt x="517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h4153"/>
            <p:cNvSpPr/>
            <p:nvPr/>
          </p:nvSpPr>
          <p:spPr>
            <a:xfrm>
              <a:off x="7210164" y="3106058"/>
              <a:ext cx="12330" cy="9084"/>
            </a:xfrm>
            <a:custGeom>
              <a:avLst/>
              <a:pathLst>
                <a:path w="12330" h="9084">
                  <a:moveTo>
                    <a:pt x="9038" y="72"/>
                  </a:moveTo>
                  <a:lnTo>
                    <a:pt x="12330" y="1964"/>
                  </a:lnTo>
                  <a:lnTo>
                    <a:pt x="9516" y="7687"/>
                  </a:lnTo>
                  <a:lnTo>
                    <a:pt x="8821" y="9084"/>
                  </a:lnTo>
                  <a:lnTo>
                    <a:pt x="900" y="5474"/>
                  </a:lnTo>
                  <a:lnTo>
                    <a:pt x="0" y="3466"/>
                  </a:lnTo>
                  <a:lnTo>
                    <a:pt x="4965" y="3764"/>
                  </a:lnTo>
                  <a:lnTo>
                    <a:pt x="4608" y="1360"/>
                  </a:lnTo>
                  <a:lnTo>
                    <a:pt x="579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h4154"/>
            <p:cNvSpPr/>
            <p:nvPr/>
          </p:nvSpPr>
          <p:spPr>
            <a:xfrm>
              <a:off x="7128867" y="3075084"/>
              <a:ext cx="23915" cy="27458"/>
            </a:xfrm>
            <a:custGeom>
              <a:avLst/>
              <a:pathLst>
                <a:path w="23915" h="27458">
                  <a:moveTo>
                    <a:pt x="21899" y="1365"/>
                  </a:moveTo>
                  <a:lnTo>
                    <a:pt x="21045" y="9989"/>
                  </a:lnTo>
                  <a:lnTo>
                    <a:pt x="23915" y="16241"/>
                  </a:lnTo>
                  <a:lnTo>
                    <a:pt x="22335" y="16585"/>
                  </a:lnTo>
                  <a:lnTo>
                    <a:pt x="20848" y="15362"/>
                  </a:lnTo>
                  <a:lnTo>
                    <a:pt x="17373" y="15990"/>
                  </a:lnTo>
                  <a:lnTo>
                    <a:pt x="9587" y="19325"/>
                  </a:lnTo>
                  <a:lnTo>
                    <a:pt x="9835" y="24117"/>
                  </a:lnTo>
                  <a:lnTo>
                    <a:pt x="11768" y="24101"/>
                  </a:lnTo>
                  <a:lnTo>
                    <a:pt x="12264" y="27458"/>
                  </a:lnTo>
                  <a:lnTo>
                    <a:pt x="7561" y="26443"/>
                  </a:lnTo>
                  <a:lnTo>
                    <a:pt x="6883" y="25317"/>
                  </a:lnTo>
                  <a:lnTo>
                    <a:pt x="6535" y="19132"/>
                  </a:lnTo>
                  <a:lnTo>
                    <a:pt x="2337" y="19217"/>
                  </a:lnTo>
                  <a:lnTo>
                    <a:pt x="1803" y="17262"/>
                  </a:lnTo>
                  <a:lnTo>
                    <a:pt x="1513" y="16143"/>
                  </a:lnTo>
                  <a:lnTo>
                    <a:pt x="5601" y="14821"/>
                  </a:lnTo>
                  <a:lnTo>
                    <a:pt x="3297" y="8526"/>
                  </a:lnTo>
                  <a:lnTo>
                    <a:pt x="0" y="4959"/>
                  </a:lnTo>
                  <a:lnTo>
                    <a:pt x="820" y="4883"/>
                  </a:lnTo>
                  <a:lnTo>
                    <a:pt x="4821" y="4709"/>
                  </a:lnTo>
                  <a:lnTo>
                    <a:pt x="12115" y="2666"/>
                  </a:lnTo>
                  <a:lnTo>
                    <a:pt x="13377" y="850"/>
                  </a:lnTo>
                  <a:lnTo>
                    <a:pt x="1961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h4155"/>
            <p:cNvSpPr/>
            <p:nvPr/>
          </p:nvSpPr>
          <p:spPr>
            <a:xfrm>
              <a:off x="7140697" y="3058661"/>
              <a:ext cx="19303" cy="15295"/>
            </a:xfrm>
            <a:custGeom>
              <a:avLst/>
              <a:pathLst>
                <a:path w="19303" h="15295">
                  <a:moveTo>
                    <a:pt x="18437" y="733"/>
                  </a:moveTo>
                  <a:lnTo>
                    <a:pt x="19303" y="4889"/>
                  </a:lnTo>
                  <a:lnTo>
                    <a:pt x="14018" y="10151"/>
                  </a:lnTo>
                  <a:lnTo>
                    <a:pt x="12412" y="14536"/>
                  </a:lnTo>
                  <a:lnTo>
                    <a:pt x="10647" y="15295"/>
                  </a:lnTo>
                  <a:lnTo>
                    <a:pt x="8404" y="14046"/>
                  </a:lnTo>
                  <a:lnTo>
                    <a:pt x="4189" y="8924"/>
                  </a:lnTo>
                  <a:lnTo>
                    <a:pt x="0" y="5930"/>
                  </a:lnTo>
                  <a:lnTo>
                    <a:pt x="2436" y="3550"/>
                  </a:lnTo>
                  <a:lnTo>
                    <a:pt x="5838" y="1695"/>
                  </a:lnTo>
                  <a:lnTo>
                    <a:pt x="1492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h4156"/>
            <p:cNvSpPr/>
            <p:nvPr/>
          </p:nvSpPr>
          <p:spPr>
            <a:xfrm>
              <a:off x="7149913" y="3073631"/>
              <a:ext cx="20327" cy="17960"/>
            </a:xfrm>
            <a:custGeom>
              <a:avLst/>
              <a:pathLst>
                <a:path w="20327" h="17960">
                  <a:moveTo>
                    <a:pt x="19762" y="2350"/>
                  </a:moveTo>
                  <a:lnTo>
                    <a:pt x="20327" y="3401"/>
                  </a:lnTo>
                  <a:lnTo>
                    <a:pt x="18334" y="4572"/>
                  </a:lnTo>
                  <a:lnTo>
                    <a:pt x="9455" y="12401"/>
                  </a:lnTo>
                  <a:lnTo>
                    <a:pt x="6057" y="17960"/>
                  </a:lnTo>
                  <a:lnTo>
                    <a:pt x="2869" y="17694"/>
                  </a:lnTo>
                  <a:lnTo>
                    <a:pt x="0" y="11442"/>
                  </a:lnTo>
                  <a:lnTo>
                    <a:pt x="853" y="2818"/>
                  </a:lnTo>
                  <a:lnTo>
                    <a:pt x="2963" y="2817"/>
                  </a:lnTo>
                  <a:lnTo>
                    <a:pt x="5149" y="1232"/>
                  </a:lnTo>
                  <a:lnTo>
                    <a:pt x="1522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h4157"/>
            <p:cNvSpPr/>
            <p:nvPr/>
          </p:nvSpPr>
          <p:spPr>
            <a:xfrm>
              <a:off x="7134425" y="3054726"/>
              <a:ext cx="23581" cy="9865"/>
            </a:xfrm>
            <a:custGeom>
              <a:avLst/>
              <a:pathLst>
                <a:path w="23581" h="9865">
                  <a:moveTo>
                    <a:pt x="20800" y="0"/>
                  </a:moveTo>
                  <a:lnTo>
                    <a:pt x="23581" y="578"/>
                  </a:lnTo>
                  <a:lnTo>
                    <a:pt x="21199" y="3935"/>
                  </a:lnTo>
                  <a:lnTo>
                    <a:pt x="12111" y="5630"/>
                  </a:lnTo>
                  <a:lnTo>
                    <a:pt x="8709" y="7485"/>
                  </a:lnTo>
                  <a:lnTo>
                    <a:pt x="6272" y="9865"/>
                  </a:lnTo>
                  <a:lnTo>
                    <a:pt x="4497" y="9846"/>
                  </a:lnTo>
                  <a:lnTo>
                    <a:pt x="489" y="4888"/>
                  </a:lnTo>
                  <a:lnTo>
                    <a:pt x="0" y="1799"/>
                  </a:lnTo>
                  <a:lnTo>
                    <a:pt x="974" y="1729"/>
                  </a:lnTo>
                  <a:lnTo>
                    <a:pt x="7034" y="276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h4158"/>
            <p:cNvSpPr/>
            <p:nvPr/>
          </p:nvSpPr>
          <p:spPr>
            <a:xfrm>
              <a:off x="7206272" y="3075731"/>
              <a:ext cx="40081" cy="21464"/>
            </a:xfrm>
            <a:custGeom>
              <a:avLst/>
              <a:pathLst>
                <a:path w="40081" h="21464">
                  <a:moveTo>
                    <a:pt x="36525" y="1742"/>
                  </a:moveTo>
                  <a:lnTo>
                    <a:pt x="35957" y="11245"/>
                  </a:lnTo>
                  <a:lnTo>
                    <a:pt x="40081" y="19138"/>
                  </a:lnTo>
                  <a:lnTo>
                    <a:pt x="36392" y="21464"/>
                  </a:lnTo>
                  <a:lnTo>
                    <a:pt x="33721" y="19176"/>
                  </a:lnTo>
                  <a:lnTo>
                    <a:pt x="31584" y="13488"/>
                  </a:lnTo>
                  <a:lnTo>
                    <a:pt x="28670" y="12143"/>
                  </a:lnTo>
                  <a:lnTo>
                    <a:pt x="23288" y="13166"/>
                  </a:lnTo>
                  <a:lnTo>
                    <a:pt x="17109" y="15749"/>
                  </a:lnTo>
                  <a:lnTo>
                    <a:pt x="13096" y="14832"/>
                  </a:lnTo>
                  <a:lnTo>
                    <a:pt x="9120" y="16636"/>
                  </a:lnTo>
                  <a:lnTo>
                    <a:pt x="5293" y="16467"/>
                  </a:lnTo>
                  <a:lnTo>
                    <a:pt x="0" y="10946"/>
                  </a:lnTo>
                  <a:lnTo>
                    <a:pt x="6436" y="7656"/>
                  </a:lnTo>
                  <a:lnTo>
                    <a:pt x="9458" y="3156"/>
                  </a:lnTo>
                  <a:lnTo>
                    <a:pt x="18814" y="1103"/>
                  </a:lnTo>
                  <a:lnTo>
                    <a:pt x="21407" y="598"/>
                  </a:lnTo>
                  <a:lnTo>
                    <a:pt x="24936" y="2303"/>
                  </a:lnTo>
                  <a:lnTo>
                    <a:pt x="27989" y="1517"/>
                  </a:lnTo>
                  <a:lnTo>
                    <a:pt x="2953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h4159"/>
            <p:cNvSpPr/>
            <p:nvPr/>
          </p:nvSpPr>
          <p:spPr>
            <a:xfrm>
              <a:off x="7219681" y="3107827"/>
              <a:ext cx="9501" cy="12745"/>
            </a:xfrm>
            <a:custGeom>
              <a:avLst/>
              <a:pathLst>
                <a:path w="9501" h="12745">
                  <a:moveTo>
                    <a:pt x="3743" y="0"/>
                  </a:moveTo>
                  <a:lnTo>
                    <a:pt x="4596" y="1480"/>
                  </a:lnTo>
                  <a:lnTo>
                    <a:pt x="7280" y="1736"/>
                  </a:lnTo>
                  <a:lnTo>
                    <a:pt x="9240" y="3172"/>
                  </a:lnTo>
                  <a:lnTo>
                    <a:pt x="9501" y="5011"/>
                  </a:lnTo>
                  <a:lnTo>
                    <a:pt x="5991" y="10372"/>
                  </a:lnTo>
                  <a:lnTo>
                    <a:pt x="4389" y="11464"/>
                  </a:lnTo>
                  <a:lnTo>
                    <a:pt x="1883" y="12745"/>
                  </a:lnTo>
                  <a:lnTo>
                    <a:pt x="0" y="5918"/>
                  </a:lnTo>
                  <a:lnTo>
                    <a:pt x="2814" y="19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h4160"/>
            <p:cNvSpPr/>
            <p:nvPr/>
          </p:nvSpPr>
          <p:spPr>
            <a:xfrm>
              <a:off x="7216550" y="3055941"/>
              <a:ext cx="2199" cy="1579"/>
            </a:xfrm>
            <a:custGeom>
              <a:avLst/>
              <a:pathLst>
                <a:path w="2199" h="1579">
                  <a:moveTo>
                    <a:pt x="2199" y="1579"/>
                  </a:moveTo>
                  <a:lnTo>
                    <a:pt x="0" y="1440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h4161"/>
            <p:cNvSpPr/>
            <p:nvPr/>
          </p:nvSpPr>
          <p:spPr>
            <a:xfrm>
              <a:off x="7222321" y="3035975"/>
              <a:ext cx="19320" cy="15173"/>
            </a:xfrm>
            <a:custGeom>
              <a:avLst/>
              <a:pathLst>
                <a:path w="19320" h="15173">
                  <a:moveTo>
                    <a:pt x="15564" y="3195"/>
                  </a:moveTo>
                  <a:lnTo>
                    <a:pt x="19320" y="5770"/>
                  </a:lnTo>
                  <a:lnTo>
                    <a:pt x="18734" y="6977"/>
                  </a:lnTo>
                  <a:lnTo>
                    <a:pt x="18788" y="14096"/>
                  </a:lnTo>
                  <a:lnTo>
                    <a:pt x="16847" y="15173"/>
                  </a:lnTo>
                  <a:lnTo>
                    <a:pt x="14536" y="13506"/>
                  </a:lnTo>
                  <a:lnTo>
                    <a:pt x="0" y="12933"/>
                  </a:lnTo>
                  <a:lnTo>
                    <a:pt x="188" y="9554"/>
                  </a:lnTo>
                  <a:lnTo>
                    <a:pt x="137" y="7409"/>
                  </a:lnTo>
                  <a:lnTo>
                    <a:pt x="2632" y="6706"/>
                  </a:lnTo>
                  <a:lnTo>
                    <a:pt x="3578" y="4241"/>
                  </a:lnTo>
                  <a:lnTo>
                    <a:pt x="1377" y="4060"/>
                  </a:lnTo>
                  <a:lnTo>
                    <a:pt x="3303" y="1273"/>
                  </a:lnTo>
                  <a:lnTo>
                    <a:pt x="4545" y="1705"/>
                  </a:lnTo>
                  <a:lnTo>
                    <a:pt x="6474" y="0"/>
                  </a:lnTo>
                  <a:lnTo>
                    <a:pt x="9089" y="64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h4162"/>
            <p:cNvSpPr/>
            <p:nvPr/>
          </p:nvSpPr>
          <p:spPr>
            <a:xfrm>
              <a:off x="7224088" y="3033009"/>
              <a:ext cx="1618" cy="3761"/>
            </a:xfrm>
            <a:custGeom>
              <a:avLst/>
              <a:pathLst>
                <a:path w="1618" h="3761">
                  <a:moveTo>
                    <a:pt x="493" y="214"/>
                  </a:moveTo>
                  <a:lnTo>
                    <a:pt x="1618" y="1402"/>
                  </a:lnTo>
                  <a:lnTo>
                    <a:pt x="208" y="37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h4163"/>
            <p:cNvSpPr/>
            <p:nvPr/>
          </p:nvSpPr>
          <p:spPr>
            <a:xfrm>
              <a:off x="7073037" y="3025633"/>
              <a:ext cx="44332" cy="26114"/>
            </a:xfrm>
            <a:custGeom>
              <a:avLst/>
              <a:pathLst>
                <a:path w="44332" h="26114">
                  <a:moveTo>
                    <a:pt x="6930" y="0"/>
                  </a:moveTo>
                  <a:lnTo>
                    <a:pt x="6957" y="1496"/>
                  </a:lnTo>
                  <a:lnTo>
                    <a:pt x="8123" y="2262"/>
                  </a:lnTo>
                  <a:lnTo>
                    <a:pt x="25830" y="10193"/>
                  </a:lnTo>
                  <a:lnTo>
                    <a:pt x="38491" y="9045"/>
                  </a:lnTo>
                  <a:lnTo>
                    <a:pt x="38785" y="8466"/>
                  </a:lnTo>
                  <a:lnTo>
                    <a:pt x="40574" y="9155"/>
                  </a:lnTo>
                  <a:lnTo>
                    <a:pt x="42747" y="11935"/>
                  </a:lnTo>
                  <a:lnTo>
                    <a:pt x="42669" y="13150"/>
                  </a:lnTo>
                  <a:lnTo>
                    <a:pt x="44332" y="14531"/>
                  </a:lnTo>
                  <a:lnTo>
                    <a:pt x="44114" y="16273"/>
                  </a:lnTo>
                  <a:lnTo>
                    <a:pt x="41427" y="15878"/>
                  </a:lnTo>
                  <a:lnTo>
                    <a:pt x="39757" y="16552"/>
                  </a:lnTo>
                  <a:lnTo>
                    <a:pt x="39157" y="18541"/>
                  </a:lnTo>
                  <a:lnTo>
                    <a:pt x="34951" y="23326"/>
                  </a:lnTo>
                  <a:lnTo>
                    <a:pt x="28534" y="26114"/>
                  </a:lnTo>
                  <a:lnTo>
                    <a:pt x="23753" y="21523"/>
                  </a:lnTo>
                  <a:lnTo>
                    <a:pt x="25656" y="18590"/>
                  </a:lnTo>
                  <a:lnTo>
                    <a:pt x="17867" y="10449"/>
                  </a:lnTo>
                  <a:lnTo>
                    <a:pt x="16887" y="10760"/>
                  </a:lnTo>
                  <a:lnTo>
                    <a:pt x="15946" y="12411"/>
                  </a:lnTo>
                  <a:lnTo>
                    <a:pt x="1103" y="8485"/>
                  </a:lnTo>
                  <a:lnTo>
                    <a:pt x="0" y="10686"/>
                  </a:lnTo>
                  <a:lnTo>
                    <a:pt x="575" y="7013"/>
                  </a:lnTo>
                  <a:lnTo>
                    <a:pt x="1832" y="5758"/>
                  </a:lnTo>
                  <a:lnTo>
                    <a:pt x="2868" y="5905"/>
                  </a:lnTo>
                  <a:lnTo>
                    <a:pt x="4070" y="2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h4164"/>
            <p:cNvSpPr/>
            <p:nvPr/>
          </p:nvSpPr>
          <p:spPr>
            <a:xfrm>
              <a:off x="7163436" y="3035246"/>
              <a:ext cx="13941" cy="18910"/>
            </a:xfrm>
            <a:custGeom>
              <a:avLst/>
              <a:pathLst>
                <a:path w="13941" h="18910">
                  <a:moveTo>
                    <a:pt x="13941" y="353"/>
                  </a:moveTo>
                  <a:lnTo>
                    <a:pt x="12868" y="7159"/>
                  </a:lnTo>
                  <a:lnTo>
                    <a:pt x="13065" y="11320"/>
                  </a:lnTo>
                  <a:lnTo>
                    <a:pt x="12366" y="18910"/>
                  </a:lnTo>
                  <a:lnTo>
                    <a:pt x="9805" y="17661"/>
                  </a:lnTo>
                  <a:lnTo>
                    <a:pt x="3017" y="16213"/>
                  </a:lnTo>
                  <a:lnTo>
                    <a:pt x="1708" y="15330"/>
                  </a:lnTo>
                  <a:lnTo>
                    <a:pt x="0" y="11476"/>
                  </a:lnTo>
                  <a:lnTo>
                    <a:pt x="1331" y="8997"/>
                  </a:lnTo>
                  <a:lnTo>
                    <a:pt x="2204" y="8766"/>
                  </a:lnTo>
                  <a:lnTo>
                    <a:pt x="2479" y="5308"/>
                  </a:lnTo>
                  <a:lnTo>
                    <a:pt x="10108" y="3554"/>
                  </a:lnTo>
                  <a:lnTo>
                    <a:pt x="11538" y="1991"/>
                  </a:lnTo>
                  <a:lnTo>
                    <a:pt x="1206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h4165"/>
            <p:cNvSpPr/>
            <p:nvPr/>
          </p:nvSpPr>
          <p:spPr>
            <a:xfrm>
              <a:off x="7059483" y="3147096"/>
              <a:ext cx="36670" cy="44244"/>
            </a:xfrm>
            <a:custGeom>
              <a:avLst/>
              <a:pathLst>
                <a:path w="36670" h="44244">
                  <a:moveTo>
                    <a:pt x="22874" y="0"/>
                  </a:moveTo>
                  <a:lnTo>
                    <a:pt x="25523" y="1349"/>
                  </a:lnTo>
                  <a:lnTo>
                    <a:pt x="24803" y="3837"/>
                  </a:lnTo>
                  <a:lnTo>
                    <a:pt x="25119" y="6967"/>
                  </a:lnTo>
                  <a:lnTo>
                    <a:pt x="34189" y="13733"/>
                  </a:lnTo>
                  <a:lnTo>
                    <a:pt x="36670" y="14732"/>
                  </a:lnTo>
                  <a:lnTo>
                    <a:pt x="34029" y="14593"/>
                  </a:lnTo>
                  <a:lnTo>
                    <a:pt x="33111" y="22752"/>
                  </a:lnTo>
                  <a:lnTo>
                    <a:pt x="29180" y="23460"/>
                  </a:lnTo>
                  <a:lnTo>
                    <a:pt x="29277" y="25881"/>
                  </a:lnTo>
                  <a:lnTo>
                    <a:pt x="31194" y="31352"/>
                  </a:lnTo>
                  <a:lnTo>
                    <a:pt x="26679" y="33625"/>
                  </a:lnTo>
                  <a:lnTo>
                    <a:pt x="24063" y="37813"/>
                  </a:lnTo>
                  <a:lnTo>
                    <a:pt x="24752" y="39361"/>
                  </a:lnTo>
                  <a:lnTo>
                    <a:pt x="22470" y="44244"/>
                  </a:lnTo>
                  <a:lnTo>
                    <a:pt x="18928" y="42097"/>
                  </a:lnTo>
                  <a:lnTo>
                    <a:pt x="14878" y="37682"/>
                  </a:lnTo>
                  <a:lnTo>
                    <a:pt x="13265" y="36158"/>
                  </a:lnTo>
                  <a:lnTo>
                    <a:pt x="15604" y="33974"/>
                  </a:lnTo>
                  <a:lnTo>
                    <a:pt x="16979" y="30884"/>
                  </a:lnTo>
                  <a:lnTo>
                    <a:pt x="16737" y="29192"/>
                  </a:lnTo>
                  <a:lnTo>
                    <a:pt x="9194" y="29142"/>
                  </a:lnTo>
                  <a:lnTo>
                    <a:pt x="2883" y="24988"/>
                  </a:lnTo>
                  <a:lnTo>
                    <a:pt x="3566" y="21021"/>
                  </a:lnTo>
                  <a:lnTo>
                    <a:pt x="3160" y="19309"/>
                  </a:lnTo>
                  <a:lnTo>
                    <a:pt x="1576" y="14244"/>
                  </a:lnTo>
                  <a:lnTo>
                    <a:pt x="0" y="13454"/>
                  </a:lnTo>
                  <a:lnTo>
                    <a:pt x="190" y="12719"/>
                  </a:lnTo>
                  <a:lnTo>
                    <a:pt x="2296" y="11928"/>
                  </a:lnTo>
                  <a:lnTo>
                    <a:pt x="3521" y="12592"/>
                  </a:lnTo>
                  <a:lnTo>
                    <a:pt x="10267" y="9534"/>
                  </a:lnTo>
                  <a:lnTo>
                    <a:pt x="13625" y="3461"/>
                  </a:lnTo>
                  <a:lnTo>
                    <a:pt x="15995" y="253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h4166"/>
            <p:cNvSpPr/>
            <p:nvPr/>
          </p:nvSpPr>
          <p:spPr>
            <a:xfrm>
              <a:off x="7082202" y="2963911"/>
              <a:ext cx="29252" cy="18926"/>
            </a:xfrm>
            <a:custGeom>
              <a:avLst/>
              <a:pathLst>
                <a:path w="29252" h="18926">
                  <a:moveTo>
                    <a:pt x="9240" y="2132"/>
                  </a:moveTo>
                  <a:lnTo>
                    <a:pt x="11344" y="342"/>
                  </a:lnTo>
                  <a:lnTo>
                    <a:pt x="17799" y="5999"/>
                  </a:lnTo>
                  <a:lnTo>
                    <a:pt x="18106" y="7038"/>
                  </a:lnTo>
                  <a:lnTo>
                    <a:pt x="17224" y="7352"/>
                  </a:lnTo>
                  <a:lnTo>
                    <a:pt x="22738" y="12359"/>
                  </a:lnTo>
                  <a:lnTo>
                    <a:pt x="26649" y="15123"/>
                  </a:lnTo>
                  <a:lnTo>
                    <a:pt x="29252" y="14414"/>
                  </a:lnTo>
                  <a:lnTo>
                    <a:pt x="29221" y="17178"/>
                  </a:lnTo>
                  <a:lnTo>
                    <a:pt x="28069" y="16643"/>
                  </a:lnTo>
                  <a:lnTo>
                    <a:pt x="27161" y="18926"/>
                  </a:lnTo>
                  <a:lnTo>
                    <a:pt x="27192" y="15841"/>
                  </a:lnTo>
                  <a:lnTo>
                    <a:pt x="24486" y="16880"/>
                  </a:lnTo>
                  <a:lnTo>
                    <a:pt x="11331" y="10255"/>
                  </a:lnTo>
                  <a:lnTo>
                    <a:pt x="1483" y="7141"/>
                  </a:lnTo>
                  <a:lnTo>
                    <a:pt x="714" y="6914"/>
                  </a:lnTo>
                  <a:lnTo>
                    <a:pt x="0" y="4691"/>
                  </a:lnTo>
                  <a:lnTo>
                    <a:pt x="525" y="2262"/>
                  </a:lnTo>
                  <a:lnTo>
                    <a:pt x="227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h4167"/>
            <p:cNvSpPr/>
            <p:nvPr/>
          </p:nvSpPr>
          <p:spPr>
            <a:xfrm>
              <a:off x="7221218" y="3045529"/>
              <a:ext cx="1291" cy="3379"/>
            </a:xfrm>
            <a:custGeom>
              <a:avLst/>
              <a:pathLst>
                <a:path w="1291" h="3379">
                  <a:moveTo>
                    <a:pt x="0" y="1687"/>
                  </a:moveTo>
                  <a:lnTo>
                    <a:pt x="1291" y="0"/>
                  </a:lnTo>
                  <a:lnTo>
                    <a:pt x="1103" y="337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h4168"/>
            <p:cNvSpPr/>
            <p:nvPr/>
          </p:nvSpPr>
          <p:spPr>
            <a:xfrm>
              <a:off x="7212779" y="3028803"/>
              <a:ext cx="16010" cy="14580"/>
            </a:xfrm>
            <a:custGeom>
              <a:avLst/>
              <a:pathLst>
                <a:path w="16010" h="14580">
                  <a:moveTo>
                    <a:pt x="11518" y="7966"/>
                  </a:moveTo>
                  <a:lnTo>
                    <a:pt x="12928" y="5608"/>
                  </a:lnTo>
                  <a:lnTo>
                    <a:pt x="14867" y="2136"/>
                  </a:lnTo>
                  <a:lnTo>
                    <a:pt x="16010" y="3287"/>
                  </a:lnTo>
                  <a:lnTo>
                    <a:pt x="13686" y="5760"/>
                  </a:lnTo>
                  <a:lnTo>
                    <a:pt x="12845" y="8445"/>
                  </a:lnTo>
                  <a:lnTo>
                    <a:pt x="10920" y="11231"/>
                  </a:lnTo>
                  <a:lnTo>
                    <a:pt x="13120" y="11412"/>
                  </a:lnTo>
                  <a:lnTo>
                    <a:pt x="12174" y="13877"/>
                  </a:lnTo>
                  <a:lnTo>
                    <a:pt x="9679" y="14580"/>
                  </a:lnTo>
                  <a:lnTo>
                    <a:pt x="9851" y="11970"/>
                  </a:lnTo>
                  <a:lnTo>
                    <a:pt x="0" y="6809"/>
                  </a:lnTo>
                  <a:lnTo>
                    <a:pt x="1180" y="2933"/>
                  </a:lnTo>
                  <a:lnTo>
                    <a:pt x="2525" y="0"/>
                  </a:lnTo>
                  <a:lnTo>
                    <a:pt x="11309" y="420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h4169"/>
            <p:cNvSpPr/>
            <p:nvPr/>
          </p:nvSpPr>
          <p:spPr>
            <a:xfrm>
              <a:off x="7124927" y="3111292"/>
              <a:ext cx="9729" cy="4704"/>
            </a:xfrm>
            <a:custGeom>
              <a:avLst/>
              <a:pathLst>
                <a:path w="9729" h="4704">
                  <a:moveTo>
                    <a:pt x="1561" y="0"/>
                  </a:moveTo>
                  <a:lnTo>
                    <a:pt x="9729" y="774"/>
                  </a:lnTo>
                  <a:lnTo>
                    <a:pt x="9228" y="1687"/>
                  </a:lnTo>
                  <a:lnTo>
                    <a:pt x="8903" y="4704"/>
                  </a:lnTo>
                  <a:lnTo>
                    <a:pt x="0" y="289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h4170"/>
            <p:cNvSpPr/>
            <p:nvPr/>
          </p:nvSpPr>
          <p:spPr>
            <a:xfrm>
              <a:off x="7119594" y="3043485"/>
              <a:ext cx="9682" cy="8453"/>
            </a:xfrm>
            <a:custGeom>
              <a:avLst/>
              <a:pathLst>
                <a:path w="9682" h="8453">
                  <a:moveTo>
                    <a:pt x="9682" y="4231"/>
                  </a:moveTo>
                  <a:lnTo>
                    <a:pt x="8547" y="8453"/>
                  </a:lnTo>
                  <a:lnTo>
                    <a:pt x="2661" y="5088"/>
                  </a:lnTo>
                  <a:lnTo>
                    <a:pt x="0" y="1791"/>
                  </a:lnTo>
                  <a:lnTo>
                    <a:pt x="512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h4171"/>
            <p:cNvSpPr/>
            <p:nvPr/>
          </p:nvSpPr>
          <p:spPr>
            <a:xfrm>
              <a:off x="7106074" y="3021788"/>
              <a:ext cx="28588" cy="21597"/>
            </a:xfrm>
            <a:custGeom>
              <a:avLst/>
              <a:pathLst>
                <a:path w="28588" h="21597">
                  <a:moveTo>
                    <a:pt x="18490" y="7449"/>
                  </a:moveTo>
                  <a:lnTo>
                    <a:pt x="16854" y="12007"/>
                  </a:lnTo>
                  <a:lnTo>
                    <a:pt x="20900" y="13793"/>
                  </a:lnTo>
                  <a:lnTo>
                    <a:pt x="22116" y="15210"/>
                  </a:lnTo>
                  <a:lnTo>
                    <a:pt x="22169" y="17303"/>
                  </a:lnTo>
                  <a:lnTo>
                    <a:pt x="28588" y="16374"/>
                  </a:lnTo>
                  <a:lnTo>
                    <a:pt x="25783" y="21194"/>
                  </a:lnTo>
                  <a:lnTo>
                    <a:pt x="21677" y="21597"/>
                  </a:lnTo>
                  <a:lnTo>
                    <a:pt x="14315" y="19716"/>
                  </a:lnTo>
                  <a:lnTo>
                    <a:pt x="11295" y="18376"/>
                  </a:lnTo>
                  <a:lnTo>
                    <a:pt x="9632" y="16994"/>
                  </a:lnTo>
                  <a:lnTo>
                    <a:pt x="9710" y="15780"/>
                  </a:lnTo>
                  <a:lnTo>
                    <a:pt x="7537" y="13000"/>
                  </a:lnTo>
                  <a:lnTo>
                    <a:pt x="5748" y="12311"/>
                  </a:lnTo>
                  <a:lnTo>
                    <a:pt x="5455" y="12890"/>
                  </a:lnTo>
                  <a:lnTo>
                    <a:pt x="4400" y="10103"/>
                  </a:lnTo>
                  <a:lnTo>
                    <a:pt x="811" y="7553"/>
                  </a:lnTo>
                  <a:lnTo>
                    <a:pt x="0" y="6079"/>
                  </a:lnTo>
                  <a:lnTo>
                    <a:pt x="488" y="1933"/>
                  </a:lnTo>
                  <a:lnTo>
                    <a:pt x="2624" y="798"/>
                  </a:lnTo>
                  <a:lnTo>
                    <a:pt x="8063" y="749"/>
                  </a:lnTo>
                  <a:lnTo>
                    <a:pt x="9624" y="0"/>
                  </a:lnTo>
                  <a:lnTo>
                    <a:pt x="13858" y="283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h4172"/>
            <p:cNvSpPr/>
            <p:nvPr/>
          </p:nvSpPr>
          <p:spPr>
            <a:xfrm>
              <a:off x="7119896" y="3064572"/>
              <a:ext cx="24990" cy="18060"/>
            </a:xfrm>
            <a:custGeom>
              <a:avLst/>
              <a:pathLst>
                <a:path w="24990" h="18060">
                  <a:moveTo>
                    <a:pt x="20801" y="19"/>
                  </a:moveTo>
                  <a:lnTo>
                    <a:pt x="24990" y="3013"/>
                  </a:lnTo>
                  <a:lnTo>
                    <a:pt x="20008" y="9378"/>
                  </a:lnTo>
                  <a:lnTo>
                    <a:pt x="9792" y="15395"/>
                  </a:lnTo>
                  <a:lnTo>
                    <a:pt x="8971" y="15471"/>
                  </a:lnTo>
                  <a:lnTo>
                    <a:pt x="7566" y="18060"/>
                  </a:lnTo>
                  <a:lnTo>
                    <a:pt x="3938" y="15987"/>
                  </a:lnTo>
                  <a:lnTo>
                    <a:pt x="3011" y="17605"/>
                  </a:lnTo>
                  <a:lnTo>
                    <a:pt x="2128" y="17455"/>
                  </a:lnTo>
                  <a:lnTo>
                    <a:pt x="0" y="14756"/>
                  </a:lnTo>
                  <a:lnTo>
                    <a:pt x="1770" y="12315"/>
                  </a:lnTo>
                  <a:lnTo>
                    <a:pt x="3797" y="13952"/>
                  </a:lnTo>
                  <a:lnTo>
                    <a:pt x="8435" y="15064"/>
                  </a:lnTo>
                  <a:lnTo>
                    <a:pt x="9547" y="14673"/>
                  </a:lnTo>
                  <a:lnTo>
                    <a:pt x="8933" y="12845"/>
                  </a:lnTo>
                  <a:lnTo>
                    <a:pt x="7874" y="12983"/>
                  </a:lnTo>
                  <a:lnTo>
                    <a:pt x="9872" y="5347"/>
                  </a:lnTo>
                  <a:lnTo>
                    <a:pt x="14160" y="1732"/>
                  </a:lnTo>
                  <a:lnTo>
                    <a:pt x="190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h4173"/>
            <p:cNvSpPr/>
            <p:nvPr/>
          </p:nvSpPr>
          <p:spPr>
            <a:xfrm>
              <a:off x="7131795" y="3147310"/>
              <a:ext cx="4697" cy="8285"/>
            </a:xfrm>
            <a:custGeom>
              <a:avLst/>
              <a:pathLst>
                <a:path w="4697" h="8285">
                  <a:moveTo>
                    <a:pt x="4697" y="8285"/>
                  </a:moveTo>
                  <a:lnTo>
                    <a:pt x="0" y="3572"/>
                  </a:lnTo>
                  <a:lnTo>
                    <a:pt x="684" y="0"/>
                  </a:lnTo>
                  <a:lnTo>
                    <a:pt x="4573" y="441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h4174"/>
            <p:cNvSpPr/>
            <p:nvPr/>
          </p:nvSpPr>
          <p:spPr>
            <a:xfrm>
              <a:off x="7121445" y="3126758"/>
              <a:ext cx="18377" cy="19730"/>
            </a:xfrm>
            <a:custGeom>
              <a:avLst/>
              <a:pathLst>
                <a:path w="18377" h="19730">
                  <a:moveTo>
                    <a:pt x="5185" y="2950"/>
                  </a:moveTo>
                  <a:lnTo>
                    <a:pt x="9191" y="3797"/>
                  </a:lnTo>
                  <a:lnTo>
                    <a:pt x="9767" y="3734"/>
                  </a:lnTo>
                  <a:lnTo>
                    <a:pt x="10063" y="2078"/>
                  </a:lnTo>
                  <a:lnTo>
                    <a:pt x="11686" y="2697"/>
                  </a:lnTo>
                  <a:lnTo>
                    <a:pt x="18028" y="676"/>
                  </a:lnTo>
                  <a:lnTo>
                    <a:pt x="18377" y="855"/>
                  </a:lnTo>
                  <a:lnTo>
                    <a:pt x="15099" y="12470"/>
                  </a:lnTo>
                  <a:lnTo>
                    <a:pt x="12839" y="14791"/>
                  </a:lnTo>
                  <a:lnTo>
                    <a:pt x="11365" y="19730"/>
                  </a:lnTo>
                  <a:lnTo>
                    <a:pt x="9886" y="17030"/>
                  </a:lnTo>
                  <a:lnTo>
                    <a:pt x="5724" y="15368"/>
                  </a:lnTo>
                  <a:lnTo>
                    <a:pt x="1953" y="15936"/>
                  </a:lnTo>
                  <a:lnTo>
                    <a:pt x="1834" y="12908"/>
                  </a:lnTo>
                  <a:lnTo>
                    <a:pt x="85" y="7517"/>
                  </a:lnTo>
                  <a:lnTo>
                    <a:pt x="0" y="1210"/>
                  </a:lnTo>
                  <a:lnTo>
                    <a:pt x="1584" y="52"/>
                  </a:lnTo>
                  <a:lnTo>
                    <a:pt x="432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h4175"/>
            <p:cNvSpPr/>
            <p:nvPr/>
          </p:nvSpPr>
          <p:spPr>
            <a:xfrm>
              <a:off x="7201203" y="3079169"/>
              <a:ext cx="11669" cy="7508"/>
            </a:xfrm>
            <a:custGeom>
              <a:avLst/>
              <a:pathLst>
                <a:path w="11669" h="7508">
                  <a:moveTo>
                    <a:pt x="11669" y="2089"/>
                  </a:moveTo>
                  <a:lnTo>
                    <a:pt x="11505" y="4218"/>
                  </a:lnTo>
                  <a:lnTo>
                    <a:pt x="5068" y="7508"/>
                  </a:lnTo>
                  <a:lnTo>
                    <a:pt x="2272" y="7060"/>
                  </a:lnTo>
                  <a:lnTo>
                    <a:pt x="0" y="3101"/>
                  </a:lnTo>
                  <a:lnTo>
                    <a:pt x="3224" y="2281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h4176"/>
            <p:cNvSpPr/>
            <p:nvPr/>
          </p:nvSpPr>
          <p:spPr>
            <a:xfrm>
              <a:off x="7028850" y="3103003"/>
              <a:ext cx="21315" cy="11624"/>
            </a:xfrm>
            <a:custGeom>
              <a:avLst/>
              <a:pathLst>
                <a:path w="21315" h="11624">
                  <a:moveTo>
                    <a:pt x="12479" y="2057"/>
                  </a:moveTo>
                  <a:lnTo>
                    <a:pt x="14562" y="3968"/>
                  </a:lnTo>
                  <a:lnTo>
                    <a:pt x="16807" y="4190"/>
                  </a:lnTo>
                  <a:lnTo>
                    <a:pt x="15892" y="5644"/>
                  </a:lnTo>
                  <a:lnTo>
                    <a:pt x="19278" y="7208"/>
                  </a:lnTo>
                  <a:lnTo>
                    <a:pt x="20973" y="9113"/>
                  </a:lnTo>
                  <a:lnTo>
                    <a:pt x="21315" y="11034"/>
                  </a:lnTo>
                  <a:lnTo>
                    <a:pt x="12154" y="11624"/>
                  </a:lnTo>
                  <a:lnTo>
                    <a:pt x="5311" y="9551"/>
                  </a:lnTo>
                  <a:lnTo>
                    <a:pt x="2095" y="9965"/>
                  </a:lnTo>
                  <a:lnTo>
                    <a:pt x="0" y="7837"/>
                  </a:lnTo>
                  <a:lnTo>
                    <a:pt x="603" y="5045"/>
                  </a:lnTo>
                  <a:lnTo>
                    <a:pt x="4968" y="439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h4177"/>
            <p:cNvSpPr/>
            <p:nvPr/>
          </p:nvSpPr>
          <p:spPr>
            <a:xfrm>
              <a:off x="7044234" y="3068346"/>
              <a:ext cx="31657" cy="25456"/>
            </a:xfrm>
            <a:custGeom>
              <a:avLst/>
              <a:pathLst>
                <a:path w="31657" h="25456">
                  <a:moveTo>
                    <a:pt x="12376" y="702"/>
                  </a:moveTo>
                  <a:lnTo>
                    <a:pt x="13174" y="3704"/>
                  </a:lnTo>
                  <a:lnTo>
                    <a:pt x="20045" y="5687"/>
                  </a:lnTo>
                  <a:lnTo>
                    <a:pt x="23406" y="5820"/>
                  </a:lnTo>
                  <a:lnTo>
                    <a:pt x="26838" y="14402"/>
                  </a:lnTo>
                  <a:lnTo>
                    <a:pt x="31657" y="20915"/>
                  </a:lnTo>
                  <a:lnTo>
                    <a:pt x="31044" y="23170"/>
                  </a:lnTo>
                  <a:lnTo>
                    <a:pt x="30071" y="25301"/>
                  </a:lnTo>
                  <a:lnTo>
                    <a:pt x="27569" y="22864"/>
                  </a:lnTo>
                  <a:lnTo>
                    <a:pt x="25299" y="22066"/>
                  </a:lnTo>
                  <a:lnTo>
                    <a:pt x="24681" y="24225"/>
                  </a:lnTo>
                  <a:lnTo>
                    <a:pt x="22880" y="23766"/>
                  </a:lnTo>
                  <a:lnTo>
                    <a:pt x="21196" y="21327"/>
                  </a:lnTo>
                  <a:lnTo>
                    <a:pt x="17909" y="19495"/>
                  </a:lnTo>
                  <a:lnTo>
                    <a:pt x="12105" y="18670"/>
                  </a:lnTo>
                  <a:lnTo>
                    <a:pt x="9399" y="21479"/>
                  </a:lnTo>
                  <a:lnTo>
                    <a:pt x="9262" y="24909"/>
                  </a:lnTo>
                  <a:lnTo>
                    <a:pt x="2376" y="25456"/>
                  </a:lnTo>
                  <a:lnTo>
                    <a:pt x="3319" y="22864"/>
                  </a:lnTo>
                  <a:lnTo>
                    <a:pt x="0" y="14491"/>
                  </a:lnTo>
                  <a:lnTo>
                    <a:pt x="1797" y="11785"/>
                  </a:lnTo>
                  <a:lnTo>
                    <a:pt x="4456" y="10452"/>
                  </a:lnTo>
                  <a:lnTo>
                    <a:pt x="7658" y="6963"/>
                  </a:lnTo>
                  <a:lnTo>
                    <a:pt x="5579" y="4957"/>
                  </a:lnTo>
                  <a:lnTo>
                    <a:pt x="6188" y="14"/>
                  </a:lnTo>
                  <a:lnTo>
                    <a:pt x="908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h4178"/>
            <p:cNvSpPr/>
            <p:nvPr/>
          </p:nvSpPr>
          <p:spPr>
            <a:xfrm>
              <a:off x="7119594" y="3017308"/>
              <a:ext cx="32956" cy="33774"/>
            </a:xfrm>
            <a:custGeom>
              <a:avLst/>
              <a:pathLst>
                <a:path w="32956" h="33774">
                  <a:moveTo>
                    <a:pt x="27779" y="2632"/>
                  </a:moveTo>
                  <a:lnTo>
                    <a:pt x="30640" y="1348"/>
                  </a:lnTo>
                  <a:lnTo>
                    <a:pt x="32956" y="2405"/>
                  </a:lnTo>
                  <a:lnTo>
                    <a:pt x="31370" y="7802"/>
                  </a:lnTo>
                  <a:lnTo>
                    <a:pt x="31324" y="12170"/>
                  </a:lnTo>
                  <a:lnTo>
                    <a:pt x="28373" y="16389"/>
                  </a:lnTo>
                  <a:lnTo>
                    <a:pt x="27534" y="22383"/>
                  </a:lnTo>
                  <a:lnTo>
                    <a:pt x="26944" y="28814"/>
                  </a:lnTo>
                  <a:lnTo>
                    <a:pt x="23683" y="28281"/>
                  </a:lnTo>
                  <a:lnTo>
                    <a:pt x="22874" y="33573"/>
                  </a:lnTo>
                  <a:lnTo>
                    <a:pt x="14705" y="33774"/>
                  </a:lnTo>
                  <a:lnTo>
                    <a:pt x="9682" y="30409"/>
                  </a:lnTo>
                  <a:lnTo>
                    <a:pt x="5121" y="26177"/>
                  </a:lnTo>
                  <a:lnTo>
                    <a:pt x="0" y="27968"/>
                  </a:lnTo>
                  <a:lnTo>
                    <a:pt x="795" y="24196"/>
                  </a:lnTo>
                  <a:lnTo>
                    <a:pt x="8157" y="26077"/>
                  </a:lnTo>
                  <a:lnTo>
                    <a:pt x="12263" y="25674"/>
                  </a:lnTo>
                  <a:lnTo>
                    <a:pt x="15067" y="20855"/>
                  </a:lnTo>
                  <a:lnTo>
                    <a:pt x="8649" y="21783"/>
                  </a:lnTo>
                  <a:lnTo>
                    <a:pt x="8596" y="19690"/>
                  </a:lnTo>
                  <a:lnTo>
                    <a:pt x="7380" y="18274"/>
                  </a:lnTo>
                  <a:lnTo>
                    <a:pt x="13214" y="15308"/>
                  </a:lnTo>
                  <a:lnTo>
                    <a:pt x="15723" y="16051"/>
                  </a:lnTo>
                  <a:lnTo>
                    <a:pt x="16438" y="17934"/>
                  </a:lnTo>
                  <a:lnTo>
                    <a:pt x="18435" y="18214"/>
                  </a:lnTo>
                  <a:lnTo>
                    <a:pt x="20728" y="9893"/>
                  </a:lnTo>
                  <a:lnTo>
                    <a:pt x="22501" y="6266"/>
                  </a:lnTo>
                  <a:lnTo>
                    <a:pt x="27094" y="3888"/>
                  </a:lnTo>
                  <a:lnTo>
                    <a:pt x="2585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h4179"/>
            <p:cNvSpPr/>
            <p:nvPr/>
          </p:nvSpPr>
          <p:spPr>
            <a:xfrm>
              <a:off x="7173300" y="3026504"/>
              <a:ext cx="8607" cy="9903"/>
            </a:xfrm>
            <a:custGeom>
              <a:avLst/>
              <a:pathLst>
                <a:path w="8607" h="9903">
                  <a:moveTo>
                    <a:pt x="8607" y="3931"/>
                  </a:moveTo>
                  <a:lnTo>
                    <a:pt x="7305" y="3949"/>
                  </a:lnTo>
                  <a:lnTo>
                    <a:pt x="6512" y="9903"/>
                  </a:lnTo>
                  <a:lnTo>
                    <a:pt x="5248" y="9724"/>
                  </a:lnTo>
                  <a:lnTo>
                    <a:pt x="1002" y="6469"/>
                  </a:lnTo>
                  <a:lnTo>
                    <a:pt x="0" y="5864"/>
                  </a:lnTo>
                  <a:lnTo>
                    <a:pt x="3336" y="405"/>
                  </a:lnTo>
                  <a:lnTo>
                    <a:pt x="789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h4180"/>
            <p:cNvSpPr/>
            <p:nvPr/>
          </p:nvSpPr>
          <p:spPr>
            <a:xfrm>
              <a:off x="7104639" y="3123728"/>
              <a:ext cx="20963" cy="32351"/>
            </a:xfrm>
            <a:custGeom>
              <a:avLst/>
              <a:pathLst>
                <a:path w="20963" h="32351">
                  <a:moveTo>
                    <a:pt x="4943" y="216"/>
                  </a:moveTo>
                  <a:lnTo>
                    <a:pt x="6983" y="1463"/>
                  </a:lnTo>
                  <a:lnTo>
                    <a:pt x="14511" y="744"/>
                  </a:lnTo>
                  <a:lnTo>
                    <a:pt x="14655" y="4387"/>
                  </a:lnTo>
                  <a:lnTo>
                    <a:pt x="16806" y="4240"/>
                  </a:lnTo>
                  <a:lnTo>
                    <a:pt x="16891" y="10546"/>
                  </a:lnTo>
                  <a:lnTo>
                    <a:pt x="18640" y="15938"/>
                  </a:lnTo>
                  <a:lnTo>
                    <a:pt x="18759" y="18966"/>
                  </a:lnTo>
                  <a:lnTo>
                    <a:pt x="20963" y="28626"/>
                  </a:lnTo>
                  <a:lnTo>
                    <a:pt x="20877" y="32351"/>
                  </a:lnTo>
                  <a:lnTo>
                    <a:pt x="19424" y="30419"/>
                  </a:lnTo>
                  <a:lnTo>
                    <a:pt x="18361" y="26617"/>
                  </a:lnTo>
                  <a:lnTo>
                    <a:pt x="14899" y="22375"/>
                  </a:lnTo>
                  <a:lnTo>
                    <a:pt x="12950" y="20934"/>
                  </a:lnTo>
                  <a:lnTo>
                    <a:pt x="8043" y="19850"/>
                  </a:lnTo>
                  <a:lnTo>
                    <a:pt x="6817" y="21677"/>
                  </a:lnTo>
                  <a:lnTo>
                    <a:pt x="5215" y="17903"/>
                  </a:lnTo>
                  <a:lnTo>
                    <a:pt x="5462" y="15432"/>
                  </a:lnTo>
                  <a:lnTo>
                    <a:pt x="3419" y="10855"/>
                  </a:lnTo>
                  <a:lnTo>
                    <a:pt x="999" y="8331"/>
                  </a:lnTo>
                  <a:lnTo>
                    <a:pt x="0" y="4965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h4181"/>
            <p:cNvSpPr/>
            <p:nvPr/>
          </p:nvSpPr>
          <p:spPr>
            <a:xfrm>
              <a:off x="7135143" y="3109224"/>
              <a:ext cx="5701" cy="2831"/>
            </a:xfrm>
            <a:custGeom>
              <a:avLst/>
              <a:pathLst>
                <a:path w="5701" h="2831">
                  <a:moveTo>
                    <a:pt x="4790" y="2831"/>
                  </a:moveTo>
                  <a:lnTo>
                    <a:pt x="0" y="1658"/>
                  </a:lnTo>
                  <a:lnTo>
                    <a:pt x="1276" y="615"/>
                  </a:lnTo>
                  <a:lnTo>
                    <a:pt x="570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h4182"/>
            <p:cNvSpPr/>
            <p:nvPr/>
          </p:nvSpPr>
          <p:spPr>
            <a:xfrm>
              <a:off x="6999912" y="3123477"/>
              <a:ext cx="46971" cy="33047"/>
            </a:xfrm>
            <a:custGeom>
              <a:avLst/>
              <a:pathLst>
                <a:path w="46971" h="33047">
                  <a:moveTo>
                    <a:pt x="31096" y="361"/>
                  </a:moveTo>
                  <a:lnTo>
                    <a:pt x="34165" y="1742"/>
                  </a:lnTo>
                  <a:lnTo>
                    <a:pt x="35839" y="4730"/>
                  </a:lnTo>
                  <a:lnTo>
                    <a:pt x="38418" y="4268"/>
                  </a:lnTo>
                  <a:lnTo>
                    <a:pt x="40761" y="7630"/>
                  </a:lnTo>
                  <a:lnTo>
                    <a:pt x="42052" y="8991"/>
                  </a:lnTo>
                  <a:lnTo>
                    <a:pt x="44211" y="9700"/>
                  </a:lnTo>
                  <a:lnTo>
                    <a:pt x="46971" y="14432"/>
                  </a:lnTo>
                  <a:lnTo>
                    <a:pt x="45986" y="23963"/>
                  </a:lnTo>
                  <a:lnTo>
                    <a:pt x="44040" y="28555"/>
                  </a:lnTo>
                  <a:lnTo>
                    <a:pt x="42564" y="29874"/>
                  </a:lnTo>
                  <a:lnTo>
                    <a:pt x="39230" y="30566"/>
                  </a:lnTo>
                  <a:lnTo>
                    <a:pt x="37309" y="29675"/>
                  </a:lnTo>
                  <a:lnTo>
                    <a:pt x="36417" y="27993"/>
                  </a:lnTo>
                  <a:lnTo>
                    <a:pt x="29724" y="26126"/>
                  </a:lnTo>
                  <a:lnTo>
                    <a:pt x="26822" y="32568"/>
                  </a:lnTo>
                  <a:lnTo>
                    <a:pt x="23482" y="33047"/>
                  </a:lnTo>
                  <a:lnTo>
                    <a:pt x="15992" y="29727"/>
                  </a:lnTo>
                  <a:lnTo>
                    <a:pt x="10745" y="29855"/>
                  </a:lnTo>
                  <a:lnTo>
                    <a:pt x="9365" y="30508"/>
                  </a:lnTo>
                  <a:lnTo>
                    <a:pt x="9459" y="31548"/>
                  </a:lnTo>
                  <a:lnTo>
                    <a:pt x="3485" y="28642"/>
                  </a:lnTo>
                  <a:lnTo>
                    <a:pt x="0" y="24955"/>
                  </a:lnTo>
                  <a:lnTo>
                    <a:pt x="7842" y="17088"/>
                  </a:lnTo>
                  <a:lnTo>
                    <a:pt x="9722" y="13188"/>
                  </a:lnTo>
                  <a:lnTo>
                    <a:pt x="10522" y="8670"/>
                  </a:lnTo>
                  <a:lnTo>
                    <a:pt x="16555" y="5758"/>
                  </a:lnTo>
                  <a:lnTo>
                    <a:pt x="18967" y="5703"/>
                  </a:lnTo>
                  <a:lnTo>
                    <a:pt x="24610" y="1373"/>
                  </a:lnTo>
                  <a:lnTo>
                    <a:pt x="2525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h4183"/>
            <p:cNvSpPr/>
            <p:nvPr/>
          </p:nvSpPr>
          <p:spPr>
            <a:xfrm>
              <a:off x="7196289" y="3057001"/>
              <a:ext cx="46784" cy="21032"/>
            </a:xfrm>
            <a:custGeom>
              <a:avLst/>
              <a:pathLst>
                <a:path w="46784" h="21032">
                  <a:moveTo>
                    <a:pt x="28899" y="604"/>
                  </a:moveTo>
                  <a:lnTo>
                    <a:pt x="31923" y="2712"/>
                  </a:lnTo>
                  <a:lnTo>
                    <a:pt x="37433" y="4684"/>
                  </a:lnTo>
                  <a:lnTo>
                    <a:pt x="44952" y="11336"/>
                  </a:lnTo>
                  <a:lnTo>
                    <a:pt x="46784" y="11420"/>
                  </a:lnTo>
                  <a:lnTo>
                    <a:pt x="45787" y="12480"/>
                  </a:lnTo>
                  <a:lnTo>
                    <a:pt x="46481" y="16679"/>
                  </a:lnTo>
                  <a:lnTo>
                    <a:pt x="45779" y="19712"/>
                  </a:lnTo>
                  <a:lnTo>
                    <a:pt x="46508" y="20472"/>
                  </a:lnTo>
                  <a:lnTo>
                    <a:pt x="39516" y="18729"/>
                  </a:lnTo>
                  <a:lnTo>
                    <a:pt x="37972" y="20246"/>
                  </a:lnTo>
                  <a:lnTo>
                    <a:pt x="34919" y="21032"/>
                  </a:lnTo>
                  <a:lnTo>
                    <a:pt x="31390" y="19327"/>
                  </a:lnTo>
                  <a:lnTo>
                    <a:pt x="28797" y="19832"/>
                  </a:lnTo>
                  <a:lnTo>
                    <a:pt x="13148" y="17182"/>
                  </a:lnTo>
                  <a:lnTo>
                    <a:pt x="12967" y="15269"/>
                  </a:lnTo>
                  <a:lnTo>
                    <a:pt x="11076" y="12536"/>
                  </a:lnTo>
                  <a:lnTo>
                    <a:pt x="6371" y="14193"/>
                  </a:lnTo>
                  <a:lnTo>
                    <a:pt x="4932" y="17596"/>
                  </a:lnTo>
                  <a:lnTo>
                    <a:pt x="366" y="16548"/>
                  </a:lnTo>
                  <a:lnTo>
                    <a:pt x="0" y="10011"/>
                  </a:lnTo>
                  <a:lnTo>
                    <a:pt x="1757" y="9215"/>
                  </a:lnTo>
                  <a:lnTo>
                    <a:pt x="9280" y="6135"/>
                  </a:lnTo>
                  <a:lnTo>
                    <a:pt x="14593" y="2782"/>
                  </a:lnTo>
                  <a:lnTo>
                    <a:pt x="16775" y="2784"/>
                  </a:lnTo>
                  <a:lnTo>
                    <a:pt x="17887" y="2877"/>
                  </a:lnTo>
                  <a:lnTo>
                    <a:pt x="20260" y="379"/>
                  </a:lnTo>
                  <a:lnTo>
                    <a:pt x="22460" y="518"/>
                  </a:lnTo>
                  <a:lnTo>
                    <a:pt x="2392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h4184"/>
            <p:cNvSpPr/>
            <p:nvPr/>
          </p:nvSpPr>
          <p:spPr>
            <a:xfrm>
              <a:off x="7134230" y="3038915"/>
              <a:ext cx="32223" cy="18576"/>
            </a:xfrm>
            <a:custGeom>
              <a:avLst/>
              <a:pathLst>
                <a:path w="32223" h="18576">
                  <a:moveTo>
                    <a:pt x="20508" y="0"/>
                  </a:moveTo>
                  <a:lnTo>
                    <a:pt x="24786" y="4322"/>
                  </a:lnTo>
                  <a:lnTo>
                    <a:pt x="25147" y="5834"/>
                  </a:lnTo>
                  <a:lnTo>
                    <a:pt x="30537" y="5328"/>
                  </a:lnTo>
                  <a:lnTo>
                    <a:pt x="29206" y="7807"/>
                  </a:lnTo>
                  <a:lnTo>
                    <a:pt x="30914" y="11661"/>
                  </a:lnTo>
                  <a:lnTo>
                    <a:pt x="32223" y="12544"/>
                  </a:lnTo>
                  <a:lnTo>
                    <a:pt x="29268" y="15927"/>
                  </a:lnTo>
                  <a:lnTo>
                    <a:pt x="25501" y="14283"/>
                  </a:lnTo>
                  <a:lnTo>
                    <a:pt x="23775" y="16388"/>
                  </a:lnTo>
                  <a:lnTo>
                    <a:pt x="20995" y="15810"/>
                  </a:lnTo>
                  <a:lnTo>
                    <a:pt x="7229" y="18576"/>
                  </a:lnTo>
                  <a:lnTo>
                    <a:pt x="1169" y="17539"/>
                  </a:lnTo>
                  <a:lnTo>
                    <a:pt x="0" y="16480"/>
                  </a:lnTo>
                  <a:lnTo>
                    <a:pt x="69" y="12167"/>
                  </a:lnTo>
                  <a:lnTo>
                    <a:pt x="8238" y="11966"/>
                  </a:lnTo>
                  <a:lnTo>
                    <a:pt x="9047" y="6673"/>
                  </a:lnTo>
                  <a:lnTo>
                    <a:pt x="12308" y="7207"/>
                  </a:lnTo>
                  <a:lnTo>
                    <a:pt x="12898" y="77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h4185"/>
            <p:cNvSpPr/>
            <p:nvPr/>
          </p:nvSpPr>
          <p:spPr>
            <a:xfrm>
              <a:off x="7203433" y="3086230"/>
              <a:ext cx="8132" cy="14630"/>
            </a:xfrm>
            <a:custGeom>
              <a:avLst/>
              <a:pathLst>
                <a:path w="8132" h="14630">
                  <a:moveTo>
                    <a:pt x="2839" y="447"/>
                  </a:moveTo>
                  <a:lnTo>
                    <a:pt x="8132" y="5968"/>
                  </a:lnTo>
                  <a:lnTo>
                    <a:pt x="6091" y="9006"/>
                  </a:lnTo>
                  <a:lnTo>
                    <a:pt x="6572" y="11843"/>
                  </a:lnTo>
                  <a:lnTo>
                    <a:pt x="3912" y="14630"/>
                  </a:lnTo>
                  <a:lnTo>
                    <a:pt x="1048" y="13737"/>
                  </a:lnTo>
                  <a:lnTo>
                    <a:pt x="0" y="11015"/>
                  </a:lnTo>
                  <a:lnTo>
                    <a:pt x="1803" y="149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h4186"/>
            <p:cNvSpPr/>
            <p:nvPr/>
          </p:nvSpPr>
          <p:spPr>
            <a:xfrm>
              <a:off x="7190400" y="3042643"/>
              <a:ext cx="1210" cy="1837"/>
            </a:xfrm>
            <a:custGeom>
              <a:avLst/>
              <a:pathLst>
                <a:path w="1210" h="1837">
                  <a:moveTo>
                    <a:pt x="452" y="0"/>
                  </a:moveTo>
                  <a:lnTo>
                    <a:pt x="1210" y="1555"/>
                  </a:lnTo>
                  <a:lnTo>
                    <a:pt x="0" y="183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h4187"/>
            <p:cNvSpPr/>
            <p:nvPr/>
          </p:nvSpPr>
          <p:spPr>
            <a:xfrm>
              <a:off x="7186385" y="3030691"/>
              <a:ext cx="2746" cy="2255"/>
            </a:xfrm>
            <a:custGeom>
              <a:avLst/>
              <a:pathLst>
                <a:path w="2746" h="2255">
                  <a:moveTo>
                    <a:pt x="414" y="0"/>
                  </a:moveTo>
                  <a:lnTo>
                    <a:pt x="2746" y="463"/>
                  </a:lnTo>
                  <a:lnTo>
                    <a:pt x="2190" y="2255"/>
                  </a:lnTo>
                  <a:lnTo>
                    <a:pt x="0" y="220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h4188"/>
            <p:cNvSpPr/>
            <p:nvPr/>
          </p:nvSpPr>
          <p:spPr>
            <a:xfrm>
              <a:off x="7044742" y="3094873"/>
              <a:ext cx="36345" cy="27252"/>
            </a:xfrm>
            <a:custGeom>
              <a:avLst/>
              <a:pathLst>
                <a:path w="36345" h="27252">
                  <a:moveTo>
                    <a:pt x="11990" y="0"/>
                  </a:moveTo>
                  <a:lnTo>
                    <a:pt x="17388" y="1199"/>
                  </a:lnTo>
                  <a:lnTo>
                    <a:pt x="21305" y="6342"/>
                  </a:lnTo>
                  <a:lnTo>
                    <a:pt x="19594" y="7322"/>
                  </a:lnTo>
                  <a:lnTo>
                    <a:pt x="22124" y="7993"/>
                  </a:lnTo>
                  <a:lnTo>
                    <a:pt x="23304" y="9507"/>
                  </a:lnTo>
                  <a:lnTo>
                    <a:pt x="24491" y="14422"/>
                  </a:lnTo>
                  <a:lnTo>
                    <a:pt x="34900" y="13301"/>
                  </a:lnTo>
                  <a:lnTo>
                    <a:pt x="36345" y="14724"/>
                  </a:lnTo>
                  <a:lnTo>
                    <a:pt x="34432" y="19143"/>
                  </a:lnTo>
                  <a:lnTo>
                    <a:pt x="32518" y="21564"/>
                  </a:lnTo>
                  <a:lnTo>
                    <a:pt x="30579" y="22879"/>
                  </a:lnTo>
                  <a:lnTo>
                    <a:pt x="28022" y="21881"/>
                  </a:lnTo>
                  <a:lnTo>
                    <a:pt x="24127" y="21599"/>
                  </a:lnTo>
                  <a:lnTo>
                    <a:pt x="23921" y="27252"/>
                  </a:lnTo>
                  <a:lnTo>
                    <a:pt x="10905" y="26317"/>
                  </a:lnTo>
                  <a:lnTo>
                    <a:pt x="7771" y="25341"/>
                  </a:lnTo>
                  <a:lnTo>
                    <a:pt x="4576" y="22705"/>
                  </a:lnTo>
                  <a:lnTo>
                    <a:pt x="5423" y="19165"/>
                  </a:lnTo>
                  <a:lnTo>
                    <a:pt x="5080" y="17243"/>
                  </a:lnTo>
                  <a:lnTo>
                    <a:pt x="3386" y="15339"/>
                  </a:lnTo>
                  <a:lnTo>
                    <a:pt x="0" y="13775"/>
                  </a:lnTo>
                  <a:lnTo>
                    <a:pt x="915" y="12321"/>
                  </a:lnTo>
                  <a:lnTo>
                    <a:pt x="2330" y="9567"/>
                  </a:lnTo>
                  <a:lnTo>
                    <a:pt x="2446" y="6743"/>
                  </a:lnTo>
                  <a:lnTo>
                    <a:pt x="1338" y="6789"/>
                  </a:lnTo>
                  <a:lnTo>
                    <a:pt x="1621" y="5377"/>
                  </a:lnTo>
                  <a:lnTo>
                    <a:pt x="3689" y="3693"/>
                  </a:lnTo>
                  <a:lnTo>
                    <a:pt x="5606" y="1392"/>
                  </a:lnTo>
                  <a:lnTo>
                    <a:pt x="7764" y="1139"/>
                  </a:lnTo>
                  <a:lnTo>
                    <a:pt x="7845" y="5855"/>
                  </a:lnTo>
                  <a:lnTo>
                    <a:pt x="9559" y="7470"/>
                  </a:lnTo>
                  <a:lnTo>
                    <a:pt x="10352" y="6428"/>
                  </a:lnTo>
                  <a:lnTo>
                    <a:pt x="9513" y="3652"/>
                  </a:lnTo>
                  <a:lnTo>
                    <a:pt x="9750" y="37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h4189"/>
            <p:cNvSpPr/>
            <p:nvPr/>
          </p:nvSpPr>
          <p:spPr>
            <a:xfrm>
              <a:off x="7107442" y="2977593"/>
              <a:ext cx="37676" cy="42120"/>
            </a:xfrm>
            <a:custGeom>
              <a:avLst/>
              <a:pathLst>
                <a:path w="37676" h="42120">
                  <a:moveTo>
                    <a:pt x="9246" y="1085"/>
                  </a:moveTo>
                  <a:lnTo>
                    <a:pt x="12535" y="4103"/>
                  </a:lnTo>
                  <a:lnTo>
                    <a:pt x="16326" y="895"/>
                  </a:lnTo>
                  <a:lnTo>
                    <a:pt x="22419" y="1221"/>
                  </a:lnTo>
                  <a:lnTo>
                    <a:pt x="27125" y="0"/>
                  </a:lnTo>
                  <a:lnTo>
                    <a:pt x="28021" y="1903"/>
                  </a:lnTo>
                  <a:lnTo>
                    <a:pt x="30392" y="9116"/>
                  </a:lnTo>
                  <a:lnTo>
                    <a:pt x="23974" y="8000"/>
                  </a:lnTo>
                  <a:lnTo>
                    <a:pt x="17665" y="9430"/>
                  </a:lnTo>
                  <a:lnTo>
                    <a:pt x="18886" y="17479"/>
                  </a:lnTo>
                  <a:lnTo>
                    <a:pt x="21283" y="21418"/>
                  </a:lnTo>
                  <a:lnTo>
                    <a:pt x="25208" y="22614"/>
                  </a:lnTo>
                  <a:lnTo>
                    <a:pt x="27590" y="22108"/>
                  </a:lnTo>
                  <a:lnTo>
                    <a:pt x="35958" y="24770"/>
                  </a:lnTo>
                  <a:lnTo>
                    <a:pt x="32415" y="28849"/>
                  </a:lnTo>
                  <a:lnTo>
                    <a:pt x="31244" y="35332"/>
                  </a:lnTo>
                  <a:lnTo>
                    <a:pt x="37676" y="39143"/>
                  </a:lnTo>
                  <a:lnTo>
                    <a:pt x="35439" y="42120"/>
                  </a:lnTo>
                  <a:lnTo>
                    <a:pt x="34144" y="38987"/>
                  </a:lnTo>
                  <a:lnTo>
                    <a:pt x="28879" y="37183"/>
                  </a:lnTo>
                  <a:lnTo>
                    <a:pt x="23280" y="37467"/>
                  </a:lnTo>
                  <a:lnTo>
                    <a:pt x="21440" y="38558"/>
                  </a:lnTo>
                  <a:lnTo>
                    <a:pt x="14708" y="36497"/>
                  </a:lnTo>
                  <a:lnTo>
                    <a:pt x="11816" y="37332"/>
                  </a:lnTo>
                  <a:lnTo>
                    <a:pt x="10030" y="36855"/>
                  </a:lnTo>
                  <a:lnTo>
                    <a:pt x="10106" y="34732"/>
                  </a:lnTo>
                  <a:lnTo>
                    <a:pt x="11808" y="32188"/>
                  </a:lnTo>
                  <a:lnTo>
                    <a:pt x="10989" y="30843"/>
                  </a:lnTo>
                  <a:lnTo>
                    <a:pt x="5028" y="33302"/>
                  </a:lnTo>
                  <a:lnTo>
                    <a:pt x="0" y="33406"/>
                  </a:lnTo>
                  <a:lnTo>
                    <a:pt x="10" y="32084"/>
                  </a:lnTo>
                  <a:lnTo>
                    <a:pt x="7430" y="26409"/>
                  </a:lnTo>
                  <a:lnTo>
                    <a:pt x="4462" y="20503"/>
                  </a:lnTo>
                  <a:lnTo>
                    <a:pt x="4911" y="16865"/>
                  </a:lnTo>
                  <a:lnTo>
                    <a:pt x="7488" y="17267"/>
                  </a:lnTo>
                  <a:lnTo>
                    <a:pt x="7745" y="13072"/>
                  </a:lnTo>
                  <a:lnTo>
                    <a:pt x="1605" y="10807"/>
                  </a:lnTo>
                  <a:lnTo>
                    <a:pt x="1921" y="5245"/>
                  </a:lnTo>
                  <a:lnTo>
                    <a:pt x="2829" y="2962"/>
                  </a:lnTo>
                  <a:lnTo>
                    <a:pt x="3981" y="3497"/>
                  </a:lnTo>
                  <a:lnTo>
                    <a:pt x="4012" y="73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h4190"/>
            <p:cNvSpPr/>
            <p:nvPr/>
          </p:nvSpPr>
          <p:spPr>
            <a:xfrm>
              <a:off x="7133830" y="3110883"/>
              <a:ext cx="6988" cy="9278"/>
            </a:xfrm>
            <a:custGeom>
              <a:avLst/>
              <a:pathLst>
                <a:path w="6988" h="9278">
                  <a:moveTo>
                    <a:pt x="1312" y="0"/>
                  </a:moveTo>
                  <a:lnTo>
                    <a:pt x="6103" y="1172"/>
                  </a:lnTo>
                  <a:lnTo>
                    <a:pt x="6988" y="9278"/>
                  </a:lnTo>
                  <a:lnTo>
                    <a:pt x="894" y="5109"/>
                  </a:lnTo>
                  <a:lnTo>
                    <a:pt x="0" y="5113"/>
                  </a:lnTo>
                  <a:lnTo>
                    <a:pt x="325" y="2096"/>
                  </a:lnTo>
                  <a:lnTo>
                    <a:pt x="754" y="210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h4191"/>
            <p:cNvSpPr/>
            <p:nvPr/>
          </p:nvSpPr>
          <p:spPr>
            <a:xfrm>
              <a:off x="7129688" y="3067585"/>
              <a:ext cx="19413" cy="12382"/>
            </a:xfrm>
            <a:custGeom>
              <a:avLst/>
              <a:pathLst>
                <a:path w="19413" h="12382">
                  <a:moveTo>
                    <a:pt x="19413" y="5122"/>
                  </a:moveTo>
                  <a:lnTo>
                    <a:pt x="18792" y="7498"/>
                  </a:lnTo>
                  <a:lnTo>
                    <a:pt x="12556" y="8348"/>
                  </a:lnTo>
                  <a:lnTo>
                    <a:pt x="11295" y="10164"/>
                  </a:lnTo>
                  <a:lnTo>
                    <a:pt x="4000" y="12207"/>
                  </a:lnTo>
                  <a:lnTo>
                    <a:pt x="0" y="12382"/>
                  </a:lnTo>
                  <a:lnTo>
                    <a:pt x="10216" y="6365"/>
                  </a:lnTo>
                  <a:lnTo>
                    <a:pt x="1519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h4192"/>
            <p:cNvSpPr/>
            <p:nvPr/>
          </p:nvSpPr>
          <p:spPr>
            <a:xfrm>
              <a:off x="7083546" y="3154878"/>
              <a:ext cx="34359" cy="31579"/>
            </a:xfrm>
            <a:custGeom>
              <a:avLst/>
              <a:pathLst>
                <a:path w="34359" h="31579">
                  <a:moveTo>
                    <a:pt x="19333" y="1791"/>
                  </a:moveTo>
                  <a:lnTo>
                    <a:pt x="25336" y="2206"/>
                  </a:lnTo>
                  <a:lnTo>
                    <a:pt x="29589" y="7634"/>
                  </a:lnTo>
                  <a:lnTo>
                    <a:pt x="34359" y="14826"/>
                  </a:lnTo>
                  <a:lnTo>
                    <a:pt x="33368" y="15034"/>
                  </a:lnTo>
                  <a:lnTo>
                    <a:pt x="30215" y="12078"/>
                  </a:lnTo>
                  <a:lnTo>
                    <a:pt x="25943" y="11829"/>
                  </a:lnTo>
                  <a:lnTo>
                    <a:pt x="20955" y="21034"/>
                  </a:lnTo>
                  <a:lnTo>
                    <a:pt x="20230" y="24760"/>
                  </a:lnTo>
                  <a:lnTo>
                    <a:pt x="19228" y="26050"/>
                  </a:lnTo>
                  <a:lnTo>
                    <a:pt x="17225" y="24819"/>
                  </a:lnTo>
                  <a:lnTo>
                    <a:pt x="12387" y="28431"/>
                  </a:lnTo>
                  <a:lnTo>
                    <a:pt x="6497" y="28841"/>
                  </a:lnTo>
                  <a:lnTo>
                    <a:pt x="688" y="31579"/>
                  </a:lnTo>
                  <a:lnTo>
                    <a:pt x="0" y="30031"/>
                  </a:lnTo>
                  <a:lnTo>
                    <a:pt x="2616" y="25843"/>
                  </a:lnTo>
                  <a:lnTo>
                    <a:pt x="7130" y="23570"/>
                  </a:lnTo>
                  <a:lnTo>
                    <a:pt x="5213" y="18099"/>
                  </a:lnTo>
                  <a:lnTo>
                    <a:pt x="5116" y="15678"/>
                  </a:lnTo>
                  <a:lnTo>
                    <a:pt x="9047" y="14970"/>
                  </a:lnTo>
                  <a:lnTo>
                    <a:pt x="14442" y="16819"/>
                  </a:lnTo>
                  <a:lnTo>
                    <a:pt x="14841" y="8812"/>
                  </a:lnTo>
                  <a:lnTo>
                    <a:pt x="13490" y="6922"/>
                  </a:lnTo>
                  <a:lnTo>
                    <a:pt x="12606" y="6950"/>
                  </a:lnTo>
                  <a:lnTo>
                    <a:pt x="10125" y="5951"/>
                  </a:lnTo>
                  <a:lnTo>
                    <a:pt x="1132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h4193"/>
            <p:cNvSpPr/>
            <p:nvPr/>
          </p:nvSpPr>
          <p:spPr>
            <a:xfrm>
              <a:off x="7042174" y="3031017"/>
              <a:ext cx="32035" cy="38031"/>
            </a:xfrm>
            <a:custGeom>
              <a:avLst/>
              <a:pathLst>
                <a:path w="32035" h="38031">
                  <a:moveTo>
                    <a:pt x="22659" y="0"/>
                  </a:moveTo>
                  <a:lnTo>
                    <a:pt x="22915" y="1550"/>
                  </a:lnTo>
                  <a:lnTo>
                    <a:pt x="23859" y="23345"/>
                  </a:lnTo>
                  <a:lnTo>
                    <a:pt x="26821" y="25159"/>
                  </a:lnTo>
                  <a:lnTo>
                    <a:pt x="32035" y="25395"/>
                  </a:lnTo>
                  <a:lnTo>
                    <a:pt x="31348" y="28879"/>
                  </a:lnTo>
                  <a:lnTo>
                    <a:pt x="29228" y="29034"/>
                  </a:lnTo>
                  <a:lnTo>
                    <a:pt x="25960" y="32338"/>
                  </a:lnTo>
                  <a:lnTo>
                    <a:pt x="25133" y="35398"/>
                  </a:lnTo>
                  <a:lnTo>
                    <a:pt x="25841" y="35845"/>
                  </a:lnTo>
                  <a:lnTo>
                    <a:pt x="24362" y="37679"/>
                  </a:lnTo>
                  <a:lnTo>
                    <a:pt x="21403" y="37047"/>
                  </a:lnTo>
                  <a:lnTo>
                    <a:pt x="21840" y="34348"/>
                  </a:lnTo>
                  <a:lnTo>
                    <a:pt x="17847" y="32915"/>
                  </a:lnTo>
                  <a:lnTo>
                    <a:pt x="16829" y="33744"/>
                  </a:lnTo>
                  <a:lnTo>
                    <a:pt x="16791" y="36966"/>
                  </a:lnTo>
                  <a:lnTo>
                    <a:pt x="14437" y="38031"/>
                  </a:lnTo>
                  <a:lnTo>
                    <a:pt x="11146" y="37328"/>
                  </a:lnTo>
                  <a:lnTo>
                    <a:pt x="10241" y="36524"/>
                  </a:lnTo>
                  <a:lnTo>
                    <a:pt x="8751" y="32226"/>
                  </a:lnTo>
                  <a:lnTo>
                    <a:pt x="6444" y="29495"/>
                  </a:lnTo>
                  <a:lnTo>
                    <a:pt x="4835" y="28846"/>
                  </a:lnTo>
                  <a:lnTo>
                    <a:pt x="2361" y="23650"/>
                  </a:lnTo>
                  <a:lnTo>
                    <a:pt x="1660" y="20274"/>
                  </a:lnTo>
                  <a:lnTo>
                    <a:pt x="2230" y="18821"/>
                  </a:lnTo>
                  <a:lnTo>
                    <a:pt x="0" y="15248"/>
                  </a:lnTo>
                  <a:lnTo>
                    <a:pt x="759" y="10221"/>
                  </a:lnTo>
                  <a:lnTo>
                    <a:pt x="4338" y="8356"/>
                  </a:lnTo>
                  <a:lnTo>
                    <a:pt x="4362" y="9913"/>
                  </a:lnTo>
                  <a:lnTo>
                    <a:pt x="8991" y="9930"/>
                  </a:lnTo>
                  <a:lnTo>
                    <a:pt x="14210" y="6441"/>
                  </a:lnTo>
                  <a:lnTo>
                    <a:pt x="18226" y="6473"/>
                  </a:lnTo>
                  <a:lnTo>
                    <a:pt x="18240" y="4066"/>
                  </a:lnTo>
                  <a:lnTo>
                    <a:pt x="19049" y="308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h4194"/>
            <p:cNvSpPr/>
            <p:nvPr/>
          </p:nvSpPr>
          <p:spPr>
            <a:xfrm>
              <a:off x="7209207" y="3074183"/>
              <a:ext cx="15879" cy="9203"/>
            </a:xfrm>
            <a:custGeom>
              <a:avLst/>
              <a:pathLst>
                <a:path w="15879" h="9203">
                  <a:moveTo>
                    <a:pt x="15879" y="2650"/>
                  </a:moveTo>
                  <a:lnTo>
                    <a:pt x="6522" y="4703"/>
                  </a:lnTo>
                  <a:lnTo>
                    <a:pt x="3500" y="9203"/>
                  </a:lnTo>
                  <a:lnTo>
                    <a:pt x="3664" y="7074"/>
                  </a:lnTo>
                  <a:lnTo>
                    <a:pt x="3966" y="3879"/>
                  </a:lnTo>
                  <a:lnTo>
                    <a:pt x="0" y="2203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h4195"/>
            <p:cNvSpPr/>
            <p:nvPr/>
          </p:nvSpPr>
          <p:spPr>
            <a:xfrm>
              <a:off x="7191889" y="3065239"/>
              <a:ext cx="12538" cy="17030"/>
            </a:xfrm>
            <a:custGeom>
              <a:avLst/>
              <a:pathLst>
                <a:path w="12538" h="17030">
                  <a:moveTo>
                    <a:pt x="4400" y="1773"/>
                  </a:moveTo>
                  <a:lnTo>
                    <a:pt x="4767" y="8310"/>
                  </a:lnTo>
                  <a:lnTo>
                    <a:pt x="9333" y="9358"/>
                  </a:lnTo>
                  <a:lnTo>
                    <a:pt x="12538" y="16211"/>
                  </a:lnTo>
                  <a:lnTo>
                    <a:pt x="9314" y="17030"/>
                  </a:lnTo>
                  <a:lnTo>
                    <a:pt x="976" y="12850"/>
                  </a:lnTo>
                  <a:lnTo>
                    <a:pt x="1211" y="10033"/>
                  </a:lnTo>
                  <a:lnTo>
                    <a:pt x="1747" y="6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h4196"/>
            <p:cNvSpPr/>
            <p:nvPr/>
          </p:nvSpPr>
          <p:spPr>
            <a:xfrm>
              <a:off x="7207824" y="3031163"/>
              <a:ext cx="14806" cy="16052"/>
            </a:xfrm>
            <a:custGeom>
              <a:avLst/>
              <a:pathLst>
                <a:path w="14806" h="16052">
                  <a:moveTo>
                    <a:pt x="6135" y="573"/>
                  </a:moveTo>
                  <a:lnTo>
                    <a:pt x="4954" y="4449"/>
                  </a:lnTo>
                  <a:lnTo>
                    <a:pt x="14806" y="9610"/>
                  </a:lnTo>
                  <a:lnTo>
                    <a:pt x="14634" y="12220"/>
                  </a:lnTo>
                  <a:lnTo>
                    <a:pt x="14685" y="14365"/>
                  </a:lnTo>
                  <a:lnTo>
                    <a:pt x="13393" y="16052"/>
                  </a:lnTo>
                  <a:lnTo>
                    <a:pt x="11425" y="15540"/>
                  </a:lnTo>
                  <a:lnTo>
                    <a:pt x="9135" y="12686"/>
                  </a:lnTo>
                  <a:lnTo>
                    <a:pt x="5047" y="13369"/>
                  </a:lnTo>
                  <a:lnTo>
                    <a:pt x="3181" y="12349"/>
                  </a:lnTo>
                  <a:lnTo>
                    <a:pt x="2185" y="9080"/>
                  </a:lnTo>
                  <a:lnTo>
                    <a:pt x="0" y="8617"/>
                  </a:lnTo>
                  <a:lnTo>
                    <a:pt x="1830" y="3454"/>
                  </a:lnTo>
                  <a:lnTo>
                    <a:pt x="2635" y="3709"/>
                  </a:lnTo>
                  <a:lnTo>
                    <a:pt x="365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h4197"/>
            <p:cNvSpPr/>
            <p:nvPr/>
          </p:nvSpPr>
          <p:spPr>
            <a:xfrm>
              <a:off x="7061981" y="3128419"/>
              <a:ext cx="23340" cy="15405"/>
            </a:xfrm>
            <a:custGeom>
              <a:avLst/>
              <a:pathLst>
                <a:path w="23340" h="15405">
                  <a:moveTo>
                    <a:pt x="17076" y="1851"/>
                  </a:moveTo>
                  <a:lnTo>
                    <a:pt x="23340" y="1614"/>
                  </a:lnTo>
                  <a:lnTo>
                    <a:pt x="19484" y="4497"/>
                  </a:lnTo>
                  <a:lnTo>
                    <a:pt x="12807" y="12128"/>
                  </a:lnTo>
                  <a:lnTo>
                    <a:pt x="8047" y="13292"/>
                  </a:lnTo>
                  <a:lnTo>
                    <a:pt x="5184" y="15078"/>
                  </a:lnTo>
                  <a:lnTo>
                    <a:pt x="3385" y="15405"/>
                  </a:lnTo>
                  <a:lnTo>
                    <a:pt x="1269" y="14692"/>
                  </a:lnTo>
                  <a:lnTo>
                    <a:pt x="0" y="12811"/>
                  </a:lnTo>
                  <a:lnTo>
                    <a:pt x="322" y="11708"/>
                  </a:lnTo>
                  <a:lnTo>
                    <a:pt x="2342" y="9863"/>
                  </a:lnTo>
                  <a:lnTo>
                    <a:pt x="3518" y="10489"/>
                  </a:lnTo>
                  <a:lnTo>
                    <a:pt x="4944" y="7435"/>
                  </a:lnTo>
                  <a:lnTo>
                    <a:pt x="1922" y="5028"/>
                  </a:lnTo>
                  <a:lnTo>
                    <a:pt x="1535" y="4109"/>
                  </a:lnTo>
                  <a:lnTo>
                    <a:pt x="2263" y="2749"/>
                  </a:lnTo>
                  <a:lnTo>
                    <a:pt x="1248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h4198"/>
            <p:cNvSpPr/>
            <p:nvPr/>
          </p:nvSpPr>
          <p:spPr>
            <a:xfrm>
              <a:off x="7124785" y="3102732"/>
              <a:ext cx="6883" cy="2050"/>
            </a:xfrm>
            <a:custGeom>
              <a:avLst/>
              <a:pathLst>
                <a:path w="6883" h="2050">
                  <a:moveTo>
                    <a:pt x="6883" y="0"/>
                  </a:moveTo>
                  <a:lnTo>
                    <a:pt x="4667" y="2050"/>
                  </a:lnTo>
                  <a:lnTo>
                    <a:pt x="0" y="88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h4199"/>
            <p:cNvSpPr/>
            <p:nvPr/>
          </p:nvSpPr>
          <p:spPr>
            <a:xfrm>
              <a:off x="7119931" y="3094259"/>
              <a:ext cx="16644" cy="9357"/>
            </a:xfrm>
            <a:custGeom>
              <a:avLst/>
              <a:pathLst>
                <a:path w="16644" h="9357">
                  <a:moveTo>
                    <a:pt x="10235" y="69"/>
                  </a:moveTo>
                  <a:lnTo>
                    <a:pt x="11713" y="4835"/>
                  </a:lnTo>
                  <a:lnTo>
                    <a:pt x="13302" y="6336"/>
                  </a:lnTo>
                  <a:lnTo>
                    <a:pt x="15819" y="6141"/>
                  </a:lnTo>
                  <a:lnTo>
                    <a:pt x="16497" y="7268"/>
                  </a:lnTo>
                  <a:lnTo>
                    <a:pt x="16644" y="8201"/>
                  </a:lnTo>
                  <a:lnTo>
                    <a:pt x="11737" y="8472"/>
                  </a:lnTo>
                  <a:lnTo>
                    <a:pt x="4853" y="9357"/>
                  </a:lnTo>
                  <a:lnTo>
                    <a:pt x="0" y="8756"/>
                  </a:lnTo>
                  <a:lnTo>
                    <a:pt x="1720" y="7019"/>
                  </a:lnTo>
                  <a:lnTo>
                    <a:pt x="1719" y="2044"/>
                  </a:lnTo>
                  <a:lnTo>
                    <a:pt x="497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h4200"/>
            <p:cNvSpPr/>
            <p:nvPr/>
          </p:nvSpPr>
          <p:spPr>
            <a:xfrm>
              <a:off x="7140640" y="3127321"/>
              <a:ext cx="1242" cy="3851"/>
            </a:xfrm>
            <a:custGeom>
              <a:avLst/>
              <a:pathLst>
                <a:path w="1242" h="3851">
                  <a:moveTo>
                    <a:pt x="1209" y="2019"/>
                  </a:moveTo>
                  <a:lnTo>
                    <a:pt x="551" y="3851"/>
                  </a:lnTo>
                  <a:lnTo>
                    <a:pt x="0" y="0"/>
                  </a:lnTo>
                  <a:lnTo>
                    <a:pt x="1242" y="20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h4201"/>
            <p:cNvSpPr/>
            <p:nvPr/>
          </p:nvSpPr>
          <p:spPr>
            <a:xfrm>
              <a:off x="7131508" y="3115993"/>
              <a:ext cx="9310" cy="13462"/>
            </a:xfrm>
            <a:custGeom>
              <a:avLst/>
              <a:pathLst>
                <a:path w="9310" h="13462">
                  <a:moveTo>
                    <a:pt x="9293" y="4334"/>
                  </a:moveTo>
                  <a:lnTo>
                    <a:pt x="7964" y="11441"/>
                  </a:lnTo>
                  <a:lnTo>
                    <a:pt x="1623" y="13462"/>
                  </a:lnTo>
                  <a:lnTo>
                    <a:pt x="0" y="12843"/>
                  </a:lnTo>
                  <a:lnTo>
                    <a:pt x="305" y="11004"/>
                  </a:lnTo>
                  <a:lnTo>
                    <a:pt x="1736" y="10916"/>
                  </a:lnTo>
                  <a:lnTo>
                    <a:pt x="3031" y="6471"/>
                  </a:lnTo>
                  <a:lnTo>
                    <a:pt x="3216" y="0"/>
                  </a:lnTo>
                  <a:lnTo>
                    <a:pt x="9310" y="416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h4202"/>
            <p:cNvSpPr/>
            <p:nvPr/>
          </p:nvSpPr>
          <p:spPr>
            <a:xfrm>
              <a:off x="7115698" y="3014091"/>
              <a:ext cx="30990" cy="21491"/>
            </a:xfrm>
            <a:custGeom>
              <a:avLst/>
              <a:pathLst>
                <a:path w="30990" h="21491">
                  <a:moveTo>
                    <a:pt x="6451" y="0"/>
                  </a:moveTo>
                  <a:lnTo>
                    <a:pt x="13183" y="2061"/>
                  </a:lnTo>
                  <a:lnTo>
                    <a:pt x="15023" y="969"/>
                  </a:lnTo>
                  <a:lnTo>
                    <a:pt x="20622" y="686"/>
                  </a:lnTo>
                  <a:lnTo>
                    <a:pt x="25888" y="2489"/>
                  </a:lnTo>
                  <a:lnTo>
                    <a:pt x="27182" y="5622"/>
                  </a:lnTo>
                  <a:lnTo>
                    <a:pt x="29419" y="2646"/>
                  </a:lnTo>
                  <a:lnTo>
                    <a:pt x="29752" y="3217"/>
                  </a:lnTo>
                  <a:lnTo>
                    <a:pt x="30990" y="7106"/>
                  </a:lnTo>
                  <a:lnTo>
                    <a:pt x="26396" y="9483"/>
                  </a:lnTo>
                  <a:lnTo>
                    <a:pt x="24623" y="13110"/>
                  </a:lnTo>
                  <a:lnTo>
                    <a:pt x="22330" y="21432"/>
                  </a:lnTo>
                  <a:lnTo>
                    <a:pt x="20333" y="21151"/>
                  </a:lnTo>
                  <a:lnTo>
                    <a:pt x="19619" y="19268"/>
                  </a:lnTo>
                  <a:lnTo>
                    <a:pt x="17109" y="18526"/>
                  </a:lnTo>
                  <a:lnTo>
                    <a:pt x="11275" y="21491"/>
                  </a:lnTo>
                  <a:lnTo>
                    <a:pt x="7229" y="19704"/>
                  </a:lnTo>
                  <a:lnTo>
                    <a:pt x="8865" y="15147"/>
                  </a:lnTo>
                  <a:lnTo>
                    <a:pt x="4233" y="10530"/>
                  </a:lnTo>
                  <a:lnTo>
                    <a:pt x="0" y="7697"/>
                  </a:lnTo>
                  <a:lnTo>
                    <a:pt x="1773" y="357"/>
                  </a:lnTo>
                  <a:lnTo>
                    <a:pt x="3559" y="83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h4203"/>
            <p:cNvSpPr/>
            <p:nvPr/>
          </p:nvSpPr>
          <p:spPr>
            <a:xfrm>
              <a:off x="7064920" y="2992932"/>
              <a:ext cx="45762" cy="29116"/>
            </a:xfrm>
            <a:custGeom>
              <a:avLst/>
              <a:pathLst>
                <a:path w="45762" h="29116">
                  <a:moveTo>
                    <a:pt x="18592" y="0"/>
                  </a:moveTo>
                  <a:lnTo>
                    <a:pt x="24815" y="8402"/>
                  </a:lnTo>
                  <a:lnTo>
                    <a:pt x="31058" y="6126"/>
                  </a:lnTo>
                  <a:lnTo>
                    <a:pt x="30437" y="2129"/>
                  </a:lnTo>
                  <a:lnTo>
                    <a:pt x="31738" y="1064"/>
                  </a:lnTo>
                  <a:lnTo>
                    <a:pt x="35717" y="2221"/>
                  </a:lnTo>
                  <a:lnTo>
                    <a:pt x="42506" y="5864"/>
                  </a:lnTo>
                  <a:lnTo>
                    <a:pt x="43850" y="5630"/>
                  </a:lnTo>
                  <a:lnTo>
                    <a:pt x="45762" y="6409"/>
                  </a:lnTo>
                  <a:lnTo>
                    <a:pt x="44179" y="14065"/>
                  </a:lnTo>
                  <a:lnTo>
                    <a:pt x="38500" y="17886"/>
                  </a:lnTo>
                  <a:lnTo>
                    <a:pt x="37700" y="20374"/>
                  </a:lnTo>
                  <a:lnTo>
                    <a:pt x="38797" y="26834"/>
                  </a:lnTo>
                  <a:lnTo>
                    <a:pt x="35990" y="28376"/>
                  </a:lnTo>
                  <a:lnTo>
                    <a:pt x="34810" y="29116"/>
                  </a:lnTo>
                  <a:lnTo>
                    <a:pt x="24097" y="21266"/>
                  </a:lnTo>
                  <a:lnTo>
                    <a:pt x="23021" y="22831"/>
                  </a:lnTo>
                  <a:lnTo>
                    <a:pt x="23819" y="22924"/>
                  </a:lnTo>
                  <a:lnTo>
                    <a:pt x="22555" y="23651"/>
                  </a:lnTo>
                  <a:lnTo>
                    <a:pt x="18938" y="22776"/>
                  </a:lnTo>
                  <a:lnTo>
                    <a:pt x="20115" y="20746"/>
                  </a:lnTo>
                  <a:lnTo>
                    <a:pt x="22318" y="21662"/>
                  </a:lnTo>
                  <a:lnTo>
                    <a:pt x="23294" y="20734"/>
                  </a:lnTo>
                  <a:lnTo>
                    <a:pt x="19346" y="17867"/>
                  </a:lnTo>
                  <a:lnTo>
                    <a:pt x="13689" y="17636"/>
                  </a:lnTo>
                  <a:lnTo>
                    <a:pt x="12820" y="12287"/>
                  </a:lnTo>
                  <a:lnTo>
                    <a:pt x="2491" y="8072"/>
                  </a:lnTo>
                  <a:lnTo>
                    <a:pt x="469" y="6274"/>
                  </a:lnTo>
                  <a:lnTo>
                    <a:pt x="0" y="4829"/>
                  </a:lnTo>
                  <a:lnTo>
                    <a:pt x="4038" y="3879"/>
                  </a:lnTo>
                  <a:lnTo>
                    <a:pt x="7730" y="80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h4204"/>
            <p:cNvSpPr/>
            <p:nvPr/>
          </p:nvSpPr>
          <p:spPr>
            <a:xfrm>
              <a:off x="7183019" y="3030691"/>
              <a:ext cx="11826" cy="10399"/>
            </a:xfrm>
            <a:custGeom>
              <a:avLst/>
              <a:pathLst>
                <a:path w="11826" h="10399">
                  <a:moveTo>
                    <a:pt x="11513" y="1398"/>
                  </a:moveTo>
                  <a:lnTo>
                    <a:pt x="11826" y="4310"/>
                  </a:lnTo>
                  <a:lnTo>
                    <a:pt x="10653" y="8408"/>
                  </a:lnTo>
                  <a:lnTo>
                    <a:pt x="7079" y="10399"/>
                  </a:lnTo>
                  <a:lnTo>
                    <a:pt x="6925" y="10343"/>
                  </a:lnTo>
                  <a:lnTo>
                    <a:pt x="2991" y="6842"/>
                  </a:lnTo>
                  <a:lnTo>
                    <a:pt x="898" y="5091"/>
                  </a:lnTo>
                  <a:lnTo>
                    <a:pt x="0" y="1556"/>
                  </a:lnTo>
                  <a:lnTo>
                    <a:pt x="3780" y="0"/>
                  </a:lnTo>
                  <a:lnTo>
                    <a:pt x="3365" y="2207"/>
                  </a:lnTo>
                  <a:lnTo>
                    <a:pt x="5555" y="225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h4205"/>
            <p:cNvSpPr/>
            <p:nvPr/>
          </p:nvSpPr>
          <p:spPr>
            <a:xfrm>
              <a:off x="7046328" y="3100862"/>
              <a:ext cx="51096" cy="33871"/>
            </a:xfrm>
            <a:custGeom>
              <a:avLst/>
              <a:pathLst>
                <a:path w="51096" h="33871">
                  <a:moveTo>
                    <a:pt x="42159" y="2267"/>
                  </a:moveTo>
                  <a:lnTo>
                    <a:pt x="44932" y="3212"/>
                  </a:lnTo>
                  <a:lnTo>
                    <a:pt x="49863" y="11905"/>
                  </a:lnTo>
                  <a:lnTo>
                    <a:pt x="50339" y="18439"/>
                  </a:lnTo>
                  <a:lnTo>
                    <a:pt x="48620" y="21796"/>
                  </a:lnTo>
                  <a:lnTo>
                    <a:pt x="51096" y="21763"/>
                  </a:lnTo>
                  <a:lnTo>
                    <a:pt x="48316" y="27628"/>
                  </a:lnTo>
                  <a:lnTo>
                    <a:pt x="48495" y="32165"/>
                  </a:lnTo>
                  <a:lnTo>
                    <a:pt x="44540" y="30946"/>
                  </a:lnTo>
                  <a:lnTo>
                    <a:pt x="44747" y="29419"/>
                  </a:lnTo>
                  <a:lnTo>
                    <a:pt x="43000" y="29064"/>
                  </a:lnTo>
                  <a:lnTo>
                    <a:pt x="42271" y="33871"/>
                  </a:lnTo>
                  <a:lnTo>
                    <a:pt x="35138" y="32054"/>
                  </a:lnTo>
                  <a:lnTo>
                    <a:pt x="38993" y="29170"/>
                  </a:lnTo>
                  <a:lnTo>
                    <a:pt x="32729" y="29408"/>
                  </a:lnTo>
                  <a:lnTo>
                    <a:pt x="28141" y="27556"/>
                  </a:lnTo>
                  <a:lnTo>
                    <a:pt x="17916" y="30305"/>
                  </a:lnTo>
                  <a:lnTo>
                    <a:pt x="14637" y="29198"/>
                  </a:lnTo>
                  <a:lnTo>
                    <a:pt x="13341" y="29539"/>
                  </a:lnTo>
                  <a:lnTo>
                    <a:pt x="7696" y="33836"/>
                  </a:lnTo>
                  <a:lnTo>
                    <a:pt x="1470" y="30366"/>
                  </a:lnTo>
                  <a:lnTo>
                    <a:pt x="0" y="30333"/>
                  </a:lnTo>
                  <a:lnTo>
                    <a:pt x="1418" y="28269"/>
                  </a:lnTo>
                  <a:lnTo>
                    <a:pt x="2991" y="16716"/>
                  </a:lnTo>
                  <a:lnTo>
                    <a:pt x="6186" y="19352"/>
                  </a:lnTo>
                  <a:lnTo>
                    <a:pt x="9319" y="20327"/>
                  </a:lnTo>
                  <a:lnTo>
                    <a:pt x="22335" y="21262"/>
                  </a:lnTo>
                  <a:lnTo>
                    <a:pt x="22541" y="15610"/>
                  </a:lnTo>
                  <a:lnTo>
                    <a:pt x="26436" y="15891"/>
                  </a:lnTo>
                  <a:lnTo>
                    <a:pt x="28994" y="16889"/>
                  </a:lnTo>
                  <a:lnTo>
                    <a:pt x="30932" y="15575"/>
                  </a:lnTo>
                  <a:lnTo>
                    <a:pt x="32846" y="13153"/>
                  </a:lnTo>
                  <a:lnTo>
                    <a:pt x="34759" y="8735"/>
                  </a:lnTo>
                  <a:lnTo>
                    <a:pt x="33314" y="7311"/>
                  </a:lnTo>
                  <a:lnTo>
                    <a:pt x="38560" y="6199"/>
                  </a:lnTo>
                  <a:lnTo>
                    <a:pt x="40283" y="4942"/>
                  </a:lnTo>
                  <a:lnTo>
                    <a:pt x="40933" y="1522"/>
                  </a:lnTo>
                  <a:lnTo>
                    <a:pt x="4199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h4206"/>
            <p:cNvSpPr/>
            <p:nvPr/>
          </p:nvSpPr>
          <p:spPr>
            <a:xfrm>
              <a:off x="7179442" y="3035562"/>
              <a:ext cx="6568" cy="4707"/>
            </a:xfrm>
            <a:custGeom>
              <a:avLst/>
              <a:pathLst>
                <a:path w="6568" h="4707">
                  <a:moveTo>
                    <a:pt x="4475" y="220"/>
                  </a:moveTo>
                  <a:lnTo>
                    <a:pt x="6568" y="1971"/>
                  </a:lnTo>
                  <a:lnTo>
                    <a:pt x="2473" y="4323"/>
                  </a:lnTo>
                  <a:lnTo>
                    <a:pt x="914" y="4707"/>
                  </a:lnTo>
                  <a:lnTo>
                    <a:pt x="0" y="3548"/>
                  </a:lnTo>
                  <a:lnTo>
                    <a:pt x="866" y="799"/>
                  </a:lnTo>
                  <a:lnTo>
                    <a:pt x="277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h4207"/>
            <p:cNvSpPr/>
            <p:nvPr/>
          </p:nvSpPr>
          <p:spPr>
            <a:xfrm>
              <a:off x="7103142" y="3114122"/>
              <a:ext cx="31582" cy="16432"/>
            </a:xfrm>
            <a:custGeom>
              <a:avLst/>
              <a:pathLst>
                <a:path w="31582" h="16432">
                  <a:moveTo>
                    <a:pt x="21785" y="60"/>
                  </a:moveTo>
                  <a:lnTo>
                    <a:pt x="30688" y="1874"/>
                  </a:lnTo>
                  <a:lnTo>
                    <a:pt x="31582" y="1870"/>
                  </a:lnTo>
                  <a:lnTo>
                    <a:pt x="31397" y="8341"/>
                  </a:lnTo>
                  <a:lnTo>
                    <a:pt x="30102" y="12787"/>
                  </a:lnTo>
                  <a:lnTo>
                    <a:pt x="28671" y="12874"/>
                  </a:lnTo>
                  <a:lnTo>
                    <a:pt x="28366" y="14713"/>
                  </a:lnTo>
                  <a:lnTo>
                    <a:pt x="28069" y="16370"/>
                  </a:lnTo>
                  <a:lnTo>
                    <a:pt x="27493" y="16432"/>
                  </a:lnTo>
                  <a:lnTo>
                    <a:pt x="23488" y="15586"/>
                  </a:lnTo>
                  <a:lnTo>
                    <a:pt x="22631" y="12635"/>
                  </a:lnTo>
                  <a:lnTo>
                    <a:pt x="19887" y="12688"/>
                  </a:lnTo>
                  <a:lnTo>
                    <a:pt x="18302" y="13845"/>
                  </a:lnTo>
                  <a:lnTo>
                    <a:pt x="16152" y="13993"/>
                  </a:lnTo>
                  <a:lnTo>
                    <a:pt x="16008" y="10350"/>
                  </a:lnTo>
                  <a:lnTo>
                    <a:pt x="8479" y="11069"/>
                  </a:lnTo>
                  <a:lnTo>
                    <a:pt x="6440" y="9821"/>
                  </a:lnTo>
                  <a:lnTo>
                    <a:pt x="1568" y="9605"/>
                  </a:lnTo>
                  <a:lnTo>
                    <a:pt x="0" y="8802"/>
                  </a:lnTo>
                  <a:lnTo>
                    <a:pt x="1714" y="7832"/>
                  </a:lnTo>
                  <a:lnTo>
                    <a:pt x="5890" y="9057"/>
                  </a:lnTo>
                  <a:lnTo>
                    <a:pt x="6072" y="2593"/>
                  </a:lnTo>
                  <a:lnTo>
                    <a:pt x="17798" y="1722"/>
                  </a:lnTo>
                  <a:lnTo>
                    <a:pt x="1799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h4208"/>
            <p:cNvSpPr/>
            <p:nvPr/>
          </p:nvSpPr>
          <p:spPr>
            <a:xfrm>
              <a:off x="7036763" y="3080131"/>
              <a:ext cx="32152" cy="22211"/>
            </a:xfrm>
            <a:custGeom>
              <a:avLst/>
              <a:pathLst>
                <a:path w="32152" h="22211">
                  <a:moveTo>
                    <a:pt x="9268" y="0"/>
                  </a:moveTo>
                  <a:lnTo>
                    <a:pt x="7471" y="2705"/>
                  </a:lnTo>
                  <a:lnTo>
                    <a:pt x="10790" y="11078"/>
                  </a:lnTo>
                  <a:lnTo>
                    <a:pt x="9847" y="13670"/>
                  </a:lnTo>
                  <a:lnTo>
                    <a:pt x="16733" y="13123"/>
                  </a:lnTo>
                  <a:lnTo>
                    <a:pt x="16870" y="9693"/>
                  </a:lnTo>
                  <a:lnTo>
                    <a:pt x="19576" y="6885"/>
                  </a:lnTo>
                  <a:lnTo>
                    <a:pt x="25380" y="7709"/>
                  </a:lnTo>
                  <a:lnTo>
                    <a:pt x="28667" y="9542"/>
                  </a:lnTo>
                  <a:lnTo>
                    <a:pt x="30351" y="11980"/>
                  </a:lnTo>
                  <a:lnTo>
                    <a:pt x="32152" y="12439"/>
                  </a:lnTo>
                  <a:lnTo>
                    <a:pt x="29284" y="21084"/>
                  </a:lnTo>
                  <a:lnTo>
                    <a:pt x="25367" y="15940"/>
                  </a:lnTo>
                  <a:lnTo>
                    <a:pt x="19969" y="14741"/>
                  </a:lnTo>
                  <a:lnTo>
                    <a:pt x="17729" y="15111"/>
                  </a:lnTo>
                  <a:lnTo>
                    <a:pt x="17492" y="18393"/>
                  </a:lnTo>
                  <a:lnTo>
                    <a:pt x="18331" y="21169"/>
                  </a:lnTo>
                  <a:lnTo>
                    <a:pt x="17538" y="22211"/>
                  </a:lnTo>
                  <a:lnTo>
                    <a:pt x="15824" y="20596"/>
                  </a:lnTo>
                  <a:lnTo>
                    <a:pt x="15743" y="15880"/>
                  </a:lnTo>
                  <a:lnTo>
                    <a:pt x="13585" y="16134"/>
                  </a:lnTo>
                  <a:lnTo>
                    <a:pt x="11668" y="18434"/>
                  </a:lnTo>
                  <a:lnTo>
                    <a:pt x="9719" y="15173"/>
                  </a:lnTo>
                  <a:lnTo>
                    <a:pt x="8835" y="15321"/>
                  </a:lnTo>
                  <a:lnTo>
                    <a:pt x="4134" y="12119"/>
                  </a:lnTo>
                  <a:lnTo>
                    <a:pt x="3343" y="10595"/>
                  </a:lnTo>
                  <a:lnTo>
                    <a:pt x="753" y="10161"/>
                  </a:lnTo>
                  <a:lnTo>
                    <a:pt x="0" y="5512"/>
                  </a:lnTo>
                  <a:lnTo>
                    <a:pt x="2350" y="118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h4209"/>
            <p:cNvSpPr/>
            <p:nvPr/>
          </p:nvSpPr>
          <p:spPr>
            <a:xfrm>
              <a:off x="7190099" y="3039100"/>
              <a:ext cx="3573" cy="5098"/>
            </a:xfrm>
            <a:custGeom>
              <a:avLst/>
              <a:pathLst>
                <a:path w="3573" h="5098">
                  <a:moveTo>
                    <a:pt x="3573" y="0"/>
                  </a:moveTo>
                  <a:lnTo>
                    <a:pt x="1511" y="5098"/>
                  </a:lnTo>
                  <a:lnTo>
                    <a:pt x="753" y="3543"/>
                  </a:lnTo>
                  <a:lnTo>
                    <a:pt x="0" y="199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h4210"/>
            <p:cNvSpPr/>
            <p:nvPr/>
          </p:nvSpPr>
          <p:spPr>
            <a:xfrm>
              <a:off x="7056611" y="3059485"/>
              <a:ext cx="37243" cy="34655"/>
            </a:xfrm>
            <a:custGeom>
              <a:avLst/>
              <a:pathLst>
                <a:path w="37243" h="34655">
                  <a:moveTo>
                    <a:pt x="26116" y="0"/>
                  </a:moveTo>
                  <a:lnTo>
                    <a:pt x="25087" y="2412"/>
                  </a:lnTo>
                  <a:lnTo>
                    <a:pt x="27417" y="3127"/>
                  </a:lnTo>
                  <a:lnTo>
                    <a:pt x="26547" y="8993"/>
                  </a:lnTo>
                  <a:lnTo>
                    <a:pt x="36212" y="15545"/>
                  </a:lnTo>
                  <a:lnTo>
                    <a:pt x="37243" y="17873"/>
                  </a:lnTo>
                  <a:lnTo>
                    <a:pt x="32458" y="19392"/>
                  </a:lnTo>
                  <a:lnTo>
                    <a:pt x="28993" y="25309"/>
                  </a:lnTo>
                  <a:lnTo>
                    <a:pt x="28413" y="28681"/>
                  </a:lnTo>
                  <a:lnTo>
                    <a:pt x="29622" y="33015"/>
                  </a:lnTo>
                  <a:lnTo>
                    <a:pt x="29271" y="34655"/>
                  </a:lnTo>
                  <a:lnTo>
                    <a:pt x="21305" y="29500"/>
                  </a:lnTo>
                  <a:lnTo>
                    <a:pt x="18667" y="32031"/>
                  </a:lnTo>
                  <a:lnTo>
                    <a:pt x="19281" y="29776"/>
                  </a:lnTo>
                  <a:lnTo>
                    <a:pt x="14462" y="23263"/>
                  </a:lnTo>
                  <a:lnTo>
                    <a:pt x="11029" y="14681"/>
                  </a:lnTo>
                  <a:lnTo>
                    <a:pt x="7669" y="14548"/>
                  </a:lnTo>
                  <a:lnTo>
                    <a:pt x="798" y="12565"/>
                  </a:lnTo>
                  <a:lnTo>
                    <a:pt x="0" y="9563"/>
                  </a:lnTo>
                  <a:lnTo>
                    <a:pt x="2354" y="8498"/>
                  </a:lnTo>
                  <a:lnTo>
                    <a:pt x="2391" y="5276"/>
                  </a:lnTo>
                  <a:lnTo>
                    <a:pt x="3409" y="4448"/>
                  </a:lnTo>
                  <a:lnTo>
                    <a:pt x="7403" y="5880"/>
                  </a:lnTo>
                  <a:lnTo>
                    <a:pt x="6966" y="8579"/>
                  </a:lnTo>
                  <a:lnTo>
                    <a:pt x="9925" y="9211"/>
                  </a:lnTo>
                  <a:lnTo>
                    <a:pt x="11403" y="7378"/>
                  </a:lnTo>
                  <a:lnTo>
                    <a:pt x="10696" y="6930"/>
                  </a:lnTo>
                  <a:lnTo>
                    <a:pt x="11523" y="3871"/>
                  </a:lnTo>
                  <a:lnTo>
                    <a:pt x="14791" y="566"/>
                  </a:lnTo>
                  <a:lnTo>
                    <a:pt x="16911" y="411"/>
                  </a:lnTo>
                  <a:lnTo>
                    <a:pt x="23997" y="19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h4211"/>
            <p:cNvSpPr/>
            <p:nvPr/>
          </p:nvSpPr>
          <p:spPr>
            <a:xfrm>
              <a:off x="7215480" y="3046704"/>
              <a:ext cx="27593" cy="21717"/>
            </a:xfrm>
            <a:custGeom>
              <a:avLst/>
              <a:pathLst>
                <a:path w="27593" h="21717">
                  <a:moveTo>
                    <a:pt x="5738" y="512"/>
                  </a:moveTo>
                  <a:lnTo>
                    <a:pt x="6841" y="2204"/>
                  </a:lnTo>
                  <a:lnTo>
                    <a:pt x="21377" y="2777"/>
                  </a:lnTo>
                  <a:lnTo>
                    <a:pt x="23689" y="4444"/>
                  </a:lnTo>
                  <a:lnTo>
                    <a:pt x="20483" y="11170"/>
                  </a:lnTo>
                  <a:lnTo>
                    <a:pt x="21574" y="13283"/>
                  </a:lnTo>
                  <a:lnTo>
                    <a:pt x="23866" y="14976"/>
                  </a:lnTo>
                  <a:lnTo>
                    <a:pt x="27593" y="21717"/>
                  </a:lnTo>
                  <a:lnTo>
                    <a:pt x="25761" y="21634"/>
                  </a:lnTo>
                  <a:lnTo>
                    <a:pt x="18243" y="14982"/>
                  </a:lnTo>
                  <a:lnTo>
                    <a:pt x="12732" y="13009"/>
                  </a:lnTo>
                  <a:lnTo>
                    <a:pt x="9708" y="10901"/>
                  </a:lnTo>
                  <a:lnTo>
                    <a:pt x="4735" y="10297"/>
                  </a:lnTo>
                  <a:lnTo>
                    <a:pt x="3270" y="10816"/>
                  </a:lnTo>
                  <a:lnTo>
                    <a:pt x="1324" y="9236"/>
                  </a:lnTo>
                  <a:lnTo>
                    <a:pt x="0" y="4915"/>
                  </a:lnTo>
                  <a:lnTo>
                    <a:pt x="376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h4212"/>
            <p:cNvSpPr/>
            <p:nvPr/>
          </p:nvSpPr>
          <p:spPr>
            <a:xfrm>
              <a:off x="7139473" y="3114863"/>
              <a:ext cx="24556" cy="32779"/>
            </a:xfrm>
            <a:custGeom>
              <a:avLst/>
              <a:pathLst>
                <a:path w="24556" h="32779">
                  <a:moveTo>
                    <a:pt x="24556" y="295"/>
                  </a:moveTo>
                  <a:lnTo>
                    <a:pt x="21767" y="4977"/>
                  </a:lnTo>
                  <a:lnTo>
                    <a:pt x="21832" y="12375"/>
                  </a:lnTo>
                  <a:lnTo>
                    <a:pt x="22741" y="13201"/>
                  </a:lnTo>
                  <a:lnTo>
                    <a:pt x="21786" y="14975"/>
                  </a:lnTo>
                  <a:lnTo>
                    <a:pt x="22910" y="17530"/>
                  </a:lnTo>
                  <a:lnTo>
                    <a:pt x="23283" y="21838"/>
                  </a:lnTo>
                  <a:lnTo>
                    <a:pt x="22507" y="23662"/>
                  </a:lnTo>
                  <a:lnTo>
                    <a:pt x="19212" y="26679"/>
                  </a:lnTo>
                  <a:lnTo>
                    <a:pt x="16426" y="29819"/>
                  </a:lnTo>
                  <a:lnTo>
                    <a:pt x="10703" y="32657"/>
                  </a:lnTo>
                  <a:lnTo>
                    <a:pt x="8405" y="32779"/>
                  </a:lnTo>
                  <a:lnTo>
                    <a:pt x="7187" y="26985"/>
                  </a:lnTo>
                  <a:lnTo>
                    <a:pt x="5235" y="28167"/>
                  </a:lnTo>
                  <a:lnTo>
                    <a:pt x="2516" y="27523"/>
                  </a:lnTo>
                  <a:lnTo>
                    <a:pt x="2090" y="26644"/>
                  </a:lnTo>
                  <a:lnTo>
                    <a:pt x="2078" y="23613"/>
                  </a:lnTo>
                  <a:lnTo>
                    <a:pt x="3066" y="22824"/>
                  </a:lnTo>
                  <a:lnTo>
                    <a:pt x="4146" y="18144"/>
                  </a:lnTo>
                  <a:lnTo>
                    <a:pt x="2376" y="14477"/>
                  </a:lnTo>
                  <a:lnTo>
                    <a:pt x="2409" y="12663"/>
                  </a:lnTo>
                  <a:lnTo>
                    <a:pt x="1166" y="12458"/>
                  </a:lnTo>
                  <a:lnTo>
                    <a:pt x="348" y="12749"/>
                  </a:lnTo>
                  <a:lnTo>
                    <a:pt x="0" y="12571"/>
                  </a:lnTo>
                  <a:lnTo>
                    <a:pt x="1329" y="5464"/>
                  </a:lnTo>
                  <a:lnTo>
                    <a:pt x="5209" y="2674"/>
                  </a:lnTo>
                  <a:lnTo>
                    <a:pt x="6109" y="3295"/>
                  </a:lnTo>
                  <a:lnTo>
                    <a:pt x="19612" y="1540"/>
                  </a:lnTo>
                  <a:lnTo>
                    <a:pt x="2314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h4213"/>
            <p:cNvSpPr/>
            <p:nvPr/>
          </p:nvSpPr>
          <p:spPr>
            <a:xfrm>
              <a:off x="7126489" y="3106565"/>
              <a:ext cx="10013" cy="6418"/>
            </a:xfrm>
            <a:custGeom>
              <a:avLst/>
              <a:pathLst>
                <a:path w="10013" h="6418">
                  <a:moveTo>
                    <a:pt x="10013" y="994"/>
                  </a:moveTo>
                  <a:lnTo>
                    <a:pt x="9930" y="3274"/>
                  </a:lnTo>
                  <a:lnTo>
                    <a:pt x="8654" y="4317"/>
                  </a:lnTo>
                  <a:lnTo>
                    <a:pt x="8096" y="6418"/>
                  </a:lnTo>
                  <a:lnTo>
                    <a:pt x="7666" y="6414"/>
                  </a:lnTo>
                  <a:lnTo>
                    <a:pt x="8167" y="5501"/>
                  </a:lnTo>
                  <a:lnTo>
                    <a:pt x="0" y="4726"/>
                  </a:lnTo>
                  <a:lnTo>
                    <a:pt x="311" y="2787"/>
                  </a:lnTo>
                  <a:lnTo>
                    <a:pt x="727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h4214"/>
            <p:cNvSpPr/>
            <p:nvPr/>
          </p:nvSpPr>
          <p:spPr>
            <a:xfrm>
              <a:off x="7184925" y="3044199"/>
              <a:ext cx="17521" cy="22813"/>
            </a:xfrm>
            <a:custGeom>
              <a:avLst/>
              <a:pathLst>
                <a:path w="17521" h="22813">
                  <a:moveTo>
                    <a:pt x="9613" y="5837"/>
                  </a:moveTo>
                  <a:lnTo>
                    <a:pt x="11497" y="5637"/>
                  </a:lnTo>
                  <a:lnTo>
                    <a:pt x="13317" y="4128"/>
                  </a:lnTo>
                  <a:lnTo>
                    <a:pt x="12328" y="2396"/>
                  </a:lnTo>
                  <a:lnTo>
                    <a:pt x="13961" y="807"/>
                  </a:lnTo>
                  <a:lnTo>
                    <a:pt x="17521" y="1781"/>
                  </a:lnTo>
                  <a:lnTo>
                    <a:pt x="15011" y="9370"/>
                  </a:lnTo>
                  <a:lnTo>
                    <a:pt x="16512" y="11564"/>
                  </a:lnTo>
                  <a:lnTo>
                    <a:pt x="15434" y="13297"/>
                  </a:lnTo>
                  <a:lnTo>
                    <a:pt x="13080" y="13163"/>
                  </a:lnTo>
                  <a:lnTo>
                    <a:pt x="13121" y="22017"/>
                  </a:lnTo>
                  <a:lnTo>
                    <a:pt x="11363" y="22813"/>
                  </a:lnTo>
                  <a:lnTo>
                    <a:pt x="6963" y="21040"/>
                  </a:lnTo>
                  <a:lnTo>
                    <a:pt x="3635" y="19704"/>
                  </a:lnTo>
                  <a:lnTo>
                    <a:pt x="4846" y="17049"/>
                  </a:lnTo>
                  <a:lnTo>
                    <a:pt x="3797" y="16022"/>
                  </a:lnTo>
                  <a:lnTo>
                    <a:pt x="2461" y="11629"/>
                  </a:lnTo>
                  <a:lnTo>
                    <a:pt x="671" y="11392"/>
                  </a:lnTo>
                  <a:lnTo>
                    <a:pt x="0" y="9132"/>
                  </a:lnTo>
                  <a:lnTo>
                    <a:pt x="3686" y="9234"/>
                  </a:lnTo>
                  <a:lnTo>
                    <a:pt x="5474" y="282"/>
                  </a:lnTo>
                  <a:lnTo>
                    <a:pt x="6685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h4215"/>
            <p:cNvSpPr/>
            <p:nvPr/>
          </p:nvSpPr>
          <p:spPr>
            <a:xfrm>
              <a:off x="7155624" y="3051460"/>
              <a:ext cx="17617" cy="12090"/>
            </a:xfrm>
            <a:custGeom>
              <a:avLst/>
              <a:pathLst>
                <a:path w="17617" h="12090">
                  <a:moveTo>
                    <a:pt x="17617" y="1447"/>
                  </a:moveTo>
                  <a:lnTo>
                    <a:pt x="17371" y="6052"/>
                  </a:lnTo>
                  <a:lnTo>
                    <a:pt x="13360" y="11650"/>
                  </a:lnTo>
                  <a:lnTo>
                    <a:pt x="11029" y="10117"/>
                  </a:lnTo>
                  <a:lnTo>
                    <a:pt x="8097" y="9427"/>
                  </a:lnTo>
                  <a:lnTo>
                    <a:pt x="6283" y="11585"/>
                  </a:lnTo>
                  <a:lnTo>
                    <a:pt x="4376" y="12090"/>
                  </a:lnTo>
                  <a:lnTo>
                    <a:pt x="3510" y="7934"/>
                  </a:lnTo>
                  <a:lnTo>
                    <a:pt x="0" y="7200"/>
                  </a:lnTo>
                  <a:lnTo>
                    <a:pt x="2381" y="3843"/>
                  </a:lnTo>
                  <a:lnTo>
                    <a:pt x="4107" y="1739"/>
                  </a:lnTo>
                  <a:lnTo>
                    <a:pt x="7874" y="3382"/>
                  </a:lnTo>
                  <a:lnTo>
                    <a:pt x="1082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h4216"/>
            <p:cNvSpPr/>
            <p:nvPr/>
          </p:nvSpPr>
          <p:spPr>
            <a:xfrm>
              <a:off x="7128373" y="3102461"/>
              <a:ext cx="8202" cy="5102"/>
            </a:xfrm>
            <a:custGeom>
              <a:avLst/>
              <a:pathLst>
                <a:path w="8202" h="5102">
                  <a:moveTo>
                    <a:pt x="5320" y="1845"/>
                  </a:moveTo>
                  <a:lnTo>
                    <a:pt x="4239" y="3927"/>
                  </a:lnTo>
                  <a:lnTo>
                    <a:pt x="333" y="5102"/>
                  </a:lnTo>
                  <a:lnTo>
                    <a:pt x="0" y="3135"/>
                  </a:lnTo>
                  <a:lnTo>
                    <a:pt x="1079" y="2320"/>
                  </a:lnTo>
                  <a:lnTo>
                    <a:pt x="3296" y="270"/>
                  </a:lnTo>
                  <a:lnTo>
                    <a:pt x="820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h4217"/>
            <p:cNvSpPr/>
            <p:nvPr/>
          </p:nvSpPr>
          <p:spPr>
            <a:xfrm>
              <a:off x="7109215" y="3103016"/>
              <a:ext cx="24546" cy="13699"/>
            </a:xfrm>
            <a:custGeom>
              <a:avLst/>
              <a:pathLst>
                <a:path w="24546" h="13699">
                  <a:moveTo>
                    <a:pt x="15569" y="600"/>
                  </a:moveTo>
                  <a:lnTo>
                    <a:pt x="20237" y="1765"/>
                  </a:lnTo>
                  <a:lnTo>
                    <a:pt x="19157" y="2580"/>
                  </a:lnTo>
                  <a:lnTo>
                    <a:pt x="19490" y="4547"/>
                  </a:lnTo>
                  <a:lnTo>
                    <a:pt x="23396" y="3372"/>
                  </a:lnTo>
                  <a:lnTo>
                    <a:pt x="24477" y="1290"/>
                  </a:lnTo>
                  <a:lnTo>
                    <a:pt x="24546" y="3549"/>
                  </a:lnTo>
                  <a:lnTo>
                    <a:pt x="17585" y="6336"/>
                  </a:lnTo>
                  <a:lnTo>
                    <a:pt x="17273" y="8275"/>
                  </a:lnTo>
                  <a:lnTo>
                    <a:pt x="15712" y="11166"/>
                  </a:lnTo>
                  <a:lnTo>
                    <a:pt x="11920" y="11106"/>
                  </a:lnTo>
                  <a:lnTo>
                    <a:pt x="11725" y="12828"/>
                  </a:lnTo>
                  <a:lnTo>
                    <a:pt x="0" y="13699"/>
                  </a:lnTo>
                  <a:lnTo>
                    <a:pt x="5865" y="6018"/>
                  </a:lnTo>
                  <a:lnTo>
                    <a:pt x="9676" y="3522"/>
                  </a:lnTo>
                  <a:lnTo>
                    <a:pt x="11000" y="810"/>
                  </a:lnTo>
                  <a:lnTo>
                    <a:pt x="1071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h4218"/>
            <p:cNvSpPr/>
            <p:nvPr/>
          </p:nvSpPr>
          <p:spPr>
            <a:xfrm>
              <a:off x="7223425" y="3105580"/>
              <a:ext cx="23766" cy="17107"/>
            </a:xfrm>
            <a:custGeom>
              <a:avLst/>
              <a:pathLst>
                <a:path w="23766" h="17107">
                  <a:moveTo>
                    <a:pt x="22322" y="2481"/>
                  </a:moveTo>
                  <a:lnTo>
                    <a:pt x="22724" y="3781"/>
                  </a:lnTo>
                  <a:lnTo>
                    <a:pt x="22259" y="7487"/>
                  </a:lnTo>
                  <a:lnTo>
                    <a:pt x="23766" y="8657"/>
                  </a:lnTo>
                  <a:lnTo>
                    <a:pt x="23568" y="12380"/>
                  </a:lnTo>
                  <a:lnTo>
                    <a:pt x="22576" y="13784"/>
                  </a:lnTo>
                  <a:lnTo>
                    <a:pt x="21564" y="12679"/>
                  </a:lnTo>
                  <a:lnTo>
                    <a:pt x="11390" y="13077"/>
                  </a:lnTo>
                  <a:lnTo>
                    <a:pt x="5196" y="14701"/>
                  </a:lnTo>
                  <a:lnTo>
                    <a:pt x="4079" y="17107"/>
                  </a:lnTo>
                  <a:lnTo>
                    <a:pt x="3418" y="16073"/>
                  </a:lnTo>
                  <a:lnTo>
                    <a:pt x="347" y="14560"/>
                  </a:lnTo>
                  <a:lnTo>
                    <a:pt x="645" y="13711"/>
                  </a:lnTo>
                  <a:lnTo>
                    <a:pt x="2247" y="12619"/>
                  </a:lnTo>
                  <a:lnTo>
                    <a:pt x="5757" y="7258"/>
                  </a:lnTo>
                  <a:lnTo>
                    <a:pt x="5496" y="5419"/>
                  </a:lnTo>
                  <a:lnTo>
                    <a:pt x="3536" y="3983"/>
                  </a:lnTo>
                  <a:lnTo>
                    <a:pt x="852" y="3727"/>
                  </a:lnTo>
                  <a:lnTo>
                    <a:pt x="0" y="2247"/>
                  </a:lnTo>
                  <a:lnTo>
                    <a:pt x="3516" y="1226"/>
                  </a:lnTo>
                  <a:lnTo>
                    <a:pt x="4232" y="1985"/>
                  </a:lnTo>
                  <a:lnTo>
                    <a:pt x="9474" y="517"/>
                  </a:lnTo>
                  <a:lnTo>
                    <a:pt x="1822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h4219"/>
            <p:cNvSpPr/>
            <p:nvPr/>
          </p:nvSpPr>
          <p:spPr>
            <a:xfrm>
              <a:off x="7201222" y="3069537"/>
              <a:ext cx="11952" cy="11913"/>
            </a:xfrm>
            <a:custGeom>
              <a:avLst/>
              <a:pathLst>
                <a:path w="11952" h="11913">
                  <a:moveTo>
                    <a:pt x="8034" y="2733"/>
                  </a:moveTo>
                  <a:lnTo>
                    <a:pt x="8216" y="4646"/>
                  </a:lnTo>
                  <a:lnTo>
                    <a:pt x="7985" y="6849"/>
                  </a:lnTo>
                  <a:lnTo>
                    <a:pt x="11952" y="8525"/>
                  </a:lnTo>
                  <a:lnTo>
                    <a:pt x="11650" y="11720"/>
                  </a:lnTo>
                  <a:lnTo>
                    <a:pt x="5397" y="9631"/>
                  </a:lnTo>
                  <a:lnTo>
                    <a:pt x="3205" y="11913"/>
                  </a:lnTo>
                  <a:lnTo>
                    <a:pt x="0" y="5060"/>
                  </a:lnTo>
                  <a:lnTo>
                    <a:pt x="1439" y="1657"/>
                  </a:lnTo>
                  <a:lnTo>
                    <a:pt x="614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h4220"/>
            <p:cNvSpPr/>
            <p:nvPr/>
          </p:nvSpPr>
          <p:spPr>
            <a:xfrm>
              <a:off x="7143730" y="3103583"/>
              <a:ext cx="22345" cy="11575"/>
            </a:xfrm>
            <a:custGeom>
              <a:avLst/>
              <a:pathLst>
                <a:path w="22345" h="11575">
                  <a:moveTo>
                    <a:pt x="22345" y="10351"/>
                  </a:moveTo>
                  <a:lnTo>
                    <a:pt x="20299" y="11575"/>
                  </a:lnTo>
                  <a:lnTo>
                    <a:pt x="18885" y="11280"/>
                  </a:lnTo>
                  <a:lnTo>
                    <a:pt x="6012" y="8519"/>
                  </a:lnTo>
                  <a:lnTo>
                    <a:pt x="0" y="8221"/>
                  </a:lnTo>
                  <a:lnTo>
                    <a:pt x="636" y="5213"/>
                  </a:lnTo>
                  <a:lnTo>
                    <a:pt x="1990" y="3451"/>
                  </a:lnTo>
                  <a:lnTo>
                    <a:pt x="14064" y="1598"/>
                  </a:lnTo>
                  <a:lnTo>
                    <a:pt x="1864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h4221"/>
            <p:cNvSpPr/>
            <p:nvPr/>
          </p:nvSpPr>
          <p:spPr>
            <a:xfrm>
              <a:off x="7147129" y="3027163"/>
              <a:ext cx="27845" cy="17586"/>
            </a:xfrm>
            <a:custGeom>
              <a:avLst/>
              <a:pathLst>
                <a:path w="27845" h="17586">
                  <a:moveTo>
                    <a:pt x="26171" y="5205"/>
                  </a:moveTo>
                  <a:lnTo>
                    <a:pt x="27174" y="5809"/>
                  </a:lnTo>
                  <a:lnTo>
                    <a:pt x="27845" y="10075"/>
                  </a:lnTo>
                  <a:lnTo>
                    <a:pt x="26416" y="11638"/>
                  </a:lnTo>
                  <a:lnTo>
                    <a:pt x="18787" y="13392"/>
                  </a:lnTo>
                  <a:lnTo>
                    <a:pt x="18512" y="16850"/>
                  </a:lnTo>
                  <a:lnTo>
                    <a:pt x="17639" y="17080"/>
                  </a:lnTo>
                  <a:lnTo>
                    <a:pt x="12248" y="17586"/>
                  </a:lnTo>
                  <a:lnTo>
                    <a:pt x="11887" y="16074"/>
                  </a:lnTo>
                  <a:lnTo>
                    <a:pt x="7610" y="11752"/>
                  </a:lnTo>
                  <a:lnTo>
                    <a:pt x="0" y="12528"/>
                  </a:lnTo>
                  <a:lnTo>
                    <a:pt x="838" y="6533"/>
                  </a:lnTo>
                  <a:lnTo>
                    <a:pt x="3790" y="2315"/>
                  </a:lnTo>
                  <a:lnTo>
                    <a:pt x="9288" y="1799"/>
                  </a:lnTo>
                  <a:lnTo>
                    <a:pt x="9150" y="4140"/>
                  </a:lnTo>
                  <a:lnTo>
                    <a:pt x="11771" y="5607"/>
                  </a:lnTo>
                  <a:lnTo>
                    <a:pt x="17570" y="5117"/>
                  </a:lnTo>
                  <a:lnTo>
                    <a:pt x="17797" y="3038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h4222"/>
            <p:cNvSpPr/>
            <p:nvPr/>
          </p:nvSpPr>
          <p:spPr>
            <a:xfrm>
              <a:off x="6708421" y="2980425"/>
              <a:ext cx="21365" cy="16241"/>
            </a:xfrm>
            <a:custGeom>
              <a:avLst/>
              <a:pathLst>
                <a:path w="21365" h="16241">
                  <a:moveTo>
                    <a:pt x="11075" y="1863"/>
                  </a:moveTo>
                  <a:lnTo>
                    <a:pt x="14007" y="7269"/>
                  </a:lnTo>
                  <a:lnTo>
                    <a:pt x="16938" y="8603"/>
                  </a:lnTo>
                  <a:lnTo>
                    <a:pt x="18818" y="6389"/>
                  </a:lnTo>
                  <a:lnTo>
                    <a:pt x="18149" y="5125"/>
                  </a:lnTo>
                  <a:lnTo>
                    <a:pt x="16672" y="4513"/>
                  </a:lnTo>
                  <a:lnTo>
                    <a:pt x="20051" y="3967"/>
                  </a:lnTo>
                  <a:lnTo>
                    <a:pt x="20955" y="4488"/>
                  </a:lnTo>
                  <a:lnTo>
                    <a:pt x="21365" y="10977"/>
                  </a:lnTo>
                  <a:lnTo>
                    <a:pt x="21342" y="11552"/>
                  </a:lnTo>
                  <a:lnTo>
                    <a:pt x="19725" y="11773"/>
                  </a:lnTo>
                  <a:lnTo>
                    <a:pt x="13107" y="10774"/>
                  </a:lnTo>
                  <a:lnTo>
                    <a:pt x="11068" y="15923"/>
                  </a:lnTo>
                  <a:lnTo>
                    <a:pt x="9211" y="16241"/>
                  </a:lnTo>
                  <a:lnTo>
                    <a:pt x="9052" y="13565"/>
                  </a:lnTo>
                  <a:lnTo>
                    <a:pt x="6988" y="12980"/>
                  </a:lnTo>
                  <a:lnTo>
                    <a:pt x="4690" y="13600"/>
                  </a:lnTo>
                  <a:lnTo>
                    <a:pt x="1391" y="12194"/>
                  </a:lnTo>
                  <a:lnTo>
                    <a:pt x="305" y="10800"/>
                  </a:lnTo>
                  <a:lnTo>
                    <a:pt x="1206" y="5260"/>
                  </a:lnTo>
                  <a:lnTo>
                    <a:pt x="3394" y="5438"/>
                  </a:lnTo>
                  <a:lnTo>
                    <a:pt x="3641" y="4563"/>
                  </a:lnTo>
                  <a:lnTo>
                    <a:pt x="1332" y="2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h4223"/>
            <p:cNvSpPr/>
            <p:nvPr/>
          </p:nvSpPr>
          <p:spPr>
            <a:xfrm>
              <a:off x="6833715" y="3056357"/>
              <a:ext cx="21439" cy="23349"/>
            </a:xfrm>
            <a:custGeom>
              <a:avLst/>
              <a:pathLst>
                <a:path w="21439" h="23349">
                  <a:moveTo>
                    <a:pt x="21002" y="34"/>
                  </a:moveTo>
                  <a:lnTo>
                    <a:pt x="21439" y="3579"/>
                  </a:lnTo>
                  <a:lnTo>
                    <a:pt x="18344" y="5427"/>
                  </a:lnTo>
                  <a:lnTo>
                    <a:pt x="20595" y="10057"/>
                  </a:lnTo>
                  <a:lnTo>
                    <a:pt x="16208" y="12690"/>
                  </a:lnTo>
                  <a:lnTo>
                    <a:pt x="17096" y="13938"/>
                  </a:lnTo>
                  <a:lnTo>
                    <a:pt x="17621" y="16970"/>
                  </a:lnTo>
                  <a:lnTo>
                    <a:pt x="13713" y="20457"/>
                  </a:lnTo>
                  <a:lnTo>
                    <a:pt x="13302" y="21868"/>
                  </a:lnTo>
                  <a:lnTo>
                    <a:pt x="14135" y="23349"/>
                  </a:lnTo>
                  <a:lnTo>
                    <a:pt x="7447" y="21090"/>
                  </a:lnTo>
                  <a:lnTo>
                    <a:pt x="4210" y="11843"/>
                  </a:lnTo>
                  <a:lnTo>
                    <a:pt x="2416" y="10891"/>
                  </a:lnTo>
                  <a:lnTo>
                    <a:pt x="304" y="11511"/>
                  </a:lnTo>
                  <a:lnTo>
                    <a:pt x="652" y="7996"/>
                  </a:lnTo>
                  <a:lnTo>
                    <a:pt x="0" y="5225"/>
                  </a:lnTo>
                  <a:lnTo>
                    <a:pt x="618" y="4231"/>
                  </a:lnTo>
                  <a:lnTo>
                    <a:pt x="3576" y="6060"/>
                  </a:lnTo>
                  <a:lnTo>
                    <a:pt x="10128" y="4641"/>
                  </a:lnTo>
                  <a:lnTo>
                    <a:pt x="14589" y="3098"/>
                  </a:lnTo>
                  <a:lnTo>
                    <a:pt x="1643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h4224"/>
            <p:cNvSpPr/>
            <p:nvPr/>
          </p:nvSpPr>
          <p:spPr>
            <a:xfrm>
              <a:off x="6709894" y="3126373"/>
              <a:ext cx="46072" cy="71793"/>
            </a:xfrm>
            <a:custGeom>
              <a:avLst/>
              <a:pathLst>
                <a:path w="46072" h="71793">
                  <a:moveTo>
                    <a:pt x="33839" y="0"/>
                  </a:moveTo>
                  <a:lnTo>
                    <a:pt x="35392" y="1656"/>
                  </a:lnTo>
                  <a:lnTo>
                    <a:pt x="42381" y="1639"/>
                  </a:lnTo>
                  <a:lnTo>
                    <a:pt x="41007" y="5391"/>
                  </a:lnTo>
                  <a:lnTo>
                    <a:pt x="39577" y="18308"/>
                  </a:lnTo>
                  <a:lnTo>
                    <a:pt x="36765" y="21553"/>
                  </a:lnTo>
                  <a:lnTo>
                    <a:pt x="35741" y="26728"/>
                  </a:lnTo>
                  <a:lnTo>
                    <a:pt x="42572" y="41496"/>
                  </a:lnTo>
                  <a:lnTo>
                    <a:pt x="46072" y="43901"/>
                  </a:lnTo>
                  <a:lnTo>
                    <a:pt x="45923" y="46360"/>
                  </a:lnTo>
                  <a:lnTo>
                    <a:pt x="44986" y="47261"/>
                  </a:lnTo>
                  <a:lnTo>
                    <a:pt x="31669" y="51221"/>
                  </a:lnTo>
                  <a:lnTo>
                    <a:pt x="27023" y="53939"/>
                  </a:lnTo>
                  <a:lnTo>
                    <a:pt x="25860" y="70081"/>
                  </a:lnTo>
                  <a:lnTo>
                    <a:pt x="19172" y="71793"/>
                  </a:lnTo>
                  <a:lnTo>
                    <a:pt x="12210" y="70086"/>
                  </a:lnTo>
                  <a:lnTo>
                    <a:pt x="7104" y="65218"/>
                  </a:lnTo>
                  <a:lnTo>
                    <a:pt x="2998" y="63877"/>
                  </a:lnTo>
                  <a:lnTo>
                    <a:pt x="4234" y="54972"/>
                  </a:lnTo>
                  <a:lnTo>
                    <a:pt x="4076" y="47211"/>
                  </a:lnTo>
                  <a:lnTo>
                    <a:pt x="1429" y="40831"/>
                  </a:lnTo>
                  <a:lnTo>
                    <a:pt x="4218" y="38067"/>
                  </a:lnTo>
                  <a:lnTo>
                    <a:pt x="2025" y="34543"/>
                  </a:lnTo>
                  <a:lnTo>
                    <a:pt x="244" y="27590"/>
                  </a:lnTo>
                  <a:lnTo>
                    <a:pt x="0" y="23129"/>
                  </a:lnTo>
                  <a:lnTo>
                    <a:pt x="6965" y="18054"/>
                  </a:lnTo>
                  <a:lnTo>
                    <a:pt x="9812" y="15458"/>
                  </a:lnTo>
                  <a:lnTo>
                    <a:pt x="12917" y="14928"/>
                  </a:lnTo>
                  <a:lnTo>
                    <a:pt x="13796" y="16396"/>
                  </a:lnTo>
                  <a:lnTo>
                    <a:pt x="20089" y="12258"/>
                  </a:lnTo>
                  <a:lnTo>
                    <a:pt x="24155" y="12170"/>
                  </a:lnTo>
                  <a:lnTo>
                    <a:pt x="28986" y="4779"/>
                  </a:lnTo>
                  <a:lnTo>
                    <a:pt x="29157" y="2497"/>
                  </a:lnTo>
                  <a:lnTo>
                    <a:pt x="30613" y="69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h4225"/>
            <p:cNvSpPr/>
            <p:nvPr/>
          </p:nvSpPr>
          <p:spPr>
            <a:xfrm>
              <a:off x="6938308" y="3006503"/>
              <a:ext cx="18350" cy="24751"/>
            </a:xfrm>
            <a:custGeom>
              <a:avLst/>
              <a:pathLst>
                <a:path w="18350" h="24751">
                  <a:moveTo>
                    <a:pt x="11885" y="2435"/>
                  </a:moveTo>
                  <a:lnTo>
                    <a:pt x="14500" y="2038"/>
                  </a:lnTo>
                  <a:lnTo>
                    <a:pt x="15783" y="5450"/>
                  </a:lnTo>
                  <a:lnTo>
                    <a:pt x="17408" y="5332"/>
                  </a:lnTo>
                  <a:lnTo>
                    <a:pt x="18350" y="11035"/>
                  </a:lnTo>
                  <a:lnTo>
                    <a:pt x="16019" y="11819"/>
                  </a:lnTo>
                  <a:lnTo>
                    <a:pt x="15342" y="13120"/>
                  </a:lnTo>
                  <a:lnTo>
                    <a:pt x="11153" y="20133"/>
                  </a:lnTo>
                  <a:lnTo>
                    <a:pt x="12478" y="21351"/>
                  </a:lnTo>
                  <a:lnTo>
                    <a:pt x="13029" y="23382"/>
                  </a:lnTo>
                  <a:lnTo>
                    <a:pt x="12163" y="24166"/>
                  </a:lnTo>
                  <a:lnTo>
                    <a:pt x="11134" y="23396"/>
                  </a:lnTo>
                  <a:lnTo>
                    <a:pt x="7545" y="24751"/>
                  </a:lnTo>
                  <a:lnTo>
                    <a:pt x="3598" y="22932"/>
                  </a:lnTo>
                  <a:lnTo>
                    <a:pt x="3911" y="13247"/>
                  </a:lnTo>
                  <a:lnTo>
                    <a:pt x="776" y="11735"/>
                  </a:lnTo>
                  <a:lnTo>
                    <a:pt x="0" y="11283"/>
                  </a:lnTo>
                  <a:lnTo>
                    <a:pt x="778" y="9261"/>
                  </a:lnTo>
                  <a:lnTo>
                    <a:pt x="3414" y="10133"/>
                  </a:lnTo>
                  <a:lnTo>
                    <a:pt x="8466" y="7313"/>
                  </a:lnTo>
                  <a:lnTo>
                    <a:pt x="8751" y="2542"/>
                  </a:lnTo>
                  <a:lnTo>
                    <a:pt x="993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h4226"/>
            <p:cNvSpPr/>
            <p:nvPr/>
          </p:nvSpPr>
          <p:spPr>
            <a:xfrm>
              <a:off x="6848844" y="2971244"/>
              <a:ext cx="23348" cy="26812"/>
            </a:xfrm>
            <a:custGeom>
              <a:avLst/>
              <a:pathLst>
                <a:path w="23348" h="26812">
                  <a:moveTo>
                    <a:pt x="21351" y="662"/>
                  </a:moveTo>
                  <a:lnTo>
                    <a:pt x="20284" y="2235"/>
                  </a:lnTo>
                  <a:lnTo>
                    <a:pt x="22204" y="4961"/>
                  </a:lnTo>
                  <a:lnTo>
                    <a:pt x="23348" y="5197"/>
                  </a:lnTo>
                  <a:lnTo>
                    <a:pt x="22532" y="9633"/>
                  </a:lnTo>
                  <a:lnTo>
                    <a:pt x="21995" y="11890"/>
                  </a:lnTo>
                  <a:lnTo>
                    <a:pt x="16886" y="17416"/>
                  </a:lnTo>
                  <a:lnTo>
                    <a:pt x="13520" y="23755"/>
                  </a:lnTo>
                  <a:lnTo>
                    <a:pt x="12134" y="26349"/>
                  </a:lnTo>
                  <a:lnTo>
                    <a:pt x="6008" y="26812"/>
                  </a:lnTo>
                  <a:lnTo>
                    <a:pt x="2454" y="25022"/>
                  </a:lnTo>
                  <a:lnTo>
                    <a:pt x="5177" y="22285"/>
                  </a:lnTo>
                  <a:lnTo>
                    <a:pt x="2421" y="17879"/>
                  </a:lnTo>
                  <a:lnTo>
                    <a:pt x="980" y="17691"/>
                  </a:lnTo>
                  <a:lnTo>
                    <a:pt x="0" y="15492"/>
                  </a:lnTo>
                  <a:lnTo>
                    <a:pt x="2547" y="11623"/>
                  </a:lnTo>
                  <a:lnTo>
                    <a:pt x="4992" y="10546"/>
                  </a:lnTo>
                  <a:lnTo>
                    <a:pt x="4640" y="6592"/>
                  </a:lnTo>
                  <a:lnTo>
                    <a:pt x="2901" y="4055"/>
                  </a:lnTo>
                  <a:lnTo>
                    <a:pt x="14107" y="5639"/>
                  </a:lnTo>
                  <a:lnTo>
                    <a:pt x="17925" y="3433"/>
                  </a:lnTo>
                  <a:lnTo>
                    <a:pt x="2046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h4227"/>
            <p:cNvSpPr/>
            <p:nvPr/>
          </p:nvSpPr>
          <p:spPr>
            <a:xfrm>
              <a:off x="7031028" y="3045281"/>
              <a:ext cx="13507" cy="10526"/>
            </a:xfrm>
            <a:custGeom>
              <a:avLst/>
              <a:pathLst>
                <a:path w="13507" h="10526">
                  <a:moveTo>
                    <a:pt x="11146" y="984"/>
                  </a:moveTo>
                  <a:lnTo>
                    <a:pt x="13377" y="4557"/>
                  </a:lnTo>
                  <a:lnTo>
                    <a:pt x="12806" y="6011"/>
                  </a:lnTo>
                  <a:lnTo>
                    <a:pt x="13507" y="9386"/>
                  </a:lnTo>
                  <a:lnTo>
                    <a:pt x="4386" y="10526"/>
                  </a:lnTo>
                  <a:lnTo>
                    <a:pt x="1199" y="6914"/>
                  </a:lnTo>
                  <a:lnTo>
                    <a:pt x="0" y="3818"/>
                  </a:lnTo>
                  <a:lnTo>
                    <a:pt x="2178" y="1958"/>
                  </a:lnTo>
                  <a:lnTo>
                    <a:pt x="4570" y="60"/>
                  </a:lnTo>
                  <a:lnTo>
                    <a:pt x="934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h4228"/>
            <p:cNvSpPr/>
            <p:nvPr/>
          </p:nvSpPr>
          <p:spPr>
            <a:xfrm>
              <a:off x="6745636" y="3105646"/>
              <a:ext cx="56297" cy="66270"/>
            </a:xfrm>
            <a:custGeom>
              <a:avLst/>
              <a:pathLst>
                <a:path w="56297" h="66270">
                  <a:moveTo>
                    <a:pt x="51026" y="427"/>
                  </a:moveTo>
                  <a:lnTo>
                    <a:pt x="54556" y="485"/>
                  </a:lnTo>
                  <a:lnTo>
                    <a:pt x="52706" y="6465"/>
                  </a:lnTo>
                  <a:lnTo>
                    <a:pt x="46442" y="19193"/>
                  </a:lnTo>
                  <a:lnTo>
                    <a:pt x="46195" y="23465"/>
                  </a:lnTo>
                  <a:lnTo>
                    <a:pt x="44667" y="27400"/>
                  </a:lnTo>
                  <a:lnTo>
                    <a:pt x="39942" y="33796"/>
                  </a:lnTo>
                  <a:lnTo>
                    <a:pt x="37731" y="39460"/>
                  </a:lnTo>
                  <a:lnTo>
                    <a:pt x="39706" y="41601"/>
                  </a:lnTo>
                  <a:lnTo>
                    <a:pt x="41761" y="42413"/>
                  </a:lnTo>
                  <a:lnTo>
                    <a:pt x="55263" y="43885"/>
                  </a:lnTo>
                  <a:lnTo>
                    <a:pt x="56039" y="44341"/>
                  </a:lnTo>
                  <a:lnTo>
                    <a:pt x="56297" y="46770"/>
                  </a:lnTo>
                  <a:lnTo>
                    <a:pt x="52447" y="51844"/>
                  </a:lnTo>
                  <a:lnTo>
                    <a:pt x="51326" y="49587"/>
                  </a:lnTo>
                  <a:lnTo>
                    <a:pt x="48738" y="48941"/>
                  </a:lnTo>
                  <a:lnTo>
                    <a:pt x="46059" y="50155"/>
                  </a:lnTo>
                  <a:lnTo>
                    <a:pt x="45286" y="51854"/>
                  </a:lnTo>
                  <a:lnTo>
                    <a:pt x="46493" y="56116"/>
                  </a:lnTo>
                  <a:lnTo>
                    <a:pt x="47463" y="57362"/>
                  </a:lnTo>
                  <a:lnTo>
                    <a:pt x="50058" y="57816"/>
                  </a:lnTo>
                  <a:lnTo>
                    <a:pt x="50687" y="59578"/>
                  </a:lnTo>
                  <a:lnTo>
                    <a:pt x="45439" y="63711"/>
                  </a:lnTo>
                  <a:lnTo>
                    <a:pt x="38175" y="66270"/>
                  </a:lnTo>
                  <a:lnTo>
                    <a:pt x="27468" y="65739"/>
                  </a:lnTo>
                  <a:lnTo>
                    <a:pt x="19278" y="64398"/>
                  </a:lnTo>
                  <a:lnTo>
                    <a:pt x="12726" y="65551"/>
                  </a:lnTo>
                  <a:lnTo>
                    <a:pt x="10330" y="64629"/>
                  </a:lnTo>
                  <a:lnTo>
                    <a:pt x="6830" y="62223"/>
                  </a:lnTo>
                  <a:lnTo>
                    <a:pt x="0" y="47455"/>
                  </a:lnTo>
                  <a:lnTo>
                    <a:pt x="1023" y="42280"/>
                  </a:lnTo>
                  <a:lnTo>
                    <a:pt x="3836" y="39035"/>
                  </a:lnTo>
                  <a:lnTo>
                    <a:pt x="5265" y="26119"/>
                  </a:lnTo>
                  <a:lnTo>
                    <a:pt x="6639" y="22366"/>
                  </a:lnTo>
                  <a:lnTo>
                    <a:pt x="9942" y="24154"/>
                  </a:lnTo>
                  <a:lnTo>
                    <a:pt x="10189" y="28217"/>
                  </a:lnTo>
                  <a:lnTo>
                    <a:pt x="16504" y="28814"/>
                  </a:lnTo>
                  <a:lnTo>
                    <a:pt x="18234" y="26919"/>
                  </a:lnTo>
                  <a:lnTo>
                    <a:pt x="18059" y="22846"/>
                  </a:lnTo>
                  <a:lnTo>
                    <a:pt x="15198" y="20901"/>
                  </a:lnTo>
                  <a:lnTo>
                    <a:pt x="17136" y="11120"/>
                  </a:lnTo>
                  <a:lnTo>
                    <a:pt x="20855" y="8462"/>
                  </a:lnTo>
                  <a:lnTo>
                    <a:pt x="22569" y="10854"/>
                  </a:lnTo>
                  <a:lnTo>
                    <a:pt x="23773" y="11263"/>
                  </a:lnTo>
                  <a:lnTo>
                    <a:pt x="26650" y="10166"/>
                  </a:lnTo>
                  <a:lnTo>
                    <a:pt x="28622" y="7777"/>
                  </a:lnTo>
                  <a:lnTo>
                    <a:pt x="29390" y="5106"/>
                  </a:lnTo>
                  <a:lnTo>
                    <a:pt x="31898" y="6019"/>
                  </a:lnTo>
                  <a:lnTo>
                    <a:pt x="35091" y="4735"/>
                  </a:lnTo>
                  <a:lnTo>
                    <a:pt x="39316" y="0"/>
                  </a:lnTo>
                  <a:lnTo>
                    <a:pt x="40701" y="247"/>
                  </a:lnTo>
                  <a:lnTo>
                    <a:pt x="42207" y="2068"/>
                  </a:lnTo>
                  <a:lnTo>
                    <a:pt x="44563" y="266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h4229"/>
            <p:cNvSpPr/>
            <p:nvPr/>
          </p:nvSpPr>
          <p:spPr>
            <a:xfrm>
              <a:off x="7018066" y="3041077"/>
              <a:ext cx="15140" cy="9848"/>
            </a:xfrm>
            <a:custGeom>
              <a:avLst/>
              <a:pathLst>
                <a:path w="15140" h="9848">
                  <a:moveTo>
                    <a:pt x="7542" y="0"/>
                  </a:moveTo>
                  <a:lnTo>
                    <a:pt x="10668" y="722"/>
                  </a:lnTo>
                  <a:lnTo>
                    <a:pt x="15140" y="6162"/>
                  </a:lnTo>
                  <a:lnTo>
                    <a:pt x="12961" y="8021"/>
                  </a:lnTo>
                  <a:lnTo>
                    <a:pt x="10533" y="7564"/>
                  </a:lnTo>
                  <a:lnTo>
                    <a:pt x="8919" y="9827"/>
                  </a:lnTo>
                  <a:lnTo>
                    <a:pt x="5142" y="9848"/>
                  </a:lnTo>
                  <a:lnTo>
                    <a:pt x="0" y="784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h4230"/>
            <p:cNvSpPr/>
            <p:nvPr/>
          </p:nvSpPr>
          <p:spPr>
            <a:xfrm>
              <a:off x="6613537" y="3174713"/>
              <a:ext cx="120044" cy="79918"/>
            </a:xfrm>
            <a:custGeom>
              <a:avLst/>
              <a:pathLst>
                <a:path w="120044" h="79918">
                  <a:moveTo>
                    <a:pt x="24014" y="5515"/>
                  </a:moveTo>
                  <a:lnTo>
                    <a:pt x="27694" y="8689"/>
                  </a:lnTo>
                  <a:lnTo>
                    <a:pt x="33420" y="10710"/>
                  </a:lnTo>
                  <a:lnTo>
                    <a:pt x="38381" y="8602"/>
                  </a:lnTo>
                  <a:lnTo>
                    <a:pt x="39605" y="9666"/>
                  </a:lnTo>
                  <a:lnTo>
                    <a:pt x="41803" y="12822"/>
                  </a:lnTo>
                  <a:lnTo>
                    <a:pt x="41950" y="15613"/>
                  </a:lnTo>
                  <a:lnTo>
                    <a:pt x="40779" y="18000"/>
                  </a:lnTo>
                  <a:lnTo>
                    <a:pt x="40382" y="21851"/>
                  </a:lnTo>
                  <a:lnTo>
                    <a:pt x="42384" y="23471"/>
                  </a:lnTo>
                  <a:lnTo>
                    <a:pt x="44357" y="24352"/>
                  </a:lnTo>
                  <a:lnTo>
                    <a:pt x="49658" y="23072"/>
                  </a:lnTo>
                  <a:lnTo>
                    <a:pt x="50186" y="21823"/>
                  </a:lnTo>
                  <a:lnTo>
                    <a:pt x="49768" y="20106"/>
                  </a:lnTo>
                  <a:lnTo>
                    <a:pt x="60100" y="20614"/>
                  </a:lnTo>
                  <a:lnTo>
                    <a:pt x="61675" y="21907"/>
                  </a:lnTo>
                  <a:lnTo>
                    <a:pt x="58223" y="26125"/>
                  </a:lnTo>
                  <a:lnTo>
                    <a:pt x="56201" y="33938"/>
                  </a:lnTo>
                  <a:lnTo>
                    <a:pt x="57221" y="36055"/>
                  </a:lnTo>
                  <a:lnTo>
                    <a:pt x="59289" y="35548"/>
                  </a:lnTo>
                  <a:lnTo>
                    <a:pt x="69213" y="35910"/>
                  </a:lnTo>
                  <a:lnTo>
                    <a:pt x="73979" y="37614"/>
                  </a:lnTo>
                  <a:lnTo>
                    <a:pt x="82850" y="47519"/>
                  </a:lnTo>
                  <a:lnTo>
                    <a:pt x="97011" y="45349"/>
                  </a:lnTo>
                  <a:lnTo>
                    <a:pt x="101204" y="49718"/>
                  </a:lnTo>
                  <a:lnTo>
                    <a:pt x="105615" y="46899"/>
                  </a:lnTo>
                  <a:lnTo>
                    <a:pt x="107439" y="49584"/>
                  </a:lnTo>
                  <a:lnTo>
                    <a:pt x="110781" y="51101"/>
                  </a:lnTo>
                  <a:lnTo>
                    <a:pt x="116541" y="49808"/>
                  </a:lnTo>
                  <a:lnTo>
                    <a:pt x="118233" y="50121"/>
                  </a:lnTo>
                  <a:lnTo>
                    <a:pt x="120044" y="55345"/>
                  </a:lnTo>
                  <a:lnTo>
                    <a:pt x="116907" y="59092"/>
                  </a:lnTo>
                  <a:lnTo>
                    <a:pt x="113535" y="61683"/>
                  </a:lnTo>
                  <a:lnTo>
                    <a:pt x="112905" y="63792"/>
                  </a:lnTo>
                  <a:lnTo>
                    <a:pt x="114419" y="70890"/>
                  </a:lnTo>
                  <a:lnTo>
                    <a:pt x="113410" y="72183"/>
                  </a:lnTo>
                  <a:lnTo>
                    <a:pt x="113685" y="79918"/>
                  </a:lnTo>
                  <a:lnTo>
                    <a:pt x="83826" y="66103"/>
                  </a:lnTo>
                  <a:lnTo>
                    <a:pt x="79490" y="65101"/>
                  </a:lnTo>
                  <a:lnTo>
                    <a:pt x="72923" y="65016"/>
                  </a:lnTo>
                  <a:lnTo>
                    <a:pt x="60765" y="59970"/>
                  </a:lnTo>
                  <a:lnTo>
                    <a:pt x="56218" y="59616"/>
                  </a:lnTo>
                  <a:lnTo>
                    <a:pt x="44828" y="54738"/>
                  </a:lnTo>
                  <a:lnTo>
                    <a:pt x="40880" y="54359"/>
                  </a:lnTo>
                  <a:lnTo>
                    <a:pt x="27465" y="47637"/>
                  </a:lnTo>
                  <a:lnTo>
                    <a:pt x="23478" y="44764"/>
                  </a:lnTo>
                  <a:lnTo>
                    <a:pt x="21295" y="39798"/>
                  </a:lnTo>
                  <a:lnTo>
                    <a:pt x="21185" y="36866"/>
                  </a:lnTo>
                  <a:lnTo>
                    <a:pt x="19731" y="33386"/>
                  </a:lnTo>
                  <a:lnTo>
                    <a:pt x="14599" y="23530"/>
                  </a:lnTo>
                  <a:lnTo>
                    <a:pt x="8064" y="17122"/>
                  </a:lnTo>
                  <a:lnTo>
                    <a:pt x="3831" y="13771"/>
                  </a:lnTo>
                  <a:lnTo>
                    <a:pt x="0" y="11909"/>
                  </a:lnTo>
                  <a:lnTo>
                    <a:pt x="1931" y="7810"/>
                  </a:lnTo>
                  <a:lnTo>
                    <a:pt x="5793" y="7184"/>
                  </a:lnTo>
                  <a:lnTo>
                    <a:pt x="12204" y="2284"/>
                  </a:lnTo>
                  <a:lnTo>
                    <a:pt x="15154" y="891"/>
                  </a:lnTo>
                  <a:lnTo>
                    <a:pt x="18270" y="899"/>
                  </a:lnTo>
                  <a:lnTo>
                    <a:pt x="1990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h4231"/>
            <p:cNvSpPr/>
            <p:nvPr/>
          </p:nvSpPr>
          <p:spPr>
            <a:xfrm>
              <a:off x="6844584" y="3093938"/>
              <a:ext cx="35347" cy="45652"/>
            </a:xfrm>
            <a:custGeom>
              <a:avLst/>
              <a:pathLst>
                <a:path w="35347" h="45652">
                  <a:moveTo>
                    <a:pt x="28430" y="962"/>
                  </a:moveTo>
                  <a:lnTo>
                    <a:pt x="31378" y="1779"/>
                  </a:lnTo>
                  <a:lnTo>
                    <a:pt x="34506" y="1286"/>
                  </a:lnTo>
                  <a:lnTo>
                    <a:pt x="35347" y="5695"/>
                  </a:lnTo>
                  <a:lnTo>
                    <a:pt x="34610" y="8096"/>
                  </a:lnTo>
                  <a:lnTo>
                    <a:pt x="29181" y="13768"/>
                  </a:lnTo>
                  <a:lnTo>
                    <a:pt x="28722" y="14880"/>
                  </a:lnTo>
                  <a:lnTo>
                    <a:pt x="29304" y="17276"/>
                  </a:lnTo>
                  <a:lnTo>
                    <a:pt x="28529" y="19907"/>
                  </a:lnTo>
                  <a:lnTo>
                    <a:pt x="29465" y="24914"/>
                  </a:lnTo>
                  <a:lnTo>
                    <a:pt x="27491" y="27548"/>
                  </a:lnTo>
                  <a:lnTo>
                    <a:pt x="28635" y="31632"/>
                  </a:lnTo>
                  <a:lnTo>
                    <a:pt x="30563" y="34540"/>
                  </a:lnTo>
                  <a:lnTo>
                    <a:pt x="30383" y="35768"/>
                  </a:lnTo>
                  <a:lnTo>
                    <a:pt x="27945" y="37324"/>
                  </a:lnTo>
                  <a:lnTo>
                    <a:pt x="27258" y="38966"/>
                  </a:lnTo>
                  <a:lnTo>
                    <a:pt x="26368" y="41379"/>
                  </a:lnTo>
                  <a:lnTo>
                    <a:pt x="27038" y="43731"/>
                  </a:lnTo>
                  <a:lnTo>
                    <a:pt x="19745" y="45652"/>
                  </a:lnTo>
                  <a:lnTo>
                    <a:pt x="5199" y="34744"/>
                  </a:lnTo>
                  <a:lnTo>
                    <a:pt x="6455" y="33278"/>
                  </a:lnTo>
                  <a:lnTo>
                    <a:pt x="9212" y="32522"/>
                  </a:lnTo>
                  <a:lnTo>
                    <a:pt x="10081" y="31446"/>
                  </a:lnTo>
                  <a:lnTo>
                    <a:pt x="6574" y="19339"/>
                  </a:lnTo>
                  <a:lnTo>
                    <a:pt x="7592" y="15322"/>
                  </a:lnTo>
                  <a:lnTo>
                    <a:pt x="6882" y="12525"/>
                  </a:lnTo>
                  <a:lnTo>
                    <a:pt x="4168" y="10305"/>
                  </a:lnTo>
                  <a:lnTo>
                    <a:pt x="1330" y="9416"/>
                  </a:lnTo>
                  <a:lnTo>
                    <a:pt x="952" y="8407"/>
                  </a:lnTo>
                  <a:lnTo>
                    <a:pt x="3122" y="6093"/>
                  </a:lnTo>
                  <a:lnTo>
                    <a:pt x="6325" y="5047"/>
                  </a:lnTo>
                  <a:lnTo>
                    <a:pt x="6443" y="4047"/>
                  </a:lnTo>
                  <a:lnTo>
                    <a:pt x="3152" y="2806"/>
                  </a:lnTo>
                  <a:lnTo>
                    <a:pt x="0" y="3404"/>
                  </a:lnTo>
                  <a:lnTo>
                    <a:pt x="4693" y="0"/>
                  </a:lnTo>
                  <a:lnTo>
                    <a:pt x="12371" y="2943"/>
                  </a:lnTo>
                  <a:lnTo>
                    <a:pt x="18744" y="108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h4232"/>
            <p:cNvSpPr/>
            <p:nvPr/>
          </p:nvSpPr>
          <p:spPr>
            <a:xfrm>
              <a:off x="6713252" y="3154587"/>
              <a:ext cx="92425" cy="68879"/>
            </a:xfrm>
            <a:custGeom>
              <a:avLst/>
              <a:pathLst>
                <a:path w="92425" h="68879">
                  <a:moveTo>
                    <a:pt x="83710" y="645"/>
                  </a:moveTo>
                  <a:lnTo>
                    <a:pt x="84831" y="2902"/>
                  </a:lnTo>
                  <a:lnTo>
                    <a:pt x="86114" y="4702"/>
                  </a:lnTo>
                  <a:lnTo>
                    <a:pt x="86724" y="8175"/>
                  </a:lnTo>
                  <a:lnTo>
                    <a:pt x="85215" y="10450"/>
                  </a:lnTo>
                  <a:lnTo>
                    <a:pt x="85768" y="12581"/>
                  </a:lnTo>
                  <a:lnTo>
                    <a:pt x="87594" y="17233"/>
                  </a:lnTo>
                  <a:lnTo>
                    <a:pt x="89368" y="18187"/>
                  </a:lnTo>
                  <a:lnTo>
                    <a:pt x="90576" y="22036"/>
                  </a:lnTo>
                  <a:lnTo>
                    <a:pt x="90387" y="23159"/>
                  </a:lnTo>
                  <a:lnTo>
                    <a:pt x="92425" y="28118"/>
                  </a:lnTo>
                  <a:lnTo>
                    <a:pt x="85165" y="30516"/>
                  </a:lnTo>
                  <a:lnTo>
                    <a:pt x="80058" y="33206"/>
                  </a:lnTo>
                  <a:lnTo>
                    <a:pt x="78079" y="35631"/>
                  </a:lnTo>
                  <a:lnTo>
                    <a:pt x="77406" y="38175"/>
                  </a:lnTo>
                  <a:lnTo>
                    <a:pt x="79513" y="41275"/>
                  </a:lnTo>
                  <a:lnTo>
                    <a:pt x="78045" y="46190"/>
                  </a:lnTo>
                  <a:lnTo>
                    <a:pt x="76555" y="47626"/>
                  </a:lnTo>
                  <a:lnTo>
                    <a:pt x="74185" y="46194"/>
                  </a:lnTo>
                  <a:lnTo>
                    <a:pt x="72378" y="46525"/>
                  </a:lnTo>
                  <a:lnTo>
                    <a:pt x="70015" y="48605"/>
                  </a:lnTo>
                  <a:lnTo>
                    <a:pt x="70436" y="55136"/>
                  </a:lnTo>
                  <a:lnTo>
                    <a:pt x="66098" y="58042"/>
                  </a:lnTo>
                  <a:lnTo>
                    <a:pt x="62622" y="58617"/>
                  </a:lnTo>
                  <a:lnTo>
                    <a:pt x="56117" y="57992"/>
                  </a:lnTo>
                  <a:lnTo>
                    <a:pt x="53599" y="59483"/>
                  </a:lnTo>
                  <a:lnTo>
                    <a:pt x="50446" y="64917"/>
                  </a:lnTo>
                  <a:lnTo>
                    <a:pt x="50985" y="67366"/>
                  </a:lnTo>
                  <a:lnTo>
                    <a:pt x="49402" y="68879"/>
                  </a:lnTo>
                  <a:lnTo>
                    <a:pt x="36139" y="64766"/>
                  </a:lnTo>
                  <a:lnTo>
                    <a:pt x="29352" y="66937"/>
                  </a:lnTo>
                  <a:lnTo>
                    <a:pt x="24485" y="62049"/>
                  </a:lnTo>
                  <a:lnTo>
                    <a:pt x="19845" y="59706"/>
                  </a:lnTo>
                  <a:lnTo>
                    <a:pt x="15530" y="60271"/>
                  </a:lnTo>
                  <a:lnTo>
                    <a:pt x="10171" y="58662"/>
                  </a:lnTo>
                  <a:lnTo>
                    <a:pt x="9893" y="57610"/>
                  </a:lnTo>
                  <a:lnTo>
                    <a:pt x="0" y="47335"/>
                  </a:lnTo>
                  <a:lnTo>
                    <a:pt x="8852" y="41871"/>
                  </a:lnTo>
                  <a:lnTo>
                    <a:pt x="15814" y="43579"/>
                  </a:lnTo>
                  <a:lnTo>
                    <a:pt x="22502" y="41867"/>
                  </a:lnTo>
                  <a:lnTo>
                    <a:pt x="23665" y="25725"/>
                  </a:lnTo>
                  <a:lnTo>
                    <a:pt x="28311" y="23006"/>
                  </a:lnTo>
                  <a:lnTo>
                    <a:pt x="41628" y="19047"/>
                  </a:lnTo>
                  <a:lnTo>
                    <a:pt x="42565" y="18145"/>
                  </a:lnTo>
                  <a:lnTo>
                    <a:pt x="42714" y="15687"/>
                  </a:lnTo>
                  <a:lnTo>
                    <a:pt x="45110" y="16609"/>
                  </a:lnTo>
                  <a:lnTo>
                    <a:pt x="51662" y="15456"/>
                  </a:lnTo>
                  <a:lnTo>
                    <a:pt x="59851" y="16797"/>
                  </a:lnTo>
                  <a:lnTo>
                    <a:pt x="70559" y="17329"/>
                  </a:lnTo>
                  <a:lnTo>
                    <a:pt x="77823" y="14769"/>
                  </a:lnTo>
                  <a:lnTo>
                    <a:pt x="83070" y="10636"/>
                  </a:lnTo>
                  <a:lnTo>
                    <a:pt x="82441" y="8874"/>
                  </a:lnTo>
                  <a:lnTo>
                    <a:pt x="79847" y="8420"/>
                  </a:lnTo>
                  <a:lnTo>
                    <a:pt x="78877" y="7174"/>
                  </a:lnTo>
                  <a:lnTo>
                    <a:pt x="77670" y="2912"/>
                  </a:lnTo>
                  <a:lnTo>
                    <a:pt x="78443" y="1213"/>
                  </a:lnTo>
                  <a:lnTo>
                    <a:pt x="8112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h4233"/>
            <p:cNvSpPr/>
            <p:nvPr/>
          </p:nvSpPr>
          <p:spPr>
            <a:xfrm>
              <a:off x="6870952" y="3109971"/>
              <a:ext cx="55912" cy="63779"/>
            </a:xfrm>
            <a:custGeom>
              <a:avLst/>
              <a:pathLst>
                <a:path w="55912" h="63779">
                  <a:moveTo>
                    <a:pt x="7228" y="0"/>
                  </a:moveTo>
                  <a:lnTo>
                    <a:pt x="8685" y="524"/>
                  </a:lnTo>
                  <a:lnTo>
                    <a:pt x="9181" y="2162"/>
                  </a:lnTo>
                  <a:lnTo>
                    <a:pt x="15500" y="6433"/>
                  </a:lnTo>
                  <a:lnTo>
                    <a:pt x="15911" y="11018"/>
                  </a:lnTo>
                  <a:lnTo>
                    <a:pt x="18297" y="13232"/>
                  </a:lnTo>
                  <a:lnTo>
                    <a:pt x="20341" y="9843"/>
                  </a:lnTo>
                  <a:lnTo>
                    <a:pt x="24605" y="7826"/>
                  </a:lnTo>
                  <a:lnTo>
                    <a:pt x="34938" y="6580"/>
                  </a:lnTo>
                  <a:lnTo>
                    <a:pt x="35222" y="7795"/>
                  </a:lnTo>
                  <a:lnTo>
                    <a:pt x="37425" y="8884"/>
                  </a:lnTo>
                  <a:lnTo>
                    <a:pt x="38977" y="7959"/>
                  </a:lnTo>
                  <a:lnTo>
                    <a:pt x="40328" y="15926"/>
                  </a:lnTo>
                  <a:lnTo>
                    <a:pt x="41489" y="17321"/>
                  </a:lnTo>
                  <a:lnTo>
                    <a:pt x="45358" y="27824"/>
                  </a:lnTo>
                  <a:lnTo>
                    <a:pt x="55912" y="33190"/>
                  </a:lnTo>
                  <a:lnTo>
                    <a:pt x="55712" y="36234"/>
                  </a:lnTo>
                  <a:lnTo>
                    <a:pt x="53579" y="39619"/>
                  </a:lnTo>
                  <a:lnTo>
                    <a:pt x="52779" y="42906"/>
                  </a:lnTo>
                  <a:lnTo>
                    <a:pt x="53880" y="48628"/>
                  </a:lnTo>
                  <a:lnTo>
                    <a:pt x="50536" y="51712"/>
                  </a:lnTo>
                  <a:lnTo>
                    <a:pt x="51051" y="53593"/>
                  </a:lnTo>
                  <a:lnTo>
                    <a:pt x="49312" y="57908"/>
                  </a:lnTo>
                  <a:lnTo>
                    <a:pt x="41372" y="63161"/>
                  </a:lnTo>
                  <a:lnTo>
                    <a:pt x="37423" y="63779"/>
                  </a:lnTo>
                  <a:lnTo>
                    <a:pt x="31202" y="62258"/>
                  </a:lnTo>
                  <a:lnTo>
                    <a:pt x="28668" y="63360"/>
                  </a:lnTo>
                  <a:lnTo>
                    <a:pt x="27007" y="62767"/>
                  </a:lnTo>
                  <a:lnTo>
                    <a:pt x="17037" y="54840"/>
                  </a:lnTo>
                  <a:lnTo>
                    <a:pt x="15376" y="45659"/>
                  </a:lnTo>
                  <a:lnTo>
                    <a:pt x="6368" y="35896"/>
                  </a:lnTo>
                  <a:lnTo>
                    <a:pt x="7304" y="31719"/>
                  </a:lnTo>
                  <a:lnTo>
                    <a:pt x="3999" y="30475"/>
                  </a:lnTo>
                  <a:lnTo>
                    <a:pt x="669" y="27698"/>
                  </a:lnTo>
                  <a:lnTo>
                    <a:pt x="0" y="25346"/>
                  </a:lnTo>
                  <a:lnTo>
                    <a:pt x="890" y="22933"/>
                  </a:lnTo>
                  <a:lnTo>
                    <a:pt x="1576" y="21291"/>
                  </a:lnTo>
                  <a:lnTo>
                    <a:pt x="4015" y="19735"/>
                  </a:lnTo>
                  <a:lnTo>
                    <a:pt x="4194" y="18507"/>
                  </a:lnTo>
                  <a:lnTo>
                    <a:pt x="2266" y="15599"/>
                  </a:lnTo>
                  <a:lnTo>
                    <a:pt x="1122" y="11515"/>
                  </a:lnTo>
                  <a:lnTo>
                    <a:pt x="3097" y="8881"/>
                  </a:lnTo>
                  <a:lnTo>
                    <a:pt x="2161" y="3874"/>
                  </a:lnTo>
                  <a:lnTo>
                    <a:pt x="2936" y="124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h4234"/>
            <p:cNvSpPr/>
            <p:nvPr/>
          </p:nvSpPr>
          <p:spPr>
            <a:xfrm>
              <a:off x="6786650" y="2956628"/>
              <a:ext cx="25519" cy="16124"/>
            </a:xfrm>
            <a:custGeom>
              <a:avLst/>
              <a:pathLst>
                <a:path w="25519" h="16124">
                  <a:moveTo>
                    <a:pt x="17643" y="0"/>
                  </a:moveTo>
                  <a:lnTo>
                    <a:pt x="20805" y="3768"/>
                  </a:lnTo>
                  <a:lnTo>
                    <a:pt x="25519" y="6725"/>
                  </a:lnTo>
                  <a:lnTo>
                    <a:pt x="22267" y="10979"/>
                  </a:lnTo>
                  <a:lnTo>
                    <a:pt x="18243" y="14498"/>
                  </a:lnTo>
                  <a:lnTo>
                    <a:pt x="10574" y="16124"/>
                  </a:lnTo>
                  <a:lnTo>
                    <a:pt x="8586" y="10843"/>
                  </a:lnTo>
                  <a:lnTo>
                    <a:pt x="6088" y="9664"/>
                  </a:lnTo>
                  <a:lnTo>
                    <a:pt x="1315" y="9882"/>
                  </a:lnTo>
                  <a:lnTo>
                    <a:pt x="0" y="4446"/>
                  </a:lnTo>
                  <a:lnTo>
                    <a:pt x="3074" y="154"/>
                  </a:lnTo>
                  <a:lnTo>
                    <a:pt x="7639" y="2529"/>
                  </a:lnTo>
                  <a:lnTo>
                    <a:pt x="11241" y="1796"/>
                  </a:lnTo>
                  <a:lnTo>
                    <a:pt x="12787" y="53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h4235"/>
            <p:cNvSpPr/>
            <p:nvPr/>
          </p:nvSpPr>
          <p:spPr>
            <a:xfrm>
              <a:off x="6826516" y="3007487"/>
              <a:ext cx="36981" cy="36116"/>
            </a:xfrm>
            <a:custGeom>
              <a:avLst/>
              <a:pathLst>
                <a:path w="36981" h="36116">
                  <a:moveTo>
                    <a:pt x="8448" y="0"/>
                  </a:moveTo>
                  <a:lnTo>
                    <a:pt x="11564" y="253"/>
                  </a:lnTo>
                  <a:lnTo>
                    <a:pt x="14855" y="2373"/>
                  </a:lnTo>
                  <a:lnTo>
                    <a:pt x="15316" y="5767"/>
                  </a:lnTo>
                  <a:lnTo>
                    <a:pt x="20435" y="10315"/>
                  </a:lnTo>
                  <a:lnTo>
                    <a:pt x="27371" y="9243"/>
                  </a:lnTo>
                  <a:lnTo>
                    <a:pt x="36981" y="9730"/>
                  </a:lnTo>
                  <a:lnTo>
                    <a:pt x="33848" y="28245"/>
                  </a:lnTo>
                  <a:lnTo>
                    <a:pt x="31881" y="35677"/>
                  </a:lnTo>
                  <a:lnTo>
                    <a:pt x="24725" y="36116"/>
                  </a:lnTo>
                  <a:lnTo>
                    <a:pt x="25782" y="29689"/>
                  </a:lnTo>
                  <a:lnTo>
                    <a:pt x="20493" y="28481"/>
                  </a:lnTo>
                  <a:lnTo>
                    <a:pt x="14961" y="28557"/>
                  </a:lnTo>
                  <a:lnTo>
                    <a:pt x="11469" y="25003"/>
                  </a:lnTo>
                  <a:lnTo>
                    <a:pt x="8438" y="23167"/>
                  </a:lnTo>
                  <a:lnTo>
                    <a:pt x="5603" y="22963"/>
                  </a:lnTo>
                  <a:lnTo>
                    <a:pt x="2990" y="21585"/>
                  </a:lnTo>
                  <a:lnTo>
                    <a:pt x="0" y="17571"/>
                  </a:lnTo>
                  <a:lnTo>
                    <a:pt x="777" y="16132"/>
                  </a:lnTo>
                  <a:lnTo>
                    <a:pt x="4113" y="16787"/>
                  </a:lnTo>
                  <a:lnTo>
                    <a:pt x="11365" y="14009"/>
                  </a:lnTo>
                  <a:lnTo>
                    <a:pt x="11501" y="8942"/>
                  </a:lnTo>
                  <a:lnTo>
                    <a:pt x="9104" y="1909"/>
                  </a:lnTo>
                  <a:lnTo>
                    <a:pt x="7825" y="30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h4236"/>
            <p:cNvSpPr/>
            <p:nvPr/>
          </p:nvSpPr>
          <p:spPr>
            <a:xfrm>
              <a:off x="6796229" y="3010726"/>
              <a:ext cx="348" cy="594"/>
            </a:xfrm>
            <a:custGeom>
              <a:avLst/>
              <a:pathLst>
                <a:path w="348" h="594">
                  <a:moveTo>
                    <a:pt x="348" y="424"/>
                  </a:moveTo>
                  <a:lnTo>
                    <a:pt x="0" y="594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h4237"/>
            <p:cNvSpPr/>
            <p:nvPr/>
          </p:nvSpPr>
          <p:spPr>
            <a:xfrm>
              <a:off x="6776111" y="2988822"/>
              <a:ext cx="35281" cy="20855"/>
            </a:xfrm>
            <a:custGeom>
              <a:avLst/>
              <a:pathLst>
                <a:path w="35281" h="20855">
                  <a:moveTo>
                    <a:pt x="14548" y="2579"/>
                  </a:moveTo>
                  <a:lnTo>
                    <a:pt x="23695" y="2525"/>
                  </a:lnTo>
                  <a:lnTo>
                    <a:pt x="32563" y="4288"/>
                  </a:lnTo>
                  <a:lnTo>
                    <a:pt x="33407" y="5695"/>
                  </a:lnTo>
                  <a:lnTo>
                    <a:pt x="31452" y="9926"/>
                  </a:lnTo>
                  <a:lnTo>
                    <a:pt x="31772" y="11744"/>
                  </a:lnTo>
                  <a:lnTo>
                    <a:pt x="34583" y="11640"/>
                  </a:lnTo>
                  <a:lnTo>
                    <a:pt x="35281" y="12563"/>
                  </a:lnTo>
                  <a:lnTo>
                    <a:pt x="34251" y="16473"/>
                  </a:lnTo>
                  <a:lnTo>
                    <a:pt x="33224" y="16726"/>
                  </a:lnTo>
                  <a:lnTo>
                    <a:pt x="28697" y="15813"/>
                  </a:lnTo>
                  <a:lnTo>
                    <a:pt x="24629" y="16804"/>
                  </a:lnTo>
                  <a:lnTo>
                    <a:pt x="22292" y="20008"/>
                  </a:lnTo>
                  <a:lnTo>
                    <a:pt x="17177" y="20855"/>
                  </a:lnTo>
                  <a:lnTo>
                    <a:pt x="12136" y="15475"/>
                  </a:lnTo>
                  <a:lnTo>
                    <a:pt x="9792" y="14350"/>
                  </a:lnTo>
                  <a:lnTo>
                    <a:pt x="4616" y="17087"/>
                  </a:lnTo>
                  <a:lnTo>
                    <a:pt x="2059" y="15454"/>
                  </a:lnTo>
                  <a:lnTo>
                    <a:pt x="3808" y="13598"/>
                  </a:lnTo>
                  <a:lnTo>
                    <a:pt x="3469" y="12890"/>
                  </a:lnTo>
                  <a:lnTo>
                    <a:pt x="949" y="12470"/>
                  </a:lnTo>
                  <a:lnTo>
                    <a:pt x="0" y="8601"/>
                  </a:lnTo>
                  <a:lnTo>
                    <a:pt x="3425" y="8014"/>
                  </a:lnTo>
                  <a:lnTo>
                    <a:pt x="4323" y="4659"/>
                  </a:lnTo>
                  <a:lnTo>
                    <a:pt x="5952" y="411"/>
                  </a:lnTo>
                  <a:lnTo>
                    <a:pt x="8084" y="1046"/>
                  </a:lnTo>
                  <a:lnTo>
                    <a:pt x="11105" y="0"/>
                  </a:lnTo>
                  <a:lnTo>
                    <a:pt x="13097" y="65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h4238"/>
            <p:cNvSpPr/>
            <p:nvPr/>
          </p:nvSpPr>
          <p:spPr>
            <a:xfrm>
              <a:off x="6816000" y="2970694"/>
              <a:ext cx="16006" cy="18248"/>
            </a:xfrm>
            <a:custGeom>
              <a:avLst/>
              <a:pathLst>
                <a:path w="16006" h="18248">
                  <a:moveTo>
                    <a:pt x="13439" y="2114"/>
                  </a:moveTo>
                  <a:lnTo>
                    <a:pt x="14396" y="3940"/>
                  </a:lnTo>
                  <a:lnTo>
                    <a:pt x="14675" y="6976"/>
                  </a:lnTo>
                  <a:lnTo>
                    <a:pt x="16006" y="8659"/>
                  </a:lnTo>
                  <a:lnTo>
                    <a:pt x="14234" y="8516"/>
                  </a:lnTo>
                  <a:lnTo>
                    <a:pt x="13811" y="11914"/>
                  </a:lnTo>
                  <a:lnTo>
                    <a:pt x="15791" y="15862"/>
                  </a:lnTo>
                  <a:lnTo>
                    <a:pt x="13733" y="18248"/>
                  </a:lnTo>
                  <a:lnTo>
                    <a:pt x="9200" y="16220"/>
                  </a:lnTo>
                  <a:lnTo>
                    <a:pt x="3503" y="11255"/>
                  </a:lnTo>
                  <a:lnTo>
                    <a:pt x="1977" y="5830"/>
                  </a:lnTo>
                  <a:lnTo>
                    <a:pt x="0" y="3922"/>
                  </a:lnTo>
                  <a:lnTo>
                    <a:pt x="990" y="2560"/>
                  </a:lnTo>
                  <a:lnTo>
                    <a:pt x="6772" y="1995"/>
                  </a:lnTo>
                  <a:lnTo>
                    <a:pt x="924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h4239"/>
            <p:cNvSpPr/>
            <p:nvPr/>
          </p:nvSpPr>
          <p:spPr>
            <a:xfrm>
              <a:off x="6953651" y="3005471"/>
              <a:ext cx="47614" cy="31846"/>
            </a:xfrm>
            <a:custGeom>
              <a:avLst/>
              <a:pathLst>
                <a:path w="47614" h="31846">
                  <a:moveTo>
                    <a:pt x="22711" y="2951"/>
                  </a:moveTo>
                  <a:lnTo>
                    <a:pt x="24643" y="8311"/>
                  </a:lnTo>
                  <a:lnTo>
                    <a:pt x="28329" y="8477"/>
                  </a:lnTo>
                  <a:lnTo>
                    <a:pt x="31812" y="4846"/>
                  </a:lnTo>
                  <a:lnTo>
                    <a:pt x="40465" y="2474"/>
                  </a:lnTo>
                  <a:lnTo>
                    <a:pt x="44085" y="2549"/>
                  </a:lnTo>
                  <a:lnTo>
                    <a:pt x="45729" y="3252"/>
                  </a:lnTo>
                  <a:lnTo>
                    <a:pt x="47215" y="6464"/>
                  </a:lnTo>
                  <a:lnTo>
                    <a:pt x="47614" y="9335"/>
                  </a:lnTo>
                  <a:lnTo>
                    <a:pt x="46801" y="14946"/>
                  </a:lnTo>
                  <a:lnTo>
                    <a:pt x="45441" y="20312"/>
                  </a:lnTo>
                  <a:lnTo>
                    <a:pt x="44325" y="21593"/>
                  </a:lnTo>
                  <a:lnTo>
                    <a:pt x="40385" y="20947"/>
                  </a:lnTo>
                  <a:lnTo>
                    <a:pt x="31747" y="23317"/>
                  </a:lnTo>
                  <a:lnTo>
                    <a:pt x="33367" y="26807"/>
                  </a:lnTo>
                  <a:lnTo>
                    <a:pt x="34049" y="30521"/>
                  </a:lnTo>
                  <a:lnTo>
                    <a:pt x="33608" y="31846"/>
                  </a:lnTo>
                  <a:lnTo>
                    <a:pt x="25182" y="30453"/>
                  </a:lnTo>
                  <a:lnTo>
                    <a:pt x="18671" y="22704"/>
                  </a:lnTo>
                  <a:lnTo>
                    <a:pt x="16461" y="18658"/>
                  </a:lnTo>
                  <a:lnTo>
                    <a:pt x="2250" y="16309"/>
                  </a:lnTo>
                  <a:lnTo>
                    <a:pt x="0" y="14151"/>
                  </a:lnTo>
                  <a:lnTo>
                    <a:pt x="676" y="12851"/>
                  </a:lnTo>
                  <a:lnTo>
                    <a:pt x="3008" y="12066"/>
                  </a:lnTo>
                  <a:lnTo>
                    <a:pt x="2065" y="6363"/>
                  </a:lnTo>
                  <a:lnTo>
                    <a:pt x="3409" y="5990"/>
                  </a:lnTo>
                  <a:lnTo>
                    <a:pt x="3423" y="2188"/>
                  </a:lnTo>
                  <a:lnTo>
                    <a:pt x="8574" y="2276"/>
                  </a:lnTo>
                  <a:lnTo>
                    <a:pt x="11493" y="4569"/>
                  </a:lnTo>
                  <a:lnTo>
                    <a:pt x="17314" y="5747"/>
                  </a:lnTo>
                  <a:lnTo>
                    <a:pt x="17979" y="3179"/>
                  </a:lnTo>
                  <a:lnTo>
                    <a:pt x="17632" y="786"/>
                  </a:lnTo>
                  <a:lnTo>
                    <a:pt x="1868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h4240"/>
            <p:cNvSpPr/>
            <p:nvPr/>
          </p:nvSpPr>
          <p:spPr>
            <a:xfrm>
              <a:off x="6718604" y="3175469"/>
              <a:ext cx="126005" cy="78540"/>
            </a:xfrm>
            <a:custGeom>
              <a:avLst/>
              <a:pathLst>
                <a:path w="126005" h="78540">
                  <a:moveTo>
                    <a:pt x="95987" y="0"/>
                  </a:moveTo>
                  <a:lnTo>
                    <a:pt x="97752" y="3617"/>
                  </a:lnTo>
                  <a:lnTo>
                    <a:pt x="103965" y="8100"/>
                  </a:lnTo>
                  <a:lnTo>
                    <a:pt x="113531" y="4027"/>
                  </a:lnTo>
                  <a:lnTo>
                    <a:pt x="118031" y="7087"/>
                  </a:lnTo>
                  <a:lnTo>
                    <a:pt x="122989" y="8320"/>
                  </a:lnTo>
                  <a:lnTo>
                    <a:pt x="124497" y="15604"/>
                  </a:lnTo>
                  <a:lnTo>
                    <a:pt x="126005" y="16821"/>
                  </a:lnTo>
                  <a:lnTo>
                    <a:pt x="122790" y="19883"/>
                  </a:lnTo>
                  <a:lnTo>
                    <a:pt x="121876" y="24769"/>
                  </a:lnTo>
                  <a:lnTo>
                    <a:pt x="123787" y="32852"/>
                  </a:lnTo>
                  <a:lnTo>
                    <a:pt x="121835" y="37376"/>
                  </a:lnTo>
                  <a:lnTo>
                    <a:pt x="125349" y="43590"/>
                  </a:lnTo>
                  <a:lnTo>
                    <a:pt x="125394" y="47960"/>
                  </a:lnTo>
                  <a:lnTo>
                    <a:pt x="123517" y="54758"/>
                  </a:lnTo>
                  <a:lnTo>
                    <a:pt x="120911" y="53928"/>
                  </a:lnTo>
                  <a:lnTo>
                    <a:pt x="119618" y="56023"/>
                  </a:lnTo>
                  <a:lnTo>
                    <a:pt x="119940" y="57772"/>
                  </a:lnTo>
                  <a:lnTo>
                    <a:pt x="117002" y="59911"/>
                  </a:lnTo>
                  <a:lnTo>
                    <a:pt x="114157" y="60410"/>
                  </a:lnTo>
                  <a:lnTo>
                    <a:pt x="111256" y="62489"/>
                  </a:lnTo>
                  <a:lnTo>
                    <a:pt x="100749" y="64704"/>
                  </a:lnTo>
                  <a:lnTo>
                    <a:pt x="91479" y="65524"/>
                  </a:lnTo>
                  <a:lnTo>
                    <a:pt x="94003" y="60824"/>
                  </a:lnTo>
                  <a:lnTo>
                    <a:pt x="93519" y="59138"/>
                  </a:lnTo>
                  <a:lnTo>
                    <a:pt x="75650" y="57463"/>
                  </a:lnTo>
                  <a:lnTo>
                    <a:pt x="76032" y="60077"/>
                  </a:lnTo>
                  <a:lnTo>
                    <a:pt x="71616" y="59708"/>
                  </a:lnTo>
                  <a:lnTo>
                    <a:pt x="67845" y="60162"/>
                  </a:lnTo>
                  <a:lnTo>
                    <a:pt x="66043" y="61239"/>
                  </a:lnTo>
                  <a:lnTo>
                    <a:pt x="66114" y="62936"/>
                  </a:lnTo>
                  <a:lnTo>
                    <a:pt x="66987" y="63770"/>
                  </a:lnTo>
                  <a:lnTo>
                    <a:pt x="66757" y="66910"/>
                  </a:lnTo>
                  <a:lnTo>
                    <a:pt x="56402" y="68641"/>
                  </a:lnTo>
                  <a:lnTo>
                    <a:pt x="54807" y="72128"/>
                  </a:lnTo>
                  <a:lnTo>
                    <a:pt x="54852" y="74649"/>
                  </a:lnTo>
                  <a:lnTo>
                    <a:pt x="49862" y="77370"/>
                  </a:lnTo>
                  <a:lnTo>
                    <a:pt x="43450" y="78540"/>
                  </a:lnTo>
                  <a:lnTo>
                    <a:pt x="42334" y="77091"/>
                  </a:lnTo>
                  <a:lnTo>
                    <a:pt x="42693" y="75322"/>
                  </a:lnTo>
                  <a:lnTo>
                    <a:pt x="41107" y="72957"/>
                  </a:lnTo>
                  <a:lnTo>
                    <a:pt x="35580" y="72158"/>
                  </a:lnTo>
                  <a:lnTo>
                    <a:pt x="34540" y="69477"/>
                  </a:lnTo>
                  <a:lnTo>
                    <a:pt x="32515" y="69696"/>
                  </a:lnTo>
                  <a:lnTo>
                    <a:pt x="27701" y="72284"/>
                  </a:lnTo>
                  <a:lnTo>
                    <a:pt x="28392" y="74021"/>
                  </a:lnTo>
                  <a:lnTo>
                    <a:pt x="25522" y="76014"/>
                  </a:lnTo>
                  <a:lnTo>
                    <a:pt x="21016" y="73730"/>
                  </a:lnTo>
                  <a:lnTo>
                    <a:pt x="20041" y="70055"/>
                  </a:lnTo>
                  <a:lnTo>
                    <a:pt x="18962" y="69126"/>
                  </a:lnTo>
                  <a:lnTo>
                    <a:pt x="13395" y="71455"/>
                  </a:lnTo>
                  <a:lnTo>
                    <a:pt x="9352" y="70134"/>
                  </a:lnTo>
                  <a:lnTo>
                    <a:pt x="7838" y="63036"/>
                  </a:lnTo>
                  <a:lnTo>
                    <a:pt x="8468" y="60927"/>
                  </a:lnTo>
                  <a:lnTo>
                    <a:pt x="11840" y="58336"/>
                  </a:lnTo>
                  <a:lnTo>
                    <a:pt x="14977" y="54589"/>
                  </a:lnTo>
                  <a:lnTo>
                    <a:pt x="13166" y="49366"/>
                  </a:lnTo>
                  <a:lnTo>
                    <a:pt x="11474" y="49052"/>
                  </a:lnTo>
                  <a:lnTo>
                    <a:pt x="5714" y="50345"/>
                  </a:lnTo>
                  <a:lnTo>
                    <a:pt x="2372" y="48828"/>
                  </a:lnTo>
                  <a:lnTo>
                    <a:pt x="548" y="46143"/>
                  </a:lnTo>
                  <a:lnTo>
                    <a:pt x="0" y="45189"/>
                  </a:lnTo>
                  <a:lnTo>
                    <a:pt x="677" y="40839"/>
                  </a:lnTo>
                  <a:lnTo>
                    <a:pt x="3097" y="37082"/>
                  </a:lnTo>
                  <a:lnTo>
                    <a:pt x="4541" y="36728"/>
                  </a:lnTo>
                  <a:lnTo>
                    <a:pt x="4819" y="37781"/>
                  </a:lnTo>
                  <a:lnTo>
                    <a:pt x="10178" y="39389"/>
                  </a:lnTo>
                  <a:lnTo>
                    <a:pt x="14493" y="38824"/>
                  </a:lnTo>
                  <a:lnTo>
                    <a:pt x="19133" y="41167"/>
                  </a:lnTo>
                  <a:lnTo>
                    <a:pt x="23999" y="46055"/>
                  </a:lnTo>
                  <a:lnTo>
                    <a:pt x="30787" y="43884"/>
                  </a:lnTo>
                  <a:lnTo>
                    <a:pt x="44049" y="47997"/>
                  </a:lnTo>
                  <a:lnTo>
                    <a:pt x="45633" y="46485"/>
                  </a:lnTo>
                  <a:lnTo>
                    <a:pt x="45093" y="44035"/>
                  </a:lnTo>
                  <a:lnTo>
                    <a:pt x="48247" y="38601"/>
                  </a:lnTo>
                  <a:lnTo>
                    <a:pt x="50765" y="37110"/>
                  </a:lnTo>
                  <a:lnTo>
                    <a:pt x="57270" y="37735"/>
                  </a:lnTo>
                  <a:lnTo>
                    <a:pt x="60746" y="37160"/>
                  </a:lnTo>
                  <a:lnTo>
                    <a:pt x="65084" y="34254"/>
                  </a:lnTo>
                  <a:lnTo>
                    <a:pt x="64662" y="27723"/>
                  </a:lnTo>
                  <a:lnTo>
                    <a:pt x="67026" y="25643"/>
                  </a:lnTo>
                  <a:lnTo>
                    <a:pt x="68833" y="25312"/>
                  </a:lnTo>
                  <a:lnTo>
                    <a:pt x="71203" y="26744"/>
                  </a:lnTo>
                  <a:lnTo>
                    <a:pt x="72692" y="25308"/>
                  </a:lnTo>
                  <a:lnTo>
                    <a:pt x="74160" y="20394"/>
                  </a:lnTo>
                  <a:lnTo>
                    <a:pt x="72053" y="17293"/>
                  </a:lnTo>
                  <a:lnTo>
                    <a:pt x="72727" y="14749"/>
                  </a:lnTo>
                  <a:lnTo>
                    <a:pt x="74706" y="12325"/>
                  </a:lnTo>
                  <a:lnTo>
                    <a:pt x="79813" y="9634"/>
                  </a:lnTo>
                  <a:lnTo>
                    <a:pt x="87073" y="7236"/>
                  </a:lnTo>
                  <a:lnTo>
                    <a:pt x="85035" y="2277"/>
                  </a:lnTo>
                  <a:lnTo>
                    <a:pt x="85223" y="115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h4241"/>
            <p:cNvSpPr/>
            <p:nvPr/>
          </p:nvSpPr>
          <p:spPr>
            <a:xfrm>
              <a:off x="6741822" y="2966960"/>
              <a:ext cx="20105" cy="9084"/>
            </a:xfrm>
            <a:custGeom>
              <a:avLst/>
              <a:pathLst>
                <a:path w="20105" h="9084">
                  <a:moveTo>
                    <a:pt x="20105" y="0"/>
                  </a:moveTo>
                  <a:lnTo>
                    <a:pt x="17734" y="7302"/>
                  </a:lnTo>
                  <a:lnTo>
                    <a:pt x="15181" y="9084"/>
                  </a:lnTo>
                  <a:lnTo>
                    <a:pt x="12771" y="8210"/>
                  </a:lnTo>
                  <a:lnTo>
                    <a:pt x="200" y="8963"/>
                  </a:lnTo>
                  <a:lnTo>
                    <a:pt x="0" y="8243"/>
                  </a:lnTo>
                  <a:lnTo>
                    <a:pt x="595" y="6420"/>
                  </a:lnTo>
                  <a:lnTo>
                    <a:pt x="1904" y="5791"/>
                  </a:lnTo>
                  <a:lnTo>
                    <a:pt x="5291" y="6785"/>
                  </a:lnTo>
                  <a:lnTo>
                    <a:pt x="7097" y="6016"/>
                  </a:lnTo>
                  <a:lnTo>
                    <a:pt x="9148" y="874"/>
                  </a:lnTo>
                  <a:lnTo>
                    <a:pt x="11709" y="221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h4242"/>
            <p:cNvSpPr/>
            <p:nvPr/>
          </p:nvSpPr>
          <p:spPr>
            <a:xfrm>
              <a:off x="7001975" y="3047816"/>
              <a:ext cx="27290" cy="19586"/>
            </a:xfrm>
            <a:custGeom>
              <a:avLst/>
              <a:pathLst>
                <a:path w="27290" h="19586">
                  <a:moveTo>
                    <a:pt x="16091" y="1103"/>
                  </a:moveTo>
                  <a:lnTo>
                    <a:pt x="21233" y="3109"/>
                  </a:lnTo>
                  <a:lnTo>
                    <a:pt x="20116" y="3400"/>
                  </a:lnTo>
                  <a:lnTo>
                    <a:pt x="20139" y="5274"/>
                  </a:lnTo>
                  <a:lnTo>
                    <a:pt x="26089" y="12436"/>
                  </a:lnTo>
                  <a:lnTo>
                    <a:pt x="27290" y="15865"/>
                  </a:lnTo>
                  <a:lnTo>
                    <a:pt x="26611" y="16391"/>
                  </a:lnTo>
                  <a:lnTo>
                    <a:pt x="23453" y="15577"/>
                  </a:lnTo>
                  <a:lnTo>
                    <a:pt x="18598" y="18092"/>
                  </a:lnTo>
                  <a:lnTo>
                    <a:pt x="15854" y="19409"/>
                  </a:lnTo>
                  <a:lnTo>
                    <a:pt x="8751" y="19533"/>
                  </a:lnTo>
                  <a:lnTo>
                    <a:pt x="3835" y="17180"/>
                  </a:lnTo>
                  <a:lnTo>
                    <a:pt x="1196" y="19586"/>
                  </a:lnTo>
                  <a:lnTo>
                    <a:pt x="0" y="18114"/>
                  </a:lnTo>
                  <a:lnTo>
                    <a:pt x="957" y="5960"/>
                  </a:lnTo>
                  <a:lnTo>
                    <a:pt x="4918" y="3914"/>
                  </a:lnTo>
                  <a:lnTo>
                    <a:pt x="9173" y="3690"/>
                  </a:lnTo>
                  <a:lnTo>
                    <a:pt x="10569" y="4440"/>
                  </a:lnTo>
                  <a:lnTo>
                    <a:pt x="12726" y="1928"/>
                  </a:lnTo>
                  <a:lnTo>
                    <a:pt x="14065" y="2477"/>
                  </a:lnTo>
                  <a:lnTo>
                    <a:pt x="1505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h4243"/>
            <p:cNvSpPr/>
            <p:nvPr/>
          </p:nvSpPr>
          <p:spPr>
            <a:xfrm>
              <a:off x="7025114" y="2964233"/>
              <a:ext cx="26585" cy="39165"/>
            </a:xfrm>
            <a:custGeom>
              <a:avLst/>
              <a:pathLst>
                <a:path w="26585" h="39165">
                  <a:moveTo>
                    <a:pt x="10829" y="323"/>
                  </a:moveTo>
                  <a:lnTo>
                    <a:pt x="16675" y="2608"/>
                  </a:lnTo>
                  <a:lnTo>
                    <a:pt x="26585" y="10184"/>
                  </a:lnTo>
                  <a:lnTo>
                    <a:pt x="25312" y="14501"/>
                  </a:lnTo>
                  <a:lnTo>
                    <a:pt x="22413" y="17241"/>
                  </a:lnTo>
                  <a:lnTo>
                    <a:pt x="24704" y="20556"/>
                  </a:lnTo>
                  <a:lnTo>
                    <a:pt x="24274" y="27639"/>
                  </a:lnTo>
                  <a:lnTo>
                    <a:pt x="16840" y="31862"/>
                  </a:lnTo>
                  <a:lnTo>
                    <a:pt x="7714" y="33321"/>
                  </a:lnTo>
                  <a:lnTo>
                    <a:pt x="6598" y="36251"/>
                  </a:lnTo>
                  <a:lnTo>
                    <a:pt x="7390" y="37638"/>
                  </a:lnTo>
                  <a:lnTo>
                    <a:pt x="4412" y="39165"/>
                  </a:lnTo>
                  <a:lnTo>
                    <a:pt x="3439" y="35057"/>
                  </a:lnTo>
                  <a:lnTo>
                    <a:pt x="4637" y="35154"/>
                  </a:lnTo>
                  <a:lnTo>
                    <a:pt x="4836" y="36552"/>
                  </a:lnTo>
                  <a:lnTo>
                    <a:pt x="5369" y="36497"/>
                  </a:lnTo>
                  <a:lnTo>
                    <a:pt x="4611" y="30995"/>
                  </a:lnTo>
                  <a:lnTo>
                    <a:pt x="3761" y="28991"/>
                  </a:lnTo>
                  <a:lnTo>
                    <a:pt x="953" y="27274"/>
                  </a:lnTo>
                  <a:lnTo>
                    <a:pt x="0" y="25169"/>
                  </a:lnTo>
                  <a:lnTo>
                    <a:pt x="676" y="22003"/>
                  </a:lnTo>
                  <a:lnTo>
                    <a:pt x="1981" y="20804"/>
                  </a:lnTo>
                  <a:lnTo>
                    <a:pt x="3208" y="19988"/>
                  </a:lnTo>
                  <a:lnTo>
                    <a:pt x="5397" y="11074"/>
                  </a:lnTo>
                  <a:lnTo>
                    <a:pt x="8602" y="4875"/>
                  </a:lnTo>
                  <a:lnTo>
                    <a:pt x="8605" y="3555"/>
                  </a:lnTo>
                  <a:lnTo>
                    <a:pt x="6320" y="2018"/>
                  </a:lnTo>
                  <a:lnTo>
                    <a:pt x="548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h4244"/>
            <p:cNvSpPr/>
            <p:nvPr/>
          </p:nvSpPr>
          <p:spPr>
            <a:xfrm>
              <a:off x="6850149" y="3042165"/>
              <a:ext cx="20876" cy="23750"/>
            </a:xfrm>
            <a:custGeom>
              <a:avLst/>
              <a:pathLst>
                <a:path w="20876" h="23750">
                  <a:moveTo>
                    <a:pt x="14823" y="335"/>
                  </a:moveTo>
                  <a:lnTo>
                    <a:pt x="16089" y="3345"/>
                  </a:lnTo>
                  <a:lnTo>
                    <a:pt x="17986" y="3641"/>
                  </a:lnTo>
                  <a:lnTo>
                    <a:pt x="20876" y="7124"/>
                  </a:lnTo>
                  <a:lnTo>
                    <a:pt x="20198" y="13124"/>
                  </a:lnTo>
                  <a:lnTo>
                    <a:pt x="15254" y="23158"/>
                  </a:lnTo>
                  <a:lnTo>
                    <a:pt x="12912" y="23750"/>
                  </a:lnTo>
                  <a:lnTo>
                    <a:pt x="10199" y="22974"/>
                  </a:lnTo>
                  <a:lnTo>
                    <a:pt x="5589" y="20055"/>
                  </a:lnTo>
                  <a:lnTo>
                    <a:pt x="5005" y="17770"/>
                  </a:lnTo>
                  <a:lnTo>
                    <a:pt x="4569" y="14226"/>
                  </a:lnTo>
                  <a:lnTo>
                    <a:pt x="0" y="14191"/>
                  </a:lnTo>
                  <a:lnTo>
                    <a:pt x="1457" y="9069"/>
                  </a:lnTo>
                  <a:lnTo>
                    <a:pt x="26" y="5556"/>
                  </a:lnTo>
                  <a:lnTo>
                    <a:pt x="1092" y="1438"/>
                  </a:lnTo>
                  <a:lnTo>
                    <a:pt x="8248" y="1000"/>
                  </a:lnTo>
                  <a:lnTo>
                    <a:pt x="9751" y="1643"/>
                  </a:lnTo>
                  <a:lnTo>
                    <a:pt x="1224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h4245"/>
            <p:cNvSpPr/>
            <p:nvPr/>
          </p:nvSpPr>
          <p:spPr>
            <a:xfrm>
              <a:off x="6969935" y="3156731"/>
              <a:ext cx="33430" cy="62793"/>
            </a:xfrm>
            <a:custGeom>
              <a:avLst/>
              <a:pathLst>
                <a:path w="33430" h="62793">
                  <a:moveTo>
                    <a:pt x="7874" y="0"/>
                  </a:moveTo>
                  <a:lnTo>
                    <a:pt x="8896" y="3114"/>
                  </a:lnTo>
                  <a:lnTo>
                    <a:pt x="6857" y="5379"/>
                  </a:lnTo>
                  <a:lnTo>
                    <a:pt x="7157" y="10403"/>
                  </a:lnTo>
                  <a:lnTo>
                    <a:pt x="7997" y="10852"/>
                  </a:lnTo>
                  <a:lnTo>
                    <a:pt x="11390" y="18685"/>
                  </a:lnTo>
                  <a:lnTo>
                    <a:pt x="12994" y="24093"/>
                  </a:lnTo>
                  <a:lnTo>
                    <a:pt x="11372" y="34676"/>
                  </a:lnTo>
                  <a:lnTo>
                    <a:pt x="14011" y="40320"/>
                  </a:lnTo>
                  <a:lnTo>
                    <a:pt x="25577" y="47216"/>
                  </a:lnTo>
                  <a:lnTo>
                    <a:pt x="28239" y="50649"/>
                  </a:lnTo>
                  <a:lnTo>
                    <a:pt x="33430" y="53724"/>
                  </a:lnTo>
                  <a:lnTo>
                    <a:pt x="31606" y="57152"/>
                  </a:lnTo>
                  <a:lnTo>
                    <a:pt x="26911" y="62793"/>
                  </a:lnTo>
                  <a:lnTo>
                    <a:pt x="22724" y="59456"/>
                  </a:lnTo>
                  <a:lnTo>
                    <a:pt x="21756" y="57485"/>
                  </a:lnTo>
                  <a:lnTo>
                    <a:pt x="18153" y="53972"/>
                  </a:lnTo>
                  <a:lnTo>
                    <a:pt x="16208" y="55007"/>
                  </a:lnTo>
                  <a:lnTo>
                    <a:pt x="12684" y="52088"/>
                  </a:lnTo>
                  <a:lnTo>
                    <a:pt x="9590" y="49095"/>
                  </a:lnTo>
                  <a:lnTo>
                    <a:pt x="7696" y="45502"/>
                  </a:lnTo>
                  <a:lnTo>
                    <a:pt x="3997" y="46170"/>
                  </a:lnTo>
                  <a:lnTo>
                    <a:pt x="2341" y="41591"/>
                  </a:lnTo>
                  <a:lnTo>
                    <a:pt x="3510" y="34441"/>
                  </a:lnTo>
                  <a:lnTo>
                    <a:pt x="1133" y="26329"/>
                  </a:lnTo>
                  <a:lnTo>
                    <a:pt x="288" y="19446"/>
                  </a:lnTo>
                  <a:lnTo>
                    <a:pt x="1644" y="12077"/>
                  </a:lnTo>
                  <a:lnTo>
                    <a:pt x="1250" y="7706"/>
                  </a:lnTo>
                  <a:lnTo>
                    <a:pt x="0" y="4224"/>
                  </a:lnTo>
                  <a:lnTo>
                    <a:pt x="702" y="72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h4246"/>
            <p:cNvSpPr/>
            <p:nvPr/>
          </p:nvSpPr>
          <p:spPr>
            <a:xfrm>
              <a:off x="6978935" y="3075623"/>
              <a:ext cx="41690" cy="57192"/>
            </a:xfrm>
            <a:custGeom>
              <a:avLst/>
              <a:pathLst>
                <a:path w="41690" h="57192">
                  <a:moveTo>
                    <a:pt x="29272" y="8840"/>
                  </a:moveTo>
                  <a:lnTo>
                    <a:pt x="28633" y="13130"/>
                  </a:lnTo>
                  <a:lnTo>
                    <a:pt x="29542" y="18328"/>
                  </a:lnTo>
                  <a:lnTo>
                    <a:pt x="28756" y="21761"/>
                  </a:lnTo>
                  <a:lnTo>
                    <a:pt x="31621" y="26664"/>
                  </a:lnTo>
                  <a:lnTo>
                    <a:pt x="35867" y="26313"/>
                  </a:lnTo>
                  <a:lnTo>
                    <a:pt x="38083" y="24767"/>
                  </a:lnTo>
                  <a:lnTo>
                    <a:pt x="38499" y="25890"/>
                  </a:lnTo>
                  <a:lnTo>
                    <a:pt x="37875" y="29084"/>
                  </a:lnTo>
                  <a:lnTo>
                    <a:pt x="39603" y="33231"/>
                  </a:lnTo>
                  <a:lnTo>
                    <a:pt x="41356" y="35192"/>
                  </a:lnTo>
                  <a:lnTo>
                    <a:pt x="41690" y="37973"/>
                  </a:lnTo>
                  <a:lnTo>
                    <a:pt x="38119" y="41142"/>
                  </a:lnTo>
                  <a:lnTo>
                    <a:pt x="38406" y="47580"/>
                  </a:lnTo>
                  <a:lnTo>
                    <a:pt x="37532" y="53611"/>
                  </a:lnTo>
                  <a:lnTo>
                    <a:pt x="31499" y="56523"/>
                  </a:lnTo>
                  <a:lnTo>
                    <a:pt x="31341" y="55338"/>
                  </a:lnTo>
                  <a:lnTo>
                    <a:pt x="23087" y="45849"/>
                  </a:lnTo>
                  <a:lnTo>
                    <a:pt x="18219" y="43844"/>
                  </a:lnTo>
                  <a:lnTo>
                    <a:pt x="16856" y="45586"/>
                  </a:lnTo>
                  <a:lnTo>
                    <a:pt x="16217" y="49327"/>
                  </a:lnTo>
                  <a:lnTo>
                    <a:pt x="16926" y="51735"/>
                  </a:lnTo>
                  <a:lnTo>
                    <a:pt x="14851" y="56712"/>
                  </a:lnTo>
                  <a:lnTo>
                    <a:pt x="13896" y="57192"/>
                  </a:lnTo>
                  <a:lnTo>
                    <a:pt x="9933" y="56133"/>
                  </a:lnTo>
                  <a:lnTo>
                    <a:pt x="8798" y="53851"/>
                  </a:lnTo>
                  <a:lnTo>
                    <a:pt x="8969" y="49425"/>
                  </a:lnTo>
                  <a:lnTo>
                    <a:pt x="7420" y="39963"/>
                  </a:lnTo>
                  <a:lnTo>
                    <a:pt x="5427" y="33547"/>
                  </a:lnTo>
                  <a:lnTo>
                    <a:pt x="5817" y="32051"/>
                  </a:lnTo>
                  <a:lnTo>
                    <a:pt x="3006" y="20324"/>
                  </a:lnTo>
                  <a:lnTo>
                    <a:pt x="2460" y="10178"/>
                  </a:lnTo>
                  <a:lnTo>
                    <a:pt x="0" y="6239"/>
                  </a:lnTo>
                  <a:lnTo>
                    <a:pt x="2871" y="7013"/>
                  </a:lnTo>
                  <a:lnTo>
                    <a:pt x="4375" y="6564"/>
                  </a:lnTo>
                  <a:lnTo>
                    <a:pt x="7025" y="5105"/>
                  </a:lnTo>
                  <a:lnTo>
                    <a:pt x="7811" y="3409"/>
                  </a:lnTo>
                  <a:lnTo>
                    <a:pt x="10282" y="1550"/>
                  </a:lnTo>
                  <a:lnTo>
                    <a:pt x="20505" y="3856"/>
                  </a:lnTo>
                  <a:lnTo>
                    <a:pt x="21210" y="2456"/>
                  </a:lnTo>
                  <a:lnTo>
                    <a:pt x="2108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h4247"/>
            <p:cNvSpPr/>
            <p:nvPr/>
          </p:nvSpPr>
          <p:spPr>
            <a:xfrm>
              <a:off x="6896130" y="3063533"/>
              <a:ext cx="22354" cy="18214"/>
            </a:xfrm>
            <a:custGeom>
              <a:avLst/>
              <a:pathLst>
                <a:path w="22354" h="18214">
                  <a:moveTo>
                    <a:pt x="15626" y="0"/>
                  </a:moveTo>
                  <a:lnTo>
                    <a:pt x="21569" y="1418"/>
                  </a:lnTo>
                  <a:lnTo>
                    <a:pt x="22354" y="3370"/>
                  </a:lnTo>
                  <a:lnTo>
                    <a:pt x="21665" y="6430"/>
                  </a:lnTo>
                  <a:lnTo>
                    <a:pt x="22093" y="9545"/>
                  </a:lnTo>
                  <a:lnTo>
                    <a:pt x="21076" y="9759"/>
                  </a:lnTo>
                  <a:lnTo>
                    <a:pt x="17949" y="15202"/>
                  </a:lnTo>
                  <a:lnTo>
                    <a:pt x="13993" y="17383"/>
                  </a:lnTo>
                  <a:lnTo>
                    <a:pt x="10852" y="17529"/>
                  </a:lnTo>
                  <a:lnTo>
                    <a:pt x="10712" y="18214"/>
                  </a:lnTo>
                  <a:lnTo>
                    <a:pt x="0" y="16505"/>
                  </a:lnTo>
                  <a:lnTo>
                    <a:pt x="1836" y="11081"/>
                  </a:lnTo>
                  <a:lnTo>
                    <a:pt x="4928" y="10145"/>
                  </a:lnTo>
                  <a:lnTo>
                    <a:pt x="7833" y="8086"/>
                  </a:lnTo>
                  <a:lnTo>
                    <a:pt x="8446" y="7156"/>
                  </a:lnTo>
                  <a:lnTo>
                    <a:pt x="7105" y="7134"/>
                  </a:lnTo>
                  <a:lnTo>
                    <a:pt x="6591" y="5489"/>
                  </a:lnTo>
                  <a:lnTo>
                    <a:pt x="11588" y="79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h4248"/>
            <p:cNvSpPr/>
            <p:nvPr/>
          </p:nvSpPr>
          <p:spPr>
            <a:xfrm>
              <a:off x="6779712" y="3003172"/>
              <a:ext cx="16848" cy="15543"/>
            </a:xfrm>
            <a:custGeom>
              <a:avLst/>
              <a:pathLst>
                <a:path w="16848" h="15543">
                  <a:moveTo>
                    <a:pt x="8535" y="1124"/>
                  </a:moveTo>
                  <a:lnTo>
                    <a:pt x="13575" y="6504"/>
                  </a:lnTo>
                  <a:lnTo>
                    <a:pt x="13980" y="7636"/>
                  </a:lnTo>
                  <a:lnTo>
                    <a:pt x="16848" y="9541"/>
                  </a:lnTo>
                  <a:lnTo>
                    <a:pt x="15719" y="12791"/>
                  </a:lnTo>
                  <a:lnTo>
                    <a:pt x="12963" y="15543"/>
                  </a:lnTo>
                  <a:lnTo>
                    <a:pt x="7195" y="14658"/>
                  </a:lnTo>
                  <a:lnTo>
                    <a:pt x="3147" y="14869"/>
                  </a:lnTo>
                  <a:lnTo>
                    <a:pt x="1506" y="12914"/>
                  </a:lnTo>
                  <a:lnTo>
                    <a:pt x="894" y="9730"/>
                  </a:lnTo>
                  <a:lnTo>
                    <a:pt x="0" y="4126"/>
                  </a:lnTo>
                  <a:lnTo>
                    <a:pt x="1015" y="2736"/>
                  </a:lnTo>
                  <a:lnTo>
                    <a:pt x="619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h4249"/>
            <p:cNvSpPr/>
            <p:nvPr/>
          </p:nvSpPr>
          <p:spPr>
            <a:xfrm>
              <a:off x="6841371" y="3004996"/>
              <a:ext cx="41270" cy="13854"/>
            </a:xfrm>
            <a:custGeom>
              <a:avLst/>
              <a:pathLst>
                <a:path w="41270" h="13854">
                  <a:moveTo>
                    <a:pt x="39265" y="0"/>
                  </a:moveTo>
                  <a:lnTo>
                    <a:pt x="41270" y="4963"/>
                  </a:lnTo>
                  <a:lnTo>
                    <a:pt x="37198" y="6067"/>
                  </a:lnTo>
                  <a:lnTo>
                    <a:pt x="34413" y="7734"/>
                  </a:lnTo>
                  <a:lnTo>
                    <a:pt x="35197" y="11498"/>
                  </a:lnTo>
                  <a:lnTo>
                    <a:pt x="32610" y="11343"/>
                  </a:lnTo>
                  <a:lnTo>
                    <a:pt x="27493" y="13854"/>
                  </a:lnTo>
                  <a:lnTo>
                    <a:pt x="22126" y="12221"/>
                  </a:lnTo>
                  <a:lnTo>
                    <a:pt x="12516" y="11735"/>
                  </a:lnTo>
                  <a:lnTo>
                    <a:pt x="5580" y="12806"/>
                  </a:lnTo>
                  <a:lnTo>
                    <a:pt x="461" y="8259"/>
                  </a:lnTo>
                  <a:lnTo>
                    <a:pt x="0" y="4865"/>
                  </a:lnTo>
                  <a:lnTo>
                    <a:pt x="2771" y="3786"/>
                  </a:lnTo>
                  <a:lnTo>
                    <a:pt x="5084" y="5795"/>
                  </a:lnTo>
                  <a:lnTo>
                    <a:pt x="4850" y="7906"/>
                  </a:lnTo>
                  <a:lnTo>
                    <a:pt x="12392" y="6826"/>
                  </a:lnTo>
                  <a:lnTo>
                    <a:pt x="16639" y="4136"/>
                  </a:lnTo>
                  <a:lnTo>
                    <a:pt x="18732" y="6439"/>
                  </a:lnTo>
                  <a:lnTo>
                    <a:pt x="21444" y="6186"/>
                  </a:lnTo>
                  <a:lnTo>
                    <a:pt x="29104" y="915"/>
                  </a:lnTo>
                  <a:lnTo>
                    <a:pt x="30316" y="2946"/>
                  </a:lnTo>
                  <a:lnTo>
                    <a:pt x="34601" y="4177"/>
                  </a:lnTo>
                  <a:lnTo>
                    <a:pt x="35564" y="3783"/>
                  </a:lnTo>
                  <a:lnTo>
                    <a:pt x="35953" y="183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h4250"/>
            <p:cNvSpPr/>
            <p:nvPr/>
          </p:nvSpPr>
          <p:spPr>
            <a:xfrm>
              <a:off x="6716304" y="2996348"/>
              <a:ext cx="29208" cy="21985"/>
            </a:xfrm>
            <a:custGeom>
              <a:avLst/>
              <a:pathLst>
                <a:path w="29208" h="21985">
                  <a:moveTo>
                    <a:pt x="27509" y="252"/>
                  </a:moveTo>
                  <a:lnTo>
                    <a:pt x="29208" y="8039"/>
                  </a:lnTo>
                  <a:lnTo>
                    <a:pt x="27824" y="12580"/>
                  </a:lnTo>
                  <a:lnTo>
                    <a:pt x="25165" y="14637"/>
                  </a:lnTo>
                  <a:lnTo>
                    <a:pt x="27220" y="19425"/>
                  </a:lnTo>
                  <a:lnTo>
                    <a:pt x="26998" y="21673"/>
                  </a:lnTo>
                  <a:lnTo>
                    <a:pt x="25299" y="21985"/>
                  </a:lnTo>
                  <a:lnTo>
                    <a:pt x="19527" y="19903"/>
                  </a:lnTo>
                  <a:lnTo>
                    <a:pt x="14668" y="15820"/>
                  </a:lnTo>
                  <a:lnTo>
                    <a:pt x="13021" y="13008"/>
                  </a:lnTo>
                  <a:lnTo>
                    <a:pt x="886" y="9720"/>
                  </a:lnTo>
                  <a:lnTo>
                    <a:pt x="0" y="8369"/>
                  </a:lnTo>
                  <a:lnTo>
                    <a:pt x="1328" y="318"/>
                  </a:lnTo>
                  <a:lnTo>
                    <a:pt x="3185" y="0"/>
                  </a:lnTo>
                  <a:lnTo>
                    <a:pt x="3354" y="2699"/>
                  </a:lnTo>
                  <a:lnTo>
                    <a:pt x="7486" y="2410"/>
                  </a:lnTo>
                  <a:lnTo>
                    <a:pt x="19603" y="6333"/>
                  </a:lnTo>
                  <a:lnTo>
                    <a:pt x="21336" y="5955"/>
                  </a:lnTo>
                  <a:lnTo>
                    <a:pt x="21433" y="1570"/>
                  </a:lnTo>
                  <a:lnTo>
                    <a:pt x="24031" y="6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h4251"/>
            <p:cNvSpPr/>
            <p:nvPr/>
          </p:nvSpPr>
          <p:spPr>
            <a:xfrm>
              <a:off x="6728112" y="3077440"/>
              <a:ext cx="46913" cy="57020"/>
            </a:xfrm>
            <a:custGeom>
              <a:avLst/>
              <a:pathLst>
                <a:path w="46913" h="57020">
                  <a:moveTo>
                    <a:pt x="30654" y="0"/>
                  </a:moveTo>
                  <a:lnTo>
                    <a:pt x="33067" y="1553"/>
                  </a:lnTo>
                  <a:lnTo>
                    <a:pt x="33765" y="3165"/>
                  </a:lnTo>
                  <a:lnTo>
                    <a:pt x="38298" y="3190"/>
                  </a:lnTo>
                  <a:lnTo>
                    <a:pt x="38666" y="5190"/>
                  </a:lnTo>
                  <a:lnTo>
                    <a:pt x="36144" y="8394"/>
                  </a:lnTo>
                  <a:lnTo>
                    <a:pt x="36331" y="12639"/>
                  </a:lnTo>
                  <a:lnTo>
                    <a:pt x="40494" y="14472"/>
                  </a:lnTo>
                  <a:lnTo>
                    <a:pt x="39499" y="18381"/>
                  </a:lnTo>
                  <a:lnTo>
                    <a:pt x="46913" y="33312"/>
                  </a:lnTo>
                  <a:lnTo>
                    <a:pt x="46146" y="35983"/>
                  </a:lnTo>
                  <a:lnTo>
                    <a:pt x="44174" y="38372"/>
                  </a:lnTo>
                  <a:lnTo>
                    <a:pt x="41297" y="39469"/>
                  </a:lnTo>
                  <a:lnTo>
                    <a:pt x="40093" y="39060"/>
                  </a:lnTo>
                  <a:lnTo>
                    <a:pt x="38379" y="36668"/>
                  </a:lnTo>
                  <a:lnTo>
                    <a:pt x="34659" y="39326"/>
                  </a:lnTo>
                  <a:lnTo>
                    <a:pt x="32722" y="49107"/>
                  </a:lnTo>
                  <a:lnTo>
                    <a:pt x="35583" y="51051"/>
                  </a:lnTo>
                  <a:lnTo>
                    <a:pt x="35757" y="55125"/>
                  </a:lnTo>
                  <a:lnTo>
                    <a:pt x="34027" y="57020"/>
                  </a:lnTo>
                  <a:lnTo>
                    <a:pt x="27713" y="56423"/>
                  </a:lnTo>
                  <a:lnTo>
                    <a:pt x="27466" y="52359"/>
                  </a:lnTo>
                  <a:lnTo>
                    <a:pt x="24163" y="50572"/>
                  </a:lnTo>
                  <a:lnTo>
                    <a:pt x="17174" y="50589"/>
                  </a:lnTo>
                  <a:lnTo>
                    <a:pt x="15622" y="48933"/>
                  </a:lnTo>
                  <a:lnTo>
                    <a:pt x="15610" y="47414"/>
                  </a:lnTo>
                  <a:lnTo>
                    <a:pt x="11868" y="43927"/>
                  </a:lnTo>
                  <a:lnTo>
                    <a:pt x="7675" y="42248"/>
                  </a:lnTo>
                  <a:lnTo>
                    <a:pt x="6008" y="37928"/>
                  </a:lnTo>
                  <a:lnTo>
                    <a:pt x="1407" y="35099"/>
                  </a:lnTo>
                  <a:lnTo>
                    <a:pt x="252" y="31031"/>
                  </a:lnTo>
                  <a:lnTo>
                    <a:pt x="0" y="26170"/>
                  </a:lnTo>
                  <a:lnTo>
                    <a:pt x="2057" y="24537"/>
                  </a:lnTo>
                  <a:lnTo>
                    <a:pt x="4569" y="23192"/>
                  </a:lnTo>
                  <a:lnTo>
                    <a:pt x="11541" y="27134"/>
                  </a:lnTo>
                  <a:lnTo>
                    <a:pt x="15145" y="28260"/>
                  </a:lnTo>
                  <a:lnTo>
                    <a:pt x="17001" y="25580"/>
                  </a:lnTo>
                  <a:lnTo>
                    <a:pt x="20439" y="15505"/>
                  </a:lnTo>
                  <a:lnTo>
                    <a:pt x="23583" y="9005"/>
                  </a:lnTo>
                  <a:lnTo>
                    <a:pt x="27626" y="270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h4252"/>
            <p:cNvSpPr/>
            <p:nvPr/>
          </p:nvSpPr>
          <p:spPr>
            <a:xfrm>
              <a:off x="6923732" y="3109300"/>
              <a:ext cx="45622" cy="49981"/>
            </a:xfrm>
            <a:custGeom>
              <a:avLst/>
              <a:pathLst>
                <a:path w="45622" h="49981">
                  <a:moveTo>
                    <a:pt x="20600" y="0"/>
                  </a:moveTo>
                  <a:lnTo>
                    <a:pt x="22646" y="902"/>
                  </a:lnTo>
                  <a:lnTo>
                    <a:pt x="26419" y="12142"/>
                  </a:lnTo>
                  <a:lnTo>
                    <a:pt x="28817" y="14087"/>
                  </a:lnTo>
                  <a:lnTo>
                    <a:pt x="35101" y="12586"/>
                  </a:lnTo>
                  <a:lnTo>
                    <a:pt x="43582" y="20796"/>
                  </a:lnTo>
                  <a:lnTo>
                    <a:pt x="45622" y="27356"/>
                  </a:lnTo>
                  <a:lnTo>
                    <a:pt x="45466" y="29348"/>
                  </a:lnTo>
                  <a:lnTo>
                    <a:pt x="40563" y="39777"/>
                  </a:lnTo>
                  <a:lnTo>
                    <a:pt x="41527" y="42914"/>
                  </a:lnTo>
                  <a:lnTo>
                    <a:pt x="40312" y="44293"/>
                  </a:lnTo>
                  <a:lnTo>
                    <a:pt x="35079" y="44947"/>
                  </a:lnTo>
                  <a:lnTo>
                    <a:pt x="34216" y="44381"/>
                  </a:lnTo>
                  <a:lnTo>
                    <a:pt x="31214" y="44595"/>
                  </a:lnTo>
                  <a:lnTo>
                    <a:pt x="27837" y="48675"/>
                  </a:lnTo>
                  <a:lnTo>
                    <a:pt x="24649" y="47911"/>
                  </a:lnTo>
                  <a:lnTo>
                    <a:pt x="22663" y="43570"/>
                  </a:lnTo>
                  <a:lnTo>
                    <a:pt x="19409" y="41129"/>
                  </a:lnTo>
                  <a:lnTo>
                    <a:pt x="16989" y="42111"/>
                  </a:lnTo>
                  <a:lnTo>
                    <a:pt x="10266" y="47586"/>
                  </a:lnTo>
                  <a:lnTo>
                    <a:pt x="2059" y="49981"/>
                  </a:lnTo>
                  <a:lnTo>
                    <a:pt x="1101" y="49299"/>
                  </a:lnTo>
                  <a:lnTo>
                    <a:pt x="0" y="43577"/>
                  </a:lnTo>
                  <a:lnTo>
                    <a:pt x="800" y="40290"/>
                  </a:lnTo>
                  <a:lnTo>
                    <a:pt x="2933" y="36905"/>
                  </a:lnTo>
                  <a:lnTo>
                    <a:pt x="3133" y="33861"/>
                  </a:lnTo>
                  <a:lnTo>
                    <a:pt x="3884" y="31154"/>
                  </a:lnTo>
                  <a:lnTo>
                    <a:pt x="6811" y="31404"/>
                  </a:lnTo>
                  <a:lnTo>
                    <a:pt x="7618" y="30254"/>
                  </a:lnTo>
                  <a:lnTo>
                    <a:pt x="4751" y="26195"/>
                  </a:lnTo>
                  <a:lnTo>
                    <a:pt x="4417" y="23861"/>
                  </a:lnTo>
                  <a:lnTo>
                    <a:pt x="8860" y="22994"/>
                  </a:lnTo>
                  <a:lnTo>
                    <a:pt x="15838" y="17583"/>
                  </a:lnTo>
                  <a:lnTo>
                    <a:pt x="12131" y="7548"/>
                  </a:lnTo>
                  <a:lnTo>
                    <a:pt x="12400" y="6495"/>
                  </a:lnTo>
                  <a:lnTo>
                    <a:pt x="16549" y="4881"/>
                  </a:lnTo>
                  <a:lnTo>
                    <a:pt x="17562" y="252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h4253"/>
            <p:cNvSpPr/>
            <p:nvPr/>
          </p:nvSpPr>
          <p:spPr>
            <a:xfrm>
              <a:off x="6788479" y="3027572"/>
              <a:ext cx="18440" cy="30657"/>
            </a:xfrm>
            <a:custGeom>
              <a:avLst/>
              <a:pathLst>
                <a:path w="18440" h="30657">
                  <a:moveTo>
                    <a:pt x="11721" y="2674"/>
                  </a:moveTo>
                  <a:lnTo>
                    <a:pt x="13704" y="4972"/>
                  </a:lnTo>
                  <a:lnTo>
                    <a:pt x="15909" y="12672"/>
                  </a:lnTo>
                  <a:lnTo>
                    <a:pt x="18440" y="20068"/>
                  </a:lnTo>
                  <a:lnTo>
                    <a:pt x="17826" y="25847"/>
                  </a:lnTo>
                  <a:lnTo>
                    <a:pt x="16837" y="28321"/>
                  </a:lnTo>
                  <a:lnTo>
                    <a:pt x="13979" y="30657"/>
                  </a:lnTo>
                  <a:lnTo>
                    <a:pt x="13668" y="25099"/>
                  </a:lnTo>
                  <a:lnTo>
                    <a:pt x="4149" y="26294"/>
                  </a:lnTo>
                  <a:lnTo>
                    <a:pt x="3502" y="28864"/>
                  </a:lnTo>
                  <a:lnTo>
                    <a:pt x="1034" y="29189"/>
                  </a:lnTo>
                  <a:lnTo>
                    <a:pt x="0" y="26401"/>
                  </a:lnTo>
                  <a:lnTo>
                    <a:pt x="3374" y="18533"/>
                  </a:lnTo>
                  <a:lnTo>
                    <a:pt x="4895" y="10085"/>
                  </a:lnTo>
                  <a:lnTo>
                    <a:pt x="3828" y="2578"/>
                  </a:lnTo>
                  <a:lnTo>
                    <a:pt x="3248" y="2202"/>
                  </a:lnTo>
                  <a:lnTo>
                    <a:pt x="5874" y="993"/>
                  </a:lnTo>
                  <a:lnTo>
                    <a:pt x="9277" y="1737"/>
                  </a:lnTo>
                  <a:lnTo>
                    <a:pt x="1172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h4254"/>
            <p:cNvSpPr/>
            <p:nvPr/>
          </p:nvSpPr>
          <p:spPr>
            <a:xfrm>
              <a:off x="6924871" y="2990716"/>
              <a:ext cx="23374" cy="27522"/>
            </a:xfrm>
            <a:custGeom>
              <a:avLst/>
              <a:pathLst>
                <a:path w="23374" h="27522">
                  <a:moveTo>
                    <a:pt x="4639" y="0"/>
                  </a:moveTo>
                  <a:lnTo>
                    <a:pt x="9246" y="4228"/>
                  </a:lnTo>
                  <a:lnTo>
                    <a:pt x="11881" y="4795"/>
                  </a:lnTo>
                  <a:lnTo>
                    <a:pt x="21074" y="11046"/>
                  </a:lnTo>
                  <a:lnTo>
                    <a:pt x="23033" y="13015"/>
                  </a:lnTo>
                  <a:lnTo>
                    <a:pt x="23374" y="15786"/>
                  </a:lnTo>
                  <a:lnTo>
                    <a:pt x="22189" y="18329"/>
                  </a:lnTo>
                  <a:lnTo>
                    <a:pt x="21903" y="23100"/>
                  </a:lnTo>
                  <a:lnTo>
                    <a:pt x="16852" y="25920"/>
                  </a:lnTo>
                  <a:lnTo>
                    <a:pt x="14216" y="25048"/>
                  </a:lnTo>
                  <a:lnTo>
                    <a:pt x="13437" y="27069"/>
                  </a:lnTo>
                  <a:lnTo>
                    <a:pt x="14213" y="27522"/>
                  </a:lnTo>
                  <a:lnTo>
                    <a:pt x="7701" y="26073"/>
                  </a:lnTo>
                  <a:lnTo>
                    <a:pt x="7405" y="24244"/>
                  </a:lnTo>
                  <a:lnTo>
                    <a:pt x="8867" y="17658"/>
                  </a:lnTo>
                  <a:lnTo>
                    <a:pt x="7160" y="16639"/>
                  </a:lnTo>
                  <a:lnTo>
                    <a:pt x="0" y="17303"/>
                  </a:lnTo>
                  <a:lnTo>
                    <a:pt x="485" y="11288"/>
                  </a:lnTo>
                  <a:lnTo>
                    <a:pt x="660" y="8859"/>
                  </a:lnTo>
                  <a:lnTo>
                    <a:pt x="3411" y="8341"/>
                  </a:lnTo>
                  <a:lnTo>
                    <a:pt x="5802" y="6706"/>
                  </a:lnTo>
                  <a:lnTo>
                    <a:pt x="1283" y="4731"/>
                  </a:lnTo>
                  <a:lnTo>
                    <a:pt x="3711" y="3757"/>
                  </a:lnTo>
                  <a:lnTo>
                    <a:pt x="4568" y="1418"/>
                  </a:lnTo>
                  <a:lnTo>
                    <a:pt x="4060" y="18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h4255"/>
            <p:cNvSpPr/>
            <p:nvPr/>
          </p:nvSpPr>
          <p:spPr>
            <a:xfrm>
              <a:off x="6724794" y="3015773"/>
              <a:ext cx="30414" cy="39657"/>
            </a:xfrm>
            <a:custGeom>
              <a:avLst/>
              <a:pathLst>
                <a:path w="30414" h="39657">
                  <a:moveTo>
                    <a:pt x="25908" y="2796"/>
                  </a:moveTo>
                  <a:lnTo>
                    <a:pt x="26582" y="4835"/>
                  </a:lnTo>
                  <a:lnTo>
                    <a:pt x="30414" y="21201"/>
                  </a:lnTo>
                  <a:lnTo>
                    <a:pt x="27517" y="21212"/>
                  </a:lnTo>
                  <a:lnTo>
                    <a:pt x="20191" y="24947"/>
                  </a:lnTo>
                  <a:lnTo>
                    <a:pt x="20233" y="27408"/>
                  </a:lnTo>
                  <a:lnTo>
                    <a:pt x="18144" y="36166"/>
                  </a:lnTo>
                  <a:lnTo>
                    <a:pt x="15120" y="39369"/>
                  </a:lnTo>
                  <a:lnTo>
                    <a:pt x="12740" y="39657"/>
                  </a:lnTo>
                  <a:lnTo>
                    <a:pt x="12163" y="38299"/>
                  </a:lnTo>
                  <a:lnTo>
                    <a:pt x="8123" y="37390"/>
                  </a:lnTo>
                  <a:lnTo>
                    <a:pt x="5199" y="35187"/>
                  </a:lnTo>
                  <a:lnTo>
                    <a:pt x="3303" y="32618"/>
                  </a:lnTo>
                  <a:lnTo>
                    <a:pt x="3247" y="31443"/>
                  </a:lnTo>
                  <a:lnTo>
                    <a:pt x="4491" y="26844"/>
                  </a:lnTo>
                  <a:lnTo>
                    <a:pt x="1159" y="20889"/>
                  </a:lnTo>
                  <a:lnTo>
                    <a:pt x="0" y="16289"/>
                  </a:lnTo>
                  <a:lnTo>
                    <a:pt x="3405" y="11563"/>
                  </a:lnTo>
                  <a:lnTo>
                    <a:pt x="7612" y="12180"/>
                  </a:lnTo>
                  <a:lnTo>
                    <a:pt x="9975" y="11373"/>
                  </a:lnTo>
                  <a:lnTo>
                    <a:pt x="9530" y="7596"/>
                  </a:lnTo>
                  <a:lnTo>
                    <a:pt x="11036" y="478"/>
                  </a:lnTo>
                  <a:lnTo>
                    <a:pt x="16808" y="2560"/>
                  </a:lnTo>
                  <a:lnTo>
                    <a:pt x="18508" y="2248"/>
                  </a:lnTo>
                  <a:lnTo>
                    <a:pt x="187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h4256"/>
            <p:cNvSpPr/>
            <p:nvPr/>
          </p:nvSpPr>
          <p:spPr>
            <a:xfrm>
              <a:off x="6914486" y="3005748"/>
              <a:ext cx="19251" cy="15990"/>
            </a:xfrm>
            <a:custGeom>
              <a:avLst/>
              <a:pathLst>
                <a:path w="19251" h="15990">
                  <a:moveTo>
                    <a:pt x="7257" y="2232"/>
                  </a:moveTo>
                  <a:lnTo>
                    <a:pt x="10384" y="2271"/>
                  </a:lnTo>
                  <a:lnTo>
                    <a:pt x="17544" y="1607"/>
                  </a:lnTo>
                  <a:lnTo>
                    <a:pt x="19251" y="2626"/>
                  </a:lnTo>
                  <a:lnTo>
                    <a:pt x="17789" y="9212"/>
                  </a:lnTo>
                  <a:lnTo>
                    <a:pt x="18085" y="11041"/>
                  </a:lnTo>
                  <a:lnTo>
                    <a:pt x="13804" y="15425"/>
                  </a:lnTo>
                  <a:lnTo>
                    <a:pt x="5943" y="15990"/>
                  </a:lnTo>
                  <a:lnTo>
                    <a:pt x="4300" y="15487"/>
                  </a:lnTo>
                  <a:lnTo>
                    <a:pt x="0" y="15656"/>
                  </a:lnTo>
                  <a:lnTo>
                    <a:pt x="331" y="1785"/>
                  </a:lnTo>
                  <a:lnTo>
                    <a:pt x="858" y="837"/>
                  </a:lnTo>
                  <a:lnTo>
                    <a:pt x="301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h4257"/>
            <p:cNvSpPr/>
            <p:nvPr/>
          </p:nvSpPr>
          <p:spPr>
            <a:xfrm>
              <a:off x="6826957" y="3083720"/>
              <a:ext cx="25881" cy="15973"/>
            </a:xfrm>
            <a:custGeom>
              <a:avLst/>
              <a:pathLst>
                <a:path w="25881" h="15973">
                  <a:moveTo>
                    <a:pt x="19750" y="0"/>
                  </a:moveTo>
                  <a:lnTo>
                    <a:pt x="19871" y="1128"/>
                  </a:lnTo>
                  <a:lnTo>
                    <a:pt x="21390" y="2513"/>
                  </a:lnTo>
                  <a:lnTo>
                    <a:pt x="23502" y="2197"/>
                  </a:lnTo>
                  <a:lnTo>
                    <a:pt x="25881" y="5006"/>
                  </a:lnTo>
                  <a:lnTo>
                    <a:pt x="22320" y="10217"/>
                  </a:lnTo>
                  <a:lnTo>
                    <a:pt x="17626" y="13622"/>
                  </a:lnTo>
                  <a:lnTo>
                    <a:pt x="14219" y="15780"/>
                  </a:lnTo>
                  <a:lnTo>
                    <a:pt x="11261" y="14224"/>
                  </a:lnTo>
                  <a:lnTo>
                    <a:pt x="8999" y="14459"/>
                  </a:lnTo>
                  <a:lnTo>
                    <a:pt x="6772" y="15973"/>
                  </a:lnTo>
                  <a:lnTo>
                    <a:pt x="4073" y="11354"/>
                  </a:lnTo>
                  <a:lnTo>
                    <a:pt x="0" y="6963"/>
                  </a:lnTo>
                  <a:lnTo>
                    <a:pt x="650" y="4351"/>
                  </a:lnTo>
                  <a:lnTo>
                    <a:pt x="3243" y="2097"/>
                  </a:lnTo>
                  <a:lnTo>
                    <a:pt x="5391" y="1938"/>
                  </a:lnTo>
                  <a:lnTo>
                    <a:pt x="7378" y="952"/>
                  </a:lnTo>
                  <a:lnTo>
                    <a:pt x="8695" y="268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h4258"/>
            <p:cNvSpPr/>
            <p:nvPr/>
          </p:nvSpPr>
          <p:spPr>
            <a:xfrm>
              <a:off x="6772007" y="2956782"/>
              <a:ext cx="25216" cy="21747"/>
            </a:xfrm>
            <a:custGeom>
              <a:avLst/>
              <a:pathLst>
                <a:path w="25216" h="21747">
                  <a:moveTo>
                    <a:pt x="17717" y="0"/>
                  </a:moveTo>
                  <a:lnTo>
                    <a:pt x="14642" y="4292"/>
                  </a:lnTo>
                  <a:lnTo>
                    <a:pt x="15958" y="9728"/>
                  </a:lnTo>
                  <a:lnTo>
                    <a:pt x="20731" y="9510"/>
                  </a:lnTo>
                  <a:lnTo>
                    <a:pt x="23228" y="10689"/>
                  </a:lnTo>
                  <a:lnTo>
                    <a:pt x="25216" y="15970"/>
                  </a:lnTo>
                  <a:lnTo>
                    <a:pt x="24737" y="17500"/>
                  </a:lnTo>
                  <a:lnTo>
                    <a:pt x="19230" y="20582"/>
                  </a:lnTo>
                  <a:lnTo>
                    <a:pt x="12413" y="21747"/>
                  </a:lnTo>
                  <a:lnTo>
                    <a:pt x="9606" y="19984"/>
                  </a:lnTo>
                  <a:lnTo>
                    <a:pt x="7364" y="17015"/>
                  </a:lnTo>
                  <a:lnTo>
                    <a:pt x="0" y="17371"/>
                  </a:lnTo>
                  <a:lnTo>
                    <a:pt x="43" y="11032"/>
                  </a:lnTo>
                  <a:lnTo>
                    <a:pt x="807" y="7660"/>
                  </a:lnTo>
                  <a:lnTo>
                    <a:pt x="3830" y="5506"/>
                  </a:lnTo>
                  <a:lnTo>
                    <a:pt x="8609" y="4886"/>
                  </a:lnTo>
                  <a:lnTo>
                    <a:pt x="8939" y="3367"/>
                  </a:lnTo>
                  <a:lnTo>
                    <a:pt x="11610" y="2498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h4259"/>
            <p:cNvSpPr/>
            <p:nvPr/>
          </p:nvSpPr>
          <p:spPr>
            <a:xfrm>
              <a:off x="6955901" y="3021781"/>
              <a:ext cx="23994" cy="33678"/>
            </a:xfrm>
            <a:custGeom>
              <a:avLst/>
              <a:pathLst>
                <a:path w="23994" h="33678">
                  <a:moveTo>
                    <a:pt x="14210" y="2348"/>
                  </a:moveTo>
                  <a:lnTo>
                    <a:pt x="16420" y="6394"/>
                  </a:lnTo>
                  <a:lnTo>
                    <a:pt x="22931" y="14143"/>
                  </a:lnTo>
                  <a:lnTo>
                    <a:pt x="21699" y="16380"/>
                  </a:lnTo>
                  <a:lnTo>
                    <a:pt x="19508" y="17791"/>
                  </a:lnTo>
                  <a:lnTo>
                    <a:pt x="18515" y="21291"/>
                  </a:lnTo>
                  <a:lnTo>
                    <a:pt x="19310" y="25204"/>
                  </a:lnTo>
                  <a:lnTo>
                    <a:pt x="21487" y="27175"/>
                  </a:lnTo>
                  <a:lnTo>
                    <a:pt x="23994" y="32738"/>
                  </a:lnTo>
                  <a:lnTo>
                    <a:pt x="21212" y="33678"/>
                  </a:lnTo>
                  <a:lnTo>
                    <a:pt x="18535" y="32499"/>
                  </a:lnTo>
                  <a:lnTo>
                    <a:pt x="15120" y="32341"/>
                  </a:lnTo>
                  <a:lnTo>
                    <a:pt x="14065" y="32961"/>
                  </a:lnTo>
                  <a:lnTo>
                    <a:pt x="13637" y="30337"/>
                  </a:lnTo>
                  <a:lnTo>
                    <a:pt x="10620" y="25850"/>
                  </a:lnTo>
                  <a:lnTo>
                    <a:pt x="9226" y="24894"/>
                  </a:lnTo>
                  <a:lnTo>
                    <a:pt x="8228" y="15799"/>
                  </a:lnTo>
                  <a:lnTo>
                    <a:pt x="9906" y="10483"/>
                  </a:lnTo>
                  <a:lnTo>
                    <a:pt x="7439" y="9524"/>
                  </a:lnTo>
                  <a:lnTo>
                    <a:pt x="3986" y="3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h4260"/>
            <p:cNvSpPr/>
            <p:nvPr/>
          </p:nvSpPr>
          <p:spPr>
            <a:xfrm>
              <a:off x="6825789" y="2973749"/>
              <a:ext cx="28047" cy="33991"/>
            </a:xfrm>
            <a:custGeom>
              <a:avLst/>
              <a:pathLst>
                <a:path w="28047" h="33991">
                  <a:moveTo>
                    <a:pt x="23096" y="2099"/>
                  </a:moveTo>
                  <a:lnTo>
                    <a:pt x="22452" y="2995"/>
                  </a:lnTo>
                  <a:lnTo>
                    <a:pt x="25956" y="1550"/>
                  </a:lnTo>
                  <a:lnTo>
                    <a:pt x="27695" y="4087"/>
                  </a:lnTo>
                  <a:lnTo>
                    <a:pt x="28047" y="8041"/>
                  </a:lnTo>
                  <a:lnTo>
                    <a:pt x="25603" y="9118"/>
                  </a:lnTo>
                  <a:lnTo>
                    <a:pt x="23055" y="12987"/>
                  </a:lnTo>
                  <a:lnTo>
                    <a:pt x="24035" y="15186"/>
                  </a:lnTo>
                  <a:lnTo>
                    <a:pt x="22537" y="16754"/>
                  </a:lnTo>
                  <a:lnTo>
                    <a:pt x="18151" y="26181"/>
                  </a:lnTo>
                  <a:lnTo>
                    <a:pt x="13678" y="30589"/>
                  </a:lnTo>
                  <a:lnTo>
                    <a:pt x="12291" y="33991"/>
                  </a:lnTo>
                  <a:lnTo>
                    <a:pt x="9176" y="33738"/>
                  </a:lnTo>
                  <a:lnTo>
                    <a:pt x="3681" y="24742"/>
                  </a:lnTo>
                  <a:lnTo>
                    <a:pt x="0" y="22407"/>
                  </a:lnTo>
                  <a:lnTo>
                    <a:pt x="4592" y="17394"/>
                  </a:lnTo>
                  <a:lnTo>
                    <a:pt x="3944" y="15193"/>
                  </a:lnTo>
                  <a:lnTo>
                    <a:pt x="6002" y="12806"/>
                  </a:lnTo>
                  <a:lnTo>
                    <a:pt x="4022" y="8859"/>
                  </a:lnTo>
                  <a:lnTo>
                    <a:pt x="4444" y="5461"/>
                  </a:lnTo>
                  <a:lnTo>
                    <a:pt x="6216" y="5604"/>
                  </a:lnTo>
                  <a:lnTo>
                    <a:pt x="7391" y="4115"/>
                  </a:lnTo>
                  <a:lnTo>
                    <a:pt x="8764" y="3822"/>
                  </a:lnTo>
                  <a:lnTo>
                    <a:pt x="9727" y="6713"/>
                  </a:lnTo>
                  <a:lnTo>
                    <a:pt x="11308" y="3980"/>
                  </a:lnTo>
                  <a:lnTo>
                    <a:pt x="15914" y="3067"/>
                  </a:lnTo>
                  <a:lnTo>
                    <a:pt x="2121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h4261"/>
            <p:cNvSpPr/>
            <p:nvPr/>
          </p:nvSpPr>
          <p:spPr>
            <a:xfrm>
              <a:off x="6938382" y="3029436"/>
              <a:ext cx="23072" cy="33613"/>
            </a:xfrm>
            <a:custGeom>
              <a:avLst/>
              <a:pathLst>
                <a:path w="23072" h="33613">
                  <a:moveTo>
                    <a:pt x="7471" y="1819"/>
                  </a:moveTo>
                  <a:lnTo>
                    <a:pt x="11060" y="463"/>
                  </a:lnTo>
                  <a:lnTo>
                    <a:pt x="12089" y="1233"/>
                  </a:lnTo>
                  <a:lnTo>
                    <a:pt x="12852" y="6790"/>
                  </a:lnTo>
                  <a:lnTo>
                    <a:pt x="19755" y="11510"/>
                  </a:lnTo>
                  <a:lnTo>
                    <a:pt x="19982" y="13814"/>
                  </a:lnTo>
                  <a:lnTo>
                    <a:pt x="21969" y="16558"/>
                  </a:lnTo>
                  <a:lnTo>
                    <a:pt x="23072" y="22374"/>
                  </a:lnTo>
                  <a:lnTo>
                    <a:pt x="13619" y="31019"/>
                  </a:lnTo>
                  <a:lnTo>
                    <a:pt x="8529" y="33613"/>
                  </a:lnTo>
                  <a:lnTo>
                    <a:pt x="5119" y="31218"/>
                  </a:lnTo>
                  <a:lnTo>
                    <a:pt x="4372" y="29400"/>
                  </a:lnTo>
                  <a:lnTo>
                    <a:pt x="6320" y="29182"/>
                  </a:lnTo>
                  <a:lnTo>
                    <a:pt x="6135" y="24976"/>
                  </a:lnTo>
                  <a:lnTo>
                    <a:pt x="2855" y="21267"/>
                  </a:lnTo>
                  <a:lnTo>
                    <a:pt x="0" y="15716"/>
                  </a:lnTo>
                  <a:lnTo>
                    <a:pt x="576" y="11347"/>
                  </a:lnTo>
                  <a:lnTo>
                    <a:pt x="1941" y="9571"/>
                  </a:lnTo>
                  <a:lnTo>
                    <a:pt x="1230" y="7599"/>
                  </a:lnTo>
                  <a:lnTo>
                    <a:pt x="3490" y="5870"/>
                  </a:lnTo>
                  <a:lnTo>
                    <a:pt x="4281" y="3072"/>
                  </a:lnTo>
                  <a:lnTo>
                    <a:pt x="352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h4262"/>
            <p:cNvSpPr/>
            <p:nvPr/>
          </p:nvSpPr>
          <p:spPr>
            <a:xfrm>
              <a:off x="6847018" y="3070295"/>
              <a:ext cx="40242" cy="26586"/>
            </a:xfrm>
            <a:custGeom>
              <a:avLst/>
              <a:pathLst>
                <a:path w="40242" h="26586">
                  <a:moveTo>
                    <a:pt x="9617" y="545"/>
                  </a:moveTo>
                  <a:lnTo>
                    <a:pt x="14807" y="3992"/>
                  </a:lnTo>
                  <a:lnTo>
                    <a:pt x="21810" y="6095"/>
                  </a:lnTo>
                  <a:lnTo>
                    <a:pt x="24696" y="5385"/>
                  </a:lnTo>
                  <a:lnTo>
                    <a:pt x="33349" y="7438"/>
                  </a:lnTo>
                  <a:lnTo>
                    <a:pt x="40242" y="10330"/>
                  </a:lnTo>
                  <a:lnTo>
                    <a:pt x="33347" y="21121"/>
                  </a:lnTo>
                  <a:lnTo>
                    <a:pt x="32073" y="24929"/>
                  </a:lnTo>
                  <a:lnTo>
                    <a:pt x="28944" y="25421"/>
                  </a:lnTo>
                  <a:lnTo>
                    <a:pt x="25997" y="24604"/>
                  </a:lnTo>
                  <a:lnTo>
                    <a:pt x="16310" y="24730"/>
                  </a:lnTo>
                  <a:lnTo>
                    <a:pt x="9938" y="26586"/>
                  </a:lnTo>
                  <a:lnTo>
                    <a:pt x="2260" y="23642"/>
                  </a:lnTo>
                  <a:lnTo>
                    <a:pt x="5821" y="18431"/>
                  </a:lnTo>
                  <a:lnTo>
                    <a:pt x="3442" y="15622"/>
                  </a:lnTo>
                  <a:lnTo>
                    <a:pt x="3338" y="11295"/>
                  </a:lnTo>
                  <a:lnTo>
                    <a:pt x="832" y="9411"/>
                  </a:lnTo>
                  <a:lnTo>
                    <a:pt x="0" y="7930"/>
                  </a:lnTo>
                  <a:lnTo>
                    <a:pt x="411" y="6519"/>
                  </a:lnTo>
                  <a:lnTo>
                    <a:pt x="4318" y="3032"/>
                  </a:lnTo>
                  <a:lnTo>
                    <a:pt x="379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h4263"/>
            <p:cNvSpPr/>
            <p:nvPr/>
          </p:nvSpPr>
          <p:spPr>
            <a:xfrm>
              <a:off x="6934118" y="2990943"/>
              <a:ext cx="20417" cy="17995"/>
            </a:xfrm>
            <a:custGeom>
              <a:avLst/>
              <a:pathLst>
                <a:path w="20417" h="17995">
                  <a:moveTo>
                    <a:pt x="11337" y="0"/>
                  </a:moveTo>
                  <a:lnTo>
                    <a:pt x="14882" y="1170"/>
                  </a:lnTo>
                  <a:lnTo>
                    <a:pt x="17260" y="3387"/>
                  </a:lnTo>
                  <a:lnTo>
                    <a:pt x="14641" y="5868"/>
                  </a:lnTo>
                  <a:lnTo>
                    <a:pt x="14808" y="6910"/>
                  </a:lnTo>
                  <a:lnTo>
                    <a:pt x="15758" y="8196"/>
                  </a:lnTo>
                  <a:lnTo>
                    <a:pt x="18773" y="8759"/>
                  </a:lnTo>
                  <a:lnTo>
                    <a:pt x="20417" y="10341"/>
                  </a:lnTo>
                  <a:lnTo>
                    <a:pt x="20096" y="11147"/>
                  </a:lnTo>
                  <a:lnTo>
                    <a:pt x="18559" y="11491"/>
                  </a:lnTo>
                  <a:lnTo>
                    <a:pt x="15879" y="16237"/>
                  </a:lnTo>
                  <a:lnTo>
                    <a:pt x="16076" y="17995"/>
                  </a:lnTo>
                  <a:lnTo>
                    <a:pt x="14127" y="15559"/>
                  </a:lnTo>
                  <a:lnTo>
                    <a:pt x="13786" y="12788"/>
                  </a:lnTo>
                  <a:lnTo>
                    <a:pt x="11827" y="10819"/>
                  </a:lnTo>
                  <a:lnTo>
                    <a:pt x="2634" y="4568"/>
                  </a:lnTo>
                  <a:lnTo>
                    <a:pt x="0" y="4001"/>
                  </a:lnTo>
                  <a:lnTo>
                    <a:pt x="6399" y="1052"/>
                  </a:lnTo>
                  <a:lnTo>
                    <a:pt x="7061" y="32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h4264"/>
            <p:cNvSpPr/>
            <p:nvPr/>
          </p:nvSpPr>
          <p:spPr>
            <a:xfrm>
              <a:off x="6753646" y="3027720"/>
              <a:ext cx="40594" cy="39487"/>
            </a:xfrm>
            <a:custGeom>
              <a:avLst/>
              <a:pathLst>
                <a:path w="40594" h="39487">
                  <a:moveTo>
                    <a:pt x="26356" y="362"/>
                  </a:moveTo>
                  <a:lnTo>
                    <a:pt x="29013" y="6207"/>
                  </a:lnTo>
                  <a:lnTo>
                    <a:pt x="30619" y="7782"/>
                  </a:lnTo>
                  <a:lnTo>
                    <a:pt x="36455" y="5775"/>
                  </a:lnTo>
                  <a:lnTo>
                    <a:pt x="38081" y="2054"/>
                  </a:lnTo>
                  <a:lnTo>
                    <a:pt x="38662" y="2430"/>
                  </a:lnTo>
                  <a:lnTo>
                    <a:pt x="39728" y="9937"/>
                  </a:lnTo>
                  <a:lnTo>
                    <a:pt x="38208" y="18385"/>
                  </a:lnTo>
                  <a:lnTo>
                    <a:pt x="34833" y="26253"/>
                  </a:lnTo>
                  <a:lnTo>
                    <a:pt x="35867" y="29042"/>
                  </a:lnTo>
                  <a:lnTo>
                    <a:pt x="38335" y="28716"/>
                  </a:lnTo>
                  <a:lnTo>
                    <a:pt x="40594" y="30106"/>
                  </a:lnTo>
                  <a:lnTo>
                    <a:pt x="40140" y="32904"/>
                  </a:lnTo>
                  <a:lnTo>
                    <a:pt x="37303" y="33719"/>
                  </a:lnTo>
                  <a:lnTo>
                    <a:pt x="31173" y="31827"/>
                  </a:lnTo>
                  <a:lnTo>
                    <a:pt x="24300" y="31079"/>
                  </a:lnTo>
                  <a:lnTo>
                    <a:pt x="18194" y="30397"/>
                  </a:lnTo>
                  <a:lnTo>
                    <a:pt x="10366" y="33031"/>
                  </a:lnTo>
                  <a:lnTo>
                    <a:pt x="3359" y="37211"/>
                  </a:lnTo>
                  <a:lnTo>
                    <a:pt x="1588" y="38719"/>
                  </a:lnTo>
                  <a:lnTo>
                    <a:pt x="1762" y="39487"/>
                  </a:lnTo>
                  <a:lnTo>
                    <a:pt x="470" y="37234"/>
                  </a:lnTo>
                  <a:lnTo>
                    <a:pt x="1192" y="35203"/>
                  </a:lnTo>
                  <a:lnTo>
                    <a:pt x="0" y="33110"/>
                  </a:lnTo>
                  <a:lnTo>
                    <a:pt x="244" y="28973"/>
                  </a:lnTo>
                  <a:lnTo>
                    <a:pt x="3191" y="26278"/>
                  </a:lnTo>
                  <a:lnTo>
                    <a:pt x="16950" y="25114"/>
                  </a:lnTo>
                  <a:lnTo>
                    <a:pt x="15912" y="21390"/>
                  </a:lnTo>
                  <a:lnTo>
                    <a:pt x="16116" y="17825"/>
                  </a:lnTo>
                  <a:lnTo>
                    <a:pt x="17899" y="13355"/>
                  </a:lnTo>
                  <a:lnTo>
                    <a:pt x="20888" y="11459"/>
                  </a:lnTo>
                  <a:lnTo>
                    <a:pt x="22537" y="7370"/>
                  </a:lnTo>
                  <a:lnTo>
                    <a:pt x="23542" y="3581"/>
                  </a:lnTo>
                  <a:lnTo>
                    <a:pt x="22139" y="1072"/>
                  </a:lnTo>
                  <a:lnTo>
                    <a:pt x="2456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h4265"/>
            <p:cNvSpPr/>
            <p:nvPr/>
          </p:nvSpPr>
          <p:spPr>
            <a:xfrm>
              <a:off x="6719490" y="2990758"/>
              <a:ext cx="24323" cy="11923"/>
            </a:xfrm>
            <a:custGeom>
              <a:avLst/>
              <a:pathLst>
                <a:path w="24323" h="11923">
                  <a:moveTo>
                    <a:pt x="19666" y="0"/>
                  </a:moveTo>
                  <a:lnTo>
                    <a:pt x="23501" y="1374"/>
                  </a:lnTo>
                  <a:lnTo>
                    <a:pt x="24323" y="5842"/>
                  </a:lnTo>
                  <a:lnTo>
                    <a:pt x="20845" y="5656"/>
                  </a:lnTo>
                  <a:lnTo>
                    <a:pt x="18247" y="7160"/>
                  </a:lnTo>
                  <a:lnTo>
                    <a:pt x="18150" y="11545"/>
                  </a:lnTo>
                  <a:lnTo>
                    <a:pt x="16418" y="11923"/>
                  </a:lnTo>
                  <a:lnTo>
                    <a:pt x="4300" y="8000"/>
                  </a:lnTo>
                  <a:lnTo>
                    <a:pt x="168" y="8290"/>
                  </a:lnTo>
                  <a:lnTo>
                    <a:pt x="0" y="5590"/>
                  </a:lnTo>
                  <a:lnTo>
                    <a:pt x="2038" y="442"/>
                  </a:lnTo>
                  <a:lnTo>
                    <a:pt x="8656" y="1440"/>
                  </a:lnTo>
                  <a:lnTo>
                    <a:pt x="10274" y="1219"/>
                  </a:lnTo>
                  <a:lnTo>
                    <a:pt x="10296" y="64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h4266"/>
            <p:cNvSpPr/>
            <p:nvPr/>
          </p:nvSpPr>
          <p:spPr>
            <a:xfrm>
              <a:off x="6815281" y="3097962"/>
              <a:ext cx="22686" cy="32239"/>
            </a:xfrm>
            <a:custGeom>
              <a:avLst/>
              <a:pathLst>
                <a:path w="22686" h="32239">
                  <a:moveTo>
                    <a:pt x="6749" y="714"/>
                  </a:moveTo>
                  <a:lnTo>
                    <a:pt x="11492" y="3287"/>
                  </a:lnTo>
                  <a:lnTo>
                    <a:pt x="14298" y="3407"/>
                  </a:lnTo>
                  <a:lnTo>
                    <a:pt x="17524" y="2328"/>
                  </a:lnTo>
                  <a:lnTo>
                    <a:pt x="22686" y="8540"/>
                  </a:lnTo>
                  <a:lnTo>
                    <a:pt x="19606" y="16175"/>
                  </a:lnTo>
                  <a:lnTo>
                    <a:pt x="17028" y="17407"/>
                  </a:lnTo>
                  <a:lnTo>
                    <a:pt x="20032" y="24673"/>
                  </a:lnTo>
                  <a:lnTo>
                    <a:pt x="21627" y="26865"/>
                  </a:lnTo>
                  <a:lnTo>
                    <a:pt x="15615" y="29622"/>
                  </a:lnTo>
                  <a:lnTo>
                    <a:pt x="10356" y="28664"/>
                  </a:lnTo>
                  <a:lnTo>
                    <a:pt x="7175" y="29130"/>
                  </a:lnTo>
                  <a:lnTo>
                    <a:pt x="5541" y="32239"/>
                  </a:lnTo>
                  <a:lnTo>
                    <a:pt x="3218" y="29487"/>
                  </a:lnTo>
                  <a:lnTo>
                    <a:pt x="2487" y="23338"/>
                  </a:lnTo>
                  <a:lnTo>
                    <a:pt x="555" y="22137"/>
                  </a:lnTo>
                  <a:lnTo>
                    <a:pt x="0" y="12198"/>
                  </a:lnTo>
                  <a:lnTo>
                    <a:pt x="779" y="4954"/>
                  </a:lnTo>
                  <a:lnTo>
                    <a:pt x="1516" y="5008"/>
                  </a:lnTo>
                  <a:lnTo>
                    <a:pt x="2085" y="3365"/>
                  </a:lnTo>
                  <a:lnTo>
                    <a:pt x="1081" y="702"/>
                  </a:lnTo>
                  <a:lnTo>
                    <a:pt x="260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h4267"/>
            <p:cNvSpPr/>
            <p:nvPr/>
          </p:nvSpPr>
          <p:spPr>
            <a:xfrm>
              <a:off x="6798083" y="3124676"/>
              <a:ext cx="76868" cy="59114"/>
            </a:xfrm>
            <a:custGeom>
              <a:avLst/>
              <a:pathLst>
                <a:path w="76868" h="59114">
                  <a:moveTo>
                    <a:pt x="43362" y="0"/>
                  </a:moveTo>
                  <a:lnTo>
                    <a:pt x="45567" y="1506"/>
                  </a:lnTo>
                  <a:lnTo>
                    <a:pt x="47206" y="5912"/>
                  </a:lnTo>
                  <a:lnTo>
                    <a:pt x="51700" y="4006"/>
                  </a:lnTo>
                  <a:lnTo>
                    <a:pt x="66246" y="14914"/>
                  </a:lnTo>
                  <a:lnTo>
                    <a:pt x="73539" y="12993"/>
                  </a:lnTo>
                  <a:lnTo>
                    <a:pt x="76868" y="15770"/>
                  </a:lnTo>
                  <a:lnTo>
                    <a:pt x="74473" y="17152"/>
                  </a:lnTo>
                  <a:lnTo>
                    <a:pt x="75253" y="21618"/>
                  </a:lnTo>
                  <a:lnTo>
                    <a:pt x="74198" y="27773"/>
                  </a:lnTo>
                  <a:lnTo>
                    <a:pt x="72391" y="30066"/>
                  </a:lnTo>
                  <a:lnTo>
                    <a:pt x="69584" y="30794"/>
                  </a:lnTo>
                  <a:lnTo>
                    <a:pt x="66397" y="33651"/>
                  </a:lnTo>
                  <a:lnTo>
                    <a:pt x="65228" y="36567"/>
                  </a:lnTo>
                  <a:lnTo>
                    <a:pt x="64994" y="41178"/>
                  </a:lnTo>
                  <a:lnTo>
                    <a:pt x="62114" y="44192"/>
                  </a:lnTo>
                  <a:lnTo>
                    <a:pt x="59780" y="42479"/>
                  </a:lnTo>
                  <a:lnTo>
                    <a:pt x="57015" y="43217"/>
                  </a:lnTo>
                  <a:lnTo>
                    <a:pt x="56397" y="46462"/>
                  </a:lnTo>
                  <a:lnTo>
                    <a:pt x="54627" y="48652"/>
                  </a:lnTo>
                  <a:lnTo>
                    <a:pt x="46545" y="57527"/>
                  </a:lnTo>
                  <a:lnTo>
                    <a:pt x="43510" y="59114"/>
                  </a:lnTo>
                  <a:lnTo>
                    <a:pt x="38552" y="57881"/>
                  </a:lnTo>
                  <a:lnTo>
                    <a:pt x="34051" y="54821"/>
                  </a:lnTo>
                  <a:lnTo>
                    <a:pt x="24486" y="58893"/>
                  </a:lnTo>
                  <a:lnTo>
                    <a:pt x="18273" y="54411"/>
                  </a:lnTo>
                  <a:lnTo>
                    <a:pt x="16508" y="50793"/>
                  </a:lnTo>
                  <a:lnTo>
                    <a:pt x="5744" y="51948"/>
                  </a:lnTo>
                  <a:lnTo>
                    <a:pt x="4537" y="48099"/>
                  </a:lnTo>
                  <a:lnTo>
                    <a:pt x="2763" y="47145"/>
                  </a:lnTo>
                  <a:lnTo>
                    <a:pt x="937" y="42493"/>
                  </a:lnTo>
                  <a:lnTo>
                    <a:pt x="384" y="40362"/>
                  </a:lnTo>
                  <a:lnTo>
                    <a:pt x="1893" y="38087"/>
                  </a:lnTo>
                  <a:lnTo>
                    <a:pt x="1283" y="34614"/>
                  </a:lnTo>
                  <a:lnTo>
                    <a:pt x="0" y="32814"/>
                  </a:lnTo>
                  <a:lnTo>
                    <a:pt x="3849" y="27740"/>
                  </a:lnTo>
                  <a:lnTo>
                    <a:pt x="7821" y="27750"/>
                  </a:lnTo>
                  <a:lnTo>
                    <a:pt x="8551" y="27382"/>
                  </a:lnTo>
                  <a:lnTo>
                    <a:pt x="16050" y="31601"/>
                  </a:lnTo>
                  <a:lnTo>
                    <a:pt x="20018" y="32217"/>
                  </a:lnTo>
                  <a:lnTo>
                    <a:pt x="20700" y="29967"/>
                  </a:lnTo>
                  <a:lnTo>
                    <a:pt x="19235" y="22333"/>
                  </a:lnTo>
                  <a:lnTo>
                    <a:pt x="20959" y="19969"/>
                  </a:lnTo>
                  <a:lnTo>
                    <a:pt x="21685" y="6215"/>
                  </a:lnTo>
                  <a:lnTo>
                    <a:pt x="22739" y="5526"/>
                  </a:lnTo>
                  <a:lnTo>
                    <a:pt x="24373" y="2417"/>
                  </a:lnTo>
                  <a:lnTo>
                    <a:pt x="27554" y="1951"/>
                  </a:lnTo>
                  <a:lnTo>
                    <a:pt x="32813" y="2908"/>
                  </a:lnTo>
                  <a:lnTo>
                    <a:pt x="38825" y="15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h4268"/>
            <p:cNvSpPr/>
            <p:nvPr/>
          </p:nvSpPr>
          <p:spPr>
            <a:xfrm>
              <a:off x="6905701" y="2998280"/>
              <a:ext cx="19655" cy="11286"/>
            </a:xfrm>
            <a:custGeom>
              <a:avLst/>
              <a:pathLst>
                <a:path w="19655" h="11286">
                  <a:moveTo>
                    <a:pt x="8651" y="0"/>
                  </a:moveTo>
                  <a:lnTo>
                    <a:pt x="10444" y="886"/>
                  </a:lnTo>
                  <a:lnTo>
                    <a:pt x="15262" y="483"/>
                  </a:lnTo>
                  <a:lnTo>
                    <a:pt x="17434" y="3059"/>
                  </a:lnTo>
                  <a:lnTo>
                    <a:pt x="19655" y="3724"/>
                  </a:lnTo>
                  <a:lnTo>
                    <a:pt x="19169" y="9739"/>
                  </a:lnTo>
                  <a:lnTo>
                    <a:pt x="16043" y="9700"/>
                  </a:lnTo>
                  <a:lnTo>
                    <a:pt x="11797" y="7468"/>
                  </a:lnTo>
                  <a:lnTo>
                    <a:pt x="9644" y="8305"/>
                  </a:lnTo>
                  <a:lnTo>
                    <a:pt x="9117" y="9253"/>
                  </a:lnTo>
                  <a:lnTo>
                    <a:pt x="7082" y="8475"/>
                  </a:lnTo>
                  <a:lnTo>
                    <a:pt x="5471" y="11286"/>
                  </a:lnTo>
                  <a:lnTo>
                    <a:pt x="0" y="9033"/>
                  </a:lnTo>
                  <a:lnTo>
                    <a:pt x="3782" y="6838"/>
                  </a:lnTo>
                  <a:lnTo>
                    <a:pt x="3038" y="3107"/>
                  </a:lnTo>
                  <a:lnTo>
                    <a:pt x="4114" y="55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h4269"/>
            <p:cNvSpPr/>
            <p:nvPr/>
          </p:nvSpPr>
          <p:spPr>
            <a:xfrm>
              <a:off x="6875785" y="3008791"/>
              <a:ext cx="23161" cy="20622"/>
            </a:xfrm>
            <a:custGeom>
              <a:avLst/>
              <a:pathLst>
                <a:path w="23161" h="20622">
                  <a:moveTo>
                    <a:pt x="23161" y="5926"/>
                  </a:moveTo>
                  <a:lnTo>
                    <a:pt x="20049" y="12134"/>
                  </a:lnTo>
                  <a:lnTo>
                    <a:pt x="21895" y="17606"/>
                  </a:lnTo>
                  <a:lnTo>
                    <a:pt x="16779" y="18020"/>
                  </a:lnTo>
                  <a:lnTo>
                    <a:pt x="15413" y="20622"/>
                  </a:lnTo>
                  <a:lnTo>
                    <a:pt x="13096" y="20190"/>
                  </a:lnTo>
                  <a:lnTo>
                    <a:pt x="13436" y="16532"/>
                  </a:lnTo>
                  <a:lnTo>
                    <a:pt x="11435" y="12485"/>
                  </a:lnTo>
                  <a:lnTo>
                    <a:pt x="3029" y="11342"/>
                  </a:lnTo>
                  <a:lnTo>
                    <a:pt x="460" y="9847"/>
                  </a:lnTo>
                  <a:lnTo>
                    <a:pt x="783" y="7703"/>
                  </a:lnTo>
                  <a:lnTo>
                    <a:pt x="0" y="3940"/>
                  </a:lnTo>
                  <a:lnTo>
                    <a:pt x="2784" y="2272"/>
                  </a:lnTo>
                  <a:lnTo>
                    <a:pt x="6857" y="1168"/>
                  </a:lnTo>
                  <a:lnTo>
                    <a:pt x="8666" y="2354"/>
                  </a:lnTo>
                  <a:lnTo>
                    <a:pt x="11870" y="2227"/>
                  </a:lnTo>
                  <a:lnTo>
                    <a:pt x="2151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h4270"/>
            <p:cNvSpPr/>
            <p:nvPr/>
          </p:nvSpPr>
          <p:spPr>
            <a:xfrm>
              <a:off x="6891074" y="3150429"/>
              <a:ext cx="82858" cy="56311"/>
            </a:xfrm>
            <a:custGeom>
              <a:avLst/>
              <a:pathLst>
                <a:path w="82858" h="56311">
                  <a:moveTo>
                    <a:pt x="55321" y="2441"/>
                  </a:moveTo>
                  <a:lnTo>
                    <a:pt x="57307" y="6781"/>
                  </a:lnTo>
                  <a:lnTo>
                    <a:pt x="60495" y="7545"/>
                  </a:lnTo>
                  <a:lnTo>
                    <a:pt x="63871" y="3465"/>
                  </a:lnTo>
                  <a:lnTo>
                    <a:pt x="66874" y="3252"/>
                  </a:lnTo>
                  <a:lnTo>
                    <a:pt x="67737" y="3818"/>
                  </a:lnTo>
                  <a:lnTo>
                    <a:pt x="72970" y="3164"/>
                  </a:lnTo>
                  <a:lnTo>
                    <a:pt x="74185" y="1784"/>
                  </a:lnTo>
                  <a:lnTo>
                    <a:pt x="79563" y="7022"/>
                  </a:lnTo>
                  <a:lnTo>
                    <a:pt x="78861" y="10526"/>
                  </a:lnTo>
                  <a:lnTo>
                    <a:pt x="80111" y="14008"/>
                  </a:lnTo>
                  <a:lnTo>
                    <a:pt x="80505" y="18379"/>
                  </a:lnTo>
                  <a:lnTo>
                    <a:pt x="79149" y="25747"/>
                  </a:lnTo>
                  <a:lnTo>
                    <a:pt x="79994" y="32631"/>
                  </a:lnTo>
                  <a:lnTo>
                    <a:pt x="82371" y="40743"/>
                  </a:lnTo>
                  <a:lnTo>
                    <a:pt x="81202" y="47893"/>
                  </a:lnTo>
                  <a:lnTo>
                    <a:pt x="82858" y="52471"/>
                  </a:lnTo>
                  <a:lnTo>
                    <a:pt x="81216" y="52649"/>
                  </a:lnTo>
                  <a:lnTo>
                    <a:pt x="75653" y="51083"/>
                  </a:lnTo>
                  <a:lnTo>
                    <a:pt x="71540" y="54584"/>
                  </a:lnTo>
                  <a:lnTo>
                    <a:pt x="70824" y="56311"/>
                  </a:lnTo>
                  <a:lnTo>
                    <a:pt x="65266" y="56181"/>
                  </a:lnTo>
                  <a:lnTo>
                    <a:pt x="62938" y="50760"/>
                  </a:lnTo>
                  <a:lnTo>
                    <a:pt x="59243" y="45629"/>
                  </a:lnTo>
                  <a:lnTo>
                    <a:pt x="56051" y="45838"/>
                  </a:lnTo>
                  <a:lnTo>
                    <a:pt x="49715" y="48546"/>
                  </a:lnTo>
                  <a:lnTo>
                    <a:pt x="36211" y="45937"/>
                  </a:lnTo>
                  <a:lnTo>
                    <a:pt x="34246" y="44630"/>
                  </a:lnTo>
                  <a:lnTo>
                    <a:pt x="24762" y="44283"/>
                  </a:lnTo>
                  <a:lnTo>
                    <a:pt x="15462" y="46851"/>
                  </a:lnTo>
                  <a:lnTo>
                    <a:pt x="5931" y="50650"/>
                  </a:lnTo>
                  <a:lnTo>
                    <a:pt x="516" y="50822"/>
                  </a:lnTo>
                  <a:lnTo>
                    <a:pt x="0" y="47738"/>
                  </a:lnTo>
                  <a:lnTo>
                    <a:pt x="3093" y="44025"/>
                  </a:lnTo>
                  <a:lnTo>
                    <a:pt x="5053" y="39521"/>
                  </a:lnTo>
                  <a:lnTo>
                    <a:pt x="5097" y="33509"/>
                  </a:lnTo>
                  <a:lnTo>
                    <a:pt x="6494" y="27389"/>
                  </a:lnTo>
                  <a:lnTo>
                    <a:pt x="4677" y="25093"/>
                  </a:lnTo>
                  <a:lnTo>
                    <a:pt x="6886" y="22308"/>
                  </a:lnTo>
                  <a:lnTo>
                    <a:pt x="8547" y="22901"/>
                  </a:lnTo>
                  <a:lnTo>
                    <a:pt x="11080" y="21799"/>
                  </a:lnTo>
                  <a:lnTo>
                    <a:pt x="17302" y="23320"/>
                  </a:lnTo>
                  <a:lnTo>
                    <a:pt x="21251" y="22702"/>
                  </a:lnTo>
                  <a:lnTo>
                    <a:pt x="29191" y="17449"/>
                  </a:lnTo>
                  <a:lnTo>
                    <a:pt x="30930" y="13135"/>
                  </a:lnTo>
                  <a:lnTo>
                    <a:pt x="30415" y="11253"/>
                  </a:lnTo>
                  <a:lnTo>
                    <a:pt x="33758" y="8169"/>
                  </a:lnTo>
                  <a:lnTo>
                    <a:pt x="34717" y="8851"/>
                  </a:lnTo>
                  <a:lnTo>
                    <a:pt x="42923" y="6457"/>
                  </a:lnTo>
                  <a:lnTo>
                    <a:pt x="49647" y="981"/>
                  </a:lnTo>
                  <a:lnTo>
                    <a:pt x="5206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h4271"/>
            <p:cNvSpPr/>
            <p:nvPr/>
          </p:nvSpPr>
          <p:spPr>
            <a:xfrm>
              <a:off x="6887691" y="3058570"/>
              <a:ext cx="12299" cy="13345"/>
            </a:xfrm>
            <a:custGeom>
              <a:avLst/>
              <a:pathLst>
                <a:path w="12299" h="13345">
                  <a:moveTo>
                    <a:pt x="11606" y="6612"/>
                  </a:moveTo>
                  <a:lnTo>
                    <a:pt x="12299" y="8143"/>
                  </a:lnTo>
                  <a:lnTo>
                    <a:pt x="11187" y="13345"/>
                  </a:lnTo>
                  <a:lnTo>
                    <a:pt x="6264" y="12984"/>
                  </a:lnTo>
                  <a:lnTo>
                    <a:pt x="83" y="10239"/>
                  </a:lnTo>
                  <a:lnTo>
                    <a:pt x="2977" y="8661"/>
                  </a:lnTo>
                  <a:lnTo>
                    <a:pt x="3133" y="6078"/>
                  </a:lnTo>
                  <a:lnTo>
                    <a:pt x="0" y="1585"/>
                  </a:lnTo>
                  <a:lnTo>
                    <a:pt x="474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h4272"/>
            <p:cNvSpPr/>
            <p:nvPr/>
          </p:nvSpPr>
          <p:spPr>
            <a:xfrm>
              <a:off x="6949462" y="3019623"/>
              <a:ext cx="16346" cy="28867"/>
            </a:xfrm>
            <a:custGeom>
              <a:avLst/>
              <a:pathLst>
                <a:path w="16346" h="28867">
                  <a:moveTo>
                    <a:pt x="6439" y="2158"/>
                  </a:moveTo>
                  <a:lnTo>
                    <a:pt x="10426" y="5298"/>
                  </a:lnTo>
                  <a:lnTo>
                    <a:pt x="13879" y="11683"/>
                  </a:lnTo>
                  <a:lnTo>
                    <a:pt x="16346" y="12642"/>
                  </a:lnTo>
                  <a:lnTo>
                    <a:pt x="14668" y="17958"/>
                  </a:lnTo>
                  <a:lnTo>
                    <a:pt x="15666" y="27052"/>
                  </a:lnTo>
                  <a:lnTo>
                    <a:pt x="14771" y="28867"/>
                  </a:lnTo>
                  <a:lnTo>
                    <a:pt x="13870" y="28841"/>
                  </a:lnTo>
                  <a:lnTo>
                    <a:pt x="13240" y="27483"/>
                  </a:lnTo>
                  <a:lnTo>
                    <a:pt x="10890" y="26371"/>
                  </a:lnTo>
                  <a:lnTo>
                    <a:pt x="8902" y="23627"/>
                  </a:lnTo>
                  <a:lnTo>
                    <a:pt x="8675" y="21323"/>
                  </a:lnTo>
                  <a:lnTo>
                    <a:pt x="1772" y="16603"/>
                  </a:lnTo>
                  <a:lnTo>
                    <a:pt x="1009" y="11045"/>
                  </a:lnTo>
                  <a:lnTo>
                    <a:pt x="1875" y="10262"/>
                  </a:lnTo>
                  <a:lnTo>
                    <a:pt x="1325" y="8231"/>
                  </a:lnTo>
                  <a:lnTo>
                    <a:pt x="0" y="7013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h4273"/>
            <p:cNvSpPr/>
            <p:nvPr/>
          </p:nvSpPr>
          <p:spPr>
            <a:xfrm>
              <a:off x="7009752" y="3029897"/>
              <a:ext cx="15856" cy="20397"/>
            </a:xfrm>
            <a:custGeom>
              <a:avLst/>
              <a:pathLst>
                <a:path w="15856" h="20397">
                  <a:moveTo>
                    <a:pt x="10565" y="749"/>
                  </a:moveTo>
                  <a:lnTo>
                    <a:pt x="10203" y="4410"/>
                  </a:lnTo>
                  <a:lnTo>
                    <a:pt x="13117" y="8894"/>
                  </a:lnTo>
                  <a:lnTo>
                    <a:pt x="15856" y="11180"/>
                  </a:lnTo>
                  <a:lnTo>
                    <a:pt x="8313" y="19022"/>
                  </a:lnTo>
                  <a:lnTo>
                    <a:pt x="7276" y="17919"/>
                  </a:lnTo>
                  <a:lnTo>
                    <a:pt x="6287" y="20397"/>
                  </a:lnTo>
                  <a:lnTo>
                    <a:pt x="4948" y="19848"/>
                  </a:lnTo>
                  <a:lnTo>
                    <a:pt x="0" y="2290"/>
                  </a:lnTo>
                  <a:lnTo>
                    <a:pt x="227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h4274"/>
            <p:cNvSpPr/>
            <p:nvPr/>
          </p:nvSpPr>
          <p:spPr>
            <a:xfrm>
              <a:off x="6769618" y="2973798"/>
              <a:ext cx="12445" cy="19683"/>
            </a:xfrm>
            <a:custGeom>
              <a:avLst/>
              <a:pathLst>
                <a:path w="12445" h="19683">
                  <a:moveTo>
                    <a:pt x="9753" y="0"/>
                  </a:moveTo>
                  <a:lnTo>
                    <a:pt x="11995" y="2969"/>
                  </a:lnTo>
                  <a:lnTo>
                    <a:pt x="10264" y="5324"/>
                  </a:lnTo>
                  <a:lnTo>
                    <a:pt x="11566" y="13789"/>
                  </a:lnTo>
                  <a:lnTo>
                    <a:pt x="12445" y="15435"/>
                  </a:lnTo>
                  <a:lnTo>
                    <a:pt x="10816" y="19683"/>
                  </a:lnTo>
                  <a:lnTo>
                    <a:pt x="8070" y="18353"/>
                  </a:lnTo>
                  <a:lnTo>
                    <a:pt x="4616" y="18010"/>
                  </a:lnTo>
                  <a:lnTo>
                    <a:pt x="2660" y="15220"/>
                  </a:lnTo>
                  <a:lnTo>
                    <a:pt x="2857" y="13888"/>
                  </a:lnTo>
                  <a:lnTo>
                    <a:pt x="0" y="10965"/>
                  </a:lnTo>
                  <a:lnTo>
                    <a:pt x="2206" y="4939"/>
                  </a:lnTo>
                  <a:lnTo>
                    <a:pt x="2388" y="35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h4275"/>
            <p:cNvSpPr/>
            <p:nvPr/>
          </p:nvSpPr>
          <p:spPr>
            <a:xfrm>
              <a:off x="6906842" y="3063379"/>
              <a:ext cx="44046" cy="48448"/>
            </a:xfrm>
            <a:custGeom>
              <a:avLst/>
              <a:pathLst>
                <a:path w="44046" h="48448">
                  <a:moveTo>
                    <a:pt x="29726" y="969"/>
                  </a:moveTo>
                  <a:lnTo>
                    <a:pt x="38530" y="5982"/>
                  </a:lnTo>
                  <a:lnTo>
                    <a:pt x="36686" y="10868"/>
                  </a:lnTo>
                  <a:lnTo>
                    <a:pt x="38698" y="12984"/>
                  </a:lnTo>
                  <a:lnTo>
                    <a:pt x="40658" y="20124"/>
                  </a:lnTo>
                  <a:lnTo>
                    <a:pt x="44046" y="23386"/>
                  </a:lnTo>
                  <a:lnTo>
                    <a:pt x="43854" y="24962"/>
                  </a:lnTo>
                  <a:lnTo>
                    <a:pt x="42278" y="30073"/>
                  </a:lnTo>
                  <a:lnTo>
                    <a:pt x="40493" y="42255"/>
                  </a:lnTo>
                  <a:lnTo>
                    <a:pt x="37490" y="45920"/>
                  </a:lnTo>
                  <a:lnTo>
                    <a:pt x="34452" y="48448"/>
                  </a:lnTo>
                  <a:lnTo>
                    <a:pt x="30787" y="45755"/>
                  </a:lnTo>
                  <a:lnTo>
                    <a:pt x="24100" y="46725"/>
                  </a:lnTo>
                  <a:lnTo>
                    <a:pt x="16211" y="41870"/>
                  </a:lnTo>
                  <a:lnTo>
                    <a:pt x="5016" y="41431"/>
                  </a:lnTo>
                  <a:lnTo>
                    <a:pt x="4756" y="42143"/>
                  </a:lnTo>
                  <a:lnTo>
                    <a:pt x="2487" y="42106"/>
                  </a:lnTo>
                  <a:lnTo>
                    <a:pt x="1353" y="40086"/>
                  </a:lnTo>
                  <a:lnTo>
                    <a:pt x="2382" y="34139"/>
                  </a:lnTo>
                  <a:lnTo>
                    <a:pt x="1755" y="33281"/>
                  </a:lnTo>
                  <a:lnTo>
                    <a:pt x="1166" y="23599"/>
                  </a:lnTo>
                  <a:lnTo>
                    <a:pt x="0" y="18367"/>
                  </a:lnTo>
                  <a:lnTo>
                    <a:pt x="140" y="17683"/>
                  </a:lnTo>
                  <a:lnTo>
                    <a:pt x="3281" y="17536"/>
                  </a:lnTo>
                  <a:lnTo>
                    <a:pt x="7237" y="15356"/>
                  </a:lnTo>
                  <a:lnTo>
                    <a:pt x="10364" y="9912"/>
                  </a:lnTo>
                  <a:lnTo>
                    <a:pt x="11381" y="9698"/>
                  </a:lnTo>
                  <a:lnTo>
                    <a:pt x="12978" y="10391"/>
                  </a:lnTo>
                  <a:lnTo>
                    <a:pt x="14638" y="7930"/>
                  </a:lnTo>
                  <a:lnTo>
                    <a:pt x="16838" y="8114"/>
                  </a:lnTo>
                  <a:lnTo>
                    <a:pt x="21608" y="12082"/>
                  </a:lnTo>
                  <a:lnTo>
                    <a:pt x="21205" y="7066"/>
                  </a:lnTo>
                  <a:lnTo>
                    <a:pt x="23148" y="2292"/>
                  </a:lnTo>
                  <a:lnTo>
                    <a:pt x="26254" y="230"/>
                  </a:lnTo>
                  <a:lnTo>
                    <a:pt x="27739" y="1954"/>
                  </a:lnTo>
                  <a:lnTo>
                    <a:pt x="2962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h4276"/>
            <p:cNvSpPr/>
            <p:nvPr/>
          </p:nvSpPr>
          <p:spPr>
            <a:xfrm>
              <a:off x="6997736" y="3001034"/>
              <a:ext cx="51343" cy="31153"/>
            </a:xfrm>
            <a:custGeom>
              <a:avLst/>
              <a:pathLst>
                <a:path w="51343" h="31153">
                  <a:moveTo>
                    <a:pt x="39217" y="0"/>
                  </a:moveTo>
                  <a:lnTo>
                    <a:pt x="41675" y="458"/>
                  </a:lnTo>
                  <a:lnTo>
                    <a:pt x="42557" y="1560"/>
                  </a:lnTo>
                  <a:lnTo>
                    <a:pt x="42155" y="6302"/>
                  </a:lnTo>
                  <a:lnTo>
                    <a:pt x="38869" y="11195"/>
                  </a:lnTo>
                  <a:lnTo>
                    <a:pt x="37730" y="13820"/>
                  </a:lnTo>
                  <a:lnTo>
                    <a:pt x="38321" y="14543"/>
                  </a:lnTo>
                  <a:lnTo>
                    <a:pt x="40646" y="16150"/>
                  </a:lnTo>
                  <a:lnTo>
                    <a:pt x="45376" y="13047"/>
                  </a:lnTo>
                  <a:lnTo>
                    <a:pt x="48458" y="13424"/>
                  </a:lnTo>
                  <a:lnTo>
                    <a:pt x="50787" y="17901"/>
                  </a:lnTo>
                  <a:lnTo>
                    <a:pt x="51343" y="19924"/>
                  </a:lnTo>
                  <a:lnTo>
                    <a:pt x="50821" y="22378"/>
                  </a:lnTo>
                  <a:lnTo>
                    <a:pt x="44289" y="23987"/>
                  </a:lnTo>
                  <a:lnTo>
                    <a:pt x="43532" y="23372"/>
                  </a:lnTo>
                  <a:lnTo>
                    <a:pt x="41095" y="22246"/>
                  </a:lnTo>
                  <a:lnTo>
                    <a:pt x="38540" y="23779"/>
                  </a:lnTo>
                  <a:lnTo>
                    <a:pt x="37932" y="27938"/>
                  </a:lnTo>
                  <a:lnTo>
                    <a:pt x="33358" y="25304"/>
                  </a:lnTo>
                  <a:lnTo>
                    <a:pt x="31904" y="25369"/>
                  </a:lnTo>
                  <a:lnTo>
                    <a:pt x="26133" y="26223"/>
                  </a:lnTo>
                  <a:lnTo>
                    <a:pt x="22581" y="29611"/>
                  </a:lnTo>
                  <a:lnTo>
                    <a:pt x="14294" y="28862"/>
                  </a:lnTo>
                  <a:lnTo>
                    <a:pt x="12016" y="31153"/>
                  </a:lnTo>
                  <a:lnTo>
                    <a:pt x="10760" y="29420"/>
                  </a:lnTo>
                  <a:lnTo>
                    <a:pt x="8134" y="28000"/>
                  </a:lnTo>
                  <a:lnTo>
                    <a:pt x="4030" y="27628"/>
                  </a:lnTo>
                  <a:lnTo>
                    <a:pt x="3084" y="26849"/>
                  </a:lnTo>
                  <a:lnTo>
                    <a:pt x="4517" y="23610"/>
                  </a:lnTo>
                  <a:lnTo>
                    <a:pt x="3582" y="20072"/>
                  </a:lnTo>
                  <a:lnTo>
                    <a:pt x="2715" y="19384"/>
                  </a:lnTo>
                  <a:lnTo>
                    <a:pt x="3529" y="13773"/>
                  </a:lnTo>
                  <a:lnTo>
                    <a:pt x="3129" y="10902"/>
                  </a:lnTo>
                  <a:lnTo>
                    <a:pt x="1643" y="7690"/>
                  </a:lnTo>
                  <a:lnTo>
                    <a:pt x="0" y="6987"/>
                  </a:lnTo>
                  <a:lnTo>
                    <a:pt x="2169" y="3198"/>
                  </a:lnTo>
                  <a:lnTo>
                    <a:pt x="2987" y="2568"/>
                  </a:lnTo>
                  <a:lnTo>
                    <a:pt x="7617" y="2380"/>
                  </a:lnTo>
                  <a:lnTo>
                    <a:pt x="6672" y="4643"/>
                  </a:lnTo>
                  <a:lnTo>
                    <a:pt x="4821" y="4595"/>
                  </a:lnTo>
                  <a:lnTo>
                    <a:pt x="3337" y="5734"/>
                  </a:lnTo>
                  <a:lnTo>
                    <a:pt x="3298" y="6808"/>
                  </a:lnTo>
                  <a:lnTo>
                    <a:pt x="8551" y="6797"/>
                  </a:lnTo>
                  <a:lnTo>
                    <a:pt x="12704" y="9560"/>
                  </a:lnTo>
                  <a:lnTo>
                    <a:pt x="19037" y="2828"/>
                  </a:lnTo>
                  <a:lnTo>
                    <a:pt x="21188" y="3414"/>
                  </a:lnTo>
                  <a:lnTo>
                    <a:pt x="31790" y="2364"/>
                  </a:lnTo>
                  <a:lnTo>
                    <a:pt x="34768" y="838"/>
                  </a:lnTo>
                  <a:lnTo>
                    <a:pt x="36002" y="148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h4277"/>
            <p:cNvSpPr/>
            <p:nvPr/>
          </p:nvSpPr>
          <p:spPr>
            <a:xfrm>
              <a:off x="6696350" y="2984311"/>
              <a:ext cx="21282" cy="23748"/>
            </a:xfrm>
            <a:custGeom>
              <a:avLst/>
              <a:pathLst>
                <a:path w="21282" h="23748">
                  <a:moveTo>
                    <a:pt x="11597" y="0"/>
                  </a:moveTo>
                  <a:lnTo>
                    <a:pt x="13277" y="1374"/>
                  </a:lnTo>
                  <a:lnTo>
                    <a:pt x="12376" y="6914"/>
                  </a:lnTo>
                  <a:lnTo>
                    <a:pt x="13462" y="8308"/>
                  </a:lnTo>
                  <a:lnTo>
                    <a:pt x="16761" y="9713"/>
                  </a:lnTo>
                  <a:lnTo>
                    <a:pt x="19059" y="9094"/>
                  </a:lnTo>
                  <a:lnTo>
                    <a:pt x="21123" y="9679"/>
                  </a:lnTo>
                  <a:lnTo>
                    <a:pt x="21282" y="12355"/>
                  </a:lnTo>
                  <a:lnTo>
                    <a:pt x="19953" y="20406"/>
                  </a:lnTo>
                  <a:lnTo>
                    <a:pt x="20839" y="21757"/>
                  </a:lnTo>
                  <a:lnTo>
                    <a:pt x="17510" y="22397"/>
                  </a:lnTo>
                  <a:lnTo>
                    <a:pt x="12281" y="18976"/>
                  </a:lnTo>
                  <a:lnTo>
                    <a:pt x="6989" y="20601"/>
                  </a:lnTo>
                  <a:lnTo>
                    <a:pt x="4279" y="23748"/>
                  </a:lnTo>
                  <a:lnTo>
                    <a:pt x="0" y="18888"/>
                  </a:lnTo>
                  <a:lnTo>
                    <a:pt x="2940" y="13572"/>
                  </a:lnTo>
                  <a:lnTo>
                    <a:pt x="2450" y="9811"/>
                  </a:lnTo>
                  <a:lnTo>
                    <a:pt x="849" y="2235"/>
                  </a:lnTo>
                  <a:lnTo>
                    <a:pt x="2341" y="561"/>
                  </a:lnTo>
                  <a:lnTo>
                    <a:pt x="5766" y="356"/>
                  </a:lnTo>
                  <a:lnTo>
                    <a:pt x="6424" y="1711"/>
                  </a:lnTo>
                  <a:lnTo>
                    <a:pt x="9994" y="206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h4278"/>
            <p:cNvSpPr/>
            <p:nvPr/>
          </p:nvSpPr>
          <p:spPr>
            <a:xfrm>
              <a:off x="6726948" y="3232933"/>
              <a:ext cx="85659" cy="44047"/>
            </a:xfrm>
            <a:custGeom>
              <a:avLst/>
              <a:pathLst>
                <a:path w="85659" h="44047">
                  <a:moveTo>
                    <a:pt x="85175" y="1675"/>
                  </a:moveTo>
                  <a:lnTo>
                    <a:pt x="85659" y="3361"/>
                  </a:lnTo>
                  <a:lnTo>
                    <a:pt x="83136" y="8061"/>
                  </a:lnTo>
                  <a:lnTo>
                    <a:pt x="81715" y="8298"/>
                  </a:lnTo>
                  <a:lnTo>
                    <a:pt x="79279" y="11306"/>
                  </a:lnTo>
                  <a:lnTo>
                    <a:pt x="77238" y="17446"/>
                  </a:lnTo>
                  <a:lnTo>
                    <a:pt x="76424" y="29412"/>
                  </a:lnTo>
                  <a:lnTo>
                    <a:pt x="76900" y="32934"/>
                  </a:lnTo>
                  <a:lnTo>
                    <a:pt x="77812" y="34246"/>
                  </a:lnTo>
                  <a:lnTo>
                    <a:pt x="82304" y="36874"/>
                  </a:lnTo>
                  <a:lnTo>
                    <a:pt x="82391" y="40774"/>
                  </a:lnTo>
                  <a:lnTo>
                    <a:pt x="76775" y="44047"/>
                  </a:lnTo>
                  <a:lnTo>
                    <a:pt x="75524" y="44016"/>
                  </a:lnTo>
                  <a:lnTo>
                    <a:pt x="60707" y="36867"/>
                  </a:lnTo>
                  <a:lnTo>
                    <a:pt x="23370" y="26492"/>
                  </a:lnTo>
                  <a:lnTo>
                    <a:pt x="12664" y="25424"/>
                  </a:lnTo>
                  <a:lnTo>
                    <a:pt x="6760" y="23132"/>
                  </a:lnTo>
                  <a:lnTo>
                    <a:pt x="274" y="21699"/>
                  </a:lnTo>
                  <a:lnTo>
                    <a:pt x="0" y="13964"/>
                  </a:lnTo>
                  <a:lnTo>
                    <a:pt x="1009" y="12671"/>
                  </a:lnTo>
                  <a:lnTo>
                    <a:pt x="5051" y="13992"/>
                  </a:lnTo>
                  <a:lnTo>
                    <a:pt x="10618" y="11663"/>
                  </a:lnTo>
                  <a:lnTo>
                    <a:pt x="11697" y="12591"/>
                  </a:lnTo>
                  <a:lnTo>
                    <a:pt x="12673" y="16267"/>
                  </a:lnTo>
                  <a:lnTo>
                    <a:pt x="17178" y="18550"/>
                  </a:lnTo>
                  <a:lnTo>
                    <a:pt x="20048" y="16557"/>
                  </a:lnTo>
                  <a:lnTo>
                    <a:pt x="19358" y="14821"/>
                  </a:lnTo>
                  <a:lnTo>
                    <a:pt x="24171" y="12233"/>
                  </a:lnTo>
                  <a:lnTo>
                    <a:pt x="26197" y="12013"/>
                  </a:lnTo>
                  <a:lnTo>
                    <a:pt x="27237" y="14695"/>
                  </a:lnTo>
                  <a:lnTo>
                    <a:pt x="32764" y="15494"/>
                  </a:lnTo>
                  <a:lnTo>
                    <a:pt x="34349" y="17859"/>
                  </a:lnTo>
                  <a:lnTo>
                    <a:pt x="33991" y="19628"/>
                  </a:lnTo>
                  <a:lnTo>
                    <a:pt x="35106" y="21076"/>
                  </a:lnTo>
                  <a:lnTo>
                    <a:pt x="41518" y="19907"/>
                  </a:lnTo>
                  <a:lnTo>
                    <a:pt x="46508" y="17186"/>
                  </a:lnTo>
                  <a:lnTo>
                    <a:pt x="46463" y="14665"/>
                  </a:lnTo>
                  <a:lnTo>
                    <a:pt x="48059" y="11177"/>
                  </a:lnTo>
                  <a:lnTo>
                    <a:pt x="58413" y="9447"/>
                  </a:lnTo>
                  <a:lnTo>
                    <a:pt x="58644" y="6306"/>
                  </a:lnTo>
                  <a:lnTo>
                    <a:pt x="57771" y="5473"/>
                  </a:lnTo>
                  <a:lnTo>
                    <a:pt x="57699" y="3776"/>
                  </a:lnTo>
                  <a:lnTo>
                    <a:pt x="59502" y="2699"/>
                  </a:lnTo>
                  <a:lnTo>
                    <a:pt x="63273" y="2244"/>
                  </a:lnTo>
                  <a:lnTo>
                    <a:pt x="67688" y="2614"/>
                  </a:lnTo>
                  <a:lnTo>
                    <a:pt x="67306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h4279"/>
            <p:cNvSpPr/>
            <p:nvPr/>
          </p:nvSpPr>
          <p:spPr>
            <a:xfrm>
              <a:off x="6887548" y="3021236"/>
              <a:ext cx="57154" cy="54225"/>
            </a:xfrm>
            <a:custGeom>
              <a:avLst/>
              <a:pathLst>
                <a:path w="57154" h="54225">
                  <a:moveTo>
                    <a:pt x="31239" y="0"/>
                  </a:moveTo>
                  <a:lnTo>
                    <a:pt x="28484" y="2072"/>
                  </a:lnTo>
                  <a:lnTo>
                    <a:pt x="34688" y="13562"/>
                  </a:lnTo>
                  <a:lnTo>
                    <a:pt x="39124" y="14744"/>
                  </a:lnTo>
                  <a:lnTo>
                    <a:pt x="43726" y="14939"/>
                  </a:lnTo>
                  <a:lnTo>
                    <a:pt x="43638" y="13452"/>
                  </a:lnTo>
                  <a:lnTo>
                    <a:pt x="49117" y="11810"/>
                  </a:lnTo>
                  <a:lnTo>
                    <a:pt x="50040" y="12858"/>
                  </a:lnTo>
                  <a:lnTo>
                    <a:pt x="49670" y="14285"/>
                  </a:lnTo>
                  <a:lnTo>
                    <a:pt x="52065" y="15798"/>
                  </a:lnTo>
                  <a:lnTo>
                    <a:pt x="52776" y="17771"/>
                  </a:lnTo>
                  <a:lnTo>
                    <a:pt x="51411" y="19546"/>
                  </a:lnTo>
                  <a:lnTo>
                    <a:pt x="50834" y="23915"/>
                  </a:lnTo>
                  <a:lnTo>
                    <a:pt x="53690" y="29467"/>
                  </a:lnTo>
                  <a:lnTo>
                    <a:pt x="56969" y="33176"/>
                  </a:lnTo>
                  <a:lnTo>
                    <a:pt x="57154" y="37381"/>
                  </a:lnTo>
                  <a:lnTo>
                    <a:pt x="55207" y="37600"/>
                  </a:lnTo>
                  <a:lnTo>
                    <a:pt x="49751" y="35802"/>
                  </a:lnTo>
                  <a:lnTo>
                    <a:pt x="47203" y="38596"/>
                  </a:lnTo>
                  <a:lnTo>
                    <a:pt x="47485" y="40707"/>
                  </a:lnTo>
                  <a:lnTo>
                    <a:pt x="49193" y="40509"/>
                  </a:lnTo>
                  <a:lnTo>
                    <a:pt x="48919" y="42142"/>
                  </a:lnTo>
                  <a:lnTo>
                    <a:pt x="47034" y="44097"/>
                  </a:lnTo>
                  <a:lnTo>
                    <a:pt x="45548" y="42373"/>
                  </a:lnTo>
                  <a:lnTo>
                    <a:pt x="42443" y="44435"/>
                  </a:lnTo>
                  <a:lnTo>
                    <a:pt x="40499" y="49209"/>
                  </a:lnTo>
                  <a:lnTo>
                    <a:pt x="40902" y="54225"/>
                  </a:lnTo>
                  <a:lnTo>
                    <a:pt x="36133" y="50257"/>
                  </a:lnTo>
                  <a:lnTo>
                    <a:pt x="33932" y="50073"/>
                  </a:lnTo>
                  <a:lnTo>
                    <a:pt x="32272" y="52533"/>
                  </a:lnTo>
                  <a:lnTo>
                    <a:pt x="30675" y="51841"/>
                  </a:lnTo>
                  <a:lnTo>
                    <a:pt x="30247" y="48727"/>
                  </a:lnTo>
                  <a:lnTo>
                    <a:pt x="30936" y="45666"/>
                  </a:lnTo>
                  <a:lnTo>
                    <a:pt x="30151" y="43715"/>
                  </a:lnTo>
                  <a:lnTo>
                    <a:pt x="24208" y="42296"/>
                  </a:lnTo>
                  <a:lnTo>
                    <a:pt x="20171" y="43093"/>
                  </a:lnTo>
                  <a:lnTo>
                    <a:pt x="15173" y="47785"/>
                  </a:lnTo>
                  <a:lnTo>
                    <a:pt x="15688" y="49430"/>
                  </a:lnTo>
                  <a:lnTo>
                    <a:pt x="17029" y="49452"/>
                  </a:lnTo>
                  <a:lnTo>
                    <a:pt x="16416" y="50382"/>
                  </a:lnTo>
                  <a:lnTo>
                    <a:pt x="13511" y="52442"/>
                  </a:lnTo>
                  <a:lnTo>
                    <a:pt x="10418" y="53377"/>
                  </a:lnTo>
                  <a:lnTo>
                    <a:pt x="11330" y="50679"/>
                  </a:lnTo>
                  <a:lnTo>
                    <a:pt x="12442" y="45477"/>
                  </a:lnTo>
                  <a:lnTo>
                    <a:pt x="15166" y="45304"/>
                  </a:lnTo>
                  <a:lnTo>
                    <a:pt x="17687" y="31515"/>
                  </a:lnTo>
                  <a:lnTo>
                    <a:pt x="13314" y="30087"/>
                  </a:lnTo>
                  <a:lnTo>
                    <a:pt x="11479" y="30437"/>
                  </a:lnTo>
                  <a:lnTo>
                    <a:pt x="9843" y="32724"/>
                  </a:lnTo>
                  <a:lnTo>
                    <a:pt x="7392" y="28909"/>
                  </a:lnTo>
                  <a:lnTo>
                    <a:pt x="7888" y="26620"/>
                  </a:lnTo>
                  <a:lnTo>
                    <a:pt x="11522" y="22472"/>
                  </a:lnTo>
                  <a:lnTo>
                    <a:pt x="10916" y="20709"/>
                  </a:lnTo>
                  <a:lnTo>
                    <a:pt x="9422" y="18334"/>
                  </a:lnTo>
                  <a:lnTo>
                    <a:pt x="8231" y="17761"/>
                  </a:lnTo>
                  <a:lnTo>
                    <a:pt x="5980" y="20987"/>
                  </a:lnTo>
                  <a:lnTo>
                    <a:pt x="2445" y="22708"/>
                  </a:lnTo>
                  <a:lnTo>
                    <a:pt x="1658" y="20565"/>
                  </a:lnTo>
                  <a:lnTo>
                    <a:pt x="1922" y="15697"/>
                  </a:lnTo>
                  <a:lnTo>
                    <a:pt x="0" y="13054"/>
                  </a:lnTo>
                  <a:lnTo>
                    <a:pt x="287" y="10967"/>
                  </a:lnTo>
                  <a:lnTo>
                    <a:pt x="1333" y="7745"/>
                  </a:lnTo>
                  <a:lnTo>
                    <a:pt x="3650" y="8176"/>
                  </a:lnTo>
                  <a:lnTo>
                    <a:pt x="5016" y="5574"/>
                  </a:lnTo>
                  <a:lnTo>
                    <a:pt x="10132" y="5160"/>
                  </a:lnTo>
                  <a:lnTo>
                    <a:pt x="16355" y="4331"/>
                  </a:lnTo>
                  <a:lnTo>
                    <a:pt x="18480" y="2956"/>
                  </a:lnTo>
                  <a:lnTo>
                    <a:pt x="26938" y="168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h4280"/>
            <p:cNvSpPr/>
            <p:nvPr/>
          </p:nvSpPr>
          <p:spPr>
            <a:xfrm>
              <a:off x="6609017" y="3147321"/>
              <a:ext cx="28940" cy="35202"/>
            </a:xfrm>
            <a:custGeom>
              <a:avLst/>
              <a:pathLst>
                <a:path w="28940" h="35202">
                  <a:moveTo>
                    <a:pt x="19896" y="2326"/>
                  </a:moveTo>
                  <a:lnTo>
                    <a:pt x="20980" y="2832"/>
                  </a:lnTo>
                  <a:lnTo>
                    <a:pt x="21564" y="6710"/>
                  </a:lnTo>
                  <a:lnTo>
                    <a:pt x="23585" y="9142"/>
                  </a:lnTo>
                  <a:lnTo>
                    <a:pt x="26849" y="10478"/>
                  </a:lnTo>
                  <a:lnTo>
                    <a:pt x="28940" y="14554"/>
                  </a:lnTo>
                  <a:lnTo>
                    <a:pt x="28824" y="17803"/>
                  </a:lnTo>
                  <a:lnTo>
                    <a:pt x="24426" y="27392"/>
                  </a:lnTo>
                  <a:lnTo>
                    <a:pt x="22791" y="28292"/>
                  </a:lnTo>
                  <a:lnTo>
                    <a:pt x="19674" y="28284"/>
                  </a:lnTo>
                  <a:lnTo>
                    <a:pt x="16725" y="29677"/>
                  </a:lnTo>
                  <a:lnTo>
                    <a:pt x="10313" y="34577"/>
                  </a:lnTo>
                  <a:lnTo>
                    <a:pt x="6452" y="35202"/>
                  </a:lnTo>
                  <a:lnTo>
                    <a:pt x="4269" y="31064"/>
                  </a:lnTo>
                  <a:lnTo>
                    <a:pt x="0" y="27301"/>
                  </a:lnTo>
                  <a:lnTo>
                    <a:pt x="5160" y="17919"/>
                  </a:lnTo>
                  <a:lnTo>
                    <a:pt x="7508" y="15676"/>
                  </a:lnTo>
                  <a:lnTo>
                    <a:pt x="12656" y="14422"/>
                  </a:lnTo>
                  <a:lnTo>
                    <a:pt x="14928" y="12061"/>
                  </a:lnTo>
                  <a:lnTo>
                    <a:pt x="14390" y="8808"/>
                  </a:lnTo>
                  <a:lnTo>
                    <a:pt x="15269" y="6405"/>
                  </a:lnTo>
                  <a:lnTo>
                    <a:pt x="12458" y="3383"/>
                  </a:lnTo>
                  <a:lnTo>
                    <a:pt x="13772" y="1024"/>
                  </a:lnTo>
                  <a:lnTo>
                    <a:pt x="1512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h4281"/>
            <p:cNvSpPr/>
            <p:nvPr/>
          </p:nvSpPr>
          <p:spPr>
            <a:xfrm>
              <a:off x="6652217" y="3129311"/>
              <a:ext cx="70928" cy="95119"/>
            </a:xfrm>
            <a:custGeom>
              <a:avLst/>
              <a:pathLst>
                <a:path w="70928" h="95119">
                  <a:moveTo>
                    <a:pt x="43862" y="454"/>
                  </a:moveTo>
                  <a:lnTo>
                    <a:pt x="45787" y="4182"/>
                  </a:lnTo>
                  <a:lnTo>
                    <a:pt x="52422" y="10110"/>
                  </a:lnTo>
                  <a:lnTo>
                    <a:pt x="55772" y="7273"/>
                  </a:lnTo>
                  <a:lnTo>
                    <a:pt x="59976" y="8050"/>
                  </a:lnTo>
                  <a:lnTo>
                    <a:pt x="64643" y="15116"/>
                  </a:lnTo>
                  <a:lnTo>
                    <a:pt x="57677" y="20191"/>
                  </a:lnTo>
                  <a:lnTo>
                    <a:pt x="57921" y="24651"/>
                  </a:lnTo>
                  <a:lnTo>
                    <a:pt x="59703" y="31605"/>
                  </a:lnTo>
                  <a:lnTo>
                    <a:pt x="61895" y="35128"/>
                  </a:lnTo>
                  <a:lnTo>
                    <a:pt x="59106" y="37892"/>
                  </a:lnTo>
                  <a:lnTo>
                    <a:pt x="61753" y="44272"/>
                  </a:lnTo>
                  <a:lnTo>
                    <a:pt x="61911" y="52033"/>
                  </a:lnTo>
                  <a:lnTo>
                    <a:pt x="60675" y="60938"/>
                  </a:lnTo>
                  <a:lnTo>
                    <a:pt x="64782" y="62280"/>
                  </a:lnTo>
                  <a:lnTo>
                    <a:pt x="69887" y="67147"/>
                  </a:lnTo>
                  <a:lnTo>
                    <a:pt x="61035" y="72611"/>
                  </a:lnTo>
                  <a:lnTo>
                    <a:pt x="70928" y="82886"/>
                  </a:lnTo>
                  <a:lnTo>
                    <a:pt x="69484" y="83240"/>
                  </a:lnTo>
                  <a:lnTo>
                    <a:pt x="67065" y="86997"/>
                  </a:lnTo>
                  <a:lnTo>
                    <a:pt x="66387" y="91347"/>
                  </a:lnTo>
                  <a:lnTo>
                    <a:pt x="66936" y="92301"/>
                  </a:lnTo>
                  <a:lnTo>
                    <a:pt x="62525" y="95119"/>
                  </a:lnTo>
                  <a:lnTo>
                    <a:pt x="58332" y="90751"/>
                  </a:lnTo>
                  <a:lnTo>
                    <a:pt x="44171" y="92921"/>
                  </a:lnTo>
                  <a:lnTo>
                    <a:pt x="35299" y="83016"/>
                  </a:lnTo>
                  <a:lnTo>
                    <a:pt x="30534" y="81312"/>
                  </a:lnTo>
                  <a:lnTo>
                    <a:pt x="20610" y="80950"/>
                  </a:lnTo>
                  <a:lnTo>
                    <a:pt x="18541" y="81457"/>
                  </a:lnTo>
                  <a:lnTo>
                    <a:pt x="17522" y="79340"/>
                  </a:lnTo>
                  <a:lnTo>
                    <a:pt x="19543" y="71527"/>
                  </a:lnTo>
                  <a:lnTo>
                    <a:pt x="22996" y="67309"/>
                  </a:lnTo>
                  <a:lnTo>
                    <a:pt x="21420" y="66016"/>
                  </a:lnTo>
                  <a:lnTo>
                    <a:pt x="11089" y="65508"/>
                  </a:lnTo>
                  <a:lnTo>
                    <a:pt x="10740" y="60103"/>
                  </a:lnTo>
                  <a:lnTo>
                    <a:pt x="12235" y="56919"/>
                  </a:lnTo>
                  <a:lnTo>
                    <a:pt x="11170" y="50330"/>
                  </a:lnTo>
                  <a:lnTo>
                    <a:pt x="15680" y="49729"/>
                  </a:lnTo>
                  <a:lnTo>
                    <a:pt x="16004" y="46961"/>
                  </a:lnTo>
                  <a:lnTo>
                    <a:pt x="18855" y="42434"/>
                  </a:lnTo>
                  <a:lnTo>
                    <a:pt x="14118" y="34273"/>
                  </a:lnTo>
                  <a:lnTo>
                    <a:pt x="8817" y="28240"/>
                  </a:lnTo>
                  <a:lnTo>
                    <a:pt x="8269" y="26468"/>
                  </a:lnTo>
                  <a:lnTo>
                    <a:pt x="9342" y="25647"/>
                  </a:lnTo>
                  <a:lnTo>
                    <a:pt x="9198" y="21248"/>
                  </a:lnTo>
                  <a:lnTo>
                    <a:pt x="7936" y="16868"/>
                  </a:lnTo>
                  <a:lnTo>
                    <a:pt x="1938" y="12540"/>
                  </a:lnTo>
                  <a:lnTo>
                    <a:pt x="0" y="8586"/>
                  </a:lnTo>
                  <a:lnTo>
                    <a:pt x="5056" y="6931"/>
                  </a:lnTo>
                  <a:lnTo>
                    <a:pt x="7899" y="7873"/>
                  </a:lnTo>
                  <a:lnTo>
                    <a:pt x="16579" y="4095"/>
                  </a:lnTo>
                  <a:lnTo>
                    <a:pt x="18443" y="2546"/>
                  </a:lnTo>
                  <a:lnTo>
                    <a:pt x="21409" y="1951"/>
                  </a:lnTo>
                  <a:lnTo>
                    <a:pt x="23156" y="4880"/>
                  </a:lnTo>
                  <a:lnTo>
                    <a:pt x="24064" y="9055"/>
                  </a:lnTo>
                  <a:lnTo>
                    <a:pt x="27735" y="12903"/>
                  </a:lnTo>
                  <a:lnTo>
                    <a:pt x="30869" y="14293"/>
                  </a:lnTo>
                  <a:lnTo>
                    <a:pt x="33324" y="13588"/>
                  </a:lnTo>
                  <a:lnTo>
                    <a:pt x="35889" y="10944"/>
                  </a:lnTo>
                  <a:lnTo>
                    <a:pt x="41584" y="985"/>
                  </a:lnTo>
                  <a:lnTo>
                    <a:pt x="4304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h4282"/>
            <p:cNvSpPr/>
            <p:nvPr/>
          </p:nvSpPr>
          <p:spPr>
            <a:xfrm>
              <a:off x="6858397" y="3016339"/>
              <a:ext cx="30824" cy="29467"/>
            </a:xfrm>
            <a:custGeom>
              <a:avLst/>
              <a:pathLst>
                <a:path w="30824" h="29467">
                  <a:moveTo>
                    <a:pt x="15584" y="0"/>
                  </a:moveTo>
                  <a:lnTo>
                    <a:pt x="18171" y="155"/>
                  </a:lnTo>
                  <a:lnTo>
                    <a:pt x="17848" y="2298"/>
                  </a:lnTo>
                  <a:lnTo>
                    <a:pt x="20416" y="3793"/>
                  </a:lnTo>
                  <a:lnTo>
                    <a:pt x="28822" y="4936"/>
                  </a:lnTo>
                  <a:lnTo>
                    <a:pt x="30824" y="8984"/>
                  </a:lnTo>
                  <a:lnTo>
                    <a:pt x="30483" y="12641"/>
                  </a:lnTo>
                  <a:lnTo>
                    <a:pt x="29437" y="15864"/>
                  </a:lnTo>
                  <a:lnTo>
                    <a:pt x="22795" y="17253"/>
                  </a:lnTo>
                  <a:lnTo>
                    <a:pt x="20776" y="18739"/>
                  </a:lnTo>
                  <a:lnTo>
                    <a:pt x="20962" y="20605"/>
                  </a:lnTo>
                  <a:lnTo>
                    <a:pt x="22373" y="21995"/>
                  </a:lnTo>
                  <a:lnTo>
                    <a:pt x="20314" y="24193"/>
                  </a:lnTo>
                  <a:lnTo>
                    <a:pt x="17394" y="25080"/>
                  </a:lnTo>
                  <a:lnTo>
                    <a:pt x="14951" y="23768"/>
                  </a:lnTo>
                  <a:lnTo>
                    <a:pt x="12675" y="24668"/>
                  </a:lnTo>
                  <a:lnTo>
                    <a:pt x="9330" y="27168"/>
                  </a:lnTo>
                  <a:lnTo>
                    <a:pt x="9737" y="29467"/>
                  </a:lnTo>
                  <a:lnTo>
                    <a:pt x="7840" y="29171"/>
                  </a:lnTo>
                  <a:lnTo>
                    <a:pt x="6575" y="26161"/>
                  </a:lnTo>
                  <a:lnTo>
                    <a:pt x="3997" y="25825"/>
                  </a:lnTo>
                  <a:lnTo>
                    <a:pt x="1502" y="27468"/>
                  </a:lnTo>
                  <a:lnTo>
                    <a:pt x="0" y="26825"/>
                  </a:lnTo>
                  <a:lnTo>
                    <a:pt x="1967" y="19393"/>
                  </a:lnTo>
                  <a:lnTo>
                    <a:pt x="5100" y="878"/>
                  </a:lnTo>
                  <a:lnTo>
                    <a:pt x="10467" y="251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h4283"/>
            <p:cNvSpPr/>
            <p:nvPr/>
          </p:nvSpPr>
          <p:spPr>
            <a:xfrm>
              <a:off x="7031713" y="2991481"/>
              <a:ext cx="35231" cy="31400"/>
            </a:xfrm>
            <a:custGeom>
              <a:avLst/>
              <a:pathLst>
                <a:path w="35231" h="31400">
                  <a:moveTo>
                    <a:pt x="23182" y="1009"/>
                  </a:moveTo>
                  <a:lnTo>
                    <a:pt x="25615" y="4436"/>
                  </a:lnTo>
                  <a:lnTo>
                    <a:pt x="24453" y="3007"/>
                  </a:lnTo>
                  <a:lnTo>
                    <a:pt x="23693" y="3233"/>
                  </a:lnTo>
                  <a:lnTo>
                    <a:pt x="23211" y="7929"/>
                  </a:lnTo>
                  <a:lnTo>
                    <a:pt x="23717" y="9434"/>
                  </a:lnTo>
                  <a:lnTo>
                    <a:pt x="27369" y="10639"/>
                  </a:lnTo>
                  <a:lnTo>
                    <a:pt x="26532" y="12597"/>
                  </a:lnTo>
                  <a:lnTo>
                    <a:pt x="26802" y="21225"/>
                  </a:lnTo>
                  <a:lnTo>
                    <a:pt x="30302" y="25965"/>
                  </a:lnTo>
                  <a:lnTo>
                    <a:pt x="35011" y="28117"/>
                  </a:lnTo>
                  <a:lnTo>
                    <a:pt x="35231" y="29034"/>
                  </a:lnTo>
                  <a:lnTo>
                    <a:pt x="31739" y="28537"/>
                  </a:lnTo>
                  <a:lnTo>
                    <a:pt x="26412" y="30501"/>
                  </a:lnTo>
                  <a:lnTo>
                    <a:pt x="24570" y="31400"/>
                  </a:lnTo>
                  <a:lnTo>
                    <a:pt x="20960" y="29643"/>
                  </a:lnTo>
                  <a:lnTo>
                    <a:pt x="19375" y="27632"/>
                  </a:lnTo>
                  <a:lnTo>
                    <a:pt x="16811" y="27454"/>
                  </a:lnTo>
                  <a:lnTo>
                    <a:pt x="14482" y="22977"/>
                  </a:lnTo>
                  <a:lnTo>
                    <a:pt x="11399" y="22600"/>
                  </a:lnTo>
                  <a:lnTo>
                    <a:pt x="6669" y="25703"/>
                  </a:lnTo>
                  <a:lnTo>
                    <a:pt x="4345" y="24096"/>
                  </a:lnTo>
                  <a:lnTo>
                    <a:pt x="3754" y="23373"/>
                  </a:lnTo>
                  <a:lnTo>
                    <a:pt x="4893" y="20748"/>
                  </a:lnTo>
                  <a:lnTo>
                    <a:pt x="8178" y="15855"/>
                  </a:lnTo>
                  <a:lnTo>
                    <a:pt x="8581" y="11113"/>
                  </a:lnTo>
                  <a:lnTo>
                    <a:pt x="7699" y="10011"/>
                  </a:lnTo>
                  <a:lnTo>
                    <a:pt x="5240" y="9553"/>
                  </a:lnTo>
                  <a:lnTo>
                    <a:pt x="2026" y="11034"/>
                  </a:lnTo>
                  <a:lnTo>
                    <a:pt x="792" y="10391"/>
                  </a:lnTo>
                  <a:lnTo>
                    <a:pt x="0" y="9004"/>
                  </a:lnTo>
                  <a:lnTo>
                    <a:pt x="1116" y="6073"/>
                  </a:lnTo>
                  <a:lnTo>
                    <a:pt x="10241" y="4614"/>
                  </a:lnTo>
                  <a:lnTo>
                    <a:pt x="17676" y="391"/>
                  </a:lnTo>
                  <a:lnTo>
                    <a:pt x="1935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h4284"/>
            <p:cNvSpPr/>
            <p:nvPr/>
          </p:nvSpPr>
          <p:spPr>
            <a:xfrm>
              <a:off x="6764257" y="3064508"/>
              <a:ext cx="38142" cy="47157"/>
            </a:xfrm>
            <a:custGeom>
              <a:avLst/>
              <a:pathLst>
                <a:path w="38142" h="47157">
                  <a:moveTo>
                    <a:pt x="21308" y="449"/>
                  </a:moveTo>
                  <a:lnTo>
                    <a:pt x="21450" y="3395"/>
                  </a:lnTo>
                  <a:lnTo>
                    <a:pt x="27884" y="3298"/>
                  </a:lnTo>
                  <a:lnTo>
                    <a:pt x="30972" y="5166"/>
                  </a:lnTo>
                  <a:lnTo>
                    <a:pt x="27199" y="12221"/>
                  </a:lnTo>
                  <a:lnTo>
                    <a:pt x="29843" y="16405"/>
                  </a:lnTo>
                  <a:lnTo>
                    <a:pt x="29624" y="21916"/>
                  </a:lnTo>
                  <a:lnTo>
                    <a:pt x="32683" y="24936"/>
                  </a:lnTo>
                  <a:lnTo>
                    <a:pt x="35832" y="31235"/>
                  </a:lnTo>
                  <a:lnTo>
                    <a:pt x="36726" y="31326"/>
                  </a:lnTo>
                  <a:lnTo>
                    <a:pt x="38142" y="34242"/>
                  </a:lnTo>
                  <a:lnTo>
                    <a:pt x="37991" y="39114"/>
                  </a:lnTo>
                  <a:lnTo>
                    <a:pt x="35935" y="41623"/>
                  </a:lnTo>
                  <a:lnTo>
                    <a:pt x="32405" y="41565"/>
                  </a:lnTo>
                  <a:lnTo>
                    <a:pt x="25942" y="43802"/>
                  </a:lnTo>
                  <a:lnTo>
                    <a:pt x="23585" y="43206"/>
                  </a:lnTo>
                  <a:lnTo>
                    <a:pt x="22080" y="41385"/>
                  </a:lnTo>
                  <a:lnTo>
                    <a:pt x="20695" y="41137"/>
                  </a:lnTo>
                  <a:lnTo>
                    <a:pt x="16470" y="45873"/>
                  </a:lnTo>
                  <a:lnTo>
                    <a:pt x="13277" y="47157"/>
                  </a:lnTo>
                  <a:lnTo>
                    <a:pt x="10769" y="46244"/>
                  </a:lnTo>
                  <a:lnTo>
                    <a:pt x="3354" y="31313"/>
                  </a:lnTo>
                  <a:lnTo>
                    <a:pt x="4349" y="27404"/>
                  </a:lnTo>
                  <a:lnTo>
                    <a:pt x="186" y="25571"/>
                  </a:lnTo>
                  <a:lnTo>
                    <a:pt x="0" y="21326"/>
                  </a:lnTo>
                  <a:lnTo>
                    <a:pt x="2521" y="18122"/>
                  </a:lnTo>
                  <a:lnTo>
                    <a:pt x="2153" y="16122"/>
                  </a:lnTo>
                  <a:lnTo>
                    <a:pt x="11888" y="10825"/>
                  </a:lnTo>
                  <a:lnTo>
                    <a:pt x="17243" y="12366"/>
                  </a:lnTo>
                  <a:lnTo>
                    <a:pt x="19600" y="11821"/>
                  </a:lnTo>
                  <a:lnTo>
                    <a:pt x="20408" y="1965"/>
                  </a:lnTo>
                  <a:lnTo>
                    <a:pt x="1995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h4285"/>
            <p:cNvSpPr/>
            <p:nvPr/>
          </p:nvSpPr>
          <p:spPr>
            <a:xfrm>
              <a:off x="6873307" y="3080039"/>
              <a:ext cx="40723" cy="43164"/>
            </a:xfrm>
            <a:custGeom>
              <a:avLst/>
              <a:pathLst>
                <a:path w="40723" h="43164">
                  <a:moveTo>
                    <a:pt x="33535" y="1708"/>
                  </a:moveTo>
                  <a:lnTo>
                    <a:pt x="34702" y="6940"/>
                  </a:lnTo>
                  <a:lnTo>
                    <a:pt x="35290" y="16621"/>
                  </a:lnTo>
                  <a:lnTo>
                    <a:pt x="35917" y="17479"/>
                  </a:lnTo>
                  <a:lnTo>
                    <a:pt x="34888" y="23426"/>
                  </a:lnTo>
                  <a:lnTo>
                    <a:pt x="36022" y="25447"/>
                  </a:lnTo>
                  <a:lnTo>
                    <a:pt x="38292" y="25483"/>
                  </a:lnTo>
                  <a:lnTo>
                    <a:pt x="39267" y="30666"/>
                  </a:lnTo>
                  <a:lnTo>
                    <a:pt x="40345" y="30761"/>
                  </a:lnTo>
                  <a:lnTo>
                    <a:pt x="40723" y="32469"/>
                  </a:lnTo>
                  <a:lnTo>
                    <a:pt x="38730" y="36232"/>
                  </a:lnTo>
                  <a:lnTo>
                    <a:pt x="36622" y="37891"/>
                  </a:lnTo>
                  <a:lnTo>
                    <a:pt x="35070" y="38815"/>
                  </a:lnTo>
                  <a:lnTo>
                    <a:pt x="32867" y="37727"/>
                  </a:lnTo>
                  <a:lnTo>
                    <a:pt x="32584" y="36512"/>
                  </a:lnTo>
                  <a:lnTo>
                    <a:pt x="22251" y="37758"/>
                  </a:lnTo>
                  <a:lnTo>
                    <a:pt x="17987" y="39775"/>
                  </a:lnTo>
                  <a:lnTo>
                    <a:pt x="15943" y="43164"/>
                  </a:lnTo>
                  <a:lnTo>
                    <a:pt x="13557" y="40950"/>
                  </a:lnTo>
                  <a:lnTo>
                    <a:pt x="13146" y="36365"/>
                  </a:lnTo>
                  <a:lnTo>
                    <a:pt x="6826" y="32094"/>
                  </a:lnTo>
                  <a:lnTo>
                    <a:pt x="6330" y="30456"/>
                  </a:lnTo>
                  <a:lnTo>
                    <a:pt x="4874" y="29931"/>
                  </a:lnTo>
                  <a:lnTo>
                    <a:pt x="582" y="31175"/>
                  </a:lnTo>
                  <a:lnTo>
                    <a:pt x="0" y="28779"/>
                  </a:lnTo>
                  <a:lnTo>
                    <a:pt x="458" y="27667"/>
                  </a:lnTo>
                  <a:lnTo>
                    <a:pt x="5887" y="21995"/>
                  </a:lnTo>
                  <a:lnTo>
                    <a:pt x="6625" y="19594"/>
                  </a:lnTo>
                  <a:lnTo>
                    <a:pt x="5784" y="15185"/>
                  </a:lnTo>
                  <a:lnTo>
                    <a:pt x="7058" y="11377"/>
                  </a:lnTo>
                  <a:lnTo>
                    <a:pt x="13953" y="586"/>
                  </a:lnTo>
                  <a:lnTo>
                    <a:pt x="2282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h4286"/>
            <p:cNvSpPr/>
            <p:nvPr/>
          </p:nvSpPr>
          <p:spPr>
            <a:xfrm>
              <a:off x="7016468" y="3090995"/>
              <a:ext cx="19668" cy="38240"/>
            </a:xfrm>
            <a:custGeom>
              <a:avLst/>
              <a:pathLst>
                <a:path w="19668" h="38240">
                  <a:moveTo>
                    <a:pt x="16241" y="955"/>
                  </a:moveTo>
                  <a:lnTo>
                    <a:pt x="19668" y="467"/>
                  </a:lnTo>
                  <a:lnTo>
                    <a:pt x="19024" y="1955"/>
                  </a:lnTo>
                  <a:lnTo>
                    <a:pt x="19385" y="9138"/>
                  </a:lnTo>
                  <a:lnTo>
                    <a:pt x="17350" y="12448"/>
                  </a:lnTo>
                  <a:lnTo>
                    <a:pt x="12985" y="17053"/>
                  </a:lnTo>
                  <a:lnTo>
                    <a:pt x="12382" y="19845"/>
                  </a:lnTo>
                  <a:lnTo>
                    <a:pt x="14477" y="21973"/>
                  </a:lnTo>
                  <a:lnTo>
                    <a:pt x="11163" y="24192"/>
                  </a:lnTo>
                  <a:lnTo>
                    <a:pt x="8702" y="32481"/>
                  </a:lnTo>
                  <a:lnTo>
                    <a:pt x="8055" y="33855"/>
                  </a:lnTo>
                  <a:lnTo>
                    <a:pt x="2412" y="38185"/>
                  </a:lnTo>
                  <a:lnTo>
                    <a:pt x="0" y="38240"/>
                  </a:lnTo>
                  <a:lnTo>
                    <a:pt x="873" y="32208"/>
                  </a:lnTo>
                  <a:lnTo>
                    <a:pt x="587" y="25770"/>
                  </a:lnTo>
                  <a:lnTo>
                    <a:pt x="4158" y="22601"/>
                  </a:lnTo>
                  <a:lnTo>
                    <a:pt x="3824" y="19821"/>
                  </a:lnTo>
                  <a:lnTo>
                    <a:pt x="2071" y="17860"/>
                  </a:lnTo>
                  <a:lnTo>
                    <a:pt x="343" y="13712"/>
                  </a:lnTo>
                  <a:lnTo>
                    <a:pt x="966" y="10518"/>
                  </a:lnTo>
                  <a:lnTo>
                    <a:pt x="4613" y="8425"/>
                  </a:lnTo>
                  <a:lnTo>
                    <a:pt x="9786" y="7087"/>
                  </a:lnTo>
                  <a:lnTo>
                    <a:pt x="12219" y="752"/>
                  </a:lnTo>
                  <a:lnTo>
                    <a:pt x="1363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h4287"/>
            <p:cNvSpPr/>
            <p:nvPr/>
          </p:nvSpPr>
          <p:spPr>
            <a:xfrm>
              <a:off x="6827271" y="3035969"/>
              <a:ext cx="25027" cy="26448"/>
            </a:xfrm>
            <a:custGeom>
              <a:avLst/>
              <a:pathLst>
                <a:path w="25027" h="26448">
                  <a:moveTo>
                    <a:pt x="19738" y="0"/>
                  </a:moveTo>
                  <a:lnTo>
                    <a:pt x="25027" y="1207"/>
                  </a:lnTo>
                  <a:lnTo>
                    <a:pt x="23970" y="7634"/>
                  </a:lnTo>
                  <a:lnTo>
                    <a:pt x="22904" y="11752"/>
                  </a:lnTo>
                  <a:lnTo>
                    <a:pt x="24334" y="15265"/>
                  </a:lnTo>
                  <a:lnTo>
                    <a:pt x="22877" y="20387"/>
                  </a:lnTo>
                  <a:lnTo>
                    <a:pt x="21033" y="23486"/>
                  </a:lnTo>
                  <a:lnTo>
                    <a:pt x="16572" y="25029"/>
                  </a:lnTo>
                  <a:lnTo>
                    <a:pt x="10020" y="26448"/>
                  </a:lnTo>
                  <a:lnTo>
                    <a:pt x="7062" y="24619"/>
                  </a:lnTo>
                  <a:lnTo>
                    <a:pt x="5228" y="24900"/>
                  </a:lnTo>
                  <a:lnTo>
                    <a:pt x="4244" y="22553"/>
                  </a:lnTo>
                  <a:lnTo>
                    <a:pt x="2461" y="22571"/>
                  </a:lnTo>
                  <a:lnTo>
                    <a:pt x="0" y="19428"/>
                  </a:lnTo>
                  <a:lnTo>
                    <a:pt x="800" y="15705"/>
                  </a:lnTo>
                  <a:lnTo>
                    <a:pt x="2851" y="13721"/>
                  </a:lnTo>
                  <a:lnTo>
                    <a:pt x="4142" y="13722"/>
                  </a:lnTo>
                  <a:lnTo>
                    <a:pt x="8182" y="11585"/>
                  </a:lnTo>
                  <a:lnTo>
                    <a:pt x="12420" y="1955"/>
                  </a:lnTo>
                  <a:lnTo>
                    <a:pt x="14206" y="7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h4288"/>
            <p:cNvSpPr/>
            <p:nvPr/>
          </p:nvSpPr>
          <p:spPr>
            <a:xfrm>
              <a:off x="7019956" y="3023281"/>
              <a:ext cx="22977" cy="23958"/>
            </a:xfrm>
            <a:custGeom>
              <a:avLst/>
              <a:pathLst>
                <a:path w="22977" h="23958">
                  <a:moveTo>
                    <a:pt x="21312" y="1125"/>
                  </a:moveTo>
                  <a:lnTo>
                    <a:pt x="21818" y="4012"/>
                  </a:lnTo>
                  <a:lnTo>
                    <a:pt x="18859" y="7677"/>
                  </a:lnTo>
                  <a:lnTo>
                    <a:pt x="22742" y="11209"/>
                  </a:lnTo>
                  <a:lnTo>
                    <a:pt x="22386" y="17546"/>
                  </a:lnTo>
                  <a:lnTo>
                    <a:pt x="22977" y="17957"/>
                  </a:lnTo>
                  <a:lnTo>
                    <a:pt x="22217" y="22984"/>
                  </a:lnTo>
                  <a:lnTo>
                    <a:pt x="20416" y="22000"/>
                  </a:lnTo>
                  <a:lnTo>
                    <a:pt x="15641" y="22060"/>
                  </a:lnTo>
                  <a:lnTo>
                    <a:pt x="13250" y="23958"/>
                  </a:lnTo>
                  <a:lnTo>
                    <a:pt x="8778" y="18518"/>
                  </a:lnTo>
                  <a:lnTo>
                    <a:pt x="5652" y="17796"/>
                  </a:lnTo>
                  <a:lnTo>
                    <a:pt x="2914" y="15510"/>
                  </a:lnTo>
                  <a:lnTo>
                    <a:pt x="0" y="11026"/>
                  </a:lnTo>
                  <a:lnTo>
                    <a:pt x="362" y="7364"/>
                  </a:lnTo>
                  <a:lnTo>
                    <a:pt x="3913" y="3976"/>
                  </a:lnTo>
                  <a:lnTo>
                    <a:pt x="9685" y="3122"/>
                  </a:lnTo>
                  <a:lnTo>
                    <a:pt x="11138" y="3057"/>
                  </a:lnTo>
                  <a:lnTo>
                    <a:pt x="15712" y="5691"/>
                  </a:lnTo>
                  <a:lnTo>
                    <a:pt x="16320" y="1532"/>
                  </a:lnTo>
                  <a:lnTo>
                    <a:pt x="1887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h4289"/>
            <p:cNvSpPr/>
            <p:nvPr/>
          </p:nvSpPr>
          <p:spPr>
            <a:xfrm>
              <a:off x="6909930" y="3104811"/>
              <a:ext cx="31364" cy="38350"/>
            </a:xfrm>
            <a:custGeom>
              <a:avLst/>
              <a:pathLst>
                <a:path w="31364" h="38350">
                  <a:moveTo>
                    <a:pt x="21013" y="5293"/>
                  </a:moveTo>
                  <a:lnTo>
                    <a:pt x="27700" y="4323"/>
                  </a:lnTo>
                  <a:lnTo>
                    <a:pt x="31364" y="7016"/>
                  </a:lnTo>
                  <a:lnTo>
                    <a:pt x="30351" y="9370"/>
                  </a:lnTo>
                  <a:lnTo>
                    <a:pt x="26202" y="10984"/>
                  </a:lnTo>
                  <a:lnTo>
                    <a:pt x="25933" y="12037"/>
                  </a:lnTo>
                  <a:lnTo>
                    <a:pt x="29640" y="22072"/>
                  </a:lnTo>
                  <a:lnTo>
                    <a:pt x="22662" y="27482"/>
                  </a:lnTo>
                  <a:lnTo>
                    <a:pt x="18219" y="28349"/>
                  </a:lnTo>
                  <a:lnTo>
                    <a:pt x="18553" y="30684"/>
                  </a:lnTo>
                  <a:lnTo>
                    <a:pt x="21420" y="34743"/>
                  </a:lnTo>
                  <a:lnTo>
                    <a:pt x="20613" y="35892"/>
                  </a:lnTo>
                  <a:lnTo>
                    <a:pt x="17686" y="35643"/>
                  </a:lnTo>
                  <a:lnTo>
                    <a:pt x="16935" y="38350"/>
                  </a:lnTo>
                  <a:lnTo>
                    <a:pt x="6381" y="32984"/>
                  </a:lnTo>
                  <a:lnTo>
                    <a:pt x="2512" y="22480"/>
                  </a:lnTo>
                  <a:lnTo>
                    <a:pt x="1351" y="21086"/>
                  </a:lnTo>
                  <a:lnTo>
                    <a:pt x="0" y="13119"/>
                  </a:lnTo>
                  <a:lnTo>
                    <a:pt x="2107" y="11460"/>
                  </a:lnTo>
                  <a:lnTo>
                    <a:pt x="4100" y="7697"/>
                  </a:lnTo>
                  <a:lnTo>
                    <a:pt x="3723" y="5988"/>
                  </a:lnTo>
                  <a:lnTo>
                    <a:pt x="2644" y="5893"/>
                  </a:lnTo>
                  <a:lnTo>
                    <a:pt x="1669" y="711"/>
                  </a:lnTo>
                  <a:lnTo>
                    <a:pt x="1929" y="0"/>
                  </a:lnTo>
                  <a:lnTo>
                    <a:pt x="13123" y="43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h4290"/>
            <p:cNvSpPr/>
            <p:nvPr/>
          </p:nvSpPr>
          <p:spPr>
            <a:xfrm>
              <a:off x="6969036" y="3020418"/>
              <a:ext cx="45665" cy="62218"/>
            </a:xfrm>
            <a:custGeom>
              <a:avLst/>
              <a:pathLst>
                <a:path w="45665" h="62218">
                  <a:moveTo>
                    <a:pt x="32282" y="687"/>
                  </a:moveTo>
                  <a:lnTo>
                    <a:pt x="33217" y="4226"/>
                  </a:lnTo>
                  <a:lnTo>
                    <a:pt x="31784" y="7465"/>
                  </a:lnTo>
                  <a:lnTo>
                    <a:pt x="32730" y="8244"/>
                  </a:lnTo>
                  <a:lnTo>
                    <a:pt x="36834" y="8616"/>
                  </a:lnTo>
                  <a:lnTo>
                    <a:pt x="39460" y="10036"/>
                  </a:lnTo>
                  <a:lnTo>
                    <a:pt x="40716" y="11769"/>
                  </a:lnTo>
                  <a:lnTo>
                    <a:pt x="45665" y="29327"/>
                  </a:lnTo>
                  <a:lnTo>
                    <a:pt x="43508" y="31838"/>
                  </a:lnTo>
                  <a:lnTo>
                    <a:pt x="42112" y="31089"/>
                  </a:lnTo>
                  <a:lnTo>
                    <a:pt x="37857" y="31312"/>
                  </a:lnTo>
                  <a:lnTo>
                    <a:pt x="33895" y="33358"/>
                  </a:lnTo>
                  <a:lnTo>
                    <a:pt x="32938" y="45512"/>
                  </a:lnTo>
                  <a:lnTo>
                    <a:pt x="34134" y="46984"/>
                  </a:lnTo>
                  <a:lnTo>
                    <a:pt x="34086" y="48306"/>
                  </a:lnTo>
                  <a:lnTo>
                    <a:pt x="31597" y="48835"/>
                  </a:lnTo>
                  <a:lnTo>
                    <a:pt x="28852" y="52838"/>
                  </a:lnTo>
                  <a:lnTo>
                    <a:pt x="30986" y="55205"/>
                  </a:lnTo>
                  <a:lnTo>
                    <a:pt x="31109" y="57661"/>
                  </a:lnTo>
                  <a:lnTo>
                    <a:pt x="30404" y="59061"/>
                  </a:lnTo>
                  <a:lnTo>
                    <a:pt x="20181" y="56755"/>
                  </a:lnTo>
                  <a:lnTo>
                    <a:pt x="17710" y="58615"/>
                  </a:lnTo>
                  <a:lnTo>
                    <a:pt x="16924" y="60310"/>
                  </a:lnTo>
                  <a:lnTo>
                    <a:pt x="14274" y="61769"/>
                  </a:lnTo>
                  <a:lnTo>
                    <a:pt x="12770" y="62218"/>
                  </a:lnTo>
                  <a:lnTo>
                    <a:pt x="9899" y="61445"/>
                  </a:lnTo>
                  <a:lnTo>
                    <a:pt x="7709" y="56979"/>
                  </a:lnTo>
                  <a:lnTo>
                    <a:pt x="0" y="48837"/>
                  </a:lnTo>
                  <a:lnTo>
                    <a:pt x="931" y="34324"/>
                  </a:lnTo>
                  <a:lnTo>
                    <a:pt x="1986" y="33704"/>
                  </a:lnTo>
                  <a:lnTo>
                    <a:pt x="5400" y="33863"/>
                  </a:lnTo>
                  <a:lnTo>
                    <a:pt x="8078" y="35042"/>
                  </a:lnTo>
                  <a:lnTo>
                    <a:pt x="10859" y="34102"/>
                  </a:lnTo>
                  <a:lnTo>
                    <a:pt x="8353" y="28539"/>
                  </a:lnTo>
                  <a:lnTo>
                    <a:pt x="6175" y="26568"/>
                  </a:lnTo>
                  <a:lnTo>
                    <a:pt x="5380" y="22655"/>
                  </a:lnTo>
                  <a:lnTo>
                    <a:pt x="6374" y="19155"/>
                  </a:lnTo>
                  <a:lnTo>
                    <a:pt x="8565" y="17743"/>
                  </a:lnTo>
                  <a:lnTo>
                    <a:pt x="9796" y="15506"/>
                  </a:lnTo>
                  <a:lnTo>
                    <a:pt x="18222" y="16900"/>
                  </a:lnTo>
                  <a:lnTo>
                    <a:pt x="18663" y="15574"/>
                  </a:lnTo>
                  <a:lnTo>
                    <a:pt x="17982" y="11860"/>
                  </a:lnTo>
                  <a:lnTo>
                    <a:pt x="16362" y="8371"/>
                  </a:lnTo>
                  <a:lnTo>
                    <a:pt x="25000" y="6001"/>
                  </a:lnTo>
                  <a:lnTo>
                    <a:pt x="28940" y="6647"/>
                  </a:lnTo>
                  <a:lnTo>
                    <a:pt x="30056" y="5366"/>
                  </a:lnTo>
                  <a:lnTo>
                    <a:pt x="3141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h4291"/>
            <p:cNvSpPr/>
            <p:nvPr/>
          </p:nvSpPr>
          <p:spPr>
            <a:xfrm>
              <a:off x="6791456" y="3069674"/>
              <a:ext cx="22549" cy="26159"/>
            </a:xfrm>
            <a:custGeom>
              <a:avLst/>
              <a:pathLst>
                <a:path w="22549" h="26159">
                  <a:moveTo>
                    <a:pt x="12217" y="3017"/>
                  </a:moveTo>
                  <a:lnTo>
                    <a:pt x="20134" y="2428"/>
                  </a:lnTo>
                  <a:lnTo>
                    <a:pt x="20891" y="3347"/>
                  </a:lnTo>
                  <a:lnTo>
                    <a:pt x="20719" y="7422"/>
                  </a:lnTo>
                  <a:lnTo>
                    <a:pt x="22264" y="11821"/>
                  </a:lnTo>
                  <a:lnTo>
                    <a:pt x="22549" y="15122"/>
                  </a:lnTo>
                  <a:lnTo>
                    <a:pt x="19424" y="14980"/>
                  </a:lnTo>
                  <a:lnTo>
                    <a:pt x="14499" y="16916"/>
                  </a:lnTo>
                  <a:lnTo>
                    <a:pt x="12549" y="19490"/>
                  </a:lnTo>
                  <a:lnTo>
                    <a:pt x="9527" y="26159"/>
                  </a:lnTo>
                  <a:lnTo>
                    <a:pt x="8632" y="26068"/>
                  </a:lnTo>
                  <a:lnTo>
                    <a:pt x="5484" y="19770"/>
                  </a:lnTo>
                  <a:lnTo>
                    <a:pt x="2424" y="16749"/>
                  </a:lnTo>
                  <a:lnTo>
                    <a:pt x="2643" y="11238"/>
                  </a:lnTo>
                  <a:lnTo>
                    <a:pt x="0" y="7054"/>
                  </a:lnTo>
                  <a:lnTo>
                    <a:pt x="377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h4292"/>
            <p:cNvSpPr/>
            <p:nvPr/>
          </p:nvSpPr>
          <p:spPr>
            <a:xfrm>
              <a:off x="6832310" y="3096744"/>
              <a:ext cx="22354" cy="33844"/>
            </a:xfrm>
            <a:custGeom>
              <a:avLst/>
              <a:pathLst>
                <a:path w="22354" h="33844">
                  <a:moveTo>
                    <a:pt x="15426" y="0"/>
                  </a:moveTo>
                  <a:lnTo>
                    <a:pt x="18717" y="1241"/>
                  </a:lnTo>
                  <a:lnTo>
                    <a:pt x="18599" y="2240"/>
                  </a:lnTo>
                  <a:lnTo>
                    <a:pt x="15396" y="3287"/>
                  </a:lnTo>
                  <a:lnTo>
                    <a:pt x="13226" y="5601"/>
                  </a:lnTo>
                  <a:lnTo>
                    <a:pt x="13604" y="6609"/>
                  </a:lnTo>
                  <a:lnTo>
                    <a:pt x="16442" y="7498"/>
                  </a:lnTo>
                  <a:lnTo>
                    <a:pt x="19156" y="9718"/>
                  </a:lnTo>
                  <a:lnTo>
                    <a:pt x="19866" y="12515"/>
                  </a:lnTo>
                  <a:lnTo>
                    <a:pt x="18848" y="16532"/>
                  </a:lnTo>
                  <a:lnTo>
                    <a:pt x="22354" y="28640"/>
                  </a:lnTo>
                  <a:lnTo>
                    <a:pt x="21486" y="29715"/>
                  </a:lnTo>
                  <a:lnTo>
                    <a:pt x="18729" y="30472"/>
                  </a:lnTo>
                  <a:lnTo>
                    <a:pt x="17473" y="31938"/>
                  </a:lnTo>
                  <a:lnTo>
                    <a:pt x="12979" y="33844"/>
                  </a:lnTo>
                  <a:lnTo>
                    <a:pt x="11340" y="29437"/>
                  </a:lnTo>
                  <a:lnTo>
                    <a:pt x="9135" y="27931"/>
                  </a:lnTo>
                  <a:lnTo>
                    <a:pt x="4598" y="28083"/>
                  </a:lnTo>
                  <a:lnTo>
                    <a:pt x="3003" y="25891"/>
                  </a:lnTo>
                  <a:lnTo>
                    <a:pt x="0" y="18626"/>
                  </a:lnTo>
                  <a:lnTo>
                    <a:pt x="2577" y="17393"/>
                  </a:lnTo>
                  <a:lnTo>
                    <a:pt x="5657" y="9758"/>
                  </a:lnTo>
                  <a:lnTo>
                    <a:pt x="495" y="3546"/>
                  </a:lnTo>
                  <a:lnTo>
                    <a:pt x="1419" y="2949"/>
                  </a:lnTo>
                  <a:lnTo>
                    <a:pt x="3646" y="1435"/>
                  </a:lnTo>
                  <a:lnTo>
                    <a:pt x="5908" y="1199"/>
                  </a:lnTo>
                  <a:lnTo>
                    <a:pt x="8866" y="2755"/>
                  </a:lnTo>
                  <a:lnTo>
                    <a:pt x="12273" y="59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h4293"/>
            <p:cNvSpPr/>
            <p:nvPr/>
          </p:nvSpPr>
          <p:spPr>
            <a:xfrm>
              <a:off x="6825246" y="2958224"/>
              <a:ext cx="11851" cy="22237"/>
            </a:xfrm>
            <a:custGeom>
              <a:avLst/>
              <a:pathLst>
                <a:path w="11851" h="22237">
                  <a:moveTo>
                    <a:pt x="7960" y="11265"/>
                  </a:moveTo>
                  <a:lnTo>
                    <a:pt x="9092" y="15424"/>
                  </a:lnTo>
                  <a:lnTo>
                    <a:pt x="10051" y="17091"/>
                  </a:lnTo>
                  <a:lnTo>
                    <a:pt x="11731" y="17970"/>
                  </a:lnTo>
                  <a:lnTo>
                    <a:pt x="11851" y="19504"/>
                  </a:lnTo>
                  <a:lnTo>
                    <a:pt x="10269" y="22237"/>
                  </a:lnTo>
                  <a:lnTo>
                    <a:pt x="9307" y="19346"/>
                  </a:lnTo>
                  <a:lnTo>
                    <a:pt x="7934" y="19639"/>
                  </a:lnTo>
                  <a:lnTo>
                    <a:pt x="6759" y="21128"/>
                  </a:lnTo>
                  <a:lnTo>
                    <a:pt x="5428" y="19445"/>
                  </a:lnTo>
                  <a:lnTo>
                    <a:pt x="5150" y="16410"/>
                  </a:lnTo>
                  <a:lnTo>
                    <a:pt x="4193" y="14583"/>
                  </a:lnTo>
                  <a:lnTo>
                    <a:pt x="0" y="12469"/>
                  </a:lnTo>
                  <a:lnTo>
                    <a:pt x="2474" y="9034"/>
                  </a:lnTo>
                  <a:lnTo>
                    <a:pt x="3675" y="3196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h4294"/>
            <p:cNvSpPr/>
            <p:nvPr/>
          </p:nvSpPr>
          <p:spPr>
            <a:xfrm>
              <a:off x="6750682" y="2974262"/>
              <a:ext cx="21793" cy="18876"/>
            </a:xfrm>
            <a:custGeom>
              <a:avLst/>
              <a:pathLst>
                <a:path w="21793" h="18876">
                  <a:moveTo>
                    <a:pt x="8874" y="0"/>
                  </a:moveTo>
                  <a:lnTo>
                    <a:pt x="21142" y="4474"/>
                  </a:lnTo>
                  <a:lnTo>
                    <a:pt x="18936" y="10500"/>
                  </a:lnTo>
                  <a:lnTo>
                    <a:pt x="21793" y="13423"/>
                  </a:lnTo>
                  <a:lnTo>
                    <a:pt x="21596" y="14755"/>
                  </a:lnTo>
                  <a:lnTo>
                    <a:pt x="17001" y="13728"/>
                  </a:lnTo>
                  <a:lnTo>
                    <a:pt x="10958" y="18091"/>
                  </a:lnTo>
                  <a:lnTo>
                    <a:pt x="7028" y="16501"/>
                  </a:lnTo>
                  <a:lnTo>
                    <a:pt x="3162" y="18876"/>
                  </a:lnTo>
                  <a:lnTo>
                    <a:pt x="715" y="18435"/>
                  </a:lnTo>
                  <a:lnTo>
                    <a:pt x="0" y="16286"/>
                  </a:lnTo>
                  <a:lnTo>
                    <a:pt x="1992" y="9607"/>
                  </a:lnTo>
                  <a:lnTo>
                    <a:pt x="5753" y="9575"/>
                  </a:lnTo>
                  <a:lnTo>
                    <a:pt x="6236" y="8847"/>
                  </a:lnTo>
                  <a:lnTo>
                    <a:pt x="6321" y="178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h4295"/>
            <p:cNvSpPr/>
            <p:nvPr/>
          </p:nvSpPr>
          <p:spPr>
            <a:xfrm>
              <a:off x="6838081" y="2988936"/>
              <a:ext cx="32394" cy="23966"/>
            </a:xfrm>
            <a:custGeom>
              <a:avLst/>
              <a:pathLst>
                <a:path w="32394" h="23966">
                  <a:moveTo>
                    <a:pt x="13184" y="188"/>
                  </a:moveTo>
                  <a:lnTo>
                    <a:pt x="15940" y="4594"/>
                  </a:lnTo>
                  <a:lnTo>
                    <a:pt x="13218" y="7330"/>
                  </a:lnTo>
                  <a:lnTo>
                    <a:pt x="16771" y="9121"/>
                  </a:lnTo>
                  <a:lnTo>
                    <a:pt x="22897" y="8658"/>
                  </a:lnTo>
                  <a:lnTo>
                    <a:pt x="24284" y="6063"/>
                  </a:lnTo>
                  <a:lnTo>
                    <a:pt x="25390" y="5720"/>
                  </a:lnTo>
                  <a:lnTo>
                    <a:pt x="28550" y="8534"/>
                  </a:lnTo>
                  <a:lnTo>
                    <a:pt x="29777" y="10852"/>
                  </a:lnTo>
                  <a:lnTo>
                    <a:pt x="29451" y="12057"/>
                  </a:lnTo>
                  <a:lnTo>
                    <a:pt x="28143" y="12897"/>
                  </a:lnTo>
                  <a:lnTo>
                    <a:pt x="28606" y="14508"/>
                  </a:lnTo>
                  <a:lnTo>
                    <a:pt x="32394" y="16975"/>
                  </a:lnTo>
                  <a:lnTo>
                    <a:pt x="24734" y="22246"/>
                  </a:lnTo>
                  <a:lnTo>
                    <a:pt x="22022" y="22499"/>
                  </a:lnTo>
                  <a:lnTo>
                    <a:pt x="19929" y="20196"/>
                  </a:lnTo>
                  <a:lnTo>
                    <a:pt x="15682" y="22887"/>
                  </a:lnTo>
                  <a:lnTo>
                    <a:pt x="8141" y="23966"/>
                  </a:lnTo>
                  <a:lnTo>
                    <a:pt x="8375" y="21855"/>
                  </a:lnTo>
                  <a:lnTo>
                    <a:pt x="6061" y="19846"/>
                  </a:lnTo>
                  <a:lnTo>
                    <a:pt x="3290" y="20925"/>
                  </a:lnTo>
                  <a:lnTo>
                    <a:pt x="0" y="18804"/>
                  </a:lnTo>
                  <a:lnTo>
                    <a:pt x="1386" y="15402"/>
                  </a:lnTo>
                  <a:lnTo>
                    <a:pt x="5860" y="10994"/>
                  </a:lnTo>
                  <a:lnTo>
                    <a:pt x="10245" y="1568"/>
                  </a:lnTo>
                  <a:lnTo>
                    <a:pt x="1174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h4296"/>
            <p:cNvSpPr/>
            <p:nvPr/>
          </p:nvSpPr>
          <p:spPr>
            <a:xfrm>
              <a:off x="6783367" y="3097508"/>
              <a:ext cx="32469" cy="54917"/>
            </a:xfrm>
            <a:custGeom>
              <a:avLst/>
              <a:pathLst>
                <a:path w="32469" h="54917">
                  <a:moveTo>
                    <a:pt x="21318" y="130"/>
                  </a:moveTo>
                  <a:lnTo>
                    <a:pt x="24845" y="6417"/>
                  </a:lnTo>
                  <a:lnTo>
                    <a:pt x="31914" y="12652"/>
                  </a:lnTo>
                  <a:lnTo>
                    <a:pt x="32469" y="22591"/>
                  </a:lnTo>
                  <a:lnTo>
                    <a:pt x="24496" y="24500"/>
                  </a:lnTo>
                  <a:lnTo>
                    <a:pt x="21777" y="27731"/>
                  </a:lnTo>
                  <a:lnTo>
                    <a:pt x="18944" y="33249"/>
                  </a:lnTo>
                  <a:lnTo>
                    <a:pt x="16879" y="43317"/>
                  </a:lnTo>
                  <a:lnTo>
                    <a:pt x="18547" y="48919"/>
                  </a:lnTo>
                  <a:lnTo>
                    <a:pt x="20926" y="53399"/>
                  </a:lnTo>
                  <a:lnTo>
                    <a:pt x="22538" y="54917"/>
                  </a:lnTo>
                  <a:lnTo>
                    <a:pt x="18565" y="54907"/>
                  </a:lnTo>
                  <a:lnTo>
                    <a:pt x="18307" y="52479"/>
                  </a:lnTo>
                  <a:lnTo>
                    <a:pt x="17532" y="52023"/>
                  </a:lnTo>
                  <a:lnTo>
                    <a:pt x="4030" y="50551"/>
                  </a:lnTo>
                  <a:lnTo>
                    <a:pt x="1974" y="49739"/>
                  </a:lnTo>
                  <a:lnTo>
                    <a:pt x="0" y="47597"/>
                  </a:lnTo>
                  <a:lnTo>
                    <a:pt x="2211" y="41934"/>
                  </a:lnTo>
                  <a:lnTo>
                    <a:pt x="6936" y="35538"/>
                  </a:lnTo>
                  <a:lnTo>
                    <a:pt x="8464" y="31603"/>
                  </a:lnTo>
                  <a:lnTo>
                    <a:pt x="8710" y="27330"/>
                  </a:lnTo>
                  <a:lnTo>
                    <a:pt x="14974" y="14603"/>
                  </a:lnTo>
                  <a:lnTo>
                    <a:pt x="16824" y="8622"/>
                  </a:lnTo>
                  <a:lnTo>
                    <a:pt x="18881" y="6114"/>
                  </a:lnTo>
                  <a:lnTo>
                    <a:pt x="19031" y="1242"/>
                  </a:lnTo>
                  <a:lnTo>
                    <a:pt x="2044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h4297"/>
            <p:cNvSpPr/>
            <p:nvPr/>
          </p:nvSpPr>
          <p:spPr>
            <a:xfrm>
              <a:off x="6759556" y="2958425"/>
              <a:ext cx="21390" cy="20312"/>
            </a:xfrm>
            <a:custGeom>
              <a:avLst/>
              <a:pathLst>
                <a:path w="21390" h="20312">
                  <a:moveTo>
                    <a:pt x="13535" y="0"/>
                  </a:moveTo>
                  <a:lnTo>
                    <a:pt x="21390" y="1724"/>
                  </a:lnTo>
                  <a:lnTo>
                    <a:pt x="21060" y="3243"/>
                  </a:lnTo>
                  <a:lnTo>
                    <a:pt x="16281" y="3863"/>
                  </a:lnTo>
                  <a:lnTo>
                    <a:pt x="13258" y="6017"/>
                  </a:lnTo>
                  <a:lnTo>
                    <a:pt x="12494" y="9389"/>
                  </a:lnTo>
                  <a:lnTo>
                    <a:pt x="12450" y="15728"/>
                  </a:lnTo>
                  <a:lnTo>
                    <a:pt x="12268" y="20312"/>
                  </a:lnTo>
                  <a:lnTo>
                    <a:pt x="0" y="15837"/>
                  </a:lnTo>
                  <a:lnTo>
                    <a:pt x="2371" y="8535"/>
                  </a:lnTo>
                  <a:lnTo>
                    <a:pt x="2576" y="5240"/>
                  </a:lnTo>
                  <a:lnTo>
                    <a:pt x="11678" y="32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h4298"/>
            <p:cNvSpPr/>
            <p:nvPr/>
          </p:nvSpPr>
          <p:spPr>
            <a:xfrm>
              <a:off x="6804389" y="3037114"/>
              <a:ext cx="25733" cy="21521"/>
            </a:xfrm>
            <a:custGeom>
              <a:avLst/>
              <a:pathLst>
                <a:path w="25733" h="21521">
                  <a:moveTo>
                    <a:pt x="7977" y="2758"/>
                  </a:moveTo>
                  <a:lnTo>
                    <a:pt x="7438" y="4640"/>
                  </a:lnTo>
                  <a:lnTo>
                    <a:pt x="7948" y="5511"/>
                  </a:lnTo>
                  <a:lnTo>
                    <a:pt x="10932" y="6428"/>
                  </a:lnTo>
                  <a:lnTo>
                    <a:pt x="16799" y="5337"/>
                  </a:lnTo>
                  <a:lnTo>
                    <a:pt x="18845" y="4729"/>
                  </a:lnTo>
                  <a:lnTo>
                    <a:pt x="18677" y="3821"/>
                  </a:lnTo>
                  <a:lnTo>
                    <a:pt x="21048" y="3654"/>
                  </a:lnTo>
                  <a:lnTo>
                    <a:pt x="25696" y="8965"/>
                  </a:lnTo>
                  <a:lnTo>
                    <a:pt x="25733" y="12576"/>
                  </a:lnTo>
                  <a:lnTo>
                    <a:pt x="23682" y="14561"/>
                  </a:lnTo>
                  <a:lnTo>
                    <a:pt x="22882" y="18283"/>
                  </a:lnTo>
                  <a:lnTo>
                    <a:pt x="25344" y="21426"/>
                  </a:lnTo>
                  <a:lnTo>
                    <a:pt x="22253" y="21521"/>
                  </a:lnTo>
                  <a:lnTo>
                    <a:pt x="10164" y="19440"/>
                  </a:lnTo>
                  <a:lnTo>
                    <a:pt x="6812" y="16285"/>
                  </a:lnTo>
                  <a:lnTo>
                    <a:pt x="1917" y="16306"/>
                  </a:lnTo>
                  <a:lnTo>
                    <a:pt x="2531" y="10527"/>
                  </a:lnTo>
                  <a:lnTo>
                    <a:pt x="0" y="3131"/>
                  </a:lnTo>
                  <a:lnTo>
                    <a:pt x="622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h4299"/>
            <p:cNvSpPr/>
            <p:nvPr/>
          </p:nvSpPr>
          <p:spPr>
            <a:xfrm>
              <a:off x="6696079" y="3101977"/>
              <a:ext cx="47654" cy="42450"/>
            </a:xfrm>
            <a:custGeom>
              <a:avLst/>
              <a:pathLst>
                <a:path w="47654" h="42450">
                  <a:moveTo>
                    <a:pt x="32032" y="1633"/>
                  </a:moveTo>
                  <a:lnTo>
                    <a:pt x="32285" y="6494"/>
                  </a:lnTo>
                  <a:lnTo>
                    <a:pt x="33440" y="10562"/>
                  </a:lnTo>
                  <a:lnTo>
                    <a:pt x="38041" y="13391"/>
                  </a:lnTo>
                  <a:lnTo>
                    <a:pt x="39708" y="17711"/>
                  </a:lnTo>
                  <a:lnTo>
                    <a:pt x="43901" y="19390"/>
                  </a:lnTo>
                  <a:lnTo>
                    <a:pt x="47643" y="22877"/>
                  </a:lnTo>
                  <a:lnTo>
                    <a:pt x="47654" y="24395"/>
                  </a:lnTo>
                  <a:lnTo>
                    <a:pt x="44428" y="25095"/>
                  </a:lnTo>
                  <a:lnTo>
                    <a:pt x="42973" y="26893"/>
                  </a:lnTo>
                  <a:lnTo>
                    <a:pt x="42801" y="29175"/>
                  </a:lnTo>
                  <a:lnTo>
                    <a:pt x="37970" y="36566"/>
                  </a:lnTo>
                  <a:lnTo>
                    <a:pt x="33905" y="36654"/>
                  </a:lnTo>
                  <a:lnTo>
                    <a:pt x="27611" y="40792"/>
                  </a:lnTo>
                  <a:lnTo>
                    <a:pt x="26732" y="39324"/>
                  </a:lnTo>
                  <a:lnTo>
                    <a:pt x="23627" y="39854"/>
                  </a:lnTo>
                  <a:lnTo>
                    <a:pt x="20781" y="42450"/>
                  </a:lnTo>
                  <a:lnTo>
                    <a:pt x="16114" y="35384"/>
                  </a:lnTo>
                  <a:lnTo>
                    <a:pt x="11910" y="34607"/>
                  </a:lnTo>
                  <a:lnTo>
                    <a:pt x="8560" y="37444"/>
                  </a:lnTo>
                  <a:lnTo>
                    <a:pt x="1925" y="31516"/>
                  </a:lnTo>
                  <a:lnTo>
                    <a:pt x="0" y="27788"/>
                  </a:lnTo>
                  <a:lnTo>
                    <a:pt x="3917" y="25412"/>
                  </a:lnTo>
                  <a:lnTo>
                    <a:pt x="3314" y="14622"/>
                  </a:lnTo>
                  <a:lnTo>
                    <a:pt x="8307" y="12043"/>
                  </a:lnTo>
                  <a:lnTo>
                    <a:pt x="11012" y="9286"/>
                  </a:lnTo>
                  <a:lnTo>
                    <a:pt x="16289" y="8542"/>
                  </a:lnTo>
                  <a:lnTo>
                    <a:pt x="19942" y="5295"/>
                  </a:lnTo>
                  <a:lnTo>
                    <a:pt x="22573" y="4406"/>
                  </a:lnTo>
                  <a:lnTo>
                    <a:pt x="22912" y="5466"/>
                  </a:lnTo>
                  <a:lnTo>
                    <a:pt x="24998" y="5937"/>
                  </a:lnTo>
                  <a:lnTo>
                    <a:pt x="27674" y="5170"/>
                  </a:lnTo>
                  <a:lnTo>
                    <a:pt x="28515" y="4729"/>
                  </a:lnTo>
                  <a:lnTo>
                    <a:pt x="31486" y="1624"/>
                  </a:lnTo>
                  <a:lnTo>
                    <a:pt x="3409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h4300"/>
            <p:cNvSpPr/>
            <p:nvPr/>
          </p:nvSpPr>
          <p:spPr>
            <a:xfrm>
              <a:off x="7022091" y="3048641"/>
              <a:ext cx="24917" cy="15317"/>
            </a:xfrm>
            <a:custGeom>
              <a:avLst/>
              <a:pathLst>
                <a:path w="24917" h="15317">
                  <a:moveTo>
                    <a:pt x="8936" y="457"/>
                  </a:moveTo>
                  <a:lnTo>
                    <a:pt x="10136" y="3554"/>
                  </a:lnTo>
                  <a:lnTo>
                    <a:pt x="13323" y="7166"/>
                  </a:lnTo>
                  <a:lnTo>
                    <a:pt x="22444" y="6026"/>
                  </a:lnTo>
                  <a:lnTo>
                    <a:pt x="24917" y="11222"/>
                  </a:lnTo>
                  <a:lnTo>
                    <a:pt x="23605" y="13098"/>
                  </a:lnTo>
                  <a:lnTo>
                    <a:pt x="20294" y="14548"/>
                  </a:lnTo>
                  <a:lnTo>
                    <a:pt x="14125" y="15317"/>
                  </a:lnTo>
                  <a:lnTo>
                    <a:pt x="7173" y="15041"/>
                  </a:lnTo>
                  <a:lnTo>
                    <a:pt x="5973" y="11611"/>
                  </a:lnTo>
                  <a:lnTo>
                    <a:pt x="22" y="4449"/>
                  </a:lnTo>
                  <a:lnTo>
                    <a:pt x="0" y="2575"/>
                  </a:lnTo>
                  <a:lnTo>
                    <a:pt x="1117" y="2284"/>
                  </a:lnTo>
                  <a:lnTo>
                    <a:pt x="4894" y="2263"/>
                  </a:lnTo>
                  <a:lnTo>
                    <a:pt x="65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h4301"/>
            <p:cNvSpPr/>
            <p:nvPr/>
          </p:nvSpPr>
          <p:spPr>
            <a:xfrm>
              <a:off x="6800246" y="3120100"/>
              <a:ext cx="20576" cy="36793"/>
            </a:xfrm>
            <a:custGeom>
              <a:avLst/>
              <a:pathLst>
                <a:path w="20576" h="36793">
                  <a:moveTo>
                    <a:pt x="17521" y="1201"/>
                  </a:moveTo>
                  <a:lnTo>
                    <a:pt x="18253" y="7349"/>
                  </a:lnTo>
                  <a:lnTo>
                    <a:pt x="20576" y="10102"/>
                  </a:lnTo>
                  <a:lnTo>
                    <a:pt x="19521" y="10791"/>
                  </a:lnTo>
                  <a:lnTo>
                    <a:pt x="18796" y="24545"/>
                  </a:lnTo>
                  <a:lnTo>
                    <a:pt x="17072" y="26909"/>
                  </a:lnTo>
                  <a:lnTo>
                    <a:pt x="18537" y="34543"/>
                  </a:lnTo>
                  <a:lnTo>
                    <a:pt x="17855" y="36793"/>
                  </a:lnTo>
                  <a:lnTo>
                    <a:pt x="13887" y="36177"/>
                  </a:lnTo>
                  <a:lnTo>
                    <a:pt x="6388" y="31958"/>
                  </a:lnTo>
                  <a:lnTo>
                    <a:pt x="5658" y="32326"/>
                  </a:lnTo>
                  <a:lnTo>
                    <a:pt x="4047" y="30808"/>
                  </a:lnTo>
                  <a:lnTo>
                    <a:pt x="1667" y="26328"/>
                  </a:lnTo>
                  <a:lnTo>
                    <a:pt x="0" y="20726"/>
                  </a:lnTo>
                  <a:lnTo>
                    <a:pt x="2065" y="10658"/>
                  </a:lnTo>
                  <a:lnTo>
                    <a:pt x="4898" y="5140"/>
                  </a:lnTo>
                  <a:lnTo>
                    <a:pt x="7617" y="1909"/>
                  </a:lnTo>
                  <a:lnTo>
                    <a:pt x="1559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h4302"/>
            <p:cNvSpPr/>
            <p:nvPr/>
          </p:nvSpPr>
          <p:spPr>
            <a:xfrm>
              <a:off x="6880636" y="2997194"/>
              <a:ext cx="29178" cy="13951"/>
            </a:xfrm>
            <a:custGeom>
              <a:avLst/>
              <a:pathLst>
                <a:path w="29178" h="13951">
                  <a:moveTo>
                    <a:pt x="20081" y="1286"/>
                  </a:moveTo>
                  <a:lnTo>
                    <a:pt x="21688" y="1884"/>
                  </a:lnTo>
                  <a:lnTo>
                    <a:pt x="29178" y="1644"/>
                  </a:lnTo>
                  <a:lnTo>
                    <a:pt x="28103" y="4193"/>
                  </a:lnTo>
                  <a:lnTo>
                    <a:pt x="28846" y="7925"/>
                  </a:lnTo>
                  <a:lnTo>
                    <a:pt x="25064" y="10119"/>
                  </a:lnTo>
                  <a:lnTo>
                    <a:pt x="16660" y="11597"/>
                  </a:lnTo>
                  <a:lnTo>
                    <a:pt x="7018" y="13824"/>
                  </a:lnTo>
                  <a:lnTo>
                    <a:pt x="3814" y="13951"/>
                  </a:lnTo>
                  <a:lnTo>
                    <a:pt x="2005" y="12765"/>
                  </a:lnTo>
                  <a:lnTo>
                    <a:pt x="0" y="7802"/>
                  </a:lnTo>
                  <a:lnTo>
                    <a:pt x="6294" y="4279"/>
                  </a:lnTo>
                  <a:lnTo>
                    <a:pt x="1998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h4303"/>
            <p:cNvSpPr/>
            <p:nvPr/>
          </p:nvSpPr>
          <p:spPr>
            <a:xfrm>
              <a:off x="6779883" y="2971126"/>
              <a:ext cx="30025" cy="21984"/>
            </a:xfrm>
            <a:custGeom>
              <a:avLst/>
              <a:pathLst>
                <a:path w="30025" h="21984">
                  <a:moveTo>
                    <a:pt x="29542" y="1407"/>
                  </a:moveTo>
                  <a:lnTo>
                    <a:pt x="26219" y="9924"/>
                  </a:lnTo>
                  <a:lnTo>
                    <a:pt x="27931" y="17583"/>
                  </a:lnTo>
                  <a:lnTo>
                    <a:pt x="30025" y="18762"/>
                  </a:lnTo>
                  <a:lnTo>
                    <a:pt x="28790" y="21984"/>
                  </a:lnTo>
                  <a:lnTo>
                    <a:pt x="19922" y="20221"/>
                  </a:lnTo>
                  <a:lnTo>
                    <a:pt x="10776" y="20274"/>
                  </a:lnTo>
                  <a:lnTo>
                    <a:pt x="9324" y="18352"/>
                  </a:lnTo>
                  <a:lnTo>
                    <a:pt x="7332" y="17695"/>
                  </a:lnTo>
                  <a:lnTo>
                    <a:pt x="4312" y="18741"/>
                  </a:lnTo>
                  <a:lnTo>
                    <a:pt x="2180" y="18106"/>
                  </a:lnTo>
                  <a:lnTo>
                    <a:pt x="1302" y="16461"/>
                  </a:lnTo>
                  <a:lnTo>
                    <a:pt x="0" y="7996"/>
                  </a:lnTo>
                  <a:lnTo>
                    <a:pt x="1730" y="5640"/>
                  </a:lnTo>
                  <a:lnTo>
                    <a:pt x="4537" y="7403"/>
                  </a:lnTo>
                  <a:lnTo>
                    <a:pt x="11354" y="6237"/>
                  </a:lnTo>
                  <a:lnTo>
                    <a:pt x="16861" y="3155"/>
                  </a:lnTo>
                  <a:lnTo>
                    <a:pt x="17340" y="1626"/>
                  </a:lnTo>
                  <a:lnTo>
                    <a:pt x="2501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h4304"/>
            <p:cNvSpPr/>
            <p:nvPr/>
          </p:nvSpPr>
          <p:spPr>
            <a:xfrm>
              <a:off x="6841594" y="3140446"/>
              <a:ext cx="56366" cy="61261"/>
            </a:xfrm>
            <a:custGeom>
              <a:avLst/>
              <a:pathLst>
                <a:path w="56366" h="61261">
                  <a:moveTo>
                    <a:pt x="36663" y="1243"/>
                  </a:moveTo>
                  <a:lnTo>
                    <a:pt x="35727" y="5420"/>
                  </a:lnTo>
                  <a:lnTo>
                    <a:pt x="44734" y="15183"/>
                  </a:lnTo>
                  <a:lnTo>
                    <a:pt x="46396" y="24364"/>
                  </a:lnTo>
                  <a:lnTo>
                    <a:pt x="56366" y="32291"/>
                  </a:lnTo>
                  <a:lnTo>
                    <a:pt x="54157" y="35076"/>
                  </a:lnTo>
                  <a:lnTo>
                    <a:pt x="55974" y="37372"/>
                  </a:lnTo>
                  <a:lnTo>
                    <a:pt x="54577" y="43492"/>
                  </a:lnTo>
                  <a:lnTo>
                    <a:pt x="54533" y="49504"/>
                  </a:lnTo>
                  <a:lnTo>
                    <a:pt x="52573" y="54008"/>
                  </a:lnTo>
                  <a:lnTo>
                    <a:pt x="49479" y="57721"/>
                  </a:lnTo>
                  <a:lnTo>
                    <a:pt x="49996" y="60805"/>
                  </a:lnTo>
                  <a:lnTo>
                    <a:pt x="47480" y="61261"/>
                  </a:lnTo>
                  <a:lnTo>
                    <a:pt x="43211" y="59966"/>
                  </a:lnTo>
                  <a:lnTo>
                    <a:pt x="37158" y="56834"/>
                  </a:lnTo>
                  <a:lnTo>
                    <a:pt x="34441" y="49800"/>
                  </a:lnTo>
                  <a:lnTo>
                    <a:pt x="31439" y="46403"/>
                  </a:lnTo>
                  <a:lnTo>
                    <a:pt x="21563" y="46313"/>
                  </a:lnTo>
                  <a:lnTo>
                    <a:pt x="20856" y="45152"/>
                  </a:lnTo>
                  <a:lnTo>
                    <a:pt x="18425" y="44992"/>
                  </a:lnTo>
                  <a:lnTo>
                    <a:pt x="12185" y="46478"/>
                  </a:lnTo>
                  <a:lnTo>
                    <a:pt x="5275" y="49419"/>
                  </a:lnTo>
                  <a:lnTo>
                    <a:pt x="3015" y="51844"/>
                  </a:lnTo>
                  <a:lnTo>
                    <a:pt x="1507" y="50627"/>
                  </a:lnTo>
                  <a:lnTo>
                    <a:pt x="0" y="43343"/>
                  </a:lnTo>
                  <a:lnTo>
                    <a:pt x="3035" y="41757"/>
                  </a:lnTo>
                  <a:lnTo>
                    <a:pt x="11117" y="32881"/>
                  </a:lnTo>
                  <a:lnTo>
                    <a:pt x="12886" y="30691"/>
                  </a:lnTo>
                  <a:lnTo>
                    <a:pt x="13504" y="27446"/>
                  </a:lnTo>
                  <a:lnTo>
                    <a:pt x="16270" y="26708"/>
                  </a:lnTo>
                  <a:lnTo>
                    <a:pt x="18603" y="28421"/>
                  </a:lnTo>
                  <a:lnTo>
                    <a:pt x="21484" y="25407"/>
                  </a:lnTo>
                  <a:lnTo>
                    <a:pt x="21718" y="20796"/>
                  </a:lnTo>
                  <a:lnTo>
                    <a:pt x="22887" y="17880"/>
                  </a:lnTo>
                  <a:lnTo>
                    <a:pt x="26073" y="15023"/>
                  </a:lnTo>
                  <a:lnTo>
                    <a:pt x="28881" y="14295"/>
                  </a:lnTo>
                  <a:lnTo>
                    <a:pt x="30688" y="12002"/>
                  </a:lnTo>
                  <a:lnTo>
                    <a:pt x="31743" y="5847"/>
                  </a:lnTo>
                  <a:lnTo>
                    <a:pt x="30963" y="1381"/>
                  </a:lnTo>
                  <a:lnTo>
                    <a:pt x="333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h4305"/>
            <p:cNvSpPr/>
            <p:nvPr/>
          </p:nvSpPr>
          <p:spPr>
            <a:xfrm>
              <a:off x="6806102" y="2972533"/>
              <a:ext cx="24278" cy="24747"/>
            </a:xfrm>
            <a:custGeom>
              <a:avLst/>
              <a:pathLst>
                <a:path w="24278" h="24747">
                  <a:moveTo>
                    <a:pt x="4943" y="571"/>
                  </a:moveTo>
                  <a:lnTo>
                    <a:pt x="8151" y="4106"/>
                  </a:lnTo>
                  <a:lnTo>
                    <a:pt x="9897" y="2082"/>
                  </a:lnTo>
                  <a:lnTo>
                    <a:pt x="11874" y="3990"/>
                  </a:lnTo>
                  <a:lnTo>
                    <a:pt x="13401" y="9415"/>
                  </a:lnTo>
                  <a:lnTo>
                    <a:pt x="19098" y="14380"/>
                  </a:lnTo>
                  <a:lnTo>
                    <a:pt x="23631" y="16409"/>
                  </a:lnTo>
                  <a:lnTo>
                    <a:pt x="24278" y="18609"/>
                  </a:lnTo>
                  <a:lnTo>
                    <a:pt x="19686" y="23622"/>
                  </a:lnTo>
                  <a:lnTo>
                    <a:pt x="19447" y="24184"/>
                  </a:lnTo>
                  <a:lnTo>
                    <a:pt x="8388" y="24747"/>
                  </a:lnTo>
                  <a:lnTo>
                    <a:pt x="8455" y="20812"/>
                  </a:lnTo>
                  <a:lnTo>
                    <a:pt x="7407" y="19382"/>
                  </a:lnTo>
                  <a:lnTo>
                    <a:pt x="3806" y="17355"/>
                  </a:lnTo>
                  <a:lnTo>
                    <a:pt x="1712" y="16175"/>
                  </a:lnTo>
                  <a:lnTo>
                    <a:pt x="0" y="8517"/>
                  </a:lnTo>
                  <a:lnTo>
                    <a:pt x="332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h4306"/>
            <p:cNvSpPr/>
            <p:nvPr/>
          </p:nvSpPr>
          <p:spPr>
            <a:xfrm>
              <a:off x="6895835" y="3006756"/>
              <a:ext cx="18983" cy="19641"/>
            </a:xfrm>
            <a:custGeom>
              <a:avLst/>
              <a:pathLst>
                <a:path w="18983" h="19641">
                  <a:moveTo>
                    <a:pt x="18983" y="777"/>
                  </a:moveTo>
                  <a:lnTo>
                    <a:pt x="18651" y="14649"/>
                  </a:lnTo>
                  <a:lnTo>
                    <a:pt x="10192" y="17436"/>
                  </a:lnTo>
                  <a:lnTo>
                    <a:pt x="8067" y="18812"/>
                  </a:lnTo>
                  <a:lnTo>
                    <a:pt x="1845" y="19641"/>
                  </a:lnTo>
                  <a:lnTo>
                    <a:pt x="0" y="14169"/>
                  </a:lnTo>
                  <a:lnTo>
                    <a:pt x="3111" y="7961"/>
                  </a:lnTo>
                  <a:lnTo>
                    <a:pt x="1461" y="2035"/>
                  </a:lnTo>
                  <a:lnTo>
                    <a:pt x="9865" y="557"/>
                  </a:lnTo>
                  <a:lnTo>
                    <a:pt x="15337" y="2810"/>
                  </a:lnTo>
                  <a:lnTo>
                    <a:pt x="1694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h4307"/>
            <p:cNvSpPr/>
            <p:nvPr/>
          </p:nvSpPr>
          <p:spPr>
            <a:xfrm>
              <a:off x="6629997" y="3134948"/>
              <a:ext cx="41074" cy="64118"/>
            </a:xfrm>
            <a:custGeom>
              <a:avLst/>
              <a:pathLst>
                <a:path w="41074" h="64118">
                  <a:moveTo>
                    <a:pt x="18383" y="1100"/>
                  </a:moveTo>
                  <a:lnTo>
                    <a:pt x="22219" y="2949"/>
                  </a:lnTo>
                  <a:lnTo>
                    <a:pt x="24158" y="6903"/>
                  </a:lnTo>
                  <a:lnTo>
                    <a:pt x="30156" y="11231"/>
                  </a:lnTo>
                  <a:lnTo>
                    <a:pt x="31418" y="15612"/>
                  </a:lnTo>
                  <a:lnTo>
                    <a:pt x="31562" y="20010"/>
                  </a:lnTo>
                  <a:lnTo>
                    <a:pt x="30489" y="20832"/>
                  </a:lnTo>
                  <a:lnTo>
                    <a:pt x="31037" y="22604"/>
                  </a:lnTo>
                  <a:lnTo>
                    <a:pt x="36338" y="28636"/>
                  </a:lnTo>
                  <a:lnTo>
                    <a:pt x="41074" y="36797"/>
                  </a:lnTo>
                  <a:lnTo>
                    <a:pt x="38224" y="41324"/>
                  </a:lnTo>
                  <a:lnTo>
                    <a:pt x="37899" y="44093"/>
                  </a:lnTo>
                  <a:lnTo>
                    <a:pt x="33390" y="44693"/>
                  </a:lnTo>
                  <a:lnTo>
                    <a:pt x="34455" y="51283"/>
                  </a:lnTo>
                  <a:lnTo>
                    <a:pt x="32960" y="54467"/>
                  </a:lnTo>
                  <a:lnTo>
                    <a:pt x="33308" y="59871"/>
                  </a:lnTo>
                  <a:lnTo>
                    <a:pt x="33726" y="61589"/>
                  </a:lnTo>
                  <a:lnTo>
                    <a:pt x="33198" y="62838"/>
                  </a:lnTo>
                  <a:lnTo>
                    <a:pt x="27897" y="64118"/>
                  </a:lnTo>
                  <a:lnTo>
                    <a:pt x="25924" y="63237"/>
                  </a:lnTo>
                  <a:lnTo>
                    <a:pt x="23922" y="61617"/>
                  </a:lnTo>
                  <a:lnTo>
                    <a:pt x="24319" y="57766"/>
                  </a:lnTo>
                  <a:lnTo>
                    <a:pt x="25490" y="55379"/>
                  </a:lnTo>
                  <a:lnTo>
                    <a:pt x="25343" y="52588"/>
                  </a:lnTo>
                  <a:lnTo>
                    <a:pt x="23145" y="49432"/>
                  </a:lnTo>
                  <a:lnTo>
                    <a:pt x="21921" y="48368"/>
                  </a:lnTo>
                  <a:lnTo>
                    <a:pt x="16960" y="50475"/>
                  </a:lnTo>
                  <a:lnTo>
                    <a:pt x="11235" y="48455"/>
                  </a:lnTo>
                  <a:lnTo>
                    <a:pt x="7554" y="45280"/>
                  </a:lnTo>
                  <a:lnTo>
                    <a:pt x="3446" y="39765"/>
                  </a:lnTo>
                  <a:lnTo>
                    <a:pt x="7843" y="30176"/>
                  </a:lnTo>
                  <a:lnTo>
                    <a:pt x="7959" y="26927"/>
                  </a:lnTo>
                  <a:lnTo>
                    <a:pt x="5869" y="22852"/>
                  </a:lnTo>
                  <a:lnTo>
                    <a:pt x="2604" y="21516"/>
                  </a:lnTo>
                  <a:lnTo>
                    <a:pt x="584" y="19083"/>
                  </a:lnTo>
                  <a:lnTo>
                    <a:pt x="0" y="15205"/>
                  </a:lnTo>
                  <a:lnTo>
                    <a:pt x="479" y="12538"/>
                  </a:lnTo>
                  <a:lnTo>
                    <a:pt x="1846" y="10706"/>
                  </a:lnTo>
                  <a:lnTo>
                    <a:pt x="3923" y="10324"/>
                  </a:lnTo>
                  <a:lnTo>
                    <a:pt x="10608" y="3143"/>
                  </a:lnTo>
                  <a:lnTo>
                    <a:pt x="1245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h4308"/>
            <p:cNvSpPr/>
            <p:nvPr/>
          </p:nvSpPr>
          <p:spPr>
            <a:xfrm>
              <a:off x="6800201" y="3017240"/>
              <a:ext cx="27092" cy="23004"/>
            </a:xfrm>
            <a:custGeom>
              <a:avLst/>
              <a:pathLst>
                <a:path w="27092" h="23004">
                  <a:moveTo>
                    <a:pt x="24989" y="817"/>
                  </a:moveTo>
                  <a:lnTo>
                    <a:pt x="24959" y="4056"/>
                  </a:lnTo>
                  <a:lnTo>
                    <a:pt x="26133" y="6042"/>
                  </a:lnTo>
                  <a:lnTo>
                    <a:pt x="27092" y="6379"/>
                  </a:lnTo>
                  <a:lnTo>
                    <a:pt x="26314" y="7819"/>
                  </a:lnTo>
                  <a:lnTo>
                    <a:pt x="25561" y="8211"/>
                  </a:lnTo>
                  <a:lnTo>
                    <a:pt x="25162" y="16889"/>
                  </a:lnTo>
                  <a:lnTo>
                    <a:pt x="26240" y="18659"/>
                  </a:lnTo>
                  <a:lnTo>
                    <a:pt x="25223" y="19520"/>
                  </a:lnTo>
                  <a:lnTo>
                    <a:pt x="18691" y="20191"/>
                  </a:lnTo>
                  <a:lnTo>
                    <a:pt x="17911" y="19374"/>
                  </a:lnTo>
                  <a:lnTo>
                    <a:pt x="18054" y="17395"/>
                  </a:lnTo>
                  <a:lnTo>
                    <a:pt x="12896" y="16675"/>
                  </a:lnTo>
                  <a:lnTo>
                    <a:pt x="10413" y="19873"/>
                  </a:lnTo>
                  <a:lnTo>
                    <a:pt x="4187" y="23004"/>
                  </a:lnTo>
                  <a:lnTo>
                    <a:pt x="1982" y="15304"/>
                  </a:lnTo>
                  <a:lnTo>
                    <a:pt x="0" y="13007"/>
                  </a:lnTo>
                  <a:lnTo>
                    <a:pt x="1" y="10332"/>
                  </a:lnTo>
                  <a:lnTo>
                    <a:pt x="4772" y="6509"/>
                  </a:lnTo>
                  <a:lnTo>
                    <a:pt x="3046" y="2804"/>
                  </a:lnTo>
                  <a:lnTo>
                    <a:pt x="4822" y="1013"/>
                  </a:lnTo>
                  <a:lnTo>
                    <a:pt x="9339" y="1110"/>
                  </a:lnTo>
                  <a:lnTo>
                    <a:pt x="12379" y="2374"/>
                  </a:lnTo>
                  <a:lnTo>
                    <a:pt x="14535" y="390"/>
                  </a:lnTo>
                  <a:lnTo>
                    <a:pt x="1854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h4309"/>
            <p:cNvSpPr/>
            <p:nvPr/>
          </p:nvSpPr>
          <p:spPr>
            <a:xfrm>
              <a:off x="6810614" y="3025059"/>
              <a:ext cx="30863" cy="24632"/>
            </a:xfrm>
            <a:custGeom>
              <a:avLst/>
              <a:pathLst>
                <a:path w="30863" h="24632">
                  <a:moveTo>
                    <a:pt x="18892" y="4013"/>
                  </a:moveTo>
                  <a:lnTo>
                    <a:pt x="21505" y="5391"/>
                  </a:lnTo>
                  <a:lnTo>
                    <a:pt x="24340" y="5595"/>
                  </a:lnTo>
                  <a:lnTo>
                    <a:pt x="27370" y="7431"/>
                  </a:lnTo>
                  <a:lnTo>
                    <a:pt x="30863" y="10985"/>
                  </a:lnTo>
                  <a:lnTo>
                    <a:pt x="29077" y="12865"/>
                  </a:lnTo>
                  <a:lnTo>
                    <a:pt x="24838" y="22495"/>
                  </a:lnTo>
                  <a:lnTo>
                    <a:pt x="20799" y="24632"/>
                  </a:lnTo>
                  <a:lnTo>
                    <a:pt x="19507" y="24631"/>
                  </a:lnTo>
                  <a:lnTo>
                    <a:pt x="19470" y="21020"/>
                  </a:lnTo>
                  <a:lnTo>
                    <a:pt x="14822" y="15708"/>
                  </a:lnTo>
                  <a:lnTo>
                    <a:pt x="12451" y="15876"/>
                  </a:lnTo>
                  <a:lnTo>
                    <a:pt x="12619" y="16783"/>
                  </a:lnTo>
                  <a:lnTo>
                    <a:pt x="10573" y="17392"/>
                  </a:lnTo>
                  <a:lnTo>
                    <a:pt x="4706" y="18483"/>
                  </a:lnTo>
                  <a:lnTo>
                    <a:pt x="1723" y="17566"/>
                  </a:lnTo>
                  <a:lnTo>
                    <a:pt x="1212" y="16695"/>
                  </a:lnTo>
                  <a:lnTo>
                    <a:pt x="1751" y="14812"/>
                  </a:lnTo>
                  <a:lnTo>
                    <a:pt x="0" y="12054"/>
                  </a:lnTo>
                  <a:lnTo>
                    <a:pt x="2483" y="8855"/>
                  </a:lnTo>
                  <a:lnTo>
                    <a:pt x="7641" y="9576"/>
                  </a:lnTo>
                  <a:lnTo>
                    <a:pt x="7498" y="11555"/>
                  </a:lnTo>
                  <a:lnTo>
                    <a:pt x="8277" y="12372"/>
                  </a:lnTo>
                  <a:lnTo>
                    <a:pt x="14810" y="11701"/>
                  </a:lnTo>
                  <a:lnTo>
                    <a:pt x="15827" y="10840"/>
                  </a:lnTo>
                  <a:lnTo>
                    <a:pt x="14749" y="9070"/>
                  </a:lnTo>
                  <a:lnTo>
                    <a:pt x="15147" y="392"/>
                  </a:lnTo>
                  <a:lnTo>
                    <a:pt x="1590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h4310"/>
            <p:cNvSpPr/>
            <p:nvPr/>
          </p:nvSpPr>
          <p:spPr>
            <a:xfrm>
              <a:off x="6761640" y="2987991"/>
              <a:ext cx="18794" cy="17861"/>
            </a:xfrm>
            <a:custGeom>
              <a:avLst/>
              <a:pathLst>
                <a:path w="18794" h="17861">
                  <a:moveTo>
                    <a:pt x="10638" y="1026"/>
                  </a:moveTo>
                  <a:lnTo>
                    <a:pt x="12594" y="3816"/>
                  </a:lnTo>
                  <a:lnTo>
                    <a:pt x="16049" y="4159"/>
                  </a:lnTo>
                  <a:lnTo>
                    <a:pt x="18794" y="5490"/>
                  </a:lnTo>
                  <a:lnTo>
                    <a:pt x="17896" y="8845"/>
                  </a:lnTo>
                  <a:lnTo>
                    <a:pt x="14470" y="9431"/>
                  </a:lnTo>
                  <a:lnTo>
                    <a:pt x="15419" y="13301"/>
                  </a:lnTo>
                  <a:lnTo>
                    <a:pt x="17940" y="13721"/>
                  </a:lnTo>
                  <a:lnTo>
                    <a:pt x="18279" y="14428"/>
                  </a:lnTo>
                  <a:lnTo>
                    <a:pt x="16530" y="16284"/>
                  </a:lnTo>
                  <a:lnTo>
                    <a:pt x="13663" y="17646"/>
                  </a:lnTo>
                  <a:lnTo>
                    <a:pt x="8407" y="17284"/>
                  </a:lnTo>
                  <a:lnTo>
                    <a:pt x="4932" y="17861"/>
                  </a:lnTo>
                  <a:lnTo>
                    <a:pt x="2898" y="17106"/>
                  </a:lnTo>
                  <a:lnTo>
                    <a:pt x="2775" y="14262"/>
                  </a:lnTo>
                  <a:lnTo>
                    <a:pt x="5166" y="8278"/>
                  </a:lnTo>
                  <a:lnTo>
                    <a:pt x="672" y="6053"/>
                  </a:lnTo>
                  <a:lnTo>
                    <a:pt x="0" y="4362"/>
                  </a:lnTo>
                  <a:lnTo>
                    <a:pt x="604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h4311"/>
            <p:cNvSpPr/>
            <p:nvPr/>
          </p:nvSpPr>
          <p:spPr>
            <a:xfrm>
              <a:off x="6849923" y="3055289"/>
              <a:ext cx="48954" cy="25335"/>
            </a:xfrm>
            <a:custGeom>
              <a:avLst/>
              <a:pathLst>
                <a:path w="48954" h="25335">
                  <a:moveTo>
                    <a:pt x="22563" y="1262"/>
                  </a:moveTo>
                  <a:lnTo>
                    <a:pt x="21201" y="2658"/>
                  </a:lnTo>
                  <a:lnTo>
                    <a:pt x="21904" y="4744"/>
                  </a:lnTo>
                  <a:lnTo>
                    <a:pt x="24479" y="5180"/>
                  </a:lnTo>
                  <a:lnTo>
                    <a:pt x="27562" y="4224"/>
                  </a:lnTo>
                  <a:lnTo>
                    <a:pt x="33286" y="4099"/>
                  </a:lnTo>
                  <a:lnTo>
                    <a:pt x="37767" y="4866"/>
                  </a:lnTo>
                  <a:lnTo>
                    <a:pt x="40900" y="9359"/>
                  </a:lnTo>
                  <a:lnTo>
                    <a:pt x="40745" y="11942"/>
                  </a:lnTo>
                  <a:lnTo>
                    <a:pt x="37851" y="13519"/>
                  </a:lnTo>
                  <a:lnTo>
                    <a:pt x="44031" y="16265"/>
                  </a:lnTo>
                  <a:lnTo>
                    <a:pt x="48954" y="16626"/>
                  </a:lnTo>
                  <a:lnTo>
                    <a:pt x="48042" y="19324"/>
                  </a:lnTo>
                  <a:lnTo>
                    <a:pt x="46206" y="24749"/>
                  </a:lnTo>
                  <a:lnTo>
                    <a:pt x="37336" y="25335"/>
                  </a:lnTo>
                  <a:lnTo>
                    <a:pt x="30444" y="22443"/>
                  </a:lnTo>
                  <a:lnTo>
                    <a:pt x="21790" y="20391"/>
                  </a:lnTo>
                  <a:lnTo>
                    <a:pt x="18904" y="21101"/>
                  </a:lnTo>
                  <a:lnTo>
                    <a:pt x="11901" y="18997"/>
                  </a:lnTo>
                  <a:lnTo>
                    <a:pt x="6711" y="15551"/>
                  </a:lnTo>
                  <a:lnTo>
                    <a:pt x="887" y="15005"/>
                  </a:lnTo>
                  <a:lnTo>
                    <a:pt x="0" y="13757"/>
                  </a:lnTo>
                  <a:lnTo>
                    <a:pt x="4387" y="11124"/>
                  </a:lnTo>
                  <a:lnTo>
                    <a:pt x="2136" y="6494"/>
                  </a:lnTo>
                  <a:lnTo>
                    <a:pt x="5230" y="4646"/>
                  </a:lnTo>
                  <a:lnTo>
                    <a:pt x="5815" y="6931"/>
                  </a:lnTo>
                  <a:lnTo>
                    <a:pt x="10425" y="9850"/>
                  </a:lnTo>
                  <a:lnTo>
                    <a:pt x="13137" y="10626"/>
                  </a:lnTo>
                  <a:lnTo>
                    <a:pt x="15479" y="10034"/>
                  </a:lnTo>
                  <a:lnTo>
                    <a:pt x="2042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h4312"/>
            <p:cNvSpPr/>
            <p:nvPr/>
          </p:nvSpPr>
          <p:spPr>
            <a:xfrm>
              <a:off x="6754899" y="3058118"/>
              <a:ext cx="29766" cy="22512"/>
            </a:xfrm>
            <a:custGeom>
              <a:avLst/>
              <a:pathLst>
                <a:path w="29766" h="22512">
                  <a:moveTo>
                    <a:pt x="23047" y="681"/>
                  </a:moveTo>
                  <a:lnTo>
                    <a:pt x="25858" y="4680"/>
                  </a:lnTo>
                  <a:lnTo>
                    <a:pt x="28708" y="5509"/>
                  </a:lnTo>
                  <a:lnTo>
                    <a:pt x="29311" y="6389"/>
                  </a:lnTo>
                  <a:lnTo>
                    <a:pt x="29766" y="8355"/>
                  </a:lnTo>
                  <a:lnTo>
                    <a:pt x="28958" y="18211"/>
                  </a:lnTo>
                  <a:lnTo>
                    <a:pt x="26600" y="18756"/>
                  </a:lnTo>
                  <a:lnTo>
                    <a:pt x="21245" y="17214"/>
                  </a:lnTo>
                  <a:lnTo>
                    <a:pt x="11511" y="22512"/>
                  </a:lnTo>
                  <a:lnTo>
                    <a:pt x="6977" y="22487"/>
                  </a:lnTo>
                  <a:lnTo>
                    <a:pt x="6280" y="20875"/>
                  </a:lnTo>
                  <a:lnTo>
                    <a:pt x="3866" y="19321"/>
                  </a:lnTo>
                  <a:lnTo>
                    <a:pt x="883" y="17714"/>
                  </a:lnTo>
                  <a:lnTo>
                    <a:pt x="1550" y="15165"/>
                  </a:lnTo>
                  <a:lnTo>
                    <a:pt x="4116" y="13666"/>
                  </a:lnTo>
                  <a:lnTo>
                    <a:pt x="3334" y="11563"/>
                  </a:lnTo>
                  <a:lnTo>
                    <a:pt x="0" y="10812"/>
                  </a:lnTo>
                  <a:lnTo>
                    <a:pt x="509" y="9090"/>
                  </a:lnTo>
                  <a:lnTo>
                    <a:pt x="335" y="8321"/>
                  </a:lnTo>
                  <a:lnTo>
                    <a:pt x="2105" y="6813"/>
                  </a:lnTo>
                  <a:lnTo>
                    <a:pt x="9112" y="2633"/>
                  </a:lnTo>
                  <a:lnTo>
                    <a:pt x="1694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h4313"/>
            <p:cNvSpPr/>
            <p:nvPr/>
          </p:nvSpPr>
          <p:spPr>
            <a:xfrm>
              <a:off x="6804294" y="2952852"/>
              <a:ext cx="28900" cy="23787"/>
            </a:xfrm>
            <a:custGeom>
              <a:avLst/>
              <a:pathLst>
                <a:path w="28900" h="23787">
                  <a:moveTo>
                    <a:pt x="19568" y="2776"/>
                  </a:moveTo>
                  <a:lnTo>
                    <a:pt x="20572" y="4395"/>
                  </a:lnTo>
                  <a:lnTo>
                    <a:pt x="22713" y="3214"/>
                  </a:lnTo>
                  <a:lnTo>
                    <a:pt x="26101" y="3133"/>
                  </a:lnTo>
                  <a:lnTo>
                    <a:pt x="26924" y="5174"/>
                  </a:lnTo>
                  <a:lnTo>
                    <a:pt x="28900" y="5372"/>
                  </a:lnTo>
                  <a:lnTo>
                    <a:pt x="24628" y="8568"/>
                  </a:lnTo>
                  <a:lnTo>
                    <a:pt x="23427" y="14406"/>
                  </a:lnTo>
                  <a:lnTo>
                    <a:pt x="20952" y="17841"/>
                  </a:lnTo>
                  <a:lnTo>
                    <a:pt x="18478" y="19836"/>
                  </a:lnTo>
                  <a:lnTo>
                    <a:pt x="12696" y="20401"/>
                  </a:lnTo>
                  <a:lnTo>
                    <a:pt x="11706" y="21763"/>
                  </a:lnTo>
                  <a:lnTo>
                    <a:pt x="9960" y="23787"/>
                  </a:lnTo>
                  <a:lnTo>
                    <a:pt x="6752" y="20252"/>
                  </a:lnTo>
                  <a:lnTo>
                    <a:pt x="5131" y="19681"/>
                  </a:lnTo>
                  <a:lnTo>
                    <a:pt x="599" y="18273"/>
                  </a:lnTo>
                  <a:lnTo>
                    <a:pt x="4623" y="14754"/>
                  </a:lnTo>
                  <a:lnTo>
                    <a:pt x="7875" y="10500"/>
                  </a:lnTo>
                  <a:lnTo>
                    <a:pt x="3161" y="7543"/>
                  </a:lnTo>
                  <a:lnTo>
                    <a:pt x="0" y="3775"/>
                  </a:lnTo>
                  <a:lnTo>
                    <a:pt x="1476" y="698"/>
                  </a:lnTo>
                  <a:lnTo>
                    <a:pt x="8808" y="796"/>
                  </a:lnTo>
                  <a:lnTo>
                    <a:pt x="10367" y="0"/>
                  </a:lnTo>
                  <a:lnTo>
                    <a:pt x="14227" y="1209"/>
                  </a:lnTo>
                  <a:lnTo>
                    <a:pt x="19466" y="42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h4314"/>
            <p:cNvSpPr/>
            <p:nvPr/>
          </p:nvSpPr>
          <p:spPr>
            <a:xfrm>
              <a:off x="6813202" y="3005669"/>
              <a:ext cx="24814" cy="18605"/>
            </a:xfrm>
            <a:custGeom>
              <a:avLst/>
              <a:pathLst>
                <a:path w="24814" h="18605">
                  <a:moveTo>
                    <a:pt x="18146" y="109"/>
                  </a:moveTo>
                  <a:lnTo>
                    <a:pt x="19646" y="1818"/>
                  </a:lnTo>
                  <a:lnTo>
                    <a:pt x="21138" y="2121"/>
                  </a:lnTo>
                  <a:lnTo>
                    <a:pt x="22418" y="3728"/>
                  </a:lnTo>
                  <a:lnTo>
                    <a:pt x="24814" y="10760"/>
                  </a:lnTo>
                  <a:lnTo>
                    <a:pt x="24678" y="15827"/>
                  </a:lnTo>
                  <a:lnTo>
                    <a:pt x="17427" y="18605"/>
                  </a:lnTo>
                  <a:lnTo>
                    <a:pt x="14090" y="17950"/>
                  </a:lnTo>
                  <a:lnTo>
                    <a:pt x="13132" y="17613"/>
                  </a:lnTo>
                  <a:lnTo>
                    <a:pt x="11958" y="15627"/>
                  </a:lnTo>
                  <a:lnTo>
                    <a:pt x="11987" y="12388"/>
                  </a:lnTo>
                  <a:lnTo>
                    <a:pt x="5545" y="11571"/>
                  </a:lnTo>
                  <a:lnTo>
                    <a:pt x="1534" y="11962"/>
                  </a:lnTo>
                  <a:lnTo>
                    <a:pt x="0" y="5030"/>
                  </a:lnTo>
                  <a:lnTo>
                    <a:pt x="2399" y="4402"/>
                  </a:lnTo>
                  <a:lnTo>
                    <a:pt x="7505" y="4694"/>
                  </a:lnTo>
                  <a:lnTo>
                    <a:pt x="1684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h4315"/>
            <p:cNvSpPr/>
            <p:nvPr/>
          </p:nvSpPr>
          <p:spPr>
            <a:xfrm>
              <a:off x="6862365" y="2966715"/>
              <a:ext cx="44315" cy="42458"/>
            </a:xfrm>
            <a:custGeom>
              <a:avLst/>
              <a:pathLst>
                <a:path w="44315" h="42458">
                  <a:moveTo>
                    <a:pt x="28492" y="440"/>
                  </a:moveTo>
                  <a:lnTo>
                    <a:pt x="31215" y="1031"/>
                  </a:lnTo>
                  <a:lnTo>
                    <a:pt x="33874" y="1783"/>
                  </a:lnTo>
                  <a:lnTo>
                    <a:pt x="34038" y="0"/>
                  </a:lnTo>
                  <a:lnTo>
                    <a:pt x="35885" y="278"/>
                  </a:lnTo>
                  <a:lnTo>
                    <a:pt x="39022" y="3760"/>
                  </a:lnTo>
                  <a:lnTo>
                    <a:pt x="43214" y="3676"/>
                  </a:lnTo>
                  <a:lnTo>
                    <a:pt x="44315" y="5522"/>
                  </a:lnTo>
                  <a:lnTo>
                    <a:pt x="43028" y="10660"/>
                  </a:lnTo>
                  <a:lnTo>
                    <a:pt x="36007" y="9930"/>
                  </a:lnTo>
                  <a:lnTo>
                    <a:pt x="35695" y="13884"/>
                  </a:lnTo>
                  <a:lnTo>
                    <a:pt x="37715" y="17432"/>
                  </a:lnTo>
                  <a:lnTo>
                    <a:pt x="37954" y="25841"/>
                  </a:lnTo>
                  <a:lnTo>
                    <a:pt x="39506" y="26228"/>
                  </a:lnTo>
                  <a:lnTo>
                    <a:pt x="38251" y="30478"/>
                  </a:lnTo>
                  <a:lnTo>
                    <a:pt x="24565" y="34758"/>
                  </a:lnTo>
                  <a:lnTo>
                    <a:pt x="18270" y="38280"/>
                  </a:lnTo>
                  <a:lnTo>
                    <a:pt x="14959" y="40114"/>
                  </a:lnTo>
                  <a:lnTo>
                    <a:pt x="14570" y="42064"/>
                  </a:lnTo>
                  <a:lnTo>
                    <a:pt x="13607" y="42458"/>
                  </a:lnTo>
                  <a:lnTo>
                    <a:pt x="9322" y="41227"/>
                  </a:lnTo>
                  <a:lnTo>
                    <a:pt x="8109" y="39196"/>
                  </a:lnTo>
                  <a:lnTo>
                    <a:pt x="4322" y="36729"/>
                  </a:lnTo>
                  <a:lnTo>
                    <a:pt x="3858" y="35117"/>
                  </a:lnTo>
                  <a:lnTo>
                    <a:pt x="5167" y="34278"/>
                  </a:lnTo>
                  <a:lnTo>
                    <a:pt x="5493" y="33072"/>
                  </a:lnTo>
                  <a:lnTo>
                    <a:pt x="4265" y="30754"/>
                  </a:lnTo>
                  <a:lnTo>
                    <a:pt x="1106" y="27941"/>
                  </a:lnTo>
                  <a:lnTo>
                    <a:pt x="0" y="28284"/>
                  </a:lnTo>
                  <a:lnTo>
                    <a:pt x="3365" y="21944"/>
                  </a:lnTo>
                  <a:lnTo>
                    <a:pt x="8474" y="16419"/>
                  </a:lnTo>
                  <a:lnTo>
                    <a:pt x="9011" y="14162"/>
                  </a:lnTo>
                  <a:lnTo>
                    <a:pt x="11915" y="14998"/>
                  </a:lnTo>
                  <a:lnTo>
                    <a:pt x="12037" y="16082"/>
                  </a:lnTo>
                  <a:lnTo>
                    <a:pt x="13675" y="16652"/>
                  </a:lnTo>
                  <a:lnTo>
                    <a:pt x="15652" y="16462"/>
                  </a:lnTo>
                  <a:lnTo>
                    <a:pt x="18353" y="14227"/>
                  </a:lnTo>
                  <a:lnTo>
                    <a:pt x="17425" y="8480"/>
                  </a:lnTo>
                  <a:lnTo>
                    <a:pt x="21378" y="3964"/>
                  </a:lnTo>
                  <a:lnTo>
                    <a:pt x="24930" y="330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h4316"/>
            <p:cNvSpPr/>
            <p:nvPr/>
          </p:nvSpPr>
          <p:spPr>
            <a:xfrm>
              <a:off x="6867728" y="3032203"/>
              <a:ext cx="31342" cy="17942"/>
            </a:xfrm>
            <a:custGeom>
              <a:avLst/>
              <a:pathLst>
                <a:path w="31342" h="17942">
                  <a:moveTo>
                    <a:pt x="19819" y="2087"/>
                  </a:moveTo>
                  <a:lnTo>
                    <a:pt x="21742" y="4730"/>
                  </a:lnTo>
                  <a:lnTo>
                    <a:pt x="21477" y="9598"/>
                  </a:lnTo>
                  <a:lnTo>
                    <a:pt x="22265" y="11741"/>
                  </a:lnTo>
                  <a:lnTo>
                    <a:pt x="25800" y="10020"/>
                  </a:lnTo>
                  <a:lnTo>
                    <a:pt x="28051" y="6794"/>
                  </a:lnTo>
                  <a:lnTo>
                    <a:pt x="29242" y="7366"/>
                  </a:lnTo>
                  <a:lnTo>
                    <a:pt x="30736" y="9741"/>
                  </a:lnTo>
                  <a:lnTo>
                    <a:pt x="31342" y="11505"/>
                  </a:lnTo>
                  <a:lnTo>
                    <a:pt x="27708" y="15653"/>
                  </a:lnTo>
                  <a:lnTo>
                    <a:pt x="27211" y="17942"/>
                  </a:lnTo>
                  <a:lnTo>
                    <a:pt x="17051" y="17487"/>
                  </a:lnTo>
                  <a:lnTo>
                    <a:pt x="7100" y="15227"/>
                  </a:lnTo>
                  <a:lnTo>
                    <a:pt x="3297" y="17086"/>
                  </a:lnTo>
                  <a:lnTo>
                    <a:pt x="407" y="13603"/>
                  </a:lnTo>
                  <a:lnTo>
                    <a:pt x="0" y="11304"/>
                  </a:lnTo>
                  <a:lnTo>
                    <a:pt x="3345" y="8804"/>
                  </a:lnTo>
                  <a:lnTo>
                    <a:pt x="5621" y="7904"/>
                  </a:lnTo>
                  <a:lnTo>
                    <a:pt x="8064" y="9216"/>
                  </a:lnTo>
                  <a:lnTo>
                    <a:pt x="10983" y="8329"/>
                  </a:lnTo>
                  <a:lnTo>
                    <a:pt x="13043" y="6131"/>
                  </a:lnTo>
                  <a:lnTo>
                    <a:pt x="11631" y="4741"/>
                  </a:lnTo>
                  <a:lnTo>
                    <a:pt x="11446" y="2875"/>
                  </a:lnTo>
                  <a:lnTo>
                    <a:pt x="13465" y="1389"/>
                  </a:lnTo>
                  <a:lnTo>
                    <a:pt x="2010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h4317"/>
            <p:cNvSpPr/>
            <p:nvPr/>
          </p:nvSpPr>
          <p:spPr>
            <a:xfrm>
              <a:off x="6750703" y="3016099"/>
              <a:ext cx="26484" cy="24976"/>
            </a:xfrm>
            <a:custGeom>
              <a:avLst/>
              <a:pathLst>
                <a:path w="26484" h="24976">
                  <a:moveTo>
                    <a:pt x="4955" y="1041"/>
                  </a:moveTo>
                  <a:lnTo>
                    <a:pt x="8574" y="3789"/>
                  </a:lnTo>
                  <a:lnTo>
                    <a:pt x="10075" y="8220"/>
                  </a:lnTo>
                  <a:lnTo>
                    <a:pt x="9375" y="10393"/>
                  </a:lnTo>
                  <a:lnTo>
                    <a:pt x="9725" y="12035"/>
                  </a:lnTo>
                  <a:lnTo>
                    <a:pt x="19166" y="14703"/>
                  </a:lnTo>
                  <a:lnTo>
                    <a:pt x="25082" y="12693"/>
                  </a:lnTo>
                  <a:lnTo>
                    <a:pt x="26484" y="15202"/>
                  </a:lnTo>
                  <a:lnTo>
                    <a:pt x="25480" y="18990"/>
                  </a:lnTo>
                  <a:lnTo>
                    <a:pt x="23831" y="23080"/>
                  </a:lnTo>
                  <a:lnTo>
                    <a:pt x="20841" y="24976"/>
                  </a:lnTo>
                  <a:lnTo>
                    <a:pt x="18430" y="23803"/>
                  </a:lnTo>
                  <a:lnTo>
                    <a:pt x="8147" y="23447"/>
                  </a:lnTo>
                  <a:lnTo>
                    <a:pt x="5984" y="22092"/>
                  </a:lnTo>
                  <a:lnTo>
                    <a:pt x="9541" y="18556"/>
                  </a:lnTo>
                  <a:lnTo>
                    <a:pt x="9041" y="15277"/>
                  </a:lnTo>
                  <a:lnTo>
                    <a:pt x="6509" y="8785"/>
                  </a:lnTo>
                  <a:lnTo>
                    <a:pt x="2926" y="4381"/>
                  </a:lnTo>
                  <a:lnTo>
                    <a:pt x="673" y="4508"/>
                  </a:lnTo>
                  <a:lnTo>
                    <a:pt x="0" y="2470"/>
                  </a:lnTo>
                  <a:lnTo>
                    <a:pt x="476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h4318"/>
            <p:cNvSpPr/>
            <p:nvPr/>
          </p:nvSpPr>
          <p:spPr>
            <a:xfrm>
              <a:off x="6869129" y="2959538"/>
              <a:ext cx="26676" cy="23829"/>
            </a:xfrm>
            <a:custGeom>
              <a:avLst/>
              <a:pathLst>
                <a:path w="26676" h="23829">
                  <a:moveTo>
                    <a:pt x="21835" y="223"/>
                  </a:moveTo>
                  <a:lnTo>
                    <a:pt x="24202" y="1146"/>
                  </a:lnTo>
                  <a:lnTo>
                    <a:pt x="26676" y="3533"/>
                  </a:lnTo>
                  <a:lnTo>
                    <a:pt x="26092" y="5563"/>
                  </a:lnTo>
                  <a:lnTo>
                    <a:pt x="24587" y="6170"/>
                  </a:lnTo>
                  <a:lnTo>
                    <a:pt x="24452" y="8208"/>
                  </a:lnTo>
                  <a:lnTo>
                    <a:pt x="21728" y="7618"/>
                  </a:lnTo>
                  <a:lnTo>
                    <a:pt x="18166" y="10482"/>
                  </a:lnTo>
                  <a:lnTo>
                    <a:pt x="14614" y="11141"/>
                  </a:lnTo>
                  <a:lnTo>
                    <a:pt x="10661" y="15658"/>
                  </a:lnTo>
                  <a:lnTo>
                    <a:pt x="11589" y="21404"/>
                  </a:lnTo>
                  <a:lnTo>
                    <a:pt x="8888" y="23639"/>
                  </a:lnTo>
                  <a:lnTo>
                    <a:pt x="6911" y="23829"/>
                  </a:lnTo>
                  <a:lnTo>
                    <a:pt x="5274" y="23259"/>
                  </a:lnTo>
                  <a:lnTo>
                    <a:pt x="5152" y="22175"/>
                  </a:lnTo>
                  <a:lnTo>
                    <a:pt x="2247" y="21340"/>
                  </a:lnTo>
                  <a:lnTo>
                    <a:pt x="3063" y="16903"/>
                  </a:lnTo>
                  <a:lnTo>
                    <a:pt x="1920" y="16667"/>
                  </a:lnTo>
                  <a:lnTo>
                    <a:pt x="0" y="13941"/>
                  </a:lnTo>
                  <a:lnTo>
                    <a:pt x="1067" y="12368"/>
                  </a:lnTo>
                  <a:lnTo>
                    <a:pt x="3559" y="3840"/>
                  </a:lnTo>
                  <a:lnTo>
                    <a:pt x="3857" y="2376"/>
                  </a:lnTo>
                  <a:lnTo>
                    <a:pt x="8238" y="3017"/>
                  </a:lnTo>
                  <a:lnTo>
                    <a:pt x="11675" y="2091"/>
                  </a:lnTo>
                  <a:lnTo>
                    <a:pt x="11401" y="1582"/>
                  </a:lnTo>
                  <a:lnTo>
                    <a:pt x="1267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h4319"/>
            <p:cNvSpPr/>
            <p:nvPr/>
          </p:nvSpPr>
          <p:spPr>
            <a:xfrm>
              <a:off x="7015399" y="3059864"/>
              <a:ext cx="37921" cy="32086"/>
            </a:xfrm>
            <a:custGeom>
              <a:avLst/>
              <a:pathLst>
                <a:path w="37921" h="32086">
                  <a:moveTo>
                    <a:pt x="33218" y="649"/>
                  </a:moveTo>
                  <a:lnTo>
                    <a:pt x="35525" y="3380"/>
                  </a:lnTo>
                  <a:lnTo>
                    <a:pt x="37016" y="7678"/>
                  </a:lnTo>
                  <a:lnTo>
                    <a:pt x="37921" y="8481"/>
                  </a:lnTo>
                  <a:lnTo>
                    <a:pt x="35023" y="8496"/>
                  </a:lnTo>
                  <a:lnTo>
                    <a:pt x="34414" y="13439"/>
                  </a:lnTo>
                  <a:lnTo>
                    <a:pt x="36493" y="15444"/>
                  </a:lnTo>
                  <a:lnTo>
                    <a:pt x="33291" y="18934"/>
                  </a:lnTo>
                  <a:lnTo>
                    <a:pt x="30632" y="20267"/>
                  </a:lnTo>
                  <a:lnTo>
                    <a:pt x="23714" y="21451"/>
                  </a:lnTo>
                  <a:lnTo>
                    <a:pt x="21363" y="25780"/>
                  </a:lnTo>
                  <a:lnTo>
                    <a:pt x="22117" y="30428"/>
                  </a:lnTo>
                  <a:lnTo>
                    <a:pt x="20736" y="31598"/>
                  </a:lnTo>
                  <a:lnTo>
                    <a:pt x="17309" y="32086"/>
                  </a:lnTo>
                  <a:lnTo>
                    <a:pt x="14702" y="31131"/>
                  </a:lnTo>
                  <a:lnTo>
                    <a:pt x="13287" y="31883"/>
                  </a:lnTo>
                  <a:lnTo>
                    <a:pt x="12484" y="29238"/>
                  </a:lnTo>
                  <a:lnTo>
                    <a:pt x="10886" y="28324"/>
                  </a:lnTo>
                  <a:lnTo>
                    <a:pt x="4652" y="28118"/>
                  </a:lnTo>
                  <a:lnTo>
                    <a:pt x="2492" y="30552"/>
                  </a:lnTo>
                  <a:lnTo>
                    <a:pt x="570" y="26654"/>
                  </a:lnTo>
                  <a:lnTo>
                    <a:pt x="0" y="19904"/>
                  </a:lnTo>
                  <a:lnTo>
                    <a:pt x="3266" y="17207"/>
                  </a:lnTo>
                  <a:lnTo>
                    <a:pt x="8146" y="14753"/>
                  </a:lnTo>
                  <a:lnTo>
                    <a:pt x="5173" y="6045"/>
                  </a:lnTo>
                  <a:lnTo>
                    <a:pt x="10028" y="3529"/>
                  </a:lnTo>
                  <a:lnTo>
                    <a:pt x="13186" y="4344"/>
                  </a:lnTo>
                  <a:lnTo>
                    <a:pt x="13865" y="3818"/>
                  </a:lnTo>
                  <a:lnTo>
                    <a:pt x="20817" y="4094"/>
                  </a:lnTo>
                  <a:lnTo>
                    <a:pt x="26985" y="3325"/>
                  </a:lnTo>
                  <a:lnTo>
                    <a:pt x="30297" y="1875"/>
                  </a:lnTo>
                  <a:lnTo>
                    <a:pt x="3160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h4320"/>
            <p:cNvSpPr/>
            <p:nvPr/>
          </p:nvSpPr>
          <p:spPr>
            <a:xfrm>
              <a:off x="6775961" y="3004636"/>
              <a:ext cx="38776" cy="30867"/>
            </a:xfrm>
            <a:custGeom>
              <a:avLst/>
              <a:pathLst>
                <a:path w="38776" h="30867">
                  <a:moveTo>
                    <a:pt x="37241" y="6063"/>
                  </a:moveTo>
                  <a:lnTo>
                    <a:pt x="38776" y="12995"/>
                  </a:lnTo>
                  <a:lnTo>
                    <a:pt x="36619" y="14978"/>
                  </a:lnTo>
                  <a:lnTo>
                    <a:pt x="33579" y="13715"/>
                  </a:lnTo>
                  <a:lnTo>
                    <a:pt x="29062" y="13617"/>
                  </a:lnTo>
                  <a:lnTo>
                    <a:pt x="27287" y="15408"/>
                  </a:lnTo>
                  <a:lnTo>
                    <a:pt x="29012" y="19113"/>
                  </a:lnTo>
                  <a:lnTo>
                    <a:pt x="24241" y="22936"/>
                  </a:lnTo>
                  <a:lnTo>
                    <a:pt x="21796" y="24674"/>
                  </a:lnTo>
                  <a:lnTo>
                    <a:pt x="18393" y="23930"/>
                  </a:lnTo>
                  <a:lnTo>
                    <a:pt x="15766" y="25139"/>
                  </a:lnTo>
                  <a:lnTo>
                    <a:pt x="14140" y="28860"/>
                  </a:lnTo>
                  <a:lnTo>
                    <a:pt x="8304" y="30867"/>
                  </a:lnTo>
                  <a:lnTo>
                    <a:pt x="6698" y="29291"/>
                  </a:lnTo>
                  <a:lnTo>
                    <a:pt x="4041" y="23446"/>
                  </a:lnTo>
                  <a:lnTo>
                    <a:pt x="2253" y="23084"/>
                  </a:lnTo>
                  <a:lnTo>
                    <a:pt x="3485" y="19992"/>
                  </a:lnTo>
                  <a:lnTo>
                    <a:pt x="0" y="15632"/>
                  </a:lnTo>
                  <a:lnTo>
                    <a:pt x="1586" y="14203"/>
                  </a:lnTo>
                  <a:lnTo>
                    <a:pt x="5100" y="14226"/>
                  </a:lnTo>
                  <a:lnTo>
                    <a:pt x="6899" y="13406"/>
                  </a:lnTo>
                  <a:lnTo>
                    <a:pt x="10947" y="13195"/>
                  </a:lnTo>
                  <a:lnTo>
                    <a:pt x="16715" y="14080"/>
                  </a:lnTo>
                  <a:lnTo>
                    <a:pt x="19470" y="11328"/>
                  </a:lnTo>
                  <a:lnTo>
                    <a:pt x="20600" y="8078"/>
                  </a:lnTo>
                  <a:lnTo>
                    <a:pt x="17732" y="6173"/>
                  </a:lnTo>
                  <a:lnTo>
                    <a:pt x="17327" y="5041"/>
                  </a:lnTo>
                  <a:lnTo>
                    <a:pt x="22442" y="4194"/>
                  </a:lnTo>
                  <a:lnTo>
                    <a:pt x="24779" y="990"/>
                  </a:lnTo>
                  <a:lnTo>
                    <a:pt x="28847" y="0"/>
                  </a:lnTo>
                  <a:lnTo>
                    <a:pt x="33374" y="913"/>
                  </a:lnTo>
                  <a:close/>
                  <a:moveTo>
                    <a:pt x="20616" y="6514"/>
                  </a:moveTo>
                  <a:lnTo>
                    <a:pt x="20311" y="6090"/>
                  </a:lnTo>
                  <a:lnTo>
                    <a:pt x="20268" y="668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h4321"/>
            <p:cNvSpPr/>
            <p:nvPr/>
          </p:nvSpPr>
          <p:spPr>
            <a:xfrm>
              <a:off x="6916032" y="3016789"/>
              <a:ext cx="26631" cy="20245"/>
            </a:xfrm>
            <a:custGeom>
              <a:avLst/>
              <a:pathLst>
                <a:path w="26631" h="20245">
                  <a:moveTo>
                    <a:pt x="23052" y="1449"/>
                  </a:moveTo>
                  <a:lnTo>
                    <a:pt x="26187" y="2961"/>
                  </a:lnTo>
                  <a:lnTo>
                    <a:pt x="25875" y="12646"/>
                  </a:lnTo>
                  <a:lnTo>
                    <a:pt x="26631" y="15718"/>
                  </a:lnTo>
                  <a:lnTo>
                    <a:pt x="25840" y="18516"/>
                  </a:lnTo>
                  <a:lnTo>
                    <a:pt x="23581" y="20245"/>
                  </a:lnTo>
                  <a:lnTo>
                    <a:pt x="21186" y="18731"/>
                  </a:lnTo>
                  <a:lnTo>
                    <a:pt x="21556" y="17304"/>
                  </a:lnTo>
                  <a:lnTo>
                    <a:pt x="20633" y="16256"/>
                  </a:lnTo>
                  <a:lnTo>
                    <a:pt x="15154" y="17898"/>
                  </a:lnTo>
                  <a:lnTo>
                    <a:pt x="15242" y="19385"/>
                  </a:lnTo>
                  <a:lnTo>
                    <a:pt x="10640" y="19191"/>
                  </a:lnTo>
                  <a:lnTo>
                    <a:pt x="6204" y="18009"/>
                  </a:lnTo>
                  <a:lnTo>
                    <a:pt x="0" y="6519"/>
                  </a:lnTo>
                  <a:lnTo>
                    <a:pt x="2755" y="4446"/>
                  </a:lnTo>
                  <a:lnTo>
                    <a:pt x="4398" y="4949"/>
                  </a:lnTo>
                  <a:lnTo>
                    <a:pt x="12258" y="4384"/>
                  </a:lnTo>
                  <a:lnTo>
                    <a:pt x="1653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h4322"/>
            <p:cNvSpPr/>
            <p:nvPr/>
          </p:nvSpPr>
          <p:spPr>
            <a:xfrm>
              <a:off x="6944332" y="3088342"/>
              <a:ext cx="66102" cy="72396"/>
            </a:xfrm>
            <a:custGeom>
              <a:avLst/>
              <a:pathLst>
                <a:path w="66102" h="72396">
                  <a:moveTo>
                    <a:pt x="7426" y="1633"/>
                  </a:moveTo>
                  <a:lnTo>
                    <a:pt x="9499" y="1422"/>
                  </a:lnTo>
                  <a:lnTo>
                    <a:pt x="13928" y="2656"/>
                  </a:lnTo>
                  <a:lnTo>
                    <a:pt x="14198" y="4924"/>
                  </a:lnTo>
                  <a:lnTo>
                    <a:pt x="13071" y="5092"/>
                  </a:lnTo>
                  <a:lnTo>
                    <a:pt x="12659" y="6990"/>
                  </a:lnTo>
                  <a:lnTo>
                    <a:pt x="16729" y="11444"/>
                  </a:lnTo>
                  <a:lnTo>
                    <a:pt x="20171" y="12077"/>
                  </a:lnTo>
                  <a:lnTo>
                    <a:pt x="17881" y="16260"/>
                  </a:lnTo>
                  <a:lnTo>
                    <a:pt x="21250" y="21214"/>
                  </a:lnTo>
                  <a:lnTo>
                    <a:pt x="22754" y="21717"/>
                  </a:lnTo>
                  <a:lnTo>
                    <a:pt x="23956" y="21236"/>
                  </a:lnTo>
                  <a:lnTo>
                    <a:pt x="22910" y="18564"/>
                  </a:lnTo>
                  <a:lnTo>
                    <a:pt x="23794" y="16975"/>
                  </a:lnTo>
                  <a:lnTo>
                    <a:pt x="29872" y="12059"/>
                  </a:lnTo>
                  <a:lnTo>
                    <a:pt x="37609" y="7606"/>
                  </a:lnTo>
                  <a:lnTo>
                    <a:pt x="40420" y="19332"/>
                  </a:lnTo>
                  <a:lnTo>
                    <a:pt x="40031" y="20829"/>
                  </a:lnTo>
                  <a:lnTo>
                    <a:pt x="42023" y="27244"/>
                  </a:lnTo>
                  <a:lnTo>
                    <a:pt x="43573" y="36707"/>
                  </a:lnTo>
                  <a:lnTo>
                    <a:pt x="43401" y="41133"/>
                  </a:lnTo>
                  <a:lnTo>
                    <a:pt x="44536" y="43415"/>
                  </a:lnTo>
                  <a:lnTo>
                    <a:pt x="48499" y="44473"/>
                  </a:lnTo>
                  <a:lnTo>
                    <a:pt x="49455" y="43993"/>
                  </a:lnTo>
                  <a:lnTo>
                    <a:pt x="51529" y="39016"/>
                  </a:lnTo>
                  <a:lnTo>
                    <a:pt x="50820" y="36608"/>
                  </a:lnTo>
                  <a:lnTo>
                    <a:pt x="51459" y="32868"/>
                  </a:lnTo>
                  <a:lnTo>
                    <a:pt x="52823" y="31126"/>
                  </a:lnTo>
                  <a:lnTo>
                    <a:pt x="57690" y="33131"/>
                  </a:lnTo>
                  <a:lnTo>
                    <a:pt x="65944" y="42619"/>
                  </a:lnTo>
                  <a:lnTo>
                    <a:pt x="66102" y="43805"/>
                  </a:lnTo>
                  <a:lnTo>
                    <a:pt x="65302" y="48323"/>
                  </a:lnTo>
                  <a:lnTo>
                    <a:pt x="63423" y="52223"/>
                  </a:lnTo>
                  <a:lnTo>
                    <a:pt x="55580" y="60090"/>
                  </a:lnTo>
                  <a:lnTo>
                    <a:pt x="54461" y="62762"/>
                  </a:lnTo>
                  <a:lnTo>
                    <a:pt x="45319" y="72396"/>
                  </a:lnTo>
                  <a:lnTo>
                    <a:pt x="44095" y="72108"/>
                  </a:lnTo>
                  <a:lnTo>
                    <a:pt x="43583" y="66933"/>
                  </a:lnTo>
                  <a:lnTo>
                    <a:pt x="38635" y="62739"/>
                  </a:lnTo>
                  <a:lnTo>
                    <a:pt x="35133" y="63867"/>
                  </a:lnTo>
                  <a:lnTo>
                    <a:pt x="33305" y="67243"/>
                  </a:lnTo>
                  <a:lnTo>
                    <a:pt x="33477" y="68388"/>
                  </a:lnTo>
                  <a:lnTo>
                    <a:pt x="26305" y="69109"/>
                  </a:lnTo>
                  <a:lnTo>
                    <a:pt x="20927" y="63872"/>
                  </a:lnTo>
                  <a:lnTo>
                    <a:pt x="19963" y="60734"/>
                  </a:lnTo>
                  <a:lnTo>
                    <a:pt x="24866" y="50306"/>
                  </a:lnTo>
                  <a:lnTo>
                    <a:pt x="25022" y="48314"/>
                  </a:lnTo>
                  <a:lnTo>
                    <a:pt x="22982" y="41754"/>
                  </a:lnTo>
                  <a:lnTo>
                    <a:pt x="14501" y="33544"/>
                  </a:lnTo>
                  <a:lnTo>
                    <a:pt x="8216" y="35045"/>
                  </a:lnTo>
                  <a:lnTo>
                    <a:pt x="5819" y="33100"/>
                  </a:lnTo>
                  <a:lnTo>
                    <a:pt x="2045" y="21860"/>
                  </a:lnTo>
                  <a:lnTo>
                    <a:pt x="0" y="20957"/>
                  </a:lnTo>
                  <a:lnTo>
                    <a:pt x="3003" y="17292"/>
                  </a:lnTo>
                  <a:lnTo>
                    <a:pt x="4788" y="5110"/>
                  </a:lnTo>
                  <a:lnTo>
                    <a:pt x="636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h4323"/>
            <p:cNvSpPr/>
            <p:nvPr/>
          </p:nvSpPr>
          <p:spPr>
            <a:xfrm>
              <a:off x="7038815" y="3018935"/>
              <a:ext cx="19310" cy="22303"/>
            </a:xfrm>
            <a:custGeom>
              <a:avLst/>
              <a:pathLst>
                <a:path w="19310" h="22303">
                  <a:moveTo>
                    <a:pt x="12272" y="178"/>
                  </a:moveTo>
                  <a:lnTo>
                    <a:pt x="13857" y="2189"/>
                  </a:lnTo>
                  <a:lnTo>
                    <a:pt x="17467" y="3946"/>
                  </a:lnTo>
                  <a:lnTo>
                    <a:pt x="19310" y="3047"/>
                  </a:lnTo>
                  <a:lnTo>
                    <a:pt x="17819" y="7352"/>
                  </a:lnTo>
                  <a:lnTo>
                    <a:pt x="18335" y="15651"/>
                  </a:lnTo>
                  <a:lnTo>
                    <a:pt x="17569" y="18523"/>
                  </a:lnTo>
                  <a:lnTo>
                    <a:pt x="12350" y="22012"/>
                  </a:lnTo>
                  <a:lnTo>
                    <a:pt x="7720" y="21995"/>
                  </a:lnTo>
                  <a:lnTo>
                    <a:pt x="7696" y="20438"/>
                  </a:lnTo>
                  <a:lnTo>
                    <a:pt x="4117" y="22303"/>
                  </a:lnTo>
                  <a:lnTo>
                    <a:pt x="3527" y="21892"/>
                  </a:lnTo>
                  <a:lnTo>
                    <a:pt x="3883" y="15555"/>
                  </a:lnTo>
                  <a:lnTo>
                    <a:pt x="0" y="12023"/>
                  </a:lnTo>
                  <a:lnTo>
                    <a:pt x="2959" y="8358"/>
                  </a:lnTo>
                  <a:lnTo>
                    <a:pt x="2453" y="5471"/>
                  </a:lnTo>
                  <a:lnTo>
                    <a:pt x="3210" y="6086"/>
                  </a:lnTo>
                  <a:lnTo>
                    <a:pt x="9742" y="4476"/>
                  </a:lnTo>
                  <a:lnTo>
                    <a:pt x="10264" y="2023"/>
                  </a:lnTo>
                  <a:lnTo>
                    <a:pt x="970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h4324"/>
            <p:cNvSpPr/>
            <p:nvPr/>
          </p:nvSpPr>
          <p:spPr>
            <a:xfrm>
              <a:off x="6828479" y="3067248"/>
              <a:ext cx="21980" cy="19152"/>
            </a:xfrm>
            <a:custGeom>
              <a:avLst/>
              <a:pathLst>
                <a:path w="21980" h="19152">
                  <a:moveTo>
                    <a:pt x="9446" y="952"/>
                  </a:moveTo>
                  <a:lnTo>
                    <a:pt x="12683" y="10199"/>
                  </a:lnTo>
                  <a:lnTo>
                    <a:pt x="19371" y="12458"/>
                  </a:lnTo>
                  <a:lnTo>
                    <a:pt x="21877" y="14342"/>
                  </a:lnTo>
                  <a:lnTo>
                    <a:pt x="21980" y="18669"/>
                  </a:lnTo>
                  <a:lnTo>
                    <a:pt x="19868" y="18985"/>
                  </a:lnTo>
                  <a:lnTo>
                    <a:pt x="18349" y="17600"/>
                  </a:lnTo>
                  <a:lnTo>
                    <a:pt x="18229" y="16471"/>
                  </a:lnTo>
                  <a:lnTo>
                    <a:pt x="7174" y="19152"/>
                  </a:lnTo>
                  <a:lnTo>
                    <a:pt x="5857" y="17424"/>
                  </a:lnTo>
                  <a:lnTo>
                    <a:pt x="3869" y="18410"/>
                  </a:lnTo>
                  <a:lnTo>
                    <a:pt x="891" y="8873"/>
                  </a:lnTo>
                  <a:lnTo>
                    <a:pt x="4140" y="6726"/>
                  </a:lnTo>
                  <a:lnTo>
                    <a:pt x="0" y="2705"/>
                  </a:lnTo>
                  <a:lnTo>
                    <a:pt x="474" y="1477"/>
                  </a:lnTo>
                  <a:lnTo>
                    <a:pt x="3786" y="1476"/>
                  </a:lnTo>
                  <a:lnTo>
                    <a:pt x="5540" y="620"/>
                  </a:lnTo>
                  <a:lnTo>
                    <a:pt x="765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h4325"/>
            <p:cNvSpPr/>
            <p:nvPr/>
          </p:nvSpPr>
          <p:spPr>
            <a:xfrm>
              <a:off x="6934751" y="3045994"/>
              <a:ext cx="47191" cy="64065"/>
            </a:xfrm>
            <a:custGeom>
              <a:avLst/>
              <a:pathLst>
                <a:path w="47191" h="64065">
                  <a:moveTo>
                    <a:pt x="27951" y="1111"/>
                  </a:moveTo>
                  <a:lnTo>
                    <a:pt x="28581" y="2470"/>
                  </a:lnTo>
                  <a:lnTo>
                    <a:pt x="29482" y="2496"/>
                  </a:lnTo>
                  <a:lnTo>
                    <a:pt x="30377" y="681"/>
                  </a:lnTo>
                  <a:lnTo>
                    <a:pt x="31771" y="1638"/>
                  </a:lnTo>
                  <a:lnTo>
                    <a:pt x="34788" y="6124"/>
                  </a:lnTo>
                  <a:lnTo>
                    <a:pt x="35216" y="8748"/>
                  </a:lnTo>
                  <a:lnTo>
                    <a:pt x="34285" y="23261"/>
                  </a:lnTo>
                  <a:lnTo>
                    <a:pt x="41995" y="31403"/>
                  </a:lnTo>
                  <a:lnTo>
                    <a:pt x="44184" y="35868"/>
                  </a:lnTo>
                  <a:lnTo>
                    <a:pt x="46644" y="39807"/>
                  </a:lnTo>
                  <a:lnTo>
                    <a:pt x="47191" y="49953"/>
                  </a:lnTo>
                  <a:lnTo>
                    <a:pt x="39453" y="54407"/>
                  </a:lnTo>
                  <a:lnTo>
                    <a:pt x="33376" y="59323"/>
                  </a:lnTo>
                  <a:lnTo>
                    <a:pt x="32492" y="60912"/>
                  </a:lnTo>
                  <a:lnTo>
                    <a:pt x="33538" y="63584"/>
                  </a:lnTo>
                  <a:lnTo>
                    <a:pt x="32336" y="64065"/>
                  </a:lnTo>
                  <a:lnTo>
                    <a:pt x="30831" y="63561"/>
                  </a:lnTo>
                  <a:lnTo>
                    <a:pt x="27463" y="58608"/>
                  </a:lnTo>
                  <a:lnTo>
                    <a:pt x="29752" y="54425"/>
                  </a:lnTo>
                  <a:lnTo>
                    <a:pt x="26310" y="53792"/>
                  </a:lnTo>
                  <a:lnTo>
                    <a:pt x="22240" y="49338"/>
                  </a:lnTo>
                  <a:lnTo>
                    <a:pt x="22652" y="47440"/>
                  </a:lnTo>
                  <a:lnTo>
                    <a:pt x="23780" y="47272"/>
                  </a:lnTo>
                  <a:lnTo>
                    <a:pt x="23510" y="45003"/>
                  </a:lnTo>
                  <a:lnTo>
                    <a:pt x="19080" y="43770"/>
                  </a:lnTo>
                  <a:lnTo>
                    <a:pt x="17007" y="43980"/>
                  </a:lnTo>
                  <a:lnTo>
                    <a:pt x="15946" y="42347"/>
                  </a:lnTo>
                  <a:lnTo>
                    <a:pt x="16138" y="40771"/>
                  </a:lnTo>
                  <a:lnTo>
                    <a:pt x="12749" y="37509"/>
                  </a:lnTo>
                  <a:lnTo>
                    <a:pt x="10789" y="30369"/>
                  </a:lnTo>
                  <a:lnTo>
                    <a:pt x="8777" y="28253"/>
                  </a:lnTo>
                  <a:lnTo>
                    <a:pt x="10622" y="23367"/>
                  </a:lnTo>
                  <a:lnTo>
                    <a:pt x="1818" y="18354"/>
                  </a:lnTo>
                  <a:lnTo>
                    <a:pt x="1715" y="17384"/>
                  </a:lnTo>
                  <a:lnTo>
                    <a:pt x="1990" y="15751"/>
                  </a:lnTo>
                  <a:lnTo>
                    <a:pt x="282" y="15949"/>
                  </a:lnTo>
                  <a:lnTo>
                    <a:pt x="0" y="13838"/>
                  </a:lnTo>
                  <a:lnTo>
                    <a:pt x="2548" y="11044"/>
                  </a:lnTo>
                  <a:lnTo>
                    <a:pt x="8004" y="12842"/>
                  </a:lnTo>
                  <a:lnTo>
                    <a:pt x="8750" y="14660"/>
                  </a:lnTo>
                  <a:lnTo>
                    <a:pt x="12160" y="17055"/>
                  </a:lnTo>
                  <a:lnTo>
                    <a:pt x="17251" y="14460"/>
                  </a:lnTo>
                  <a:lnTo>
                    <a:pt x="26703" y="5816"/>
                  </a:lnTo>
                  <a:lnTo>
                    <a:pt x="2560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h4326"/>
            <p:cNvSpPr/>
            <p:nvPr/>
          </p:nvSpPr>
          <p:spPr>
            <a:xfrm>
              <a:off x="6870347" y="3047431"/>
              <a:ext cx="27043" cy="13039"/>
            </a:xfrm>
            <a:custGeom>
              <a:avLst/>
              <a:pathLst>
                <a:path w="27043" h="13039">
                  <a:moveTo>
                    <a:pt x="14432" y="2259"/>
                  </a:moveTo>
                  <a:lnTo>
                    <a:pt x="24592" y="2714"/>
                  </a:lnTo>
                  <a:lnTo>
                    <a:pt x="27043" y="6530"/>
                  </a:lnTo>
                  <a:lnTo>
                    <a:pt x="22089" y="11139"/>
                  </a:lnTo>
                  <a:lnTo>
                    <a:pt x="17344" y="12725"/>
                  </a:lnTo>
                  <a:lnTo>
                    <a:pt x="12863" y="11958"/>
                  </a:lnTo>
                  <a:lnTo>
                    <a:pt x="7139" y="12082"/>
                  </a:lnTo>
                  <a:lnTo>
                    <a:pt x="4056" y="13039"/>
                  </a:lnTo>
                  <a:lnTo>
                    <a:pt x="1480" y="12602"/>
                  </a:lnTo>
                  <a:lnTo>
                    <a:pt x="778" y="10516"/>
                  </a:lnTo>
                  <a:lnTo>
                    <a:pt x="2140" y="9121"/>
                  </a:lnTo>
                  <a:lnTo>
                    <a:pt x="0" y="7858"/>
                  </a:lnTo>
                  <a:lnTo>
                    <a:pt x="678" y="1858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h4327"/>
            <p:cNvSpPr/>
            <p:nvPr/>
          </p:nvSpPr>
          <p:spPr>
            <a:xfrm>
              <a:off x="6734619" y="3020480"/>
              <a:ext cx="36925" cy="49825"/>
            </a:xfrm>
            <a:custGeom>
              <a:avLst/>
              <a:pathLst>
                <a:path w="36925" h="49825">
                  <a:moveTo>
                    <a:pt x="19009" y="0"/>
                  </a:moveTo>
                  <a:lnTo>
                    <a:pt x="22593" y="4404"/>
                  </a:lnTo>
                  <a:lnTo>
                    <a:pt x="25125" y="10896"/>
                  </a:lnTo>
                  <a:lnTo>
                    <a:pt x="25624" y="14175"/>
                  </a:lnTo>
                  <a:lnTo>
                    <a:pt x="22067" y="17711"/>
                  </a:lnTo>
                  <a:lnTo>
                    <a:pt x="24230" y="19066"/>
                  </a:lnTo>
                  <a:lnTo>
                    <a:pt x="34514" y="19422"/>
                  </a:lnTo>
                  <a:lnTo>
                    <a:pt x="36925" y="20595"/>
                  </a:lnTo>
                  <a:lnTo>
                    <a:pt x="35143" y="25065"/>
                  </a:lnTo>
                  <a:lnTo>
                    <a:pt x="34938" y="28630"/>
                  </a:lnTo>
                  <a:lnTo>
                    <a:pt x="35976" y="32354"/>
                  </a:lnTo>
                  <a:lnTo>
                    <a:pt x="22217" y="33517"/>
                  </a:lnTo>
                  <a:lnTo>
                    <a:pt x="19270" y="36213"/>
                  </a:lnTo>
                  <a:lnTo>
                    <a:pt x="19026" y="40350"/>
                  </a:lnTo>
                  <a:lnTo>
                    <a:pt x="20218" y="42443"/>
                  </a:lnTo>
                  <a:lnTo>
                    <a:pt x="19497" y="44474"/>
                  </a:lnTo>
                  <a:lnTo>
                    <a:pt x="19285" y="45212"/>
                  </a:lnTo>
                  <a:lnTo>
                    <a:pt x="13958" y="48324"/>
                  </a:lnTo>
                  <a:lnTo>
                    <a:pt x="10116" y="49825"/>
                  </a:lnTo>
                  <a:lnTo>
                    <a:pt x="8450" y="49372"/>
                  </a:lnTo>
                  <a:lnTo>
                    <a:pt x="8146" y="46995"/>
                  </a:lnTo>
                  <a:lnTo>
                    <a:pt x="6155" y="46371"/>
                  </a:lnTo>
                  <a:lnTo>
                    <a:pt x="1651" y="49007"/>
                  </a:lnTo>
                  <a:lnTo>
                    <a:pt x="147" y="49026"/>
                  </a:lnTo>
                  <a:lnTo>
                    <a:pt x="0" y="48276"/>
                  </a:lnTo>
                  <a:lnTo>
                    <a:pt x="1640" y="46955"/>
                  </a:lnTo>
                  <a:lnTo>
                    <a:pt x="3305" y="43216"/>
                  </a:lnTo>
                  <a:lnTo>
                    <a:pt x="2885" y="39406"/>
                  </a:lnTo>
                  <a:lnTo>
                    <a:pt x="1626" y="36942"/>
                  </a:lnTo>
                  <a:lnTo>
                    <a:pt x="2915" y="34950"/>
                  </a:lnTo>
                  <a:lnTo>
                    <a:pt x="5294" y="34662"/>
                  </a:lnTo>
                  <a:lnTo>
                    <a:pt x="8319" y="31458"/>
                  </a:lnTo>
                  <a:lnTo>
                    <a:pt x="10408" y="22701"/>
                  </a:lnTo>
                  <a:lnTo>
                    <a:pt x="10365" y="20240"/>
                  </a:lnTo>
                  <a:lnTo>
                    <a:pt x="17691" y="16505"/>
                  </a:lnTo>
                  <a:lnTo>
                    <a:pt x="20589" y="16494"/>
                  </a:lnTo>
                  <a:lnTo>
                    <a:pt x="16757" y="12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h4328"/>
            <p:cNvSpPr/>
            <p:nvPr/>
          </p:nvSpPr>
          <p:spPr>
            <a:xfrm>
              <a:off x="6755471" y="3004276"/>
              <a:ext cx="27389" cy="26527"/>
            </a:xfrm>
            <a:custGeom>
              <a:avLst/>
              <a:pathLst>
                <a:path w="27389" h="26527">
                  <a:moveTo>
                    <a:pt x="25256" y="1633"/>
                  </a:moveTo>
                  <a:lnTo>
                    <a:pt x="24241" y="3022"/>
                  </a:lnTo>
                  <a:lnTo>
                    <a:pt x="25135" y="8627"/>
                  </a:lnTo>
                  <a:lnTo>
                    <a:pt x="25747" y="11811"/>
                  </a:lnTo>
                  <a:lnTo>
                    <a:pt x="27389" y="13766"/>
                  </a:lnTo>
                  <a:lnTo>
                    <a:pt x="25590" y="14585"/>
                  </a:lnTo>
                  <a:lnTo>
                    <a:pt x="22076" y="14563"/>
                  </a:lnTo>
                  <a:lnTo>
                    <a:pt x="20489" y="15992"/>
                  </a:lnTo>
                  <a:lnTo>
                    <a:pt x="23975" y="20352"/>
                  </a:lnTo>
                  <a:lnTo>
                    <a:pt x="22742" y="23444"/>
                  </a:lnTo>
                  <a:lnTo>
                    <a:pt x="20314" y="24516"/>
                  </a:lnTo>
                  <a:lnTo>
                    <a:pt x="14398" y="26527"/>
                  </a:lnTo>
                  <a:lnTo>
                    <a:pt x="4957" y="23858"/>
                  </a:lnTo>
                  <a:lnTo>
                    <a:pt x="4607" y="22217"/>
                  </a:lnTo>
                  <a:lnTo>
                    <a:pt x="5308" y="20043"/>
                  </a:lnTo>
                  <a:lnTo>
                    <a:pt x="3806" y="15612"/>
                  </a:lnTo>
                  <a:lnTo>
                    <a:pt x="187" y="12865"/>
                  </a:lnTo>
                  <a:lnTo>
                    <a:pt x="0" y="11823"/>
                  </a:lnTo>
                  <a:lnTo>
                    <a:pt x="7679" y="10370"/>
                  </a:lnTo>
                  <a:lnTo>
                    <a:pt x="5988" y="7248"/>
                  </a:lnTo>
                  <a:lnTo>
                    <a:pt x="6350" y="4204"/>
                  </a:lnTo>
                  <a:lnTo>
                    <a:pt x="10659" y="3515"/>
                  </a:lnTo>
                  <a:lnTo>
                    <a:pt x="11101" y="1576"/>
                  </a:lnTo>
                  <a:lnTo>
                    <a:pt x="14576" y="999"/>
                  </a:lnTo>
                  <a:lnTo>
                    <a:pt x="19832" y="1361"/>
                  </a:lnTo>
                  <a:lnTo>
                    <a:pt x="2269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h4329"/>
            <p:cNvSpPr/>
            <p:nvPr/>
          </p:nvSpPr>
          <p:spPr>
            <a:xfrm>
              <a:off x="6777947" y="3052672"/>
              <a:ext cx="56421" cy="57488"/>
            </a:xfrm>
            <a:custGeom>
              <a:avLst/>
              <a:pathLst>
                <a:path w="56421" h="57488">
                  <a:moveTo>
                    <a:pt x="33254" y="727"/>
                  </a:moveTo>
                  <a:lnTo>
                    <a:pt x="36606" y="3882"/>
                  </a:lnTo>
                  <a:lnTo>
                    <a:pt x="48695" y="5963"/>
                  </a:lnTo>
                  <a:lnTo>
                    <a:pt x="51786" y="5868"/>
                  </a:lnTo>
                  <a:lnTo>
                    <a:pt x="53569" y="5850"/>
                  </a:lnTo>
                  <a:lnTo>
                    <a:pt x="54553" y="8197"/>
                  </a:lnTo>
                  <a:lnTo>
                    <a:pt x="56387" y="7916"/>
                  </a:lnTo>
                  <a:lnTo>
                    <a:pt x="55768" y="8910"/>
                  </a:lnTo>
                  <a:lnTo>
                    <a:pt x="56421" y="11681"/>
                  </a:lnTo>
                  <a:lnTo>
                    <a:pt x="56072" y="15197"/>
                  </a:lnTo>
                  <a:lnTo>
                    <a:pt x="54319" y="16053"/>
                  </a:lnTo>
                  <a:lnTo>
                    <a:pt x="51006" y="16053"/>
                  </a:lnTo>
                  <a:lnTo>
                    <a:pt x="50532" y="17281"/>
                  </a:lnTo>
                  <a:lnTo>
                    <a:pt x="54672" y="21302"/>
                  </a:lnTo>
                  <a:lnTo>
                    <a:pt x="51423" y="23449"/>
                  </a:lnTo>
                  <a:lnTo>
                    <a:pt x="54402" y="32986"/>
                  </a:lnTo>
                  <a:lnTo>
                    <a:pt x="52254" y="33145"/>
                  </a:lnTo>
                  <a:lnTo>
                    <a:pt x="49660" y="35399"/>
                  </a:lnTo>
                  <a:lnTo>
                    <a:pt x="49010" y="38011"/>
                  </a:lnTo>
                  <a:lnTo>
                    <a:pt x="53084" y="42402"/>
                  </a:lnTo>
                  <a:lnTo>
                    <a:pt x="55783" y="47022"/>
                  </a:lnTo>
                  <a:lnTo>
                    <a:pt x="54859" y="47618"/>
                  </a:lnTo>
                  <a:lnTo>
                    <a:pt x="51633" y="48698"/>
                  </a:lnTo>
                  <a:lnTo>
                    <a:pt x="48827" y="48577"/>
                  </a:lnTo>
                  <a:lnTo>
                    <a:pt x="44083" y="46004"/>
                  </a:lnTo>
                  <a:lnTo>
                    <a:pt x="39940" y="45290"/>
                  </a:lnTo>
                  <a:lnTo>
                    <a:pt x="38416" y="45993"/>
                  </a:lnTo>
                  <a:lnTo>
                    <a:pt x="39420" y="48656"/>
                  </a:lnTo>
                  <a:lnTo>
                    <a:pt x="38850" y="50299"/>
                  </a:lnTo>
                  <a:lnTo>
                    <a:pt x="38113" y="50245"/>
                  </a:lnTo>
                  <a:lnTo>
                    <a:pt x="37334" y="57488"/>
                  </a:lnTo>
                  <a:lnTo>
                    <a:pt x="30266" y="51253"/>
                  </a:lnTo>
                  <a:lnTo>
                    <a:pt x="26738" y="44966"/>
                  </a:lnTo>
                  <a:lnTo>
                    <a:pt x="25869" y="44836"/>
                  </a:lnTo>
                  <a:lnTo>
                    <a:pt x="24452" y="46078"/>
                  </a:lnTo>
                  <a:lnTo>
                    <a:pt x="23036" y="43162"/>
                  </a:lnTo>
                  <a:lnTo>
                    <a:pt x="26059" y="36493"/>
                  </a:lnTo>
                  <a:lnTo>
                    <a:pt x="28009" y="33919"/>
                  </a:lnTo>
                  <a:lnTo>
                    <a:pt x="32933" y="31983"/>
                  </a:lnTo>
                  <a:lnTo>
                    <a:pt x="36059" y="32125"/>
                  </a:lnTo>
                  <a:lnTo>
                    <a:pt x="35773" y="28823"/>
                  </a:lnTo>
                  <a:lnTo>
                    <a:pt x="34228" y="24425"/>
                  </a:lnTo>
                  <a:lnTo>
                    <a:pt x="34400" y="20350"/>
                  </a:lnTo>
                  <a:lnTo>
                    <a:pt x="33643" y="19431"/>
                  </a:lnTo>
                  <a:lnTo>
                    <a:pt x="25727" y="20020"/>
                  </a:lnTo>
                  <a:lnTo>
                    <a:pt x="17282" y="17002"/>
                  </a:lnTo>
                  <a:lnTo>
                    <a:pt x="14194" y="15133"/>
                  </a:lnTo>
                  <a:lnTo>
                    <a:pt x="7760" y="15231"/>
                  </a:lnTo>
                  <a:lnTo>
                    <a:pt x="7618" y="12285"/>
                  </a:lnTo>
                  <a:lnTo>
                    <a:pt x="6263" y="11835"/>
                  </a:lnTo>
                  <a:lnTo>
                    <a:pt x="5661" y="10956"/>
                  </a:lnTo>
                  <a:lnTo>
                    <a:pt x="2811" y="10126"/>
                  </a:lnTo>
                  <a:lnTo>
                    <a:pt x="0" y="6128"/>
                  </a:lnTo>
                  <a:lnTo>
                    <a:pt x="6873" y="6876"/>
                  </a:lnTo>
                  <a:lnTo>
                    <a:pt x="13002" y="8768"/>
                  </a:lnTo>
                  <a:lnTo>
                    <a:pt x="15839" y="7952"/>
                  </a:lnTo>
                  <a:lnTo>
                    <a:pt x="16294" y="5154"/>
                  </a:lnTo>
                  <a:lnTo>
                    <a:pt x="14035" y="3764"/>
                  </a:lnTo>
                  <a:lnTo>
                    <a:pt x="14681" y="1195"/>
                  </a:lnTo>
                  <a:lnTo>
                    <a:pt x="24201" y="0"/>
                  </a:lnTo>
                  <a:lnTo>
                    <a:pt x="24512" y="5558"/>
                  </a:lnTo>
                  <a:lnTo>
                    <a:pt x="27370" y="3222"/>
                  </a:lnTo>
                  <a:lnTo>
                    <a:pt x="28359" y="74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h4330"/>
            <p:cNvSpPr/>
            <p:nvPr/>
          </p:nvSpPr>
          <p:spPr>
            <a:xfrm>
              <a:off x="6729377" y="2975171"/>
              <a:ext cx="27627" cy="17526"/>
            </a:xfrm>
            <a:custGeom>
              <a:avLst/>
              <a:pathLst>
                <a:path w="27627" h="17526">
                  <a:moveTo>
                    <a:pt x="25217" y="0"/>
                  </a:moveTo>
                  <a:lnTo>
                    <a:pt x="27627" y="873"/>
                  </a:lnTo>
                  <a:lnTo>
                    <a:pt x="27541" y="7939"/>
                  </a:lnTo>
                  <a:lnTo>
                    <a:pt x="27058" y="8667"/>
                  </a:lnTo>
                  <a:lnTo>
                    <a:pt x="23298" y="8699"/>
                  </a:lnTo>
                  <a:lnTo>
                    <a:pt x="21305" y="15377"/>
                  </a:lnTo>
                  <a:lnTo>
                    <a:pt x="22020" y="17526"/>
                  </a:lnTo>
                  <a:lnTo>
                    <a:pt x="18566" y="17514"/>
                  </a:lnTo>
                  <a:lnTo>
                    <a:pt x="15393" y="15332"/>
                  </a:lnTo>
                  <a:lnTo>
                    <a:pt x="13918" y="15870"/>
                  </a:lnTo>
                  <a:lnTo>
                    <a:pt x="13614" y="16961"/>
                  </a:lnTo>
                  <a:lnTo>
                    <a:pt x="9779" y="15586"/>
                  </a:lnTo>
                  <a:lnTo>
                    <a:pt x="409" y="16231"/>
                  </a:lnTo>
                  <a:lnTo>
                    <a:pt x="0" y="9742"/>
                  </a:lnTo>
                  <a:lnTo>
                    <a:pt x="6765" y="5975"/>
                  </a:lnTo>
                  <a:lnTo>
                    <a:pt x="11786" y="6076"/>
                  </a:lnTo>
                  <a:lnTo>
                    <a:pt x="13022" y="5365"/>
                  </a:lnTo>
                  <a:lnTo>
                    <a:pt x="12645" y="75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h4331"/>
            <p:cNvSpPr/>
            <p:nvPr/>
          </p:nvSpPr>
          <p:spPr>
            <a:xfrm>
              <a:off x="6741470" y="2990503"/>
              <a:ext cx="25336" cy="28066"/>
            </a:xfrm>
            <a:custGeom>
              <a:avLst/>
              <a:pathLst>
                <a:path w="25336" h="28066">
                  <a:moveTo>
                    <a:pt x="20170" y="1850"/>
                  </a:moveTo>
                  <a:lnTo>
                    <a:pt x="20843" y="3541"/>
                  </a:lnTo>
                  <a:lnTo>
                    <a:pt x="25336" y="5766"/>
                  </a:lnTo>
                  <a:lnTo>
                    <a:pt x="22946" y="11751"/>
                  </a:lnTo>
                  <a:lnTo>
                    <a:pt x="23068" y="14594"/>
                  </a:lnTo>
                  <a:lnTo>
                    <a:pt x="25102" y="15349"/>
                  </a:lnTo>
                  <a:lnTo>
                    <a:pt x="24661" y="17288"/>
                  </a:lnTo>
                  <a:lnTo>
                    <a:pt x="20351" y="17977"/>
                  </a:lnTo>
                  <a:lnTo>
                    <a:pt x="19989" y="21021"/>
                  </a:lnTo>
                  <a:lnTo>
                    <a:pt x="21681" y="24143"/>
                  </a:lnTo>
                  <a:lnTo>
                    <a:pt x="14001" y="25596"/>
                  </a:lnTo>
                  <a:lnTo>
                    <a:pt x="9233" y="28066"/>
                  </a:lnTo>
                  <a:lnTo>
                    <a:pt x="2054" y="25269"/>
                  </a:lnTo>
                  <a:lnTo>
                    <a:pt x="0" y="20482"/>
                  </a:lnTo>
                  <a:lnTo>
                    <a:pt x="2658" y="18425"/>
                  </a:lnTo>
                  <a:lnTo>
                    <a:pt x="4042" y="13884"/>
                  </a:lnTo>
                  <a:lnTo>
                    <a:pt x="2343" y="6097"/>
                  </a:lnTo>
                  <a:lnTo>
                    <a:pt x="1521" y="1629"/>
                  </a:lnTo>
                  <a:lnTo>
                    <a:pt x="1825" y="538"/>
                  </a:lnTo>
                  <a:lnTo>
                    <a:pt x="3300" y="0"/>
                  </a:lnTo>
                  <a:lnTo>
                    <a:pt x="6473" y="2181"/>
                  </a:lnTo>
                  <a:lnTo>
                    <a:pt x="9928" y="2194"/>
                  </a:lnTo>
                  <a:lnTo>
                    <a:pt x="12374" y="2635"/>
                  </a:lnTo>
                  <a:lnTo>
                    <a:pt x="16240" y="26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h4332"/>
            <p:cNvSpPr/>
            <p:nvPr/>
          </p:nvSpPr>
          <p:spPr>
            <a:xfrm>
              <a:off x="6807563" y="2989889"/>
              <a:ext cx="27402" cy="20810"/>
            </a:xfrm>
            <a:custGeom>
              <a:avLst/>
              <a:pathLst>
                <a:path w="27402" h="20810">
                  <a:moveTo>
                    <a:pt x="5946" y="2027"/>
                  </a:moveTo>
                  <a:lnTo>
                    <a:pt x="6994" y="3457"/>
                  </a:lnTo>
                  <a:lnTo>
                    <a:pt x="6927" y="7392"/>
                  </a:lnTo>
                  <a:lnTo>
                    <a:pt x="17986" y="6829"/>
                  </a:lnTo>
                  <a:lnTo>
                    <a:pt x="18226" y="6267"/>
                  </a:lnTo>
                  <a:lnTo>
                    <a:pt x="21907" y="8602"/>
                  </a:lnTo>
                  <a:lnTo>
                    <a:pt x="27402" y="17598"/>
                  </a:lnTo>
                  <a:lnTo>
                    <a:pt x="26778" y="17902"/>
                  </a:lnTo>
                  <a:lnTo>
                    <a:pt x="25285" y="17599"/>
                  </a:lnTo>
                  <a:lnTo>
                    <a:pt x="23786" y="15890"/>
                  </a:lnTo>
                  <a:lnTo>
                    <a:pt x="22482" y="15780"/>
                  </a:lnTo>
                  <a:lnTo>
                    <a:pt x="13144" y="20474"/>
                  </a:lnTo>
                  <a:lnTo>
                    <a:pt x="8039" y="20182"/>
                  </a:lnTo>
                  <a:lnTo>
                    <a:pt x="5639" y="20810"/>
                  </a:lnTo>
                  <a:lnTo>
                    <a:pt x="1772" y="15659"/>
                  </a:lnTo>
                  <a:lnTo>
                    <a:pt x="2799" y="15407"/>
                  </a:lnTo>
                  <a:lnTo>
                    <a:pt x="3829" y="11496"/>
                  </a:lnTo>
                  <a:lnTo>
                    <a:pt x="3130" y="10573"/>
                  </a:lnTo>
                  <a:lnTo>
                    <a:pt x="320" y="10677"/>
                  </a:lnTo>
                  <a:lnTo>
                    <a:pt x="0" y="8859"/>
                  </a:lnTo>
                  <a:lnTo>
                    <a:pt x="1954" y="4628"/>
                  </a:lnTo>
                  <a:lnTo>
                    <a:pt x="1111" y="3221"/>
                  </a:lnTo>
                  <a:lnTo>
                    <a:pt x="234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h4333"/>
            <p:cNvSpPr/>
            <p:nvPr/>
          </p:nvSpPr>
          <p:spPr>
            <a:xfrm>
              <a:off x="6997888" y="3064997"/>
              <a:ext cx="25657" cy="28955"/>
            </a:xfrm>
            <a:custGeom>
              <a:avLst/>
              <a:pathLst>
                <a:path w="25657" h="28955">
                  <a:moveTo>
                    <a:pt x="12837" y="2353"/>
                  </a:moveTo>
                  <a:lnTo>
                    <a:pt x="19940" y="2229"/>
                  </a:lnTo>
                  <a:lnTo>
                    <a:pt x="22684" y="912"/>
                  </a:lnTo>
                  <a:lnTo>
                    <a:pt x="25657" y="9621"/>
                  </a:lnTo>
                  <a:lnTo>
                    <a:pt x="20777" y="12075"/>
                  </a:lnTo>
                  <a:lnTo>
                    <a:pt x="17511" y="14771"/>
                  </a:lnTo>
                  <a:lnTo>
                    <a:pt x="18081" y="21522"/>
                  </a:lnTo>
                  <a:lnTo>
                    <a:pt x="20003" y="25419"/>
                  </a:lnTo>
                  <a:lnTo>
                    <a:pt x="15500" y="25836"/>
                  </a:lnTo>
                  <a:lnTo>
                    <a:pt x="12312" y="28788"/>
                  </a:lnTo>
                  <a:lnTo>
                    <a:pt x="10589" y="28955"/>
                  </a:lnTo>
                  <a:lnTo>
                    <a:pt x="9680" y="23757"/>
                  </a:lnTo>
                  <a:lnTo>
                    <a:pt x="10318" y="19467"/>
                  </a:lnTo>
                  <a:lnTo>
                    <a:pt x="2134" y="10626"/>
                  </a:lnTo>
                  <a:lnTo>
                    <a:pt x="0" y="8260"/>
                  </a:lnTo>
                  <a:lnTo>
                    <a:pt x="2745" y="4256"/>
                  </a:lnTo>
                  <a:lnTo>
                    <a:pt x="5234" y="3727"/>
                  </a:lnTo>
                  <a:lnTo>
                    <a:pt x="5282" y="2405"/>
                  </a:lnTo>
                  <a:lnTo>
                    <a:pt x="792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h4334"/>
            <p:cNvSpPr/>
            <p:nvPr/>
          </p:nvSpPr>
          <p:spPr>
            <a:xfrm>
              <a:off x="7007692" y="3087982"/>
              <a:ext cx="20995" cy="14304"/>
            </a:xfrm>
            <a:custGeom>
              <a:avLst/>
              <a:pathLst>
                <a:path w="20995" h="14304">
                  <a:moveTo>
                    <a:pt x="18593" y="206"/>
                  </a:moveTo>
                  <a:lnTo>
                    <a:pt x="20191" y="1120"/>
                  </a:lnTo>
                  <a:lnTo>
                    <a:pt x="20995" y="3764"/>
                  </a:lnTo>
                  <a:lnTo>
                    <a:pt x="18562" y="10100"/>
                  </a:lnTo>
                  <a:lnTo>
                    <a:pt x="13388" y="11438"/>
                  </a:lnTo>
                  <a:lnTo>
                    <a:pt x="9742" y="13531"/>
                  </a:lnTo>
                  <a:lnTo>
                    <a:pt x="9326" y="12408"/>
                  </a:lnTo>
                  <a:lnTo>
                    <a:pt x="7110" y="13954"/>
                  </a:lnTo>
                  <a:lnTo>
                    <a:pt x="2864" y="14304"/>
                  </a:lnTo>
                  <a:lnTo>
                    <a:pt x="0" y="9402"/>
                  </a:lnTo>
                  <a:lnTo>
                    <a:pt x="785" y="5969"/>
                  </a:lnTo>
                  <a:lnTo>
                    <a:pt x="2508" y="5803"/>
                  </a:lnTo>
                  <a:lnTo>
                    <a:pt x="5696" y="2850"/>
                  </a:lnTo>
                  <a:lnTo>
                    <a:pt x="10200" y="2433"/>
                  </a:lnTo>
                  <a:lnTo>
                    <a:pt x="1235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h4335"/>
            <p:cNvSpPr/>
            <p:nvPr/>
          </p:nvSpPr>
          <p:spPr>
            <a:xfrm>
              <a:off x="6892436" y="3051324"/>
              <a:ext cx="12799" cy="15390"/>
            </a:xfrm>
            <a:custGeom>
              <a:avLst/>
              <a:pathLst>
                <a:path w="12799" h="15390">
                  <a:moveTo>
                    <a:pt x="12799" y="1427"/>
                  </a:moveTo>
                  <a:lnTo>
                    <a:pt x="10278" y="15216"/>
                  </a:lnTo>
                  <a:lnTo>
                    <a:pt x="7554" y="15390"/>
                  </a:lnTo>
                  <a:lnTo>
                    <a:pt x="6862" y="13858"/>
                  </a:lnTo>
                  <a:lnTo>
                    <a:pt x="0" y="7246"/>
                  </a:lnTo>
                  <a:lnTo>
                    <a:pt x="4954" y="2637"/>
                  </a:lnTo>
                  <a:lnTo>
                    <a:pt x="6591" y="349"/>
                  </a:lnTo>
                  <a:lnTo>
                    <a:pt x="842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h4336"/>
            <p:cNvSpPr/>
            <p:nvPr/>
          </p:nvSpPr>
          <p:spPr>
            <a:xfrm>
              <a:off x="7207291" y="3130190"/>
              <a:ext cx="14546" cy="15628"/>
            </a:xfrm>
            <a:custGeom>
              <a:avLst/>
              <a:pathLst>
                <a:path w="14546" h="15628">
                  <a:moveTo>
                    <a:pt x="13927" y="5730"/>
                  </a:moveTo>
                  <a:lnTo>
                    <a:pt x="14546" y="6440"/>
                  </a:lnTo>
                  <a:lnTo>
                    <a:pt x="12822" y="10603"/>
                  </a:lnTo>
                  <a:lnTo>
                    <a:pt x="3181" y="15628"/>
                  </a:lnTo>
                  <a:lnTo>
                    <a:pt x="1536" y="14533"/>
                  </a:lnTo>
                  <a:lnTo>
                    <a:pt x="0" y="9711"/>
                  </a:lnTo>
                  <a:lnTo>
                    <a:pt x="3806" y="5989"/>
                  </a:lnTo>
                  <a:lnTo>
                    <a:pt x="6510" y="5572"/>
                  </a:lnTo>
                  <a:lnTo>
                    <a:pt x="8687" y="36"/>
                  </a:lnTo>
                  <a:lnTo>
                    <a:pt x="1034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h4337"/>
            <p:cNvSpPr/>
            <p:nvPr/>
          </p:nvSpPr>
          <p:spPr>
            <a:xfrm>
              <a:off x="7195511" y="3144724"/>
              <a:ext cx="20247" cy="17732"/>
            </a:xfrm>
            <a:custGeom>
              <a:avLst/>
              <a:pathLst>
                <a:path w="20247" h="17732">
                  <a:moveTo>
                    <a:pt x="14961" y="1094"/>
                  </a:moveTo>
                  <a:lnTo>
                    <a:pt x="16918" y="2149"/>
                  </a:lnTo>
                  <a:lnTo>
                    <a:pt x="17751" y="5049"/>
                  </a:lnTo>
                  <a:lnTo>
                    <a:pt x="17503" y="7068"/>
                  </a:lnTo>
                  <a:lnTo>
                    <a:pt x="15690" y="8553"/>
                  </a:lnTo>
                  <a:lnTo>
                    <a:pt x="15064" y="10894"/>
                  </a:lnTo>
                  <a:lnTo>
                    <a:pt x="20247" y="12306"/>
                  </a:lnTo>
                  <a:lnTo>
                    <a:pt x="16142" y="17732"/>
                  </a:lnTo>
                  <a:lnTo>
                    <a:pt x="12295" y="16167"/>
                  </a:lnTo>
                  <a:lnTo>
                    <a:pt x="10372" y="12420"/>
                  </a:lnTo>
                  <a:lnTo>
                    <a:pt x="5825" y="11281"/>
                  </a:lnTo>
                  <a:lnTo>
                    <a:pt x="101" y="8124"/>
                  </a:lnTo>
                  <a:lnTo>
                    <a:pt x="0" y="6315"/>
                  </a:lnTo>
                  <a:lnTo>
                    <a:pt x="986" y="4576"/>
                  </a:lnTo>
                  <a:lnTo>
                    <a:pt x="4325" y="4975"/>
                  </a:lnTo>
                  <a:lnTo>
                    <a:pt x="13317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h4338"/>
            <p:cNvSpPr/>
            <p:nvPr/>
          </p:nvSpPr>
          <p:spPr>
            <a:xfrm>
              <a:off x="7166558" y="3153884"/>
              <a:ext cx="11850" cy="15986"/>
            </a:xfrm>
            <a:custGeom>
              <a:avLst/>
              <a:pathLst>
                <a:path w="11850" h="15986">
                  <a:moveTo>
                    <a:pt x="5764" y="2212"/>
                  </a:moveTo>
                  <a:lnTo>
                    <a:pt x="8512" y="2508"/>
                  </a:lnTo>
                  <a:lnTo>
                    <a:pt x="11842" y="4117"/>
                  </a:lnTo>
                  <a:lnTo>
                    <a:pt x="11426" y="8561"/>
                  </a:lnTo>
                  <a:lnTo>
                    <a:pt x="10700" y="8625"/>
                  </a:lnTo>
                  <a:lnTo>
                    <a:pt x="11850" y="15452"/>
                  </a:lnTo>
                  <a:lnTo>
                    <a:pt x="11484" y="15986"/>
                  </a:lnTo>
                  <a:lnTo>
                    <a:pt x="10859" y="15561"/>
                  </a:lnTo>
                  <a:lnTo>
                    <a:pt x="11195" y="14460"/>
                  </a:lnTo>
                  <a:lnTo>
                    <a:pt x="7678" y="15009"/>
                  </a:lnTo>
                  <a:lnTo>
                    <a:pt x="369" y="13530"/>
                  </a:lnTo>
                  <a:lnTo>
                    <a:pt x="685" y="9120"/>
                  </a:lnTo>
                  <a:lnTo>
                    <a:pt x="0" y="6994"/>
                  </a:lnTo>
                  <a:lnTo>
                    <a:pt x="3934" y="5615"/>
                  </a:lnTo>
                  <a:lnTo>
                    <a:pt x="1932" y="2703"/>
                  </a:lnTo>
                  <a:lnTo>
                    <a:pt x="1752" y="492"/>
                  </a:lnTo>
                  <a:lnTo>
                    <a:pt x="430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h4339"/>
            <p:cNvSpPr/>
            <p:nvPr/>
          </p:nvSpPr>
          <p:spPr>
            <a:xfrm>
              <a:off x="7229742" y="3127469"/>
              <a:ext cx="17242" cy="25823"/>
            </a:xfrm>
            <a:custGeom>
              <a:avLst/>
              <a:pathLst>
                <a:path w="17242" h="25823">
                  <a:moveTo>
                    <a:pt x="8600" y="14985"/>
                  </a:moveTo>
                  <a:lnTo>
                    <a:pt x="7635" y="19701"/>
                  </a:lnTo>
                  <a:lnTo>
                    <a:pt x="6447" y="25823"/>
                  </a:lnTo>
                  <a:lnTo>
                    <a:pt x="0" y="24458"/>
                  </a:lnTo>
                  <a:lnTo>
                    <a:pt x="4010" y="17492"/>
                  </a:lnTo>
                  <a:lnTo>
                    <a:pt x="3014" y="13681"/>
                  </a:lnTo>
                  <a:lnTo>
                    <a:pt x="3487" y="12058"/>
                  </a:lnTo>
                  <a:lnTo>
                    <a:pt x="5804" y="9571"/>
                  </a:lnTo>
                  <a:lnTo>
                    <a:pt x="7402" y="9691"/>
                  </a:lnTo>
                  <a:lnTo>
                    <a:pt x="13127" y="1966"/>
                  </a:lnTo>
                  <a:lnTo>
                    <a:pt x="1724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h4340"/>
            <p:cNvSpPr/>
            <p:nvPr/>
          </p:nvSpPr>
          <p:spPr>
            <a:xfrm>
              <a:off x="7161241" y="3113935"/>
              <a:ext cx="22823" cy="19564"/>
            </a:xfrm>
            <a:custGeom>
              <a:avLst/>
              <a:pathLst>
                <a:path w="22823" h="19564">
                  <a:moveTo>
                    <a:pt x="11401" y="4553"/>
                  </a:moveTo>
                  <a:lnTo>
                    <a:pt x="22685" y="5209"/>
                  </a:lnTo>
                  <a:lnTo>
                    <a:pt x="22823" y="5217"/>
                  </a:lnTo>
                  <a:lnTo>
                    <a:pt x="21314" y="10363"/>
                  </a:lnTo>
                  <a:lnTo>
                    <a:pt x="19249" y="13897"/>
                  </a:lnTo>
                  <a:lnTo>
                    <a:pt x="15817" y="16984"/>
                  </a:lnTo>
                  <a:lnTo>
                    <a:pt x="13166" y="19372"/>
                  </a:lnTo>
                  <a:lnTo>
                    <a:pt x="11446" y="19564"/>
                  </a:lnTo>
                  <a:lnTo>
                    <a:pt x="8051" y="16685"/>
                  </a:lnTo>
                  <a:lnTo>
                    <a:pt x="3310" y="14176"/>
                  </a:lnTo>
                  <a:lnTo>
                    <a:pt x="973" y="14129"/>
                  </a:lnTo>
                  <a:lnTo>
                    <a:pt x="64" y="13303"/>
                  </a:lnTo>
                  <a:lnTo>
                    <a:pt x="0" y="5905"/>
                  </a:lnTo>
                  <a:lnTo>
                    <a:pt x="2788" y="1223"/>
                  </a:lnTo>
                  <a:lnTo>
                    <a:pt x="483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h4341"/>
            <p:cNvSpPr/>
            <p:nvPr/>
          </p:nvSpPr>
          <p:spPr>
            <a:xfrm>
              <a:off x="7222706" y="3137041"/>
              <a:ext cx="12840" cy="17602"/>
            </a:xfrm>
            <a:custGeom>
              <a:avLst/>
              <a:pathLst>
                <a:path w="12840" h="17602">
                  <a:moveTo>
                    <a:pt x="12840" y="0"/>
                  </a:moveTo>
                  <a:lnTo>
                    <a:pt x="10524" y="2486"/>
                  </a:lnTo>
                  <a:lnTo>
                    <a:pt x="10051" y="4109"/>
                  </a:lnTo>
                  <a:lnTo>
                    <a:pt x="11047" y="7921"/>
                  </a:lnTo>
                  <a:lnTo>
                    <a:pt x="7036" y="14887"/>
                  </a:lnTo>
                  <a:lnTo>
                    <a:pt x="3724" y="15894"/>
                  </a:lnTo>
                  <a:lnTo>
                    <a:pt x="2088" y="17602"/>
                  </a:lnTo>
                  <a:lnTo>
                    <a:pt x="0" y="14985"/>
                  </a:lnTo>
                  <a:lnTo>
                    <a:pt x="4647" y="141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h4342"/>
            <p:cNvSpPr/>
            <p:nvPr/>
          </p:nvSpPr>
          <p:spPr>
            <a:xfrm>
              <a:off x="7173957" y="3147349"/>
              <a:ext cx="9433" cy="17495"/>
            </a:xfrm>
            <a:custGeom>
              <a:avLst/>
              <a:pathLst>
                <a:path w="9433" h="17495">
                  <a:moveTo>
                    <a:pt x="1868" y="0"/>
                  </a:moveTo>
                  <a:lnTo>
                    <a:pt x="9146" y="5091"/>
                  </a:lnTo>
                  <a:lnTo>
                    <a:pt x="9433" y="6163"/>
                  </a:lnTo>
                  <a:lnTo>
                    <a:pt x="8461" y="8675"/>
                  </a:lnTo>
                  <a:lnTo>
                    <a:pt x="9413" y="15190"/>
                  </a:lnTo>
                  <a:lnTo>
                    <a:pt x="5801" y="17495"/>
                  </a:lnTo>
                  <a:lnTo>
                    <a:pt x="4027" y="15097"/>
                  </a:lnTo>
                  <a:lnTo>
                    <a:pt x="4443" y="10652"/>
                  </a:lnTo>
                  <a:lnTo>
                    <a:pt x="1113" y="9044"/>
                  </a:lnTo>
                  <a:lnTo>
                    <a:pt x="1682" y="4732"/>
                  </a:lnTo>
                  <a:lnTo>
                    <a:pt x="482" y="4461"/>
                  </a:lnTo>
                  <a:lnTo>
                    <a:pt x="0" y="182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h4343"/>
            <p:cNvSpPr/>
            <p:nvPr/>
          </p:nvSpPr>
          <p:spPr>
            <a:xfrm>
              <a:off x="7225023" y="3181623"/>
              <a:ext cx="15292" cy="21753"/>
            </a:xfrm>
            <a:custGeom>
              <a:avLst/>
              <a:pathLst>
                <a:path w="15292" h="21753">
                  <a:moveTo>
                    <a:pt x="12418" y="0"/>
                  </a:moveTo>
                  <a:lnTo>
                    <a:pt x="13319" y="2550"/>
                  </a:lnTo>
                  <a:lnTo>
                    <a:pt x="12962" y="4784"/>
                  </a:lnTo>
                  <a:lnTo>
                    <a:pt x="14687" y="8646"/>
                  </a:lnTo>
                  <a:lnTo>
                    <a:pt x="15292" y="14389"/>
                  </a:lnTo>
                  <a:lnTo>
                    <a:pt x="14160" y="17705"/>
                  </a:lnTo>
                  <a:lnTo>
                    <a:pt x="14475" y="20962"/>
                  </a:lnTo>
                  <a:lnTo>
                    <a:pt x="11952" y="21753"/>
                  </a:lnTo>
                  <a:lnTo>
                    <a:pt x="8390" y="19524"/>
                  </a:lnTo>
                  <a:lnTo>
                    <a:pt x="7610" y="17185"/>
                  </a:lnTo>
                  <a:lnTo>
                    <a:pt x="4320" y="15999"/>
                  </a:lnTo>
                  <a:lnTo>
                    <a:pt x="1244" y="11524"/>
                  </a:lnTo>
                  <a:lnTo>
                    <a:pt x="0" y="4748"/>
                  </a:lnTo>
                  <a:lnTo>
                    <a:pt x="2553" y="3540"/>
                  </a:lnTo>
                  <a:lnTo>
                    <a:pt x="7452" y="3020"/>
                  </a:lnTo>
                  <a:lnTo>
                    <a:pt x="7299" y="2569"/>
                  </a:lnTo>
                  <a:lnTo>
                    <a:pt x="8835" y="2330"/>
                  </a:lnTo>
                  <a:lnTo>
                    <a:pt x="10494" y="2108"/>
                  </a:lnTo>
                  <a:lnTo>
                    <a:pt x="10484" y="5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h4344"/>
            <p:cNvSpPr/>
            <p:nvPr/>
          </p:nvSpPr>
          <p:spPr>
            <a:xfrm>
              <a:off x="7236189" y="3141514"/>
              <a:ext cx="7512" cy="11779"/>
            </a:xfrm>
            <a:custGeom>
              <a:avLst/>
              <a:pathLst>
                <a:path w="7512" h="11779">
                  <a:moveTo>
                    <a:pt x="7512" y="1578"/>
                  </a:moveTo>
                  <a:lnTo>
                    <a:pt x="6323" y="3862"/>
                  </a:lnTo>
                  <a:lnTo>
                    <a:pt x="4316" y="6784"/>
                  </a:lnTo>
                  <a:lnTo>
                    <a:pt x="0" y="11779"/>
                  </a:lnTo>
                  <a:lnTo>
                    <a:pt x="1188" y="5656"/>
                  </a:lnTo>
                  <a:lnTo>
                    <a:pt x="2621" y="4501"/>
                  </a:lnTo>
                  <a:lnTo>
                    <a:pt x="2752" y="2132"/>
                  </a:lnTo>
                  <a:lnTo>
                    <a:pt x="612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h4345"/>
            <p:cNvSpPr/>
            <p:nvPr/>
          </p:nvSpPr>
          <p:spPr>
            <a:xfrm>
              <a:off x="7165629" y="3167415"/>
              <a:ext cx="12124" cy="12060"/>
            </a:xfrm>
            <a:custGeom>
              <a:avLst/>
              <a:pathLst>
                <a:path w="12124" h="12060">
                  <a:moveTo>
                    <a:pt x="8607" y="1478"/>
                  </a:moveTo>
                  <a:lnTo>
                    <a:pt x="12124" y="929"/>
                  </a:lnTo>
                  <a:lnTo>
                    <a:pt x="11788" y="2030"/>
                  </a:lnTo>
                  <a:lnTo>
                    <a:pt x="11482" y="5129"/>
                  </a:lnTo>
                  <a:lnTo>
                    <a:pt x="9089" y="4965"/>
                  </a:lnTo>
                  <a:lnTo>
                    <a:pt x="8019" y="6695"/>
                  </a:lnTo>
                  <a:lnTo>
                    <a:pt x="8397" y="9021"/>
                  </a:lnTo>
                  <a:lnTo>
                    <a:pt x="7646" y="12060"/>
                  </a:lnTo>
                  <a:lnTo>
                    <a:pt x="3229" y="10692"/>
                  </a:lnTo>
                  <a:lnTo>
                    <a:pt x="3851" y="8182"/>
                  </a:lnTo>
                  <a:lnTo>
                    <a:pt x="2315" y="9170"/>
                  </a:lnTo>
                  <a:lnTo>
                    <a:pt x="0" y="8538"/>
                  </a:lnTo>
                  <a:lnTo>
                    <a:pt x="1661" y="2663"/>
                  </a:lnTo>
                  <a:lnTo>
                    <a:pt x="736" y="2409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h4346"/>
            <p:cNvSpPr/>
            <p:nvPr/>
          </p:nvSpPr>
          <p:spPr>
            <a:xfrm>
              <a:off x="7173117" y="3175273"/>
              <a:ext cx="40205" cy="43076"/>
            </a:xfrm>
            <a:custGeom>
              <a:avLst/>
              <a:pathLst>
                <a:path w="40205" h="43076">
                  <a:moveTo>
                    <a:pt x="9139" y="71"/>
                  </a:moveTo>
                  <a:lnTo>
                    <a:pt x="13922" y="1739"/>
                  </a:lnTo>
                  <a:lnTo>
                    <a:pt x="14381" y="0"/>
                  </a:lnTo>
                  <a:lnTo>
                    <a:pt x="17343" y="1910"/>
                  </a:lnTo>
                  <a:lnTo>
                    <a:pt x="20005" y="10078"/>
                  </a:lnTo>
                  <a:lnTo>
                    <a:pt x="23573" y="10675"/>
                  </a:lnTo>
                  <a:lnTo>
                    <a:pt x="27119" y="10806"/>
                  </a:lnTo>
                  <a:lnTo>
                    <a:pt x="29619" y="11809"/>
                  </a:lnTo>
                  <a:lnTo>
                    <a:pt x="31215" y="17524"/>
                  </a:lnTo>
                  <a:lnTo>
                    <a:pt x="37550" y="22921"/>
                  </a:lnTo>
                  <a:lnTo>
                    <a:pt x="40205" y="26287"/>
                  </a:lnTo>
                  <a:lnTo>
                    <a:pt x="37296" y="30988"/>
                  </a:lnTo>
                  <a:lnTo>
                    <a:pt x="32951" y="31725"/>
                  </a:lnTo>
                  <a:lnTo>
                    <a:pt x="21642" y="43076"/>
                  </a:lnTo>
                  <a:lnTo>
                    <a:pt x="20357" y="41752"/>
                  </a:lnTo>
                  <a:lnTo>
                    <a:pt x="21418" y="39635"/>
                  </a:lnTo>
                  <a:lnTo>
                    <a:pt x="21290" y="38250"/>
                  </a:lnTo>
                  <a:lnTo>
                    <a:pt x="18503" y="34279"/>
                  </a:lnTo>
                  <a:lnTo>
                    <a:pt x="13569" y="30787"/>
                  </a:lnTo>
                  <a:lnTo>
                    <a:pt x="12111" y="25162"/>
                  </a:lnTo>
                  <a:lnTo>
                    <a:pt x="9980" y="25728"/>
                  </a:lnTo>
                  <a:lnTo>
                    <a:pt x="6869" y="28146"/>
                  </a:lnTo>
                  <a:lnTo>
                    <a:pt x="5963" y="29900"/>
                  </a:lnTo>
                  <a:lnTo>
                    <a:pt x="3693" y="28337"/>
                  </a:lnTo>
                  <a:lnTo>
                    <a:pt x="3954" y="27301"/>
                  </a:lnTo>
                  <a:lnTo>
                    <a:pt x="3660" y="25939"/>
                  </a:lnTo>
                  <a:lnTo>
                    <a:pt x="7442" y="22874"/>
                  </a:lnTo>
                  <a:lnTo>
                    <a:pt x="786" y="24025"/>
                  </a:lnTo>
                  <a:lnTo>
                    <a:pt x="0" y="21344"/>
                  </a:lnTo>
                  <a:lnTo>
                    <a:pt x="3251" y="18416"/>
                  </a:lnTo>
                  <a:lnTo>
                    <a:pt x="8956" y="17196"/>
                  </a:lnTo>
                  <a:lnTo>
                    <a:pt x="10249" y="14160"/>
                  </a:lnTo>
                  <a:lnTo>
                    <a:pt x="10738" y="11786"/>
                  </a:lnTo>
                  <a:lnTo>
                    <a:pt x="10190" y="8351"/>
                  </a:lnTo>
                  <a:lnTo>
                    <a:pt x="5394" y="3651"/>
                  </a:lnTo>
                  <a:lnTo>
                    <a:pt x="7143" y="286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h4347"/>
            <p:cNvSpPr/>
            <p:nvPr/>
          </p:nvSpPr>
          <p:spPr>
            <a:xfrm>
              <a:off x="7144040" y="3176846"/>
              <a:ext cx="17104" cy="17571"/>
            </a:xfrm>
            <a:custGeom>
              <a:avLst/>
              <a:pathLst>
                <a:path w="17104" h="17571">
                  <a:moveTo>
                    <a:pt x="10749" y="3509"/>
                  </a:moveTo>
                  <a:lnTo>
                    <a:pt x="13701" y="4966"/>
                  </a:lnTo>
                  <a:lnTo>
                    <a:pt x="14489" y="1533"/>
                  </a:lnTo>
                  <a:lnTo>
                    <a:pt x="16370" y="4203"/>
                  </a:lnTo>
                  <a:lnTo>
                    <a:pt x="17104" y="9984"/>
                  </a:lnTo>
                  <a:lnTo>
                    <a:pt x="15966" y="12288"/>
                  </a:lnTo>
                  <a:lnTo>
                    <a:pt x="15277" y="17309"/>
                  </a:lnTo>
                  <a:lnTo>
                    <a:pt x="10962" y="17571"/>
                  </a:lnTo>
                  <a:lnTo>
                    <a:pt x="9564" y="16919"/>
                  </a:lnTo>
                  <a:lnTo>
                    <a:pt x="7295" y="12968"/>
                  </a:lnTo>
                  <a:lnTo>
                    <a:pt x="5392" y="12214"/>
                  </a:lnTo>
                  <a:lnTo>
                    <a:pt x="4515" y="8701"/>
                  </a:lnTo>
                  <a:lnTo>
                    <a:pt x="0" y="1589"/>
                  </a:lnTo>
                  <a:lnTo>
                    <a:pt x="1417" y="1616"/>
                  </a:lnTo>
                  <a:lnTo>
                    <a:pt x="2541" y="2960"/>
                  </a:lnTo>
                  <a:lnTo>
                    <a:pt x="5279" y="2643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h4348"/>
            <p:cNvSpPr/>
            <p:nvPr/>
          </p:nvSpPr>
          <p:spPr>
            <a:xfrm>
              <a:off x="7177059" y="3119152"/>
              <a:ext cx="22393" cy="25308"/>
            </a:xfrm>
            <a:custGeom>
              <a:avLst/>
              <a:pathLst>
                <a:path w="22393" h="25308">
                  <a:moveTo>
                    <a:pt x="16547" y="5198"/>
                  </a:moveTo>
                  <a:lnTo>
                    <a:pt x="21903" y="11910"/>
                  </a:lnTo>
                  <a:lnTo>
                    <a:pt x="22393" y="14659"/>
                  </a:lnTo>
                  <a:lnTo>
                    <a:pt x="22233" y="16704"/>
                  </a:lnTo>
                  <a:lnTo>
                    <a:pt x="20800" y="21223"/>
                  </a:lnTo>
                  <a:lnTo>
                    <a:pt x="12413" y="22697"/>
                  </a:lnTo>
                  <a:lnTo>
                    <a:pt x="10757" y="23720"/>
                  </a:lnTo>
                  <a:lnTo>
                    <a:pt x="11395" y="24268"/>
                  </a:lnTo>
                  <a:lnTo>
                    <a:pt x="7975" y="25308"/>
                  </a:lnTo>
                  <a:lnTo>
                    <a:pt x="1284" y="20155"/>
                  </a:lnTo>
                  <a:lnTo>
                    <a:pt x="1594" y="15455"/>
                  </a:lnTo>
                  <a:lnTo>
                    <a:pt x="0" y="11767"/>
                  </a:lnTo>
                  <a:lnTo>
                    <a:pt x="3431" y="8680"/>
                  </a:lnTo>
                  <a:lnTo>
                    <a:pt x="5497" y="5146"/>
                  </a:lnTo>
                  <a:lnTo>
                    <a:pt x="700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h4349"/>
            <p:cNvSpPr/>
            <p:nvPr/>
          </p:nvSpPr>
          <p:spPr>
            <a:xfrm>
              <a:off x="7157143" y="3159451"/>
              <a:ext cx="10101" cy="12833"/>
            </a:xfrm>
            <a:custGeom>
              <a:avLst/>
              <a:pathLst>
                <a:path w="10101" h="12833">
                  <a:moveTo>
                    <a:pt x="8828" y="535"/>
                  </a:moveTo>
                  <a:lnTo>
                    <a:pt x="9415" y="1428"/>
                  </a:lnTo>
                  <a:lnTo>
                    <a:pt x="10101" y="3553"/>
                  </a:lnTo>
                  <a:lnTo>
                    <a:pt x="9785" y="7964"/>
                  </a:lnTo>
                  <a:lnTo>
                    <a:pt x="9222" y="10373"/>
                  </a:lnTo>
                  <a:lnTo>
                    <a:pt x="3187" y="12833"/>
                  </a:lnTo>
                  <a:lnTo>
                    <a:pt x="3789" y="9205"/>
                  </a:lnTo>
                  <a:lnTo>
                    <a:pt x="0" y="5310"/>
                  </a:lnTo>
                  <a:lnTo>
                    <a:pt x="4288" y="3198"/>
                  </a:lnTo>
                  <a:lnTo>
                    <a:pt x="805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h4350"/>
            <p:cNvSpPr/>
            <p:nvPr/>
          </p:nvSpPr>
          <p:spPr>
            <a:xfrm>
              <a:off x="7203671" y="3125220"/>
              <a:ext cx="13964" cy="10960"/>
            </a:xfrm>
            <a:custGeom>
              <a:avLst/>
              <a:pathLst>
                <a:path w="13964" h="10960">
                  <a:moveTo>
                    <a:pt x="9485" y="0"/>
                  </a:moveTo>
                  <a:lnTo>
                    <a:pt x="13563" y="1630"/>
                  </a:lnTo>
                  <a:lnTo>
                    <a:pt x="13964" y="4970"/>
                  </a:lnTo>
                  <a:lnTo>
                    <a:pt x="12307" y="5006"/>
                  </a:lnTo>
                  <a:lnTo>
                    <a:pt x="10130" y="10543"/>
                  </a:lnTo>
                  <a:lnTo>
                    <a:pt x="7427" y="10960"/>
                  </a:lnTo>
                  <a:lnTo>
                    <a:pt x="7281" y="9427"/>
                  </a:lnTo>
                  <a:lnTo>
                    <a:pt x="5999" y="8368"/>
                  </a:lnTo>
                  <a:lnTo>
                    <a:pt x="0" y="6265"/>
                  </a:lnTo>
                  <a:lnTo>
                    <a:pt x="1053" y="3734"/>
                  </a:lnTo>
                  <a:lnTo>
                    <a:pt x="2970" y="167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h4351"/>
            <p:cNvSpPr/>
            <p:nvPr/>
          </p:nvSpPr>
          <p:spPr>
            <a:xfrm>
              <a:off x="7210472" y="3135981"/>
              <a:ext cx="16881" cy="25157"/>
            </a:xfrm>
            <a:custGeom>
              <a:avLst/>
              <a:pathLst>
                <a:path w="16881" h="25157">
                  <a:moveTo>
                    <a:pt x="12812" y="0"/>
                  </a:moveTo>
                  <a:lnTo>
                    <a:pt x="15945" y="1843"/>
                  </a:lnTo>
                  <a:lnTo>
                    <a:pt x="16881" y="2472"/>
                  </a:lnTo>
                  <a:lnTo>
                    <a:pt x="12233" y="16045"/>
                  </a:lnTo>
                  <a:lnTo>
                    <a:pt x="14322" y="18662"/>
                  </a:lnTo>
                  <a:lnTo>
                    <a:pt x="15957" y="16954"/>
                  </a:lnTo>
                  <a:lnTo>
                    <a:pt x="15853" y="21428"/>
                  </a:lnTo>
                  <a:lnTo>
                    <a:pt x="11844" y="25023"/>
                  </a:lnTo>
                  <a:lnTo>
                    <a:pt x="8087" y="25157"/>
                  </a:lnTo>
                  <a:lnTo>
                    <a:pt x="6846" y="22279"/>
                  </a:lnTo>
                  <a:lnTo>
                    <a:pt x="5286" y="21049"/>
                  </a:lnTo>
                  <a:lnTo>
                    <a:pt x="103" y="19637"/>
                  </a:lnTo>
                  <a:lnTo>
                    <a:pt x="728" y="17296"/>
                  </a:lnTo>
                  <a:lnTo>
                    <a:pt x="2542" y="15812"/>
                  </a:lnTo>
                  <a:lnTo>
                    <a:pt x="2790" y="13793"/>
                  </a:lnTo>
                  <a:lnTo>
                    <a:pt x="1956" y="10892"/>
                  </a:lnTo>
                  <a:lnTo>
                    <a:pt x="0" y="9837"/>
                  </a:lnTo>
                  <a:lnTo>
                    <a:pt x="9641" y="4812"/>
                  </a:lnTo>
                  <a:lnTo>
                    <a:pt x="11365" y="64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h4352"/>
            <p:cNvSpPr/>
            <p:nvPr/>
          </p:nvSpPr>
          <p:spPr>
            <a:xfrm>
              <a:off x="7199292" y="3131486"/>
              <a:ext cx="11805" cy="12982"/>
            </a:xfrm>
            <a:custGeom>
              <a:avLst/>
              <a:pathLst>
                <a:path w="11805" h="12982">
                  <a:moveTo>
                    <a:pt x="4378" y="0"/>
                  </a:moveTo>
                  <a:lnTo>
                    <a:pt x="10378" y="2102"/>
                  </a:lnTo>
                  <a:lnTo>
                    <a:pt x="11659" y="3161"/>
                  </a:lnTo>
                  <a:lnTo>
                    <a:pt x="11805" y="4694"/>
                  </a:lnTo>
                  <a:lnTo>
                    <a:pt x="7998" y="8415"/>
                  </a:lnTo>
                  <a:lnTo>
                    <a:pt x="4966" y="7313"/>
                  </a:lnTo>
                  <a:lnTo>
                    <a:pt x="3555" y="9327"/>
                  </a:lnTo>
                  <a:lnTo>
                    <a:pt x="3858" y="12138"/>
                  </a:lnTo>
                  <a:lnTo>
                    <a:pt x="3145" y="12982"/>
                  </a:lnTo>
                  <a:lnTo>
                    <a:pt x="345" y="7801"/>
                  </a:lnTo>
                  <a:lnTo>
                    <a:pt x="1064" y="5779"/>
                  </a:lnTo>
                  <a:lnTo>
                    <a:pt x="0" y="4371"/>
                  </a:lnTo>
                  <a:lnTo>
                    <a:pt x="159" y="232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h4353"/>
            <p:cNvSpPr/>
            <p:nvPr/>
          </p:nvSpPr>
          <p:spPr>
            <a:xfrm>
              <a:off x="7171677" y="3172380"/>
              <a:ext cx="10596" cy="9815"/>
            </a:xfrm>
            <a:custGeom>
              <a:avLst/>
              <a:pathLst>
                <a:path w="10596" h="9815">
                  <a:moveTo>
                    <a:pt x="6739" y="1876"/>
                  </a:moveTo>
                  <a:lnTo>
                    <a:pt x="10596" y="678"/>
                  </a:lnTo>
                  <a:lnTo>
                    <a:pt x="10579" y="2964"/>
                  </a:lnTo>
                  <a:lnTo>
                    <a:pt x="8583" y="5759"/>
                  </a:lnTo>
                  <a:lnTo>
                    <a:pt x="6154" y="4653"/>
                  </a:lnTo>
                  <a:lnTo>
                    <a:pt x="6032" y="6159"/>
                  </a:lnTo>
                  <a:lnTo>
                    <a:pt x="4716" y="7409"/>
                  </a:lnTo>
                  <a:lnTo>
                    <a:pt x="0" y="9815"/>
                  </a:lnTo>
                  <a:lnTo>
                    <a:pt x="131" y="7986"/>
                  </a:lnTo>
                  <a:lnTo>
                    <a:pt x="1597" y="7095"/>
                  </a:lnTo>
                  <a:lnTo>
                    <a:pt x="2349" y="4055"/>
                  </a:lnTo>
                  <a:lnTo>
                    <a:pt x="1971" y="1730"/>
                  </a:lnTo>
                  <a:lnTo>
                    <a:pt x="3041" y="0"/>
                  </a:lnTo>
                  <a:lnTo>
                    <a:pt x="5434" y="16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h4354"/>
            <p:cNvSpPr/>
            <p:nvPr/>
          </p:nvSpPr>
          <p:spPr>
            <a:xfrm>
              <a:off x="7145458" y="3164564"/>
              <a:ext cx="12097" cy="15242"/>
            </a:xfrm>
            <a:custGeom>
              <a:avLst/>
              <a:pathLst>
                <a:path w="12097" h="15242">
                  <a:moveTo>
                    <a:pt x="8436" y="1097"/>
                  </a:moveTo>
                  <a:lnTo>
                    <a:pt x="9048" y="3656"/>
                  </a:lnTo>
                  <a:lnTo>
                    <a:pt x="12097" y="6473"/>
                  </a:lnTo>
                  <a:lnTo>
                    <a:pt x="5270" y="12282"/>
                  </a:lnTo>
                  <a:lnTo>
                    <a:pt x="3861" y="14925"/>
                  </a:lnTo>
                  <a:lnTo>
                    <a:pt x="1124" y="15242"/>
                  </a:lnTo>
                  <a:lnTo>
                    <a:pt x="0" y="13898"/>
                  </a:lnTo>
                  <a:lnTo>
                    <a:pt x="1185" y="13352"/>
                  </a:lnTo>
                  <a:lnTo>
                    <a:pt x="2103" y="9653"/>
                  </a:lnTo>
                  <a:lnTo>
                    <a:pt x="1293" y="8535"/>
                  </a:lnTo>
                  <a:lnTo>
                    <a:pt x="1610" y="6324"/>
                  </a:lnTo>
                  <a:lnTo>
                    <a:pt x="3537" y="2070"/>
                  </a:lnTo>
                  <a:lnTo>
                    <a:pt x="596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h4355"/>
            <p:cNvSpPr/>
            <p:nvPr/>
          </p:nvSpPr>
          <p:spPr>
            <a:xfrm>
              <a:off x="7200236" y="3171973"/>
              <a:ext cx="32238" cy="29586"/>
            </a:xfrm>
            <a:custGeom>
              <a:avLst/>
              <a:pathLst>
                <a:path w="32238" h="29586">
                  <a:moveTo>
                    <a:pt x="21671" y="0"/>
                  </a:moveTo>
                  <a:lnTo>
                    <a:pt x="24702" y="4277"/>
                  </a:lnTo>
                  <a:lnTo>
                    <a:pt x="24486" y="5045"/>
                  </a:lnTo>
                  <a:lnTo>
                    <a:pt x="22999" y="5097"/>
                  </a:lnTo>
                  <a:lnTo>
                    <a:pt x="22676" y="6386"/>
                  </a:lnTo>
                  <a:lnTo>
                    <a:pt x="29542" y="9838"/>
                  </a:lnTo>
                  <a:lnTo>
                    <a:pt x="32085" y="12219"/>
                  </a:lnTo>
                  <a:lnTo>
                    <a:pt x="32238" y="12671"/>
                  </a:lnTo>
                  <a:lnTo>
                    <a:pt x="27339" y="13190"/>
                  </a:lnTo>
                  <a:lnTo>
                    <a:pt x="24786" y="14398"/>
                  </a:lnTo>
                  <a:lnTo>
                    <a:pt x="26030" y="21174"/>
                  </a:lnTo>
                  <a:lnTo>
                    <a:pt x="23013" y="20982"/>
                  </a:lnTo>
                  <a:lnTo>
                    <a:pt x="22189" y="23105"/>
                  </a:lnTo>
                  <a:lnTo>
                    <a:pt x="18240" y="26949"/>
                  </a:lnTo>
                  <a:lnTo>
                    <a:pt x="13085" y="29586"/>
                  </a:lnTo>
                  <a:lnTo>
                    <a:pt x="10431" y="26220"/>
                  </a:lnTo>
                  <a:lnTo>
                    <a:pt x="4096" y="20824"/>
                  </a:lnTo>
                  <a:lnTo>
                    <a:pt x="2499" y="15109"/>
                  </a:lnTo>
                  <a:lnTo>
                    <a:pt x="0" y="14106"/>
                  </a:lnTo>
                  <a:lnTo>
                    <a:pt x="1282" y="12134"/>
                  </a:lnTo>
                  <a:lnTo>
                    <a:pt x="5570" y="11537"/>
                  </a:lnTo>
                  <a:lnTo>
                    <a:pt x="4984" y="7784"/>
                  </a:lnTo>
                  <a:lnTo>
                    <a:pt x="6457" y="2901"/>
                  </a:lnTo>
                  <a:lnTo>
                    <a:pt x="8085" y="2253"/>
                  </a:lnTo>
                  <a:lnTo>
                    <a:pt x="8271" y="6805"/>
                  </a:lnTo>
                  <a:lnTo>
                    <a:pt x="7720" y="7526"/>
                  </a:lnTo>
                  <a:lnTo>
                    <a:pt x="11453" y="8237"/>
                  </a:lnTo>
                  <a:lnTo>
                    <a:pt x="9068" y="3040"/>
                  </a:lnTo>
                  <a:lnTo>
                    <a:pt x="9753" y="1641"/>
                  </a:lnTo>
                  <a:lnTo>
                    <a:pt x="12819" y="458"/>
                  </a:lnTo>
                  <a:lnTo>
                    <a:pt x="17375" y="127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h4356"/>
            <p:cNvSpPr/>
            <p:nvPr/>
          </p:nvSpPr>
          <p:spPr>
            <a:xfrm>
              <a:off x="7193606" y="3119398"/>
              <a:ext cx="19550" cy="14413"/>
            </a:xfrm>
            <a:custGeom>
              <a:avLst/>
              <a:pathLst>
                <a:path w="19550" h="14413">
                  <a:moveTo>
                    <a:pt x="9427" y="748"/>
                  </a:moveTo>
                  <a:lnTo>
                    <a:pt x="9584" y="897"/>
                  </a:lnTo>
                  <a:lnTo>
                    <a:pt x="10013" y="1301"/>
                  </a:lnTo>
                  <a:lnTo>
                    <a:pt x="12700" y="3104"/>
                  </a:lnTo>
                  <a:lnTo>
                    <a:pt x="17784" y="3110"/>
                  </a:lnTo>
                  <a:lnTo>
                    <a:pt x="19550" y="5822"/>
                  </a:lnTo>
                  <a:lnTo>
                    <a:pt x="13035" y="7496"/>
                  </a:lnTo>
                  <a:lnTo>
                    <a:pt x="11118" y="9557"/>
                  </a:lnTo>
                  <a:lnTo>
                    <a:pt x="10064" y="12088"/>
                  </a:lnTo>
                  <a:lnTo>
                    <a:pt x="5845" y="14413"/>
                  </a:lnTo>
                  <a:lnTo>
                    <a:pt x="5356" y="11664"/>
                  </a:lnTo>
                  <a:lnTo>
                    <a:pt x="0" y="4953"/>
                  </a:lnTo>
                  <a:lnTo>
                    <a:pt x="379" y="4259"/>
                  </a:lnTo>
                  <a:lnTo>
                    <a:pt x="1996" y="1298"/>
                  </a:lnTo>
                  <a:lnTo>
                    <a:pt x="3596" y="109"/>
                  </a:lnTo>
                  <a:lnTo>
                    <a:pt x="374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h4357"/>
            <p:cNvSpPr/>
            <p:nvPr/>
          </p:nvSpPr>
          <p:spPr>
            <a:xfrm>
              <a:off x="7155002" y="3169824"/>
              <a:ext cx="25556" cy="33162"/>
            </a:xfrm>
            <a:custGeom>
              <a:avLst/>
              <a:pathLst>
                <a:path w="25556" h="33162">
                  <a:moveTo>
                    <a:pt x="12287" y="254"/>
                  </a:moveTo>
                  <a:lnTo>
                    <a:pt x="10626" y="6129"/>
                  </a:lnTo>
                  <a:lnTo>
                    <a:pt x="12942" y="6761"/>
                  </a:lnTo>
                  <a:lnTo>
                    <a:pt x="14478" y="5773"/>
                  </a:lnTo>
                  <a:lnTo>
                    <a:pt x="13855" y="8283"/>
                  </a:lnTo>
                  <a:lnTo>
                    <a:pt x="11121" y="10563"/>
                  </a:lnTo>
                  <a:lnTo>
                    <a:pt x="9501" y="14615"/>
                  </a:lnTo>
                  <a:lnTo>
                    <a:pt x="11101" y="18463"/>
                  </a:lnTo>
                  <a:lnTo>
                    <a:pt x="13199" y="21768"/>
                  </a:lnTo>
                  <a:lnTo>
                    <a:pt x="16403" y="23006"/>
                  </a:lnTo>
                  <a:lnTo>
                    <a:pt x="18586" y="19783"/>
                  </a:lnTo>
                  <a:lnTo>
                    <a:pt x="21365" y="23864"/>
                  </a:lnTo>
                  <a:lnTo>
                    <a:pt x="18114" y="26793"/>
                  </a:lnTo>
                  <a:lnTo>
                    <a:pt x="18901" y="29474"/>
                  </a:lnTo>
                  <a:lnTo>
                    <a:pt x="25556" y="28322"/>
                  </a:lnTo>
                  <a:lnTo>
                    <a:pt x="21775" y="31387"/>
                  </a:lnTo>
                  <a:lnTo>
                    <a:pt x="22069" y="32749"/>
                  </a:lnTo>
                  <a:lnTo>
                    <a:pt x="14014" y="33162"/>
                  </a:lnTo>
                  <a:lnTo>
                    <a:pt x="4612" y="31525"/>
                  </a:lnTo>
                  <a:lnTo>
                    <a:pt x="0" y="24592"/>
                  </a:lnTo>
                  <a:lnTo>
                    <a:pt x="4315" y="24331"/>
                  </a:lnTo>
                  <a:lnTo>
                    <a:pt x="5004" y="19309"/>
                  </a:lnTo>
                  <a:lnTo>
                    <a:pt x="6141" y="17006"/>
                  </a:lnTo>
                  <a:lnTo>
                    <a:pt x="5407" y="11225"/>
                  </a:lnTo>
                  <a:lnTo>
                    <a:pt x="3526" y="8555"/>
                  </a:lnTo>
                  <a:lnTo>
                    <a:pt x="3646" y="5787"/>
                  </a:lnTo>
                  <a:lnTo>
                    <a:pt x="2671" y="5777"/>
                  </a:lnTo>
                  <a:lnTo>
                    <a:pt x="2279" y="4315"/>
                  </a:lnTo>
                  <a:lnTo>
                    <a:pt x="5327" y="2459"/>
                  </a:lnTo>
                  <a:lnTo>
                    <a:pt x="1136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h4358"/>
            <p:cNvSpPr/>
            <p:nvPr/>
          </p:nvSpPr>
          <p:spPr>
            <a:xfrm>
              <a:off x="7147879" y="3141542"/>
              <a:ext cx="18092" cy="23219"/>
            </a:xfrm>
            <a:custGeom>
              <a:avLst/>
              <a:pathLst>
                <a:path w="18092" h="23219">
                  <a:moveTo>
                    <a:pt x="10806" y="0"/>
                  </a:moveTo>
                  <a:lnTo>
                    <a:pt x="12757" y="7145"/>
                  </a:lnTo>
                  <a:lnTo>
                    <a:pt x="9714" y="10557"/>
                  </a:lnTo>
                  <a:lnTo>
                    <a:pt x="10229" y="12064"/>
                  </a:lnTo>
                  <a:lnTo>
                    <a:pt x="17852" y="16557"/>
                  </a:lnTo>
                  <a:lnTo>
                    <a:pt x="18092" y="18444"/>
                  </a:lnTo>
                  <a:lnTo>
                    <a:pt x="17313" y="17908"/>
                  </a:lnTo>
                  <a:lnTo>
                    <a:pt x="13551" y="21107"/>
                  </a:lnTo>
                  <a:lnTo>
                    <a:pt x="9263" y="23219"/>
                  </a:lnTo>
                  <a:lnTo>
                    <a:pt x="5092" y="22427"/>
                  </a:lnTo>
                  <a:lnTo>
                    <a:pt x="4026" y="21718"/>
                  </a:lnTo>
                  <a:lnTo>
                    <a:pt x="789" y="15239"/>
                  </a:lnTo>
                  <a:lnTo>
                    <a:pt x="456" y="13037"/>
                  </a:lnTo>
                  <a:lnTo>
                    <a:pt x="0" y="6100"/>
                  </a:lnTo>
                  <a:lnTo>
                    <a:pt x="2297" y="5978"/>
                  </a:lnTo>
                  <a:lnTo>
                    <a:pt x="8020" y="314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h4359"/>
            <p:cNvSpPr/>
            <p:nvPr/>
          </p:nvSpPr>
          <p:spPr>
            <a:xfrm>
              <a:off x="7217612" y="3166000"/>
              <a:ext cx="16245" cy="18192"/>
            </a:xfrm>
            <a:custGeom>
              <a:avLst/>
              <a:pathLst>
                <a:path w="16245" h="18192">
                  <a:moveTo>
                    <a:pt x="2542" y="680"/>
                  </a:moveTo>
                  <a:lnTo>
                    <a:pt x="4891" y="713"/>
                  </a:lnTo>
                  <a:lnTo>
                    <a:pt x="8760" y="2189"/>
                  </a:lnTo>
                  <a:lnTo>
                    <a:pt x="10818" y="4482"/>
                  </a:lnTo>
                  <a:lnTo>
                    <a:pt x="13729" y="9134"/>
                  </a:lnTo>
                  <a:lnTo>
                    <a:pt x="14582" y="15763"/>
                  </a:lnTo>
                  <a:lnTo>
                    <a:pt x="16245" y="17953"/>
                  </a:lnTo>
                  <a:lnTo>
                    <a:pt x="14709" y="18192"/>
                  </a:lnTo>
                  <a:lnTo>
                    <a:pt x="12166" y="15811"/>
                  </a:lnTo>
                  <a:lnTo>
                    <a:pt x="5300" y="12359"/>
                  </a:lnTo>
                  <a:lnTo>
                    <a:pt x="5623" y="11069"/>
                  </a:lnTo>
                  <a:lnTo>
                    <a:pt x="7110" y="11018"/>
                  </a:lnTo>
                  <a:lnTo>
                    <a:pt x="7326" y="10249"/>
                  </a:lnTo>
                  <a:lnTo>
                    <a:pt x="4295" y="5972"/>
                  </a:lnTo>
                  <a:lnTo>
                    <a:pt x="0" y="7251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h4360"/>
            <p:cNvSpPr/>
            <p:nvPr/>
          </p:nvSpPr>
          <p:spPr>
            <a:xfrm>
              <a:off x="7174408" y="3139308"/>
              <a:ext cx="12185" cy="13132"/>
            </a:xfrm>
            <a:custGeom>
              <a:avLst/>
              <a:pathLst>
                <a:path w="12185" h="13132">
                  <a:moveTo>
                    <a:pt x="3935" y="0"/>
                  </a:moveTo>
                  <a:lnTo>
                    <a:pt x="10626" y="5152"/>
                  </a:lnTo>
                  <a:lnTo>
                    <a:pt x="12098" y="7188"/>
                  </a:lnTo>
                  <a:lnTo>
                    <a:pt x="12185" y="8988"/>
                  </a:lnTo>
                  <a:lnTo>
                    <a:pt x="8695" y="13132"/>
                  </a:lnTo>
                  <a:lnTo>
                    <a:pt x="1417" y="8040"/>
                  </a:lnTo>
                  <a:lnTo>
                    <a:pt x="0" y="7676"/>
                  </a:lnTo>
                  <a:lnTo>
                    <a:pt x="450" y="4183"/>
                  </a:lnTo>
                  <a:lnTo>
                    <a:pt x="4453" y="329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h4361"/>
            <p:cNvSpPr/>
            <p:nvPr/>
          </p:nvSpPr>
          <p:spPr>
            <a:xfrm>
              <a:off x="7220155" y="3162613"/>
              <a:ext cx="18234" cy="21341"/>
            </a:xfrm>
            <a:custGeom>
              <a:avLst/>
              <a:pathLst>
                <a:path w="18234" h="21341">
                  <a:moveTo>
                    <a:pt x="11688" y="2884"/>
                  </a:moveTo>
                  <a:lnTo>
                    <a:pt x="12603" y="993"/>
                  </a:lnTo>
                  <a:lnTo>
                    <a:pt x="14462" y="1708"/>
                  </a:lnTo>
                  <a:lnTo>
                    <a:pt x="15655" y="621"/>
                  </a:lnTo>
                  <a:lnTo>
                    <a:pt x="17304" y="1377"/>
                  </a:lnTo>
                  <a:lnTo>
                    <a:pt x="16297" y="4053"/>
                  </a:lnTo>
                  <a:lnTo>
                    <a:pt x="14206" y="5612"/>
                  </a:lnTo>
                  <a:lnTo>
                    <a:pt x="16063" y="10546"/>
                  </a:lnTo>
                  <a:lnTo>
                    <a:pt x="18234" y="17481"/>
                  </a:lnTo>
                  <a:lnTo>
                    <a:pt x="17998" y="18820"/>
                  </a:lnTo>
                  <a:lnTo>
                    <a:pt x="17286" y="19010"/>
                  </a:lnTo>
                  <a:lnTo>
                    <a:pt x="15352" y="19063"/>
                  </a:lnTo>
                  <a:lnTo>
                    <a:pt x="15362" y="21119"/>
                  </a:lnTo>
                  <a:lnTo>
                    <a:pt x="13702" y="21341"/>
                  </a:lnTo>
                  <a:lnTo>
                    <a:pt x="12040" y="19151"/>
                  </a:lnTo>
                  <a:lnTo>
                    <a:pt x="11187" y="12522"/>
                  </a:lnTo>
                  <a:lnTo>
                    <a:pt x="8275" y="7870"/>
                  </a:lnTo>
                  <a:lnTo>
                    <a:pt x="6217" y="5576"/>
                  </a:lnTo>
                  <a:lnTo>
                    <a:pt x="2349" y="4100"/>
                  </a:lnTo>
                  <a:lnTo>
                    <a:pt x="0" y="4068"/>
                  </a:lnTo>
                  <a:lnTo>
                    <a:pt x="204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h4362"/>
            <p:cNvSpPr/>
            <p:nvPr/>
          </p:nvSpPr>
          <p:spPr>
            <a:xfrm>
              <a:off x="7157594" y="3141857"/>
              <a:ext cx="18045" cy="19022"/>
            </a:xfrm>
            <a:custGeom>
              <a:avLst/>
              <a:pathLst>
                <a:path w="18045" h="19022">
                  <a:moveTo>
                    <a:pt x="16363" y="7318"/>
                  </a:moveTo>
                  <a:lnTo>
                    <a:pt x="16845" y="9953"/>
                  </a:lnTo>
                  <a:lnTo>
                    <a:pt x="18045" y="10224"/>
                  </a:lnTo>
                  <a:lnTo>
                    <a:pt x="17476" y="14535"/>
                  </a:lnTo>
                  <a:lnTo>
                    <a:pt x="14728" y="14239"/>
                  </a:lnTo>
                  <a:lnTo>
                    <a:pt x="13271" y="12027"/>
                  </a:lnTo>
                  <a:lnTo>
                    <a:pt x="10716" y="12519"/>
                  </a:lnTo>
                  <a:lnTo>
                    <a:pt x="10896" y="14730"/>
                  </a:lnTo>
                  <a:lnTo>
                    <a:pt x="12898" y="17642"/>
                  </a:lnTo>
                  <a:lnTo>
                    <a:pt x="8964" y="19022"/>
                  </a:lnTo>
                  <a:lnTo>
                    <a:pt x="8377" y="18129"/>
                  </a:lnTo>
                  <a:lnTo>
                    <a:pt x="8137" y="16242"/>
                  </a:lnTo>
                  <a:lnTo>
                    <a:pt x="515" y="11749"/>
                  </a:lnTo>
                  <a:lnTo>
                    <a:pt x="0" y="10242"/>
                  </a:lnTo>
                  <a:lnTo>
                    <a:pt x="3042" y="6830"/>
                  </a:lnTo>
                  <a:lnTo>
                    <a:pt x="7139" y="10031"/>
                  </a:lnTo>
                  <a:lnTo>
                    <a:pt x="9860" y="9865"/>
                  </a:lnTo>
                  <a:lnTo>
                    <a:pt x="10065" y="8596"/>
                  </a:lnTo>
                  <a:lnTo>
                    <a:pt x="7851" y="5256"/>
                  </a:lnTo>
                  <a:lnTo>
                    <a:pt x="77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h4363"/>
            <p:cNvSpPr/>
            <p:nvPr/>
          </p:nvSpPr>
          <p:spPr>
            <a:xfrm>
              <a:off x="7183103" y="3135857"/>
              <a:ext cx="25724" cy="24917"/>
            </a:xfrm>
            <a:custGeom>
              <a:avLst/>
              <a:pathLst>
                <a:path w="25724" h="24917">
                  <a:moveTo>
                    <a:pt x="17253" y="1408"/>
                  </a:moveTo>
                  <a:lnTo>
                    <a:pt x="16534" y="3430"/>
                  </a:lnTo>
                  <a:lnTo>
                    <a:pt x="19334" y="8611"/>
                  </a:lnTo>
                  <a:lnTo>
                    <a:pt x="20047" y="7767"/>
                  </a:lnTo>
                  <a:lnTo>
                    <a:pt x="19743" y="4956"/>
                  </a:lnTo>
                  <a:lnTo>
                    <a:pt x="21154" y="2942"/>
                  </a:lnTo>
                  <a:lnTo>
                    <a:pt x="24187" y="4044"/>
                  </a:lnTo>
                  <a:lnTo>
                    <a:pt x="25724" y="8866"/>
                  </a:lnTo>
                  <a:lnTo>
                    <a:pt x="16733" y="13842"/>
                  </a:lnTo>
                  <a:lnTo>
                    <a:pt x="13394" y="13443"/>
                  </a:lnTo>
                  <a:lnTo>
                    <a:pt x="12407" y="15182"/>
                  </a:lnTo>
                  <a:lnTo>
                    <a:pt x="12509" y="16991"/>
                  </a:lnTo>
                  <a:lnTo>
                    <a:pt x="12391" y="21227"/>
                  </a:lnTo>
                  <a:lnTo>
                    <a:pt x="8288" y="24917"/>
                  </a:lnTo>
                  <a:lnTo>
                    <a:pt x="7310" y="20425"/>
                  </a:lnTo>
                  <a:lnTo>
                    <a:pt x="5359" y="18364"/>
                  </a:lnTo>
                  <a:lnTo>
                    <a:pt x="3918" y="17334"/>
                  </a:lnTo>
                  <a:lnTo>
                    <a:pt x="287" y="17655"/>
                  </a:lnTo>
                  <a:lnTo>
                    <a:pt x="0" y="16583"/>
                  </a:lnTo>
                  <a:lnTo>
                    <a:pt x="3490" y="12439"/>
                  </a:lnTo>
                  <a:lnTo>
                    <a:pt x="3403" y="10639"/>
                  </a:lnTo>
                  <a:lnTo>
                    <a:pt x="1930" y="8603"/>
                  </a:lnTo>
                  <a:lnTo>
                    <a:pt x="5350" y="7563"/>
                  </a:lnTo>
                  <a:lnTo>
                    <a:pt x="4712" y="7015"/>
                  </a:lnTo>
                  <a:lnTo>
                    <a:pt x="6368" y="5993"/>
                  </a:lnTo>
                  <a:lnTo>
                    <a:pt x="14756" y="4518"/>
                  </a:lnTo>
                  <a:lnTo>
                    <a:pt x="1618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h4364"/>
            <p:cNvSpPr/>
            <p:nvPr/>
          </p:nvSpPr>
          <p:spPr>
            <a:xfrm>
              <a:off x="7164504" y="3177034"/>
              <a:ext cx="19351" cy="16655"/>
            </a:xfrm>
            <a:custGeom>
              <a:avLst/>
              <a:pathLst>
                <a:path w="19351" h="16655">
                  <a:moveTo>
                    <a:pt x="15756" y="1106"/>
                  </a:moveTo>
                  <a:lnTo>
                    <a:pt x="14007" y="1890"/>
                  </a:lnTo>
                  <a:lnTo>
                    <a:pt x="18802" y="6590"/>
                  </a:lnTo>
                  <a:lnTo>
                    <a:pt x="19351" y="10025"/>
                  </a:lnTo>
                  <a:lnTo>
                    <a:pt x="18862" y="12399"/>
                  </a:lnTo>
                  <a:lnTo>
                    <a:pt x="17569" y="15435"/>
                  </a:lnTo>
                  <a:lnTo>
                    <a:pt x="11864" y="16655"/>
                  </a:lnTo>
                  <a:lnTo>
                    <a:pt x="9084" y="12574"/>
                  </a:lnTo>
                  <a:lnTo>
                    <a:pt x="6901" y="15797"/>
                  </a:lnTo>
                  <a:lnTo>
                    <a:pt x="3697" y="14559"/>
                  </a:lnTo>
                  <a:lnTo>
                    <a:pt x="1599" y="11253"/>
                  </a:lnTo>
                  <a:lnTo>
                    <a:pt x="0" y="7406"/>
                  </a:lnTo>
                  <a:lnTo>
                    <a:pt x="1620" y="3354"/>
                  </a:lnTo>
                  <a:lnTo>
                    <a:pt x="4354" y="1073"/>
                  </a:lnTo>
                  <a:lnTo>
                    <a:pt x="8770" y="2442"/>
                  </a:lnTo>
                  <a:lnTo>
                    <a:pt x="7304" y="3332"/>
                  </a:lnTo>
                  <a:lnTo>
                    <a:pt x="7173" y="5161"/>
                  </a:lnTo>
                  <a:lnTo>
                    <a:pt x="11889" y="2755"/>
                  </a:lnTo>
                  <a:lnTo>
                    <a:pt x="13205" y="1506"/>
                  </a:lnTo>
                  <a:lnTo>
                    <a:pt x="1332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h4365"/>
            <p:cNvSpPr/>
            <p:nvPr/>
          </p:nvSpPr>
          <p:spPr>
            <a:xfrm>
              <a:off x="7177112" y="3153192"/>
              <a:ext cx="25558" cy="32756"/>
            </a:xfrm>
            <a:custGeom>
              <a:avLst/>
              <a:pathLst>
                <a:path w="25558" h="32756">
                  <a:moveTo>
                    <a:pt x="9909" y="0"/>
                  </a:moveTo>
                  <a:lnTo>
                    <a:pt x="11350" y="1030"/>
                  </a:lnTo>
                  <a:lnTo>
                    <a:pt x="13301" y="3090"/>
                  </a:lnTo>
                  <a:lnTo>
                    <a:pt x="14280" y="7583"/>
                  </a:lnTo>
                  <a:lnTo>
                    <a:pt x="15448" y="13744"/>
                  </a:lnTo>
                  <a:lnTo>
                    <a:pt x="13312" y="16185"/>
                  </a:lnTo>
                  <a:lnTo>
                    <a:pt x="13505" y="21990"/>
                  </a:lnTo>
                  <a:lnTo>
                    <a:pt x="18512" y="21082"/>
                  </a:lnTo>
                  <a:lnTo>
                    <a:pt x="25297" y="21358"/>
                  </a:lnTo>
                  <a:lnTo>
                    <a:pt x="25558" y="24177"/>
                  </a:lnTo>
                  <a:lnTo>
                    <a:pt x="22546" y="25802"/>
                  </a:lnTo>
                  <a:lnTo>
                    <a:pt x="20204" y="32713"/>
                  </a:lnTo>
                  <a:lnTo>
                    <a:pt x="19578" y="32756"/>
                  </a:lnTo>
                  <a:lnTo>
                    <a:pt x="16010" y="32158"/>
                  </a:lnTo>
                  <a:lnTo>
                    <a:pt x="13349" y="23990"/>
                  </a:lnTo>
                  <a:lnTo>
                    <a:pt x="10386" y="22080"/>
                  </a:lnTo>
                  <a:lnTo>
                    <a:pt x="9927" y="23820"/>
                  </a:lnTo>
                  <a:lnTo>
                    <a:pt x="5144" y="22152"/>
                  </a:lnTo>
                  <a:lnTo>
                    <a:pt x="5161" y="19867"/>
                  </a:lnTo>
                  <a:lnTo>
                    <a:pt x="1304" y="21065"/>
                  </a:lnTo>
                  <a:lnTo>
                    <a:pt x="0" y="19352"/>
                  </a:lnTo>
                  <a:lnTo>
                    <a:pt x="305" y="16254"/>
                  </a:lnTo>
                  <a:lnTo>
                    <a:pt x="931" y="16679"/>
                  </a:lnTo>
                  <a:lnTo>
                    <a:pt x="1296" y="16145"/>
                  </a:lnTo>
                  <a:lnTo>
                    <a:pt x="146" y="9317"/>
                  </a:lnTo>
                  <a:lnTo>
                    <a:pt x="872" y="9254"/>
                  </a:lnTo>
                  <a:lnTo>
                    <a:pt x="2646" y="11652"/>
                  </a:lnTo>
                  <a:lnTo>
                    <a:pt x="6258" y="9347"/>
                  </a:lnTo>
                  <a:lnTo>
                    <a:pt x="5307" y="2832"/>
                  </a:lnTo>
                  <a:lnTo>
                    <a:pt x="6279" y="32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h4366"/>
            <p:cNvSpPr/>
            <p:nvPr/>
          </p:nvSpPr>
          <p:spPr>
            <a:xfrm>
              <a:off x="7158686" y="3128064"/>
              <a:ext cx="20176" cy="23824"/>
            </a:xfrm>
            <a:custGeom>
              <a:avLst/>
              <a:pathLst>
                <a:path w="20176" h="23824">
                  <a:moveTo>
                    <a:pt x="5865" y="47"/>
                  </a:moveTo>
                  <a:lnTo>
                    <a:pt x="10606" y="2555"/>
                  </a:lnTo>
                  <a:lnTo>
                    <a:pt x="14001" y="5434"/>
                  </a:lnTo>
                  <a:lnTo>
                    <a:pt x="15721" y="5242"/>
                  </a:lnTo>
                  <a:lnTo>
                    <a:pt x="18372" y="2855"/>
                  </a:lnTo>
                  <a:lnTo>
                    <a:pt x="19967" y="6543"/>
                  </a:lnTo>
                  <a:lnTo>
                    <a:pt x="19657" y="11243"/>
                  </a:lnTo>
                  <a:lnTo>
                    <a:pt x="20176" y="14535"/>
                  </a:lnTo>
                  <a:lnTo>
                    <a:pt x="16172" y="15427"/>
                  </a:lnTo>
                  <a:lnTo>
                    <a:pt x="15722" y="18920"/>
                  </a:lnTo>
                  <a:lnTo>
                    <a:pt x="17139" y="19284"/>
                  </a:lnTo>
                  <a:lnTo>
                    <a:pt x="15271" y="21111"/>
                  </a:lnTo>
                  <a:lnTo>
                    <a:pt x="6666" y="13792"/>
                  </a:lnTo>
                  <a:lnTo>
                    <a:pt x="6759" y="19049"/>
                  </a:lnTo>
                  <a:lnTo>
                    <a:pt x="8973" y="22389"/>
                  </a:lnTo>
                  <a:lnTo>
                    <a:pt x="8768" y="23658"/>
                  </a:lnTo>
                  <a:lnTo>
                    <a:pt x="6047" y="23824"/>
                  </a:lnTo>
                  <a:lnTo>
                    <a:pt x="1950" y="20623"/>
                  </a:lnTo>
                  <a:lnTo>
                    <a:pt x="0" y="13477"/>
                  </a:lnTo>
                  <a:lnTo>
                    <a:pt x="3294" y="10461"/>
                  </a:lnTo>
                  <a:lnTo>
                    <a:pt x="4070" y="8637"/>
                  </a:lnTo>
                  <a:lnTo>
                    <a:pt x="3697" y="4329"/>
                  </a:lnTo>
                  <a:lnTo>
                    <a:pt x="2573" y="1774"/>
                  </a:lnTo>
                  <a:lnTo>
                    <a:pt x="352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h4367"/>
            <p:cNvSpPr/>
            <p:nvPr/>
          </p:nvSpPr>
          <p:spPr>
            <a:xfrm>
              <a:off x="7140108" y="3154580"/>
              <a:ext cx="13786" cy="23882"/>
            </a:xfrm>
            <a:custGeom>
              <a:avLst/>
              <a:pathLst>
                <a:path w="13786" h="23882">
                  <a:moveTo>
                    <a:pt x="8560" y="2201"/>
                  </a:moveTo>
                  <a:lnTo>
                    <a:pt x="11798" y="8680"/>
                  </a:lnTo>
                  <a:lnTo>
                    <a:pt x="12863" y="9389"/>
                  </a:lnTo>
                  <a:lnTo>
                    <a:pt x="13786" y="11081"/>
                  </a:lnTo>
                  <a:lnTo>
                    <a:pt x="11315" y="9983"/>
                  </a:lnTo>
                  <a:lnTo>
                    <a:pt x="8887" y="12054"/>
                  </a:lnTo>
                  <a:lnTo>
                    <a:pt x="6960" y="16307"/>
                  </a:lnTo>
                  <a:lnTo>
                    <a:pt x="6643" y="18518"/>
                  </a:lnTo>
                  <a:lnTo>
                    <a:pt x="7453" y="19636"/>
                  </a:lnTo>
                  <a:lnTo>
                    <a:pt x="6535" y="23336"/>
                  </a:lnTo>
                  <a:lnTo>
                    <a:pt x="5349" y="23882"/>
                  </a:lnTo>
                  <a:lnTo>
                    <a:pt x="3932" y="23855"/>
                  </a:lnTo>
                  <a:lnTo>
                    <a:pt x="1795" y="18521"/>
                  </a:lnTo>
                  <a:lnTo>
                    <a:pt x="0" y="13825"/>
                  </a:lnTo>
                  <a:lnTo>
                    <a:pt x="3454" y="9399"/>
                  </a:lnTo>
                  <a:lnTo>
                    <a:pt x="3782" y="7631"/>
                  </a:lnTo>
                  <a:lnTo>
                    <a:pt x="5314" y="6904"/>
                  </a:lnTo>
                  <a:lnTo>
                    <a:pt x="822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h4368"/>
            <p:cNvSpPr/>
            <p:nvPr/>
          </p:nvSpPr>
          <p:spPr>
            <a:xfrm>
              <a:off x="7190425" y="3152849"/>
              <a:ext cx="31892" cy="33230"/>
            </a:xfrm>
            <a:custGeom>
              <a:avLst/>
              <a:pathLst>
                <a:path w="31892" h="33230">
                  <a:moveTo>
                    <a:pt x="10912" y="3157"/>
                  </a:moveTo>
                  <a:lnTo>
                    <a:pt x="15458" y="4295"/>
                  </a:lnTo>
                  <a:lnTo>
                    <a:pt x="17381" y="8043"/>
                  </a:lnTo>
                  <a:lnTo>
                    <a:pt x="21228" y="9608"/>
                  </a:lnTo>
                  <a:lnTo>
                    <a:pt x="25333" y="4181"/>
                  </a:lnTo>
                  <a:lnTo>
                    <a:pt x="26894" y="5411"/>
                  </a:lnTo>
                  <a:lnTo>
                    <a:pt x="28134" y="8289"/>
                  </a:lnTo>
                  <a:lnTo>
                    <a:pt x="31892" y="8156"/>
                  </a:lnTo>
                  <a:lnTo>
                    <a:pt x="31774" y="9764"/>
                  </a:lnTo>
                  <a:lnTo>
                    <a:pt x="29730" y="13832"/>
                  </a:lnTo>
                  <a:lnTo>
                    <a:pt x="27730" y="13151"/>
                  </a:lnTo>
                  <a:lnTo>
                    <a:pt x="27187" y="20403"/>
                  </a:lnTo>
                  <a:lnTo>
                    <a:pt x="22631" y="19582"/>
                  </a:lnTo>
                  <a:lnTo>
                    <a:pt x="19565" y="20766"/>
                  </a:lnTo>
                  <a:lnTo>
                    <a:pt x="18879" y="22164"/>
                  </a:lnTo>
                  <a:lnTo>
                    <a:pt x="21265" y="27362"/>
                  </a:lnTo>
                  <a:lnTo>
                    <a:pt x="17532" y="26650"/>
                  </a:lnTo>
                  <a:lnTo>
                    <a:pt x="18082" y="25930"/>
                  </a:lnTo>
                  <a:lnTo>
                    <a:pt x="17897" y="21378"/>
                  </a:lnTo>
                  <a:lnTo>
                    <a:pt x="16268" y="22026"/>
                  </a:lnTo>
                  <a:lnTo>
                    <a:pt x="14796" y="26908"/>
                  </a:lnTo>
                  <a:lnTo>
                    <a:pt x="15381" y="30662"/>
                  </a:lnTo>
                  <a:lnTo>
                    <a:pt x="11094" y="31259"/>
                  </a:lnTo>
                  <a:lnTo>
                    <a:pt x="9811" y="33230"/>
                  </a:lnTo>
                  <a:lnTo>
                    <a:pt x="6265" y="33099"/>
                  </a:lnTo>
                  <a:lnTo>
                    <a:pt x="6891" y="33056"/>
                  </a:lnTo>
                  <a:lnTo>
                    <a:pt x="9234" y="26145"/>
                  </a:lnTo>
                  <a:lnTo>
                    <a:pt x="12245" y="24520"/>
                  </a:lnTo>
                  <a:lnTo>
                    <a:pt x="11984" y="21701"/>
                  </a:lnTo>
                  <a:lnTo>
                    <a:pt x="5200" y="21426"/>
                  </a:lnTo>
                  <a:lnTo>
                    <a:pt x="193" y="22333"/>
                  </a:lnTo>
                  <a:lnTo>
                    <a:pt x="0" y="16528"/>
                  </a:lnTo>
                  <a:lnTo>
                    <a:pt x="2136" y="14087"/>
                  </a:lnTo>
                  <a:lnTo>
                    <a:pt x="967" y="7926"/>
                  </a:lnTo>
                  <a:lnTo>
                    <a:pt x="5069" y="4235"/>
                  </a:lnTo>
                  <a:lnTo>
                    <a:pt x="518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h4369"/>
            <p:cNvSpPr/>
            <p:nvPr/>
          </p:nvSpPr>
          <p:spPr>
            <a:xfrm>
              <a:off x="7150728" y="3163969"/>
              <a:ext cx="10203" cy="17842"/>
            </a:xfrm>
            <a:custGeom>
              <a:avLst/>
              <a:pathLst>
                <a:path w="10203" h="17842">
                  <a:moveTo>
                    <a:pt x="6414" y="792"/>
                  </a:moveTo>
                  <a:lnTo>
                    <a:pt x="10203" y="4687"/>
                  </a:lnTo>
                  <a:lnTo>
                    <a:pt x="9601" y="8315"/>
                  </a:lnTo>
                  <a:lnTo>
                    <a:pt x="6552" y="10170"/>
                  </a:lnTo>
                  <a:lnTo>
                    <a:pt x="6945" y="11632"/>
                  </a:lnTo>
                  <a:lnTo>
                    <a:pt x="7920" y="11642"/>
                  </a:lnTo>
                  <a:lnTo>
                    <a:pt x="7800" y="14410"/>
                  </a:lnTo>
                  <a:lnTo>
                    <a:pt x="7012" y="17842"/>
                  </a:lnTo>
                  <a:lnTo>
                    <a:pt x="4061" y="16385"/>
                  </a:lnTo>
                  <a:lnTo>
                    <a:pt x="0" y="12876"/>
                  </a:lnTo>
                  <a:lnTo>
                    <a:pt x="6826" y="7067"/>
                  </a:lnTo>
                  <a:lnTo>
                    <a:pt x="3778" y="4250"/>
                  </a:lnTo>
                  <a:lnTo>
                    <a:pt x="3165" y="1691"/>
                  </a:lnTo>
                  <a:lnTo>
                    <a:pt x="224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h4370"/>
            <p:cNvSpPr/>
            <p:nvPr/>
          </p:nvSpPr>
          <p:spPr>
            <a:xfrm>
              <a:off x="7226326" y="3148299"/>
              <a:ext cx="14180" cy="13257"/>
            </a:xfrm>
            <a:custGeom>
              <a:avLst/>
              <a:pathLst>
                <a:path w="14180" h="13257">
                  <a:moveTo>
                    <a:pt x="14180" y="0"/>
                  </a:moveTo>
                  <a:lnTo>
                    <a:pt x="13425" y="1718"/>
                  </a:lnTo>
                  <a:lnTo>
                    <a:pt x="10417" y="5878"/>
                  </a:lnTo>
                  <a:lnTo>
                    <a:pt x="7134" y="13257"/>
                  </a:lnTo>
                  <a:lnTo>
                    <a:pt x="0" y="9110"/>
                  </a:lnTo>
                  <a:lnTo>
                    <a:pt x="104" y="4635"/>
                  </a:lnTo>
                  <a:lnTo>
                    <a:pt x="3416" y="3628"/>
                  </a:lnTo>
                  <a:lnTo>
                    <a:pt x="9863" y="499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h4371"/>
            <p:cNvSpPr/>
            <p:nvPr/>
          </p:nvSpPr>
          <p:spPr>
            <a:xfrm>
              <a:off x="7222199" y="3157410"/>
              <a:ext cx="11261" cy="8087"/>
            </a:xfrm>
            <a:custGeom>
              <a:avLst/>
              <a:pathLst>
                <a:path w="11261" h="8087">
                  <a:moveTo>
                    <a:pt x="11261" y="4146"/>
                  </a:moveTo>
                  <a:lnTo>
                    <a:pt x="10559" y="6196"/>
                  </a:lnTo>
                  <a:lnTo>
                    <a:pt x="9644" y="8087"/>
                  </a:lnTo>
                  <a:lnTo>
                    <a:pt x="0" y="5202"/>
                  </a:lnTo>
                  <a:lnTo>
                    <a:pt x="118" y="3594"/>
                  </a:lnTo>
                  <a:lnTo>
                    <a:pt x="412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h4372"/>
            <p:cNvSpPr/>
            <p:nvPr/>
          </p:nvSpPr>
          <p:spPr>
            <a:xfrm>
              <a:off x="6378763" y="2649697"/>
              <a:ext cx="84219" cy="53753"/>
            </a:xfrm>
            <a:custGeom>
              <a:avLst/>
              <a:pathLst>
                <a:path w="84219" h="53753">
                  <a:moveTo>
                    <a:pt x="33898" y="601"/>
                  </a:moveTo>
                  <a:lnTo>
                    <a:pt x="34077" y="4825"/>
                  </a:lnTo>
                  <a:lnTo>
                    <a:pt x="36322" y="12531"/>
                  </a:lnTo>
                  <a:lnTo>
                    <a:pt x="43553" y="11910"/>
                  </a:lnTo>
                  <a:lnTo>
                    <a:pt x="50307" y="12412"/>
                  </a:lnTo>
                  <a:lnTo>
                    <a:pt x="50381" y="10447"/>
                  </a:lnTo>
                  <a:lnTo>
                    <a:pt x="53134" y="10028"/>
                  </a:lnTo>
                  <a:lnTo>
                    <a:pt x="54889" y="13824"/>
                  </a:lnTo>
                  <a:lnTo>
                    <a:pt x="58176" y="16718"/>
                  </a:lnTo>
                  <a:lnTo>
                    <a:pt x="61006" y="16557"/>
                  </a:lnTo>
                  <a:lnTo>
                    <a:pt x="69260" y="12745"/>
                  </a:lnTo>
                  <a:lnTo>
                    <a:pt x="71140" y="10642"/>
                  </a:lnTo>
                  <a:lnTo>
                    <a:pt x="74386" y="1443"/>
                  </a:lnTo>
                  <a:lnTo>
                    <a:pt x="82068" y="10883"/>
                  </a:lnTo>
                  <a:lnTo>
                    <a:pt x="84219" y="22317"/>
                  </a:lnTo>
                  <a:lnTo>
                    <a:pt x="84138" y="24173"/>
                  </a:lnTo>
                  <a:lnTo>
                    <a:pt x="79804" y="27245"/>
                  </a:lnTo>
                  <a:lnTo>
                    <a:pt x="77307" y="30412"/>
                  </a:lnTo>
                  <a:lnTo>
                    <a:pt x="79126" y="37908"/>
                  </a:lnTo>
                  <a:lnTo>
                    <a:pt x="78016" y="40557"/>
                  </a:lnTo>
                  <a:lnTo>
                    <a:pt x="69728" y="40754"/>
                  </a:lnTo>
                  <a:lnTo>
                    <a:pt x="68185" y="41716"/>
                  </a:lnTo>
                  <a:lnTo>
                    <a:pt x="67462" y="49188"/>
                  </a:lnTo>
                  <a:lnTo>
                    <a:pt x="64140" y="53385"/>
                  </a:lnTo>
                  <a:lnTo>
                    <a:pt x="63177" y="53753"/>
                  </a:lnTo>
                  <a:lnTo>
                    <a:pt x="53088" y="50911"/>
                  </a:lnTo>
                  <a:lnTo>
                    <a:pt x="51111" y="52049"/>
                  </a:lnTo>
                  <a:lnTo>
                    <a:pt x="49790" y="46618"/>
                  </a:lnTo>
                  <a:lnTo>
                    <a:pt x="46353" y="46900"/>
                  </a:lnTo>
                  <a:lnTo>
                    <a:pt x="45694" y="42251"/>
                  </a:lnTo>
                  <a:lnTo>
                    <a:pt x="42647" y="37793"/>
                  </a:lnTo>
                  <a:lnTo>
                    <a:pt x="40903" y="38058"/>
                  </a:lnTo>
                  <a:lnTo>
                    <a:pt x="38887" y="40619"/>
                  </a:lnTo>
                  <a:lnTo>
                    <a:pt x="34068" y="38039"/>
                  </a:lnTo>
                  <a:lnTo>
                    <a:pt x="32480" y="33966"/>
                  </a:lnTo>
                  <a:lnTo>
                    <a:pt x="32707" y="29063"/>
                  </a:lnTo>
                  <a:lnTo>
                    <a:pt x="27097" y="28054"/>
                  </a:lnTo>
                  <a:lnTo>
                    <a:pt x="24291" y="26253"/>
                  </a:lnTo>
                  <a:lnTo>
                    <a:pt x="19607" y="25732"/>
                  </a:lnTo>
                  <a:lnTo>
                    <a:pt x="18346" y="27372"/>
                  </a:lnTo>
                  <a:lnTo>
                    <a:pt x="18089" y="30206"/>
                  </a:lnTo>
                  <a:lnTo>
                    <a:pt x="13813" y="27063"/>
                  </a:lnTo>
                  <a:lnTo>
                    <a:pt x="15873" y="25461"/>
                  </a:lnTo>
                  <a:lnTo>
                    <a:pt x="15766" y="24158"/>
                  </a:lnTo>
                  <a:lnTo>
                    <a:pt x="14062" y="22185"/>
                  </a:lnTo>
                  <a:lnTo>
                    <a:pt x="11005" y="20403"/>
                  </a:lnTo>
                  <a:lnTo>
                    <a:pt x="7780" y="19922"/>
                  </a:lnTo>
                  <a:lnTo>
                    <a:pt x="2391" y="17607"/>
                  </a:lnTo>
                  <a:lnTo>
                    <a:pt x="948" y="15341"/>
                  </a:lnTo>
                  <a:lnTo>
                    <a:pt x="0" y="10744"/>
                  </a:lnTo>
                  <a:lnTo>
                    <a:pt x="2077" y="9285"/>
                  </a:lnTo>
                  <a:lnTo>
                    <a:pt x="6230" y="8724"/>
                  </a:lnTo>
                  <a:lnTo>
                    <a:pt x="13091" y="15381"/>
                  </a:lnTo>
                  <a:lnTo>
                    <a:pt x="25332" y="20304"/>
                  </a:lnTo>
                  <a:lnTo>
                    <a:pt x="29088" y="17735"/>
                  </a:lnTo>
                  <a:lnTo>
                    <a:pt x="30032" y="14389"/>
                  </a:lnTo>
                  <a:lnTo>
                    <a:pt x="29780" y="9808"/>
                  </a:lnTo>
                  <a:lnTo>
                    <a:pt x="26097" y="2314"/>
                  </a:lnTo>
                  <a:lnTo>
                    <a:pt x="2681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h4373"/>
            <p:cNvSpPr/>
            <p:nvPr/>
          </p:nvSpPr>
          <p:spPr>
            <a:xfrm>
              <a:off x="6455243" y="2652748"/>
              <a:ext cx="92876" cy="156292"/>
            </a:xfrm>
            <a:custGeom>
              <a:avLst/>
              <a:pathLst>
                <a:path w="92876" h="156292">
                  <a:moveTo>
                    <a:pt x="32364" y="225"/>
                  </a:moveTo>
                  <a:lnTo>
                    <a:pt x="34092" y="2266"/>
                  </a:lnTo>
                  <a:lnTo>
                    <a:pt x="33434" y="5976"/>
                  </a:lnTo>
                  <a:lnTo>
                    <a:pt x="35463" y="10475"/>
                  </a:lnTo>
                  <a:lnTo>
                    <a:pt x="38408" y="12102"/>
                  </a:lnTo>
                  <a:lnTo>
                    <a:pt x="42031" y="12578"/>
                  </a:lnTo>
                  <a:lnTo>
                    <a:pt x="46581" y="11317"/>
                  </a:lnTo>
                  <a:lnTo>
                    <a:pt x="48153" y="15015"/>
                  </a:lnTo>
                  <a:lnTo>
                    <a:pt x="48119" y="24851"/>
                  </a:lnTo>
                  <a:lnTo>
                    <a:pt x="54533" y="25185"/>
                  </a:lnTo>
                  <a:lnTo>
                    <a:pt x="54147" y="27149"/>
                  </a:lnTo>
                  <a:lnTo>
                    <a:pt x="56885" y="33094"/>
                  </a:lnTo>
                  <a:lnTo>
                    <a:pt x="65959" y="40497"/>
                  </a:lnTo>
                  <a:lnTo>
                    <a:pt x="68279" y="39715"/>
                  </a:lnTo>
                  <a:lnTo>
                    <a:pt x="68148" y="37887"/>
                  </a:lnTo>
                  <a:lnTo>
                    <a:pt x="71810" y="35139"/>
                  </a:lnTo>
                  <a:lnTo>
                    <a:pt x="82569" y="30760"/>
                  </a:lnTo>
                  <a:lnTo>
                    <a:pt x="85304" y="32369"/>
                  </a:lnTo>
                  <a:lnTo>
                    <a:pt x="84715" y="33460"/>
                  </a:lnTo>
                  <a:lnTo>
                    <a:pt x="85108" y="35419"/>
                  </a:lnTo>
                  <a:lnTo>
                    <a:pt x="91994" y="38317"/>
                  </a:lnTo>
                  <a:lnTo>
                    <a:pt x="92876" y="39479"/>
                  </a:lnTo>
                  <a:lnTo>
                    <a:pt x="92019" y="41044"/>
                  </a:lnTo>
                  <a:lnTo>
                    <a:pt x="91318" y="40575"/>
                  </a:lnTo>
                  <a:lnTo>
                    <a:pt x="91340" y="43779"/>
                  </a:lnTo>
                  <a:lnTo>
                    <a:pt x="92858" y="47243"/>
                  </a:lnTo>
                  <a:lnTo>
                    <a:pt x="91276" y="50012"/>
                  </a:lnTo>
                  <a:lnTo>
                    <a:pt x="87599" y="53599"/>
                  </a:lnTo>
                  <a:lnTo>
                    <a:pt x="81673" y="72543"/>
                  </a:lnTo>
                  <a:lnTo>
                    <a:pt x="82798" y="76285"/>
                  </a:lnTo>
                  <a:lnTo>
                    <a:pt x="81705" y="89100"/>
                  </a:lnTo>
                  <a:lnTo>
                    <a:pt x="82551" y="89399"/>
                  </a:lnTo>
                  <a:lnTo>
                    <a:pt x="81208" y="92206"/>
                  </a:lnTo>
                  <a:lnTo>
                    <a:pt x="79130" y="93549"/>
                  </a:lnTo>
                  <a:lnTo>
                    <a:pt x="72651" y="95239"/>
                  </a:lnTo>
                  <a:lnTo>
                    <a:pt x="75080" y="103862"/>
                  </a:lnTo>
                  <a:lnTo>
                    <a:pt x="76626" y="104787"/>
                  </a:lnTo>
                  <a:lnTo>
                    <a:pt x="71738" y="118802"/>
                  </a:lnTo>
                  <a:lnTo>
                    <a:pt x="73188" y="119904"/>
                  </a:lnTo>
                  <a:lnTo>
                    <a:pt x="73785" y="121860"/>
                  </a:lnTo>
                  <a:lnTo>
                    <a:pt x="71530" y="126883"/>
                  </a:lnTo>
                  <a:lnTo>
                    <a:pt x="70989" y="130226"/>
                  </a:lnTo>
                  <a:lnTo>
                    <a:pt x="74078" y="130935"/>
                  </a:lnTo>
                  <a:lnTo>
                    <a:pt x="72816" y="137636"/>
                  </a:lnTo>
                  <a:lnTo>
                    <a:pt x="68044" y="136786"/>
                  </a:lnTo>
                  <a:lnTo>
                    <a:pt x="67908" y="141745"/>
                  </a:lnTo>
                  <a:lnTo>
                    <a:pt x="73398" y="148670"/>
                  </a:lnTo>
                  <a:lnTo>
                    <a:pt x="67958" y="155112"/>
                  </a:lnTo>
                  <a:lnTo>
                    <a:pt x="67037" y="154032"/>
                  </a:lnTo>
                  <a:lnTo>
                    <a:pt x="64795" y="153935"/>
                  </a:lnTo>
                  <a:lnTo>
                    <a:pt x="63077" y="156148"/>
                  </a:lnTo>
                  <a:lnTo>
                    <a:pt x="60804" y="156292"/>
                  </a:lnTo>
                  <a:lnTo>
                    <a:pt x="59650" y="155451"/>
                  </a:lnTo>
                  <a:lnTo>
                    <a:pt x="59517" y="153063"/>
                  </a:lnTo>
                  <a:lnTo>
                    <a:pt x="61649" y="150508"/>
                  </a:lnTo>
                  <a:lnTo>
                    <a:pt x="61458" y="149393"/>
                  </a:lnTo>
                  <a:lnTo>
                    <a:pt x="60826" y="148654"/>
                  </a:lnTo>
                  <a:lnTo>
                    <a:pt x="57112" y="148246"/>
                  </a:lnTo>
                  <a:lnTo>
                    <a:pt x="55967" y="144163"/>
                  </a:lnTo>
                  <a:lnTo>
                    <a:pt x="56023" y="142360"/>
                  </a:lnTo>
                  <a:lnTo>
                    <a:pt x="56757" y="141590"/>
                  </a:lnTo>
                  <a:lnTo>
                    <a:pt x="53100" y="136817"/>
                  </a:lnTo>
                  <a:lnTo>
                    <a:pt x="38439" y="105586"/>
                  </a:lnTo>
                  <a:lnTo>
                    <a:pt x="33955" y="104172"/>
                  </a:lnTo>
                  <a:lnTo>
                    <a:pt x="28099" y="106136"/>
                  </a:lnTo>
                  <a:lnTo>
                    <a:pt x="22966" y="109871"/>
                  </a:lnTo>
                  <a:lnTo>
                    <a:pt x="22578" y="110886"/>
                  </a:lnTo>
                  <a:lnTo>
                    <a:pt x="23628" y="112777"/>
                  </a:lnTo>
                  <a:lnTo>
                    <a:pt x="21494" y="114353"/>
                  </a:lnTo>
                  <a:lnTo>
                    <a:pt x="16313" y="113573"/>
                  </a:lnTo>
                  <a:lnTo>
                    <a:pt x="12969" y="114259"/>
                  </a:lnTo>
                  <a:lnTo>
                    <a:pt x="11727" y="113363"/>
                  </a:lnTo>
                  <a:lnTo>
                    <a:pt x="11650" y="109211"/>
                  </a:lnTo>
                  <a:lnTo>
                    <a:pt x="17859" y="103530"/>
                  </a:lnTo>
                  <a:lnTo>
                    <a:pt x="20395" y="103440"/>
                  </a:lnTo>
                  <a:lnTo>
                    <a:pt x="21223" y="104858"/>
                  </a:lnTo>
                  <a:lnTo>
                    <a:pt x="21592" y="98573"/>
                  </a:lnTo>
                  <a:lnTo>
                    <a:pt x="16661" y="100723"/>
                  </a:lnTo>
                  <a:lnTo>
                    <a:pt x="16350" y="99670"/>
                  </a:lnTo>
                  <a:lnTo>
                    <a:pt x="16570" y="97536"/>
                  </a:lnTo>
                  <a:lnTo>
                    <a:pt x="18938" y="93397"/>
                  </a:lnTo>
                  <a:lnTo>
                    <a:pt x="21643" y="93022"/>
                  </a:lnTo>
                  <a:lnTo>
                    <a:pt x="24465" y="90152"/>
                  </a:lnTo>
                  <a:lnTo>
                    <a:pt x="25414" y="87343"/>
                  </a:lnTo>
                  <a:lnTo>
                    <a:pt x="30277" y="85324"/>
                  </a:lnTo>
                  <a:lnTo>
                    <a:pt x="28605" y="82206"/>
                  </a:lnTo>
                  <a:lnTo>
                    <a:pt x="25439" y="80437"/>
                  </a:lnTo>
                  <a:lnTo>
                    <a:pt x="28193" y="75474"/>
                  </a:lnTo>
                  <a:lnTo>
                    <a:pt x="25755" y="69372"/>
                  </a:lnTo>
                  <a:lnTo>
                    <a:pt x="22290" y="66183"/>
                  </a:lnTo>
                  <a:lnTo>
                    <a:pt x="12505" y="64853"/>
                  </a:lnTo>
                  <a:lnTo>
                    <a:pt x="9640" y="63515"/>
                  </a:lnTo>
                  <a:lnTo>
                    <a:pt x="8493" y="64073"/>
                  </a:lnTo>
                  <a:lnTo>
                    <a:pt x="6912" y="61964"/>
                  </a:lnTo>
                  <a:lnTo>
                    <a:pt x="7602" y="57464"/>
                  </a:lnTo>
                  <a:lnTo>
                    <a:pt x="4545" y="55929"/>
                  </a:lnTo>
                  <a:lnTo>
                    <a:pt x="3878" y="54405"/>
                  </a:lnTo>
                  <a:lnTo>
                    <a:pt x="4612" y="50167"/>
                  </a:lnTo>
                  <a:lnTo>
                    <a:pt x="33" y="42716"/>
                  </a:lnTo>
                  <a:lnTo>
                    <a:pt x="0" y="40886"/>
                  </a:lnTo>
                  <a:lnTo>
                    <a:pt x="1536" y="37506"/>
                  </a:lnTo>
                  <a:lnTo>
                    <a:pt x="2646" y="34857"/>
                  </a:lnTo>
                  <a:lnTo>
                    <a:pt x="826" y="27361"/>
                  </a:lnTo>
                  <a:lnTo>
                    <a:pt x="3323" y="24194"/>
                  </a:lnTo>
                  <a:lnTo>
                    <a:pt x="7657" y="21123"/>
                  </a:lnTo>
                  <a:lnTo>
                    <a:pt x="7739" y="19266"/>
                  </a:lnTo>
                  <a:lnTo>
                    <a:pt x="11088" y="18473"/>
                  </a:lnTo>
                  <a:lnTo>
                    <a:pt x="23281" y="5391"/>
                  </a:lnTo>
                  <a:lnTo>
                    <a:pt x="2388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h4374"/>
            <p:cNvSpPr/>
            <p:nvPr/>
          </p:nvSpPr>
          <p:spPr>
            <a:xfrm>
              <a:off x="6390530" y="2690254"/>
              <a:ext cx="78475" cy="54601"/>
            </a:xfrm>
            <a:custGeom>
              <a:avLst/>
              <a:pathLst>
                <a:path w="78475" h="54601">
                  <a:moveTo>
                    <a:pt x="66249" y="0"/>
                  </a:moveTo>
                  <a:lnTo>
                    <a:pt x="64712" y="3379"/>
                  </a:lnTo>
                  <a:lnTo>
                    <a:pt x="64746" y="5209"/>
                  </a:lnTo>
                  <a:lnTo>
                    <a:pt x="69325" y="12661"/>
                  </a:lnTo>
                  <a:lnTo>
                    <a:pt x="68591" y="16898"/>
                  </a:lnTo>
                  <a:lnTo>
                    <a:pt x="69258" y="18422"/>
                  </a:lnTo>
                  <a:lnTo>
                    <a:pt x="72315" y="19957"/>
                  </a:lnTo>
                  <a:lnTo>
                    <a:pt x="71624" y="24457"/>
                  </a:lnTo>
                  <a:lnTo>
                    <a:pt x="73206" y="26566"/>
                  </a:lnTo>
                  <a:lnTo>
                    <a:pt x="76743" y="33878"/>
                  </a:lnTo>
                  <a:lnTo>
                    <a:pt x="78475" y="40786"/>
                  </a:lnTo>
                  <a:lnTo>
                    <a:pt x="76846" y="43402"/>
                  </a:lnTo>
                  <a:lnTo>
                    <a:pt x="73450" y="45328"/>
                  </a:lnTo>
                  <a:lnTo>
                    <a:pt x="75567" y="48753"/>
                  </a:lnTo>
                  <a:lnTo>
                    <a:pt x="72789" y="53552"/>
                  </a:lnTo>
                  <a:lnTo>
                    <a:pt x="64250" y="54601"/>
                  </a:lnTo>
                  <a:lnTo>
                    <a:pt x="63410" y="53663"/>
                  </a:lnTo>
                  <a:lnTo>
                    <a:pt x="60552" y="53074"/>
                  </a:lnTo>
                  <a:lnTo>
                    <a:pt x="58897" y="54540"/>
                  </a:lnTo>
                  <a:lnTo>
                    <a:pt x="53000" y="54205"/>
                  </a:lnTo>
                  <a:lnTo>
                    <a:pt x="55257" y="50994"/>
                  </a:lnTo>
                  <a:lnTo>
                    <a:pt x="53637" y="49674"/>
                  </a:lnTo>
                  <a:lnTo>
                    <a:pt x="42117" y="52057"/>
                  </a:lnTo>
                  <a:lnTo>
                    <a:pt x="41058" y="53054"/>
                  </a:lnTo>
                  <a:lnTo>
                    <a:pt x="40298" y="50776"/>
                  </a:lnTo>
                  <a:lnTo>
                    <a:pt x="39345" y="50273"/>
                  </a:lnTo>
                  <a:lnTo>
                    <a:pt x="38258" y="50802"/>
                  </a:lnTo>
                  <a:lnTo>
                    <a:pt x="37579" y="53811"/>
                  </a:lnTo>
                  <a:lnTo>
                    <a:pt x="33562" y="53621"/>
                  </a:lnTo>
                  <a:lnTo>
                    <a:pt x="32128" y="52334"/>
                  </a:lnTo>
                  <a:lnTo>
                    <a:pt x="32963" y="52290"/>
                  </a:lnTo>
                  <a:lnTo>
                    <a:pt x="33070" y="50990"/>
                  </a:lnTo>
                  <a:lnTo>
                    <a:pt x="26732" y="45677"/>
                  </a:lnTo>
                  <a:lnTo>
                    <a:pt x="14718" y="46355"/>
                  </a:lnTo>
                  <a:lnTo>
                    <a:pt x="10864" y="42643"/>
                  </a:lnTo>
                  <a:lnTo>
                    <a:pt x="10967" y="35524"/>
                  </a:lnTo>
                  <a:lnTo>
                    <a:pt x="7038" y="33801"/>
                  </a:lnTo>
                  <a:lnTo>
                    <a:pt x="5003" y="34006"/>
                  </a:lnTo>
                  <a:lnTo>
                    <a:pt x="2046" y="31862"/>
                  </a:lnTo>
                  <a:lnTo>
                    <a:pt x="112" y="27537"/>
                  </a:lnTo>
                  <a:lnTo>
                    <a:pt x="0" y="24441"/>
                  </a:lnTo>
                  <a:lnTo>
                    <a:pt x="7766" y="22896"/>
                  </a:lnTo>
                  <a:lnTo>
                    <a:pt x="8654" y="15734"/>
                  </a:lnTo>
                  <a:lnTo>
                    <a:pt x="10657" y="18380"/>
                  </a:lnTo>
                  <a:lnTo>
                    <a:pt x="13346" y="19576"/>
                  </a:lnTo>
                  <a:lnTo>
                    <a:pt x="18200" y="20189"/>
                  </a:lnTo>
                  <a:lnTo>
                    <a:pt x="20807" y="18196"/>
                  </a:lnTo>
                  <a:lnTo>
                    <a:pt x="20044" y="15402"/>
                  </a:lnTo>
                  <a:lnTo>
                    <a:pt x="20637" y="14266"/>
                  </a:lnTo>
                  <a:lnTo>
                    <a:pt x="25668" y="12278"/>
                  </a:lnTo>
                  <a:lnTo>
                    <a:pt x="26404" y="13184"/>
                  </a:lnTo>
                  <a:lnTo>
                    <a:pt x="26026" y="14862"/>
                  </a:lnTo>
                  <a:lnTo>
                    <a:pt x="29031" y="15207"/>
                  </a:lnTo>
                  <a:lnTo>
                    <a:pt x="39343" y="11491"/>
                  </a:lnTo>
                  <a:lnTo>
                    <a:pt x="41320" y="10354"/>
                  </a:lnTo>
                  <a:lnTo>
                    <a:pt x="51409" y="13195"/>
                  </a:lnTo>
                  <a:lnTo>
                    <a:pt x="52373" y="12827"/>
                  </a:lnTo>
                  <a:lnTo>
                    <a:pt x="55695" y="8630"/>
                  </a:lnTo>
                  <a:lnTo>
                    <a:pt x="56417" y="1159"/>
                  </a:lnTo>
                  <a:lnTo>
                    <a:pt x="57960" y="19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h4375"/>
            <p:cNvSpPr/>
            <p:nvPr/>
          </p:nvSpPr>
          <p:spPr>
            <a:xfrm>
              <a:off x="6431589" y="2716264"/>
              <a:ext cx="53931" cy="37531"/>
            </a:xfrm>
            <a:custGeom>
              <a:avLst/>
              <a:pathLst>
                <a:path w="53931" h="37531">
                  <a:moveTo>
                    <a:pt x="36160" y="1337"/>
                  </a:moveTo>
                  <a:lnTo>
                    <a:pt x="45945" y="2667"/>
                  </a:lnTo>
                  <a:lnTo>
                    <a:pt x="49409" y="5857"/>
                  </a:lnTo>
                  <a:lnTo>
                    <a:pt x="51847" y="11958"/>
                  </a:lnTo>
                  <a:lnTo>
                    <a:pt x="49093" y="16921"/>
                  </a:lnTo>
                  <a:lnTo>
                    <a:pt x="52260" y="18691"/>
                  </a:lnTo>
                  <a:lnTo>
                    <a:pt x="53931" y="21809"/>
                  </a:lnTo>
                  <a:lnTo>
                    <a:pt x="49069" y="23827"/>
                  </a:lnTo>
                  <a:lnTo>
                    <a:pt x="48119" y="26637"/>
                  </a:lnTo>
                  <a:lnTo>
                    <a:pt x="45297" y="29506"/>
                  </a:lnTo>
                  <a:lnTo>
                    <a:pt x="42593" y="29881"/>
                  </a:lnTo>
                  <a:lnTo>
                    <a:pt x="40225" y="34021"/>
                  </a:lnTo>
                  <a:lnTo>
                    <a:pt x="40004" y="36154"/>
                  </a:lnTo>
                  <a:lnTo>
                    <a:pt x="37989" y="35121"/>
                  </a:lnTo>
                  <a:lnTo>
                    <a:pt x="36679" y="35872"/>
                  </a:lnTo>
                  <a:lnTo>
                    <a:pt x="31412" y="35612"/>
                  </a:lnTo>
                  <a:lnTo>
                    <a:pt x="24839" y="34204"/>
                  </a:lnTo>
                  <a:lnTo>
                    <a:pt x="24849" y="33137"/>
                  </a:lnTo>
                  <a:lnTo>
                    <a:pt x="20677" y="33424"/>
                  </a:lnTo>
                  <a:lnTo>
                    <a:pt x="16480" y="34853"/>
                  </a:lnTo>
                  <a:lnTo>
                    <a:pt x="16117" y="37531"/>
                  </a:lnTo>
                  <a:lnTo>
                    <a:pt x="10637" y="37361"/>
                  </a:lnTo>
                  <a:lnTo>
                    <a:pt x="8929" y="36569"/>
                  </a:lnTo>
                  <a:lnTo>
                    <a:pt x="7736" y="33137"/>
                  </a:lnTo>
                  <a:lnTo>
                    <a:pt x="5564" y="32691"/>
                  </a:lnTo>
                  <a:lnTo>
                    <a:pt x="3648" y="34987"/>
                  </a:lnTo>
                  <a:lnTo>
                    <a:pt x="2797" y="27875"/>
                  </a:lnTo>
                  <a:lnTo>
                    <a:pt x="1987" y="27096"/>
                  </a:lnTo>
                  <a:lnTo>
                    <a:pt x="0" y="27045"/>
                  </a:lnTo>
                  <a:lnTo>
                    <a:pt x="1058" y="26048"/>
                  </a:lnTo>
                  <a:lnTo>
                    <a:pt x="12579" y="23665"/>
                  </a:lnTo>
                  <a:lnTo>
                    <a:pt x="14199" y="24984"/>
                  </a:lnTo>
                  <a:lnTo>
                    <a:pt x="11942" y="28196"/>
                  </a:lnTo>
                  <a:lnTo>
                    <a:pt x="17838" y="28531"/>
                  </a:lnTo>
                  <a:lnTo>
                    <a:pt x="19494" y="27065"/>
                  </a:lnTo>
                  <a:lnTo>
                    <a:pt x="22351" y="27654"/>
                  </a:lnTo>
                  <a:lnTo>
                    <a:pt x="23191" y="28592"/>
                  </a:lnTo>
                  <a:lnTo>
                    <a:pt x="31730" y="27543"/>
                  </a:lnTo>
                  <a:lnTo>
                    <a:pt x="34508" y="22744"/>
                  </a:lnTo>
                  <a:lnTo>
                    <a:pt x="32391" y="19319"/>
                  </a:lnTo>
                  <a:lnTo>
                    <a:pt x="35788" y="17393"/>
                  </a:lnTo>
                  <a:lnTo>
                    <a:pt x="37417" y="14777"/>
                  </a:lnTo>
                  <a:lnTo>
                    <a:pt x="35685" y="7869"/>
                  </a:lnTo>
                  <a:lnTo>
                    <a:pt x="32147" y="557"/>
                  </a:lnTo>
                  <a:lnTo>
                    <a:pt x="3329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h4376"/>
            <p:cNvSpPr/>
            <p:nvPr/>
          </p:nvSpPr>
          <p:spPr>
            <a:xfrm>
              <a:off x="6444241" y="2756920"/>
              <a:ext cx="64103" cy="60167"/>
            </a:xfrm>
            <a:custGeom>
              <a:avLst/>
              <a:pathLst>
                <a:path w="64103" h="60167">
                  <a:moveTo>
                    <a:pt x="49441" y="1414"/>
                  </a:moveTo>
                  <a:lnTo>
                    <a:pt x="64103" y="32644"/>
                  </a:lnTo>
                  <a:lnTo>
                    <a:pt x="61501" y="35235"/>
                  </a:lnTo>
                  <a:lnTo>
                    <a:pt x="57680" y="34787"/>
                  </a:lnTo>
                  <a:lnTo>
                    <a:pt x="57129" y="35315"/>
                  </a:lnTo>
                  <a:lnTo>
                    <a:pt x="55786" y="40427"/>
                  </a:lnTo>
                  <a:lnTo>
                    <a:pt x="60162" y="45353"/>
                  </a:lnTo>
                  <a:lnTo>
                    <a:pt x="59879" y="46094"/>
                  </a:lnTo>
                  <a:lnTo>
                    <a:pt x="54147" y="48761"/>
                  </a:lnTo>
                  <a:lnTo>
                    <a:pt x="47436" y="53936"/>
                  </a:lnTo>
                  <a:lnTo>
                    <a:pt x="52420" y="56576"/>
                  </a:lnTo>
                  <a:lnTo>
                    <a:pt x="50275" y="60078"/>
                  </a:lnTo>
                  <a:lnTo>
                    <a:pt x="49070" y="59649"/>
                  </a:lnTo>
                  <a:lnTo>
                    <a:pt x="48192" y="57774"/>
                  </a:lnTo>
                  <a:lnTo>
                    <a:pt x="46690" y="57648"/>
                  </a:lnTo>
                  <a:lnTo>
                    <a:pt x="43217" y="60167"/>
                  </a:lnTo>
                  <a:lnTo>
                    <a:pt x="41617" y="59957"/>
                  </a:lnTo>
                  <a:lnTo>
                    <a:pt x="37694" y="57329"/>
                  </a:lnTo>
                  <a:lnTo>
                    <a:pt x="40773" y="56260"/>
                  </a:lnTo>
                  <a:lnTo>
                    <a:pt x="34687" y="50757"/>
                  </a:lnTo>
                  <a:lnTo>
                    <a:pt x="17500" y="48901"/>
                  </a:lnTo>
                  <a:lnTo>
                    <a:pt x="14784" y="46711"/>
                  </a:lnTo>
                  <a:lnTo>
                    <a:pt x="12520" y="46270"/>
                  </a:lnTo>
                  <a:lnTo>
                    <a:pt x="11779" y="47164"/>
                  </a:lnTo>
                  <a:lnTo>
                    <a:pt x="8139" y="45353"/>
                  </a:lnTo>
                  <a:lnTo>
                    <a:pt x="6668" y="42321"/>
                  </a:lnTo>
                  <a:lnTo>
                    <a:pt x="7046" y="40203"/>
                  </a:lnTo>
                  <a:lnTo>
                    <a:pt x="8900" y="38722"/>
                  </a:lnTo>
                  <a:lnTo>
                    <a:pt x="8376" y="33756"/>
                  </a:lnTo>
                  <a:lnTo>
                    <a:pt x="4761" y="30100"/>
                  </a:lnTo>
                  <a:lnTo>
                    <a:pt x="4670" y="26497"/>
                  </a:lnTo>
                  <a:lnTo>
                    <a:pt x="6332" y="24158"/>
                  </a:lnTo>
                  <a:lnTo>
                    <a:pt x="5263" y="22607"/>
                  </a:lnTo>
                  <a:lnTo>
                    <a:pt x="1476" y="22486"/>
                  </a:lnTo>
                  <a:lnTo>
                    <a:pt x="0" y="14106"/>
                  </a:lnTo>
                  <a:lnTo>
                    <a:pt x="5375" y="13235"/>
                  </a:lnTo>
                  <a:lnTo>
                    <a:pt x="10275" y="13660"/>
                  </a:lnTo>
                  <a:lnTo>
                    <a:pt x="11880" y="16818"/>
                  </a:lnTo>
                  <a:lnTo>
                    <a:pt x="15848" y="17509"/>
                  </a:lnTo>
                  <a:lnTo>
                    <a:pt x="20312" y="16345"/>
                  </a:lnTo>
                  <a:lnTo>
                    <a:pt x="23358" y="14012"/>
                  </a:lnTo>
                  <a:lnTo>
                    <a:pt x="23971" y="10087"/>
                  </a:lnTo>
                  <a:lnTo>
                    <a:pt x="27315" y="9401"/>
                  </a:lnTo>
                  <a:lnTo>
                    <a:pt x="32496" y="10181"/>
                  </a:lnTo>
                  <a:lnTo>
                    <a:pt x="34630" y="8605"/>
                  </a:lnTo>
                  <a:lnTo>
                    <a:pt x="33581" y="6714"/>
                  </a:lnTo>
                  <a:lnTo>
                    <a:pt x="33968" y="5698"/>
                  </a:lnTo>
                  <a:lnTo>
                    <a:pt x="39101" y="1964"/>
                  </a:lnTo>
                  <a:lnTo>
                    <a:pt x="44957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h4377"/>
            <p:cNvSpPr/>
            <p:nvPr/>
          </p:nvSpPr>
          <p:spPr>
            <a:xfrm>
              <a:off x="6388675" y="2717792"/>
              <a:ext cx="46562" cy="38230"/>
            </a:xfrm>
            <a:custGeom>
              <a:avLst/>
              <a:pathLst>
                <a:path w="46562" h="38230">
                  <a:moveTo>
                    <a:pt x="3902" y="4325"/>
                  </a:moveTo>
                  <a:lnTo>
                    <a:pt x="6858" y="6468"/>
                  </a:lnTo>
                  <a:lnTo>
                    <a:pt x="8894" y="6264"/>
                  </a:lnTo>
                  <a:lnTo>
                    <a:pt x="12823" y="7987"/>
                  </a:lnTo>
                  <a:lnTo>
                    <a:pt x="12720" y="15105"/>
                  </a:lnTo>
                  <a:lnTo>
                    <a:pt x="16573" y="18818"/>
                  </a:lnTo>
                  <a:lnTo>
                    <a:pt x="28588" y="18140"/>
                  </a:lnTo>
                  <a:lnTo>
                    <a:pt x="34925" y="23453"/>
                  </a:lnTo>
                  <a:lnTo>
                    <a:pt x="34819" y="24753"/>
                  </a:lnTo>
                  <a:lnTo>
                    <a:pt x="33984" y="24797"/>
                  </a:lnTo>
                  <a:lnTo>
                    <a:pt x="35418" y="26084"/>
                  </a:lnTo>
                  <a:lnTo>
                    <a:pt x="39435" y="26274"/>
                  </a:lnTo>
                  <a:lnTo>
                    <a:pt x="40113" y="23265"/>
                  </a:lnTo>
                  <a:lnTo>
                    <a:pt x="41200" y="22736"/>
                  </a:lnTo>
                  <a:lnTo>
                    <a:pt x="42154" y="23239"/>
                  </a:lnTo>
                  <a:lnTo>
                    <a:pt x="42914" y="25517"/>
                  </a:lnTo>
                  <a:lnTo>
                    <a:pt x="44901" y="25568"/>
                  </a:lnTo>
                  <a:lnTo>
                    <a:pt x="45711" y="26347"/>
                  </a:lnTo>
                  <a:lnTo>
                    <a:pt x="46562" y="33459"/>
                  </a:lnTo>
                  <a:lnTo>
                    <a:pt x="45895" y="35005"/>
                  </a:lnTo>
                  <a:lnTo>
                    <a:pt x="43403" y="35452"/>
                  </a:lnTo>
                  <a:lnTo>
                    <a:pt x="42520" y="34346"/>
                  </a:lnTo>
                  <a:lnTo>
                    <a:pt x="34833" y="33908"/>
                  </a:lnTo>
                  <a:lnTo>
                    <a:pt x="31751" y="36765"/>
                  </a:lnTo>
                  <a:lnTo>
                    <a:pt x="27651" y="38230"/>
                  </a:lnTo>
                  <a:lnTo>
                    <a:pt x="26728" y="26298"/>
                  </a:lnTo>
                  <a:lnTo>
                    <a:pt x="22132" y="28508"/>
                  </a:lnTo>
                  <a:lnTo>
                    <a:pt x="13560" y="23899"/>
                  </a:lnTo>
                  <a:lnTo>
                    <a:pt x="4233" y="8685"/>
                  </a:lnTo>
                  <a:lnTo>
                    <a:pt x="0" y="235"/>
                  </a:lnTo>
                  <a:lnTo>
                    <a:pt x="196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h4378"/>
            <p:cNvSpPr/>
            <p:nvPr/>
          </p:nvSpPr>
          <p:spPr>
            <a:xfrm>
              <a:off x="6523151" y="2738518"/>
              <a:ext cx="89441" cy="108359"/>
            </a:xfrm>
            <a:custGeom>
              <a:avLst/>
              <a:pathLst>
                <a:path w="89441" h="108359">
                  <a:moveTo>
                    <a:pt x="24755" y="431"/>
                  </a:moveTo>
                  <a:lnTo>
                    <a:pt x="25441" y="2935"/>
                  </a:lnTo>
                  <a:lnTo>
                    <a:pt x="29009" y="4784"/>
                  </a:lnTo>
                  <a:lnTo>
                    <a:pt x="33104" y="2759"/>
                  </a:lnTo>
                  <a:lnTo>
                    <a:pt x="35482" y="2463"/>
                  </a:lnTo>
                  <a:lnTo>
                    <a:pt x="37125" y="3584"/>
                  </a:lnTo>
                  <a:lnTo>
                    <a:pt x="37780" y="5078"/>
                  </a:lnTo>
                  <a:lnTo>
                    <a:pt x="35901" y="11171"/>
                  </a:lnTo>
                  <a:lnTo>
                    <a:pt x="34484" y="12398"/>
                  </a:lnTo>
                  <a:lnTo>
                    <a:pt x="34487" y="14389"/>
                  </a:lnTo>
                  <a:lnTo>
                    <a:pt x="35935" y="21798"/>
                  </a:lnTo>
                  <a:lnTo>
                    <a:pt x="42790" y="28114"/>
                  </a:lnTo>
                  <a:lnTo>
                    <a:pt x="45344" y="28561"/>
                  </a:lnTo>
                  <a:lnTo>
                    <a:pt x="52355" y="27689"/>
                  </a:lnTo>
                  <a:lnTo>
                    <a:pt x="68174" y="31023"/>
                  </a:lnTo>
                  <a:lnTo>
                    <a:pt x="68442" y="33664"/>
                  </a:lnTo>
                  <a:lnTo>
                    <a:pt x="72265" y="40580"/>
                  </a:lnTo>
                  <a:lnTo>
                    <a:pt x="68895" y="44156"/>
                  </a:lnTo>
                  <a:lnTo>
                    <a:pt x="67784" y="54725"/>
                  </a:lnTo>
                  <a:lnTo>
                    <a:pt x="68478" y="56073"/>
                  </a:lnTo>
                  <a:lnTo>
                    <a:pt x="74137" y="60219"/>
                  </a:lnTo>
                  <a:lnTo>
                    <a:pt x="75669" y="62523"/>
                  </a:lnTo>
                  <a:lnTo>
                    <a:pt x="75423" y="63379"/>
                  </a:lnTo>
                  <a:lnTo>
                    <a:pt x="79809" y="67588"/>
                  </a:lnTo>
                  <a:lnTo>
                    <a:pt x="82742" y="68212"/>
                  </a:lnTo>
                  <a:lnTo>
                    <a:pt x="85924" y="67253"/>
                  </a:lnTo>
                  <a:lnTo>
                    <a:pt x="87437" y="69165"/>
                  </a:lnTo>
                  <a:lnTo>
                    <a:pt x="89441" y="73603"/>
                  </a:lnTo>
                  <a:lnTo>
                    <a:pt x="88698" y="82237"/>
                  </a:lnTo>
                  <a:lnTo>
                    <a:pt x="89167" y="84739"/>
                  </a:lnTo>
                  <a:lnTo>
                    <a:pt x="88335" y="88273"/>
                  </a:lnTo>
                  <a:lnTo>
                    <a:pt x="84790" y="91830"/>
                  </a:lnTo>
                  <a:lnTo>
                    <a:pt x="82307" y="92616"/>
                  </a:lnTo>
                  <a:lnTo>
                    <a:pt x="79869" y="95368"/>
                  </a:lnTo>
                  <a:lnTo>
                    <a:pt x="79282" y="96641"/>
                  </a:lnTo>
                  <a:lnTo>
                    <a:pt x="80237" y="98636"/>
                  </a:lnTo>
                  <a:lnTo>
                    <a:pt x="79932" y="99641"/>
                  </a:lnTo>
                  <a:lnTo>
                    <a:pt x="77384" y="100737"/>
                  </a:lnTo>
                  <a:lnTo>
                    <a:pt x="74713" y="99517"/>
                  </a:lnTo>
                  <a:lnTo>
                    <a:pt x="67057" y="101290"/>
                  </a:lnTo>
                  <a:lnTo>
                    <a:pt x="61024" y="98357"/>
                  </a:lnTo>
                  <a:lnTo>
                    <a:pt x="52948" y="105043"/>
                  </a:lnTo>
                  <a:lnTo>
                    <a:pt x="49379" y="105749"/>
                  </a:lnTo>
                  <a:lnTo>
                    <a:pt x="48819" y="107061"/>
                  </a:lnTo>
                  <a:lnTo>
                    <a:pt x="46799" y="105063"/>
                  </a:lnTo>
                  <a:lnTo>
                    <a:pt x="38032" y="107430"/>
                  </a:lnTo>
                  <a:lnTo>
                    <a:pt x="32730" y="106265"/>
                  </a:lnTo>
                  <a:lnTo>
                    <a:pt x="30657" y="108359"/>
                  </a:lnTo>
                  <a:lnTo>
                    <a:pt x="28476" y="104968"/>
                  </a:lnTo>
                  <a:lnTo>
                    <a:pt x="27284" y="101765"/>
                  </a:lnTo>
                  <a:lnTo>
                    <a:pt x="20733" y="97346"/>
                  </a:lnTo>
                  <a:lnTo>
                    <a:pt x="19611" y="96813"/>
                  </a:lnTo>
                  <a:lnTo>
                    <a:pt x="16407" y="97720"/>
                  </a:lnTo>
                  <a:lnTo>
                    <a:pt x="15030" y="95500"/>
                  </a:lnTo>
                  <a:lnTo>
                    <a:pt x="14499" y="90855"/>
                  </a:lnTo>
                  <a:lnTo>
                    <a:pt x="12975" y="87736"/>
                  </a:lnTo>
                  <a:lnTo>
                    <a:pt x="11317" y="85693"/>
                  </a:lnTo>
                  <a:lnTo>
                    <a:pt x="8830" y="85121"/>
                  </a:lnTo>
                  <a:lnTo>
                    <a:pt x="7295" y="83586"/>
                  </a:lnTo>
                  <a:lnTo>
                    <a:pt x="6037" y="79404"/>
                  </a:lnTo>
                  <a:lnTo>
                    <a:pt x="6074" y="76476"/>
                  </a:lnTo>
                  <a:lnTo>
                    <a:pt x="3148" y="74895"/>
                  </a:lnTo>
                  <a:lnTo>
                    <a:pt x="1588" y="75819"/>
                  </a:lnTo>
                  <a:lnTo>
                    <a:pt x="517" y="75291"/>
                  </a:lnTo>
                  <a:lnTo>
                    <a:pt x="49" y="69341"/>
                  </a:lnTo>
                  <a:lnTo>
                    <a:pt x="5490" y="62900"/>
                  </a:lnTo>
                  <a:lnTo>
                    <a:pt x="0" y="55974"/>
                  </a:lnTo>
                  <a:lnTo>
                    <a:pt x="135" y="51015"/>
                  </a:lnTo>
                  <a:lnTo>
                    <a:pt x="4908" y="51865"/>
                  </a:lnTo>
                  <a:lnTo>
                    <a:pt x="6170" y="45164"/>
                  </a:lnTo>
                  <a:lnTo>
                    <a:pt x="3081" y="44455"/>
                  </a:lnTo>
                  <a:lnTo>
                    <a:pt x="3622" y="41112"/>
                  </a:lnTo>
                  <a:lnTo>
                    <a:pt x="5877" y="36090"/>
                  </a:lnTo>
                  <a:lnTo>
                    <a:pt x="5280" y="34133"/>
                  </a:lnTo>
                  <a:lnTo>
                    <a:pt x="3830" y="33031"/>
                  </a:lnTo>
                  <a:lnTo>
                    <a:pt x="8718" y="19017"/>
                  </a:lnTo>
                  <a:lnTo>
                    <a:pt x="7172" y="18091"/>
                  </a:lnTo>
                  <a:lnTo>
                    <a:pt x="4743" y="9468"/>
                  </a:lnTo>
                  <a:lnTo>
                    <a:pt x="11222" y="7779"/>
                  </a:lnTo>
                  <a:lnTo>
                    <a:pt x="13300" y="6435"/>
                  </a:lnTo>
                  <a:lnTo>
                    <a:pt x="14643" y="3628"/>
                  </a:lnTo>
                  <a:lnTo>
                    <a:pt x="19149" y="3522"/>
                  </a:lnTo>
                  <a:lnTo>
                    <a:pt x="20624" y="1524"/>
                  </a:lnTo>
                  <a:lnTo>
                    <a:pt x="2321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h4379"/>
            <p:cNvSpPr/>
            <p:nvPr/>
          </p:nvSpPr>
          <p:spPr>
            <a:xfrm>
              <a:off x="6423822" y="2860991"/>
              <a:ext cx="346" cy="471"/>
            </a:xfrm>
            <a:custGeom>
              <a:avLst/>
              <a:pathLst>
                <a:path w="346" h="471">
                  <a:moveTo>
                    <a:pt x="346" y="97"/>
                  </a:moveTo>
                  <a:lnTo>
                    <a:pt x="278" y="4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h4380"/>
            <p:cNvSpPr/>
            <p:nvPr/>
          </p:nvSpPr>
          <p:spPr>
            <a:xfrm>
              <a:off x="6411924" y="2818787"/>
              <a:ext cx="71190" cy="67698"/>
            </a:xfrm>
            <a:custGeom>
              <a:avLst/>
              <a:pathLst>
                <a:path w="71190" h="67698">
                  <a:moveTo>
                    <a:pt x="22771" y="1656"/>
                  </a:moveTo>
                  <a:lnTo>
                    <a:pt x="24320" y="3152"/>
                  </a:lnTo>
                  <a:lnTo>
                    <a:pt x="28107" y="2472"/>
                  </a:lnTo>
                  <a:lnTo>
                    <a:pt x="34213" y="7753"/>
                  </a:lnTo>
                  <a:lnTo>
                    <a:pt x="37398" y="5379"/>
                  </a:lnTo>
                  <a:lnTo>
                    <a:pt x="41954" y="4220"/>
                  </a:lnTo>
                  <a:lnTo>
                    <a:pt x="47693" y="6862"/>
                  </a:lnTo>
                  <a:lnTo>
                    <a:pt x="51029" y="9285"/>
                  </a:lnTo>
                  <a:lnTo>
                    <a:pt x="53993" y="10085"/>
                  </a:lnTo>
                  <a:lnTo>
                    <a:pt x="59574" y="9057"/>
                  </a:lnTo>
                  <a:lnTo>
                    <a:pt x="62527" y="5761"/>
                  </a:lnTo>
                  <a:lnTo>
                    <a:pt x="67539" y="5843"/>
                  </a:lnTo>
                  <a:lnTo>
                    <a:pt x="70620" y="7217"/>
                  </a:lnTo>
                  <a:lnTo>
                    <a:pt x="67602" y="19306"/>
                  </a:lnTo>
                  <a:lnTo>
                    <a:pt x="66245" y="20621"/>
                  </a:lnTo>
                  <a:lnTo>
                    <a:pt x="63787" y="21231"/>
                  </a:lnTo>
                  <a:lnTo>
                    <a:pt x="68071" y="25098"/>
                  </a:lnTo>
                  <a:lnTo>
                    <a:pt x="69924" y="28302"/>
                  </a:lnTo>
                  <a:lnTo>
                    <a:pt x="66661" y="27709"/>
                  </a:lnTo>
                  <a:lnTo>
                    <a:pt x="63602" y="29563"/>
                  </a:lnTo>
                  <a:lnTo>
                    <a:pt x="64983" y="37997"/>
                  </a:lnTo>
                  <a:lnTo>
                    <a:pt x="71190" y="45365"/>
                  </a:lnTo>
                  <a:lnTo>
                    <a:pt x="70182" y="47921"/>
                  </a:lnTo>
                  <a:lnTo>
                    <a:pt x="66474" y="47724"/>
                  </a:lnTo>
                  <a:lnTo>
                    <a:pt x="62283" y="50357"/>
                  </a:lnTo>
                  <a:lnTo>
                    <a:pt x="55770" y="57141"/>
                  </a:lnTo>
                  <a:lnTo>
                    <a:pt x="51025" y="58871"/>
                  </a:lnTo>
                  <a:lnTo>
                    <a:pt x="49070" y="61482"/>
                  </a:lnTo>
                  <a:lnTo>
                    <a:pt x="49930" y="55926"/>
                  </a:lnTo>
                  <a:lnTo>
                    <a:pt x="44927" y="50525"/>
                  </a:lnTo>
                  <a:lnTo>
                    <a:pt x="41348" y="49113"/>
                  </a:lnTo>
                  <a:lnTo>
                    <a:pt x="40833" y="50482"/>
                  </a:lnTo>
                  <a:lnTo>
                    <a:pt x="36685" y="53195"/>
                  </a:lnTo>
                  <a:lnTo>
                    <a:pt x="18268" y="54983"/>
                  </a:lnTo>
                  <a:lnTo>
                    <a:pt x="13828" y="61054"/>
                  </a:lnTo>
                  <a:lnTo>
                    <a:pt x="9943" y="61801"/>
                  </a:lnTo>
                  <a:lnTo>
                    <a:pt x="7200" y="65428"/>
                  </a:lnTo>
                  <a:lnTo>
                    <a:pt x="1925" y="67698"/>
                  </a:lnTo>
                  <a:lnTo>
                    <a:pt x="0" y="64396"/>
                  </a:lnTo>
                  <a:lnTo>
                    <a:pt x="5600" y="57837"/>
                  </a:lnTo>
                  <a:lnTo>
                    <a:pt x="1598" y="53718"/>
                  </a:lnTo>
                  <a:lnTo>
                    <a:pt x="3473" y="51355"/>
                  </a:lnTo>
                  <a:lnTo>
                    <a:pt x="7017" y="44029"/>
                  </a:lnTo>
                  <a:lnTo>
                    <a:pt x="11997" y="45646"/>
                  </a:lnTo>
                  <a:lnTo>
                    <a:pt x="15591" y="42528"/>
                  </a:lnTo>
                  <a:lnTo>
                    <a:pt x="16981" y="39472"/>
                  </a:lnTo>
                  <a:lnTo>
                    <a:pt x="17647" y="34632"/>
                  </a:lnTo>
                  <a:lnTo>
                    <a:pt x="17461" y="26449"/>
                  </a:lnTo>
                  <a:lnTo>
                    <a:pt x="19462" y="22049"/>
                  </a:lnTo>
                  <a:lnTo>
                    <a:pt x="18427" y="11211"/>
                  </a:lnTo>
                  <a:lnTo>
                    <a:pt x="16400" y="3597"/>
                  </a:lnTo>
                  <a:lnTo>
                    <a:pt x="17146" y="1443"/>
                  </a:lnTo>
                  <a:lnTo>
                    <a:pt x="20069" y="0"/>
                  </a:lnTo>
                  <a:lnTo>
                    <a:pt x="23184" y="67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h4381"/>
            <p:cNvSpPr/>
            <p:nvPr/>
          </p:nvSpPr>
          <p:spPr>
            <a:xfrm>
              <a:off x="6475526" y="2826005"/>
              <a:ext cx="29134" cy="42103"/>
            </a:xfrm>
            <a:custGeom>
              <a:avLst/>
              <a:pathLst>
                <a:path w="29134" h="42103">
                  <a:moveTo>
                    <a:pt x="17146" y="7464"/>
                  </a:moveTo>
                  <a:lnTo>
                    <a:pt x="19853" y="5905"/>
                  </a:lnTo>
                  <a:lnTo>
                    <a:pt x="22667" y="6804"/>
                  </a:lnTo>
                  <a:lnTo>
                    <a:pt x="19861" y="10781"/>
                  </a:lnTo>
                  <a:lnTo>
                    <a:pt x="21751" y="14466"/>
                  </a:lnTo>
                  <a:lnTo>
                    <a:pt x="27203" y="20114"/>
                  </a:lnTo>
                  <a:lnTo>
                    <a:pt x="29134" y="24418"/>
                  </a:lnTo>
                  <a:lnTo>
                    <a:pt x="28701" y="25502"/>
                  </a:lnTo>
                  <a:lnTo>
                    <a:pt x="25159" y="28441"/>
                  </a:lnTo>
                  <a:lnTo>
                    <a:pt x="23508" y="31691"/>
                  </a:lnTo>
                  <a:lnTo>
                    <a:pt x="19514" y="35320"/>
                  </a:lnTo>
                  <a:lnTo>
                    <a:pt x="16295" y="40715"/>
                  </a:lnTo>
                  <a:lnTo>
                    <a:pt x="14924" y="41319"/>
                  </a:lnTo>
                  <a:lnTo>
                    <a:pt x="13977" y="42103"/>
                  </a:lnTo>
                  <a:lnTo>
                    <a:pt x="11113" y="41687"/>
                  </a:lnTo>
                  <a:lnTo>
                    <a:pt x="9596" y="40526"/>
                  </a:lnTo>
                  <a:lnTo>
                    <a:pt x="6579" y="40703"/>
                  </a:lnTo>
                  <a:lnTo>
                    <a:pt x="7587" y="38147"/>
                  </a:lnTo>
                  <a:lnTo>
                    <a:pt x="1381" y="30779"/>
                  </a:lnTo>
                  <a:lnTo>
                    <a:pt x="0" y="22346"/>
                  </a:lnTo>
                  <a:lnTo>
                    <a:pt x="3059" y="20491"/>
                  </a:lnTo>
                  <a:lnTo>
                    <a:pt x="6322" y="21084"/>
                  </a:lnTo>
                  <a:lnTo>
                    <a:pt x="4469" y="17880"/>
                  </a:lnTo>
                  <a:lnTo>
                    <a:pt x="185" y="14013"/>
                  </a:lnTo>
                  <a:lnTo>
                    <a:pt x="2642" y="13403"/>
                  </a:lnTo>
                  <a:lnTo>
                    <a:pt x="3999" y="12088"/>
                  </a:lnTo>
                  <a:lnTo>
                    <a:pt x="7017" y="0"/>
                  </a:lnTo>
                  <a:lnTo>
                    <a:pt x="7715" y="568"/>
                  </a:lnTo>
                  <a:lnTo>
                    <a:pt x="9970" y="113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h4382"/>
            <p:cNvSpPr/>
            <p:nvPr/>
          </p:nvSpPr>
          <p:spPr>
            <a:xfrm>
              <a:off x="6440024" y="2803191"/>
              <a:ext cx="48109" cy="25681"/>
            </a:xfrm>
            <a:custGeom>
              <a:avLst/>
              <a:pathLst>
                <a:path w="48109" h="25681">
                  <a:moveTo>
                    <a:pt x="19002" y="440"/>
                  </a:moveTo>
                  <a:lnTo>
                    <a:pt x="21717" y="2631"/>
                  </a:lnTo>
                  <a:lnTo>
                    <a:pt x="38904" y="4486"/>
                  </a:lnTo>
                  <a:lnTo>
                    <a:pt x="44991" y="9990"/>
                  </a:lnTo>
                  <a:lnTo>
                    <a:pt x="41911" y="11058"/>
                  </a:lnTo>
                  <a:lnTo>
                    <a:pt x="45834" y="13686"/>
                  </a:lnTo>
                  <a:lnTo>
                    <a:pt x="47435" y="13896"/>
                  </a:lnTo>
                  <a:lnTo>
                    <a:pt x="48109" y="13997"/>
                  </a:lnTo>
                  <a:lnTo>
                    <a:pt x="47831" y="16288"/>
                  </a:lnTo>
                  <a:lnTo>
                    <a:pt x="45441" y="16831"/>
                  </a:lnTo>
                  <a:lnTo>
                    <a:pt x="42292" y="21936"/>
                  </a:lnTo>
                  <a:lnTo>
                    <a:pt x="43218" y="23381"/>
                  </a:lnTo>
                  <a:lnTo>
                    <a:pt x="42520" y="22813"/>
                  </a:lnTo>
                  <a:lnTo>
                    <a:pt x="39439" y="21439"/>
                  </a:lnTo>
                  <a:lnTo>
                    <a:pt x="34426" y="21357"/>
                  </a:lnTo>
                  <a:lnTo>
                    <a:pt x="31474" y="24653"/>
                  </a:lnTo>
                  <a:lnTo>
                    <a:pt x="25892" y="25681"/>
                  </a:lnTo>
                  <a:lnTo>
                    <a:pt x="22929" y="24881"/>
                  </a:lnTo>
                  <a:lnTo>
                    <a:pt x="19593" y="22458"/>
                  </a:lnTo>
                  <a:lnTo>
                    <a:pt x="13854" y="19816"/>
                  </a:lnTo>
                  <a:lnTo>
                    <a:pt x="9298" y="20975"/>
                  </a:lnTo>
                  <a:lnTo>
                    <a:pt x="6113" y="23349"/>
                  </a:lnTo>
                  <a:lnTo>
                    <a:pt x="6" y="18068"/>
                  </a:lnTo>
                  <a:lnTo>
                    <a:pt x="0" y="16368"/>
                  </a:lnTo>
                  <a:lnTo>
                    <a:pt x="1618" y="13073"/>
                  </a:lnTo>
                  <a:lnTo>
                    <a:pt x="4782" y="13691"/>
                  </a:lnTo>
                  <a:lnTo>
                    <a:pt x="6559" y="11707"/>
                  </a:lnTo>
                  <a:lnTo>
                    <a:pt x="7287" y="6204"/>
                  </a:lnTo>
                  <a:lnTo>
                    <a:pt x="8449" y="5399"/>
                  </a:lnTo>
                  <a:lnTo>
                    <a:pt x="12916" y="4874"/>
                  </a:lnTo>
                  <a:lnTo>
                    <a:pt x="14457" y="3704"/>
                  </a:lnTo>
                  <a:lnTo>
                    <a:pt x="15996" y="893"/>
                  </a:lnTo>
                  <a:lnTo>
                    <a:pt x="1673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h4383"/>
            <p:cNvSpPr/>
            <p:nvPr/>
          </p:nvSpPr>
          <p:spPr>
            <a:xfrm>
              <a:off x="6398622" y="2594284"/>
              <a:ext cx="76572" cy="72131"/>
            </a:xfrm>
            <a:custGeom>
              <a:avLst/>
              <a:pathLst>
                <a:path w="76572" h="72131">
                  <a:moveTo>
                    <a:pt x="20960" y="2005"/>
                  </a:moveTo>
                  <a:lnTo>
                    <a:pt x="21939" y="3485"/>
                  </a:lnTo>
                  <a:lnTo>
                    <a:pt x="23621" y="17272"/>
                  </a:lnTo>
                  <a:lnTo>
                    <a:pt x="24866" y="18883"/>
                  </a:lnTo>
                  <a:lnTo>
                    <a:pt x="28042" y="17276"/>
                  </a:lnTo>
                  <a:lnTo>
                    <a:pt x="44303" y="17680"/>
                  </a:lnTo>
                  <a:lnTo>
                    <a:pt x="54935" y="17156"/>
                  </a:lnTo>
                  <a:lnTo>
                    <a:pt x="63801" y="15071"/>
                  </a:lnTo>
                  <a:lnTo>
                    <a:pt x="63165" y="16176"/>
                  </a:lnTo>
                  <a:lnTo>
                    <a:pt x="62832" y="22206"/>
                  </a:lnTo>
                  <a:lnTo>
                    <a:pt x="65304" y="28604"/>
                  </a:lnTo>
                  <a:lnTo>
                    <a:pt x="65220" y="33562"/>
                  </a:lnTo>
                  <a:lnTo>
                    <a:pt x="68732" y="36575"/>
                  </a:lnTo>
                  <a:lnTo>
                    <a:pt x="71772" y="34842"/>
                  </a:lnTo>
                  <a:lnTo>
                    <a:pt x="73674" y="35867"/>
                  </a:lnTo>
                  <a:lnTo>
                    <a:pt x="75176" y="38544"/>
                  </a:lnTo>
                  <a:lnTo>
                    <a:pt x="73818" y="45202"/>
                  </a:lnTo>
                  <a:lnTo>
                    <a:pt x="76572" y="46715"/>
                  </a:lnTo>
                  <a:lnTo>
                    <a:pt x="56446" y="52758"/>
                  </a:lnTo>
                  <a:lnTo>
                    <a:pt x="55068" y="53996"/>
                  </a:lnTo>
                  <a:lnTo>
                    <a:pt x="54527" y="56855"/>
                  </a:lnTo>
                  <a:lnTo>
                    <a:pt x="51281" y="66055"/>
                  </a:lnTo>
                  <a:lnTo>
                    <a:pt x="49401" y="68157"/>
                  </a:lnTo>
                  <a:lnTo>
                    <a:pt x="41147" y="71970"/>
                  </a:lnTo>
                  <a:lnTo>
                    <a:pt x="38317" y="72131"/>
                  </a:lnTo>
                  <a:lnTo>
                    <a:pt x="35029" y="69236"/>
                  </a:lnTo>
                  <a:lnTo>
                    <a:pt x="33274" y="65441"/>
                  </a:lnTo>
                  <a:lnTo>
                    <a:pt x="30522" y="65859"/>
                  </a:lnTo>
                  <a:lnTo>
                    <a:pt x="30448" y="67825"/>
                  </a:lnTo>
                  <a:lnTo>
                    <a:pt x="23693" y="67323"/>
                  </a:lnTo>
                  <a:lnTo>
                    <a:pt x="16463" y="67944"/>
                  </a:lnTo>
                  <a:lnTo>
                    <a:pt x="14218" y="60238"/>
                  </a:lnTo>
                  <a:lnTo>
                    <a:pt x="14039" y="56014"/>
                  </a:lnTo>
                  <a:lnTo>
                    <a:pt x="6951" y="55412"/>
                  </a:lnTo>
                  <a:lnTo>
                    <a:pt x="2782" y="56339"/>
                  </a:lnTo>
                  <a:lnTo>
                    <a:pt x="0" y="46715"/>
                  </a:lnTo>
                  <a:lnTo>
                    <a:pt x="120" y="40333"/>
                  </a:lnTo>
                  <a:lnTo>
                    <a:pt x="2360" y="36090"/>
                  </a:lnTo>
                  <a:lnTo>
                    <a:pt x="3670" y="35502"/>
                  </a:lnTo>
                  <a:lnTo>
                    <a:pt x="6272" y="26395"/>
                  </a:lnTo>
                  <a:lnTo>
                    <a:pt x="3668" y="19408"/>
                  </a:lnTo>
                  <a:lnTo>
                    <a:pt x="3375" y="16115"/>
                  </a:lnTo>
                  <a:lnTo>
                    <a:pt x="9248" y="13789"/>
                  </a:lnTo>
                  <a:lnTo>
                    <a:pt x="11905" y="7753"/>
                  </a:lnTo>
                  <a:lnTo>
                    <a:pt x="14770" y="7864"/>
                  </a:lnTo>
                  <a:lnTo>
                    <a:pt x="14436" y="1247"/>
                  </a:lnTo>
                  <a:lnTo>
                    <a:pt x="1698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h4384"/>
            <p:cNvSpPr/>
            <p:nvPr/>
          </p:nvSpPr>
          <p:spPr>
            <a:xfrm>
              <a:off x="6524376" y="2842834"/>
              <a:ext cx="31245" cy="46858"/>
            </a:xfrm>
            <a:custGeom>
              <a:avLst/>
              <a:pathLst>
                <a:path w="31245" h="46858">
                  <a:moveTo>
                    <a:pt x="27251" y="653"/>
                  </a:moveTo>
                  <a:lnTo>
                    <a:pt x="29432" y="4043"/>
                  </a:lnTo>
                  <a:lnTo>
                    <a:pt x="28671" y="7361"/>
                  </a:lnTo>
                  <a:lnTo>
                    <a:pt x="30421" y="10045"/>
                  </a:lnTo>
                  <a:lnTo>
                    <a:pt x="29578" y="15948"/>
                  </a:lnTo>
                  <a:lnTo>
                    <a:pt x="28919" y="18004"/>
                  </a:lnTo>
                  <a:lnTo>
                    <a:pt x="28012" y="18497"/>
                  </a:lnTo>
                  <a:lnTo>
                    <a:pt x="26633" y="23494"/>
                  </a:lnTo>
                  <a:lnTo>
                    <a:pt x="26711" y="28176"/>
                  </a:lnTo>
                  <a:lnTo>
                    <a:pt x="27321" y="31253"/>
                  </a:lnTo>
                  <a:lnTo>
                    <a:pt x="29097" y="32390"/>
                  </a:lnTo>
                  <a:lnTo>
                    <a:pt x="30784" y="32465"/>
                  </a:lnTo>
                  <a:lnTo>
                    <a:pt x="31245" y="32811"/>
                  </a:lnTo>
                  <a:lnTo>
                    <a:pt x="30522" y="35545"/>
                  </a:lnTo>
                  <a:lnTo>
                    <a:pt x="28749" y="34842"/>
                  </a:lnTo>
                  <a:lnTo>
                    <a:pt x="23922" y="40999"/>
                  </a:lnTo>
                  <a:lnTo>
                    <a:pt x="19782" y="46858"/>
                  </a:lnTo>
                  <a:lnTo>
                    <a:pt x="18331" y="42789"/>
                  </a:lnTo>
                  <a:lnTo>
                    <a:pt x="16509" y="40774"/>
                  </a:lnTo>
                  <a:lnTo>
                    <a:pt x="13874" y="35214"/>
                  </a:lnTo>
                  <a:lnTo>
                    <a:pt x="13510" y="31550"/>
                  </a:lnTo>
                  <a:lnTo>
                    <a:pt x="7854" y="31342"/>
                  </a:lnTo>
                  <a:lnTo>
                    <a:pt x="6059" y="34062"/>
                  </a:lnTo>
                  <a:lnTo>
                    <a:pt x="1741" y="34255"/>
                  </a:lnTo>
                  <a:lnTo>
                    <a:pt x="230" y="31986"/>
                  </a:lnTo>
                  <a:lnTo>
                    <a:pt x="0" y="28671"/>
                  </a:lnTo>
                  <a:lnTo>
                    <a:pt x="1224" y="26020"/>
                  </a:lnTo>
                  <a:lnTo>
                    <a:pt x="5712" y="25433"/>
                  </a:lnTo>
                  <a:lnTo>
                    <a:pt x="6157" y="24602"/>
                  </a:lnTo>
                  <a:lnTo>
                    <a:pt x="3453" y="19511"/>
                  </a:lnTo>
                  <a:lnTo>
                    <a:pt x="4778" y="17875"/>
                  </a:lnTo>
                  <a:lnTo>
                    <a:pt x="15839" y="17859"/>
                  </a:lnTo>
                  <a:lnTo>
                    <a:pt x="20496" y="15898"/>
                  </a:lnTo>
                  <a:lnTo>
                    <a:pt x="20554" y="14598"/>
                  </a:lnTo>
                  <a:lnTo>
                    <a:pt x="18030" y="11414"/>
                  </a:lnTo>
                  <a:lnTo>
                    <a:pt x="15173" y="4580"/>
                  </a:lnTo>
                  <a:lnTo>
                    <a:pt x="15068" y="123"/>
                  </a:lnTo>
                  <a:lnTo>
                    <a:pt x="16595" y="998"/>
                  </a:lnTo>
                  <a:lnTo>
                    <a:pt x="24362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h4385"/>
            <p:cNvSpPr/>
            <p:nvPr/>
          </p:nvSpPr>
          <p:spPr>
            <a:xfrm>
              <a:off x="6511746" y="2823640"/>
              <a:ext cx="39881" cy="38706"/>
            </a:xfrm>
            <a:custGeom>
              <a:avLst/>
              <a:pathLst>
                <a:path w="39881" h="38706">
                  <a:moveTo>
                    <a:pt x="22722" y="571"/>
                  </a:moveTo>
                  <a:lnTo>
                    <a:pt x="24380" y="2614"/>
                  </a:lnTo>
                  <a:lnTo>
                    <a:pt x="25905" y="5734"/>
                  </a:lnTo>
                  <a:lnTo>
                    <a:pt x="26435" y="10378"/>
                  </a:lnTo>
                  <a:lnTo>
                    <a:pt x="27812" y="12598"/>
                  </a:lnTo>
                  <a:lnTo>
                    <a:pt x="31016" y="11692"/>
                  </a:lnTo>
                  <a:lnTo>
                    <a:pt x="32138" y="12225"/>
                  </a:lnTo>
                  <a:lnTo>
                    <a:pt x="38689" y="16643"/>
                  </a:lnTo>
                  <a:lnTo>
                    <a:pt x="39881" y="19847"/>
                  </a:lnTo>
                  <a:lnTo>
                    <a:pt x="36992" y="19194"/>
                  </a:lnTo>
                  <a:lnTo>
                    <a:pt x="29225" y="20192"/>
                  </a:lnTo>
                  <a:lnTo>
                    <a:pt x="27697" y="19318"/>
                  </a:lnTo>
                  <a:lnTo>
                    <a:pt x="27802" y="23774"/>
                  </a:lnTo>
                  <a:lnTo>
                    <a:pt x="30660" y="30609"/>
                  </a:lnTo>
                  <a:lnTo>
                    <a:pt x="33183" y="33793"/>
                  </a:lnTo>
                  <a:lnTo>
                    <a:pt x="33126" y="35092"/>
                  </a:lnTo>
                  <a:lnTo>
                    <a:pt x="28469" y="37054"/>
                  </a:lnTo>
                  <a:lnTo>
                    <a:pt x="17408" y="37069"/>
                  </a:lnTo>
                  <a:lnTo>
                    <a:pt x="16083" y="38706"/>
                  </a:lnTo>
                  <a:lnTo>
                    <a:pt x="14394" y="38365"/>
                  </a:lnTo>
                  <a:lnTo>
                    <a:pt x="11020" y="31857"/>
                  </a:lnTo>
                  <a:lnTo>
                    <a:pt x="4540" y="28826"/>
                  </a:lnTo>
                  <a:lnTo>
                    <a:pt x="8511" y="25353"/>
                  </a:lnTo>
                  <a:lnTo>
                    <a:pt x="2812" y="22372"/>
                  </a:lnTo>
                  <a:lnTo>
                    <a:pt x="938" y="21462"/>
                  </a:lnTo>
                  <a:lnTo>
                    <a:pt x="0" y="17934"/>
                  </a:lnTo>
                  <a:lnTo>
                    <a:pt x="5179" y="17604"/>
                  </a:lnTo>
                  <a:lnTo>
                    <a:pt x="11499" y="14085"/>
                  </a:lnTo>
                  <a:lnTo>
                    <a:pt x="18951" y="8336"/>
                  </a:lnTo>
                  <a:lnTo>
                    <a:pt x="20367" y="5544"/>
                  </a:lnTo>
                  <a:lnTo>
                    <a:pt x="18710" y="2224"/>
                  </a:lnTo>
                  <a:lnTo>
                    <a:pt x="202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h4386"/>
            <p:cNvSpPr/>
            <p:nvPr/>
          </p:nvSpPr>
          <p:spPr>
            <a:xfrm>
              <a:off x="6482316" y="2789565"/>
              <a:ext cx="49797" cy="67048"/>
            </a:xfrm>
            <a:custGeom>
              <a:avLst/>
              <a:pathLst>
                <a:path w="49797" h="67048">
                  <a:moveTo>
                    <a:pt x="29684" y="4773"/>
                  </a:moveTo>
                  <a:lnTo>
                    <a:pt x="28950" y="5543"/>
                  </a:lnTo>
                  <a:lnTo>
                    <a:pt x="28894" y="7346"/>
                  </a:lnTo>
                  <a:lnTo>
                    <a:pt x="30040" y="11429"/>
                  </a:lnTo>
                  <a:lnTo>
                    <a:pt x="33753" y="11836"/>
                  </a:lnTo>
                  <a:lnTo>
                    <a:pt x="34385" y="12576"/>
                  </a:lnTo>
                  <a:lnTo>
                    <a:pt x="34576" y="13691"/>
                  </a:lnTo>
                  <a:lnTo>
                    <a:pt x="32444" y="16246"/>
                  </a:lnTo>
                  <a:lnTo>
                    <a:pt x="32577" y="18634"/>
                  </a:lnTo>
                  <a:lnTo>
                    <a:pt x="33731" y="19475"/>
                  </a:lnTo>
                  <a:lnTo>
                    <a:pt x="36005" y="19331"/>
                  </a:lnTo>
                  <a:lnTo>
                    <a:pt x="37723" y="17118"/>
                  </a:lnTo>
                  <a:lnTo>
                    <a:pt x="39964" y="17215"/>
                  </a:lnTo>
                  <a:lnTo>
                    <a:pt x="40885" y="18295"/>
                  </a:lnTo>
                  <a:lnTo>
                    <a:pt x="41352" y="24245"/>
                  </a:lnTo>
                  <a:lnTo>
                    <a:pt x="42423" y="24773"/>
                  </a:lnTo>
                  <a:lnTo>
                    <a:pt x="43983" y="23849"/>
                  </a:lnTo>
                  <a:lnTo>
                    <a:pt x="46909" y="25430"/>
                  </a:lnTo>
                  <a:lnTo>
                    <a:pt x="46872" y="28358"/>
                  </a:lnTo>
                  <a:lnTo>
                    <a:pt x="48130" y="32540"/>
                  </a:lnTo>
                  <a:lnTo>
                    <a:pt x="49665" y="34075"/>
                  </a:lnTo>
                  <a:lnTo>
                    <a:pt x="48140" y="36299"/>
                  </a:lnTo>
                  <a:lnTo>
                    <a:pt x="49797" y="39619"/>
                  </a:lnTo>
                  <a:lnTo>
                    <a:pt x="48381" y="42411"/>
                  </a:lnTo>
                  <a:lnTo>
                    <a:pt x="40929" y="48160"/>
                  </a:lnTo>
                  <a:lnTo>
                    <a:pt x="34609" y="51679"/>
                  </a:lnTo>
                  <a:lnTo>
                    <a:pt x="29430" y="52009"/>
                  </a:lnTo>
                  <a:lnTo>
                    <a:pt x="30369" y="55537"/>
                  </a:lnTo>
                  <a:lnTo>
                    <a:pt x="32242" y="56447"/>
                  </a:lnTo>
                  <a:lnTo>
                    <a:pt x="32722" y="58645"/>
                  </a:lnTo>
                  <a:lnTo>
                    <a:pt x="26410" y="61436"/>
                  </a:lnTo>
                  <a:lnTo>
                    <a:pt x="26755" y="64884"/>
                  </a:lnTo>
                  <a:lnTo>
                    <a:pt x="25828" y="67048"/>
                  </a:lnTo>
                  <a:lnTo>
                    <a:pt x="20413" y="56553"/>
                  </a:lnTo>
                  <a:lnTo>
                    <a:pt x="14961" y="50906"/>
                  </a:lnTo>
                  <a:lnTo>
                    <a:pt x="13071" y="47221"/>
                  </a:lnTo>
                  <a:lnTo>
                    <a:pt x="15877" y="43244"/>
                  </a:lnTo>
                  <a:lnTo>
                    <a:pt x="13063" y="42345"/>
                  </a:lnTo>
                  <a:lnTo>
                    <a:pt x="10356" y="43904"/>
                  </a:lnTo>
                  <a:lnTo>
                    <a:pt x="3180" y="37570"/>
                  </a:lnTo>
                  <a:lnTo>
                    <a:pt x="925" y="37007"/>
                  </a:lnTo>
                  <a:lnTo>
                    <a:pt x="0" y="35562"/>
                  </a:lnTo>
                  <a:lnTo>
                    <a:pt x="3149" y="30457"/>
                  </a:lnTo>
                  <a:lnTo>
                    <a:pt x="5539" y="29915"/>
                  </a:lnTo>
                  <a:lnTo>
                    <a:pt x="5817" y="27623"/>
                  </a:lnTo>
                  <a:lnTo>
                    <a:pt x="5143" y="27522"/>
                  </a:lnTo>
                  <a:lnTo>
                    <a:pt x="8615" y="25004"/>
                  </a:lnTo>
                  <a:lnTo>
                    <a:pt x="10117" y="25129"/>
                  </a:lnTo>
                  <a:lnTo>
                    <a:pt x="10995" y="27004"/>
                  </a:lnTo>
                  <a:lnTo>
                    <a:pt x="12200" y="27434"/>
                  </a:lnTo>
                  <a:lnTo>
                    <a:pt x="14345" y="23931"/>
                  </a:lnTo>
                  <a:lnTo>
                    <a:pt x="9361" y="21291"/>
                  </a:lnTo>
                  <a:lnTo>
                    <a:pt x="16072" y="16116"/>
                  </a:lnTo>
                  <a:lnTo>
                    <a:pt x="21804" y="13450"/>
                  </a:lnTo>
                  <a:lnTo>
                    <a:pt x="22088" y="12709"/>
                  </a:lnTo>
                  <a:lnTo>
                    <a:pt x="17711" y="7782"/>
                  </a:lnTo>
                  <a:lnTo>
                    <a:pt x="19055" y="2671"/>
                  </a:lnTo>
                  <a:lnTo>
                    <a:pt x="19605" y="2142"/>
                  </a:lnTo>
                  <a:lnTo>
                    <a:pt x="23426" y="2591"/>
                  </a:lnTo>
                  <a:lnTo>
                    <a:pt x="2602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h4387"/>
            <p:cNvSpPr/>
            <p:nvPr/>
          </p:nvSpPr>
          <p:spPr>
            <a:xfrm>
              <a:off x="6350986" y="2753773"/>
              <a:ext cx="1108" cy="1553"/>
            </a:xfrm>
            <a:custGeom>
              <a:avLst/>
              <a:pathLst>
                <a:path w="1108" h="1553">
                  <a:moveTo>
                    <a:pt x="959" y="522"/>
                  </a:moveTo>
                  <a:lnTo>
                    <a:pt x="1108" y="1553"/>
                  </a:lnTo>
                  <a:lnTo>
                    <a:pt x="224" y="1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h4388"/>
            <p:cNvSpPr/>
            <p:nvPr/>
          </p:nvSpPr>
          <p:spPr>
            <a:xfrm>
              <a:off x="6380199" y="2697141"/>
              <a:ext cx="96636" cy="87112"/>
            </a:xfrm>
            <a:custGeom>
              <a:avLst/>
              <a:pathLst>
                <a:path w="96636" h="87112">
                  <a:moveTo>
                    <a:pt x="4995" y="7027"/>
                  </a:moveTo>
                  <a:lnTo>
                    <a:pt x="5358" y="14130"/>
                  </a:lnTo>
                  <a:lnTo>
                    <a:pt x="7333" y="19769"/>
                  </a:lnTo>
                  <a:lnTo>
                    <a:pt x="8475" y="20886"/>
                  </a:lnTo>
                  <a:lnTo>
                    <a:pt x="12709" y="29336"/>
                  </a:lnTo>
                  <a:lnTo>
                    <a:pt x="22036" y="44549"/>
                  </a:lnTo>
                  <a:lnTo>
                    <a:pt x="30608" y="49158"/>
                  </a:lnTo>
                  <a:lnTo>
                    <a:pt x="35204" y="46949"/>
                  </a:lnTo>
                  <a:lnTo>
                    <a:pt x="36126" y="58880"/>
                  </a:lnTo>
                  <a:lnTo>
                    <a:pt x="40227" y="57416"/>
                  </a:lnTo>
                  <a:lnTo>
                    <a:pt x="43309" y="54558"/>
                  </a:lnTo>
                  <a:lnTo>
                    <a:pt x="50996" y="54996"/>
                  </a:lnTo>
                  <a:lnTo>
                    <a:pt x="51879" y="56103"/>
                  </a:lnTo>
                  <a:lnTo>
                    <a:pt x="54371" y="55656"/>
                  </a:lnTo>
                  <a:lnTo>
                    <a:pt x="55038" y="54109"/>
                  </a:lnTo>
                  <a:lnTo>
                    <a:pt x="56953" y="51814"/>
                  </a:lnTo>
                  <a:lnTo>
                    <a:pt x="59126" y="52260"/>
                  </a:lnTo>
                  <a:lnTo>
                    <a:pt x="60319" y="55692"/>
                  </a:lnTo>
                  <a:lnTo>
                    <a:pt x="62027" y="56483"/>
                  </a:lnTo>
                  <a:lnTo>
                    <a:pt x="67507" y="56654"/>
                  </a:lnTo>
                  <a:lnTo>
                    <a:pt x="67870" y="53976"/>
                  </a:lnTo>
                  <a:lnTo>
                    <a:pt x="72067" y="52546"/>
                  </a:lnTo>
                  <a:lnTo>
                    <a:pt x="76239" y="52260"/>
                  </a:lnTo>
                  <a:lnTo>
                    <a:pt x="76228" y="53327"/>
                  </a:lnTo>
                  <a:lnTo>
                    <a:pt x="82802" y="54734"/>
                  </a:lnTo>
                  <a:lnTo>
                    <a:pt x="88069" y="54995"/>
                  </a:lnTo>
                  <a:lnTo>
                    <a:pt x="89379" y="54244"/>
                  </a:lnTo>
                  <a:lnTo>
                    <a:pt x="91394" y="55277"/>
                  </a:lnTo>
                  <a:lnTo>
                    <a:pt x="91706" y="56330"/>
                  </a:lnTo>
                  <a:lnTo>
                    <a:pt x="96636" y="54180"/>
                  </a:lnTo>
                  <a:lnTo>
                    <a:pt x="96268" y="60464"/>
                  </a:lnTo>
                  <a:lnTo>
                    <a:pt x="95439" y="59047"/>
                  </a:lnTo>
                  <a:lnTo>
                    <a:pt x="92903" y="59137"/>
                  </a:lnTo>
                  <a:lnTo>
                    <a:pt x="86695" y="64818"/>
                  </a:lnTo>
                  <a:lnTo>
                    <a:pt x="86772" y="68970"/>
                  </a:lnTo>
                  <a:lnTo>
                    <a:pt x="88014" y="69866"/>
                  </a:lnTo>
                  <a:lnTo>
                    <a:pt x="87400" y="73791"/>
                  </a:lnTo>
                  <a:lnTo>
                    <a:pt x="84355" y="76124"/>
                  </a:lnTo>
                  <a:lnTo>
                    <a:pt x="79891" y="77289"/>
                  </a:lnTo>
                  <a:lnTo>
                    <a:pt x="75923" y="76597"/>
                  </a:lnTo>
                  <a:lnTo>
                    <a:pt x="74318" y="73439"/>
                  </a:lnTo>
                  <a:lnTo>
                    <a:pt x="69418" y="73014"/>
                  </a:lnTo>
                  <a:lnTo>
                    <a:pt x="64042" y="73885"/>
                  </a:lnTo>
                  <a:lnTo>
                    <a:pt x="65518" y="82266"/>
                  </a:lnTo>
                  <a:lnTo>
                    <a:pt x="64494" y="82560"/>
                  </a:lnTo>
                  <a:lnTo>
                    <a:pt x="62071" y="78468"/>
                  </a:lnTo>
                  <a:lnTo>
                    <a:pt x="58232" y="79489"/>
                  </a:lnTo>
                  <a:lnTo>
                    <a:pt x="50130" y="79355"/>
                  </a:lnTo>
                  <a:lnTo>
                    <a:pt x="44772" y="74150"/>
                  </a:lnTo>
                  <a:lnTo>
                    <a:pt x="42478" y="73870"/>
                  </a:lnTo>
                  <a:lnTo>
                    <a:pt x="43899" y="77190"/>
                  </a:lnTo>
                  <a:lnTo>
                    <a:pt x="42582" y="78907"/>
                  </a:lnTo>
                  <a:lnTo>
                    <a:pt x="41729" y="79125"/>
                  </a:lnTo>
                  <a:lnTo>
                    <a:pt x="38883" y="77178"/>
                  </a:lnTo>
                  <a:lnTo>
                    <a:pt x="35996" y="78342"/>
                  </a:lnTo>
                  <a:lnTo>
                    <a:pt x="34818" y="78935"/>
                  </a:lnTo>
                  <a:lnTo>
                    <a:pt x="33948" y="81897"/>
                  </a:lnTo>
                  <a:lnTo>
                    <a:pt x="27132" y="84910"/>
                  </a:lnTo>
                  <a:lnTo>
                    <a:pt x="26272" y="84516"/>
                  </a:lnTo>
                  <a:lnTo>
                    <a:pt x="24493" y="87112"/>
                  </a:lnTo>
                  <a:lnTo>
                    <a:pt x="17311" y="70320"/>
                  </a:lnTo>
                  <a:lnTo>
                    <a:pt x="5983" y="49559"/>
                  </a:lnTo>
                  <a:lnTo>
                    <a:pt x="1136" y="38957"/>
                  </a:lnTo>
                  <a:lnTo>
                    <a:pt x="191" y="32682"/>
                  </a:lnTo>
                  <a:lnTo>
                    <a:pt x="1746" y="12531"/>
                  </a:lnTo>
                  <a:lnTo>
                    <a:pt x="0" y="0"/>
                  </a:lnTo>
                  <a:lnTo>
                    <a:pt x="3237" y="7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h4389"/>
            <p:cNvSpPr/>
            <p:nvPr/>
          </p:nvSpPr>
          <p:spPr>
            <a:xfrm>
              <a:off x="6369231" y="2660441"/>
              <a:ext cx="60642" cy="57586"/>
            </a:xfrm>
            <a:custGeom>
              <a:avLst/>
              <a:pathLst>
                <a:path w="60642" h="57586">
                  <a:moveTo>
                    <a:pt x="9531" y="0"/>
                  </a:moveTo>
                  <a:lnTo>
                    <a:pt x="10479" y="4596"/>
                  </a:lnTo>
                  <a:lnTo>
                    <a:pt x="11923" y="6862"/>
                  </a:lnTo>
                  <a:lnTo>
                    <a:pt x="17312" y="9178"/>
                  </a:lnTo>
                  <a:lnTo>
                    <a:pt x="20537" y="9658"/>
                  </a:lnTo>
                  <a:lnTo>
                    <a:pt x="23594" y="11440"/>
                  </a:lnTo>
                  <a:lnTo>
                    <a:pt x="25297" y="13414"/>
                  </a:lnTo>
                  <a:lnTo>
                    <a:pt x="25405" y="14716"/>
                  </a:lnTo>
                  <a:lnTo>
                    <a:pt x="23345" y="16319"/>
                  </a:lnTo>
                  <a:lnTo>
                    <a:pt x="27620" y="19461"/>
                  </a:lnTo>
                  <a:lnTo>
                    <a:pt x="27877" y="16628"/>
                  </a:lnTo>
                  <a:lnTo>
                    <a:pt x="29138" y="14987"/>
                  </a:lnTo>
                  <a:lnTo>
                    <a:pt x="33822" y="15509"/>
                  </a:lnTo>
                  <a:lnTo>
                    <a:pt x="36628" y="17310"/>
                  </a:lnTo>
                  <a:lnTo>
                    <a:pt x="42239" y="18318"/>
                  </a:lnTo>
                  <a:lnTo>
                    <a:pt x="42012" y="23221"/>
                  </a:lnTo>
                  <a:lnTo>
                    <a:pt x="43600" y="27295"/>
                  </a:lnTo>
                  <a:lnTo>
                    <a:pt x="48418" y="29875"/>
                  </a:lnTo>
                  <a:lnTo>
                    <a:pt x="50434" y="27314"/>
                  </a:lnTo>
                  <a:lnTo>
                    <a:pt x="52178" y="27049"/>
                  </a:lnTo>
                  <a:lnTo>
                    <a:pt x="55225" y="31507"/>
                  </a:lnTo>
                  <a:lnTo>
                    <a:pt x="55885" y="36155"/>
                  </a:lnTo>
                  <a:lnTo>
                    <a:pt x="59322" y="35873"/>
                  </a:lnTo>
                  <a:lnTo>
                    <a:pt x="60642" y="41304"/>
                  </a:lnTo>
                  <a:lnTo>
                    <a:pt x="50330" y="45020"/>
                  </a:lnTo>
                  <a:lnTo>
                    <a:pt x="47325" y="44675"/>
                  </a:lnTo>
                  <a:lnTo>
                    <a:pt x="47703" y="42997"/>
                  </a:lnTo>
                  <a:lnTo>
                    <a:pt x="46967" y="42091"/>
                  </a:lnTo>
                  <a:lnTo>
                    <a:pt x="41936" y="44079"/>
                  </a:lnTo>
                  <a:lnTo>
                    <a:pt x="41343" y="45216"/>
                  </a:lnTo>
                  <a:lnTo>
                    <a:pt x="42106" y="48009"/>
                  </a:lnTo>
                  <a:lnTo>
                    <a:pt x="39499" y="50003"/>
                  </a:lnTo>
                  <a:lnTo>
                    <a:pt x="34645" y="49389"/>
                  </a:lnTo>
                  <a:lnTo>
                    <a:pt x="31956" y="48193"/>
                  </a:lnTo>
                  <a:lnTo>
                    <a:pt x="29953" y="45547"/>
                  </a:lnTo>
                  <a:lnTo>
                    <a:pt x="29065" y="52709"/>
                  </a:lnTo>
                  <a:lnTo>
                    <a:pt x="21299" y="54254"/>
                  </a:lnTo>
                  <a:lnTo>
                    <a:pt x="21411" y="57350"/>
                  </a:lnTo>
                  <a:lnTo>
                    <a:pt x="19443" y="57586"/>
                  </a:lnTo>
                  <a:lnTo>
                    <a:pt x="18301" y="56469"/>
                  </a:lnTo>
                  <a:lnTo>
                    <a:pt x="16326" y="50830"/>
                  </a:lnTo>
                  <a:lnTo>
                    <a:pt x="15963" y="43727"/>
                  </a:lnTo>
                  <a:lnTo>
                    <a:pt x="14205" y="36770"/>
                  </a:lnTo>
                  <a:lnTo>
                    <a:pt x="10967" y="36699"/>
                  </a:lnTo>
                  <a:lnTo>
                    <a:pt x="7130" y="21590"/>
                  </a:lnTo>
                  <a:lnTo>
                    <a:pt x="0" y="4278"/>
                  </a:lnTo>
                  <a:lnTo>
                    <a:pt x="1131" y="4067"/>
                  </a:lnTo>
                  <a:lnTo>
                    <a:pt x="5321" y="12621"/>
                  </a:lnTo>
                  <a:lnTo>
                    <a:pt x="6870" y="13612"/>
                  </a:lnTo>
                  <a:lnTo>
                    <a:pt x="9810" y="13629"/>
                  </a:lnTo>
                  <a:lnTo>
                    <a:pt x="10576" y="11890"/>
                  </a:lnTo>
                  <a:lnTo>
                    <a:pt x="10160" y="8521"/>
                  </a:lnTo>
                  <a:lnTo>
                    <a:pt x="7267" y="1731"/>
                  </a:lnTo>
                  <a:lnTo>
                    <a:pt x="7529" y="43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h4390"/>
            <p:cNvSpPr/>
            <p:nvPr/>
          </p:nvSpPr>
          <p:spPr>
            <a:xfrm>
              <a:off x="6502859" y="2870387"/>
              <a:ext cx="46530" cy="51524"/>
            </a:xfrm>
            <a:custGeom>
              <a:avLst/>
              <a:pathLst>
                <a:path w="46530" h="51524">
                  <a:moveTo>
                    <a:pt x="10690" y="5740"/>
                  </a:moveTo>
                  <a:lnTo>
                    <a:pt x="18240" y="0"/>
                  </a:lnTo>
                  <a:lnTo>
                    <a:pt x="20802" y="19"/>
                  </a:lnTo>
                  <a:lnTo>
                    <a:pt x="21517" y="1119"/>
                  </a:lnTo>
                  <a:lnTo>
                    <a:pt x="21747" y="4434"/>
                  </a:lnTo>
                  <a:lnTo>
                    <a:pt x="23259" y="6703"/>
                  </a:lnTo>
                  <a:lnTo>
                    <a:pt x="27576" y="6509"/>
                  </a:lnTo>
                  <a:lnTo>
                    <a:pt x="29371" y="3789"/>
                  </a:lnTo>
                  <a:lnTo>
                    <a:pt x="35027" y="3998"/>
                  </a:lnTo>
                  <a:lnTo>
                    <a:pt x="35391" y="7662"/>
                  </a:lnTo>
                  <a:lnTo>
                    <a:pt x="38026" y="13221"/>
                  </a:lnTo>
                  <a:lnTo>
                    <a:pt x="39848" y="15237"/>
                  </a:lnTo>
                  <a:lnTo>
                    <a:pt x="41299" y="19305"/>
                  </a:lnTo>
                  <a:lnTo>
                    <a:pt x="38065" y="20591"/>
                  </a:lnTo>
                  <a:lnTo>
                    <a:pt x="34778" y="19512"/>
                  </a:lnTo>
                  <a:lnTo>
                    <a:pt x="32730" y="20195"/>
                  </a:lnTo>
                  <a:lnTo>
                    <a:pt x="32651" y="27471"/>
                  </a:lnTo>
                  <a:lnTo>
                    <a:pt x="36759" y="25875"/>
                  </a:lnTo>
                  <a:lnTo>
                    <a:pt x="41457" y="28148"/>
                  </a:lnTo>
                  <a:lnTo>
                    <a:pt x="45066" y="34236"/>
                  </a:lnTo>
                  <a:lnTo>
                    <a:pt x="46530" y="35413"/>
                  </a:lnTo>
                  <a:lnTo>
                    <a:pt x="46517" y="40212"/>
                  </a:lnTo>
                  <a:lnTo>
                    <a:pt x="45783" y="41199"/>
                  </a:lnTo>
                  <a:lnTo>
                    <a:pt x="45835" y="50903"/>
                  </a:lnTo>
                  <a:lnTo>
                    <a:pt x="45171" y="51524"/>
                  </a:lnTo>
                  <a:lnTo>
                    <a:pt x="42113" y="48129"/>
                  </a:lnTo>
                  <a:lnTo>
                    <a:pt x="40859" y="39866"/>
                  </a:lnTo>
                  <a:lnTo>
                    <a:pt x="37227" y="36592"/>
                  </a:lnTo>
                  <a:lnTo>
                    <a:pt x="33941" y="35394"/>
                  </a:lnTo>
                  <a:lnTo>
                    <a:pt x="26176" y="26268"/>
                  </a:lnTo>
                  <a:lnTo>
                    <a:pt x="20843" y="24488"/>
                  </a:lnTo>
                  <a:lnTo>
                    <a:pt x="18237" y="22359"/>
                  </a:lnTo>
                  <a:lnTo>
                    <a:pt x="15424" y="19250"/>
                  </a:lnTo>
                  <a:lnTo>
                    <a:pt x="10588" y="10509"/>
                  </a:lnTo>
                  <a:lnTo>
                    <a:pt x="8884" y="8878"/>
                  </a:lnTo>
                  <a:lnTo>
                    <a:pt x="5638" y="7471"/>
                  </a:lnTo>
                  <a:lnTo>
                    <a:pt x="1254" y="8790"/>
                  </a:lnTo>
                  <a:lnTo>
                    <a:pt x="0" y="8716"/>
                  </a:lnTo>
                  <a:lnTo>
                    <a:pt x="5996" y="336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h4391"/>
            <p:cNvSpPr/>
            <p:nvPr/>
          </p:nvSpPr>
          <p:spPr>
            <a:xfrm>
              <a:off x="6301469" y="2820503"/>
              <a:ext cx="6134" cy="5726"/>
            </a:xfrm>
            <a:custGeom>
              <a:avLst/>
              <a:pathLst>
                <a:path w="6134" h="5726">
                  <a:moveTo>
                    <a:pt x="2477" y="5489"/>
                  </a:moveTo>
                  <a:lnTo>
                    <a:pt x="365" y="3644"/>
                  </a:lnTo>
                  <a:lnTo>
                    <a:pt x="0" y="2319"/>
                  </a:lnTo>
                  <a:lnTo>
                    <a:pt x="2446" y="0"/>
                  </a:lnTo>
                  <a:lnTo>
                    <a:pt x="6134" y="398"/>
                  </a:lnTo>
                  <a:lnTo>
                    <a:pt x="5774" y="572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h4392"/>
            <p:cNvSpPr/>
            <p:nvPr/>
          </p:nvSpPr>
          <p:spPr>
            <a:xfrm>
              <a:off x="6275529" y="2798828"/>
              <a:ext cx="16162" cy="10075"/>
            </a:xfrm>
            <a:custGeom>
              <a:avLst/>
              <a:pathLst>
                <a:path w="16162" h="10075">
                  <a:moveTo>
                    <a:pt x="15111" y="2153"/>
                  </a:moveTo>
                  <a:lnTo>
                    <a:pt x="16162" y="5405"/>
                  </a:lnTo>
                  <a:lnTo>
                    <a:pt x="13007" y="10075"/>
                  </a:lnTo>
                  <a:lnTo>
                    <a:pt x="1707" y="5484"/>
                  </a:lnTo>
                  <a:lnTo>
                    <a:pt x="0" y="3584"/>
                  </a:lnTo>
                  <a:lnTo>
                    <a:pt x="4218" y="0"/>
                  </a:lnTo>
                  <a:lnTo>
                    <a:pt x="7387" y="138"/>
                  </a:lnTo>
                  <a:lnTo>
                    <a:pt x="11444" y="169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h4393"/>
            <p:cNvSpPr/>
            <p:nvPr/>
          </p:nvSpPr>
          <p:spPr>
            <a:xfrm>
              <a:off x="6404692" y="2771012"/>
              <a:ext cx="51328" cy="50928"/>
            </a:xfrm>
            <a:custGeom>
              <a:avLst/>
              <a:pathLst>
                <a:path w="51328" h="50928">
                  <a:moveTo>
                    <a:pt x="37578" y="4598"/>
                  </a:moveTo>
                  <a:lnTo>
                    <a:pt x="40001" y="8689"/>
                  </a:lnTo>
                  <a:lnTo>
                    <a:pt x="41025" y="8395"/>
                  </a:lnTo>
                  <a:lnTo>
                    <a:pt x="44812" y="8516"/>
                  </a:lnTo>
                  <a:lnTo>
                    <a:pt x="45881" y="10067"/>
                  </a:lnTo>
                  <a:lnTo>
                    <a:pt x="44219" y="12406"/>
                  </a:lnTo>
                  <a:lnTo>
                    <a:pt x="44310" y="16009"/>
                  </a:lnTo>
                  <a:lnTo>
                    <a:pt x="47925" y="19664"/>
                  </a:lnTo>
                  <a:lnTo>
                    <a:pt x="48449" y="24631"/>
                  </a:lnTo>
                  <a:lnTo>
                    <a:pt x="46595" y="26112"/>
                  </a:lnTo>
                  <a:lnTo>
                    <a:pt x="46217" y="28230"/>
                  </a:lnTo>
                  <a:lnTo>
                    <a:pt x="47688" y="31262"/>
                  </a:lnTo>
                  <a:lnTo>
                    <a:pt x="51328" y="33073"/>
                  </a:lnTo>
                  <a:lnTo>
                    <a:pt x="49789" y="35883"/>
                  </a:lnTo>
                  <a:lnTo>
                    <a:pt x="48248" y="37053"/>
                  </a:lnTo>
                  <a:lnTo>
                    <a:pt x="43781" y="37578"/>
                  </a:lnTo>
                  <a:lnTo>
                    <a:pt x="42619" y="38383"/>
                  </a:lnTo>
                  <a:lnTo>
                    <a:pt x="41891" y="43887"/>
                  </a:lnTo>
                  <a:lnTo>
                    <a:pt x="40114" y="45871"/>
                  </a:lnTo>
                  <a:lnTo>
                    <a:pt x="36950" y="45253"/>
                  </a:lnTo>
                  <a:lnTo>
                    <a:pt x="35331" y="48547"/>
                  </a:lnTo>
                  <a:lnTo>
                    <a:pt x="35338" y="50247"/>
                  </a:lnTo>
                  <a:lnTo>
                    <a:pt x="31552" y="50928"/>
                  </a:lnTo>
                  <a:lnTo>
                    <a:pt x="30002" y="49432"/>
                  </a:lnTo>
                  <a:lnTo>
                    <a:pt x="30415" y="48452"/>
                  </a:lnTo>
                  <a:lnTo>
                    <a:pt x="27300" y="47775"/>
                  </a:lnTo>
                  <a:lnTo>
                    <a:pt x="24377" y="49219"/>
                  </a:lnTo>
                  <a:lnTo>
                    <a:pt x="30791" y="38479"/>
                  </a:lnTo>
                  <a:lnTo>
                    <a:pt x="29754" y="32327"/>
                  </a:lnTo>
                  <a:lnTo>
                    <a:pt x="25528" y="27734"/>
                  </a:lnTo>
                  <a:lnTo>
                    <a:pt x="24479" y="27608"/>
                  </a:lnTo>
                  <a:lnTo>
                    <a:pt x="23002" y="29182"/>
                  </a:lnTo>
                  <a:lnTo>
                    <a:pt x="21575" y="29496"/>
                  </a:lnTo>
                  <a:lnTo>
                    <a:pt x="4062" y="17298"/>
                  </a:lnTo>
                  <a:lnTo>
                    <a:pt x="0" y="13241"/>
                  </a:lnTo>
                  <a:lnTo>
                    <a:pt x="1779" y="10645"/>
                  </a:lnTo>
                  <a:lnTo>
                    <a:pt x="2639" y="11040"/>
                  </a:lnTo>
                  <a:lnTo>
                    <a:pt x="9455" y="8027"/>
                  </a:lnTo>
                  <a:lnTo>
                    <a:pt x="10324" y="5064"/>
                  </a:lnTo>
                  <a:lnTo>
                    <a:pt x="11502" y="4471"/>
                  </a:lnTo>
                  <a:lnTo>
                    <a:pt x="14390" y="3308"/>
                  </a:lnTo>
                  <a:lnTo>
                    <a:pt x="17236" y="5255"/>
                  </a:lnTo>
                  <a:lnTo>
                    <a:pt x="18088" y="5036"/>
                  </a:lnTo>
                  <a:lnTo>
                    <a:pt x="19405" y="3320"/>
                  </a:lnTo>
                  <a:lnTo>
                    <a:pt x="17985" y="0"/>
                  </a:lnTo>
                  <a:lnTo>
                    <a:pt x="20279" y="279"/>
                  </a:lnTo>
                  <a:lnTo>
                    <a:pt x="25636" y="5484"/>
                  </a:lnTo>
                  <a:lnTo>
                    <a:pt x="33738" y="561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h4394"/>
            <p:cNvSpPr/>
            <p:nvPr/>
          </p:nvSpPr>
          <p:spPr>
            <a:xfrm>
              <a:off x="6256964" y="2772034"/>
              <a:ext cx="17265" cy="19139"/>
            </a:xfrm>
            <a:custGeom>
              <a:avLst/>
              <a:pathLst>
                <a:path w="17265" h="19139">
                  <a:moveTo>
                    <a:pt x="14175" y="5089"/>
                  </a:moveTo>
                  <a:lnTo>
                    <a:pt x="17265" y="12704"/>
                  </a:lnTo>
                  <a:lnTo>
                    <a:pt x="16412" y="16554"/>
                  </a:lnTo>
                  <a:lnTo>
                    <a:pt x="14071" y="19139"/>
                  </a:lnTo>
                  <a:lnTo>
                    <a:pt x="2581" y="12514"/>
                  </a:lnTo>
                  <a:lnTo>
                    <a:pt x="0" y="0"/>
                  </a:lnTo>
                  <a:lnTo>
                    <a:pt x="6376" y="591"/>
                  </a:lnTo>
                  <a:lnTo>
                    <a:pt x="12482" y="350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h4395"/>
            <p:cNvSpPr/>
            <p:nvPr/>
          </p:nvSpPr>
          <p:spPr>
            <a:xfrm>
              <a:off x="6253038" y="2761298"/>
              <a:ext cx="3586" cy="6040"/>
            </a:xfrm>
            <a:custGeom>
              <a:avLst/>
              <a:pathLst>
                <a:path w="3586" h="6040">
                  <a:moveTo>
                    <a:pt x="0" y="3141"/>
                  </a:moveTo>
                  <a:lnTo>
                    <a:pt x="1842" y="0"/>
                  </a:lnTo>
                  <a:lnTo>
                    <a:pt x="3586" y="4696"/>
                  </a:lnTo>
                  <a:lnTo>
                    <a:pt x="1185" y="604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h4396"/>
            <p:cNvSpPr/>
            <p:nvPr/>
          </p:nvSpPr>
          <p:spPr>
            <a:xfrm>
              <a:off x="6392691" y="2867900"/>
              <a:ext cx="69162" cy="42594"/>
            </a:xfrm>
            <a:custGeom>
              <a:avLst/>
              <a:pathLst>
                <a:path w="69162" h="42594">
                  <a:moveTo>
                    <a:pt x="64160" y="1412"/>
                  </a:moveTo>
                  <a:lnTo>
                    <a:pt x="69162" y="6813"/>
                  </a:lnTo>
                  <a:lnTo>
                    <a:pt x="68303" y="12369"/>
                  </a:lnTo>
                  <a:lnTo>
                    <a:pt x="58878" y="8973"/>
                  </a:lnTo>
                  <a:lnTo>
                    <a:pt x="54906" y="9192"/>
                  </a:lnTo>
                  <a:lnTo>
                    <a:pt x="53674" y="10206"/>
                  </a:lnTo>
                  <a:lnTo>
                    <a:pt x="47199" y="15558"/>
                  </a:lnTo>
                  <a:lnTo>
                    <a:pt x="45122" y="18182"/>
                  </a:lnTo>
                  <a:lnTo>
                    <a:pt x="42755" y="24365"/>
                  </a:lnTo>
                  <a:lnTo>
                    <a:pt x="43087" y="26631"/>
                  </a:lnTo>
                  <a:lnTo>
                    <a:pt x="44149" y="27125"/>
                  </a:lnTo>
                  <a:lnTo>
                    <a:pt x="42706" y="30346"/>
                  </a:lnTo>
                  <a:lnTo>
                    <a:pt x="39317" y="29626"/>
                  </a:lnTo>
                  <a:lnTo>
                    <a:pt x="35334" y="32671"/>
                  </a:lnTo>
                  <a:lnTo>
                    <a:pt x="32846" y="38342"/>
                  </a:lnTo>
                  <a:lnTo>
                    <a:pt x="31734" y="39971"/>
                  </a:lnTo>
                  <a:lnTo>
                    <a:pt x="29508" y="41288"/>
                  </a:lnTo>
                  <a:lnTo>
                    <a:pt x="29158" y="42594"/>
                  </a:lnTo>
                  <a:lnTo>
                    <a:pt x="28403" y="42347"/>
                  </a:lnTo>
                  <a:lnTo>
                    <a:pt x="25076" y="34637"/>
                  </a:lnTo>
                  <a:lnTo>
                    <a:pt x="21203" y="30908"/>
                  </a:lnTo>
                  <a:lnTo>
                    <a:pt x="19232" y="30539"/>
                  </a:lnTo>
                  <a:lnTo>
                    <a:pt x="15932" y="33276"/>
                  </a:lnTo>
                  <a:lnTo>
                    <a:pt x="13245" y="33925"/>
                  </a:lnTo>
                  <a:lnTo>
                    <a:pt x="0" y="28931"/>
                  </a:lnTo>
                  <a:lnTo>
                    <a:pt x="12925" y="12570"/>
                  </a:lnTo>
                  <a:lnTo>
                    <a:pt x="15019" y="8467"/>
                  </a:lnTo>
                  <a:lnTo>
                    <a:pt x="20831" y="4605"/>
                  </a:lnTo>
                  <a:lnTo>
                    <a:pt x="24832" y="8724"/>
                  </a:lnTo>
                  <a:lnTo>
                    <a:pt x="19232" y="15283"/>
                  </a:lnTo>
                  <a:lnTo>
                    <a:pt x="21158" y="18585"/>
                  </a:lnTo>
                  <a:lnTo>
                    <a:pt x="26433" y="16315"/>
                  </a:lnTo>
                  <a:lnTo>
                    <a:pt x="29175" y="12688"/>
                  </a:lnTo>
                  <a:lnTo>
                    <a:pt x="33061" y="11940"/>
                  </a:lnTo>
                  <a:lnTo>
                    <a:pt x="37500" y="5870"/>
                  </a:lnTo>
                  <a:lnTo>
                    <a:pt x="55918" y="4082"/>
                  </a:lnTo>
                  <a:lnTo>
                    <a:pt x="60065" y="1369"/>
                  </a:lnTo>
                  <a:lnTo>
                    <a:pt x="6058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h4397"/>
            <p:cNvSpPr/>
            <p:nvPr/>
          </p:nvSpPr>
          <p:spPr>
            <a:xfrm>
              <a:off x="6490451" y="2846012"/>
              <a:ext cx="40082" cy="33091"/>
            </a:xfrm>
            <a:custGeom>
              <a:avLst/>
              <a:pathLst>
                <a:path w="40082" h="33091">
                  <a:moveTo>
                    <a:pt x="29806" y="2981"/>
                  </a:moveTo>
                  <a:lnTo>
                    <a:pt x="25836" y="6454"/>
                  </a:lnTo>
                  <a:lnTo>
                    <a:pt x="32315" y="9485"/>
                  </a:lnTo>
                  <a:lnTo>
                    <a:pt x="35689" y="15992"/>
                  </a:lnTo>
                  <a:lnTo>
                    <a:pt x="37378" y="16333"/>
                  </a:lnTo>
                  <a:lnTo>
                    <a:pt x="40082" y="21424"/>
                  </a:lnTo>
                  <a:lnTo>
                    <a:pt x="39638" y="22255"/>
                  </a:lnTo>
                  <a:lnTo>
                    <a:pt x="35149" y="22842"/>
                  </a:lnTo>
                  <a:lnTo>
                    <a:pt x="33925" y="25493"/>
                  </a:lnTo>
                  <a:lnTo>
                    <a:pt x="33210" y="24394"/>
                  </a:lnTo>
                  <a:lnTo>
                    <a:pt x="30648" y="24374"/>
                  </a:lnTo>
                  <a:lnTo>
                    <a:pt x="23098" y="30114"/>
                  </a:lnTo>
                  <a:lnTo>
                    <a:pt x="18404" y="27738"/>
                  </a:lnTo>
                  <a:lnTo>
                    <a:pt x="12408" y="33091"/>
                  </a:lnTo>
                  <a:lnTo>
                    <a:pt x="11323" y="31764"/>
                  </a:lnTo>
                  <a:lnTo>
                    <a:pt x="5874" y="29693"/>
                  </a:lnTo>
                  <a:lnTo>
                    <a:pt x="210" y="25130"/>
                  </a:lnTo>
                  <a:lnTo>
                    <a:pt x="748" y="22405"/>
                  </a:lnTo>
                  <a:lnTo>
                    <a:pt x="0" y="21311"/>
                  </a:lnTo>
                  <a:lnTo>
                    <a:pt x="1371" y="20707"/>
                  </a:lnTo>
                  <a:lnTo>
                    <a:pt x="4589" y="15312"/>
                  </a:lnTo>
                  <a:lnTo>
                    <a:pt x="8583" y="11683"/>
                  </a:lnTo>
                  <a:lnTo>
                    <a:pt x="10234" y="8433"/>
                  </a:lnTo>
                  <a:lnTo>
                    <a:pt x="13776" y="5494"/>
                  </a:lnTo>
                  <a:lnTo>
                    <a:pt x="14209" y="4411"/>
                  </a:lnTo>
                  <a:lnTo>
                    <a:pt x="12278" y="106"/>
                  </a:lnTo>
                  <a:lnTo>
                    <a:pt x="17693" y="10600"/>
                  </a:lnTo>
                  <a:lnTo>
                    <a:pt x="18620" y="8436"/>
                  </a:lnTo>
                  <a:lnTo>
                    <a:pt x="18275" y="4989"/>
                  </a:lnTo>
                  <a:lnTo>
                    <a:pt x="24587" y="2197"/>
                  </a:lnTo>
                  <a:lnTo>
                    <a:pt x="241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h4398"/>
            <p:cNvSpPr/>
            <p:nvPr/>
          </p:nvSpPr>
          <p:spPr>
            <a:xfrm>
              <a:off x="7096287" y="2354820"/>
              <a:ext cx="15247" cy="12682"/>
            </a:xfrm>
            <a:custGeom>
              <a:avLst/>
              <a:pathLst>
                <a:path w="15247" h="12682">
                  <a:moveTo>
                    <a:pt x="1214" y="0"/>
                  </a:moveTo>
                  <a:lnTo>
                    <a:pt x="15061" y="292"/>
                  </a:lnTo>
                  <a:lnTo>
                    <a:pt x="15247" y="11570"/>
                  </a:lnTo>
                  <a:lnTo>
                    <a:pt x="12943" y="12682"/>
                  </a:lnTo>
                  <a:lnTo>
                    <a:pt x="296" y="12548"/>
                  </a:lnTo>
                  <a:lnTo>
                    <a:pt x="0" y="905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h4399"/>
            <p:cNvSpPr/>
            <p:nvPr/>
          </p:nvSpPr>
          <p:spPr>
            <a:xfrm>
              <a:off x="6977498" y="2248993"/>
              <a:ext cx="58676" cy="43812"/>
            </a:xfrm>
            <a:custGeom>
              <a:avLst/>
              <a:pathLst>
                <a:path w="58676" h="43812">
                  <a:moveTo>
                    <a:pt x="34112" y="3772"/>
                  </a:moveTo>
                  <a:lnTo>
                    <a:pt x="35805" y="4388"/>
                  </a:lnTo>
                  <a:lnTo>
                    <a:pt x="37198" y="7574"/>
                  </a:lnTo>
                  <a:lnTo>
                    <a:pt x="36255" y="14751"/>
                  </a:lnTo>
                  <a:lnTo>
                    <a:pt x="45890" y="20777"/>
                  </a:lnTo>
                  <a:lnTo>
                    <a:pt x="53846" y="29904"/>
                  </a:lnTo>
                  <a:lnTo>
                    <a:pt x="56343" y="34766"/>
                  </a:lnTo>
                  <a:lnTo>
                    <a:pt x="57320" y="39576"/>
                  </a:lnTo>
                  <a:lnTo>
                    <a:pt x="58676" y="41634"/>
                  </a:lnTo>
                  <a:lnTo>
                    <a:pt x="51878" y="43812"/>
                  </a:lnTo>
                  <a:lnTo>
                    <a:pt x="41027" y="38391"/>
                  </a:lnTo>
                  <a:lnTo>
                    <a:pt x="36436" y="41063"/>
                  </a:lnTo>
                  <a:lnTo>
                    <a:pt x="34271" y="41204"/>
                  </a:lnTo>
                  <a:lnTo>
                    <a:pt x="30282" y="39089"/>
                  </a:lnTo>
                  <a:lnTo>
                    <a:pt x="23861" y="37576"/>
                  </a:lnTo>
                  <a:lnTo>
                    <a:pt x="17426" y="36678"/>
                  </a:lnTo>
                  <a:lnTo>
                    <a:pt x="18035" y="33561"/>
                  </a:lnTo>
                  <a:lnTo>
                    <a:pt x="13313" y="32146"/>
                  </a:lnTo>
                  <a:lnTo>
                    <a:pt x="14553" y="31118"/>
                  </a:lnTo>
                  <a:lnTo>
                    <a:pt x="15595" y="30254"/>
                  </a:lnTo>
                  <a:lnTo>
                    <a:pt x="23933" y="30900"/>
                  </a:lnTo>
                  <a:lnTo>
                    <a:pt x="22871" y="28622"/>
                  </a:lnTo>
                  <a:lnTo>
                    <a:pt x="14103" y="26147"/>
                  </a:lnTo>
                  <a:lnTo>
                    <a:pt x="11588" y="23563"/>
                  </a:lnTo>
                  <a:lnTo>
                    <a:pt x="4771" y="24177"/>
                  </a:lnTo>
                  <a:lnTo>
                    <a:pt x="1207" y="19495"/>
                  </a:lnTo>
                  <a:lnTo>
                    <a:pt x="0" y="15464"/>
                  </a:lnTo>
                  <a:lnTo>
                    <a:pt x="764" y="16364"/>
                  </a:lnTo>
                  <a:lnTo>
                    <a:pt x="3548" y="14785"/>
                  </a:lnTo>
                  <a:lnTo>
                    <a:pt x="7129" y="11687"/>
                  </a:lnTo>
                  <a:lnTo>
                    <a:pt x="9960" y="7603"/>
                  </a:lnTo>
                  <a:lnTo>
                    <a:pt x="15016" y="4853"/>
                  </a:lnTo>
                  <a:lnTo>
                    <a:pt x="19431" y="6452"/>
                  </a:lnTo>
                  <a:lnTo>
                    <a:pt x="21322" y="5271"/>
                  </a:lnTo>
                  <a:lnTo>
                    <a:pt x="25976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h4400"/>
            <p:cNvSpPr/>
            <p:nvPr/>
          </p:nvSpPr>
          <p:spPr>
            <a:xfrm>
              <a:off x="7018996" y="2096147"/>
              <a:ext cx="53199" cy="87938"/>
            </a:xfrm>
            <a:custGeom>
              <a:avLst/>
              <a:pathLst>
                <a:path w="53199" h="87938">
                  <a:moveTo>
                    <a:pt x="13165" y="550"/>
                  </a:moveTo>
                  <a:lnTo>
                    <a:pt x="13794" y="1870"/>
                  </a:lnTo>
                  <a:lnTo>
                    <a:pt x="13399" y="3989"/>
                  </a:lnTo>
                  <a:lnTo>
                    <a:pt x="22919" y="5224"/>
                  </a:lnTo>
                  <a:lnTo>
                    <a:pt x="26856" y="13228"/>
                  </a:lnTo>
                  <a:lnTo>
                    <a:pt x="25535" y="14979"/>
                  </a:lnTo>
                  <a:lnTo>
                    <a:pt x="32712" y="14647"/>
                  </a:lnTo>
                  <a:lnTo>
                    <a:pt x="36970" y="27974"/>
                  </a:lnTo>
                  <a:lnTo>
                    <a:pt x="38910" y="31045"/>
                  </a:lnTo>
                  <a:lnTo>
                    <a:pt x="31429" y="36119"/>
                  </a:lnTo>
                  <a:lnTo>
                    <a:pt x="39023" y="42260"/>
                  </a:lnTo>
                  <a:lnTo>
                    <a:pt x="41750" y="48243"/>
                  </a:lnTo>
                  <a:lnTo>
                    <a:pt x="41223" y="52038"/>
                  </a:lnTo>
                  <a:lnTo>
                    <a:pt x="39262" y="55617"/>
                  </a:lnTo>
                  <a:lnTo>
                    <a:pt x="39374" y="57119"/>
                  </a:lnTo>
                  <a:lnTo>
                    <a:pt x="45993" y="60711"/>
                  </a:lnTo>
                  <a:lnTo>
                    <a:pt x="45082" y="64475"/>
                  </a:lnTo>
                  <a:lnTo>
                    <a:pt x="46915" y="67564"/>
                  </a:lnTo>
                  <a:lnTo>
                    <a:pt x="52293" y="68431"/>
                  </a:lnTo>
                  <a:lnTo>
                    <a:pt x="53199" y="72802"/>
                  </a:lnTo>
                  <a:lnTo>
                    <a:pt x="52742" y="76103"/>
                  </a:lnTo>
                  <a:lnTo>
                    <a:pt x="49355" y="87938"/>
                  </a:lnTo>
                  <a:lnTo>
                    <a:pt x="41392" y="86287"/>
                  </a:lnTo>
                  <a:lnTo>
                    <a:pt x="37183" y="79872"/>
                  </a:lnTo>
                  <a:lnTo>
                    <a:pt x="34549" y="78406"/>
                  </a:lnTo>
                  <a:lnTo>
                    <a:pt x="21762" y="76622"/>
                  </a:lnTo>
                  <a:lnTo>
                    <a:pt x="18635" y="66660"/>
                  </a:lnTo>
                  <a:lnTo>
                    <a:pt x="15036" y="59733"/>
                  </a:lnTo>
                  <a:lnTo>
                    <a:pt x="17187" y="56417"/>
                  </a:lnTo>
                  <a:lnTo>
                    <a:pt x="17268" y="54698"/>
                  </a:lnTo>
                  <a:lnTo>
                    <a:pt x="16637" y="53934"/>
                  </a:lnTo>
                  <a:lnTo>
                    <a:pt x="14159" y="53622"/>
                  </a:lnTo>
                  <a:lnTo>
                    <a:pt x="10517" y="40529"/>
                  </a:lnTo>
                  <a:lnTo>
                    <a:pt x="9103" y="38055"/>
                  </a:lnTo>
                  <a:lnTo>
                    <a:pt x="4883" y="34576"/>
                  </a:lnTo>
                  <a:lnTo>
                    <a:pt x="5653" y="32683"/>
                  </a:lnTo>
                  <a:lnTo>
                    <a:pt x="4418" y="28805"/>
                  </a:lnTo>
                  <a:lnTo>
                    <a:pt x="2666" y="28903"/>
                  </a:lnTo>
                  <a:lnTo>
                    <a:pt x="0" y="16468"/>
                  </a:lnTo>
                  <a:lnTo>
                    <a:pt x="7155" y="16168"/>
                  </a:lnTo>
                  <a:lnTo>
                    <a:pt x="7181" y="13672"/>
                  </a:lnTo>
                  <a:lnTo>
                    <a:pt x="4492" y="7859"/>
                  </a:lnTo>
                  <a:lnTo>
                    <a:pt x="7622" y="8680"/>
                  </a:lnTo>
                  <a:lnTo>
                    <a:pt x="1084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h4401"/>
            <p:cNvSpPr/>
            <p:nvPr/>
          </p:nvSpPr>
          <p:spPr>
            <a:xfrm>
              <a:off x="7090027" y="2224085"/>
              <a:ext cx="44928" cy="72264"/>
            </a:xfrm>
            <a:custGeom>
              <a:avLst/>
              <a:pathLst>
                <a:path w="44928" h="72264">
                  <a:moveTo>
                    <a:pt x="13734" y="3869"/>
                  </a:moveTo>
                  <a:lnTo>
                    <a:pt x="17951" y="8580"/>
                  </a:lnTo>
                  <a:lnTo>
                    <a:pt x="28389" y="3440"/>
                  </a:lnTo>
                  <a:lnTo>
                    <a:pt x="28391" y="9434"/>
                  </a:lnTo>
                  <a:lnTo>
                    <a:pt x="26734" y="10340"/>
                  </a:lnTo>
                  <a:lnTo>
                    <a:pt x="25957" y="12718"/>
                  </a:lnTo>
                  <a:lnTo>
                    <a:pt x="32731" y="10537"/>
                  </a:lnTo>
                  <a:lnTo>
                    <a:pt x="34559" y="14529"/>
                  </a:lnTo>
                  <a:lnTo>
                    <a:pt x="38033" y="11501"/>
                  </a:lnTo>
                  <a:lnTo>
                    <a:pt x="44928" y="20198"/>
                  </a:lnTo>
                  <a:lnTo>
                    <a:pt x="44859" y="21496"/>
                  </a:lnTo>
                  <a:lnTo>
                    <a:pt x="40281" y="24025"/>
                  </a:lnTo>
                  <a:lnTo>
                    <a:pt x="43021" y="27677"/>
                  </a:lnTo>
                  <a:lnTo>
                    <a:pt x="38070" y="31249"/>
                  </a:lnTo>
                  <a:lnTo>
                    <a:pt x="43841" y="39668"/>
                  </a:lnTo>
                  <a:lnTo>
                    <a:pt x="41872" y="51066"/>
                  </a:lnTo>
                  <a:lnTo>
                    <a:pt x="42587" y="51898"/>
                  </a:lnTo>
                  <a:lnTo>
                    <a:pt x="42965" y="58880"/>
                  </a:lnTo>
                  <a:lnTo>
                    <a:pt x="41101" y="58692"/>
                  </a:lnTo>
                  <a:lnTo>
                    <a:pt x="32261" y="62080"/>
                  </a:lnTo>
                  <a:lnTo>
                    <a:pt x="25424" y="57102"/>
                  </a:lnTo>
                  <a:lnTo>
                    <a:pt x="22615" y="56180"/>
                  </a:lnTo>
                  <a:lnTo>
                    <a:pt x="18198" y="56572"/>
                  </a:lnTo>
                  <a:lnTo>
                    <a:pt x="18538" y="60032"/>
                  </a:lnTo>
                  <a:lnTo>
                    <a:pt x="17323" y="62335"/>
                  </a:lnTo>
                  <a:lnTo>
                    <a:pt x="16414" y="62197"/>
                  </a:lnTo>
                  <a:lnTo>
                    <a:pt x="16145" y="59341"/>
                  </a:lnTo>
                  <a:lnTo>
                    <a:pt x="13602" y="59605"/>
                  </a:lnTo>
                  <a:lnTo>
                    <a:pt x="14578" y="69926"/>
                  </a:lnTo>
                  <a:lnTo>
                    <a:pt x="12679" y="70133"/>
                  </a:lnTo>
                  <a:lnTo>
                    <a:pt x="12317" y="66308"/>
                  </a:lnTo>
                  <a:lnTo>
                    <a:pt x="9940" y="66442"/>
                  </a:lnTo>
                  <a:lnTo>
                    <a:pt x="10500" y="72264"/>
                  </a:lnTo>
                  <a:lnTo>
                    <a:pt x="119" y="65735"/>
                  </a:lnTo>
                  <a:lnTo>
                    <a:pt x="1917" y="65358"/>
                  </a:lnTo>
                  <a:lnTo>
                    <a:pt x="5258" y="59948"/>
                  </a:lnTo>
                  <a:lnTo>
                    <a:pt x="10450" y="57219"/>
                  </a:lnTo>
                  <a:lnTo>
                    <a:pt x="11721" y="54619"/>
                  </a:lnTo>
                  <a:lnTo>
                    <a:pt x="8721" y="50601"/>
                  </a:lnTo>
                  <a:lnTo>
                    <a:pt x="5857" y="49867"/>
                  </a:lnTo>
                  <a:lnTo>
                    <a:pt x="5066" y="40742"/>
                  </a:lnTo>
                  <a:lnTo>
                    <a:pt x="1832" y="34717"/>
                  </a:lnTo>
                  <a:lnTo>
                    <a:pt x="0" y="34085"/>
                  </a:lnTo>
                  <a:lnTo>
                    <a:pt x="1788" y="30940"/>
                  </a:lnTo>
                  <a:lnTo>
                    <a:pt x="2722" y="25607"/>
                  </a:lnTo>
                  <a:lnTo>
                    <a:pt x="7545" y="26833"/>
                  </a:lnTo>
                  <a:lnTo>
                    <a:pt x="14021" y="19496"/>
                  </a:lnTo>
                  <a:lnTo>
                    <a:pt x="11421" y="17393"/>
                  </a:lnTo>
                  <a:lnTo>
                    <a:pt x="12418" y="12288"/>
                  </a:lnTo>
                  <a:lnTo>
                    <a:pt x="8330" y="5562"/>
                  </a:lnTo>
                  <a:lnTo>
                    <a:pt x="8449" y="3586"/>
                  </a:lnTo>
                  <a:lnTo>
                    <a:pt x="1182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h4402"/>
            <p:cNvSpPr/>
            <p:nvPr/>
          </p:nvSpPr>
          <p:spPr>
            <a:xfrm>
              <a:off x="7111662" y="2171085"/>
              <a:ext cx="30351" cy="30899"/>
            </a:xfrm>
            <a:custGeom>
              <a:avLst/>
              <a:pathLst>
                <a:path w="30351" h="30899">
                  <a:moveTo>
                    <a:pt x="30077" y="2938"/>
                  </a:moveTo>
                  <a:lnTo>
                    <a:pt x="30351" y="9955"/>
                  </a:lnTo>
                  <a:lnTo>
                    <a:pt x="22482" y="24979"/>
                  </a:lnTo>
                  <a:lnTo>
                    <a:pt x="25069" y="30899"/>
                  </a:lnTo>
                  <a:lnTo>
                    <a:pt x="23216" y="30797"/>
                  </a:lnTo>
                  <a:lnTo>
                    <a:pt x="13750" y="30396"/>
                  </a:lnTo>
                  <a:lnTo>
                    <a:pt x="7535" y="21964"/>
                  </a:lnTo>
                  <a:lnTo>
                    <a:pt x="4279" y="19386"/>
                  </a:lnTo>
                  <a:lnTo>
                    <a:pt x="182" y="19502"/>
                  </a:lnTo>
                  <a:lnTo>
                    <a:pt x="0" y="12791"/>
                  </a:lnTo>
                  <a:lnTo>
                    <a:pt x="5233" y="12582"/>
                  </a:lnTo>
                  <a:lnTo>
                    <a:pt x="11437" y="7464"/>
                  </a:lnTo>
                  <a:lnTo>
                    <a:pt x="14930" y="8472"/>
                  </a:lnTo>
                  <a:lnTo>
                    <a:pt x="14523" y="2334"/>
                  </a:lnTo>
                  <a:lnTo>
                    <a:pt x="21061" y="1710"/>
                  </a:lnTo>
                  <a:lnTo>
                    <a:pt x="22094" y="3289"/>
                  </a:lnTo>
                  <a:lnTo>
                    <a:pt x="22811" y="3098"/>
                  </a:lnTo>
                  <a:lnTo>
                    <a:pt x="2641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h4403"/>
            <p:cNvSpPr/>
            <p:nvPr/>
          </p:nvSpPr>
          <p:spPr>
            <a:xfrm>
              <a:off x="7088488" y="2280266"/>
              <a:ext cx="93010" cy="59268"/>
            </a:xfrm>
            <a:custGeom>
              <a:avLst/>
              <a:pathLst>
                <a:path w="93010" h="59268">
                  <a:moveTo>
                    <a:pt x="26963" y="922"/>
                  </a:moveTo>
                  <a:lnTo>
                    <a:pt x="33800" y="5900"/>
                  </a:lnTo>
                  <a:lnTo>
                    <a:pt x="42639" y="2511"/>
                  </a:lnTo>
                  <a:lnTo>
                    <a:pt x="44503" y="2700"/>
                  </a:lnTo>
                  <a:lnTo>
                    <a:pt x="45246" y="2820"/>
                  </a:lnTo>
                  <a:lnTo>
                    <a:pt x="48914" y="1"/>
                  </a:lnTo>
                  <a:lnTo>
                    <a:pt x="52459" y="2391"/>
                  </a:lnTo>
                  <a:lnTo>
                    <a:pt x="58171" y="12302"/>
                  </a:lnTo>
                  <a:lnTo>
                    <a:pt x="61902" y="12308"/>
                  </a:lnTo>
                  <a:lnTo>
                    <a:pt x="62041" y="10157"/>
                  </a:lnTo>
                  <a:lnTo>
                    <a:pt x="64337" y="9182"/>
                  </a:lnTo>
                  <a:lnTo>
                    <a:pt x="68593" y="12048"/>
                  </a:lnTo>
                  <a:lnTo>
                    <a:pt x="67662" y="12878"/>
                  </a:lnTo>
                  <a:lnTo>
                    <a:pt x="68608" y="15233"/>
                  </a:lnTo>
                  <a:lnTo>
                    <a:pt x="72527" y="15491"/>
                  </a:lnTo>
                  <a:lnTo>
                    <a:pt x="75351" y="14437"/>
                  </a:lnTo>
                  <a:lnTo>
                    <a:pt x="81902" y="21450"/>
                  </a:lnTo>
                  <a:lnTo>
                    <a:pt x="84392" y="20389"/>
                  </a:lnTo>
                  <a:lnTo>
                    <a:pt x="85658" y="22000"/>
                  </a:lnTo>
                  <a:lnTo>
                    <a:pt x="88774" y="30266"/>
                  </a:lnTo>
                  <a:lnTo>
                    <a:pt x="91296" y="29382"/>
                  </a:lnTo>
                  <a:lnTo>
                    <a:pt x="92217" y="32914"/>
                  </a:lnTo>
                  <a:lnTo>
                    <a:pt x="93010" y="36119"/>
                  </a:lnTo>
                  <a:lnTo>
                    <a:pt x="87029" y="36327"/>
                  </a:lnTo>
                  <a:lnTo>
                    <a:pt x="89627" y="38823"/>
                  </a:lnTo>
                  <a:lnTo>
                    <a:pt x="87508" y="41718"/>
                  </a:lnTo>
                  <a:lnTo>
                    <a:pt x="92095" y="46567"/>
                  </a:lnTo>
                  <a:lnTo>
                    <a:pt x="91640" y="48516"/>
                  </a:lnTo>
                  <a:lnTo>
                    <a:pt x="89185" y="48299"/>
                  </a:lnTo>
                  <a:lnTo>
                    <a:pt x="88082" y="49022"/>
                  </a:lnTo>
                  <a:lnTo>
                    <a:pt x="86659" y="54011"/>
                  </a:lnTo>
                  <a:lnTo>
                    <a:pt x="84448" y="56158"/>
                  </a:lnTo>
                  <a:lnTo>
                    <a:pt x="76223" y="58491"/>
                  </a:lnTo>
                  <a:lnTo>
                    <a:pt x="75379" y="59268"/>
                  </a:lnTo>
                  <a:lnTo>
                    <a:pt x="72041" y="59016"/>
                  </a:lnTo>
                  <a:lnTo>
                    <a:pt x="72593" y="54961"/>
                  </a:lnTo>
                  <a:lnTo>
                    <a:pt x="74220" y="55067"/>
                  </a:lnTo>
                  <a:lnTo>
                    <a:pt x="74683" y="52803"/>
                  </a:lnTo>
                  <a:lnTo>
                    <a:pt x="58688" y="50962"/>
                  </a:lnTo>
                  <a:lnTo>
                    <a:pt x="58853" y="45973"/>
                  </a:lnTo>
                  <a:lnTo>
                    <a:pt x="52443" y="45119"/>
                  </a:lnTo>
                  <a:lnTo>
                    <a:pt x="52012" y="47948"/>
                  </a:lnTo>
                  <a:lnTo>
                    <a:pt x="50239" y="49623"/>
                  </a:lnTo>
                  <a:lnTo>
                    <a:pt x="48729" y="49481"/>
                  </a:lnTo>
                  <a:lnTo>
                    <a:pt x="49037" y="47633"/>
                  </a:lnTo>
                  <a:lnTo>
                    <a:pt x="47025" y="47594"/>
                  </a:lnTo>
                  <a:lnTo>
                    <a:pt x="46498" y="51074"/>
                  </a:lnTo>
                  <a:lnTo>
                    <a:pt x="46334" y="52865"/>
                  </a:lnTo>
                  <a:lnTo>
                    <a:pt x="42057" y="52211"/>
                  </a:lnTo>
                  <a:lnTo>
                    <a:pt x="42759" y="46657"/>
                  </a:lnTo>
                  <a:lnTo>
                    <a:pt x="38886" y="44454"/>
                  </a:lnTo>
                  <a:lnTo>
                    <a:pt x="33770" y="49579"/>
                  </a:lnTo>
                  <a:lnTo>
                    <a:pt x="26436" y="53619"/>
                  </a:lnTo>
                  <a:lnTo>
                    <a:pt x="19952" y="48861"/>
                  </a:lnTo>
                  <a:lnTo>
                    <a:pt x="8635" y="37234"/>
                  </a:lnTo>
                  <a:lnTo>
                    <a:pt x="6248" y="31480"/>
                  </a:lnTo>
                  <a:lnTo>
                    <a:pt x="4344" y="29134"/>
                  </a:lnTo>
                  <a:lnTo>
                    <a:pt x="2522" y="30961"/>
                  </a:lnTo>
                  <a:lnTo>
                    <a:pt x="784" y="28789"/>
                  </a:lnTo>
                  <a:lnTo>
                    <a:pt x="2164" y="21201"/>
                  </a:lnTo>
                  <a:lnTo>
                    <a:pt x="0" y="17645"/>
                  </a:lnTo>
                  <a:lnTo>
                    <a:pt x="929" y="16166"/>
                  </a:lnTo>
                  <a:lnTo>
                    <a:pt x="760" y="11220"/>
                  </a:lnTo>
                  <a:lnTo>
                    <a:pt x="1658" y="9554"/>
                  </a:lnTo>
                  <a:lnTo>
                    <a:pt x="12039" y="16083"/>
                  </a:lnTo>
                  <a:lnTo>
                    <a:pt x="11479" y="10262"/>
                  </a:lnTo>
                  <a:lnTo>
                    <a:pt x="13856" y="10127"/>
                  </a:lnTo>
                  <a:lnTo>
                    <a:pt x="14218" y="13952"/>
                  </a:lnTo>
                  <a:lnTo>
                    <a:pt x="16116" y="13745"/>
                  </a:lnTo>
                  <a:lnTo>
                    <a:pt x="15141" y="3424"/>
                  </a:lnTo>
                  <a:lnTo>
                    <a:pt x="17684" y="3160"/>
                  </a:lnTo>
                  <a:lnTo>
                    <a:pt x="17952" y="6017"/>
                  </a:lnTo>
                  <a:lnTo>
                    <a:pt x="18861" y="6154"/>
                  </a:lnTo>
                  <a:lnTo>
                    <a:pt x="20076" y="3851"/>
                  </a:lnTo>
                  <a:lnTo>
                    <a:pt x="19737" y="391"/>
                  </a:lnTo>
                  <a:lnTo>
                    <a:pt x="2415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h4404"/>
            <p:cNvSpPr/>
            <p:nvPr/>
          </p:nvSpPr>
          <p:spPr>
            <a:xfrm>
              <a:off x="6999468" y="2201267"/>
              <a:ext cx="20732" cy="28515"/>
            </a:xfrm>
            <a:custGeom>
              <a:avLst/>
              <a:pathLst>
                <a:path w="20732" h="28515">
                  <a:moveTo>
                    <a:pt x="2619" y="0"/>
                  </a:moveTo>
                  <a:lnTo>
                    <a:pt x="12759" y="6287"/>
                  </a:lnTo>
                  <a:lnTo>
                    <a:pt x="18943" y="12110"/>
                  </a:lnTo>
                  <a:lnTo>
                    <a:pt x="20732" y="16448"/>
                  </a:lnTo>
                  <a:lnTo>
                    <a:pt x="20306" y="17108"/>
                  </a:lnTo>
                  <a:lnTo>
                    <a:pt x="20105" y="17093"/>
                  </a:lnTo>
                  <a:lnTo>
                    <a:pt x="16713" y="16230"/>
                  </a:lnTo>
                  <a:lnTo>
                    <a:pt x="11721" y="24302"/>
                  </a:lnTo>
                  <a:lnTo>
                    <a:pt x="13327" y="26267"/>
                  </a:lnTo>
                  <a:lnTo>
                    <a:pt x="13560" y="28515"/>
                  </a:lnTo>
                  <a:lnTo>
                    <a:pt x="8708" y="28230"/>
                  </a:lnTo>
                  <a:lnTo>
                    <a:pt x="5220" y="27671"/>
                  </a:lnTo>
                  <a:lnTo>
                    <a:pt x="4530" y="21278"/>
                  </a:lnTo>
                  <a:lnTo>
                    <a:pt x="6640" y="15340"/>
                  </a:lnTo>
                  <a:lnTo>
                    <a:pt x="9746" y="10649"/>
                  </a:lnTo>
                  <a:lnTo>
                    <a:pt x="4147" y="5931"/>
                  </a:lnTo>
                  <a:lnTo>
                    <a:pt x="154" y="1886"/>
                  </a:lnTo>
                  <a:lnTo>
                    <a:pt x="0" y="83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h4405"/>
            <p:cNvSpPr/>
            <p:nvPr/>
          </p:nvSpPr>
          <p:spPr>
            <a:xfrm>
              <a:off x="7001359" y="2278640"/>
              <a:ext cx="58736" cy="38846"/>
            </a:xfrm>
            <a:custGeom>
              <a:avLst/>
              <a:pathLst>
                <a:path w="58736" h="38846">
                  <a:moveTo>
                    <a:pt x="43150" y="423"/>
                  </a:moveTo>
                  <a:lnTo>
                    <a:pt x="47518" y="6488"/>
                  </a:lnTo>
                  <a:lnTo>
                    <a:pt x="51561" y="2111"/>
                  </a:lnTo>
                  <a:lnTo>
                    <a:pt x="54868" y="6341"/>
                  </a:lnTo>
                  <a:lnTo>
                    <a:pt x="58736" y="9258"/>
                  </a:lnTo>
                  <a:lnTo>
                    <a:pt x="56465" y="13323"/>
                  </a:lnTo>
                  <a:lnTo>
                    <a:pt x="56421" y="20623"/>
                  </a:lnTo>
                  <a:lnTo>
                    <a:pt x="54308" y="23985"/>
                  </a:lnTo>
                  <a:lnTo>
                    <a:pt x="46807" y="28797"/>
                  </a:lnTo>
                  <a:lnTo>
                    <a:pt x="53367" y="35740"/>
                  </a:lnTo>
                  <a:lnTo>
                    <a:pt x="53178" y="36812"/>
                  </a:lnTo>
                  <a:lnTo>
                    <a:pt x="47697" y="34073"/>
                  </a:lnTo>
                  <a:lnTo>
                    <a:pt x="43209" y="38846"/>
                  </a:lnTo>
                  <a:lnTo>
                    <a:pt x="38478" y="32914"/>
                  </a:lnTo>
                  <a:lnTo>
                    <a:pt x="34470" y="32936"/>
                  </a:lnTo>
                  <a:lnTo>
                    <a:pt x="33175" y="28077"/>
                  </a:lnTo>
                  <a:lnTo>
                    <a:pt x="24880" y="23841"/>
                  </a:lnTo>
                  <a:lnTo>
                    <a:pt x="16838" y="25496"/>
                  </a:lnTo>
                  <a:lnTo>
                    <a:pt x="7407" y="24324"/>
                  </a:lnTo>
                  <a:lnTo>
                    <a:pt x="9508" y="14776"/>
                  </a:lnTo>
                  <a:lnTo>
                    <a:pt x="4640" y="12214"/>
                  </a:lnTo>
                  <a:lnTo>
                    <a:pt x="1012" y="11739"/>
                  </a:lnTo>
                  <a:lnTo>
                    <a:pt x="0" y="7929"/>
                  </a:lnTo>
                  <a:lnTo>
                    <a:pt x="6421" y="9442"/>
                  </a:lnTo>
                  <a:lnTo>
                    <a:pt x="10409" y="11557"/>
                  </a:lnTo>
                  <a:lnTo>
                    <a:pt x="12575" y="11416"/>
                  </a:lnTo>
                  <a:lnTo>
                    <a:pt x="17165" y="8744"/>
                  </a:lnTo>
                  <a:lnTo>
                    <a:pt x="28017" y="14165"/>
                  </a:lnTo>
                  <a:lnTo>
                    <a:pt x="34815" y="11987"/>
                  </a:lnTo>
                  <a:lnTo>
                    <a:pt x="33459" y="9929"/>
                  </a:lnTo>
                  <a:lnTo>
                    <a:pt x="32481" y="5119"/>
                  </a:lnTo>
                  <a:lnTo>
                    <a:pt x="4033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h4406"/>
            <p:cNvSpPr/>
            <p:nvPr/>
          </p:nvSpPr>
          <p:spPr>
            <a:xfrm>
              <a:off x="7043137" y="2255368"/>
              <a:ext cx="58611" cy="46343"/>
            </a:xfrm>
            <a:custGeom>
              <a:avLst/>
              <a:pathLst>
                <a:path w="58611" h="46343">
                  <a:moveTo>
                    <a:pt x="39204" y="1633"/>
                  </a:moveTo>
                  <a:lnTo>
                    <a:pt x="41086" y="4486"/>
                  </a:lnTo>
                  <a:lnTo>
                    <a:pt x="42349" y="4480"/>
                  </a:lnTo>
                  <a:lnTo>
                    <a:pt x="44884" y="2633"/>
                  </a:lnTo>
                  <a:lnTo>
                    <a:pt x="46889" y="2802"/>
                  </a:lnTo>
                  <a:lnTo>
                    <a:pt x="48721" y="3434"/>
                  </a:lnTo>
                  <a:lnTo>
                    <a:pt x="51955" y="9458"/>
                  </a:lnTo>
                  <a:lnTo>
                    <a:pt x="52746" y="18584"/>
                  </a:lnTo>
                  <a:lnTo>
                    <a:pt x="55611" y="19317"/>
                  </a:lnTo>
                  <a:lnTo>
                    <a:pt x="58611" y="23336"/>
                  </a:lnTo>
                  <a:lnTo>
                    <a:pt x="57340" y="25936"/>
                  </a:lnTo>
                  <a:lnTo>
                    <a:pt x="52148" y="28665"/>
                  </a:lnTo>
                  <a:lnTo>
                    <a:pt x="48806" y="34075"/>
                  </a:lnTo>
                  <a:lnTo>
                    <a:pt x="47009" y="34451"/>
                  </a:lnTo>
                  <a:lnTo>
                    <a:pt x="46111" y="36117"/>
                  </a:lnTo>
                  <a:lnTo>
                    <a:pt x="46280" y="41064"/>
                  </a:lnTo>
                  <a:lnTo>
                    <a:pt x="45350" y="42542"/>
                  </a:lnTo>
                  <a:lnTo>
                    <a:pt x="44521" y="44802"/>
                  </a:lnTo>
                  <a:lnTo>
                    <a:pt x="42177" y="46343"/>
                  </a:lnTo>
                  <a:lnTo>
                    <a:pt x="29575" y="35973"/>
                  </a:lnTo>
                  <a:lnTo>
                    <a:pt x="28591" y="37788"/>
                  </a:lnTo>
                  <a:lnTo>
                    <a:pt x="30100" y="41005"/>
                  </a:lnTo>
                  <a:lnTo>
                    <a:pt x="28372" y="42139"/>
                  </a:lnTo>
                  <a:lnTo>
                    <a:pt x="19605" y="45648"/>
                  </a:lnTo>
                  <a:lnTo>
                    <a:pt x="16344" y="45242"/>
                  </a:lnTo>
                  <a:lnTo>
                    <a:pt x="14644" y="43895"/>
                  </a:lnTo>
                  <a:lnTo>
                    <a:pt x="14687" y="36595"/>
                  </a:lnTo>
                  <a:lnTo>
                    <a:pt x="16958" y="32529"/>
                  </a:lnTo>
                  <a:lnTo>
                    <a:pt x="13090" y="29612"/>
                  </a:lnTo>
                  <a:lnTo>
                    <a:pt x="9783" y="25382"/>
                  </a:lnTo>
                  <a:lnTo>
                    <a:pt x="5741" y="29759"/>
                  </a:lnTo>
                  <a:lnTo>
                    <a:pt x="1372" y="23695"/>
                  </a:lnTo>
                  <a:lnTo>
                    <a:pt x="0" y="21961"/>
                  </a:lnTo>
                  <a:lnTo>
                    <a:pt x="611" y="20949"/>
                  </a:lnTo>
                  <a:lnTo>
                    <a:pt x="5296" y="21065"/>
                  </a:lnTo>
                  <a:lnTo>
                    <a:pt x="9205" y="23988"/>
                  </a:lnTo>
                  <a:lnTo>
                    <a:pt x="15327" y="23598"/>
                  </a:lnTo>
                  <a:lnTo>
                    <a:pt x="12456" y="20493"/>
                  </a:lnTo>
                  <a:lnTo>
                    <a:pt x="12062" y="21332"/>
                  </a:lnTo>
                  <a:lnTo>
                    <a:pt x="8033" y="17332"/>
                  </a:lnTo>
                  <a:lnTo>
                    <a:pt x="8756" y="14741"/>
                  </a:lnTo>
                  <a:lnTo>
                    <a:pt x="17505" y="5483"/>
                  </a:lnTo>
                  <a:lnTo>
                    <a:pt x="19965" y="5718"/>
                  </a:lnTo>
                  <a:lnTo>
                    <a:pt x="22157" y="1738"/>
                  </a:lnTo>
                  <a:lnTo>
                    <a:pt x="24438" y="2043"/>
                  </a:lnTo>
                  <a:lnTo>
                    <a:pt x="26485" y="475"/>
                  </a:lnTo>
                  <a:lnTo>
                    <a:pt x="2916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h4407"/>
            <p:cNvSpPr/>
            <p:nvPr/>
          </p:nvSpPr>
          <p:spPr>
            <a:xfrm>
              <a:off x="6963434" y="2033367"/>
              <a:ext cx="102981" cy="99904"/>
            </a:xfrm>
            <a:custGeom>
              <a:avLst/>
              <a:pathLst>
                <a:path w="102981" h="99904">
                  <a:moveTo>
                    <a:pt x="51890" y="2483"/>
                  </a:moveTo>
                  <a:lnTo>
                    <a:pt x="50783" y="6875"/>
                  </a:lnTo>
                  <a:lnTo>
                    <a:pt x="68211" y="22649"/>
                  </a:lnTo>
                  <a:lnTo>
                    <a:pt x="76513" y="22542"/>
                  </a:lnTo>
                  <a:lnTo>
                    <a:pt x="77761" y="27280"/>
                  </a:lnTo>
                  <a:lnTo>
                    <a:pt x="77842" y="33199"/>
                  </a:lnTo>
                  <a:lnTo>
                    <a:pt x="83760" y="33116"/>
                  </a:lnTo>
                  <a:lnTo>
                    <a:pt x="86225" y="37823"/>
                  </a:lnTo>
                  <a:lnTo>
                    <a:pt x="86292" y="42564"/>
                  </a:lnTo>
                  <a:lnTo>
                    <a:pt x="83900" y="42599"/>
                  </a:lnTo>
                  <a:lnTo>
                    <a:pt x="83963" y="47333"/>
                  </a:lnTo>
                  <a:lnTo>
                    <a:pt x="89813" y="49288"/>
                  </a:lnTo>
                  <a:lnTo>
                    <a:pt x="95504" y="49475"/>
                  </a:lnTo>
                  <a:lnTo>
                    <a:pt x="97846" y="48563"/>
                  </a:lnTo>
                  <a:lnTo>
                    <a:pt x="102981" y="49709"/>
                  </a:lnTo>
                  <a:lnTo>
                    <a:pt x="98270" y="52828"/>
                  </a:lnTo>
                  <a:lnTo>
                    <a:pt x="96098" y="56710"/>
                  </a:lnTo>
                  <a:lnTo>
                    <a:pt x="98132" y="62227"/>
                  </a:lnTo>
                  <a:lnTo>
                    <a:pt x="95992" y="63140"/>
                  </a:lnTo>
                  <a:lnTo>
                    <a:pt x="95698" y="68250"/>
                  </a:lnTo>
                  <a:lnTo>
                    <a:pt x="90641" y="72067"/>
                  </a:lnTo>
                  <a:lnTo>
                    <a:pt x="88737" y="70776"/>
                  </a:lnTo>
                  <a:lnTo>
                    <a:pt x="87340" y="72240"/>
                  </a:lnTo>
                  <a:lnTo>
                    <a:pt x="87084" y="74884"/>
                  </a:lnTo>
                  <a:lnTo>
                    <a:pt x="88275" y="77427"/>
                  </a:lnTo>
                  <a:lnTo>
                    <a:pt x="81098" y="77759"/>
                  </a:lnTo>
                  <a:lnTo>
                    <a:pt x="82419" y="76008"/>
                  </a:lnTo>
                  <a:lnTo>
                    <a:pt x="78482" y="68004"/>
                  </a:lnTo>
                  <a:lnTo>
                    <a:pt x="68962" y="66769"/>
                  </a:lnTo>
                  <a:lnTo>
                    <a:pt x="69357" y="64650"/>
                  </a:lnTo>
                  <a:lnTo>
                    <a:pt x="68728" y="63330"/>
                  </a:lnTo>
                  <a:lnTo>
                    <a:pt x="66407" y="62779"/>
                  </a:lnTo>
                  <a:lnTo>
                    <a:pt x="63185" y="71460"/>
                  </a:lnTo>
                  <a:lnTo>
                    <a:pt x="60055" y="70639"/>
                  </a:lnTo>
                  <a:lnTo>
                    <a:pt x="62744" y="76452"/>
                  </a:lnTo>
                  <a:lnTo>
                    <a:pt x="62718" y="78948"/>
                  </a:lnTo>
                  <a:lnTo>
                    <a:pt x="55562" y="79248"/>
                  </a:lnTo>
                  <a:lnTo>
                    <a:pt x="58229" y="91683"/>
                  </a:lnTo>
                  <a:lnTo>
                    <a:pt x="59272" y="94788"/>
                  </a:lnTo>
                  <a:lnTo>
                    <a:pt x="52822" y="94389"/>
                  </a:lnTo>
                  <a:lnTo>
                    <a:pt x="43864" y="98726"/>
                  </a:lnTo>
                  <a:lnTo>
                    <a:pt x="41460" y="99904"/>
                  </a:lnTo>
                  <a:lnTo>
                    <a:pt x="41013" y="94745"/>
                  </a:lnTo>
                  <a:lnTo>
                    <a:pt x="27165" y="89722"/>
                  </a:lnTo>
                  <a:lnTo>
                    <a:pt x="29205" y="83318"/>
                  </a:lnTo>
                  <a:lnTo>
                    <a:pt x="34840" y="77162"/>
                  </a:lnTo>
                  <a:lnTo>
                    <a:pt x="35077" y="59609"/>
                  </a:lnTo>
                  <a:lnTo>
                    <a:pt x="34303" y="55273"/>
                  </a:lnTo>
                  <a:lnTo>
                    <a:pt x="35434" y="45709"/>
                  </a:lnTo>
                  <a:lnTo>
                    <a:pt x="21327" y="41890"/>
                  </a:lnTo>
                  <a:lnTo>
                    <a:pt x="19486" y="40420"/>
                  </a:lnTo>
                  <a:lnTo>
                    <a:pt x="14906" y="38783"/>
                  </a:lnTo>
                  <a:lnTo>
                    <a:pt x="11446" y="40799"/>
                  </a:lnTo>
                  <a:lnTo>
                    <a:pt x="10330" y="45687"/>
                  </a:lnTo>
                  <a:lnTo>
                    <a:pt x="548" y="42315"/>
                  </a:lnTo>
                  <a:lnTo>
                    <a:pt x="0" y="26396"/>
                  </a:lnTo>
                  <a:lnTo>
                    <a:pt x="18158" y="7904"/>
                  </a:lnTo>
                  <a:lnTo>
                    <a:pt x="4810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h4408"/>
            <p:cNvSpPr/>
            <p:nvPr/>
          </p:nvSpPr>
          <p:spPr>
            <a:xfrm>
              <a:off x="7035462" y="2254792"/>
              <a:ext cx="29833" cy="24564"/>
            </a:xfrm>
            <a:custGeom>
              <a:avLst/>
              <a:pathLst>
                <a:path w="29833" h="24564">
                  <a:moveTo>
                    <a:pt x="28850" y="1211"/>
                  </a:moveTo>
                  <a:lnTo>
                    <a:pt x="29833" y="2315"/>
                  </a:lnTo>
                  <a:lnTo>
                    <a:pt x="27641" y="6294"/>
                  </a:lnTo>
                  <a:lnTo>
                    <a:pt x="25180" y="6059"/>
                  </a:lnTo>
                  <a:lnTo>
                    <a:pt x="16431" y="15317"/>
                  </a:lnTo>
                  <a:lnTo>
                    <a:pt x="15708" y="17908"/>
                  </a:lnTo>
                  <a:lnTo>
                    <a:pt x="19738" y="21908"/>
                  </a:lnTo>
                  <a:lnTo>
                    <a:pt x="20132" y="21069"/>
                  </a:lnTo>
                  <a:lnTo>
                    <a:pt x="23003" y="24174"/>
                  </a:lnTo>
                  <a:lnTo>
                    <a:pt x="16880" y="24564"/>
                  </a:lnTo>
                  <a:lnTo>
                    <a:pt x="12971" y="21641"/>
                  </a:lnTo>
                  <a:lnTo>
                    <a:pt x="8286" y="21525"/>
                  </a:lnTo>
                  <a:lnTo>
                    <a:pt x="7675" y="22537"/>
                  </a:lnTo>
                  <a:lnTo>
                    <a:pt x="304" y="12007"/>
                  </a:lnTo>
                  <a:lnTo>
                    <a:pt x="0" y="10249"/>
                  </a:lnTo>
                  <a:lnTo>
                    <a:pt x="3975" y="10716"/>
                  </a:lnTo>
                  <a:lnTo>
                    <a:pt x="13802" y="3687"/>
                  </a:lnTo>
                  <a:lnTo>
                    <a:pt x="14711" y="640"/>
                  </a:lnTo>
                  <a:lnTo>
                    <a:pt x="1593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h4409"/>
            <p:cNvSpPr/>
            <p:nvPr/>
          </p:nvSpPr>
          <p:spPr>
            <a:xfrm>
              <a:off x="7115567" y="2201882"/>
              <a:ext cx="34202" cy="40837"/>
            </a:xfrm>
            <a:custGeom>
              <a:avLst/>
              <a:pathLst>
                <a:path w="34202" h="40837">
                  <a:moveTo>
                    <a:pt x="21164" y="102"/>
                  </a:moveTo>
                  <a:lnTo>
                    <a:pt x="26866" y="13162"/>
                  </a:lnTo>
                  <a:lnTo>
                    <a:pt x="27291" y="23526"/>
                  </a:lnTo>
                  <a:lnTo>
                    <a:pt x="31375" y="25419"/>
                  </a:lnTo>
                  <a:lnTo>
                    <a:pt x="33327" y="24669"/>
                  </a:lnTo>
                  <a:lnTo>
                    <a:pt x="33509" y="32904"/>
                  </a:lnTo>
                  <a:lnTo>
                    <a:pt x="34202" y="33407"/>
                  </a:lnTo>
                  <a:lnTo>
                    <a:pt x="24308" y="40837"/>
                  </a:lnTo>
                  <a:lnTo>
                    <a:pt x="17483" y="32447"/>
                  </a:lnTo>
                  <a:lnTo>
                    <a:pt x="12493" y="33704"/>
                  </a:lnTo>
                  <a:lnTo>
                    <a:pt x="9019" y="36732"/>
                  </a:lnTo>
                  <a:lnTo>
                    <a:pt x="7191" y="32740"/>
                  </a:lnTo>
                  <a:lnTo>
                    <a:pt x="417" y="34921"/>
                  </a:lnTo>
                  <a:lnTo>
                    <a:pt x="1193" y="32543"/>
                  </a:lnTo>
                  <a:lnTo>
                    <a:pt x="2850" y="31638"/>
                  </a:lnTo>
                  <a:lnTo>
                    <a:pt x="2849" y="25643"/>
                  </a:lnTo>
                  <a:lnTo>
                    <a:pt x="2904" y="24179"/>
                  </a:lnTo>
                  <a:lnTo>
                    <a:pt x="4685" y="22603"/>
                  </a:lnTo>
                  <a:lnTo>
                    <a:pt x="0" y="13569"/>
                  </a:lnTo>
                  <a:lnTo>
                    <a:pt x="13937" y="13508"/>
                  </a:lnTo>
                  <a:lnTo>
                    <a:pt x="18548" y="11761"/>
                  </a:lnTo>
                  <a:lnTo>
                    <a:pt x="1931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h4410"/>
            <p:cNvSpPr/>
            <p:nvPr/>
          </p:nvSpPr>
          <p:spPr>
            <a:xfrm>
              <a:off x="7157365" y="2206714"/>
              <a:ext cx="75164" cy="58836"/>
            </a:xfrm>
            <a:custGeom>
              <a:avLst/>
              <a:pathLst>
                <a:path w="75164" h="58836">
                  <a:moveTo>
                    <a:pt x="55763" y="1195"/>
                  </a:moveTo>
                  <a:lnTo>
                    <a:pt x="73742" y="3249"/>
                  </a:lnTo>
                  <a:lnTo>
                    <a:pt x="75164" y="44127"/>
                  </a:lnTo>
                  <a:lnTo>
                    <a:pt x="62203" y="42388"/>
                  </a:lnTo>
                  <a:lnTo>
                    <a:pt x="62360" y="51065"/>
                  </a:lnTo>
                  <a:lnTo>
                    <a:pt x="57299" y="54578"/>
                  </a:lnTo>
                  <a:lnTo>
                    <a:pt x="54701" y="55373"/>
                  </a:lnTo>
                  <a:lnTo>
                    <a:pt x="51948" y="53732"/>
                  </a:lnTo>
                  <a:lnTo>
                    <a:pt x="51351" y="51315"/>
                  </a:lnTo>
                  <a:lnTo>
                    <a:pt x="46898" y="51899"/>
                  </a:lnTo>
                  <a:lnTo>
                    <a:pt x="38802" y="57691"/>
                  </a:lnTo>
                  <a:lnTo>
                    <a:pt x="33319" y="58836"/>
                  </a:lnTo>
                  <a:lnTo>
                    <a:pt x="26660" y="52379"/>
                  </a:lnTo>
                  <a:lnTo>
                    <a:pt x="23478" y="56002"/>
                  </a:lnTo>
                  <a:lnTo>
                    <a:pt x="22833" y="55946"/>
                  </a:lnTo>
                  <a:lnTo>
                    <a:pt x="17505" y="53024"/>
                  </a:lnTo>
                  <a:lnTo>
                    <a:pt x="8792" y="50631"/>
                  </a:lnTo>
                  <a:lnTo>
                    <a:pt x="6709" y="48986"/>
                  </a:lnTo>
                  <a:lnTo>
                    <a:pt x="0" y="35424"/>
                  </a:lnTo>
                  <a:lnTo>
                    <a:pt x="3233" y="33169"/>
                  </a:lnTo>
                  <a:lnTo>
                    <a:pt x="3010" y="24391"/>
                  </a:lnTo>
                  <a:lnTo>
                    <a:pt x="24227" y="27892"/>
                  </a:lnTo>
                  <a:lnTo>
                    <a:pt x="49406" y="9414"/>
                  </a:lnTo>
                  <a:lnTo>
                    <a:pt x="49153" y="1961"/>
                  </a:lnTo>
                  <a:lnTo>
                    <a:pt x="42834" y="3090"/>
                  </a:lnTo>
                  <a:lnTo>
                    <a:pt x="4545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h4411"/>
            <p:cNvSpPr/>
            <p:nvPr/>
          </p:nvSpPr>
          <p:spPr>
            <a:xfrm>
              <a:off x="7046392" y="2237100"/>
              <a:ext cx="45422" cy="22755"/>
            </a:xfrm>
            <a:custGeom>
              <a:avLst/>
              <a:pathLst>
                <a:path w="45422" h="22755">
                  <a:moveTo>
                    <a:pt x="5097" y="628"/>
                  </a:moveTo>
                  <a:lnTo>
                    <a:pt x="15323" y="4171"/>
                  </a:lnTo>
                  <a:lnTo>
                    <a:pt x="20021" y="9146"/>
                  </a:lnTo>
                  <a:lnTo>
                    <a:pt x="25567" y="10751"/>
                  </a:lnTo>
                  <a:lnTo>
                    <a:pt x="28314" y="10414"/>
                  </a:lnTo>
                  <a:lnTo>
                    <a:pt x="31589" y="11219"/>
                  </a:lnTo>
                  <a:lnTo>
                    <a:pt x="36284" y="12494"/>
                  </a:lnTo>
                  <a:lnTo>
                    <a:pt x="38076" y="12264"/>
                  </a:lnTo>
                  <a:lnTo>
                    <a:pt x="41578" y="14078"/>
                  </a:lnTo>
                  <a:lnTo>
                    <a:pt x="45422" y="17925"/>
                  </a:lnTo>
                  <a:lnTo>
                    <a:pt x="43634" y="21070"/>
                  </a:lnTo>
                  <a:lnTo>
                    <a:pt x="41629" y="20901"/>
                  </a:lnTo>
                  <a:lnTo>
                    <a:pt x="39094" y="22748"/>
                  </a:lnTo>
                  <a:lnTo>
                    <a:pt x="37831" y="22755"/>
                  </a:lnTo>
                  <a:lnTo>
                    <a:pt x="35949" y="19902"/>
                  </a:lnTo>
                  <a:lnTo>
                    <a:pt x="25914" y="18268"/>
                  </a:lnTo>
                  <a:lnTo>
                    <a:pt x="23230" y="18743"/>
                  </a:lnTo>
                  <a:lnTo>
                    <a:pt x="21183" y="20311"/>
                  </a:lnTo>
                  <a:lnTo>
                    <a:pt x="18902" y="20007"/>
                  </a:lnTo>
                  <a:lnTo>
                    <a:pt x="17919" y="18903"/>
                  </a:lnTo>
                  <a:lnTo>
                    <a:pt x="5008" y="17692"/>
                  </a:lnTo>
                  <a:lnTo>
                    <a:pt x="3809" y="15857"/>
                  </a:lnTo>
                  <a:lnTo>
                    <a:pt x="0" y="13866"/>
                  </a:lnTo>
                  <a:lnTo>
                    <a:pt x="4192" y="10073"/>
                  </a:lnTo>
                  <a:lnTo>
                    <a:pt x="5561" y="7589"/>
                  </a:lnTo>
                  <a:lnTo>
                    <a:pt x="5507" y="4711"/>
                  </a:lnTo>
                  <a:lnTo>
                    <a:pt x="1829" y="2045"/>
                  </a:lnTo>
                  <a:lnTo>
                    <a:pt x="2006" y="827"/>
                  </a:lnTo>
                  <a:lnTo>
                    <a:pt x="383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h4412"/>
            <p:cNvSpPr/>
            <p:nvPr/>
          </p:nvSpPr>
          <p:spPr>
            <a:xfrm>
              <a:off x="7085673" y="2096701"/>
              <a:ext cx="47910" cy="73043"/>
            </a:xfrm>
            <a:custGeom>
              <a:avLst/>
              <a:pathLst>
                <a:path w="47910" h="73043">
                  <a:moveTo>
                    <a:pt x="16008" y="0"/>
                  </a:moveTo>
                  <a:lnTo>
                    <a:pt x="24322" y="4830"/>
                  </a:lnTo>
                  <a:lnTo>
                    <a:pt x="25663" y="9060"/>
                  </a:lnTo>
                  <a:lnTo>
                    <a:pt x="22008" y="14247"/>
                  </a:lnTo>
                  <a:lnTo>
                    <a:pt x="21475" y="22807"/>
                  </a:lnTo>
                  <a:lnTo>
                    <a:pt x="16993" y="26996"/>
                  </a:lnTo>
                  <a:lnTo>
                    <a:pt x="16312" y="28609"/>
                  </a:lnTo>
                  <a:lnTo>
                    <a:pt x="16814" y="30247"/>
                  </a:lnTo>
                  <a:lnTo>
                    <a:pt x="31069" y="30765"/>
                  </a:lnTo>
                  <a:lnTo>
                    <a:pt x="47910" y="39395"/>
                  </a:lnTo>
                  <a:lnTo>
                    <a:pt x="47601" y="45500"/>
                  </a:lnTo>
                  <a:lnTo>
                    <a:pt x="46741" y="59587"/>
                  </a:lnTo>
                  <a:lnTo>
                    <a:pt x="46060" y="60212"/>
                  </a:lnTo>
                  <a:lnTo>
                    <a:pt x="42338" y="59250"/>
                  </a:lnTo>
                  <a:lnTo>
                    <a:pt x="40197" y="59953"/>
                  </a:lnTo>
                  <a:lnTo>
                    <a:pt x="40621" y="64883"/>
                  </a:lnTo>
                  <a:lnTo>
                    <a:pt x="39107" y="66838"/>
                  </a:lnTo>
                  <a:lnTo>
                    <a:pt x="26956" y="63774"/>
                  </a:lnTo>
                  <a:lnTo>
                    <a:pt x="23077" y="64481"/>
                  </a:lnTo>
                  <a:lnTo>
                    <a:pt x="23152" y="65875"/>
                  </a:lnTo>
                  <a:lnTo>
                    <a:pt x="18101" y="67201"/>
                  </a:lnTo>
                  <a:lnTo>
                    <a:pt x="19379" y="72093"/>
                  </a:lnTo>
                  <a:lnTo>
                    <a:pt x="15715" y="73043"/>
                  </a:lnTo>
                  <a:lnTo>
                    <a:pt x="8413" y="69322"/>
                  </a:lnTo>
                  <a:lnTo>
                    <a:pt x="8397" y="66578"/>
                  </a:lnTo>
                  <a:lnTo>
                    <a:pt x="9391" y="64038"/>
                  </a:lnTo>
                  <a:lnTo>
                    <a:pt x="8897" y="61902"/>
                  </a:lnTo>
                  <a:lnTo>
                    <a:pt x="10680" y="43507"/>
                  </a:lnTo>
                  <a:lnTo>
                    <a:pt x="13540" y="42207"/>
                  </a:lnTo>
                  <a:lnTo>
                    <a:pt x="14137" y="38510"/>
                  </a:lnTo>
                  <a:lnTo>
                    <a:pt x="12617" y="37865"/>
                  </a:lnTo>
                  <a:lnTo>
                    <a:pt x="11218" y="39799"/>
                  </a:lnTo>
                  <a:lnTo>
                    <a:pt x="7969" y="30188"/>
                  </a:lnTo>
                  <a:lnTo>
                    <a:pt x="0" y="27843"/>
                  </a:lnTo>
                  <a:lnTo>
                    <a:pt x="2623" y="20716"/>
                  </a:lnTo>
                  <a:lnTo>
                    <a:pt x="6026" y="22032"/>
                  </a:lnTo>
                  <a:lnTo>
                    <a:pt x="9099" y="15719"/>
                  </a:lnTo>
                  <a:lnTo>
                    <a:pt x="11191" y="14185"/>
                  </a:lnTo>
                  <a:lnTo>
                    <a:pt x="13633" y="10052"/>
                  </a:lnTo>
                  <a:lnTo>
                    <a:pt x="9989" y="7794"/>
                  </a:lnTo>
                  <a:lnTo>
                    <a:pt x="14014" y="70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h4413"/>
            <p:cNvSpPr/>
            <p:nvPr/>
          </p:nvSpPr>
          <p:spPr>
            <a:xfrm>
              <a:off x="7011610" y="2242623"/>
              <a:ext cx="32899" cy="41136"/>
            </a:xfrm>
            <a:custGeom>
              <a:avLst/>
              <a:pathLst>
                <a:path w="32899" h="41136">
                  <a:moveTo>
                    <a:pt x="8721" y="749"/>
                  </a:moveTo>
                  <a:lnTo>
                    <a:pt x="12388" y="4476"/>
                  </a:lnTo>
                  <a:lnTo>
                    <a:pt x="14147" y="6103"/>
                  </a:lnTo>
                  <a:lnTo>
                    <a:pt x="14790" y="9694"/>
                  </a:lnTo>
                  <a:lnTo>
                    <a:pt x="21382" y="12425"/>
                  </a:lnTo>
                  <a:lnTo>
                    <a:pt x="21477" y="14859"/>
                  </a:lnTo>
                  <a:lnTo>
                    <a:pt x="20292" y="16473"/>
                  </a:lnTo>
                  <a:lnTo>
                    <a:pt x="20199" y="22363"/>
                  </a:lnTo>
                  <a:lnTo>
                    <a:pt x="20603" y="22890"/>
                  </a:lnTo>
                  <a:lnTo>
                    <a:pt x="23851" y="22418"/>
                  </a:lnTo>
                  <a:lnTo>
                    <a:pt x="24155" y="24176"/>
                  </a:lnTo>
                  <a:lnTo>
                    <a:pt x="31526" y="34706"/>
                  </a:lnTo>
                  <a:lnTo>
                    <a:pt x="32899" y="36440"/>
                  </a:lnTo>
                  <a:lnTo>
                    <a:pt x="30080" y="36016"/>
                  </a:lnTo>
                  <a:lnTo>
                    <a:pt x="22230" y="41136"/>
                  </a:lnTo>
                  <a:lnTo>
                    <a:pt x="19734" y="36274"/>
                  </a:lnTo>
                  <a:lnTo>
                    <a:pt x="11778" y="27147"/>
                  </a:lnTo>
                  <a:lnTo>
                    <a:pt x="15400" y="19606"/>
                  </a:lnTo>
                  <a:lnTo>
                    <a:pt x="9828" y="16906"/>
                  </a:lnTo>
                  <a:lnTo>
                    <a:pt x="1692" y="10758"/>
                  </a:lnTo>
                  <a:lnTo>
                    <a:pt x="0" y="10143"/>
                  </a:lnTo>
                  <a:lnTo>
                    <a:pt x="3020" y="1076"/>
                  </a:lnTo>
                  <a:lnTo>
                    <a:pt x="6352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h4414"/>
            <p:cNvSpPr/>
            <p:nvPr/>
          </p:nvSpPr>
          <p:spPr>
            <a:xfrm>
              <a:off x="7023998" y="2245969"/>
              <a:ext cx="15856" cy="9079"/>
            </a:xfrm>
            <a:custGeom>
              <a:avLst/>
              <a:pathLst>
                <a:path w="15856" h="9079">
                  <a:moveTo>
                    <a:pt x="15462" y="4994"/>
                  </a:moveTo>
                  <a:lnTo>
                    <a:pt x="15856" y="6775"/>
                  </a:lnTo>
                  <a:lnTo>
                    <a:pt x="8994" y="9079"/>
                  </a:lnTo>
                  <a:lnTo>
                    <a:pt x="2402" y="6348"/>
                  </a:lnTo>
                  <a:lnTo>
                    <a:pt x="1759" y="2757"/>
                  </a:lnTo>
                  <a:lnTo>
                    <a:pt x="0" y="1129"/>
                  </a:lnTo>
                  <a:lnTo>
                    <a:pt x="827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h4415"/>
            <p:cNvSpPr/>
            <p:nvPr/>
          </p:nvSpPr>
          <p:spPr>
            <a:xfrm>
              <a:off x="7013303" y="2253382"/>
              <a:ext cx="13708" cy="16389"/>
            </a:xfrm>
            <a:custGeom>
              <a:avLst/>
              <a:pathLst>
                <a:path w="13708" h="16389">
                  <a:moveTo>
                    <a:pt x="8136" y="6148"/>
                  </a:moveTo>
                  <a:lnTo>
                    <a:pt x="13708" y="8847"/>
                  </a:lnTo>
                  <a:lnTo>
                    <a:pt x="10085" y="16389"/>
                  </a:lnTo>
                  <a:lnTo>
                    <a:pt x="450" y="10363"/>
                  </a:lnTo>
                  <a:lnTo>
                    <a:pt x="1393" y="3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h4416"/>
            <p:cNvSpPr/>
            <p:nvPr/>
          </p:nvSpPr>
          <p:spPr>
            <a:xfrm>
              <a:off x="6920286" y="2120054"/>
              <a:ext cx="89716" cy="114275"/>
            </a:xfrm>
            <a:custGeom>
              <a:avLst/>
              <a:pathLst>
                <a:path w="89716" h="114275">
                  <a:moveTo>
                    <a:pt x="60034" y="14616"/>
                  </a:moveTo>
                  <a:lnTo>
                    <a:pt x="60555" y="16369"/>
                  </a:lnTo>
                  <a:lnTo>
                    <a:pt x="62381" y="19286"/>
                  </a:lnTo>
                  <a:lnTo>
                    <a:pt x="66719" y="25253"/>
                  </a:lnTo>
                  <a:lnTo>
                    <a:pt x="69285" y="30802"/>
                  </a:lnTo>
                  <a:lnTo>
                    <a:pt x="68807" y="39655"/>
                  </a:lnTo>
                  <a:lnTo>
                    <a:pt x="81691" y="39342"/>
                  </a:lnTo>
                  <a:lnTo>
                    <a:pt x="81672" y="41966"/>
                  </a:lnTo>
                  <a:lnTo>
                    <a:pt x="83715" y="48067"/>
                  </a:lnTo>
                  <a:lnTo>
                    <a:pt x="85769" y="50732"/>
                  </a:lnTo>
                  <a:lnTo>
                    <a:pt x="86926" y="51207"/>
                  </a:lnTo>
                  <a:lnTo>
                    <a:pt x="86445" y="53652"/>
                  </a:lnTo>
                  <a:lnTo>
                    <a:pt x="89316" y="59290"/>
                  </a:lnTo>
                  <a:lnTo>
                    <a:pt x="89716" y="62104"/>
                  </a:lnTo>
                  <a:lnTo>
                    <a:pt x="83740" y="68303"/>
                  </a:lnTo>
                  <a:lnTo>
                    <a:pt x="81121" y="68577"/>
                  </a:lnTo>
                  <a:lnTo>
                    <a:pt x="76161" y="80051"/>
                  </a:lnTo>
                  <a:lnTo>
                    <a:pt x="79182" y="82051"/>
                  </a:lnTo>
                  <a:lnTo>
                    <a:pt x="79336" y="83099"/>
                  </a:lnTo>
                  <a:lnTo>
                    <a:pt x="83329" y="87145"/>
                  </a:lnTo>
                  <a:lnTo>
                    <a:pt x="88928" y="91862"/>
                  </a:lnTo>
                  <a:lnTo>
                    <a:pt x="85822" y="96554"/>
                  </a:lnTo>
                  <a:lnTo>
                    <a:pt x="83712" y="102491"/>
                  </a:lnTo>
                  <a:lnTo>
                    <a:pt x="84403" y="108885"/>
                  </a:lnTo>
                  <a:lnTo>
                    <a:pt x="81344" y="108515"/>
                  </a:lnTo>
                  <a:lnTo>
                    <a:pt x="70961" y="114275"/>
                  </a:lnTo>
                  <a:lnTo>
                    <a:pt x="70813" y="103140"/>
                  </a:lnTo>
                  <a:lnTo>
                    <a:pt x="70138" y="100601"/>
                  </a:lnTo>
                  <a:lnTo>
                    <a:pt x="66172" y="102449"/>
                  </a:lnTo>
                  <a:lnTo>
                    <a:pt x="57962" y="103646"/>
                  </a:lnTo>
                  <a:lnTo>
                    <a:pt x="55898" y="98583"/>
                  </a:lnTo>
                  <a:lnTo>
                    <a:pt x="53973" y="101621"/>
                  </a:lnTo>
                  <a:lnTo>
                    <a:pt x="51483" y="102982"/>
                  </a:lnTo>
                  <a:lnTo>
                    <a:pt x="46616" y="104369"/>
                  </a:lnTo>
                  <a:lnTo>
                    <a:pt x="44445" y="103719"/>
                  </a:lnTo>
                  <a:lnTo>
                    <a:pt x="39410" y="103474"/>
                  </a:lnTo>
                  <a:lnTo>
                    <a:pt x="36004" y="102225"/>
                  </a:lnTo>
                  <a:lnTo>
                    <a:pt x="36062" y="95438"/>
                  </a:lnTo>
                  <a:lnTo>
                    <a:pt x="34596" y="86675"/>
                  </a:lnTo>
                  <a:lnTo>
                    <a:pt x="31449" y="85233"/>
                  </a:lnTo>
                  <a:lnTo>
                    <a:pt x="26683" y="78358"/>
                  </a:lnTo>
                  <a:lnTo>
                    <a:pt x="19003" y="74428"/>
                  </a:lnTo>
                  <a:lnTo>
                    <a:pt x="15754" y="70629"/>
                  </a:lnTo>
                  <a:lnTo>
                    <a:pt x="12992" y="63573"/>
                  </a:lnTo>
                  <a:lnTo>
                    <a:pt x="0" y="48321"/>
                  </a:lnTo>
                  <a:lnTo>
                    <a:pt x="26183" y="25092"/>
                  </a:lnTo>
                  <a:lnTo>
                    <a:pt x="5319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h4417"/>
            <p:cNvSpPr/>
            <p:nvPr/>
          </p:nvSpPr>
          <p:spPr>
            <a:xfrm>
              <a:off x="7013245" y="2218361"/>
              <a:ext cx="15203" cy="17543"/>
            </a:xfrm>
            <a:custGeom>
              <a:avLst/>
              <a:pathLst>
                <a:path w="15203" h="17543">
                  <a:moveTo>
                    <a:pt x="6529" y="15"/>
                  </a:moveTo>
                  <a:lnTo>
                    <a:pt x="6865" y="1114"/>
                  </a:lnTo>
                  <a:lnTo>
                    <a:pt x="9600" y="776"/>
                  </a:lnTo>
                  <a:lnTo>
                    <a:pt x="12968" y="4531"/>
                  </a:lnTo>
                  <a:lnTo>
                    <a:pt x="11042" y="7118"/>
                  </a:lnTo>
                  <a:lnTo>
                    <a:pt x="15203" y="17370"/>
                  </a:lnTo>
                  <a:lnTo>
                    <a:pt x="5543" y="17543"/>
                  </a:lnTo>
                  <a:lnTo>
                    <a:pt x="3431" y="16896"/>
                  </a:lnTo>
                  <a:lnTo>
                    <a:pt x="0" y="11714"/>
                  </a:lnTo>
                  <a:lnTo>
                    <a:pt x="2286" y="11997"/>
                  </a:lnTo>
                  <a:lnTo>
                    <a:pt x="5022" y="7242"/>
                  </a:lnTo>
                  <a:lnTo>
                    <a:pt x="632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h4418"/>
            <p:cNvSpPr/>
            <p:nvPr/>
          </p:nvSpPr>
          <p:spPr>
            <a:xfrm>
              <a:off x="7008177" y="2229498"/>
              <a:ext cx="24723" cy="17600"/>
            </a:xfrm>
            <a:custGeom>
              <a:avLst/>
              <a:pathLst>
                <a:path w="24723" h="17600">
                  <a:moveTo>
                    <a:pt x="4851" y="284"/>
                  </a:moveTo>
                  <a:lnTo>
                    <a:pt x="5068" y="577"/>
                  </a:lnTo>
                  <a:lnTo>
                    <a:pt x="8500" y="5759"/>
                  </a:lnTo>
                  <a:lnTo>
                    <a:pt x="10612" y="6405"/>
                  </a:lnTo>
                  <a:lnTo>
                    <a:pt x="20271" y="6233"/>
                  </a:lnTo>
                  <a:lnTo>
                    <a:pt x="23283" y="6140"/>
                  </a:lnTo>
                  <a:lnTo>
                    <a:pt x="24723" y="12338"/>
                  </a:lnTo>
                  <a:lnTo>
                    <a:pt x="23688" y="12349"/>
                  </a:lnTo>
                  <a:lnTo>
                    <a:pt x="24094" y="16470"/>
                  </a:lnTo>
                  <a:lnTo>
                    <a:pt x="15821" y="17600"/>
                  </a:lnTo>
                  <a:lnTo>
                    <a:pt x="12154" y="13874"/>
                  </a:lnTo>
                  <a:lnTo>
                    <a:pt x="9785" y="13124"/>
                  </a:lnTo>
                  <a:lnTo>
                    <a:pt x="6453" y="14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h4419"/>
            <p:cNvSpPr/>
            <p:nvPr/>
          </p:nvSpPr>
          <p:spPr>
            <a:xfrm>
              <a:off x="7033784" y="2210669"/>
              <a:ext cx="17396" cy="18424"/>
            </a:xfrm>
            <a:custGeom>
              <a:avLst/>
              <a:pathLst>
                <a:path w="17396" h="18424">
                  <a:moveTo>
                    <a:pt x="12644" y="3169"/>
                  </a:moveTo>
                  <a:lnTo>
                    <a:pt x="15694" y="0"/>
                  </a:lnTo>
                  <a:lnTo>
                    <a:pt x="17396" y="5431"/>
                  </a:lnTo>
                  <a:lnTo>
                    <a:pt x="13874" y="9974"/>
                  </a:lnTo>
                  <a:lnTo>
                    <a:pt x="11179" y="15088"/>
                  </a:lnTo>
                  <a:lnTo>
                    <a:pt x="9278" y="16886"/>
                  </a:lnTo>
                  <a:lnTo>
                    <a:pt x="4980" y="18424"/>
                  </a:lnTo>
                  <a:lnTo>
                    <a:pt x="1899" y="16372"/>
                  </a:lnTo>
                  <a:lnTo>
                    <a:pt x="1260" y="14753"/>
                  </a:lnTo>
                  <a:lnTo>
                    <a:pt x="2056" y="7891"/>
                  </a:lnTo>
                  <a:lnTo>
                    <a:pt x="0" y="5415"/>
                  </a:lnTo>
                  <a:lnTo>
                    <a:pt x="2033" y="2462"/>
                  </a:lnTo>
                  <a:lnTo>
                    <a:pt x="8857" y="662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h4420"/>
            <p:cNvSpPr/>
            <p:nvPr/>
          </p:nvSpPr>
          <p:spPr>
            <a:xfrm>
              <a:off x="7068352" y="2155952"/>
              <a:ext cx="64372" cy="39201"/>
            </a:xfrm>
            <a:custGeom>
              <a:avLst/>
              <a:pathLst>
                <a:path w="64372" h="39201">
                  <a:moveTo>
                    <a:pt x="59659" y="0"/>
                  </a:moveTo>
                  <a:lnTo>
                    <a:pt x="63381" y="961"/>
                  </a:lnTo>
                  <a:lnTo>
                    <a:pt x="61784" y="12387"/>
                  </a:lnTo>
                  <a:lnTo>
                    <a:pt x="64372" y="16843"/>
                  </a:lnTo>
                  <a:lnTo>
                    <a:pt x="57833" y="17467"/>
                  </a:lnTo>
                  <a:lnTo>
                    <a:pt x="58241" y="23605"/>
                  </a:lnTo>
                  <a:lnTo>
                    <a:pt x="54748" y="22597"/>
                  </a:lnTo>
                  <a:lnTo>
                    <a:pt x="48543" y="27715"/>
                  </a:lnTo>
                  <a:lnTo>
                    <a:pt x="43310" y="27924"/>
                  </a:lnTo>
                  <a:lnTo>
                    <a:pt x="37755" y="26447"/>
                  </a:lnTo>
                  <a:lnTo>
                    <a:pt x="26143" y="35908"/>
                  </a:lnTo>
                  <a:lnTo>
                    <a:pt x="22800" y="36315"/>
                  </a:lnTo>
                  <a:lnTo>
                    <a:pt x="15150" y="39084"/>
                  </a:lnTo>
                  <a:lnTo>
                    <a:pt x="11471" y="39201"/>
                  </a:lnTo>
                  <a:lnTo>
                    <a:pt x="9206" y="36503"/>
                  </a:lnTo>
                  <a:lnTo>
                    <a:pt x="4274" y="34867"/>
                  </a:lnTo>
                  <a:lnTo>
                    <a:pt x="3390" y="33707"/>
                  </a:lnTo>
                  <a:lnTo>
                    <a:pt x="2941" y="32260"/>
                  </a:lnTo>
                  <a:lnTo>
                    <a:pt x="4278" y="27201"/>
                  </a:lnTo>
                  <a:lnTo>
                    <a:pt x="0" y="28134"/>
                  </a:lnTo>
                  <a:lnTo>
                    <a:pt x="3386" y="16298"/>
                  </a:lnTo>
                  <a:lnTo>
                    <a:pt x="3843" y="12997"/>
                  </a:lnTo>
                  <a:lnTo>
                    <a:pt x="2937" y="8627"/>
                  </a:lnTo>
                  <a:lnTo>
                    <a:pt x="5982" y="9812"/>
                  </a:lnTo>
                  <a:lnTo>
                    <a:pt x="18404" y="9326"/>
                  </a:lnTo>
                  <a:lnTo>
                    <a:pt x="21949" y="8563"/>
                  </a:lnTo>
                  <a:lnTo>
                    <a:pt x="26712" y="4787"/>
                  </a:lnTo>
                  <a:lnTo>
                    <a:pt x="25719" y="7328"/>
                  </a:lnTo>
                  <a:lnTo>
                    <a:pt x="25734" y="10071"/>
                  </a:lnTo>
                  <a:lnTo>
                    <a:pt x="33036" y="13793"/>
                  </a:lnTo>
                  <a:lnTo>
                    <a:pt x="36700" y="12843"/>
                  </a:lnTo>
                  <a:lnTo>
                    <a:pt x="35423" y="7951"/>
                  </a:lnTo>
                  <a:lnTo>
                    <a:pt x="40473" y="6624"/>
                  </a:lnTo>
                  <a:lnTo>
                    <a:pt x="40398" y="5230"/>
                  </a:lnTo>
                  <a:lnTo>
                    <a:pt x="44277" y="4524"/>
                  </a:lnTo>
                  <a:lnTo>
                    <a:pt x="56429" y="7588"/>
                  </a:lnTo>
                  <a:lnTo>
                    <a:pt x="57943" y="5632"/>
                  </a:lnTo>
                  <a:lnTo>
                    <a:pt x="57518" y="70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h4421"/>
            <p:cNvSpPr/>
            <p:nvPr/>
          </p:nvSpPr>
          <p:spPr>
            <a:xfrm>
              <a:off x="7011540" y="1979656"/>
              <a:ext cx="91171" cy="124748"/>
            </a:xfrm>
            <a:custGeom>
              <a:avLst/>
              <a:pathLst>
                <a:path w="91171" h="124748">
                  <a:moveTo>
                    <a:pt x="49179" y="23858"/>
                  </a:moveTo>
                  <a:lnTo>
                    <a:pt x="56808" y="15980"/>
                  </a:lnTo>
                  <a:lnTo>
                    <a:pt x="67082" y="3288"/>
                  </a:lnTo>
                  <a:lnTo>
                    <a:pt x="69511" y="3688"/>
                  </a:lnTo>
                  <a:lnTo>
                    <a:pt x="75793" y="8276"/>
                  </a:lnTo>
                  <a:lnTo>
                    <a:pt x="80719" y="15000"/>
                  </a:lnTo>
                  <a:lnTo>
                    <a:pt x="57779" y="32423"/>
                  </a:lnTo>
                  <a:lnTo>
                    <a:pt x="58739" y="39981"/>
                  </a:lnTo>
                  <a:lnTo>
                    <a:pt x="77446" y="46865"/>
                  </a:lnTo>
                  <a:lnTo>
                    <a:pt x="79107" y="66271"/>
                  </a:lnTo>
                  <a:lnTo>
                    <a:pt x="87701" y="90630"/>
                  </a:lnTo>
                  <a:lnTo>
                    <a:pt x="90082" y="92464"/>
                  </a:lnTo>
                  <a:lnTo>
                    <a:pt x="91171" y="95378"/>
                  </a:lnTo>
                  <a:lnTo>
                    <a:pt x="81588" y="114599"/>
                  </a:lnTo>
                  <a:lnTo>
                    <a:pt x="77341" y="113641"/>
                  </a:lnTo>
                  <a:lnTo>
                    <a:pt x="77828" y="118697"/>
                  </a:lnTo>
                  <a:lnTo>
                    <a:pt x="65819" y="119822"/>
                  </a:lnTo>
                  <a:lnTo>
                    <a:pt x="54141" y="124748"/>
                  </a:lnTo>
                  <a:lnTo>
                    <a:pt x="50026" y="115938"/>
                  </a:lnTo>
                  <a:lnTo>
                    <a:pt x="47991" y="110421"/>
                  </a:lnTo>
                  <a:lnTo>
                    <a:pt x="50164" y="106539"/>
                  </a:lnTo>
                  <a:lnTo>
                    <a:pt x="54875" y="103421"/>
                  </a:lnTo>
                  <a:lnTo>
                    <a:pt x="49740" y="102275"/>
                  </a:lnTo>
                  <a:lnTo>
                    <a:pt x="47397" y="103187"/>
                  </a:lnTo>
                  <a:lnTo>
                    <a:pt x="41706" y="102999"/>
                  </a:lnTo>
                  <a:lnTo>
                    <a:pt x="35857" y="101044"/>
                  </a:lnTo>
                  <a:lnTo>
                    <a:pt x="35794" y="96310"/>
                  </a:lnTo>
                  <a:lnTo>
                    <a:pt x="38185" y="96275"/>
                  </a:lnTo>
                  <a:lnTo>
                    <a:pt x="38118" y="91534"/>
                  </a:lnTo>
                  <a:lnTo>
                    <a:pt x="35653" y="86828"/>
                  </a:lnTo>
                  <a:lnTo>
                    <a:pt x="29736" y="86911"/>
                  </a:lnTo>
                  <a:lnTo>
                    <a:pt x="29655" y="80992"/>
                  </a:lnTo>
                  <a:lnTo>
                    <a:pt x="28406" y="76253"/>
                  </a:lnTo>
                  <a:lnTo>
                    <a:pt x="20105" y="76360"/>
                  </a:lnTo>
                  <a:lnTo>
                    <a:pt x="2676" y="60586"/>
                  </a:lnTo>
                  <a:lnTo>
                    <a:pt x="3784" y="56195"/>
                  </a:lnTo>
                  <a:lnTo>
                    <a:pt x="0" y="53711"/>
                  </a:lnTo>
                  <a:lnTo>
                    <a:pt x="7916" y="15276"/>
                  </a:lnTo>
                  <a:lnTo>
                    <a:pt x="15378" y="9099"/>
                  </a:lnTo>
                  <a:lnTo>
                    <a:pt x="2669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h4422"/>
            <p:cNvSpPr/>
            <p:nvPr/>
          </p:nvSpPr>
          <p:spPr>
            <a:xfrm>
              <a:off x="7063741" y="2471565"/>
              <a:ext cx="69106" cy="41948"/>
            </a:xfrm>
            <a:custGeom>
              <a:avLst/>
              <a:pathLst>
                <a:path w="69106" h="41948">
                  <a:moveTo>
                    <a:pt x="58491" y="689"/>
                  </a:moveTo>
                  <a:lnTo>
                    <a:pt x="61219" y="6284"/>
                  </a:lnTo>
                  <a:lnTo>
                    <a:pt x="65268" y="10153"/>
                  </a:lnTo>
                  <a:lnTo>
                    <a:pt x="69106" y="22456"/>
                  </a:lnTo>
                  <a:lnTo>
                    <a:pt x="67828" y="22026"/>
                  </a:lnTo>
                  <a:lnTo>
                    <a:pt x="64631" y="20880"/>
                  </a:lnTo>
                  <a:lnTo>
                    <a:pt x="54878" y="34569"/>
                  </a:lnTo>
                  <a:lnTo>
                    <a:pt x="49754" y="36725"/>
                  </a:lnTo>
                  <a:lnTo>
                    <a:pt x="44854" y="35359"/>
                  </a:lnTo>
                  <a:lnTo>
                    <a:pt x="31682" y="33764"/>
                  </a:lnTo>
                  <a:lnTo>
                    <a:pt x="27283" y="33856"/>
                  </a:lnTo>
                  <a:lnTo>
                    <a:pt x="20658" y="35245"/>
                  </a:lnTo>
                  <a:lnTo>
                    <a:pt x="18082" y="41948"/>
                  </a:lnTo>
                  <a:lnTo>
                    <a:pt x="14654" y="33899"/>
                  </a:lnTo>
                  <a:lnTo>
                    <a:pt x="10473" y="33631"/>
                  </a:lnTo>
                  <a:lnTo>
                    <a:pt x="10702" y="27066"/>
                  </a:lnTo>
                  <a:lnTo>
                    <a:pt x="7956" y="24617"/>
                  </a:lnTo>
                  <a:lnTo>
                    <a:pt x="0" y="21041"/>
                  </a:lnTo>
                  <a:lnTo>
                    <a:pt x="724" y="19823"/>
                  </a:lnTo>
                  <a:lnTo>
                    <a:pt x="1417" y="13566"/>
                  </a:lnTo>
                  <a:lnTo>
                    <a:pt x="2527" y="13479"/>
                  </a:lnTo>
                  <a:lnTo>
                    <a:pt x="5215" y="7123"/>
                  </a:lnTo>
                  <a:lnTo>
                    <a:pt x="6717" y="5239"/>
                  </a:lnTo>
                  <a:lnTo>
                    <a:pt x="13295" y="5487"/>
                  </a:lnTo>
                  <a:lnTo>
                    <a:pt x="18077" y="3488"/>
                  </a:lnTo>
                  <a:lnTo>
                    <a:pt x="19394" y="6027"/>
                  </a:lnTo>
                  <a:lnTo>
                    <a:pt x="21144" y="5936"/>
                  </a:lnTo>
                  <a:lnTo>
                    <a:pt x="32902" y="4019"/>
                  </a:lnTo>
                  <a:lnTo>
                    <a:pt x="34321" y="1718"/>
                  </a:lnTo>
                  <a:lnTo>
                    <a:pt x="42358" y="269"/>
                  </a:lnTo>
                  <a:lnTo>
                    <a:pt x="5498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h4423"/>
            <p:cNvSpPr/>
            <p:nvPr/>
          </p:nvSpPr>
          <p:spPr>
            <a:xfrm>
              <a:off x="7031810" y="2250964"/>
              <a:ext cx="18363" cy="14549"/>
            </a:xfrm>
            <a:custGeom>
              <a:avLst/>
              <a:pathLst>
                <a:path w="18363" h="14549">
                  <a:moveTo>
                    <a:pt x="11043" y="270"/>
                  </a:moveTo>
                  <a:lnTo>
                    <a:pt x="10333" y="2500"/>
                  </a:lnTo>
                  <a:lnTo>
                    <a:pt x="18363" y="4469"/>
                  </a:lnTo>
                  <a:lnTo>
                    <a:pt x="17454" y="7515"/>
                  </a:lnTo>
                  <a:lnTo>
                    <a:pt x="7627" y="14544"/>
                  </a:lnTo>
                  <a:lnTo>
                    <a:pt x="3651" y="14077"/>
                  </a:lnTo>
                  <a:lnTo>
                    <a:pt x="403" y="14549"/>
                  </a:lnTo>
                  <a:lnTo>
                    <a:pt x="0" y="14022"/>
                  </a:lnTo>
                  <a:lnTo>
                    <a:pt x="92" y="8132"/>
                  </a:lnTo>
                  <a:lnTo>
                    <a:pt x="1278" y="6518"/>
                  </a:lnTo>
                  <a:lnTo>
                    <a:pt x="1183" y="4084"/>
                  </a:lnTo>
                  <a:lnTo>
                    <a:pt x="8044" y="1781"/>
                  </a:lnTo>
                  <a:lnTo>
                    <a:pt x="7650" y="0"/>
                  </a:lnTo>
                  <a:close/>
                </a:path>
              </a:pathLst>
            </a:custGeom>
            <a:solidFill>
              <a:srgbClr val="FC9272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h4424"/>
            <p:cNvSpPr/>
            <p:nvPr/>
          </p:nvSpPr>
          <p:spPr>
            <a:xfrm>
              <a:off x="7134145" y="2174023"/>
              <a:ext cx="27888" cy="54670"/>
            </a:xfrm>
            <a:custGeom>
              <a:avLst/>
              <a:pathLst>
                <a:path w="27888" h="54670">
                  <a:moveTo>
                    <a:pt x="16435" y="6852"/>
                  </a:moveTo>
                  <a:lnTo>
                    <a:pt x="23775" y="5971"/>
                  </a:lnTo>
                  <a:lnTo>
                    <a:pt x="27888" y="29896"/>
                  </a:lnTo>
                  <a:lnTo>
                    <a:pt x="25401" y="29948"/>
                  </a:lnTo>
                  <a:lnTo>
                    <a:pt x="24678" y="31162"/>
                  </a:lnTo>
                  <a:lnTo>
                    <a:pt x="24338" y="36666"/>
                  </a:lnTo>
                  <a:lnTo>
                    <a:pt x="24813" y="39917"/>
                  </a:lnTo>
                  <a:lnTo>
                    <a:pt x="26233" y="42063"/>
                  </a:lnTo>
                  <a:lnTo>
                    <a:pt x="26208" y="46408"/>
                  </a:lnTo>
                  <a:lnTo>
                    <a:pt x="24935" y="49405"/>
                  </a:lnTo>
                  <a:lnTo>
                    <a:pt x="25721" y="52256"/>
                  </a:lnTo>
                  <a:lnTo>
                    <a:pt x="25458" y="53551"/>
                  </a:lnTo>
                  <a:lnTo>
                    <a:pt x="19594" y="54670"/>
                  </a:lnTo>
                  <a:lnTo>
                    <a:pt x="16608" y="51022"/>
                  </a:lnTo>
                  <a:lnTo>
                    <a:pt x="14749" y="52528"/>
                  </a:lnTo>
                  <a:lnTo>
                    <a:pt x="12796" y="53278"/>
                  </a:lnTo>
                  <a:lnTo>
                    <a:pt x="8713" y="51385"/>
                  </a:lnTo>
                  <a:lnTo>
                    <a:pt x="8287" y="41020"/>
                  </a:lnTo>
                  <a:lnTo>
                    <a:pt x="2586" y="27961"/>
                  </a:lnTo>
                  <a:lnTo>
                    <a:pt x="0" y="22041"/>
                  </a:lnTo>
                  <a:lnTo>
                    <a:pt x="7869" y="7017"/>
                  </a:lnTo>
                  <a:lnTo>
                    <a:pt x="759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h4425"/>
            <p:cNvSpPr/>
            <p:nvPr/>
          </p:nvSpPr>
          <p:spPr>
            <a:xfrm>
              <a:off x="7048167" y="2297508"/>
              <a:ext cx="23938" cy="19740"/>
            </a:xfrm>
            <a:custGeom>
              <a:avLst/>
              <a:pathLst>
                <a:path w="23938" h="19740">
                  <a:moveTo>
                    <a:pt x="23938" y="11158"/>
                  </a:moveTo>
                  <a:lnTo>
                    <a:pt x="13331" y="15881"/>
                  </a:lnTo>
                  <a:lnTo>
                    <a:pt x="11897" y="18689"/>
                  </a:lnTo>
                  <a:lnTo>
                    <a:pt x="9418" y="19740"/>
                  </a:lnTo>
                  <a:lnTo>
                    <a:pt x="6370" y="17944"/>
                  </a:lnTo>
                  <a:lnTo>
                    <a:pt x="6560" y="16873"/>
                  </a:lnTo>
                  <a:lnTo>
                    <a:pt x="0" y="9929"/>
                  </a:lnTo>
                  <a:lnTo>
                    <a:pt x="7501" y="5117"/>
                  </a:lnTo>
                  <a:lnTo>
                    <a:pt x="9614" y="1755"/>
                  </a:lnTo>
                  <a:lnTo>
                    <a:pt x="11314" y="3103"/>
                  </a:lnTo>
                  <a:lnTo>
                    <a:pt x="14575" y="3508"/>
                  </a:lnTo>
                  <a:lnTo>
                    <a:pt x="2334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h4426"/>
            <p:cNvSpPr/>
            <p:nvPr/>
          </p:nvSpPr>
          <p:spPr>
            <a:xfrm>
              <a:off x="7033641" y="2213048"/>
              <a:ext cx="23800" cy="24680"/>
            </a:xfrm>
            <a:custGeom>
              <a:avLst/>
              <a:pathLst>
                <a:path w="23800" h="24680">
                  <a:moveTo>
                    <a:pt x="23800" y="7183"/>
                  </a:moveTo>
                  <a:lnTo>
                    <a:pt x="21139" y="9210"/>
                  </a:lnTo>
                  <a:lnTo>
                    <a:pt x="20322" y="8255"/>
                  </a:lnTo>
                  <a:lnTo>
                    <a:pt x="20044" y="8851"/>
                  </a:lnTo>
                  <a:lnTo>
                    <a:pt x="22357" y="13280"/>
                  </a:lnTo>
                  <a:lnTo>
                    <a:pt x="22842" y="13992"/>
                  </a:lnTo>
                  <a:lnTo>
                    <a:pt x="21963" y="18164"/>
                  </a:lnTo>
                  <a:lnTo>
                    <a:pt x="19165" y="20944"/>
                  </a:lnTo>
                  <a:lnTo>
                    <a:pt x="17848" y="24680"/>
                  </a:lnTo>
                  <a:lnTo>
                    <a:pt x="16587" y="24051"/>
                  </a:lnTo>
                  <a:lnTo>
                    <a:pt x="16251" y="22924"/>
                  </a:lnTo>
                  <a:lnTo>
                    <a:pt x="9988" y="20742"/>
                  </a:lnTo>
                  <a:lnTo>
                    <a:pt x="2236" y="20729"/>
                  </a:lnTo>
                  <a:lnTo>
                    <a:pt x="1361" y="22157"/>
                  </a:lnTo>
                  <a:lnTo>
                    <a:pt x="0" y="18648"/>
                  </a:lnTo>
                  <a:lnTo>
                    <a:pt x="2042" y="13993"/>
                  </a:lnTo>
                  <a:lnTo>
                    <a:pt x="5123" y="16045"/>
                  </a:lnTo>
                  <a:lnTo>
                    <a:pt x="9421" y="14507"/>
                  </a:lnTo>
                  <a:lnTo>
                    <a:pt x="11323" y="12709"/>
                  </a:lnTo>
                  <a:lnTo>
                    <a:pt x="14018" y="7595"/>
                  </a:lnTo>
                  <a:lnTo>
                    <a:pt x="17539" y="3052"/>
                  </a:lnTo>
                  <a:lnTo>
                    <a:pt x="2067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h4427"/>
            <p:cNvSpPr/>
            <p:nvPr/>
          </p:nvSpPr>
          <p:spPr>
            <a:xfrm>
              <a:off x="7158484" y="2199822"/>
              <a:ext cx="48287" cy="34783"/>
            </a:xfrm>
            <a:custGeom>
              <a:avLst/>
              <a:pathLst>
                <a:path w="48287" h="34783">
                  <a:moveTo>
                    <a:pt x="35379" y="17491"/>
                  </a:moveTo>
                  <a:lnTo>
                    <a:pt x="41716" y="9981"/>
                  </a:lnTo>
                  <a:lnTo>
                    <a:pt x="48035" y="8852"/>
                  </a:lnTo>
                  <a:lnTo>
                    <a:pt x="48287" y="16306"/>
                  </a:lnTo>
                  <a:lnTo>
                    <a:pt x="23108" y="34783"/>
                  </a:lnTo>
                  <a:lnTo>
                    <a:pt x="1891" y="31283"/>
                  </a:lnTo>
                  <a:lnTo>
                    <a:pt x="1382" y="26457"/>
                  </a:lnTo>
                  <a:lnTo>
                    <a:pt x="596" y="23606"/>
                  </a:lnTo>
                  <a:lnTo>
                    <a:pt x="1870" y="20609"/>
                  </a:lnTo>
                  <a:lnTo>
                    <a:pt x="1894" y="16264"/>
                  </a:lnTo>
                  <a:lnTo>
                    <a:pt x="474" y="14118"/>
                  </a:lnTo>
                  <a:lnTo>
                    <a:pt x="0" y="10867"/>
                  </a:lnTo>
                  <a:lnTo>
                    <a:pt x="339" y="5363"/>
                  </a:lnTo>
                  <a:lnTo>
                    <a:pt x="1063" y="4149"/>
                  </a:lnTo>
                  <a:lnTo>
                    <a:pt x="3550" y="4097"/>
                  </a:lnTo>
                  <a:lnTo>
                    <a:pt x="6671" y="6978"/>
                  </a:lnTo>
                  <a:lnTo>
                    <a:pt x="8259" y="6866"/>
                  </a:lnTo>
                  <a:lnTo>
                    <a:pt x="12266" y="3528"/>
                  </a:lnTo>
                  <a:lnTo>
                    <a:pt x="15879" y="1849"/>
                  </a:lnTo>
                  <a:lnTo>
                    <a:pt x="18865" y="1426"/>
                  </a:lnTo>
                  <a:lnTo>
                    <a:pt x="2042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h4428"/>
            <p:cNvSpPr/>
            <p:nvPr/>
          </p:nvSpPr>
          <p:spPr>
            <a:xfrm>
              <a:off x="7040796" y="2410497"/>
              <a:ext cx="77935" cy="75052"/>
            </a:xfrm>
            <a:custGeom>
              <a:avLst/>
              <a:pathLst>
                <a:path w="77935" h="75052">
                  <a:moveTo>
                    <a:pt x="71432" y="5551"/>
                  </a:moveTo>
                  <a:lnTo>
                    <a:pt x="74861" y="14383"/>
                  </a:lnTo>
                  <a:lnTo>
                    <a:pt x="74481" y="22935"/>
                  </a:lnTo>
                  <a:lnTo>
                    <a:pt x="68300" y="37816"/>
                  </a:lnTo>
                  <a:lnTo>
                    <a:pt x="67402" y="50944"/>
                  </a:lnTo>
                  <a:lnTo>
                    <a:pt x="77935" y="61068"/>
                  </a:lnTo>
                  <a:lnTo>
                    <a:pt x="65304" y="61338"/>
                  </a:lnTo>
                  <a:lnTo>
                    <a:pt x="57266" y="62787"/>
                  </a:lnTo>
                  <a:lnTo>
                    <a:pt x="55847" y="65087"/>
                  </a:lnTo>
                  <a:lnTo>
                    <a:pt x="44089" y="67004"/>
                  </a:lnTo>
                  <a:lnTo>
                    <a:pt x="42339" y="67095"/>
                  </a:lnTo>
                  <a:lnTo>
                    <a:pt x="41023" y="64557"/>
                  </a:lnTo>
                  <a:lnTo>
                    <a:pt x="36240" y="66555"/>
                  </a:lnTo>
                  <a:lnTo>
                    <a:pt x="29662" y="66308"/>
                  </a:lnTo>
                  <a:lnTo>
                    <a:pt x="28160" y="68192"/>
                  </a:lnTo>
                  <a:lnTo>
                    <a:pt x="25472" y="74548"/>
                  </a:lnTo>
                  <a:lnTo>
                    <a:pt x="24363" y="74635"/>
                  </a:lnTo>
                  <a:lnTo>
                    <a:pt x="19057" y="75052"/>
                  </a:lnTo>
                  <a:lnTo>
                    <a:pt x="14134" y="72725"/>
                  </a:lnTo>
                  <a:lnTo>
                    <a:pt x="11894" y="70856"/>
                  </a:lnTo>
                  <a:lnTo>
                    <a:pt x="11560" y="67118"/>
                  </a:lnTo>
                  <a:lnTo>
                    <a:pt x="12691" y="59954"/>
                  </a:lnTo>
                  <a:lnTo>
                    <a:pt x="5727" y="57403"/>
                  </a:lnTo>
                  <a:lnTo>
                    <a:pt x="7712" y="54849"/>
                  </a:lnTo>
                  <a:lnTo>
                    <a:pt x="2876" y="51581"/>
                  </a:lnTo>
                  <a:lnTo>
                    <a:pt x="2851" y="49917"/>
                  </a:lnTo>
                  <a:lnTo>
                    <a:pt x="6140" y="46365"/>
                  </a:lnTo>
                  <a:lnTo>
                    <a:pt x="1608" y="39534"/>
                  </a:lnTo>
                  <a:lnTo>
                    <a:pt x="0" y="34730"/>
                  </a:lnTo>
                  <a:lnTo>
                    <a:pt x="2435" y="34689"/>
                  </a:lnTo>
                  <a:lnTo>
                    <a:pt x="3467" y="32784"/>
                  </a:lnTo>
                  <a:lnTo>
                    <a:pt x="4994" y="32624"/>
                  </a:lnTo>
                  <a:lnTo>
                    <a:pt x="5016" y="30268"/>
                  </a:lnTo>
                  <a:lnTo>
                    <a:pt x="7425" y="28133"/>
                  </a:lnTo>
                  <a:lnTo>
                    <a:pt x="12006" y="26575"/>
                  </a:lnTo>
                  <a:lnTo>
                    <a:pt x="13115" y="28000"/>
                  </a:lnTo>
                  <a:lnTo>
                    <a:pt x="17005" y="26573"/>
                  </a:lnTo>
                  <a:lnTo>
                    <a:pt x="17719" y="20799"/>
                  </a:lnTo>
                  <a:lnTo>
                    <a:pt x="14654" y="7912"/>
                  </a:lnTo>
                  <a:lnTo>
                    <a:pt x="26282" y="6115"/>
                  </a:lnTo>
                  <a:lnTo>
                    <a:pt x="36183" y="6642"/>
                  </a:lnTo>
                  <a:lnTo>
                    <a:pt x="42886" y="1156"/>
                  </a:lnTo>
                  <a:lnTo>
                    <a:pt x="44834" y="1792"/>
                  </a:lnTo>
                  <a:lnTo>
                    <a:pt x="45175" y="4825"/>
                  </a:lnTo>
                  <a:lnTo>
                    <a:pt x="50567" y="13388"/>
                  </a:lnTo>
                  <a:lnTo>
                    <a:pt x="54174" y="15502"/>
                  </a:lnTo>
                  <a:lnTo>
                    <a:pt x="56389" y="15268"/>
                  </a:lnTo>
                  <a:lnTo>
                    <a:pt x="56759" y="12987"/>
                  </a:lnTo>
                  <a:lnTo>
                    <a:pt x="60326" y="8597"/>
                  </a:lnTo>
                  <a:lnTo>
                    <a:pt x="59101" y="3169"/>
                  </a:lnTo>
                  <a:lnTo>
                    <a:pt x="6905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h4429"/>
            <p:cNvSpPr/>
            <p:nvPr/>
          </p:nvSpPr>
          <p:spPr>
            <a:xfrm>
              <a:off x="6961606" y="2218637"/>
              <a:ext cx="53025" cy="46720"/>
            </a:xfrm>
            <a:custGeom>
              <a:avLst/>
              <a:pathLst>
                <a:path w="53025" h="46720">
                  <a:moveTo>
                    <a:pt x="16642" y="5063"/>
                  </a:moveTo>
                  <a:lnTo>
                    <a:pt x="24852" y="3866"/>
                  </a:lnTo>
                  <a:lnTo>
                    <a:pt x="28818" y="2018"/>
                  </a:lnTo>
                  <a:lnTo>
                    <a:pt x="29493" y="4557"/>
                  </a:lnTo>
                  <a:lnTo>
                    <a:pt x="29641" y="15692"/>
                  </a:lnTo>
                  <a:lnTo>
                    <a:pt x="40024" y="9932"/>
                  </a:lnTo>
                  <a:lnTo>
                    <a:pt x="43083" y="10302"/>
                  </a:lnTo>
                  <a:lnTo>
                    <a:pt x="46571" y="10861"/>
                  </a:lnTo>
                  <a:lnTo>
                    <a:pt x="53025" y="25062"/>
                  </a:lnTo>
                  <a:lnTo>
                    <a:pt x="50004" y="34129"/>
                  </a:lnTo>
                  <a:lnTo>
                    <a:pt x="41868" y="30356"/>
                  </a:lnTo>
                  <a:lnTo>
                    <a:pt x="37214" y="35627"/>
                  </a:lnTo>
                  <a:lnTo>
                    <a:pt x="35323" y="36808"/>
                  </a:lnTo>
                  <a:lnTo>
                    <a:pt x="30908" y="35209"/>
                  </a:lnTo>
                  <a:lnTo>
                    <a:pt x="25853" y="37960"/>
                  </a:lnTo>
                  <a:lnTo>
                    <a:pt x="23021" y="42043"/>
                  </a:lnTo>
                  <a:lnTo>
                    <a:pt x="19440" y="45141"/>
                  </a:lnTo>
                  <a:lnTo>
                    <a:pt x="16656" y="46720"/>
                  </a:lnTo>
                  <a:lnTo>
                    <a:pt x="15892" y="45820"/>
                  </a:lnTo>
                  <a:lnTo>
                    <a:pt x="9511" y="45118"/>
                  </a:lnTo>
                  <a:lnTo>
                    <a:pt x="8944" y="39365"/>
                  </a:lnTo>
                  <a:lnTo>
                    <a:pt x="6781" y="34047"/>
                  </a:lnTo>
                  <a:lnTo>
                    <a:pt x="0" y="21756"/>
                  </a:lnTo>
                  <a:lnTo>
                    <a:pt x="1718" y="16575"/>
                  </a:lnTo>
                  <a:lnTo>
                    <a:pt x="3049" y="15423"/>
                  </a:lnTo>
                  <a:lnTo>
                    <a:pt x="4549" y="8817"/>
                  </a:lnTo>
                  <a:lnTo>
                    <a:pt x="3125" y="5136"/>
                  </a:lnTo>
                  <a:lnTo>
                    <a:pt x="5296" y="5786"/>
                  </a:lnTo>
                  <a:lnTo>
                    <a:pt x="10163" y="4399"/>
                  </a:lnTo>
                  <a:lnTo>
                    <a:pt x="12653" y="3038"/>
                  </a:lnTo>
                  <a:lnTo>
                    <a:pt x="1457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h4430"/>
            <p:cNvSpPr/>
            <p:nvPr/>
          </p:nvSpPr>
          <p:spPr>
            <a:xfrm>
              <a:off x="7001190" y="2124953"/>
              <a:ext cx="39843" cy="55985"/>
            </a:xfrm>
            <a:custGeom>
              <a:avLst/>
              <a:pathLst>
                <a:path w="39843" h="55985">
                  <a:moveTo>
                    <a:pt x="23460" y="3877"/>
                  </a:moveTo>
                  <a:lnTo>
                    <a:pt x="22690" y="5770"/>
                  </a:lnTo>
                  <a:lnTo>
                    <a:pt x="26909" y="9250"/>
                  </a:lnTo>
                  <a:lnTo>
                    <a:pt x="28324" y="11724"/>
                  </a:lnTo>
                  <a:lnTo>
                    <a:pt x="31966" y="24816"/>
                  </a:lnTo>
                  <a:lnTo>
                    <a:pt x="34444" y="25128"/>
                  </a:lnTo>
                  <a:lnTo>
                    <a:pt x="35075" y="25893"/>
                  </a:lnTo>
                  <a:lnTo>
                    <a:pt x="34993" y="27611"/>
                  </a:lnTo>
                  <a:lnTo>
                    <a:pt x="32842" y="30927"/>
                  </a:lnTo>
                  <a:lnTo>
                    <a:pt x="36442" y="37855"/>
                  </a:lnTo>
                  <a:lnTo>
                    <a:pt x="39569" y="47817"/>
                  </a:lnTo>
                  <a:lnTo>
                    <a:pt x="39843" y="53225"/>
                  </a:lnTo>
                  <a:lnTo>
                    <a:pt x="35220" y="55985"/>
                  </a:lnTo>
                  <a:lnTo>
                    <a:pt x="27578" y="55284"/>
                  </a:lnTo>
                  <a:lnTo>
                    <a:pt x="23949" y="49196"/>
                  </a:lnTo>
                  <a:lnTo>
                    <a:pt x="20745" y="45541"/>
                  </a:lnTo>
                  <a:lnTo>
                    <a:pt x="15813" y="43805"/>
                  </a:lnTo>
                  <a:lnTo>
                    <a:pt x="15185" y="39288"/>
                  </a:lnTo>
                  <a:lnTo>
                    <a:pt x="10631" y="39635"/>
                  </a:lnTo>
                  <a:lnTo>
                    <a:pt x="8788" y="40475"/>
                  </a:lnTo>
                  <a:lnTo>
                    <a:pt x="8032" y="42829"/>
                  </a:lnTo>
                  <a:lnTo>
                    <a:pt x="4865" y="45833"/>
                  </a:lnTo>
                  <a:lnTo>
                    <a:pt x="2811" y="43168"/>
                  </a:lnTo>
                  <a:lnTo>
                    <a:pt x="768" y="37067"/>
                  </a:lnTo>
                  <a:lnTo>
                    <a:pt x="787" y="34443"/>
                  </a:lnTo>
                  <a:lnTo>
                    <a:pt x="0" y="33145"/>
                  </a:lnTo>
                  <a:lnTo>
                    <a:pt x="2268" y="27506"/>
                  </a:lnTo>
                  <a:lnTo>
                    <a:pt x="7102" y="24941"/>
                  </a:lnTo>
                  <a:lnTo>
                    <a:pt x="8493" y="23205"/>
                  </a:lnTo>
                  <a:lnTo>
                    <a:pt x="4437" y="16077"/>
                  </a:lnTo>
                  <a:lnTo>
                    <a:pt x="4463" y="14576"/>
                  </a:lnTo>
                  <a:lnTo>
                    <a:pt x="5405" y="16095"/>
                  </a:lnTo>
                  <a:lnTo>
                    <a:pt x="9248" y="14473"/>
                  </a:lnTo>
                  <a:lnTo>
                    <a:pt x="6108" y="7141"/>
                  </a:lnTo>
                  <a:lnTo>
                    <a:pt x="15066" y="2804"/>
                  </a:lnTo>
                  <a:lnTo>
                    <a:pt x="21516" y="3202"/>
                  </a:lnTo>
                  <a:lnTo>
                    <a:pt x="20473" y="98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h4431"/>
            <p:cNvSpPr/>
            <p:nvPr/>
          </p:nvSpPr>
          <p:spPr>
            <a:xfrm>
              <a:off x="7031461" y="2231696"/>
              <a:ext cx="20493" cy="23736"/>
            </a:xfrm>
            <a:custGeom>
              <a:avLst/>
              <a:pathLst>
                <a:path w="20493" h="23736">
                  <a:moveTo>
                    <a:pt x="3541" y="3509"/>
                  </a:moveTo>
                  <a:lnTo>
                    <a:pt x="4416" y="2081"/>
                  </a:lnTo>
                  <a:lnTo>
                    <a:pt x="12168" y="2094"/>
                  </a:lnTo>
                  <a:lnTo>
                    <a:pt x="18432" y="4276"/>
                  </a:lnTo>
                  <a:lnTo>
                    <a:pt x="18767" y="5403"/>
                  </a:lnTo>
                  <a:lnTo>
                    <a:pt x="16938" y="6231"/>
                  </a:lnTo>
                  <a:lnTo>
                    <a:pt x="16761" y="7449"/>
                  </a:lnTo>
                  <a:lnTo>
                    <a:pt x="20439" y="10114"/>
                  </a:lnTo>
                  <a:lnTo>
                    <a:pt x="20493" y="12992"/>
                  </a:lnTo>
                  <a:lnTo>
                    <a:pt x="19124" y="15477"/>
                  </a:lnTo>
                  <a:lnTo>
                    <a:pt x="14931" y="19270"/>
                  </a:lnTo>
                  <a:lnTo>
                    <a:pt x="18741" y="21261"/>
                  </a:lnTo>
                  <a:lnTo>
                    <a:pt x="19939" y="23095"/>
                  </a:lnTo>
                  <a:lnTo>
                    <a:pt x="18712" y="23736"/>
                  </a:lnTo>
                  <a:lnTo>
                    <a:pt x="10683" y="21768"/>
                  </a:lnTo>
                  <a:lnTo>
                    <a:pt x="11393" y="19537"/>
                  </a:lnTo>
                  <a:lnTo>
                    <a:pt x="8000" y="19267"/>
                  </a:lnTo>
                  <a:lnTo>
                    <a:pt x="810" y="14273"/>
                  </a:lnTo>
                  <a:lnTo>
                    <a:pt x="405" y="10151"/>
                  </a:lnTo>
                  <a:lnTo>
                    <a:pt x="1440" y="10140"/>
                  </a:lnTo>
                  <a:lnTo>
                    <a:pt x="0" y="3942"/>
                  </a:lnTo>
                  <a:lnTo>
                    <a:pt x="2180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h4432"/>
            <p:cNvSpPr/>
            <p:nvPr/>
          </p:nvSpPr>
          <p:spPr>
            <a:xfrm>
              <a:off x="7066796" y="2182399"/>
              <a:ext cx="58616" cy="50266"/>
            </a:xfrm>
            <a:custGeom>
              <a:avLst/>
              <a:pathLst>
                <a:path w="58616" h="50266">
                  <a:moveTo>
                    <a:pt x="44866" y="1477"/>
                  </a:moveTo>
                  <a:lnTo>
                    <a:pt x="45049" y="8188"/>
                  </a:lnTo>
                  <a:lnTo>
                    <a:pt x="49146" y="8072"/>
                  </a:lnTo>
                  <a:lnTo>
                    <a:pt x="52402" y="10650"/>
                  </a:lnTo>
                  <a:lnTo>
                    <a:pt x="58616" y="19081"/>
                  </a:lnTo>
                  <a:lnTo>
                    <a:pt x="47033" y="19846"/>
                  </a:lnTo>
                  <a:lnTo>
                    <a:pt x="45456" y="20232"/>
                  </a:lnTo>
                  <a:lnTo>
                    <a:pt x="43207" y="22796"/>
                  </a:lnTo>
                  <a:lnTo>
                    <a:pt x="48771" y="33052"/>
                  </a:lnTo>
                  <a:lnTo>
                    <a:pt x="53456" y="42085"/>
                  </a:lnTo>
                  <a:lnTo>
                    <a:pt x="51675" y="43662"/>
                  </a:lnTo>
                  <a:lnTo>
                    <a:pt x="51620" y="45126"/>
                  </a:lnTo>
                  <a:lnTo>
                    <a:pt x="41182" y="50266"/>
                  </a:lnTo>
                  <a:lnTo>
                    <a:pt x="36965" y="45555"/>
                  </a:lnTo>
                  <a:lnTo>
                    <a:pt x="35055" y="41686"/>
                  </a:lnTo>
                  <a:lnTo>
                    <a:pt x="24911" y="35570"/>
                  </a:lnTo>
                  <a:lnTo>
                    <a:pt x="20102" y="34002"/>
                  </a:lnTo>
                  <a:lnTo>
                    <a:pt x="20175" y="33302"/>
                  </a:lnTo>
                  <a:lnTo>
                    <a:pt x="18415" y="30349"/>
                  </a:lnTo>
                  <a:lnTo>
                    <a:pt x="10343" y="30373"/>
                  </a:lnTo>
                  <a:lnTo>
                    <a:pt x="9673" y="31012"/>
                  </a:lnTo>
                  <a:lnTo>
                    <a:pt x="6260" y="26455"/>
                  </a:lnTo>
                  <a:lnTo>
                    <a:pt x="6357" y="21452"/>
                  </a:lnTo>
                  <a:lnTo>
                    <a:pt x="2424" y="12754"/>
                  </a:lnTo>
                  <a:lnTo>
                    <a:pt x="252" y="11665"/>
                  </a:lnTo>
                  <a:lnTo>
                    <a:pt x="0" y="6917"/>
                  </a:lnTo>
                  <a:lnTo>
                    <a:pt x="2732" y="7583"/>
                  </a:lnTo>
                  <a:lnTo>
                    <a:pt x="4946" y="7260"/>
                  </a:lnTo>
                  <a:lnTo>
                    <a:pt x="5829" y="8419"/>
                  </a:lnTo>
                  <a:lnTo>
                    <a:pt x="10762" y="10056"/>
                  </a:lnTo>
                  <a:lnTo>
                    <a:pt x="13027" y="12753"/>
                  </a:lnTo>
                  <a:lnTo>
                    <a:pt x="16705" y="12637"/>
                  </a:lnTo>
                  <a:lnTo>
                    <a:pt x="24356" y="9868"/>
                  </a:lnTo>
                  <a:lnTo>
                    <a:pt x="27699" y="9461"/>
                  </a:lnTo>
                  <a:lnTo>
                    <a:pt x="3931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h4433"/>
            <p:cNvSpPr/>
            <p:nvPr/>
          </p:nvSpPr>
          <p:spPr>
            <a:xfrm>
              <a:off x="7011190" y="2217498"/>
              <a:ext cx="8384" cy="12860"/>
            </a:xfrm>
            <a:custGeom>
              <a:avLst/>
              <a:pathLst>
                <a:path w="8384" h="12860">
                  <a:moveTo>
                    <a:pt x="8384" y="862"/>
                  </a:moveTo>
                  <a:lnTo>
                    <a:pt x="7078" y="8105"/>
                  </a:lnTo>
                  <a:lnTo>
                    <a:pt x="4342" y="12860"/>
                  </a:lnTo>
                  <a:lnTo>
                    <a:pt x="2055" y="12577"/>
                  </a:lnTo>
                  <a:lnTo>
                    <a:pt x="1838" y="12284"/>
                  </a:lnTo>
                  <a:lnTo>
                    <a:pt x="1606" y="10036"/>
                  </a:lnTo>
                  <a:lnTo>
                    <a:pt x="0" y="8071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h4434"/>
            <p:cNvSpPr/>
            <p:nvPr/>
          </p:nvSpPr>
          <p:spPr>
            <a:xfrm>
              <a:off x="6966763" y="2313956"/>
              <a:ext cx="118385" cy="130648"/>
            </a:xfrm>
            <a:custGeom>
              <a:avLst/>
              <a:pathLst>
                <a:path w="118385" h="130648">
                  <a:moveTo>
                    <a:pt x="41864" y="2980"/>
                  </a:moveTo>
                  <a:lnTo>
                    <a:pt x="58680" y="8678"/>
                  </a:lnTo>
                  <a:lnTo>
                    <a:pt x="59786" y="10705"/>
                  </a:lnTo>
                  <a:lnTo>
                    <a:pt x="62811" y="13048"/>
                  </a:lnTo>
                  <a:lnTo>
                    <a:pt x="68134" y="15867"/>
                  </a:lnTo>
                  <a:lnTo>
                    <a:pt x="65941" y="18616"/>
                  </a:lnTo>
                  <a:lnTo>
                    <a:pt x="71963" y="26028"/>
                  </a:lnTo>
                  <a:lnTo>
                    <a:pt x="76549" y="30155"/>
                  </a:lnTo>
                  <a:lnTo>
                    <a:pt x="79510" y="31053"/>
                  </a:lnTo>
                  <a:lnTo>
                    <a:pt x="83231" y="40104"/>
                  </a:lnTo>
                  <a:lnTo>
                    <a:pt x="88979" y="44371"/>
                  </a:lnTo>
                  <a:lnTo>
                    <a:pt x="90945" y="47107"/>
                  </a:lnTo>
                  <a:lnTo>
                    <a:pt x="99984" y="45128"/>
                  </a:lnTo>
                  <a:lnTo>
                    <a:pt x="102610" y="48198"/>
                  </a:lnTo>
                  <a:lnTo>
                    <a:pt x="104876" y="50941"/>
                  </a:lnTo>
                  <a:lnTo>
                    <a:pt x="105551" y="54403"/>
                  </a:lnTo>
                  <a:lnTo>
                    <a:pt x="102680" y="58895"/>
                  </a:lnTo>
                  <a:lnTo>
                    <a:pt x="104147" y="62191"/>
                  </a:lnTo>
                  <a:lnTo>
                    <a:pt x="104011" y="63571"/>
                  </a:lnTo>
                  <a:lnTo>
                    <a:pt x="99533" y="67870"/>
                  </a:lnTo>
                  <a:lnTo>
                    <a:pt x="115268" y="82315"/>
                  </a:lnTo>
                  <a:lnTo>
                    <a:pt x="118385" y="89309"/>
                  </a:lnTo>
                  <a:lnTo>
                    <a:pt x="114394" y="94321"/>
                  </a:lnTo>
                  <a:lnTo>
                    <a:pt x="114002" y="96666"/>
                  </a:lnTo>
                  <a:lnTo>
                    <a:pt x="116919" y="97697"/>
                  </a:lnTo>
                  <a:lnTo>
                    <a:pt x="110216" y="103183"/>
                  </a:lnTo>
                  <a:lnTo>
                    <a:pt x="100315" y="102656"/>
                  </a:lnTo>
                  <a:lnTo>
                    <a:pt x="88686" y="104453"/>
                  </a:lnTo>
                  <a:lnTo>
                    <a:pt x="91751" y="117340"/>
                  </a:lnTo>
                  <a:lnTo>
                    <a:pt x="91037" y="123114"/>
                  </a:lnTo>
                  <a:lnTo>
                    <a:pt x="87147" y="124541"/>
                  </a:lnTo>
                  <a:lnTo>
                    <a:pt x="86038" y="123116"/>
                  </a:lnTo>
                  <a:lnTo>
                    <a:pt x="81457" y="124674"/>
                  </a:lnTo>
                  <a:lnTo>
                    <a:pt x="79049" y="126809"/>
                  </a:lnTo>
                  <a:lnTo>
                    <a:pt x="79027" y="129165"/>
                  </a:lnTo>
                  <a:lnTo>
                    <a:pt x="77500" y="129325"/>
                  </a:lnTo>
                  <a:lnTo>
                    <a:pt x="77489" y="126537"/>
                  </a:lnTo>
                  <a:lnTo>
                    <a:pt x="68979" y="122318"/>
                  </a:lnTo>
                  <a:lnTo>
                    <a:pt x="67130" y="130648"/>
                  </a:lnTo>
                  <a:lnTo>
                    <a:pt x="62027" y="122684"/>
                  </a:lnTo>
                  <a:lnTo>
                    <a:pt x="58069" y="123289"/>
                  </a:lnTo>
                  <a:lnTo>
                    <a:pt x="51135" y="115472"/>
                  </a:lnTo>
                  <a:lnTo>
                    <a:pt x="47738" y="106624"/>
                  </a:lnTo>
                  <a:lnTo>
                    <a:pt x="46040" y="106762"/>
                  </a:lnTo>
                  <a:lnTo>
                    <a:pt x="46411" y="108993"/>
                  </a:lnTo>
                  <a:lnTo>
                    <a:pt x="40179" y="110596"/>
                  </a:lnTo>
                  <a:lnTo>
                    <a:pt x="39152" y="104528"/>
                  </a:lnTo>
                  <a:lnTo>
                    <a:pt x="33477" y="106893"/>
                  </a:lnTo>
                  <a:lnTo>
                    <a:pt x="27307" y="111862"/>
                  </a:lnTo>
                  <a:lnTo>
                    <a:pt x="14285" y="100165"/>
                  </a:lnTo>
                  <a:lnTo>
                    <a:pt x="10591" y="104270"/>
                  </a:lnTo>
                  <a:lnTo>
                    <a:pt x="3579" y="91787"/>
                  </a:lnTo>
                  <a:lnTo>
                    <a:pt x="2871" y="86533"/>
                  </a:lnTo>
                  <a:lnTo>
                    <a:pt x="3719" y="66289"/>
                  </a:lnTo>
                  <a:lnTo>
                    <a:pt x="0" y="56703"/>
                  </a:lnTo>
                  <a:lnTo>
                    <a:pt x="141" y="55287"/>
                  </a:lnTo>
                  <a:lnTo>
                    <a:pt x="11836" y="44220"/>
                  </a:lnTo>
                  <a:lnTo>
                    <a:pt x="520" y="34097"/>
                  </a:lnTo>
                  <a:lnTo>
                    <a:pt x="2374" y="13568"/>
                  </a:lnTo>
                  <a:lnTo>
                    <a:pt x="2530" y="11994"/>
                  </a:lnTo>
                  <a:lnTo>
                    <a:pt x="13685" y="2567"/>
                  </a:lnTo>
                  <a:lnTo>
                    <a:pt x="2759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h4435"/>
            <p:cNvSpPr/>
            <p:nvPr/>
          </p:nvSpPr>
          <p:spPr>
            <a:xfrm>
              <a:off x="7066308" y="2215702"/>
              <a:ext cx="37740" cy="39323"/>
            </a:xfrm>
            <a:custGeom>
              <a:avLst/>
              <a:pathLst>
                <a:path w="37740" h="39323">
                  <a:moveTo>
                    <a:pt x="20590" y="699"/>
                  </a:moveTo>
                  <a:lnTo>
                    <a:pt x="25399" y="2268"/>
                  </a:lnTo>
                  <a:lnTo>
                    <a:pt x="35542" y="8383"/>
                  </a:lnTo>
                  <a:lnTo>
                    <a:pt x="32168" y="11970"/>
                  </a:lnTo>
                  <a:lnTo>
                    <a:pt x="32049" y="13946"/>
                  </a:lnTo>
                  <a:lnTo>
                    <a:pt x="36136" y="20672"/>
                  </a:lnTo>
                  <a:lnTo>
                    <a:pt x="35140" y="25777"/>
                  </a:lnTo>
                  <a:lnTo>
                    <a:pt x="37740" y="27880"/>
                  </a:lnTo>
                  <a:lnTo>
                    <a:pt x="31263" y="35216"/>
                  </a:lnTo>
                  <a:lnTo>
                    <a:pt x="26441" y="33990"/>
                  </a:lnTo>
                  <a:lnTo>
                    <a:pt x="25506" y="39323"/>
                  </a:lnTo>
                  <a:lnTo>
                    <a:pt x="21662" y="35476"/>
                  </a:lnTo>
                  <a:lnTo>
                    <a:pt x="18160" y="33662"/>
                  </a:lnTo>
                  <a:lnTo>
                    <a:pt x="16368" y="33892"/>
                  </a:lnTo>
                  <a:lnTo>
                    <a:pt x="11674" y="32617"/>
                  </a:lnTo>
                  <a:lnTo>
                    <a:pt x="9156" y="29185"/>
                  </a:lnTo>
                  <a:lnTo>
                    <a:pt x="10355" y="28097"/>
                  </a:lnTo>
                  <a:lnTo>
                    <a:pt x="9329" y="25396"/>
                  </a:lnTo>
                  <a:lnTo>
                    <a:pt x="5680" y="22706"/>
                  </a:lnTo>
                  <a:lnTo>
                    <a:pt x="1184" y="20920"/>
                  </a:lnTo>
                  <a:lnTo>
                    <a:pt x="0" y="13489"/>
                  </a:lnTo>
                  <a:lnTo>
                    <a:pt x="4053" y="13905"/>
                  </a:lnTo>
                  <a:lnTo>
                    <a:pt x="2066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h4436"/>
            <p:cNvSpPr/>
            <p:nvPr/>
          </p:nvSpPr>
          <p:spPr>
            <a:xfrm>
              <a:off x="7050426" y="2095595"/>
              <a:ext cx="49384" cy="70169"/>
            </a:xfrm>
            <a:custGeom>
              <a:avLst/>
              <a:pathLst>
                <a:path w="49384" h="70169">
                  <a:moveTo>
                    <a:pt x="45183" y="884"/>
                  </a:moveTo>
                  <a:lnTo>
                    <a:pt x="49261" y="1814"/>
                  </a:lnTo>
                  <a:lnTo>
                    <a:pt x="45236" y="8901"/>
                  </a:lnTo>
                  <a:lnTo>
                    <a:pt x="48880" y="11159"/>
                  </a:lnTo>
                  <a:lnTo>
                    <a:pt x="46438" y="15292"/>
                  </a:lnTo>
                  <a:lnTo>
                    <a:pt x="44346" y="16825"/>
                  </a:lnTo>
                  <a:lnTo>
                    <a:pt x="41273" y="23139"/>
                  </a:lnTo>
                  <a:lnTo>
                    <a:pt x="37870" y="21823"/>
                  </a:lnTo>
                  <a:lnTo>
                    <a:pt x="35247" y="28950"/>
                  </a:lnTo>
                  <a:lnTo>
                    <a:pt x="43216" y="31295"/>
                  </a:lnTo>
                  <a:lnTo>
                    <a:pt x="46465" y="40906"/>
                  </a:lnTo>
                  <a:lnTo>
                    <a:pt x="47864" y="38972"/>
                  </a:lnTo>
                  <a:lnTo>
                    <a:pt x="49384" y="39617"/>
                  </a:lnTo>
                  <a:lnTo>
                    <a:pt x="48787" y="43314"/>
                  </a:lnTo>
                  <a:lnTo>
                    <a:pt x="45927" y="44614"/>
                  </a:lnTo>
                  <a:lnTo>
                    <a:pt x="44144" y="63009"/>
                  </a:lnTo>
                  <a:lnTo>
                    <a:pt x="44638" y="65145"/>
                  </a:lnTo>
                  <a:lnTo>
                    <a:pt x="39875" y="68920"/>
                  </a:lnTo>
                  <a:lnTo>
                    <a:pt x="36329" y="69683"/>
                  </a:lnTo>
                  <a:lnTo>
                    <a:pt x="23908" y="70169"/>
                  </a:lnTo>
                  <a:lnTo>
                    <a:pt x="20863" y="68984"/>
                  </a:lnTo>
                  <a:lnTo>
                    <a:pt x="15486" y="68117"/>
                  </a:lnTo>
                  <a:lnTo>
                    <a:pt x="13652" y="65028"/>
                  </a:lnTo>
                  <a:lnTo>
                    <a:pt x="14564" y="61264"/>
                  </a:lnTo>
                  <a:lnTo>
                    <a:pt x="7945" y="57671"/>
                  </a:lnTo>
                  <a:lnTo>
                    <a:pt x="7833" y="56170"/>
                  </a:lnTo>
                  <a:lnTo>
                    <a:pt x="9793" y="52591"/>
                  </a:lnTo>
                  <a:lnTo>
                    <a:pt x="10321" y="48796"/>
                  </a:lnTo>
                  <a:lnTo>
                    <a:pt x="7593" y="42813"/>
                  </a:lnTo>
                  <a:lnTo>
                    <a:pt x="0" y="36672"/>
                  </a:lnTo>
                  <a:lnTo>
                    <a:pt x="7481" y="31598"/>
                  </a:lnTo>
                  <a:lnTo>
                    <a:pt x="5540" y="28527"/>
                  </a:lnTo>
                  <a:lnTo>
                    <a:pt x="1283" y="15200"/>
                  </a:lnTo>
                  <a:lnTo>
                    <a:pt x="92" y="12657"/>
                  </a:lnTo>
                  <a:lnTo>
                    <a:pt x="348" y="10012"/>
                  </a:lnTo>
                  <a:lnTo>
                    <a:pt x="1745" y="8548"/>
                  </a:lnTo>
                  <a:lnTo>
                    <a:pt x="3649" y="9839"/>
                  </a:lnTo>
                  <a:lnTo>
                    <a:pt x="8706" y="6022"/>
                  </a:lnTo>
                  <a:lnTo>
                    <a:pt x="9000" y="913"/>
                  </a:lnTo>
                  <a:lnTo>
                    <a:pt x="11140" y="0"/>
                  </a:lnTo>
                  <a:lnTo>
                    <a:pt x="15255" y="8809"/>
                  </a:lnTo>
                  <a:lnTo>
                    <a:pt x="26933" y="3883"/>
                  </a:lnTo>
                  <a:lnTo>
                    <a:pt x="38942" y="2758"/>
                  </a:lnTo>
                  <a:lnTo>
                    <a:pt x="40632" y="139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h4437"/>
            <p:cNvSpPr/>
            <p:nvPr/>
          </p:nvSpPr>
          <p:spPr>
            <a:xfrm>
              <a:off x="7051489" y="2212749"/>
              <a:ext cx="35482" cy="35570"/>
            </a:xfrm>
            <a:custGeom>
              <a:avLst/>
              <a:pathLst>
                <a:path w="35482" h="35570">
                  <a:moveTo>
                    <a:pt x="33722" y="0"/>
                  </a:moveTo>
                  <a:lnTo>
                    <a:pt x="35482" y="2952"/>
                  </a:lnTo>
                  <a:lnTo>
                    <a:pt x="18872" y="16858"/>
                  </a:lnTo>
                  <a:lnTo>
                    <a:pt x="14818" y="16442"/>
                  </a:lnTo>
                  <a:lnTo>
                    <a:pt x="16003" y="23872"/>
                  </a:lnTo>
                  <a:lnTo>
                    <a:pt x="20499" y="25659"/>
                  </a:lnTo>
                  <a:lnTo>
                    <a:pt x="24148" y="28348"/>
                  </a:lnTo>
                  <a:lnTo>
                    <a:pt x="25173" y="31049"/>
                  </a:lnTo>
                  <a:lnTo>
                    <a:pt x="23975" y="32138"/>
                  </a:lnTo>
                  <a:lnTo>
                    <a:pt x="26492" y="35570"/>
                  </a:lnTo>
                  <a:lnTo>
                    <a:pt x="23217" y="34765"/>
                  </a:lnTo>
                  <a:lnTo>
                    <a:pt x="20470" y="35102"/>
                  </a:lnTo>
                  <a:lnTo>
                    <a:pt x="14924" y="33497"/>
                  </a:lnTo>
                  <a:lnTo>
                    <a:pt x="10226" y="28522"/>
                  </a:lnTo>
                  <a:lnTo>
                    <a:pt x="0" y="24979"/>
                  </a:lnTo>
                  <a:lnTo>
                    <a:pt x="1317" y="21243"/>
                  </a:lnTo>
                  <a:lnTo>
                    <a:pt x="4114" y="18463"/>
                  </a:lnTo>
                  <a:lnTo>
                    <a:pt x="4993" y="14291"/>
                  </a:lnTo>
                  <a:lnTo>
                    <a:pt x="4508" y="13579"/>
                  </a:lnTo>
                  <a:lnTo>
                    <a:pt x="12463" y="13215"/>
                  </a:lnTo>
                  <a:lnTo>
                    <a:pt x="17974" y="15075"/>
                  </a:lnTo>
                  <a:lnTo>
                    <a:pt x="21181" y="12261"/>
                  </a:lnTo>
                  <a:lnTo>
                    <a:pt x="26252" y="3250"/>
                  </a:lnTo>
                  <a:lnTo>
                    <a:pt x="24979" y="662"/>
                  </a:lnTo>
                  <a:lnTo>
                    <a:pt x="25649" y="2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h4438"/>
            <p:cNvSpPr/>
            <p:nvPr/>
          </p:nvSpPr>
          <p:spPr>
            <a:xfrm>
              <a:off x="7110003" y="2201481"/>
              <a:ext cx="24876" cy="13970"/>
            </a:xfrm>
            <a:custGeom>
              <a:avLst/>
              <a:pathLst>
                <a:path w="24876" h="13970">
                  <a:moveTo>
                    <a:pt x="24876" y="400"/>
                  </a:moveTo>
                  <a:lnTo>
                    <a:pt x="24112" y="12162"/>
                  </a:lnTo>
                  <a:lnTo>
                    <a:pt x="19501" y="13909"/>
                  </a:lnTo>
                  <a:lnTo>
                    <a:pt x="5564" y="13970"/>
                  </a:lnTo>
                  <a:lnTo>
                    <a:pt x="0" y="3714"/>
                  </a:lnTo>
                  <a:lnTo>
                    <a:pt x="2249" y="1151"/>
                  </a:lnTo>
                  <a:lnTo>
                    <a:pt x="3826" y="764"/>
                  </a:lnTo>
                  <a:lnTo>
                    <a:pt x="1540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h4439"/>
            <p:cNvSpPr/>
            <p:nvPr/>
          </p:nvSpPr>
          <p:spPr>
            <a:xfrm>
              <a:off x="7049478" y="2194064"/>
              <a:ext cx="28263" cy="33760"/>
            </a:xfrm>
            <a:custGeom>
              <a:avLst/>
              <a:pathLst>
                <a:path w="28263" h="33760">
                  <a:moveTo>
                    <a:pt x="17570" y="0"/>
                  </a:moveTo>
                  <a:lnTo>
                    <a:pt x="19742" y="1089"/>
                  </a:lnTo>
                  <a:lnTo>
                    <a:pt x="23675" y="9787"/>
                  </a:lnTo>
                  <a:lnTo>
                    <a:pt x="23578" y="14789"/>
                  </a:lnTo>
                  <a:lnTo>
                    <a:pt x="26990" y="19347"/>
                  </a:lnTo>
                  <a:lnTo>
                    <a:pt x="28263" y="21934"/>
                  </a:lnTo>
                  <a:lnTo>
                    <a:pt x="23192" y="30945"/>
                  </a:lnTo>
                  <a:lnTo>
                    <a:pt x="19985" y="33760"/>
                  </a:lnTo>
                  <a:lnTo>
                    <a:pt x="14474" y="31900"/>
                  </a:lnTo>
                  <a:lnTo>
                    <a:pt x="6519" y="32263"/>
                  </a:lnTo>
                  <a:lnTo>
                    <a:pt x="4206" y="27834"/>
                  </a:lnTo>
                  <a:lnTo>
                    <a:pt x="4484" y="27238"/>
                  </a:lnTo>
                  <a:lnTo>
                    <a:pt x="5302" y="28194"/>
                  </a:lnTo>
                  <a:lnTo>
                    <a:pt x="7962" y="26167"/>
                  </a:lnTo>
                  <a:lnTo>
                    <a:pt x="4841" y="18983"/>
                  </a:lnTo>
                  <a:lnTo>
                    <a:pt x="1702" y="22035"/>
                  </a:lnTo>
                  <a:lnTo>
                    <a:pt x="0" y="16604"/>
                  </a:lnTo>
                  <a:lnTo>
                    <a:pt x="5090" y="13331"/>
                  </a:lnTo>
                  <a:lnTo>
                    <a:pt x="1485" y="6213"/>
                  </a:lnTo>
                  <a:lnTo>
                    <a:pt x="11058" y="151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h4440"/>
            <p:cNvSpPr/>
            <p:nvPr/>
          </p:nvSpPr>
          <p:spPr>
            <a:xfrm>
              <a:off x="7070115" y="2325385"/>
              <a:ext cx="95885" cy="79100"/>
            </a:xfrm>
            <a:custGeom>
              <a:avLst/>
              <a:pathLst>
                <a:path w="95885" h="79100">
                  <a:moveTo>
                    <a:pt x="77061" y="5843"/>
                  </a:moveTo>
                  <a:lnTo>
                    <a:pt x="93057" y="7684"/>
                  </a:lnTo>
                  <a:lnTo>
                    <a:pt x="92593" y="9947"/>
                  </a:lnTo>
                  <a:lnTo>
                    <a:pt x="90966" y="9841"/>
                  </a:lnTo>
                  <a:lnTo>
                    <a:pt x="90414" y="13896"/>
                  </a:lnTo>
                  <a:lnTo>
                    <a:pt x="93752" y="14149"/>
                  </a:lnTo>
                  <a:lnTo>
                    <a:pt x="94596" y="13372"/>
                  </a:lnTo>
                  <a:lnTo>
                    <a:pt x="95560" y="15305"/>
                  </a:lnTo>
                  <a:lnTo>
                    <a:pt x="93010" y="17994"/>
                  </a:lnTo>
                  <a:lnTo>
                    <a:pt x="95885" y="30460"/>
                  </a:lnTo>
                  <a:lnTo>
                    <a:pt x="90522" y="37353"/>
                  </a:lnTo>
                  <a:lnTo>
                    <a:pt x="93495" y="48846"/>
                  </a:lnTo>
                  <a:lnTo>
                    <a:pt x="92684" y="48254"/>
                  </a:lnTo>
                  <a:lnTo>
                    <a:pt x="89809" y="49490"/>
                  </a:lnTo>
                  <a:lnTo>
                    <a:pt x="79917" y="45425"/>
                  </a:lnTo>
                  <a:lnTo>
                    <a:pt x="76396" y="48037"/>
                  </a:lnTo>
                  <a:lnTo>
                    <a:pt x="71691" y="49822"/>
                  </a:lnTo>
                  <a:lnTo>
                    <a:pt x="66931" y="54713"/>
                  </a:lnTo>
                  <a:lnTo>
                    <a:pt x="61893" y="55398"/>
                  </a:lnTo>
                  <a:lnTo>
                    <a:pt x="57718" y="58479"/>
                  </a:lnTo>
                  <a:lnTo>
                    <a:pt x="55629" y="62217"/>
                  </a:lnTo>
                  <a:lnTo>
                    <a:pt x="55834" y="67205"/>
                  </a:lnTo>
                  <a:lnTo>
                    <a:pt x="50299" y="70993"/>
                  </a:lnTo>
                  <a:lnTo>
                    <a:pt x="49320" y="71412"/>
                  </a:lnTo>
                  <a:lnTo>
                    <a:pt x="46769" y="69881"/>
                  </a:lnTo>
                  <a:lnTo>
                    <a:pt x="42707" y="69888"/>
                  </a:lnTo>
                  <a:lnTo>
                    <a:pt x="31401" y="76180"/>
                  </a:lnTo>
                  <a:lnTo>
                    <a:pt x="28058" y="79100"/>
                  </a:lnTo>
                  <a:lnTo>
                    <a:pt x="23286" y="74955"/>
                  </a:lnTo>
                  <a:lnTo>
                    <a:pt x="18372" y="66762"/>
                  </a:lnTo>
                  <a:lnTo>
                    <a:pt x="18439" y="63518"/>
                  </a:lnTo>
                  <a:lnTo>
                    <a:pt x="14912" y="54530"/>
                  </a:lnTo>
                  <a:lnTo>
                    <a:pt x="8589" y="44114"/>
                  </a:lnTo>
                  <a:lnTo>
                    <a:pt x="12958" y="41110"/>
                  </a:lnTo>
                  <a:lnTo>
                    <a:pt x="9266" y="34312"/>
                  </a:lnTo>
                  <a:lnTo>
                    <a:pt x="2593" y="39575"/>
                  </a:lnTo>
                  <a:lnTo>
                    <a:pt x="723" y="37191"/>
                  </a:lnTo>
                  <a:lnTo>
                    <a:pt x="0" y="34909"/>
                  </a:lnTo>
                  <a:lnTo>
                    <a:pt x="2962" y="32329"/>
                  </a:lnTo>
                  <a:lnTo>
                    <a:pt x="11019" y="29673"/>
                  </a:lnTo>
                  <a:lnTo>
                    <a:pt x="14939" y="26383"/>
                  </a:lnTo>
                  <a:lnTo>
                    <a:pt x="17780" y="21805"/>
                  </a:lnTo>
                  <a:lnTo>
                    <a:pt x="19463" y="21043"/>
                  </a:lnTo>
                  <a:lnTo>
                    <a:pt x="25182" y="21928"/>
                  </a:lnTo>
                  <a:lnTo>
                    <a:pt x="34386" y="27186"/>
                  </a:lnTo>
                  <a:lnTo>
                    <a:pt x="36888" y="26698"/>
                  </a:lnTo>
                  <a:lnTo>
                    <a:pt x="37975" y="24765"/>
                  </a:lnTo>
                  <a:lnTo>
                    <a:pt x="46995" y="20276"/>
                  </a:lnTo>
                  <a:lnTo>
                    <a:pt x="52237" y="21256"/>
                  </a:lnTo>
                  <a:lnTo>
                    <a:pt x="56707" y="19674"/>
                  </a:lnTo>
                  <a:lnTo>
                    <a:pt x="62229" y="22320"/>
                  </a:lnTo>
                  <a:lnTo>
                    <a:pt x="65039" y="21693"/>
                  </a:lnTo>
                  <a:lnTo>
                    <a:pt x="67065" y="17961"/>
                  </a:lnTo>
                  <a:lnTo>
                    <a:pt x="70017" y="18610"/>
                  </a:lnTo>
                  <a:lnTo>
                    <a:pt x="70468" y="15008"/>
                  </a:lnTo>
                  <a:lnTo>
                    <a:pt x="65459" y="14003"/>
                  </a:lnTo>
                  <a:lnTo>
                    <a:pt x="65933" y="9283"/>
                  </a:lnTo>
                  <a:lnTo>
                    <a:pt x="66839" y="9515"/>
                  </a:lnTo>
                  <a:lnTo>
                    <a:pt x="67304" y="6389"/>
                  </a:lnTo>
                  <a:lnTo>
                    <a:pt x="64872" y="5954"/>
                  </a:lnTo>
                  <a:lnTo>
                    <a:pt x="65399" y="2475"/>
                  </a:lnTo>
                  <a:lnTo>
                    <a:pt x="67411" y="2514"/>
                  </a:lnTo>
                  <a:lnTo>
                    <a:pt x="67102" y="4361"/>
                  </a:lnTo>
                  <a:lnTo>
                    <a:pt x="68613" y="4504"/>
                  </a:lnTo>
                  <a:lnTo>
                    <a:pt x="70385" y="2829"/>
                  </a:lnTo>
                  <a:lnTo>
                    <a:pt x="70816" y="0"/>
                  </a:lnTo>
                  <a:lnTo>
                    <a:pt x="77226" y="854"/>
                  </a:lnTo>
                  <a:close/>
                  <a:moveTo>
                    <a:pt x="26468" y="41982"/>
                  </a:moveTo>
                  <a:lnTo>
                    <a:pt x="39115" y="42116"/>
                  </a:lnTo>
                  <a:lnTo>
                    <a:pt x="41419" y="41005"/>
                  </a:lnTo>
                  <a:lnTo>
                    <a:pt x="41234" y="29726"/>
                  </a:lnTo>
                  <a:lnTo>
                    <a:pt x="27386" y="29434"/>
                  </a:lnTo>
                  <a:lnTo>
                    <a:pt x="26172" y="3849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h4441"/>
            <p:cNvSpPr/>
            <p:nvPr/>
          </p:nvSpPr>
          <p:spPr>
            <a:xfrm>
              <a:off x="7024908" y="2533716"/>
              <a:ext cx="52938" cy="44601"/>
            </a:xfrm>
            <a:custGeom>
              <a:avLst/>
              <a:pathLst>
                <a:path w="52938" h="44601">
                  <a:moveTo>
                    <a:pt x="28602" y="760"/>
                  </a:moveTo>
                  <a:lnTo>
                    <a:pt x="30211" y="2696"/>
                  </a:lnTo>
                  <a:lnTo>
                    <a:pt x="38686" y="5776"/>
                  </a:lnTo>
                  <a:lnTo>
                    <a:pt x="40695" y="1487"/>
                  </a:lnTo>
                  <a:lnTo>
                    <a:pt x="44090" y="4203"/>
                  </a:lnTo>
                  <a:lnTo>
                    <a:pt x="45169" y="7630"/>
                  </a:lnTo>
                  <a:lnTo>
                    <a:pt x="49521" y="9558"/>
                  </a:lnTo>
                  <a:lnTo>
                    <a:pt x="52938" y="24961"/>
                  </a:lnTo>
                  <a:lnTo>
                    <a:pt x="45511" y="23341"/>
                  </a:lnTo>
                  <a:lnTo>
                    <a:pt x="33689" y="23061"/>
                  </a:lnTo>
                  <a:lnTo>
                    <a:pt x="25966" y="30527"/>
                  </a:lnTo>
                  <a:lnTo>
                    <a:pt x="34115" y="34811"/>
                  </a:lnTo>
                  <a:lnTo>
                    <a:pt x="31127" y="44601"/>
                  </a:lnTo>
                  <a:lnTo>
                    <a:pt x="16039" y="42314"/>
                  </a:lnTo>
                  <a:lnTo>
                    <a:pt x="18593" y="34865"/>
                  </a:lnTo>
                  <a:lnTo>
                    <a:pt x="17152" y="34487"/>
                  </a:lnTo>
                  <a:lnTo>
                    <a:pt x="16939" y="36087"/>
                  </a:lnTo>
                  <a:lnTo>
                    <a:pt x="9871" y="34545"/>
                  </a:lnTo>
                  <a:lnTo>
                    <a:pt x="6583" y="41057"/>
                  </a:lnTo>
                  <a:lnTo>
                    <a:pt x="3508" y="41336"/>
                  </a:lnTo>
                  <a:lnTo>
                    <a:pt x="2282" y="37102"/>
                  </a:lnTo>
                  <a:lnTo>
                    <a:pt x="2723" y="28165"/>
                  </a:lnTo>
                  <a:lnTo>
                    <a:pt x="0" y="23908"/>
                  </a:lnTo>
                  <a:lnTo>
                    <a:pt x="3944" y="18349"/>
                  </a:lnTo>
                  <a:lnTo>
                    <a:pt x="4389" y="10568"/>
                  </a:lnTo>
                  <a:lnTo>
                    <a:pt x="7040" y="11157"/>
                  </a:lnTo>
                  <a:lnTo>
                    <a:pt x="7371" y="5300"/>
                  </a:lnTo>
                  <a:lnTo>
                    <a:pt x="8340" y="2050"/>
                  </a:lnTo>
                  <a:lnTo>
                    <a:pt x="12764" y="2290"/>
                  </a:lnTo>
                  <a:lnTo>
                    <a:pt x="15049" y="3505"/>
                  </a:lnTo>
                  <a:lnTo>
                    <a:pt x="20217" y="2490"/>
                  </a:lnTo>
                  <a:lnTo>
                    <a:pt x="25794" y="4004"/>
                  </a:lnTo>
                  <a:lnTo>
                    <a:pt x="2358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h4442"/>
            <p:cNvSpPr/>
            <p:nvPr/>
          </p:nvSpPr>
          <p:spPr>
            <a:xfrm>
              <a:off x="7025443" y="2311555"/>
              <a:ext cx="47633" cy="50598"/>
            </a:xfrm>
            <a:custGeom>
              <a:avLst/>
              <a:pathLst>
                <a:path w="47633" h="50598">
                  <a:moveTo>
                    <a:pt x="14394" y="0"/>
                  </a:moveTo>
                  <a:lnTo>
                    <a:pt x="19125" y="5931"/>
                  </a:lnTo>
                  <a:lnTo>
                    <a:pt x="20962" y="8762"/>
                  </a:lnTo>
                  <a:lnTo>
                    <a:pt x="20881" y="10275"/>
                  </a:lnTo>
                  <a:lnTo>
                    <a:pt x="26571" y="18396"/>
                  </a:lnTo>
                  <a:lnTo>
                    <a:pt x="32079" y="20574"/>
                  </a:lnTo>
                  <a:lnTo>
                    <a:pt x="33507" y="24459"/>
                  </a:lnTo>
                  <a:lnTo>
                    <a:pt x="34879" y="25930"/>
                  </a:lnTo>
                  <a:lnTo>
                    <a:pt x="36618" y="26889"/>
                  </a:lnTo>
                  <a:lnTo>
                    <a:pt x="40819" y="27090"/>
                  </a:lnTo>
                  <a:lnTo>
                    <a:pt x="46445" y="45402"/>
                  </a:lnTo>
                  <a:lnTo>
                    <a:pt x="47633" y="46159"/>
                  </a:lnTo>
                  <a:lnTo>
                    <a:pt x="44671" y="48739"/>
                  </a:lnTo>
                  <a:lnTo>
                    <a:pt x="43930" y="50598"/>
                  </a:lnTo>
                  <a:lnTo>
                    <a:pt x="41304" y="47529"/>
                  </a:lnTo>
                  <a:lnTo>
                    <a:pt x="32265" y="49508"/>
                  </a:lnTo>
                  <a:lnTo>
                    <a:pt x="30299" y="46772"/>
                  </a:lnTo>
                  <a:lnTo>
                    <a:pt x="24551" y="42505"/>
                  </a:lnTo>
                  <a:lnTo>
                    <a:pt x="20829" y="33454"/>
                  </a:lnTo>
                  <a:lnTo>
                    <a:pt x="17869" y="32556"/>
                  </a:lnTo>
                  <a:lnTo>
                    <a:pt x="13283" y="28429"/>
                  </a:lnTo>
                  <a:lnTo>
                    <a:pt x="7261" y="21016"/>
                  </a:lnTo>
                  <a:lnTo>
                    <a:pt x="9454" y="18268"/>
                  </a:lnTo>
                  <a:lnTo>
                    <a:pt x="4131" y="15449"/>
                  </a:lnTo>
                  <a:lnTo>
                    <a:pt x="1106" y="13106"/>
                  </a:lnTo>
                  <a:lnTo>
                    <a:pt x="0" y="11079"/>
                  </a:lnTo>
                  <a:lnTo>
                    <a:pt x="714" y="6356"/>
                  </a:lnTo>
                  <a:lnTo>
                    <a:pt x="3144" y="7486"/>
                  </a:lnTo>
                  <a:lnTo>
                    <a:pt x="8387" y="8255"/>
                  </a:lnTo>
                  <a:lnTo>
                    <a:pt x="12161" y="6787"/>
                  </a:lnTo>
                  <a:lnTo>
                    <a:pt x="11555" y="4491"/>
                  </a:lnTo>
                  <a:lnTo>
                    <a:pt x="8178" y="2104"/>
                  </a:lnTo>
                  <a:lnTo>
                    <a:pt x="10386" y="2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h4443"/>
            <p:cNvSpPr/>
            <p:nvPr/>
          </p:nvSpPr>
          <p:spPr>
            <a:xfrm>
              <a:off x="6990747" y="2418484"/>
              <a:ext cx="91076" cy="169192"/>
            </a:xfrm>
            <a:custGeom>
              <a:avLst/>
              <a:pathLst>
                <a:path w="91076" h="169192">
                  <a:moveTo>
                    <a:pt x="16196" y="6067"/>
                  </a:moveTo>
                  <a:lnTo>
                    <a:pt x="22427" y="4464"/>
                  </a:lnTo>
                  <a:lnTo>
                    <a:pt x="22056" y="2233"/>
                  </a:lnTo>
                  <a:lnTo>
                    <a:pt x="23754" y="2096"/>
                  </a:lnTo>
                  <a:lnTo>
                    <a:pt x="27151" y="10943"/>
                  </a:lnTo>
                  <a:lnTo>
                    <a:pt x="34086" y="18761"/>
                  </a:lnTo>
                  <a:lnTo>
                    <a:pt x="38044" y="18155"/>
                  </a:lnTo>
                  <a:lnTo>
                    <a:pt x="43147" y="26119"/>
                  </a:lnTo>
                  <a:lnTo>
                    <a:pt x="44995" y="17790"/>
                  </a:lnTo>
                  <a:lnTo>
                    <a:pt x="53505" y="22008"/>
                  </a:lnTo>
                  <a:lnTo>
                    <a:pt x="53516" y="24796"/>
                  </a:lnTo>
                  <a:lnTo>
                    <a:pt x="52483" y="26702"/>
                  </a:lnTo>
                  <a:lnTo>
                    <a:pt x="50048" y="26742"/>
                  </a:lnTo>
                  <a:lnTo>
                    <a:pt x="51657" y="31547"/>
                  </a:lnTo>
                  <a:lnTo>
                    <a:pt x="56189" y="38378"/>
                  </a:lnTo>
                  <a:lnTo>
                    <a:pt x="52900" y="41929"/>
                  </a:lnTo>
                  <a:lnTo>
                    <a:pt x="52925" y="43594"/>
                  </a:lnTo>
                  <a:lnTo>
                    <a:pt x="57761" y="46861"/>
                  </a:lnTo>
                  <a:lnTo>
                    <a:pt x="55776" y="49415"/>
                  </a:lnTo>
                  <a:lnTo>
                    <a:pt x="62740" y="51966"/>
                  </a:lnTo>
                  <a:lnTo>
                    <a:pt x="61609" y="59131"/>
                  </a:lnTo>
                  <a:lnTo>
                    <a:pt x="61943" y="62868"/>
                  </a:lnTo>
                  <a:lnTo>
                    <a:pt x="64182" y="64737"/>
                  </a:lnTo>
                  <a:lnTo>
                    <a:pt x="69106" y="67064"/>
                  </a:lnTo>
                  <a:lnTo>
                    <a:pt x="74411" y="66647"/>
                  </a:lnTo>
                  <a:lnTo>
                    <a:pt x="73718" y="72904"/>
                  </a:lnTo>
                  <a:lnTo>
                    <a:pt x="72994" y="74122"/>
                  </a:lnTo>
                  <a:lnTo>
                    <a:pt x="80950" y="77699"/>
                  </a:lnTo>
                  <a:lnTo>
                    <a:pt x="83696" y="80147"/>
                  </a:lnTo>
                  <a:lnTo>
                    <a:pt x="83468" y="86713"/>
                  </a:lnTo>
                  <a:lnTo>
                    <a:pt x="87648" y="86981"/>
                  </a:lnTo>
                  <a:lnTo>
                    <a:pt x="91076" y="95029"/>
                  </a:lnTo>
                  <a:lnTo>
                    <a:pt x="87215" y="102747"/>
                  </a:lnTo>
                  <a:lnTo>
                    <a:pt x="81942" y="116993"/>
                  </a:lnTo>
                  <a:lnTo>
                    <a:pt x="83682" y="124790"/>
                  </a:lnTo>
                  <a:lnTo>
                    <a:pt x="79331" y="122862"/>
                  </a:lnTo>
                  <a:lnTo>
                    <a:pt x="78252" y="119435"/>
                  </a:lnTo>
                  <a:lnTo>
                    <a:pt x="74856" y="116719"/>
                  </a:lnTo>
                  <a:lnTo>
                    <a:pt x="72848" y="121008"/>
                  </a:lnTo>
                  <a:lnTo>
                    <a:pt x="64372" y="117928"/>
                  </a:lnTo>
                  <a:lnTo>
                    <a:pt x="62764" y="115992"/>
                  </a:lnTo>
                  <a:lnTo>
                    <a:pt x="57741" y="115231"/>
                  </a:lnTo>
                  <a:lnTo>
                    <a:pt x="59955" y="119236"/>
                  </a:lnTo>
                  <a:lnTo>
                    <a:pt x="54379" y="117722"/>
                  </a:lnTo>
                  <a:lnTo>
                    <a:pt x="49211" y="118737"/>
                  </a:lnTo>
                  <a:lnTo>
                    <a:pt x="46925" y="117522"/>
                  </a:lnTo>
                  <a:lnTo>
                    <a:pt x="42501" y="117281"/>
                  </a:lnTo>
                  <a:lnTo>
                    <a:pt x="41532" y="120532"/>
                  </a:lnTo>
                  <a:lnTo>
                    <a:pt x="41202" y="126389"/>
                  </a:lnTo>
                  <a:lnTo>
                    <a:pt x="38551" y="125800"/>
                  </a:lnTo>
                  <a:lnTo>
                    <a:pt x="38106" y="133581"/>
                  </a:lnTo>
                  <a:lnTo>
                    <a:pt x="34161" y="139140"/>
                  </a:lnTo>
                  <a:lnTo>
                    <a:pt x="36884" y="143397"/>
                  </a:lnTo>
                  <a:lnTo>
                    <a:pt x="36443" y="152333"/>
                  </a:lnTo>
                  <a:lnTo>
                    <a:pt x="37670" y="156567"/>
                  </a:lnTo>
                  <a:lnTo>
                    <a:pt x="32504" y="155811"/>
                  </a:lnTo>
                  <a:lnTo>
                    <a:pt x="33894" y="165790"/>
                  </a:lnTo>
                  <a:lnTo>
                    <a:pt x="38756" y="164866"/>
                  </a:lnTo>
                  <a:lnTo>
                    <a:pt x="37809" y="169192"/>
                  </a:lnTo>
                  <a:lnTo>
                    <a:pt x="19834" y="165243"/>
                  </a:lnTo>
                  <a:lnTo>
                    <a:pt x="19352" y="162670"/>
                  </a:lnTo>
                  <a:lnTo>
                    <a:pt x="22348" y="142684"/>
                  </a:lnTo>
                  <a:lnTo>
                    <a:pt x="15005" y="135607"/>
                  </a:lnTo>
                  <a:lnTo>
                    <a:pt x="17642" y="121518"/>
                  </a:lnTo>
                  <a:lnTo>
                    <a:pt x="21890" y="123679"/>
                  </a:lnTo>
                  <a:lnTo>
                    <a:pt x="21863" y="120850"/>
                  </a:lnTo>
                  <a:lnTo>
                    <a:pt x="20561" y="116461"/>
                  </a:lnTo>
                  <a:lnTo>
                    <a:pt x="17892" y="116250"/>
                  </a:lnTo>
                  <a:lnTo>
                    <a:pt x="18202" y="111475"/>
                  </a:lnTo>
                  <a:lnTo>
                    <a:pt x="19522" y="107693"/>
                  </a:lnTo>
                  <a:lnTo>
                    <a:pt x="23280" y="101954"/>
                  </a:lnTo>
                  <a:lnTo>
                    <a:pt x="23086" y="99441"/>
                  </a:lnTo>
                  <a:lnTo>
                    <a:pt x="20780" y="99893"/>
                  </a:lnTo>
                  <a:lnTo>
                    <a:pt x="16929" y="94297"/>
                  </a:lnTo>
                  <a:lnTo>
                    <a:pt x="16856" y="86125"/>
                  </a:lnTo>
                  <a:lnTo>
                    <a:pt x="13093" y="83699"/>
                  </a:lnTo>
                  <a:lnTo>
                    <a:pt x="13436" y="80815"/>
                  </a:lnTo>
                  <a:lnTo>
                    <a:pt x="10449" y="80495"/>
                  </a:lnTo>
                  <a:lnTo>
                    <a:pt x="11646" y="74433"/>
                  </a:lnTo>
                  <a:lnTo>
                    <a:pt x="10774" y="70638"/>
                  </a:lnTo>
                  <a:lnTo>
                    <a:pt x="8889" y="70368"/>
                  </a:lnTo>
                  <a:lnTo>
                    <a:pt x="11290" y="56446"/>
                  </a:lnTo>
                  <a:lnTo>
                    <a:pt x="13337" y="50439"/>
                  </a:lnTo>
                  <a:lnTo>
                    <a:pt x="11479" y="44294"/>
                  </a:lnTo>
                  <a:lnTo>
                    <a:pt x="13776" y="44287"/>
                  </a:lnTo>
                  <a:lnTo>
                    <a:pt x="14077" y="41466"/>
                  </a:lnTo>
                  <a:lnTo>
                    <a:pt x="2428" y="37123"/>
                  </a:lnTo>
                  <a:lnTo>
                    <a:pt x="4812" y="36543"/>
                  </a:lnTo>
                  <a:lnTo>
                    <a:pt x="5764" y="30544"/>
                  </a:lnTo>
                  <a:lnTo>
                    <a:pt x="0" y="30331"/>
                  </a:lnTo>
                  <a:lnTo>
                    <a:pt x="3822" y="14207"/>
                  </a:lnTo>
                  <a:lnTo>
                    <a:pt x="3323" y="7333"/>
                  </a:lnTo>
                  <a:lnTo>
                    <a:pt x="9493" y="2365"/>
                  </a:lnTo>
                  <a:lnTo>
                    <a:pt x="1516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h4444"/>
            <p:cNvSpPr/>
            <p:nvPr/>
          </p:nvSpPr>
          <p:spPr>
            <a:xfrm>
              <a:off x="7044569" y="2291342"/>
              <a:ext cx="96013" cy="66372"/>
            </a:xfrm>
            <a:custGeom>
              <a:avLst/>
              <a:pathLst>
                <a:path w="96013" h="66372">
                  <a:moveTo>
                    <a:pt x="40745" y="10369"/>
                  </a:moveTo>
                  <a:lnTo>
                    <a:pt x="43089" y="8828"/>
                  </a:lnTo>
                  <a:lnTo>
                    <a:pt x="43918" y="6568"/>
                  </a:lnTo>
                  <a:lnTo>
                    <a:pt x="46082" y="10124"/>
                  </a:lnTo>
                  <a:lnTo>
                    <a:pt x="44703" y="17712"/>
                  </a:lnTo>
                  <a:lnTo>
                    <a:pt x="46441" y="19885"/>
                  </a:lnTo>
                  <a:lnTo>
                    <a:pt x="48262" y="18058"/>
                  </a:lnTo>
                  <a:lnTo>
                    <a:pt x="50166" y="20404"/>
                  </a:lnTo>
                  <a:lnTo>
                    <a:pt x="52554" y="26158"/>
                  </a:lnTo>
                  <a:lnTo>
                    <a:pt x="63871" y="37784"/>
                  </a:lnTo>
                  <a:lnTo>
                    <a:pt x="70355" y="42542"/>
                  </a:lnTo>
                  <a:lnTo>
                    <a:pt x="77689" y="38502"/>
                  </a:lnTo>
                  <a:lnTo>
                    <a:pt x="82804" y="33377"/>
                  </a:lnTo>
                  <a:lnTo>
                    <a:pt x="86677" y="35581"/>
                  </a:lnTo>
                  <a:lnTo>
                    <a:pt x="85976" y="41135"/>
                  </a:lnTo>
                  <a:lnTo>
                    <a:pt x="90252" y="41789"/>
                  </a:lnTo>
                  <a:lnTo>
                    <a:pt x="90417" y="39997"/>
                  </a:lnTo>
                  <a:lnTo>
                    <a:pt x="92850" y="40432"/>
                  </a:lnTo>
                  <a:lnTo>
                    <a:pt x="92384" y="43558"/>
                  </a:lnTo>
                  <a:lnTo>
                    <a:pt x="91478" y="43326"/>
                  </a:lnTo>
                  <a:lnTo>
                    <a:pt x="91005" y="48046"/>
                  </a:lnTo>
                  <a:lnTo>
                    <a:pt x="96013" y="49051"/>
                  </a:lnTo>
                  <a:lnTo>
                    <a:pt x="95562" y="52653"/>
                  </a:lnTo>
                  <a:lnTo>
                    <a:pt x="92610" y="52004"/>
                  </a:lnTo>
                  <a:lnTo>
                    <a:pt x="90584" y="55736"/>
                  </a:lnTo>
                  <a:lnTo>
                    <a:pt x="87774" y="56363"/>
                  </a:lnTo>
                  <a:lnTo>
                    <a:pt x="82253" y="53716"/>
                  </a:lnTo>
                  <a:lnTo>
                    <a:pt x="77783" y="55299"/>
                  </a:lnTo>
                  <a:lnTo>
                    <a:pt x="72541" y="54319"/>
                  </a:lnTo>
                  <a:lnTo>
                    <a:pt x="63520" y="58808"/>
                  </a:lnTo>
                  <a:lnTo>
                    <a:pt x="62433" y="60741"/>
                  </a:lnTo>
                  <a:lnTo>
                    <a:pt x="59931" y="61229"/>
                  </a:lnTo>
                  <a:lnTo>
                    <a:pt x="50728" y="55970"/>
                  </a:lnTo>
                  <a:lnTo>
                    <a:pt x="45009" y="55086"/>
                  </a:lnTo>
                  <a:lnTo>
                    <a:pt x="43325" y="55848"/>
                  </a:lnTo>
                  <a:lnTo>
                    <a:pt x="40485" y="60426"/>
                  </a:lnTo>
                  <a:lnTo>
                    <a:pt x="36564" y="63716"/>
                  </a:lnTo>
                  <a:lnTo>
                    <a:pt x="28507" y="66372"/>
                  </a:lnTo>
                  <a:lnTo>
                    <a:pt x="27319" y="65615"/>
                  </a:lnTo>
                  <a:lnTo>
                    <a:pt x="21693" y="47303"/>
                  </a:lnTo>
                  <a:lnTo>
                    <a:pt x="17492" y="47102"/>
                  </a:lnTo>
                  <a:lnTo>
                    <a:pt x="15753" y="46143"/>
                  </a:lnTo>
                  <a:lnTo>
                    <a:pt x="14381" y="44672"/>
                  </a:lnTo>
                  <a:lnTo>
                    <a:pt x="12954" y="40786"/>
                  </a:lnTo>
                  <a:lnTo>
                    <a:pt x="7445" y="38609"/>
                  </a:lnTo>
                  <a:lnTo>
                    <a:pt x="1755" y="30487"/>
                  </a:lnTo>
                  <a:lnTo>
                    <a:pt x="1836" y="28974"/>
                  </a:lnTo>
                  <a:lnTo>
                    <a:pt x="0" y="26143"/>
                  </a:lnTo>
                  <a:lnTo>
                    <a:pt x="4487" y="21371"/>
                  </a:lnTo>
                  <a:lnTo>
                    <a:pt x="9968" y="24109"/>
                  </a:lnTo>
                  <a:lnTo>
                    <a:pt x="13016" y="25905"/>
                  </a:lnTo>
                  <a:lnTo>
                    <a:pt x="15494" y="24854"/>
                  </a:lnTo>
                  <a:lnTo>
                    <a:pt x="16928" y="22047"/>
                  </a:lnTo>
                  <a:lnTo>
                    <a:pt x="27536" y="17323"/>
                  </a:lnTo>
                  <a:lnTo>
                    <a:pt x="26940" y="6165"/>
                  </a:lnTo>
                  <a:lnTo>
                    <a:pt x="28668" y="5031"/>
                  </a:lnTo>
                  <a:lnTo>
                    <a:pt x="27159" y="1814"/>
                  </a:lnTo>
                  <a:lnTo>
                    <a:pt x="2814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h4445"/>
            <p:cNvSpPr/>
            <p:nvPr/>
          </p:nvSpPr>
          <p:spPr>
            <a:xfrm>
              <a:off x="6980320" y="2123090"/>
              <a:ext cx="30117" cy="36620"/>
            </a:xfrm>
            <a:custGeom>
              <a:avLst/>
              <a:pathLst>
                <a:path w="30117" h="36620">
                  <a:moveTo>
                    <a:pt x="24126" y="5023"/>
                  </a:moveTo>
                  <a:lnTo>
                    <a:pt x="24574" y="10182"/>
                  </a:lnTo>
                  <a:lnTo>
                    <a:pt x="26977" y="9004"/>
                  </a:lnTo>
                  <a:lnTo>
                    <a:pt x="30117" y="16336"/>
                  </a:lnTo>
                  <a:lnTo>
                    <a:pt x="26275" y="17958"/>
                  </a:lnTo>
                  <a:lnTo>
                    <a:pt x="25332" y="16439"/>
                  </a:lnTo>
                  <a:lnTo>
                    <a:pt x="25307" y="17940"/>
                  </a:lnTo>
                  <a:lnTo>
                    <a:pt x="29363" y="25069"/>
                  </a:lnTo>
                  <a:lnTo>
                    <a:pt x="27972" y="26804"/>
                  </a:lnTo>
                  <a:lnTo>
                    <a:pt x="23138" y="29369"/>
                  </a:lnTo>
                  <a:lnTo>
                    <a:pt x="20869" y="35008"/>
                  </a:lnTo>
                  <a:lnTo>
                    <a:pt x="21656" y="36307"/>
                  </a:lnTo>
                  <a:lnTo>
                    <a:pt x="8773" y="36620"/>
                  </a:lnTo>
                  <a:lnTo>
                    <a:pt x="9251" y="27767"/>
                  </a:lnTo>
                  <a:lnTo>
                    <a:pt x="6685" y="22217"/>
                  </a:lnTo>
                  <a:lnTo>
                    <a:pt x="2347" y="16250"/>
                  </a:lnTo>
                  <a:lnTo>
                    <a:pt x="520" y="13333"/>
                  </a:lnTo>
                  <a:lnTo>
                    <a:pt x="0" y="11580"/>
                  </a:lnTo>
                  <a:lnTo>
                    <a:pt x="585" y="12830"/>
                  </a:lnTo>
                  <a:lnTo>
                    <a:pt x="9554" y="3318"/>
                  </a:lnTo>
                  <a:lnTo>
                    <a:pt x="1027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h4446"/>
            <p:cNvSpPr/>
            <p:nvPr/>
          </p:nvSpPr>
          <p:spPr>
            <a:xfrm>
              <a:off x="7128060" y="2225045"/>
              <a:ext cx="124147" cy="110625"/>
            </a:xfrm>
            <a:custGeom>
              <a:avLst/>
              <a:pathLst>
                <a:path w="124147" h="110625">
                  <a:moveTo>
                    <a:pt x="22693" y="0"/>
                  </a:moveTo>
                  <a:lnTo>
                    <a:pt x="25678" y="3647"/>
                  </a:lnTo>
                  <a:lnTo>
                    <a:pt x="31543" y="2528"/>
                  </a:lnTo>
                  <a:lnTo>
                    <a:pt x="31805" y="1234"/>
                  </a:lnTo>
                  <a:lnTo>
                    <a:pt x="32315" y="6060"/>
                  </a:lnTo>
                  <a:lnTo>
                    <a:pt x="32538" y="14837"/>
                  </a:lnTo>
                  <a:lnTo>
                    <a:pt x="29304" y="17092"/>
                  </a:lnTo>
                  <a:lnTo>
                    <a:pt x="36014" y="30655"/>
                  </a:lnTo>
                  <a:lnTo>
                    <a:pt x="38097" y="32299"/>
                  </a:lnTo>
                  <a:lnTo>
                    <a:pt x="46810" y="34692"/>
                  </a:lnTo>
                  <a:lnTo>
                    <a:pt x="52138" y="37615"/>
                  </a:lnTo>
                  <a:lnTo>
                    <a:pt x="52783" y="37670"/>
                  </a:lnTo>
                  <a:lnTo>
                    <a:pt x="55965" y="34048"/>
                  </a:lnTo>
                  <a:lnTo>
                    <a:pt x="62624" y="40505"/>
                  </a:lnTo>
                  <a:lnTo>
                    <a:pt x="68107" y="39359"/>
                  </a:lnTo>
                  <a:lnTo>
                    <a:pt x="76203" y="33567"/>
                  </a:lnTo>
                  <a:lnTo>
                    <a:pt x="80656" y="32983"/>
                  </a:lnTo>
                  <a:lnTo>
                    <a:pt x="81253" y="35400"/>
                  </a:lnTo>
                  <a:lnTo>
                    <a:pt x="84006" y="37041"/>
                  </a:lnTo>
                  <a:lnTo>
                    <a:pt x="86604" y="36246"/>
                  </a:lnTo>
                  <a:lnTo>
                    <a:pt x="91664" y="32733"/>
                  </a:lnTo>
                  <a:lnTo>
                    <a:pt x="91507" y="24056"/>
                  </a:lnTo>
                  <a:lnTo>
                    <a:pt x="104469" y="25795"/>
                  </a:lnTo>
                  <a:lnTo>
                    <a:pt x="105098" y="54179"/>
                  </a:lnTo>
                  <a:lnTo>
                    <a:pt x="122749" y="53745"/>
                  </a:lnTo>
                  <a:lnTo>
                    <a:pt x="124147" y="53716"/>
                  </a:lnTo>
                  <a:lnTo>
                    <a:pt x="124099" y="59205"/>
                  </a:lnTo>
                  <a:lnTo>
                    <a:pt x="72587" y="102407"/>
                  </a:lnTo>
                  <a:lnTo>
                    <a:pt x="64352" y="109710"/>
                  </a:lnTo>
                  <a:lnTo>
                    <a:pt x="55931" y="110625"/>
                  </a:lnTo>
                  <a:lnTo>
                    <a:pt x="53890" y="110046"/>
                  </a:lnTo>
                  <a:lnTo>
                    <a:pt x="52067" y="103736"/>
                  </a:lnTo>
                  <a:lnTo>
                    <a:pt x="52523" y="101788"/>
                  </a:lnTo>
                  <a:lnTo>
                    <a:pt x="47935" y="96938"/>
                  </a:lnTo>
                  <a:lnTo>
                    <a:pt x="50054" y="94044"/>
                  </a:lnTo>
                  <a:lnTo>
                    <a:pt x="47457" y="91548"/>
                  </a:lnTo>
                  <a:lnTo>
                    <a:pt x="53438" y="91339"/>
                  </a:lnTo>
                  <a:lnTo>
                    <a:pt x="52645" y="88135"/>
                  </a:lnTo>
                  <a:lnTo>
                    <a:pt x="51724" y="84602"/>
                  </a:lnTo>
                  <a:lnTo>
                    <a:pt x="49202" y="85487"/>
                  </a:lnTo>
                  <a:lnTo>
                    <a:pt x="46086" y="77220"/>
                  </a:lnTo>
                  <a:lnTo>
                    <a:pt x="44819" y="75610"/>
                  </a:lnTo>
                  <a:lnTo>
                    <a:pt x="42330" y="76670"/>
                  </a:lnTo>
                  <a:lnTo>
                    <a:pt x="35778" y="69657"/>
                  </a:lnTo>
                  <a:lnTo>
                    <a:pt x="32954" y="70712"/>
                  </a:lnTo>
                  <a:lnTo>
                    <a:pt x="29036" y="70454"/>
                  </a:lnTo>
                  <a:lnTo>
                    <a:pt x="28090" y="68099"/>
                  </a:lnTo>
                  <a:lnTo>
                    <a:pt x="29021" y="67269"/>
                  </a:lnTo>
                  <a:lnTo>
                    <a:pt x="24765" y="64402"/>
                  </a:lnTo>
                  <a:lnTo>
                    <a:pt x="22468" y="65378"/>
                  </a:lnTo>
                  <a:lnTo>
                    <a:pt x="22329" y="67529"/>
                  </a:lnTo>
                  <a:lnTo>
                    <a:pt x="18599" y="67523"/>
                  </a:lnTo>
                  <a:lnTo>
                    <a:pt x="12887" y="57611"/>
                  </a:lnTo>
                  <a:lnTo>
                    <a:pt x="9341" y="55221"/>
                  </a:lnTo>
                  <a:lnTo>
                    <a:pt x="5673" y="58040"/>
                  </a:lnTo>
                  <a:lnTo>
                    <a:pt x="4931" y="57920"/>
                  </a:lnTo>
                  <a:lnTo>
                    <a:pt x="4554" y="50938"/>
                  </a:lnTo>
                  <a:lnTo>
                    <a:pt x="3838" y="50106"/>
                  </a:lnTo>
                  <a:lnTo>
                    <a:pt x="5807" y="38707"/>
                  </a:lnTo>
                  <a:lnTo>
                    <a:pt x="36" y="30288"/>
                  </a:lnTo>
                  <a:lnTo>
                    <a:pt x="4988" y="26717"/>
                  </a:lnTo>
                  <a:lnTo>
                    <a:pt x="2247" y="23065"/>
                  </a:lnTo>
                  <a:lnTo>
                    <a:pt x="6825" y="20535"/>
                  </a:lnTo>
                  <a:lnTo>
                    <a:pt x="6894" y="19238"/>
                  </a:lnTo>
                  <a:lnTo>
                    <a:pt x="0" y="10541"/>
                  </a:lnTo>
                  <a:lnTo>
                    <a:pt x="4989" y="9283"/>
                  </a:lnTo>
                  <a:lnTo>
                    <a:pt x="11815" y="17673"/>
                  </a:lnTo>
                  <a:lnTo>
                    <a:pt x="21708" y="10243"/>
                  </a:lnTo>
                  <a:lnTo>
                    <a:pt x="21016" y="9741"/>
                  </a:lnTo>
                  <a:lnTo>
                    <a:pt x="20834" y="150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h4447"/>
            <p:cNvSpPr/>
            <p:nvPr/>
          </p:nvSpPr>
          <p:spPr>
            <a:xfrm>
              <a:off x="6996447" y="2164241"/>
              <a:ext cx="76182" cy="71490"/>
            </a:xfrm>
            <a:custGeom>
              <a:avLst/>
              <a:pathLst>
                <a:path w="76182" h="71490">
                  <a:moveTo>
                    <a:pt x="20555" y="4517"/>
                  </a:moveTo>
                  <a:lnTo>
                    <a:pt x="25487" y="6253"/>
                  </a:lnTo>
                  <a:lnTo>
                    <a:pt x="28691" y="9908"/>
                  </a:lnTo>
                  <a:lnTo>
                    <a:pt x="32320" y="15996"/>
                  </a:lnTo>
                  <a:lnTo>
                    <a:pt x="39963" y="16697"/>
                  </a:lnTo>
                  <a:lnTo>
                    <a:pt x="44586" y="13937"/>
                  </a:lnTo>
                  <a:lnTo>
                    <a:pt x="44311" y="8529"/>
                  </a:lnTo>
                  <a:lnTo>
                    <a:pt x="57099" y="10313"/>
                  </a:lnTo>
                  <a:lnTo>
                    <a:pt x="59732" y="11778"/>
                  </a:lnTo>
                  <a:lnTo>
                    <a:pt x="63941" y="18193"/>
                  </a:lnTo>
                  <a:lnTo>
                    <a:pt x="71904" y="19845"/>
                  </a:lnTo>
                  <a:lnTo>
                    <a:pt x="76182" y="18912"/>
                  </a:lnTo>
                  <a:lnTo>
                    <a:pt x="74845" y="23971"/>
                  </a:lnTo>
                  <a:lnTo>
                    <a:pt x="75295" y="25418"/>
                  </a:lnTo>
                  <a:lnTo>
                    <a:pt x="73080" y="25742"/>
                  </a:lnTo>
                  <a:lnTo>
                    <a:pt x="70348" y="25075"/>
                  </a:lnTo>
                  <a:lnTo>
                    <a:pt x="70601" y="29823"/>
                  </a:lnTo>
                  <a:lnTo>
                    <a:pt x="64089" y="31336"/>
                  </a:lnTo>
                  <a:lnTo>
                    <a:pt x="54516" y="36037"/>
                  </a:lnTo>
                  <a:lnTo>
                    <a:pt x="58121" y="43154"/>
                  </a:lnTo>
                  <a:lnTo>
                    <a:pt x="53030" y="46428"/>
                  </a:lnTo>
                  <a:lnTo>
                    <a:pt x="49981" y="49597"/>
                  </a:lnTo>
                  <a:lnTo>
                    <a:pt x="46194" y="47091"/>
                  </a:lnTo>
                  <a:lnTo>
                    <a:pt x="39370" y="48890"/>
                  </a:lnTo>
                  <a:lnTo>
                    <a:pt x="37336" y="51843"/>
                  </a:lnTo>
                  <a:lnTo>
                    <a:pt x="39393" y="54319"/>
                  </a:lnTo>
                  <a:lnTo>
                    <a:pt x="38597" y="61182"/>
                  </a:lnTo>
                  <a:lnTo>
                    <a:pt x="39236" y="62800"/>
                  </a:lnTo>
                  <a:lnTo>
                    <a:pt x="37193" y="67455"/>
                  </a:lnTo>
                  <a:lnTo>
                    <a:pt x="35013" y="71397"/>
                  </a:lnTo>
                  <a:lnTo>
                    <a:pt x="32001" y="71490"/>
                  </a:lnTo>
                  <a:lnTo>
                    <a:pt x="27840" y="61238"/>
                  </a:lnTo>
                  <a:lnTo>
                    <a:pt x="29766" y="58651"/>
                  </a:lnTo>
                  <a:lnTo>
                    <a:pt x="26399" y="54896"/>
                  </a:lnTo>
                  <a:lnTo>
                    <a:pt x="23664" y="55235"/>
                  </a:lnTo>
                  <a:lnTo>
                    <a:pt x="23327" y="54135"/>
                  </a:lnTo>
                  <a:lnTo>
                    <a:pt x="23753" y="53475"/>
                  </a:lnTo>
                  <a:lnTo>
                    <a:pt x="21964" y="49137"/>
                  </a:lnTo>
                  <a:lnTo>
                    <a:pt x="15779" y="43314"/>
                  </a:lnTo>
                  <a:lnTo>
                    <a:pt x="5639" y="37026"/>
                  </a:lnTo>
                  <a:lnTo>
                    <a:pt x="3020" y="37864"/>
                  </a:lnTo>
                  <a:lnTo>
                    <a:pt x="0" y="35864"/>
                  </a:lnTo>
                  <a:lnTo>
                    <a:pt x="4959" y="24390"/>
                  </a:lnTo>
                  <a:lnTo>
                    <a:pt x="7579" y="24116"/>
                  </a:lnTo>
                  <a:lnTo>
                    <a:pt x="13554" y="17917"/>
                  </a:lnTo>
                  <a:lnTo>
                    <a:pt x="13155" y="15103"/>
                  </a:lnTo>
                  <a:lnTo>
                    <a:pt x="10283" y="9465"/>
                  </a:lnTo>
                  <a:lnTo>
                    <a:pt x="10765" y="7020"/>
                  </a:lnTo>
                  <a:lnTo>
                    <a:pt x="9607" y="6545"/>
                  </a:lnTo>
                  <a:lnTo>
                    <a:pt x="12774" y="3541"/>
                  </a:lnTo>
                  <a:lnTo>
                    <a:pt x="13530" y="1187"/>
                  </a:lnTo>
                  <a:lnTo>
                    <a:pt x="15373" y="347"/>
                  </a:lnTo>
                  <a:lnTo>
                    <a:pt x="1992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h4448"/>
            <p:cNvSpPr/>
            <p:nvPr/>
          </p:nvSpPr>
          <p:spPr>
            <a:xfrm>
              <a:off x="7066297" y="2359698"/>
              <a:ext cx="34824" cy="66301"/>
            </a:xfrm>
            <a:custGeom>
              <a:avLst/>
              <a:pathLst>
                <a:path w="34824" h="66301">
                  <a:moveTo>
                    <a:pt x="16775" y="6797"/>
                  </a:moveTo>
                  <a:lnTo>
                    <a:pt x="12407" y="9801"/>
                  </a:lnTo>
                  <a:lnTo>
                    <a:pt x="18730" y="20217"/>
                  </a:lnTo>
                  <a:lnTo>
                    <a:pt x="22256" y="29206"/>
                  </a:lnTo>
                  <a:lnTo>
                    <a:pt x="22190" y="32449"/>
                  </a:lnTo>
                  <a:lnTo>
                    <a:pt x="27103" y="40642"/>
                  </a:lnTo>
                  <a:lnTo>
                    <a:pt x="31875" y="44787"/>
                  </a:lnTo>
                  <a:lnTo>
                    <a:pt x="33600" y="53967"/>
                  </a:lnTo>
                  <a:lnTo>
                    <a:pt x="34824" y="59396"/>
                  </a:lnTo>
                  <a:lnTo>
                    <a:pt x="31257" y="63785"/>
                  </a:lnTo>
                  <a:lnTo>
                    <a:pt x="30888" y="66067"/>
                  </a:lnTo>
                  <a:lnTo>
                    <a:pt x="28673" y="66301"/>
                  </a:lnTo>
                  <a:lnTo>
                    <a:pt x="25066" y="64187"/>
                  </a:lnTo>
                  <a:lnTo>
                    <a:pt x="19673" y="55624"/>
                  </a:lnTo>
                  <a:lnTo>
                    <a:pt x="19333" y="52591"/>
                  </a:lnTo>
                  <a:lnTo>
                    <a:pt x="17385" y="51955"/>
                  </a:lnTo>
                  <a:lnTo>
                    <a:pt x="14468" y="50924"/>
                  </a:lnTo>
                  <a:lnTo>
                    <a:pt x="14860" y="48579"/>
                  </a:lnTo>
                  <a:lnTo>
                    <a:pt x="18851" y="43567"/>
                  </a:lnTo>
                  <a:lnTo>
                    <a:pt x="15735" y="36573"/>
                  </a:lnTo>
                  <a:lnTo>
                    <a:pt x="0" y="22127"/>
                  </a:lnTo>
                  <a:lnTo>
                    <a:pt x="4477" y="17828"/>
                  </a:lnTo>
                  <a:lnTo>
                    <a:pt x="4614" y="16449"/>
                  </a:lnTo>
                  <a:lnTo>
                    <a:pt x="3146" y="13152"/>
                  </a:lnTo>
                  <a:lnTo>
                    <a:pt x="6017" y="8661"/>
                  </a:lnTo>
                  <a:lnTo>
                    <a:pt x="5342" y="5199"/>
                  </a:lnTo>
                  <a:lnTo>
                    <a:pt x="3077" y="2455"/>
                  </a:lnTo>
                  <a:lnTo>
                    <a:pt x="3817" y="596"/>
                  </a:lnTo>
                  <a:lnTo>
                    <a:pt x="4540" y="2878"/>
                  </a:lnTo>
                  <a:lnTo>
                    <a:pt x="6410" y="5262"/>
                  </a:lnTo>
                  <a:lnTo>
                    <a:pt x="1308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h4449"/>
            <p:cNvSpPr/>
            <p:nvPr/>
          </p:nvSpPr>
          <p:spPr>
            <a:xfrm>
              <a:off x="7552446" y="3391807"/>
              <a:ext cx="86671" cy="129488"/>
            </a:xfrm>
            <a:custGeom>
              <a:avLst/>
              <a:pathLst>
                <a:path w="86671" h="129488">
                  <a:moveTo>
                    <a:pt x="86671" y="3974"/>
                  </a:moveTo>
                  <a:lnTo>
                    <a:pt x="84453" y="5372"/>
                  </a:lnTo>
                  <a:lnTo>
                    <a:pt x="83864" y="7338"/>
                  </a:lnTo>
                  <a:lnTo>
                    <a:pt x="84843" y="7845"/>
                  </a:lnTo>
                  <a:lnTo>
                    <a:pt x="84661" y="10516"/>
                  </a:lnTo>
                  <a:lnTo>
                    <a:pt x="72285" y="16019"/>
                  </a:lnTo>
                  <a:lnTo>
                    <a:pt x="72470" y="18550"/>
                  </a:lnTo>
                  <a:lnTo>
                    <a:pt x="67176" y="24620"/>
                  </a:lnTo>
                  <a:lnTo>
                    <a:pt x="67484" y="25919"/>
                  </a:lnTo>
                  <a:lnTo>
                    <a:pt x="68150" y="25733"/>
                  </a:lnTo>
                  <a:lnTo>
                    <a:pt x="66929" y="32160"/>
                  </a:lnTo>
                  <a:lnTo>
                    <a:pt x="65159" y="34065"/>
                  </a:lnTo>
                  <a:lnTo>
                    <a:pt x="64949" y="40067"/>
                  </a:lnTo>
                  <a:lnTo>
                    <a:pt x="67731" y="45963"/>
                  </a:lnTo>
                  <a:lnTo>
                    <a:pt x="66659" y="48363"/>
                  </a:lnTo>
                  <a:lnTo>
                    <a:pt x="67197" y="49309"/>
                  </a:lnTo>
                  <a:lnTo>
                    <a:pt x="76762" y="52281"/>
                  </a:lnTo>
                  <a:lnTo>
                    <a:pt x="68419" y="66461"/>
                  </a:lnTo>
                  <a:lnTo>
                    <a:pt x="61776" y="65406"/>
                  </a:lnTo>
                  <a:lnTo>
                    <a:pt x="57046" y="62757"/>
                  </a:lnTo>
                  <a:lnTo>
                    <a:pt x="55066" y="61338"/>
                  </a:lnTo>
                  <a:lnTo>
                    <a:pt x="53573" y="63538"/>
                  </a:lnTo>
                  <a:lnTo>
                    <a:pt x="51872" y="63712"/>
                  </a:lnTo>
                  <a:lnTo>
                    <a:pt x="41741" y="58828"/>
                  </a:lnTo>
                  <a:lnTo>
                    <a:pt x="35351" y="64008"/>
                  </a:lnTo>
                  <a:lnTo>
                    <a:pt x="39597" y="66564"/>
                  </a:lnTo>
                  <a:lnTo>
                    <a:pt x="41398" y="69868"/>
                  </a:lnTo>
                  <a:lnTo>
                    <a:pt x="44243" y="70184"/>
                  </a:lnTo>
                  <a:lnTo>
                    <a:pt x="48716" y="66436"/>
                  </a:lnTo>
                  <a:lnTo>
                    <a:pt x="54959" y="68238"/>
                  </a:lnTo>
                  <a:lnTo>
                    <a:pt x="56494" y="69960"/>
                  </a:lnTo>
                  <a:lnTo>
                    <a:pt x="51109" y="83574"/>
                  </a:lnTo>
                  <a:lnTo>
                    <a:pt x="49319" y="84085"/>
                  </a:lnTo>
                  <a:lnTo>
                    <a:pt x="44868" y="77845"/>
                  </a:lnTo>
                  <a:lnTo>
                    <a:pt x="46764" y="74385"/>
                  </a:lnTo>
                  <a:lnTo>
                    <a:pt x="47213" y="72933"/>
                  </a:lnTo>
                  <a:lnTo>
                    <a:pt x="46618" y="72779"/>
                  </a:lnTo>
                  <a:lnTo>
                    <a:pt x="43203" y="74154"/>
                  </a:lnTo>
                  <a:lnTo>
                    <a:pt x="41040" y="76017"/>
                  </a:lnTo>
                  <a:lnTo>
                    <a:pt x="40440" y="77127"/>
                  </a:lnTo>
                  <a:lnTo>
                    <a:pt x="43027" y="79944"/>
                  </a:lnTo>
                  <a:lnTo>
                    <a:pt x="37647" y="87034"/>
                  </a:lnTo>
                  <a:lnTo>
                    <a:pt x="35968" y="86897"/>
                  </a:lnTo>
                  <a:lnTo>
                    <a:pt x="35267" y="88023"/>
                  </a:lnTo>
                  <a:lnTo>
                    <a:pt x="34521" y="87709"/>
                  </a:lnTo>
                  <a:lnTo>
                    <a:pt x="33948" y="85491"/>
                  </a:lnTo>
                  <a:lnTo>
                    <a:pt x="37363" y="84433"/>
                  </a:lnTo>
                  <a:lnTo>
                    <a:pt x="38149" y="83272"/>
                  </a:lnTo>
                  <a:lnTo>
                    <a:pt x="38798" y="75934"/>
                  </a:lnTo>
                  <a:lnTo>
                    <a:pt x="37846" y="73384"/>
                  </a:lnTo>
                  <a:lnTo>
                    <a:pt x="36340" y="71946"/>
                  </a:lnTo>
                  <a:lnTo>
                    <a:pt x="32205" y="70034"/>
                  </a:lnTo>
                  <a:lnTo>
                    <a:pt x="30101" y="73196"/>
                  </a:lnTo>
                  <a:lnTo>
                    <a:pt x="27658" y="73552"/>
                  </a:lnTo>
                  <a:lnTo>
                    <a:pt x="25236" y="76877"/>
                  </a:lnTo>
                  <a:lnTo>
                    <a:pt x="26758" y="82199"/>
                  </a:lnTo>
                  <a:lnTo>
                    <a:pt x="26262" y="83943"/>
                  </a:lnTo>
                  <a:lnTo>
                    <a:pt x="23899" y="86307"/>
                  </a:lnTo>
                  <a:lnTo>
                    <a:pt x="23365" y="89441"/>
                  </a:lnTo>
                  <a:lnTo>
                    <a:pt x="24559" y="92482"/>
                  </a:lnTo>
                  <a:lnTo>
                    <a:pt x="27134" y="92496"/>
                  </a:lnTo>
                  <a:lnTo>
                    <a:pt x="27602" y="91310"/>
                  </a:lnTo>
                  <a:lnTo>
                    <a:pt x="30091" y="90052"/>
                  </a:lnTo>
                  <a:lnTo>
                    <a:pt x="32738" y="90576"/>
                  </a:lnTo>
                  <a:lnTo>
                    <a:pt x="35014" y="92037"/>
                  </a:lnTo>
                  <a:lnTo>
                    <a:pt x="36108" y="93346"/>
                  </a:lnTo>
                  <a:lnTo>
                    <a:pt x="39966" y="94954"/>
                  </a:lnTo>
                  <a:lnTo>
                    <a:pt x="43313" y="95074"/>
                  </a:lnTo>
                  <a:lnTo>
                    <a:pt x="46804" y="93192"/>
                  </a:lnTo>
                  <a:lnTo>
                    <a:pt x="46186" y="91508"/>
                  </a:lnTo>
                  <a:lnTo>
                    <a:pt x="46735" y="90656"/>
                  </a:lnTo>
                  <a:lnTo>
                    <a:pt x="48150" y="89850"/>
                  </a:lnTo>
                  <a:lnTo>
                    <a:pt x="51149" y="90260"/>
                  </a:lnTo>
                  <a:lnTo>
                    <a:pt x="62924" y="96206"/>
                  </a:lnTo>
                  <a:lnTo>
                    <a:pt x="48950" y="105093"/>
                  </a:lnTo>
                  <a:lnTo>
                    <a:pt x="47354" y="104953"/>
                  </a:lnTo>
                  <a:lnTo>
                    <a:pt x="48580" y="102734"/>
                  </a:lnTo>
                  <a:lnTo>
                    <a:pt x="47504" y="101938"/>
                  </a:lnTo>
                  <a:lnTo>
                    <a:pt x="44177" y="100983"/>
                  </a:lnTo>
                  <a:lnTo>
                    <a:pt x="43767" y="103337"/>
                  </a:lnTo>
                  <a:lnTo>
                    <a:pt x="46700" y="108598"/>
                  </a:lnTo>
                  <a:lnTo>
                    <a:pt x="51874" y="109377"/>
                  </a:lnTo>
                  <a:lnTo>
                    <a:pt x="51909" y="105710"/>
                  </a:lnTo>
                  <a:lnTo>
                    <a:pt x="54922" y="105425"/>
                  </a:lnTo>
                  <a:lnTo>
                    <a:pt x="56418" y="110627"/>
                  </a:lnTo>
                  <a:lnTo>
                    <a:pt x="61787" y="119799"/>
                  </a:lnTo>
                  <a:lnTo>
                    <a:pt x="58804" y="126099"/>
                  </a:lnTo>
                  <a:lnTo>
                    <a:pt x="55497" y="126416"/>
                  </a:lnTo>
                  <a:lnTo>
                    <a:pt x="51425" y="125163"/>
                  </a:lnTo>
                  <a:lnTo>
                    <a:pt x="44270" y="129488"/>
                  </a:lnTo>
                  <a:lnTo>
                    <a:pt x="40735" y="127433"/>
                  </a:lnTo>
                  <a:lnTo>
                    <a:pt x="38443" y="121008"/>
                  </a:lnTo>
                  <a:lnTo>
                    <a:pt x="33283" y="122472"/>
                  </a:lnTo>
                  <a:lnTo>
                    <a:pt x="32519" y="120998"/>
                  </a:lnTo>
                  <a:lnTo>
                    <a:pt x="31704" y="116718"/>
                  </a:lnTo>
                  <a:lnTo>
                    <a:pt x="35486" y="115341"/>
                  </a:lnTo>
                  <a:lnTo>
                    <a:pt x="40082" y="116995"/>
                  </a:lnTo>
                  <a:lnTo>
                    <a:pt x="36729" y="111505"/>
                  </a:lnTo>
                  <a:lnTo>
                    <a:pt x="32750" y="109598"/>
                  </a:lnTo>
                  <a:lnTo>
                    <a:pt x="27491" y="109037"/>
                  </a:lnTo>
                  <a:lnTo>
                    <a:pt x="23900" y="106992"/>
                  </a:lnTo>
                  <a:lnTo>
                    <a:pt x="24512" y="103656"/>
                  </a:lnTo>
                  <a:lnTo>
                    <a:pt x="27780" y="101295"/>
                  </a:lnTo>
                  <a:lnTo>
                    <a:pt x="25778" y="100536"/>
                  </a:lnTo>
                  <a:lnTo>
                    <a:pt x="21869" y="95543"/>
                  </a:lnTo>
                  <a:lnTo>
                    <a:pt x="16210" y="92204"/>
                  </a:lnTo>
                  <a:lnTo>
                    <a:pt x="16193" y="90239"/>
                  </a:lnTo>
                  <a:lnTo>
                    <a:pt x="14851" y="88308"/>
                  </a:lnTo>
                  <a:lnTo>
                    <a:pt x="11633" y="86464"/>
                  </a:lnTo>
                  <a:lnTo>
                    <a:pt x="11463" y="85718"/>
                  </a:lnTo>
                  <a:lnTo>
                    <a:pt x="13612" y="82757"/>
                  </a:lnTo>
                  <a:lnTo>
                    <a:pt x="13624" y="80355"/>
                  </a:lnTo>
                  <a:lnTo>
                    <a:pt x="11796" y="75590"/>
                  </a:lnTo>
                  <a:lnTo>
                    <a:pt x="8915" y="78320"/>
                  </a:lnTo>
                  <a:lnTo>
                    <a:pt x="4531" y="77112"/>
                  </a:lnTo>
                  <a:lnTo>
                    <a:pt x="1594" y="74492"/>
                  </a:lnTo>
                  <a:lnTo>
                    <a:pt x="0" y="71293"/>
                  </a:lnTo>
                  <a:lnTo>
                    <a:pt x="5343" y="72255"/>
                  </a:lnTo>
                  <a:lnTo>
                    <a:pt x="12305" y="71453"/>
                  </a:lnTo>
                  <a:lnTo>
                    <a:pt x="13616" y="66671"/>
                  </a:lnTo>
                  <a:lnTo>
                    <a:pt x="8450" y="61446"/>
                  </a:lnTo>
                  <a:lnTo>
                    <a:pt x="2751" y="53260"/>
                  </a:lnTo>
                  <a:lnTo>
                    <a:pt x="3842" y="52549"/>
                  </a:lnTo>
                  <a:lnTo>
                    <a:pt x="5922" y="52793"/>
                  </a:lnTo>
                  <a:lnTo>
                    <a:pt x="4104" y="45051"/>
                  </a:lnTo>
                  <a:lnTo>
                    <a:pt x="3168" y="43617"/>
                  </a:lnTo>
                  <a:lnTo>
                    <a:pt x="10683" y="40520"/>
                  </a:lnTo>
                  <a:lnTo>
                    <a:pt x="15117" y="47528"/>
                  </a:lnTo>
                  <a:lnTo>
                    <a:pt x="20805" y="45147"/>
                  </a:lnTo>
                  <a:lnTo>
                    <a:pt x="28088" y="37683"/>
                  </a:lnTo>
                  <a:lnTo>
                    <a:pt x="28520" y="37783"/>
                  </a:lnTo>
                  <a:lnTo>
                    <a:pt x="30093" y="38889"/>
                  </a:lnTo>
                  <a:lnTo>
                    <a:pt x="30932" y="47005"/>
                  </a:lnTo>
                  <a:lnTo>
                    <a:pt x="29157" y="52772"/>
                  </a:lnTo>
                  <a:lnTo>
                    <a:pt x="29373" y="55162"/>
                  </a:lnTo>
                  <a:lnTo>
                    <a:pt x="34841" y="60517"/>
                  </a:lnTo>
                  <a:lnTo>
                    <a:pt x="39387" y="59973"/>
                  </a:lnTo>
                  <a:lnTo>
                    <a:pt x="39135" y="56124"/>
                  </a:lnTo>
                  <a:lnTo>
                    <a:pt x="41613" y="57368"/>
                  </a:lnTo>
                  <a:lnTo>
                    <a:pt x="49821" y="58436"/>
                  </a:lnTo>
                  <a:lnTo>
                    <a:pt x="56978" y="60839"/>
                  </a:lnTo>
                  <a:lnTo>
                    <a:pt x="54765" y="52320"/>
                  </a:lnTo>
                  <a:lnTo>
                    <a:pt x="57273" y="48877"/>
                  </a:lnTo>
                  <a:lnTo>
                    <a:pt x="61602" y="44867"/>
                  </a:lnTo>
                  <a:lnTo>
                    <a:pt x="61456" y="43592"/>
                  </a:lnTo>
                  <a:lnTo>
                    <a:pt x="59059" y="38874"/>
                  </a:lnTo>
                  <a:lnTo>
                    <a:pt x="45580" y="29538"/>
                  </a:lnTo>
                  <a:lnTo>
                    <a:pt x="47085" y="22487"/>
                  </a:lnTo>
                  <a:lnTo>
                    <a:pt x="47416" y="23746"/>
                  </a:lnTo>
                  <a:lnTo>
                    <a:pt x="51176" y="22248"/>
                  </a:lnTo>
                  <a:lnTo>
                    <a:pt x="61272" y="7644"/>
                  </a:lnTo>
                  <a:lnTo>
                    <a:pt x="63034" y="3460"/>
                  </a:lnTo>
                  <a:lnTo>
                    <a:pt x="67208" y="3037"/>
                  </a:lnTo>
                  <a:lnTo>
                    <a:pt x="70697" y="2698"/>
                  </a:lnTo>
                  <a:lnTo>
                    <a:pt x="73656" y="4770"/>
                  </a:lnTo>
                  <a:lnTo>
                    <a:pt x="7801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h4450"/>
            <p:cNvSpPr/>
            <p:nvPr/>
          </p:nvSpPr>
          <p:spPr>
            <a:xfrm>
              <a:off x="7356693" y="3379453"/>
              <a:ext cx="12405" cy="15391"/>
            </a:xfrm>
            <a:custGeom>
              <a:avLst/>
              <a:pathLst>
                <a:path w="12405" h="15391">
                  <a:moveTo>
                    <a:pt x="9021" y="620"/>
                  </a:moveTo>
                  <a:lnTo>
                    <a:pt x="7857" y="2254"/>
                  </a:lnTo>
                  <a:lnTo>
                    <a:pt x="10220" y="4498"/>
                  </a:lnTo>
                  <a:lnTo>
                    <a:pt x="10811" y="7442"/>
                  </a:lnTo>
                  <a:lnTo>
                    <a:pt x="11910" y="9879"/>
                  </a:lnTo>
                  <a:lnTo>
                    <a:pt x="12405" y="10639"/>
                  </a:lnTo>
                  <a:lnTo>
                    <a:pt x="10982" y="13729"/>
                  </a:lnTo>
                  <a:lnTo>
                    <a:pt x="8567" y="15391"/>
                  </a:lnTo>
                  <a:lnTo>
                    <a:pt x="7317" y="15163"/>
                  </a:lnTo>
                  <a:lnTo>
                    <a:pt x="7794" y="13507"/>
                  </a:lnTo>
                  <a:lnTo>
                    <a:pt x="1247" y="15378"/>
                  </a:lnTo>
                  <a:lnTo>
                    <a:pt x="0" y="14585"/>
                  </a:lnTo>
                  <a:lnTo>
                    <a:pt x="1990" y="14730"/>
                  </a:lnTo>
                  <a:lnTo>
                    <a:pt x="5431" y="9004"/>
                  </a:lnTo>
                  <a:lnTo>
                    <a:pt x="5668" y="29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h4451"/>
            <p:cNvSpPr/>
            <p:nvPr/>
          </p:nvSpPr>
          <p:spPr>
            <a:xfrm>
              <a:off x="7565242" y="3383440"/>
              <a:ext cx="24267" cy="13965"/>
            </a:xfrm>
            <a:custGeom>
              <a:avLst/>
              <a:pathLst>
                <a:path w="24267" h="13965">
                  <a:moveTo>
                    <a:pt x="15174" y="0"/>
                  </a:moveTo>
                  <a:lnTo>
                    <a:pt x="18690" y="2740"/>
                  </a:lnTo>
                  <a:lnTo>
                    <a:pt x="18628" y="8766"/>
                  </a:lnTo>
                  <a:lnTo>
                    <a:pt x="24267" y="12255"/>
                  </a:lnTo>
                  <a:lnTo>
                    <a:pt x="19935" y="13965"/>
                  </a:lnTo>
                  <a:lnTo>
                    <a:pt x="10597" y="11933"/>
                  </a:lnTo>
                  <a:lnTo>
                    <a:pt x="6140" y="9427"/>
                  </a:lnTo>
                  <a:lnTo>
                    <a:pt x="4076" y="9264"/>
                  </a:lnTo>
                  <a:lnTo>
                    <a:pt x="1957" y="7153"/>
                  </a:lnTo>
                  <a:lnTo>
                    <a:pt x="0" y="4181"/>
                  </a:lnTo>
                  <a:lnTo>
                    <a:pt x="2498" y="4187"/>
                  </a:lnTo>
                  <a:lnTo>
                    <a:pt x="5328" y="1067"/>
                  </a:lnTo>
                  <a:lnTo>
                    <a:pt x="6656" y="574"/>
                  </a:lnTo>
                  <a:lnTo>
                    <a:pt x="8351" y="877"/>
                  </a:lnTo>
                  <a:lnTo>
                    <a:pt x="7912" y="4770"/>
                  </a:lnTo>
                  <a:lnTo>
                    <a:pt x="11151" y="5106"/>
                  </a:lnTo>
                  <a:lnTo>
                    <a:pt x="12043" y="21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h4452"/>
            <p:cNvSpPr/>
            <p:nvPr/>
          </p:nvSpPr>
          <p:spPr>
            <a:xfrm>
              <a:off x="7363456" y="3302862"/>
              <a:ext cx="10361" cy="6640"/>
            </a:xfrm>
            <a:custGeom>
              <a:avLst/>
              <a:pathLst>
                <a:path w="10361" h="6640">
                  <a:moveTo>
                    <a:pt x="8397" y="0"/>
                  </a:moveTo>
                  <a:lnTo>
                    <a:pt x="10361" y="921"/>
                  </a:lnTo>
                  <a:lnTo>
                    <a:pt x="8602" y="5551"/>
                  </a:lnTo>
                  <a:lnTo>
                    <a:pt x="3525" y="6640"/>
                  </a:lnTo>
                  <a:lnTo>
                    <a:pt x="0" y="4792"/>
                  </a:lnTo>
                  <a:lnTo>
                    <a:pt x="3394" y="61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h4453"/>
            <p:cNvSpPr/>
            <p:nvPr/>
          </p:nvSpPr>
          <p:spPr>
            <a:xfrm>
              <a:off x="7463265" y="3410089"/>
              <a:ext cx="22017" cy="9146"/>
            </a:xfrm>
            <a:custGeom>
              <a:avLst/>
              <a:pathLst>
                <a:path w="22017" h="9146">
                  <a:moveTo>
                    <a:pt x="6468" y="30"/>
                  </a:moveTo>
                  <a:lnTo>
                    <a:pt x="8116" y="1306"/>
                  </a:lnTo>
                  <a:lnTo>
                    <a:pt x="17007" y="2294"/>
                  </a:lnTo>
                  <a:lnTo>
                    <a:pt x="18206" y="3956"/>
                  </a:lnTo>
                  <a:lnTo>
                    <a:pt x="18150" y="6426"/>
                  </a:lnTo>
                  <a:lnTo>
                    <a:pt x="21497" y="7716"/>
                  </a:lnTo>
                  <a:lnTo>
                    <a:pt x="22017" y="8297"/>
                  </a:lnTo>
                  <a:lnTo>
                    <a:pt x="20975" y="8885"/>
                  </a:lnTo>
                  <a:lnTo>
                    <a:pt x="19540" y="9146"/>
                  </a:lnTo>
                  <a:lnTo>
                    <a:pt x="16167" y="7792"/>
                  </a:lnTo>
                  <a:lnTo>
                    <a:pt x="14744" y="6540"/>
                  </a:lnTo>
                  <a:lnTo>
                    <a:pt x="13474" y="3691"/>
                  </a:lnTo>
                  <a:lnTo>
                    <a:pt x="9715" y="3370"/>
                  </a:lnTo>
                  <a:lnTo>
                    <a:pt x="3036" y="5121"/>
                  </a:lnTo>
                  <a:lnTo>
                    <a:pt x="0" y="3393"/>
                  </a:lnTo>
                  <a:lnTo>
                    <a:pt x="734" y="1851"/>
                  </a:lnTo>
                  <a:lnTo>
                    <a:pt x="398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h4454"/>
            <p:cNvSpPr/>
            <p:nvPr/>
          </p:nvSpPr>
          <p:spPr>
            <a:xfrm>
              <a:off x="7426422" y="3332061"/>
              <a:ext cx="6734" cy="7399"/>
            </a:xfrm>
            <a:custGeom>
              <a:avLst/>
              <a:pathLst>
                <a:path w="6734" h="7399">
                  <a:moveTo>
                    <a:pt x="6734" y="5747"/>
                  </a:moveTo>
                  <a:lnTo>
                    <a:pt x="1239" y="7399"/>
                  </a:lnTo>
                  <a:lnTo>
                    <a:pt x="314" y="3647"/>
                  </a:lnTo>
                  <a:lnTo>
                    <a:pt x="0" y="2034"/>
                  </a:lnTo>
                  <a:lnTo>
                    <a:pt x="325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h4455"/>
            <p:cNvSpPr/>
            <p:nvPr/>
          </p:nvSpPr>
          <p:spPr>
            <a:xfrm>
              <a:off x="7489256" y="3439932"/>
              <a:ext cx="5259" cy="4879"/>
            </a:xfrm>
            <a:custGeom>
              <a:avLst/>
              <a:pathLst>
                <a:path w="5259" h="4879">
                  <a:moveTo>
                    <a:pt x="4584" y="354"/>
                  </a:moveTo>
                  <a:lnTo>
                    <a:pt x="3108" y="1198"/>
                  </a:lnTo>
                  <a:lnTo>
                    <a:pt x="5146" y="1627"/>
                  </a:lnTo>
                  <a:lnTo>
                    <a:pt x="5259" y="2547"/>
                  </a:lnTo>
                  <a:lnTo>
                    <a:pt x="1315" y="3285"/>
                  </a:lnTo>
                  <a:lnTo>
                    <a:pt x="21" y="4879"/>
                  </a:lnTo>
                  <a:lnTo>
                    <a:pt x="0" y="35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h4456"/>
            <p:cNvSpPr/>
            <p:nvPr/>
          </p:nvSpPr>
          <p:spPr>
            <a:xfrm>
              <a:off x="7322321" y="3284070"/>
              <a:ext cx="37147" cy="15352"/>
            </a:xfrm>
            <a:custGeom>
              <a:avLst/>
              <a:pathLst>
                <a:path w="37147" h="15352">
                  <a:moveTo>
                    <a:pt x="21170" y="3091"/>
                  </a:moveTo>
                  <a:lnTo>
                    <a:pt x="19544" y="4728"/>
                  </a:lnTo>
                  <a:lnTo>
                    <a:pt x="19407" y="6264"/>
                  </a:lnTo>
                  <a:lnTo>
                    <a:pt x="26409" y="9643"/>
                  </a:lnTo>
                  <a:lnTo>
                    <a:pt x="29240" y="9567"/>
                  </a:lnTo>
                  <a:lnTo>
                    <a:pt x="30890" y="7794"/>
                  </a:lnTo>
                  <a:lnTo>
                    <a:pt x="30594" y="6937"/>
                  </a:lnTo>
                  <a:lnTo>
                    <a:pt x="28403" y="6442"/>
                  </a:lnTo>
                  <a:lnTo>
                    <a:pt x="28980" y="6104"/>
                  </a:lnTo>
                  <a:lnTo>
                    <a:pt x="33525" y="7015"/>
                  </a:lnTo>
                  <a:lnTo>
                    <a:pt x="36385" y="8802"/>
                  </a:lnTo>
                  <a:lnTo>
                    <a:pt x="37147" y="10969"/>
                  </a:lnTo>
                  <a:lnTo>
                    <a:pt x="36517" y="14114"/>
                  </a:lnTo>
                  <a:lnTo>
                    <a:pt x="34975" y="11223"/>
                  </a:lnTo>
                  <a:lnTo>
                    <a:pt x="28789" y="13037"/>
                  </a:lnTo>
                  <a:lnTo>
                    <a:pt x="26739" y="15352"/>
                  </a:lnTo>
                  <a:lnTo>
                    <a:pt x="25059" y="13792"/>
                  </a:lnTo>
                  <a:lnTo>
                    <a:pt x="23448" y="13181"/>
                  </a:lnTo>
                  <a:lnTo>
                    <a:pt x="21925" y="14512"/>
                  </a:lnTo>
                  <a:lnTo>
                    <a:pt x="18430" y="14226"/>
                  </a:lnTo>
                  <a:lnTo>
                    <a:pt x="15225" y="9628"/>
                  </a:lnTo>
                  <a:lnTo>
                    <a:pt x="6905" y="10824"/>
                  </a:lnTo>
                  <a:lnTo>
                    <a:pt x="5459" y="10417"/>
                  </a:lnTo>
                  <a:lnTo>
                    <a:pt x="6032" y="9016"/>
                  </a:lnTo>
                  <a:lnTo>
                    <a:pt x="4679" y="8045"/>
                  </a:lnTo>
                  <a:lnTo>
                    <a:pt x="3000" y="8669"/>
                  </a:lnTo>
                  <a:lnTo>
                    <a:pt x="2142" y="11640"/>
                  </a:lnTo>
                  <a:lnTo>
                    <a:pt x="0" y="11825"/>
                  </a:lnTo>
                  <a:lnTo>
                    <a:pt x="179" y="10261"/>
                  </a:lnTo>
                  <a:lnTo>
                    <a:pt x="2694" y="8788"/>
                  </a:lnTo>
                  <a:lnTo>
                    <a:pt x="1539" y="7478"/>
                  </a:lnTo>
                  <a:lnTo>
                    <a:pt x="3185" y="6877"/>
                  </a:lnTo>
                  <a:lnTo>
                    <a:pt x="6567" y="8469"/>
                  </a:lnTo>
                  <a:lnTo>
                    <a:pt x="15086" y="7906"/>
                  </a:lnTo>
                  <a:lnTo>
                    <a:pt x="14391" y="4315"/>
                  </a:lnTo>
                  <a:lnTo>
                    <a:pt x="12630" y="2991"/>
                  </a:lnTo>
                  <a:lnTo>
                    <a:pt x="1940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h4457"/>
            <p:cNvSpPr/>
            <p:nvPr/>
          </p:nvSpPr>
          <p:spPr>
            <a:xfrm>
              <a:off x="7362958" y="3458112"/>
              <a:ext cx="24261" cy="31170"/>
            </a:xfrm>
            <a:custGeom>
              <a:avLst/>
              <a:pathLst>
                <a:path w="24261" h="31170">
                  <a:moveTo>
                    <a:pt x="19393" y="1318"/>
                  </a:moveTo>
                  <a:lnTo>
                    <a:pt x="20762" y="2957"/>
                  </a:lnTo>
                  <a:lnTo>
                    <a:pt x="21043" y="4874"/>
                  </a:lnTo>
                  <a:lnTo>
                    <a:pt x="22816" y="11406"/>
                  </a:lnTo>
                  <a:lnTo>
                    <a:pt x="22242" y="22765"/>
                  </a:lnTo>
                  <a:lnTo>
                    <a:pt x="24261" y="28337"/>
                  </a:lnTo>
                  <a:lnTo>
                    <a:pt x="6541" y="31170"/>
                  </a:lnTo>
                  <a:lnTo>
                    <a:pt x="2823" y="29724"/>
                  </a:lnTo>
                  <a:lnTo>
                    <a:pt x="0" y="21283"/>
                  </a:lnTo>
                  <a:lnTo>
                    <a:pt x="1101" y="18679"/>
                  </a:lnTo>
                  <a:lnTo>
                    <a:pt x="3555" y="18010"/>
                  </a:lnTo>
                  <a:lnTo>
                    <a:pt x="10474" y="22326"/>
                  </a:lnTo>
                  <a:lnTo>
                    <a:pt x="12759" y="17552"/>
                  </a:lnTo>
                  <a:lnTo>
                    <a:pt x="13127" y="16332"/>
                  </a:lnTo>
                  <a:lnTo>
                    <a:pt x="10608" y="13587"/>
                  </a:lnTo>
                  <a:lnTo>
                    <a:pt x="9822" y="9447"/>
                  </a:lnTo>
                  <a:lnTo>
                    <a:pt x="10874" y="4494"/>
                  </a:lnTo>
                  <a:lnTo>
                    <a:pt x="12550" y="976"/>
                  </a:lnTo>
                  <a:lnTo>
                    <a:pt x="1510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h4458"/>
            <p:cNvSpPr/>
            <p:nvPr/>
          </p:nvSpPr>
          <p:spPr>
            <a:xfrm>
              <a:off x="7490670" y="3331950"/>
              <a:ext cx="21309" cy="21930"/>
            </a:xfrm>
            <a:custGeom>
              <a:avLst/>
              <a:pathLst>
                <a:path w="21309" h="21930">
                  <a:moveTo>
                    <a:pt x="10405" y="2063"/>
                  </a:moveTo>
                  <a:lnTo>
                    <a:pt x="13493" y="3813"/>
                  </a:lnTo>
                  <a:lnTo>
                    <a:pt x="17042" y="4328"/>
                  </a:lnTo>
                  <a:lnTo>
                    <a:pt x="19964" y="3175"/>
                  </a:lnTo>
                  <a:lnTo>
                    <a:pt x="21309" y="6446"/>
                  </a:lnTo>
                  <a:lnTo>
                    <a:pt x="19338" y="10463"/>
                  </a:lnTo>
                  <a:lnTo>
                    <a:pt x="16108" y="9948"/>
                  </a:lnTo>
                  <a:lnTo>
                    <a:pt x="8239" y="13809"/>
                  </a:lnTo>
                  <a:lnTo>
                    <a:pt x="6737" y="15737"/>
                  </a:lnTo>
                  <a:lnTo>
                    <a:pt x="6814" y="20823"/>
                  </a:lnTo>
                  <a:lnTo>
                    <a:pt x="5532" y="21930"/>
                  </a:lnTo>
                  <a:lnTo>
                    <a:pt x="0" y="15979"/>
                  </a:lnTo>
                  <a:lnTo>
                    <a:pt x="4158" y="13083"/>
                  </a:lnTo>
                  <a:lnTo>
                    <a:pt x="1377" y="6494"/>
                  </a:lnTo>
                  <a:lnTo>
                    <a:pt x="2637" y="5693"/>
                  </a:lnTo>
                  <a:lnTo>
                    <a:pt x="9166" y="2053"/>
                  </a:lnTo>
                  <a:lnTo>
                    <a:pt x="923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h4459"/>
            <p:cNvSpPr/>
            <p:nvPr/>
          </p:nvSpPr>
          <p:spPr>
            <a:xfrm>
              <a:off x="7453384" y="3224363"/>
              <a:ext cx="8489" cy="4428"/>
            </a:xfrm>
            <a:custGeom>
              <a:avLst/>
              <a:pathLst>
                <a:path w="8489" h="4428">
                  <a:moveTo>
                    <a:pt x="8489" y="1397"/>
                  </a:moveTo>
                  <a:lnTo>
                    <a:pt x="5737" y="3792"/>
                  </a:lnTo>
                  <a:lnTo>
                    <a:pt x="655" y="4428"/>
                  </a:lnTo>
                  <a:lnTo>
                    <a:pt x="0" y="3496"/>
                  </a:lnTo>
                  <a:lnTo>
                    <a:pt x="1189" y="630"/>
                  </a:lnTo>
                  <a:lnTo>
                    <a:pt x="308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h4460"/>
            <p:cNvSpPr/>
            <p:nvPr/>
          </p:nvSpPr>
          <p:spPr>
            <a:xfrm>
              <a:off x="7535757" y="3416127"/>
              <a:ext cx="44777" cy="23208"/>
            </a:xfrm>
            <a:custGeom>
              <a:avLst/>
              <a:pathLst>
                <a:path w="44777" h="23208">
                  <a:moveTo>
                    <a:pt x="20616" y="4202"/>
                  </a:moveTo>
                  <a:lnTo>
                    <a:pt x="23349" y="5800"/>
                  </a:lnTo>
                  <a:lnTo>
                    <a:pt x="27058" y="2948"/>
                  </a:lnTo>
                  <a:lnTo>
                    <a:pt x="34552" y="713"/>
                  </a:lnTo>
                  <a:lnTo>
                    <a:pt x="34392" y="1527"/>
                  </a:lnTo>
                  <a:lnTo>
                    <a:pt x="42842" y="13135"/>
                  </a:lnTo>
                  <a:lnTo>
                    <a:pt x="44777" y="13364"/>
                  </a:lnTo>
                  <a:lnTo>
                    <a:pt x="37494" y="20827"/>
                  </a:lnTo>
                  <a:lnTo>
                    <a:pt x="31806" y="23208"/>
                  </a:lnTo>
                  <a:lnTo>
                    <a:pt x="27373" y="16200"/>
                  </a:lnTo>
                  <a:lnTo>
                    <a:pt x="19857" y="19297"/>
                  </a:lnTo>
                  <a:lnTo>
                    <a:pt x="18098" y="19944"/>
                  </a:lnTo>
                  <a:lnTo>
                    <a:pt x="11236" y="16908"/>
                  </a:lnTo>
                  <a:lnTo>
                    <a:pt x="2354" y="10813"/>
                  </a:lnTo>
                  <a:lnTo>
                    <a:pt x="0" y="9970"/>
                  </a:lnTo>
                  <a:lnTo>
                    <a:pt x="1226" y="7821"/>
                  </a:lnTo>
                  <a:lnTo>
                    <a:pt x="1338" y="7324"/>
                  </a:lnTo>
                  <a:lnTo>
                    <a:pt x="4707" y="7245"/>
                  </a:lnTo>
                  <a:lnTo>
                    <a:pt x="8015" y="5412"/>
                  </a:lnTo>
                  <a:lnTo>
                    <a:pt x="13301" y="393"/>
                  </a:lnTo>
                  <a:lnTo>
                    <a:pt x="1628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h4461"/>
            <p:cNvSpPr/>
            <p:nvPr/>
          </p:nvSpPr>
          <p:spPr>
            <a:xfrm>
              <a:off x="7419883" y="3527867"/>
              <a:ext cx="186" cy="130"/>
            </a:xfrm>
            <a:custGeom>
              <a:avLst/>
              <a:pathLst>
                <a:path w="186" h="130">
                  <a:moveTo>
                    <a:pt x="26" y="130"/>
                  </a:moveTo>
                  <a:lnTo>
                    <a:pt x="0" y="0"/>
                  </a:lnTo>
                  <a:lnTo>
                    <a:pt x="186" y="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h4462"/>
            <p:cNvSpPr/>
            <p:nvPr/>
          </p:nvSpPr>
          <p:spPr>
            <a:xfrm>
              <a:off x="7363845" y="3484442"/>
              <a:ext cx="78041" cy="44796"/>
            </a:xfrm>
            <a:custGeom>
              <a:avLst/>
              <a:pathLst>
                <a:path w="78041" h="44796">
                  <a:moveTo>
                    <a:pt x="41944" y="293"/>
                  </a:moveTo>
                  <a:lnTo>
                    <a:pt x="41022" y="9474"/>
                  </a:lnTo>
                  <a:lnTo>
                    <a:pt x="43852" y="14005"/>
                  </a:lnTo>
                  <a:lnTo>
                    <a:pt x="48307" y="16763"/>
                  </a:lnTo>
                  <a:lnTo>
                    <a:pt x="50332" y="16068"/>
                  </a:lnTo>
                  <a:lnTo>
                    <a:pt x="48759" y="19084"/>
                  </a:lnTo>
                  <a:lnTo>
                    <a:pt x="47587" y="28832"/>
                  </a:lnTo>
                  <a:lnTo>
                    <a:pt x="48866" y="34642"/>
                  </a:lnTo>
                  <a:lnTo>
                    <a:pt x="52540" y="39878"/>
                  </a:lnTo>
                  <a:lnTo>
                    <a:pt x="56684" y="37567"/>
                  </a:lnTo>
                  <a:lnTo>
                    <a:pt x="63842" y="31787"/>
                  </a:lnTo>
                  <a:lnTo>
                    <a:pt x="66345" y="31150"/>
                  </a:lnTo>
                  <a:lnTo>
                    <a:pt x="67275" y="31503"/>
                  </a:lnTo>
                  <a:lnTo>
                    <a:pt x="67150" y="32322"/>
                  </a:lnTo>
                  <a:lnTo>
                    <a:pt x="67083" y="34066"/>
                  </a:lnTo>
                  <a:lnTo>
                    <a:pt x="71824" y="33902"/>
                  </a:lnTo>
                  <a:lnTo>
                    <a:pt x="78041" y="36655"/>
                  </a:lnTo>
                  <a:lnTo>
                    <a:pt x="74276" y="44796"/>
                  </a:lnTo>
                  <a:lnTo>
                    <a:pt x="66144" y="43019"/>
                  </a:lnTo>
                  <a:lnTo>
                    <a:pt x="58447" y="42279"/>
                  </a:lnTo>
                  <a:lnTo>
                    <a:pt x="55277" y="42549"/>
                  </a:lnTo>
                  <a:lnTo>
                    <a:pt x="54047" y="43506"/>
                  </a:lnTo>
                  <a:lnTo>
                    <a:pt x="47197" y="43203"/>
                  </a:lnTo>
                  <a:lnTo>
                    <a:pt x="33135" y="39981"/>
                  </a:lnTo>
                  <a:lnTo>
                    <a:pt x="28882" y="40940"/>
                  </a:lnTo>
                  <a:lnTo>
                    <a:pt x="17229" y="39336"/>
                  </a:lnTo>
                  <a:lnTo>
                    <a:pt x="15317" y="39915"/>
                  </a:lnTo>
                  <a:lnTo>
                    <a:pt x="14609" y="41309"/>
                  </a:lnTo>
                  <a:lnTo>
                    <a:pt x="12993" y="41362"/>
                  </a:lnTo>
                  <a:lnTo>
                    <a:pt x="2585" y="39875"/>
                  </a:lnTo>
                  <a:lnTo>
                    <a:pt x="0" y="38802"/>
                  </a:lnTo>
                  <a:lnTo>
                    <a:pt x="16" y="34739"/>
                  </a:lnTo>
                  <a:lnTo>
                    <a:pt x="1759" y="32883"/>
                  </a:lnTo>
                  <a:lnTo>
                    <a:pt x="3642" y="33124"/>
                  </a:lnTo>
                  <a:lnTo>
                    <a:pt x="7130" y="26914"/>
                  </a:lnTo>
                  <a:lnTo>
                    <a:pt x="7508" y="24467"/>
                  </a:lnTo>
                  <a:lnTo>
                    <a:pt x="5287" y="17478"/>
                  </a:lnTo>
                  <a:lnTo>
                    <a:pt x="5404" y="14830"/>
                  </a:lnTo>
                  <a:lnTo>
                    <a:pt x="7967" y="9040"/>
                  </a:lnTo>
                  <a:lnTo>
                    <a:pt x="14442" y="4990"/>
                  </a:lnTo>
                  <a:lnTo>
                    <a:pt x="16531" y="6161"/>
                  </a:lnTo>
                  <a:lnTo>
                    <a:pt x="18312" y="9154"/>
                  </a:lnTo>
                  <a:lnTo>
                    <a:pt x="19562" y="9175"/>
                  </a:lnTo>
                  <a:lnTo>
                    <a:pt x="23394" y="4056"/>
                  </a:lnTo>
                  <a:lnTo>
                    <a:pt x="25591" y="4767"/>
                  </a:lnTo>
                  <a:lnTo>
                    <a:pt x="33168" y="3227"/>
                  </a:lnTo>
                  <a:lnTo>
                    <a:pt x="38736" y="293"/>
                  </a:lnTo>
                  <a:lnTo>
                    <a:pt x="4122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h4463"/>
            <p:cNvSpPr/>
            <p:nvPr/>
          </p:nvSpPr>
          <p:spPr>
            <a:xfrm>
              <a:off x="7402301" y="3334309"/>
              <a:ext cx="12264" cy="8082"/>
            </a:xfrm>
            <a:custGeom>
              <a:avLst/>
              <a:pathLst>
                <a:path w="12264" h="8082">
                  <a:moveTo>
                    <a:pt x="12264" y="2713"/>
                  </a:moveTo>
                  <a:lnTo>
                    <a:pt x="10577" y="5539"/>
                  </a:lnTo>
                  <a:lnTo>
                    <a:pt x="6407" y="5871"/>
                  </a:lnTo>
                  <a:lnTo>
                    <a:pt x="174" y="8082"/>
                  </a:lnTo>
                  <a:lnTo>
                    <a:pt x="212" y="7944"/>
                  </a:lnTo>
                  <a:lnTo>
                    <a:pt x="0" y="6879"/>
                  </a:lnTo>
                  <a:lnTo>
                    <a:pt x="1685" y="3051"/>
                  </a:lnTo>
                  <a:lnTo>
                    <a:pt x="5944" y="969"/>
                  </a:lnTo>
                  <a:lnTo>
                    <a:pt x="949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h4464"/>
            <p:cNvSpPr/>
            <p:nvPr/>
          </p:nvSpPr>
          <p:spPr>
            <a:xfrm>
              <a:off x="7364551" y="3372471"/>
              <a:ext cx="14937" cy="14424"/>
            </a:xfrm>
            <a:custGeom>
              <a:avLst/>
              <a:pathLst>
                <a:path w="14937" h="14424">
                  <a:moveTo>
                    <a:pt x="12270" y="448"/>
                  </a:moveTo>
                  <a:lnTo>
                    <a:pt x="14937" y="4600"/>
                  </a:lnTo>
                  <a:lnTo>
                    <a:pt x="13509" y="10831"/>
                  </a:lnTo>
                  <a:lnTo>
                    <a:pt x="2953" y="14424"/>
                  </a:lnTo>
                  <a:lnTo>
                    <a:pt x="2362" y="11480"/>
                  </a:lnTo>
                  <a:lnTo>
                    <a:pt x="0" y="9236"/>
                  </a:lnTo>
                  <a:lnTo>
                    <a:pt x="1163" y="7602"/>
                  </a:lnTo>
                  <a:lnTo>
                    <a:pt x="2211" y="283"/>
                  </a:lnTo>
                  <a:lnTo>
                    <a:pt x="904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h4465"/>
            <p:cNvSpPr/>
            <p:nvPr/>
          </p:nvSpPr>
          <p:spPr>
            <a:xfrm>
              <a:off x="7500482" y="3237479"/>
              <a:ext cx="24009" cy="12900"/>
            </a:xfrm>
            <a:custGeom>
              <a:avLst/>
              <a:pathLst>
                <a:path w="24009" h="12900">
                  <a:moveTo>
                    <a:pt x="20514" y="140"/>
                  </a:moveTo>
                  <a:lnTo>
                    <a:pt x="24009" y="1580"/>
                  </a:lnTo>
                  <a:lnTo>
                    <a:pt x="22447" y="3703"/>
                  </a:lnTo>
                  <a:lnTo>
                    <a:pt x="21862" y="8190"/>
                  </a:lnTo>
                  <a:lnTo>
                    <a:pt x="18469" y="10009"/>
                  </a:lnTo>
                  <a:lnTo>
                    <a:pt x="18576" y="12900"/>
                  </a:lnTo>
                  <a:lnTo>
                    <a:pt x="15637" y="12456"/>
                  </a:lnTo>
                  <a:lnTo>
                    <a:pt x="11460" y="10308"/>
                  </a:lnTo>
                  <a:lnTo>
                    <a:pt x="7877" y="11091"/>
                  </a:lnTo>
                  <a:lnTo>
                    <a:pt x="1238" y="9683"/>
                  </a:lnTo>
                  <a:lnTo>
                    <a:pt x="0" y="7220"/>
                  </a:lnTo>
                  <a:lnTo>
                    <a:pt x="4461" y="6356"/>
                  </a:lnTo>
                  <a:lnTo>
                    <a:pt x="7913" y="4050"/>
                  </a:lnTo>
                  <a:lnTo>
                    <a:pt x="9719" y="2054"/>
                  </a:lnTo>
                  <a:lnTo>
                    <a:pt x="10054" y="519"/>
                  </a:lnTo>
                  <a:lnTo>
                    <a:pt x="1068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h4466"/>
            <p:cNvSpPr/>
            <p:nvPr/>
          </p:nvSpPr>
          <p:spPr>
            <a:xfrm>
              <a:off x="7542624" y="3356300"/>
              <a:ext cx="18541" cy="5845"/>
            </a:xfrm>
            <a:custGeom>
              <a:avLst/>
              <a:pathLst>
                <a:path w="18541" h="5845">
                  <a:moveTo>
                    <a:pt x="12715" y="594"/>
                  </a:moveTo>
                  <a:lnTo>
                    <a:pt x="18541" y="1117"/>
                  </a:lnTo>
                  <a:lnTo>
                    <a:pt x="17757" y="2942"/>
                  </a:lnTo>
                  <a:lnTo>
                    <a:pt x="14946" y="5223"/>
                  </a:lnTo>
                  <a:lnTo>
                    <a:pt x="12820" y="5845"/>
                  </a:lnTo>
                  <a:lnTo>
                    <a:pt x="11648" y="5806"/>
                  </a:lnTo>
                  <a:lnTo>
                    <a:pt x="8462" y="4902"/>
                  </a:lnTo>
                  <a:lnTo>
                    <a:pt x="0" y="4919"/>
                  </a:lnTo>
                  <a:lnTo>
                    <a:pt x="572" y="3007"/>
                  </a:lnTo>
                  <a:lnTo>
                    <a:pt x="3228" y="0"/>
                  </a:lnTo>
                  <a:lnTo>
                    <a:pt x="5921" y="1322"/>
                  </a:lnTo>
                  <a:lnTo>
                    <a:pt x="8625" y="1275"/>
                  </a:lnTo>
                  <a:lnTo>
                    <a:pt x="10752" y="20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h4467"/>
            <p:cNvSpPr/>
            <p:nvPr/>
          </p:nvSpPr>
          <p:spPr>
            <a:xfrm>
              <a:off x="7465290" y="3441984"/>
              <a:ext cx="18601" cy="14561"/>
            </a:xfrm>
            <a:custGeom>
              <a:avLst/>
              <a:pathLst>
                <a:path w="18601" h="14561">
                  <a:moveTo>
                    <a:pt x="6415" y="0"/>
                  </a:moveTo>
                  <a:lnTo>
                    <a:pt x="10097" y="2166"/>
                  </a:lnTo>
                  <a:lnTo>
                    <a:pt x="14458" y="5626"/>
                  </a:lnTo>
                  <a:lnTo>
                    <a:pt x="18601" y="6759"/>
                  </a:lnTo>
                  <a:lnTo>
                    <a:pt x="16730" y="10344"/>
                  </a:lnTo>
                  <a:lnTo>
                    <a:pt x="15037" y="10715"/>
                  </a:lnTo>
                  <a:lnTo>
                    <a:pt x="15732" y="14561"/>
                  </a:lnTo>
                  <a:lnTo>
                    <a:pt x="8686" y="12739"/>
                  </a:lnTo>
                  <a:lnTo>
                    <a:pt x="6559" y="14065"/>
                  </a:lnTo>
                  <a:lnTo>
                    <a:pt x="4759" y="13565"/>
                  </a:lnTo>
                  <a:lnTo>
                    <a:pt x="173" y="9194"/>
                  </a:lnTo>
                  <a:lnTo>
                    <a:pt x="0" y="7643"/>
                  </a:lnTo>
                  <a:lnTo>
                    <a:pt x="3529" y="3673"/>
                  </a:lnTo>
                  <a:lnTo>
                    <a:pt x="6484" y="2266"/>
                  </a:lnTo>
                  <a:lnTo>
                    <a:pt x="6392" y="809"/>
                  </a:lnTo>
                  <a:lnTo>
                    <a:pt x="4781" y="16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h4468"/>
            <p:cNvSpPr/>
            <p:nvPr/>
          </p:nvSpPr>
          <p:spPr>
            <a:xfrm>
              <a:off x="7439983" y="3315578"/>
              <a:ext cx="27080" cy="40418"/>
            </a:xfrm>
            <a:custGeom>
              <a:avLst/>
              <a:pathLst>
                <a:path w="27080" h="40418">
                  <a:moveTo>
                    <a:pt x="24749" y="6794"/>
                  </a:moveTo>
                  <a:lnTo>
                    <a:pt x="27080" y="11410"/>
                  </a:lnTo>
                  <a:lnTo>
                    <a:pt x="24383" y="11203"/>
                  </a:lnTo>
                  <a:lnTo>
                    <a:pt x="21759" y="15640"/>
                  </a:lnTo>
                  <a:lnTo>
                    <a:pt x="16208" y="13052"/>
                  </a:lnTo>
                  <a:lnTo>
                    <a:pt x="16283" y="16825"/>
                  </a:lnTo>
                  <a:lnTo>
                    <a:pt x="18723" y="19740"/>
                  </a:lnTo>
                  <a:lnTo>
                    <a:pt x="17025" y="21342"/>
                  </a:lnTo>
                  <a:lnTo>
                    <a:pt x="14343" y="27615"/>
                  </a:lnTo>
                  <a:lnTo>
                    <a:pt x="15031" y="40418"/>
                  </a:lnTo>
                  <a:lnTo>
                    <a:pt x="9092" y="34348"/>
                  </a:lnTo>
                  <a:lnTo>
                    <a:pt x="5270" y="30055"/>
                  </a:lnTo>
                  <a:lnTo>
                    <a:pt x="7652" y="21877"/>
                  </a:lnTo>
                  <a:lnTo>
                    <a:pt x="2232" y="20154"/>
                  </a:lnTo>
                  <a:lnTo>
                    <a:pt x="0" y="18607"/>
                  </a:lnTo>
                  <a:lnTo>
                    <a:pt x="4771" y="14438"/>
                  </a:lnTo>
                  <a:lnTo>
                    <a:pt x="6695" y="15960"/>
                  </a:lnTo>
                  <a:lnTo>
                    <a:pt x="12607" y="15718"/>
                  </a:lnTo>
                  <a:lnTo>
                    <a:pt x="15388" y="12832"/>
                  </a:lnTo>
                  <a:lnTo>
                    <a:pt x="18186" y="12377"/>
                  </a:lnTo>
                  <a:lnTo>
                    <a:pt x="17174" y="7152"/>
                  </a:lnTo>
                  <a:lnTo>
                    <a:pt x="15463" y="7703"/>
                  </a:lnTo>
                  <a:lnTo>
                    <a:pt x="15573" y="5358"/>
                  </a:lnTo>
                  <a:lnTo>
                    <a:pt x="18941" y="4867"/>
                  </a:lnTo>
                  <a:lnTo>
                    <a:pt x="20754" y="3746"/>
                  </a:lnTo>
                  <a:lnTo>
                    <a:pt x="2316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h4469"/>
            <p:cNvSpPr/>
            <p:nvPr/>
          </p:nvSpPr>
          <p:spPr>
            <a:xfrm>
              <a:off x="7452285" y="3470242"/>
              <a:ext cx="32174" cy="44980"/>
            </a:xfrm>
            <a:custGeom>
              <a:avLst/>
              <a:pathLst>
                <a:path w="32174" h="44980">
                  <a:moveTo>
                    <a:pt x="8212" y="2652"/>
                  </a:moveTo>
                  <a:lnTo>
                    <a:pt x="11848" y="5381"/>
                  </a:lnTo>
                  <a:lnTo>
                    <a:pt x="14304" y="5849"/>
                  </a:lnTo>
                  <a:lnTo>
                    <a:pt x="18517" y="5055"/>
                  </a:lnTo>
                  <a:lnTo>
                    <a:pt x="22207" y="5650"/>
                  </a:lnTo>
                  <a:lnTo>
                    <a:pt x="24110" y="8071"/>
                  </a:lnTo>
                  <a:lnTo>
                    <a:pt x="27023" y="10013"/>
                  </a:lnTo>
                  <a:lnTo>
                    <a:pt x="28074" y="9556"/>
                  </a:lnTo>
                  <a:lnTo>
                    <a:pt x="27787" y="8960"/>
                  </a:lnTo>
                  <a:lnTo>
                    <a:pt x="32174" y="9404"/>
                  </a:lnTo>
                  <a:lnTo>
                    <a:pt x="30273" y="14761"/>
                  </a:lnTo>
                  <a:lnTo>
                    <a:pt x="28810" y="22936"/>
                  </a:lnTo>
                  <a:lnTo>
                    <a:pt x="17873" y="43749"/>
                  </a:lnTo>
                  <a:lnTo>
                    <a:pt x="18146" y="44980"/>
                  </a:lnTo>
                  <a:lnTo>
                    <a:pt x="9433" y="42165"/>
                  </a:lnTo>
                  <a:lnTo>
                    <a:pt x="7486" y="32414"/>
                  </a:lnTo>
                  <a:lnTo>
                    <a:pt x="4036" y="30118"/>
                  </a:lnTo>
                  <a:lnTo>
                    <a:pt x="4559" y="30145"/>
                  </a:lnTo>
                  <a:lnTo>
                    <a:pt x="3195" y="21535"/>
                  </a:lnTo>
                  <a:lnTo>
                    <a:pt x="3899" y="20667"/>
                  </a:lnTo>
                  <a:lnTo>
                    <a:pt x="7732" y="19980"/>
                  </a:lnTo>
                  <a:lnTo>
                    <a:pt x="7109" y="22500"/>
                  </a:lnTo>
                  <a:lnTo>
                    <a:pt x="7731" y="23148"/>
                  </a:lnTo>
                  <a:lnTo>
                    <a:pt x="9078" y="22778"/>
                  </a:lnTo>
                  <a:lnTo>
                    <a:pt x="8942" y="19469"/>
                  </a:lnTo>
                  <a:lnTo>
                    <a:pt x="7753" y="17291"/>
                  </a:lnTo>
                  <a:lnTo>
                    <a:pt x="3264" y="15754"/>
                  </a:lnTo>
                  <a:lnTo>
                    <a:pt x="1226" y="12466"/>
                  </a:lnTo>
                  <a:lnTo>
                    <a:pt x="0" y="13064"/>
                  </a:lnTo>
                  <a:lnTo>
                    <a:pt x="1965" y="61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h4470"/>
            <p:cNvSpPr/>
            <p:nvPr/>
          </p:nvSpPr>
          <p:spPr>
            <a:xfrm>
              <a:off x="7564775" y="3356585"/>
              <a:ext cx="25864" cy="17068"/>
            </a:xfrm>
            <a:custGeom>
              <a:avLst/>
              <a:pathLst>
                <a:path w="25864" h="17068">
                  <a:moveTo>
                    <a:pt x="25864" y="6683"/>
                  </a:moveTo>
                  <a:lnTo>
                    <a:pt x="25826" y="9763"/>
                  </a:lnTo>
                  <a:lnTo>
                    <a:pt x="22032" y="11094"/>
                  </a:lnTo>
                  <a:lnTo>
                    <a:pt x="20852" y="12250"/>
                  </a:lnTo>
                  <a:lnTo>
                    <a:pt x="21040" y="14715"/>
                  </a:lnTo>
                  <a:lnTo>
                    <a:pt x="19494" y="16057"/>
                  </a:lnTo>
                  <a:lnTo>
                    <a:pt x="13023" y="16125"/>
                  </a:lnTo>
                  <a:lnTo>
                    <a:pt x="8165" y="15221"/>
                  </a:lnTo>
                  <a:lnTo>
                    <a:pt x="6950" y="15569"/>
                  </a:lnTo>
                  <a:lnTo>
                    <a:pt x="6286" y="17068"/>
                  </a:lnTo>
                  <a:lnTo>
                    <a:pt x="4858" y="14714"/>
                  </a:lnTo>
                  <a:lnTo>
                    <a:pt x="1717" y="14686"/>
                  </a:lnTo>
                  <a:lnTo>
                    <a:pt x="0" y="12863"/>
                  </a:lnTo>
                  <a:lnTo>
                    <a:pt x="994" y="9577"/>
                  </a:lnTo>
                  <a:lnTo>
                    <a:pt x="9639" y="9638"/>
                  </a:lnTo>
                  <a:lnTo>
                    <a:pt x="12014" y="8037"/>
                  </a:lnTo>
                  <a:lnTo>
                    <a:pt x="12099" y="4818"/>
                  </a:lnTo>
                  <a:lnTo>
                    <a:pt x="13134" y="3552"/>
                  </a:lnTo>
                  <a:lnTo>
                    <a:pt x="19744" y="6073"/>
                  </a:lnTo>
                  <a:lnTo>
                    <a:pt x="21212" y="2023"/>
                  </a:lnTo>
                  <a:lnTo>
                    <a:pt x="2331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h4471"/>
            <p:cNvSpPr/>
            <p:nvPr/>
          </p:nvSpPr>
          <p:spPr>
            <a:xfrm>
              <a:off x="7706073" y="3452387"/>
              <a:ext cx="16434" cy="12836"/>
            </a:xfrm>
            <a:custGeom>
              <a:avLst/>
              <a:pathLst>
                <a:path w="16434" h="12836">
                  <a:moveTo>
                    <a:pt x="8309" y="0"/>
                  </a:moveTo>
                  <a:lnTo>
                    <a:pt x="10510" y="1989"/>
                  </a:lnTo>
                  <a:lnTo>
                    <a:pt x="11872" y="5251"/>
                  </a:lnTo>
                  <a:lnTo>
                    <a:pt x="16434" y="6542"/>
                  </a:lnTo>
                  <a:lnTo>
                    <a:pt x="15654" y="10194"/>
                  </a:lnTo>
                  <a:lnTo>
                    <a:pt x="14391" y="11391"/>
                  </a:lnTo>
                  <a:lnTo>
                    <a:pt x="6283" y="12836"/>
                  </a:lnTo>
                  <a:lnTo>
                    <a:pt x="2838" y="12544"/>
                  </a:lnTo>
                  <a:lnTo>
                    <a:pt x="2154" y="11822"/>
                  </a:lnTo>
                  <a:lnTo>
                    <a:pt x="1998" y="11645"/>
                  </a:lnTo>
                  <a:lnTo>
                    <a:pt x="0" y="7132"/>
                  </a:lnTo>
                  <a:lnTo>
                    <a:pt x="3178" y="6925"/>
                  </a:lnTo>
                  <a:lnTo>
                    <a:pt x="3116" y="235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h4472"/>
            <p:cNvSpPr/>
            <p:nvPr/>
          </p:nvSpPr>
          <p:spPr>
            <a:xfrm>
              <a:off x="7352859" y="3377587"/>
              <a:ext cx="9503" cy="16596"/>
            </a:xfrm>
            <a:custGeom>
              <a:avLst/>
              <a:pathLst>
                <a:path w="9503" h="16596">
                  <a:moveTo>
                    <a:pt x="7251" y="719"/>
                  </a:moveTo>
                  <a:lnTo>
                    <a:pt x="8778" y="1865"/>
                  </a:lnTo>
                  <a:lnTo>
                    <a:pt x="9503" y="4835"/>
                  </a:lnTo>
                  <a:lnTo>
                    <a:pt x="9265" y="10870"/>
                  </a:lnTo>
                  <a:lnTo>
                    <a:pt x="5824" y="16596"/>
                  </a:lnTo>
                  <a:lnTo>
                    <a:pt x="3834" y="16451"/>
                  </a:lnTo>
                  <a:lnTo>
                    <a:pt x="2780" y="11471"/>
                  </a:lnTo>
                  <a:lnTo>
                    <a:pt x="1036" y="8778"/>
                  </a:lnTo>
                  <a:lnTo>
                    <a:pt x="479" y="5361"/>
                  </a:lnTo>
                  <a:lnTo>
                    <a:pt x="1158" y="2708"/>
                  </a:lnTo>
                  <a:lnTo>
                    <a:pt x="0" y="1828"/>
                  </a:lnTo>
                  <a:lnTo>
                    <a:pt x="3522" y="2188"/>
                  </a:lnTo>
                  <a:lnTo>
                    <a:pt x="2929" y="438"/>
                  </a:lnTo>
                  <a:lnTo>
                    <a:pt x="412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h4473"/>
            <p:cNvSpPr/>
            <p:nvPr/>
          </p:nvSpPr>
          <p:spPr>
            <a:xfrm>
              <a:off x="7317101" y="3404192"/>
              <a:ext cx="37742" cy="32890"/>
            </a:xfrm>
            <a:custGeom>
              <a:avLst/>
              <a:pathLst>
                <a:path w="37742" h="32890">
                  <a:moveTo>
                    <a:pt x="32168" y="3694"/>
                  </a:moveTo>
                  <a:lnTo>
                    <a:pt x="34256" y="10257"/>
                  </a:lnTo>
                  <a:lnTo>
                    <a:pt x="34326" y="13862"/>
                  </a:lnTo>
                  <a:lnTo>
                    <a:pt x="36106" y="19041"/>
                  </a:lnTo>
                  <a:lnTo>
                    <a:pt x="36802" y="19312"/>
                  </a:lnTo>
                  <a:lnTo>
                    <a:pt x="37742" y="23521"/>
                  </a:lnTo>
                  <a:lnTo>
                    <a:pt x="35427" y="22693"/>
                  </a:lnTo>
                  <a:lnTo>
                    <a:pt x="30951" y="23753"/>
                  </a:lnTo>
                  <a:lnTo>
                    <a:pt x="30971" y="27801"/>
                  </a:lnTo>
                  <a:lnTo>
                    <a:pt x="30210" y="30037"/>
                  </a:lnTo>
                  <a:lnTo>
                    <a:pt x="26583" y="30601"/>
                  </a:lnTo>
                  <a:lnTo>
                    <a:pt x="25133" y="32890"/>
                  </a:lnTo>
                  <a:lnTo>
                    <a:pt x="20463" y="28237"/>
                  </a:lnTo>
                  <a:lnTo>
                    <a:pt x="13869" y="26055"/>
                  </a:lnTo>
                  <a:lnTo>
                    <a:pt x="8694" y="20656"/>
                  </a:lnTo>
                  <a:lnTo>
                    <a:pt x="7151" y="20277"/>
                  </a:lnTo>
                  <a:lnTo>
                    <a:pt x="5383" y="21989"/>
                  </a:lnTo>
                  <a:lnTo>
                    <a:pt x="3466" y="20559"/>
                  </a:lnTo>
                  <a:lnTo>
                    <a:pt x="0" y="18574"/>
                  </a:lnTo>
                  <a:lnTo>
                    <a:pt x="1896" y="18874"/>
                  </a:lnTo>
                  <a:lnTo>
                    <a:pt x="3462" y="17916"/>
                  </a:lnTo>
                  <a:lnTo>
                    <a:pt x="7357" y="5581"/>
                  </a:lnTo>
                  <a:lnTo>
                    <a:pt x="7578" y="2967"/>
                  </a:lnTo>
                  <a:lnTo>
                    <a:pt x="6476" y="1587"/>
                  </a:lnTo>
                  <a:lnTo>
                    <a:pt x="14752" y="1963"/>
                  </a:lnTo>
                  <a:lnTo>
                    <a:pt x="16217" y="1214"/>
                  </a:lnTo>
                  <a:lnTo>
                    <a:pt x="27167" y="5662"/>
                  </a:lnTo>
                  <a:lnTo>
                    <a:pt x="27608" y="273"/>
                  </a:lnTo>
                  <a:lnTo>
                    <a:pt x="2895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h4474"/>
            <p:cNvSpPr/>
            <p:nvPr/>
          </p:nvSpPr>
          <p:spPr>
            <a:xfrm>
              <a:off x="7305659" y="3338142"/>
              <a:ext cx="43198" cy="49765"/>
            </a:xfrm>
            <a:custGeom>
              <a:avLst/>
              <a:pathLst>
                <a:path w="43198" h="49765">
                  <a:moveTo>
                    <a:pt x="26763" y="549"/>
                  </a:moveTo>
                  <a:lnTo>
                    <a:pt x="31434" y="4702"/>
                  </a:lnTo>
                  <a:lnTo>
                    <a:pt x="34016" y="6409"/>
                  </a:lnTo>
                  <a:lnTo>
                    <a:pt x="38710" y="5885"/>
                  </a:lnTo>
                  <a:lnTo>
                    <a:pt x="37692" y="8499"/>
                  </a:lnTo>
                  <a:lnTo>
                    <a:pt x="33634" y="10311"/>
                  </a:lnTo>
                  <a:lnTo>
                    <a:pt x="33080" y="11930"/>
                  </a:lnTo>
                  <a:lnTo>
                    <a:pt x="36016" y="17240"/>
                  </a:lnTo>
                  <a:lnTo>
                    <a:pt x="40171" y="21058"/>
                  </a:lnTo>
                  <a:lnTo>
                    <a:pt x="37636" y="25270"/>
                  </a:lnTo>
                  <a:lnTo>
                    <a:pt x="39735" y="28164"/>
                  </a:lnTo>
                  <a:lnTo>
                    <a:pt x="41895" y="27700"/>
                  </a:lnTo>
                  <a:lnTo>
                    <a:pt x="41701" y="34346"/>
                  </a:lnTo>
                  <a:lnTo>
                    <a:pt x="43198" y="43626"/>
                  </a:lnTo>
                  <a:lnTo>
                    <a:pt x="41354" y="45776"/>
                  </a:lnTo>
                  <a:lnTo>
                    <a:pt x="36878" y="45445"/>
                  </a:lnTo>
                  <a:lnTo>
                    <a:pt x="32476" y="42949"/>
                  </a:lnTo>
                  <a:lnTo>
                    <a:pt x="31801" y="43758"/>
                  </a:lnTo>
                  <a:lnTo>
                    <a:pt x="27239" y="44299"/>
                  </a:lnTo>
                  <a:lnTo>
                    <a:pt x="25374" y="40667"/>
                  </a:lnTo>
                  <a:lnTo>
                    <a:pt x="24459" y="40546"/>
                  </a:lnTo>
                  <a:lnTo>
                    <a:pt x="21585" y="42754"/>
                  </a:lnTo>
                  <a:lnTo>
                    <a:pt x="24850" y="44520"/>
                  </a:lnTo>
                  <a:lnTo>
                    <a:pt x="25811" y="44087"/>
                  </a:lnTo>
                  <a:lnTo>
                    <a:pt x="27217" y="44729"/>
                  </a:lnTo>
                  <a:lnTo>
                    <a:pt x="28652" y="45863"/>
                  </a:lnTo>
                  <a:lnTo>
                    <a:pt x="30151" y="48898"/>
                  </a:lnTo>
                  <a:lnTo>
                    <a:pt x="24469" y="49765"/>
                  </a:lnTo>
                  <a:lnTo>
                    <a:pt x="26660" y="46948"/>
                  </a:lnTo>
                  <a:lnTo>
                    <a:pt x="18300" y="43985"/>
                  </a:lnTo>
                  <a:lnTo>
                    <a:pt x="19790" y="42062"/>
                  </a:lnTo>
                  <a:lnTo>
                    <a:pt x="19678" y="38209"/>
                  </a:lnTo>
                  <a:lnTo>
                    <a:pt x="18455" y="36111"/>
                  </a:lnTo>
                  <a:lnTo>
                    <a:pt x="16437" y="37008"/>
                  </a:lnTo>
                  <a:lnTo>
                    <a:pt x="16682" y="38542"/>
                  </a:lnTo>
                  <a:lnTo>
                    <a:pt x="14916" y="41513"/>
                  </a:lnTo>
                  <a:lnTo>
                    <a:pt x="8365" y="39242"/>
                  </a:lnTo>
                  <a:lnTo>
                    <a:pt x="7904" y="38205"/>
                  </a:lnTo>
                  <a:lnTo>
                    <a:pt x="4077" y="37346"/>
                  </a:lnTo>
                  <a:lnTo>
                    <a:pt x="6143" y="36029"/>
                  </a:lnTo>
                  <a:lnTo>
                    <a:pt x="7137" y="26696"/>
                  </a:lnTo>
                  <a:lnTo>
                    <a:pt x="5567" y="20022"/>
                  </a:lnTo>
                  <a:lnTo>
                    <a:pt x="1301" y="22475"/>
                  </a:lnTo>
                  <a:lnTo>
                    <a:pt x="210" y="20863"/>
                  </a:lnTo>
                  <a:lnTo>
                    <a:pt x="0" y="18560"/>
                  </a:lnTo>
                  <a:lnTo>
                    <a:pt x="3128" y="15114"/>
                  </a:lnTo>
                  <a:lnTo>
                    <a:pt x="5561" y="15565"/>
                  </a:lnTo>
                  <a:lnTo>
                    <a:pt x="10717" y="19310"/>
                  </a:lnTo>
                  <a:lnTo>
                    <a:pt x="11697" y="22533"/>
                  </a:lnTo>
                  <a:lnTo>
                    <a:pt x="13197" y="23352"/>
                  </a:lnTo>
                  <a:lnTo>
                    <a:pt x="16184" y="18128"/>
                  </a:lnTo>
                  <a:lnTo>
                    <a:pt x="16729" y="13830"/>
                  </a:lnTo>
                  <a:lnTo>
                    <a:pt x="20715" y="9282"/>
                  </a:lnTo>
                  <a:lnTo>
                    <a:pt x="22877" y="8441"/>
                  </a:lnTo>
                  <a:lnTo>
                    <a:pt x="24390" y="6474"/>
                  </a:lnTo>
                  <a:lnTo>
                    <a:pt x="2406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h4475"/>
            <p:cNvSpPr/>
            <p:nvPr/>
          </p:nvSpPr>
          <p:spPr>
            <a:xfrm>
              <a:off x="7437601" y="3356535"/>
              <a:ext cx="23842" cy="18813"/>
            </a:xfrm>
            <a:custGeom>
              <a:avLst/>
              <a:pathLst>
                <a:path w="23842" h="18813">
                  <a:moveTo>
                    <a:pt x="5247" y="0"/>
                  </a:moveTo>
                  <a:lnTo>
                    <a:pt x="12206" y="696"/>
                  </a:lnTo>
                  <a:lnTo>
                    <a:pt x="23820" y="6368"/>
                  </a:lnTo>
                  <a:lnTo>
                    <a:pt x="23842" y="9793"/>
                  </a:lnTo>
                  <a:lnTo>
                    <a:pt x="20971" y="14125"/>
                  </a:lnTo>
                  <a:lnTo>
                    <a:pt x="17563" y="17768"/>
                  </a:lnTo>
                  <a:lnTo>
                    <a:pt x="15448" y="18813"/>
                  </a:lnTo>
                  <a:lnTo>
                    <a:pt x="13351" y="10897"/>
                  </a:lnTo>
                  <a:lnTo>
                    <a:pt x="8032" y="7309"/>
                  </a:lnTo>
                  <a:lnTo>
                    <a:pt x="5442" y="9027"/>
                  </a:lnTo>
                  <a:lnTo>
                    <a:pt x="0" y="4071"/>
                  </a:lnTo>
                  <a:lnTo>
                    <a:pt x="3523" y="42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h4476"/>
            <p:cNvSpPr/>
            <p:nvPr/>
          </p:nvSpPr>
          <p:spPr>
            <a:xfrm>
              <a:off x="7672569" y="3378664"/>
              <a:ext cx="25194" cy="36259"/>
            </a:xfrm>
            <a:custGeom>
              <a:avLst/>
              <a:pathLst>
                <a:path w="25194" h="36259">
                  <a:moveTo>
                    <a:pt x="10247" y="455"/>
                  </a:moveTo>
                  <a:lnTo>
                    <a:pt x="13558" y="7180"/>
                  </a:lnTo>
                  <a:lnTo>
                    <a:pt x="20139" y="7709"/>
                  </a:lnTo>
                  <a:lnTo>
                    <a:pt x="24863" y="9834"/>
                  </a:lnTo>
                  <a:lnTo>
                    <a:pt x="21606" y="9241"/>
                  </a:lnTo>
                  <a:lnTo>
                    <a:pt x="19240" y="13230"/>
                  </a:lnTo>
                  <a:lnTo>
                    <a:pt x="25194" y="23121"/>
                  </a:lnTo>
                  <a:lnTo>
                    <a:pt x="24850" y="25021"/>
                  </a:lnTo>
                  <a:lnTo>
                    <a:pt x="22735" y="27124"/>
                  </a:lnTo>
                  <a:lnTo>
                    <a:pt x="23813" y="29809"/>
                  </a:lnTo>
                  <a:lnTo>
                    <a:pt x="21988" y="36103"/>
                  </a:lnTo>
                  <a:lnTo>
                    <a:pt x="17221" y="36259"/>
                  </a:lnTo>
                  <a:lnTo>
                    <a:pt x="12616" y="34669"/>
                  </a:lnTo>
                  <a:lnTo>
                    <a:pt x="11270" y="28089"/>
                  </a:lnTo>
                  <a:lnTo>
                    <a:pt x="5365" y="12753"/>
                  </a:lnTo>
                  <a:lnTo>
                    <a:pt x="3833" y="9948"/>
                  </a:lnTo>
                  <a:lnTo>
                    <a:pt x="0" y="5762"/>
                  </a:lnTo>
                  <a:lnTo>
                    <a:pt x="981" y="4282"/>
                  </a:lnTo>
                  <a:lnTo>
                    <a:pt x="1316" y="1209"/>
                  </a:lnTo>
                  <a:lnTo>
                    <a:pt x="487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h4477"/>
            <p:cNvSpPr/>
            <p:nvPr/>
          </p:nvSpPr>
          <p:spPr>
            <a:xfrm>
              <a:off x="7495419" y="3199996"/>
              <a:ext cx="50778" cy="39063"/>
            </a:xfrm>
            <a:custGeom>
              <a:avLst/>
              <a:pathLst>
                <a:path w="50778" h="39063">
                  <a:moveTo>
                    <a:pt x="31357" y="373"/>
                  </a:moveTo>
                  <a:lnTo>
                    <a:pt x="33670" y="1747"/>
                  </a:lnTo>
                  <a:lnTo>
                    <a:pt x="37200" y="6420"/>
                  </a:lnTo>
                  <a:lnTo>
                    <a:pt x="43724" y="4629"/>
                  </a:lnTo>
                  <a:lnTo>
                    <a:pt x="46162" y="9824"/>
                  </a:lnTo>
                  <a:lnTo>
                    <a:pt x="45207" y="14038"/>
                  </a:lnTo>
                  <a:lnTo>
                    <a:pt x="47135" y="17602"/>
                  </a:lnTo>
                  <a:lnTo>
                    <a:pt x="48213" y="17830"/>
                  </a:lnTo>
                  <a:lnTo>
                    <a:pt x="50778" y="21912"/>
                  </a:lnTo>
                  <a:lnTo>
                    <a:pt x="48876" y="29515"/>
                  </a:lnTo>
                  <a:lnTo>
                    <a:pt x="46920" y="31445"/>
                  </a:lnTo>
                  <a:lnTo>
                    <a:pt x="47787" y="32277"/>
                  </a:lnTo>
                  <a:lnTo>
                    <a:pt x="46006" y="31862"/>
                  </a:lnTo>
                  <a:lnTo>
                    <a:pt x="39883" y="33985"/>
                  </a:lnTo>
                  <a:lnTo>
                    <a:pt x="37651" y="32368"/>
                  </a:lnTo>
                  <a:lnTo>
                    <a:pt x="29909" y="37334"/>
                  </a:lnTo>
                  <a:lnTo>
                    <a:pt x="29073" y="39063"/>
                  </a:lnTo>
                  <a:lnTo>
                    <a:pt x="25577" y="37623"/>
                  </a:lnTo>
                  <a:lnTo>
                    <a:pt x="26151" y="36163"/>
                  </a:lnTo>
                  <a:lnTo>
                    <a:pt x="14726" y="24495"/>
                  </a:lnTo>
                  <a:lnTo>
                    <a:pt x="11597" y="24174"/>
                  </a:lnTo>
                  <a:lnTo>
                    <a:pt x="10261" y="26021"/>
                  </a:lnTo>
                  <a:lnTo>
                    <a:pt x="7630" y="25675"/>
                  </a:lnTo>
                  <a:lnTo>
                    <a:pt x="6273" y="24289"/>
                  </a:lnTo>
                  <a:lnTo>
                    <a:pt x="9179" y="19326"/>
                  </a:lnTo>
                  <a:lnTo>
                    <a:pt x="8783" y="17666"/>
                  </a:lnTo>
                  <a:lnTo>
                    <a:pt x="7600" y="16925"/>
                  </a:lnTo>
                  <a:lnTo>
                    <a:pt x="8893" y="15628"/>
                  </a:lnTo>
                  <a:lnTo>
                    <a:pt x="9472" y="13136"/>
                  </a:lnTo>
                  <a:lnTo>
                    <a:pt x="6534" y="12193"/>
                  </a:lnTo>
                  <a:lnTo>
                    <a:pt x="0" y="7279"/>
                  </a:lnTo>
                  <a:lnTo>
                    <a:pt x="886" y="6268"/>
                  </a:lnTo>
                  <a:lnTo>
                    <a:pt x="4681" y="6783"/>
                  </a:lnTo>
                  <a:lnTo>
                    <a:pt x="11581" y="11193"/>
                  </a:lnTo>
                  <a:lnTo>
                    <a:pt x="14428" y="10858"/>
                  </a:lnTo>
                  <a:lnTo>
                    <a:pt x="15490" y="3140"/>
                  </a:lnTo>
                  <a:lnTo>
                    <a:pt x="16211" y="2182"/>
                  </a:lnTo>
                  <a:lnTo>
                    <a:pt x="21175" y="4568"/>
                  </a:lnTo>
                  <a:lnTo>
                    <a:pt x="28056" y="12855"/>
                  </a:lnTo>
                  <a:lnTo>
                    <a:pt x="31208" y="9894"/>
                  </a:lnTo>
                  <a:lnTo>
                    <a:pt x="24181" y="1459"/>
                  </a:lnTo>
                  <a:lnTo>
                    <a:pt x="25114" y="137"/>
                  </a:lnTo>
                  <a:lnTo>
                    <a:pt x="30773" y="4454"/>
                  </a:lnTo>
                  <a:lnTo>
                    <a:pt x="31479" y="3624"/>
                  </a:lnTo>
                  <a:lnTo>
                    <a:pt x="28165" y="863"/>
                  </a:lnTo>
                  <a:lnTo>
                    <a:pt x="2880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h4478"/>
            <p:cNvSpPr/>
            <p:nvPr/>
          </p:nvSpPr>
          <p:spPr>
            <a:xfrm>
              <a:off x="7547993" y="3294230"/>
              <a:ext cx="26413" cy="32686"/>
            </a:xfrm>
            <a:custGeom>
              <a:avLst/>
              <a:pathLst>
                <a:path w="26413" h="32686">
                  <a:moveTo>
                    <a:pt x="20086" y="1586"/>
                  </a:moveTo>
                  <a:lnTo>
                    <a:pt x="22377" y="2933"/>
                  </a:lnTo>
                  <a:lnTo>
                    <a:pt x="23354" y="5471"/>
                  </a:lnTo>
                  <a:lnTo>
                    <a:pt x="22814" y="7587"/>
                  </a:lnTo>
                  <a:lnTo>
                    <a:pt x="26413" y="10545"/>
                  </a:lnTo>
                  <a:lnTo>
                    <a:pt x="24466" y="16990"/>
                  </a:lnTo>
                  <a:lnTo>
                    <a:pt x="23875" y="20614"/>
                  </a:lnTo>
                  <a:lnTo>
                    <a:pt x="24523" y="22552"/>
                  </a:lnTo>
                  <a:lnTo>
                    <a:pt x="23416" y="26448"/>
                  </a:lnTo>
                  <a:lnTo>
                    <a:pt x="21791" y="29073"/>
                  </a:lnTo>
                  <a:lnTo>
                    <a:pt x="20317" y="29790"/>
                  </a:lnTo>
                  <a:lnTo>
                    <a:pt x="17556" y="27907"/>
                  </a:lnTo>
                  <a:lnTo>
                    <a:pt x="14518" y="27831"/>
                  </a:lnTo>
                  <a:lnTo>
                    <a:pt x="16111" y="31764"/>
                  </a:lnTo>
                  <a:lnTo>
                    <a:pt x="8759" y="32686"/>
                  </a:lnTo>
                  <a:lnTo>
                    <a:pt x="5942" y="29541"/>
                  </a:lnTo>
                  <a:lnTo>
                    <a:pt x="2166" y="25011"/>
                  </a:lnTo>
                  <a:lnTo>
                    <a:pt x="0" y="22658"/>
                  </a:lnTo>
                  <a:lnTo>
                    <a:pt x="1220" y="19018"/>
                  </a:lnTo>
                  <a:lnTo>
                    <a:pt x="6300" y="14698"/>
                  </a:lnTo>
                  <a:lnTo>
                    <a:pt x="13175" y="12862"/>
                  </a:lnTo>
                  <a:lnTo>
                    <a:pt x="15953" y="5057"/>
                  </a:lnTo>
                  <a:lnTo>
                    <a:pt x="19524" y="2185"/>
                  </a:lnTo>
                  <a:lnTo>
                    <a:pt x="17907" y="1009"/>
                  </a:lnTo>
                  <a:lnTo>
                    <a:pt x="2021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h4479"/>
            <p:cNvSpPr/>
            <p:nvPr/>
          </p:nvSpPr>
          <p:spPr>
            <a:xfrm>
              <a:off x="7458733" y="3231887"/>
              <a:ext cx="8322" cy="6539"/>
            </a:xfrm>
            <a:custGeom>
              <a:avLst/>
              <a:pathLst>
                <a:path w="8322" h="6539">
                  <a:moveTo>
                    <a:pt x="8260" y="3001"/>
                  </a:moveTo>
                  <a:lnTo>
                    <a:pt x="4906" y="3308"/>
                  </a:lnTo>
                  <a:lnTo>
                    <a:pt x="189" y="6539"/>
                  </a:lnTo>
                  <a:lnTo>
                    <a:pt x="0" y="5459"/>
                  </a:lnTo>
                  <a:lnTo>
                    <a:pt x="3559" y="175"/>
                  </a:lnTo>
                  <a:lnTo>
                    <a:pt x="5341" y="28"/>
                  </a:lnTo>
                  <a:lnTo>
                    <a:pt x="832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h4480"/>
            <p:cNvSpPr/>
            <p:nvPr/>
          </p:nvSpPr>
          <p:spPr>
            <a:xfrm>
              <a:off x="7555723" y="3250147"/>
              <a:ext cx="22654" cy="24103"/>
            </a:xfrm>
            <a:custGeom>
              <a:avLst/>
              <a:pathLst>
                <a:path w="22654" h="24103">
                  <a:moveTo>
                    <a:pt x="8892" y="19"/>
                  </a:moveTo>
                  <a:lnTo>
                    <a:pt x="9187" y="2211"/>
                  </a:lnTo>
                  <a:lnTo>
                    <a:pt x="12676" y="7042"/>
                  </a:lnTo>
                  <a:lnTo>
                    <a:pt x="18931" y="9545"/>
                  </a:lnTo>
                  <a:lnTo>
                    <a:pt x="22654" y="13181"/>
                  </a:lnTo>
                  <a:lnTo>
                    <a:pt x="22218" y="14488"/>
                  </a:lnTo>
                  <a:lnTo>
                    <a:pt x="20912" y="18274"/>
                  </a:lnTo>
                  <a:lnTo>
                    <a:pt x="19409" y="15254"/>
                  </a:lnTo>
                  <a:lnTo>
                    <a:pt x="16425" y="16291"/>
                  </a:lnTo>
                  <a:lnTo>
                    <a:pt x="17618" y="21701"/>
                  </a:lnTo>
                  <a:lnTo>
                    <a:pt x="16126" y="23518"/>
                  </a:lnTo>
                  <a:lnTo>
                    <a:pt x="13179" y="24103"/>
                  </a:lnTo>
                  <a:lnTo>
                    <a:pt x="8511" y="23709"/>
                  </a:lnTo>
                  <a:lnTo>
                    <a:pt x="7456" y="16563"/>
                  </a:lnTo>
                  <a:lnTo>
                    <a:pt x="8520" y="15353"/>
                  </a:lnTo>
                  <a:lnTo>
                    <a:pt x="6848" y="12177"/>
                  </a:lnTo>
                  <a:lnTo>
                    <a:pt x="0" y="10263"/>
                  </a:lnTo>
                  <a:lnTo>
                    <a:pt x="824" y="2046"/>
                  </a:lnTo>
                  <a:lnTo>
                    <a:pt x="140" y="1700"/>
                  </a:lnTo>
                  <a:lnTo>
                    <a:pt x="93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h4481"/>
            <p:cNvSpPr/>
            <p:nvPr/>
          </p:nvSpPr>
          <p:spPr>
            <a:xfrm>
              <a:off x="7554663" y="3367267"/>
              <a:ext cx="9215" cy="13726"/>
            </a:xfrm>
            <a:custGeom>
              <a:avLst/>
              <a:pathLst>
                <a:path w="9215" h="13726">
                  <a:moveTo>
                    <a:pt x="8627" y="795"/>
                  </a:moveTo>
                  <a:lnTo>
                    <a:pt x="9215" y="6714"/>
                  </a:lnTo>
                  <a:lnTo>
                    <a:pt x="5742" y="9884"/>
                  </a:lnTo>
                  <a:lnTo>
                    <a:pt x="5647" y="13726"/>
                  </a:lnTo>
                  <a:lnTo>
                    <a:pt x="2948" y="10522"/>
                  </a:lnTo>
                  <a:lnTo>
                    <a:pt x="966" y="5361"/>
                  </a:lnTo>
                  <a:lnTo>
                    <a:pt x="0" y="2931"/>
                  </a:lnTo>
                  <a:lnTo>
                    <a:pt x="181" y="2726"/>
                  </a:lnTo>
                  <a:lnTo>
                    <a:pt x="5888" y="1974"/>
                  </a:lnTo>
                  <a:lnTo>
                    <a:pt x="7067" y="1415"/>
                  </a:lnTo>
                  <a:lnTo>
                    <a:pt x="751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h4482"/>
            <p:cNvSpPr/>
            <p:nvPr/>
          </p:nvSpPr>
          <p:spPr>
            <a:xfrm>
              <a:off x="7294299" y="3459883"/>
              <a:ext cx="47829" cy="47017"/>
            </a:xfrm>
            <a:custGeom>
              <a:avLst/>
              <a:pathLst>
                <a:path w="47829" h="47017">
                  <a:moveTo>
                    <a:pt x="17134" y="680"/>
                  </a:moveTo>
                  <a:lnTo>
                    <a:pt x="16347" y="1183"/>
                  </a:lnTo>
                  <a:lnTo>
                    <a:pt x="16074" y="3131"/>
                  </a:lnTo>
                  <a:lnTo>
                    <a:pt x="17891" y="3462"/>
                  </a:lnTo>
                  <a:lnTo>
                    <a:pt x="27358" y="10231"/>
                  </a:lnTo>
                  <a:lnTo>
                    <a:pt x="33386" y="10620"/>
                  </a:lnTo>
                  <a:lnTo>
                    <a:pt x="36807" y="9660"/>
                  </a:lnTo>
                  <a:lnTo>
                    <a:pt x="38927" y="7656"/>
                  </a:lnTo>
                  <a:lnTo>
                    <a:pt x="39931" y="6547"/>
                  </a:lnTo>
                  <a:lnTo>
                    <a:pt x="42107" y="8187"/>
                  </a:lnTo>
                  <a:lnTo>
                    <a:pt x="40355" y="11208"/>
                  </a:lnTo>
                  <a:lnTo>
                    <a:pt x="43574" y="15297"/>
                  </a:lnTo>
                  <a:lnTo>
                    <a:pt x="41323" y="17159"/>
                  </a:lnTo>
                  <a:lnTo>
                    <a:pt x="43504" y="18576"/>
                  </a:lnTo>
                  <a:lnTo>
                    <a:pt x="44610" y="17811"/>
                  </a:lnTo>
                  <a:lnTo>
                    <a:pt x="47829" y="20707"/>
                  </a:lnTo>
                  <a:lnTo>
                    <a:pt x="44988" y="22639"/>
                  </a:lnTo>
                  <a:lnTo>
                    <a:pt x="43033" y="20282"/>
                  </a:lnTo>
                  <a:lnTo>
                    <a:pt x="42249" y="20642"/>
                  </a:lnTo>
                  <a:lnTo>
                    <a:pt x="40779" y="24629"/>
                  </a:lnTo>
                  <a:lnTo>
                    <a:pt x="41156" y="25760"/>
                  </a:lnTo>
                  <a:lnTo>
                    <a:pt x="45992" y="29305"/>
                  </a:lnTo>
                  <a:lnTo>
                    <a:pt x="46561" y="38388"/>
                  </a:lnTo>
                  <a:lnTo>
                    <a:pt x="43303" y="45095"/>
                  </a:lnTo>
                  <a:lnTo>
                    <a:pt x="43659" y="47017"/>
                  </a:lnTo>
                  <a:lnTo>
                    <a:pt x="28418" y="38976"/>
                  </a:lnTo>
                  <a:lnTo>
                    <a:pt x="18580" y="34936"/>
                  </a:lnTo>
                  <a:lnTo>
                    <a:pt x="15588" y="32681"/>
                  </a:lnTo>
                  <a:lnTo>
                    <a:pt x="0" y="29362"/>
                  </a:lnTo>
                  <a:lnTo>
                    <a:pt x="351" y="22614"/>
                  </a:lnTo>
                  <a:lnTo>
                    <a:pt x="2084" y="16779"/>
                  </a:lnTo>
                  <a:lnTo>
                    <a:pt x="3812" y="16131"/>
                  </a:lnTo>
                  <a:lnTo>
                    <a:pt x="11197" y="18144"/>
                  </a:lnTo>
                  <a:lnTo>
                    <a:pt x="15836" y="13752"/>
                  </a:lnTo>
                  <a:lnTo>
                    <a:pt x="16168" y="11847"/>
                  </a:lnTo>
                  <a:lnTo>
                    <a:pt x="14257" y="9631"/>
                  </a:lnTo>
                  <a:lnTo>
                    <a:pt x="13242" y="9506"/>
                  </a:lnTo>
                  <a:lnTo>
                    <a:pt x="14304" y="1077"/>
                  </a:lnTo>
                  <a:lnTo>
                    <a:pt x="14574" y="220"/>
                  </a:lnTo>
                  <a:lnTo>
                    <a:pt x="1593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h4483"/>
            <p:cNvSpPr/>
            <p:nvPr/>
          </p:nvSpPr>
          <p:spPr>
            <a:xfrm>
              <a:off x="7689790" y="3414768"/>
              <a:ext cx="8573" cy="21351"/>
            </a:xfrm>
            <a:custGeom>
              <a:avLst/>
              <a:pathLst>
                <a:path w="8573" h="21351">
                  <a:moveTo>
                    <a:pt x="3971" y="2192"/>
                  </a:moveTo>
                  <a:lnTo>
                    <a:pt x="4841" y="7504"/>
                  </a:lnTo>
                  <a:lnTo>
                    <a:pt x="6768" y="13426"/>
                  </a:lnTo>
                  <a:lnTo>
                    <a:pt x="8573" y="15681"/>
                  </a:lnTo>
                  <a:lnTo>
                    <a:pt x="7719" y="19167"/>
                  </a:lnTo>
                  <a:lnTo>
                    <a:pt x="6014" y="18839"/>
                  </a:lnTo>
                  <a:lnTo>
                    <a:pt x="6117" y="21351"/>
                  </a:lnTo>
                  <a:lnTo>
                    <a:pt x="2625" y="21042"/>
                  </a:lnTo>
                  <a:lnTo>
                    <a:pt x="2856" y="14542"/>
                  </a:lnTo>
                  <a:lnTo>
                    <a:pt x="2445" y="13219"/>
                  </a:lnTo>
                  <a:lnTo>
                    <a:pt x="723" y="11759"/>
                  </a:lnTo>
                  <a:lnTo>
                    <a:pt x="0" y="155"/>
                  </a:lnTo>
                  <a:lnTo>
                    <a:pt x="476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h4484"/>
            <p:cNvSpPr/>
            <p:nvPr/>
          </p:nvSpPr>
          <p:spPr>
            <a:xfrm>
              <a:off x="7587975" y="3288312"/>
              <a:ext cx="49870" cy="49950"/>
            </a:xfrm>
            <a:custGeom>
              <a:avLst/>
              <a:pathLst>
                <a:path w="49870" h="49950">
                  <a:moveTo>
                    <a:pt x="11086" y="176"/>
                  </a:moveTo>
                  <a:lnTo>
                    <a:pt x="11625" y="2435"/>
                  </a:lnTo>
                  <a:lnTo>
                    <a:pt x="19331" y="8174"/>
                  </a:lnTo>
                  <a:lnTo>
                    <a:pt x="23833" y="9943"/>
                  </a:lnTo>
                  <a:lnTo>
                    <a:pt x="22895" y="12722"/>
                  </a:lnTo>
                  <a:lnTo>
                    <a:pt x="28596" y="15447"/>
                  </a:lnTo>
                  <a:lnTo>
                    <a:pt x="30290" y="17693"/>
                  </a:lnTo>
                  <a:lnTo>
                    <a:pt x="30823" y="20725"/>
                  </a:lnTo>
                  <a:lnTo>
                    <a:pt x="32830" y="22373"/>
                  </a:lnTo>
                  <a:lnTo>
                    <a:pt x="40063" y="20284"/>
                  </a:lnTo>
                  <a:lnTo>
                    <a:pt x="41438" y="19045"/>
                  </a:lnTo>
                  <a:lnTo>
                    <a:pt x="47882" y="20595"/>
                  </a:lnTo>
                  <a:lnTo>
                    <a:pt x="49574" y="18708"/>
                  </a:lnTo>
                  <a:lnTo>
                    <a:pt x="49870" y="21212"/>
                  </a:lnTo>
                  <a:lnTo>
                    <a:pt x="48456" y="22624"/>
                  </a:lnTo>
                  <a:lnTo>
                    <a:pt x="48039" y="26564"/>
                  </a:lnTo>
                  <a:lnTo>
                    <a:pt x="46299" y="28346"/>
                  </a:lnTo>
                  <a:lnTo>
                    <a:pt x="41757" y="29561"/>
                  </a:lnTo>
                  <a:lnTo>
                    <a:pt x="38760" y="28770"/>
                  </a:lnTo>
                  <a:lnTo>
                    <a:pt x="39291" y="32726"/>
                  </a:lnTo>
                  <a:lnTo>
                    <a:pt x="28954" y="41457"/>
                  </a:lnTo>
                  <a:lnTo>
                    <a:pt x="30843" y="44373"/>
                  </a:lnTo>
                  <a:lnTo>
                    <a:pt x="31088" y="47597"/>
                  </a:lnTo>
                  <a:lnTo>
                    <a:pt x="28670" y="49950"/>
                  </a:lnTo>
                  <a:lnTo>
                    <a:pt x="26058" y="49493"/>
                  </a:lnTo>
                  <a:lnTo>
                    <a:pt x="24914" y="48195"/>
                  </a:lnTo>
                  <a:lnTo>
                    <a:pt x="20328" y="46573"/>
                  </a:lnTo>
                  <a:lnTo>
                    <a:pt x="18735" y="43634"/>
                  </a:lnTo>
                  <a:lnTo>
                    <a:pt x="19044" y="39908"/>
                  </a:lnTo>
                  <a:lnTo>
                    <a:pt x="18538" y="39364"/>
                  </a:lnTo>
                  <a:lnTo>
                    <a:pt x="15681" y="38262"/>
                  </a:lnTo>
                  <a:lnTo>
                    <a:pt x="14224" y="39380"/>
                  </a:lnTo>
                  <a:lnTo>
                    <a:pt x="13832" y="41473"/>
                  </a:lnTo>
                  <a:lnTo>
                    <a:pt x="12800" y="41539"/>
                  </a:lnTo>
                  <a:lnTo>
                    <a:pt x="6637" y="38625"/>
                  </a:lnTo>
                  <a:lnTo>
                    <a:pt x="6908" y="36964"/>
                  </a:lnTo>
                  <a:lnTo>
                    <a:pt x="8914" y="34959"/>
                  </a:lnTo>
                  <a:lnTo>
                    <a:pt x="1787" y="34303"/>
                  </a:lnTo>
                  <a:lnTo>
                    <a:pt x="957" y="32372"/>
                  </a:lnTo>
                  <a:lnTo>
                    <a:pt x="0" y="27199"/>
                  </a:lnTo>
                  <a:lnTo>
                    <a:pt x="1603" y="28275"/>
                  </a:lnTo>
                  <a:lnTo>
                    <a:pt x="7678" y="29203"/>
                  </a:lnTo>
                  <a:lnTo>
                    <a:pt x="8666" y="28485"/>
                  </a:lnTo>
                  <a:lnTo>
                    <a:pt x="9121" y="25378"/>
                  </a:lnTo>
                  <a:lnTo>
                    <a:pt x="8326" y="23208"/>
                  </a:lnTo>
                  <a:lnTo>
                    <a:pt x="8921" y="19586"/>
                  </a:lnTo>
                  <a:lnTo>
                    <a:pt x="13105" y="12720"/>
                  </a:lnTo>
                  <a:lnTo>
                    <a:pt x="11690" y="6466"/>
                  </a:lnTo>
                  <a:lnTo>
                    <a:pt x="7397" y="1572"/>
                  </a:lnTo>
                  <a:lnTo>
                    <a:pt x="8017" y="0"/>
                  </a:lnTo>
                  <a:close/>
                  <a:moveTo>
                    <a:pt x="26712" y="25422"/>
                  </a:moveTo>
                  <a:lnTo>
                    <a:pt x="24190" y="29567"/>
                  </a:lnTo>
                  <a:lnTo>
                    <a:pt x="24870" y="30213"/>
                  </a:lnTo>
                  <a:lnTo>
                    <a:pt x="28139" y="30475"/>
                  </a:lnTo>
                  <a:lnTo>
                    <a:pt x="30136" y="25179"/>
                  </a:lnTo>
                  <a:lnTo>
                    <a:pt x="28990" y="2396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h4485"/>
            <p:cNvSpPr/>
            <p:nvPr/>
          </p:nvSpPr>
          <p:spPr>
            <a:xfrm>
              <a:off x="7459131" y="3413459"/>
              <a:ext cx="17608" cy="9153"/>
            </a:xfrm>
            <a:custGeom>
              <a:avLst/>
              <a:pathLst>
                <a:path w="17608" h="9153">
                  <a:moveTo>
                    <a:pt x="17608" y="321"/>
                  </a:moveTo>
                  <a:lnTo>
                    <a:pt x="13042" y="3663"/>
                  </a:lnTo>
                  <a:lnTo>
                    <a:pt x="16685" y="8356"/>
                  </a:lnTo>
                  <a:lnTo>
                    <a:pt x="8804" y="8907"/>
                  </a:lnTo>
                  <a:lnTo>
                    <a:pt x="4832" y="9153"/>
                  </a:lnTo>
                  <a:lnTo>
                    <a:pt x="0" y="4290"/>
                  </a:lnTo>
                  <a:lnTo>
                    <a:pt x="100" y="2228"/>
                  </a:lnTo>
                  <a:lnTo>
                    <a:pt x="2485" y="2749"/>
                  </a:lnTo>
                  <a:lnTo>
                    <a:pt x="4133" y="23"/>
                  </a:lnTo>
                  <a:lnTo>
                    <a:pt x="7169" y="1751"/>
                  </a:lnTo>
                  <a:lnTo>
                    <a:pt x="1384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h4486"/>
            <p:cNvSpPr/>
            <p:nvPr/>
          </p:nvSpPr>
          <p:spPr>
            <a:xfrm>
              <a:off x="7419175" y="3377531"/>
              <a:ext cx="12116" cy="19044"/>
            </a:xfrm>
            <a:custGeom>
              <a:avLst/>
              <a:pathLst>
                <a:path w="12116" h="19044">
                  <a:moveTo>
                    <a:pt x="11264" y="5147"/>
                  </a:moveTo>
                  <a:lnTo>
                    <a:pt x="12116" y="9088"/>
                  </a:lnTo>
                  <a:lnTo>
                    <a:pt x="6983" y="9318"/>
                  </a:lnTo>
                  <a:lnTo>
                    <a:pt x="8181" y="10897"/>
                  </a:lnTo>
                  <a:lnTo>
                    <a:pt x="11242" y="11599"/>
                  </a:lnTo>
                  <a:lnTo>
                    <a:pt x="10663" y="19044"/>
                  </a:lnTo>
                  <a:lnTo>
                    <a:pt x="2998" y="16477"/>
                  </a:lnTo>
                  <a:lnTo>
                    <a:pt x="224" y="16774"/>
                  </a:lnTo>
                  <a:lnTo>
                    <a:pt x="0" y="5058"/>
                  </a:lnTo>
                  <a:lnTo>
                    <a:pt x="1955" y="6817"/>
                  </a:lnTo>
                  <a:lnTo>
                    <a:pt x="4264" y="6309"/>
                  </a:lnTo>
                  <a:lnTo>
                    <a:pt x="6024" y="5118"/>
                  </a:lnTo>
                  <a:lnTo>
                    <a:pt x="6041" y="3702"/>
                  </a:lnTo>
                  <a:lnTo>
                    <a:pt x="836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h4487"/>
            <p:cNvSpPr/>
            <p:nvPr/>
          </p:nvSpPr>
          <p:spPr>
            <a:xfrm>
              <a:off x="7489823" y="3247162"/>
              <a:ext cx="26296" cy="18073"/>
            </a:xfrm>
            <a:custGeom>
              <a:avLst/>
              <a:pathLst>
                <a:path w="26296" h="18073">
                  <a:moveTo>
                    <a:pt x="18536" y="1408"/>
                  </a:moveTo>
                  <a:lnTo>
                    <a:pt x="22119" y="625"/>
                  </a:lnTo>
                  <a:lnTo>
                    <a:pt x="26296" y="2773"/>
                  </a:lnTo>
                  <a:lnTo>
                    <a:pt x="25439" y="5609"/>
                  </a:lnTo>
                  <a:lnTo>
                    <a:pt x="16998" y="12952"/>
                  </a:lnTo>
                  <a:lnTo>
                    <a:pt x="6648" y="9330"/>
                  </a:lnTo>
                  <a:lnTo>
                    <a:pt x="4044" y="11095"/>
                  </a:lnTo>
                  <a:lnTo>
                    <a:pt x="4304" y="12840"/>
                  </a:lnTo>
                  <a:lnTo>
                    <a:pt x="9287" y="17461"/>
                  </a:lnTo>
                  <a:lnTo>
                    <a:pt x="5755" y="18073"/>
                  </a:lnTo>
                  <a:lnTo>
                    <a:pt x="3111" y="14563"/>
                  </a:lnTo>
                  <a:lnTo>
                    <a:pt x="2468" y="16050"/>
                  </a:lnTo>
                  <a:lnTo>
                    <a:pt x="0" y="11957"/>
                  </a:lnTo>
                  <a:lnTo>
                    <a:pt x="2133" y="5632"/>
                  </a:lnTo>
                  <a:lnTo>
                    <a:pt x="5530" y="3997"/>
                  </a:lnTo>
                  <a:lnTo>
                    <a:pt x="10541" y="3687"/>
                  </a:lnTo>
                  <a:lnTo>
                    <a:pt x="11515" y="2424"/>
                  </a:lnTo>
                  <a:lnTo>
                    <a:pt x="1189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h4488"/>
            <p:cNvSpPr/>
            <p:nvPr/>
          </p:nvSpPr>
          <p:spPr>
            <a:xfrm>
              <a:off x="7557571" y="3359242"/>
              <a:ext cx="7874" cy="5738"/>
            </a:xfrm>
            <a:custGeom>
              <a:avLst/>
              <a:pathLst>
                <a:path w="7874" h="5738">
                  <a:moveTo>
                    <a:pt x="2811" y="0"/>
                  </a:moveTo>
                  <a:lnTo>
                    <a:pt x="7874" y="5738"/>
                  </a:lnTo>
                  <a:lnTo>
                    <a:pt x="3377" y="5344"/>
                  </a:lnTo>
                  <a:lnTo>
                    <a:pt x="0" y="228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h4489"/>
            <p:cNvSpPr/>
            <p:nvPr/>
          </p:nvSpPr>
          <p:spPr>
            <a:xfrm>
              <a:off x="7425806" y="3404828"/>
              <a:ext cx="55847" cy="75427"/>
            </a:xfrm>
            <a:custGeom>
              <a:avLst/>
              <a:pathLst>
                <a:path w="55847" h="75427">
                  <a:moveTo>
                    <a:pt x="6683" y="1136"/>
                  </a:moveTo>
                  <a:lnTo>
                    <a:pt x="12250" y="1395"/>
                  </a:lnTo>
                  <a:lnTo>
                    <a:pt x="13600" y="2258"/>
                  </a:lnTo>
                  <a:lnTo>
                    <a:pt x="13300" y="5877"/>
                  </a:lnTo>
                  <a:lnTo>
                    <a:pt x="11313" y="9320"/>
                  </a:lnTo>
                  <a:lnTo>
                    <a:pt x="11609" y="11092"/>
                  </a:lnTo>
                  <a:lnTo>
                    <a:pt x="14488" y="13879"/>
                  </a:lnTo>
                  <a:lnTo>
                    <a:pt x="12449" y="20876"/>
                  </a:lnTo>
                  <a:lnTo>
                    <a:pt x="11963" y="26421"/>
                  </a:lnTo>
                  <a:lnTo>
                    <a:pt x="15711" y="26711"/>
                  </a:lnTo>
                  <a:lnTo>
                    <a:pt x="21298" y="28532"/>
                  </a:lnTo>
                  <a:lnTo>
                    <a:pt x="23504" y="31084"/>
                  </a:lnTo>
                  <a:lnTo>
                    <a:pt x="24711" y="36765"/>
                  </a:lnTo>
                  <a:lnTo>
                    <a:pt x="29140" y="38181"/>
                  </a:lnTo>
                  <a:lnTo>
                    <a:pt x="26296" y="40287"/>
                  </a:lnTo>
                  <a:lnTo>
                    <a:pt x="27601" y="43151"/>
                  </a:lnTo>
                  <a:lnTo>
                    <a:pt x="31194" y="45568"/>
                  </a:lnTo>
                  <a:lnTo>
                    <a:pt x="37267" y="40935"/>
                  </a:lnTo>
                  <a:lnTo>
                    <a:pt x="37651" y="36569"/>
                  </a:lnTo>
                  <a:lnTo>
                    <a:pt x="36525" y="35235"/>
                  </a:lnTo>
                  <a:lnTo>
                    <a:pt x="35577" y="24172"/>
                  </a:lnTo>
                  <a:lnTo>
                    <a:pt x="37443" y="21308"/>
                  </a:lnTo>
                  <a:lnTo>
                    <a:pt x="38330" y="21140"/>
                  </a:lnTo>
                  <a:lnTo>
                    <a:pt x="38157" y="17785"/>
                  </a:lnTo>
                  <a:lnTo>
                    <a:pt x="42129" y="17539"/>
                  </a:lnTo>
                  <a:lnTo>
                    <a:pt x="45353" y="28910"/>
                  </a:lnTo>
                  <a:lnTo>
                    <a:pt x="37654" y="30199"/>
                  </a:lnTo>
                  <a:lnTo>
                    <a:pt x="40720" y="35434"/>
                  </a:lnTo>
                  <a:lnTo>
                    <a:pt x="38411" y="42485"/>
                  </a:lnTo>
                  <a:lnTo>
                    <a:pt x="39432" y="43344"/>
                  </a:lnTo>
                  <a:lnTo>
                    <a:pt x="41786" y="37226"/>
                  </a:lnTo>
                  <a:lnTo>
                    <a:pt x="44266" y="37321"/>
                  </a:lnTo>
                  <a:lnTo>
                    <a:pt x="45876" y="37966"/>
                  </a:lnTo>
                  <a:lnTo>
                    <a:pt x="45968" y="39423"/>
                  </a:lnTo>
                  <a:lnTo>
                    <a:pt x="43013" y="40829"/>
                  </a:lnTo>
                  <a:lnTo>
                    <a:pt x="39484" y="44800"/>
                  </a:lnTo>
                  <a:lnTo>
                    <a:pt x="39657" y="46350"/>
                  </a:lnTo>
                  <a:lnTo>
                    <a:pt x="44243" y="50722"/>
                  </a:lnTo>
                  <a:lnTo>
                    <a:pt x="46043" y="51222"/>
                  </a:lnTo>
                  <a:lnTo>
                    <a:pt x="48170" y="49896"/>
                  </a:lnTo>
                  <a:lnTo>
                    <a:pt x="55216" y="51718"/>
                  </a:lnTo>
                  <a:lnTo>
                    <a:pt x="55847" y="52270"/>
                  </a:lnTo>
                  <a:lnTo>
                    <a:pt x="53622" y="55241"/>
                  </a:lnTo>
                  <a:lnTo>
                    <a:pt x="51141" y="64177"/>
                  </a:lnTo>
                  <a:lnTo>
                    <a:pt x="52253" y="68361"/>
                  </a:lnTo>
                  <a:lnTo>
                    <a:pt x="54944" y="70756"/>
                  </a:lnTo>
                  <a:lnTo>
                    <a:pt x="54267" y="74374"/>
                  </a:lnTo>
                  <a:lnTo>
                    <a:pt x="54553" y="74970"/>
                  </a:lnTo>
                  <a:lnTo>
                    <a:pt x="53503" y="75427"/>
                  </a:lnTo>
                  <a:lnTo>
                    <a:pt x="50589" y="73485"/>
                  </a:lnTo>
                  <a:lnTo>
                    <a:pt x="48687" y="71064"/>
                  </a:lnTo>
                  <a:lnTo>
                    <a:pt x="44996" y="70469"/>
                  </a:lnTo>
                  <a:lnTo>
                    <a:pt x="40783" y="71263"/>
                  </a:lnTo>
                  <a:lnTo>
                    <a:pt x="38327" y="70794"/>
                  </a:lnTo>
                  <a:lnTo>
                    <a:pt x="34692" y="68066"/>
                  </a:lnTo>
                  <a:lnTo>
                    <a:pt x="27202" y="65413"/>
                  </a:lnTo>
                  <a:lnTo>
                    <a:pt x="25867" y="67855"/>
                  </a:lnTo>
                  <a:lnTo>
                    <a:pt x="21753" y="66903"/>
                  </a:lnTo>
                  <a:lnTo>
                    <a:pt x="18972" y="67702"/>
                  </a:lnTo>
                  <a:lnTo>
                    <a:pt x="12934" y="67907"/>
                  </a:lnTo>
                  <a:lnTo>
                    <a:pt x="7744" y="65130"/>
                  </a:lnTo>
                  <a:lnTo>
                    <a:pt x="8369" y="64979"/>
                  </a:lnTo>
                  <a:lnTo>
                    <a:pt x="10919" y="58694"/>
                  </a:lnTo>
                  <a:lnTo>
                    <a:pt x="14177" y="58100"/>
                  </a:lnTo>
                  <a:lnTo>
                    <a:pt x="16366" y="53556"/>
                  </a:lnTo>
                  <a:lnTo>
                    <a:pt x="15704" y="51238"/>
                  </a:lnTo>
                  <a:lnTo>
                    <a:pt x="21491" y="49643"/>
                  </a:lnTo>
                  <a:lnTo>
                    <a:pt x="21546" y="47066"/>
                  </a:lnTo>
                  <a:lnTo>
                    <a:pt x="19196" y="41122"/>
                  </a:lnTo>
                  <a:lnTo>
                    <a:pt x="16187" y="36106"/>
                  </a:lnTo>
                  <a:lnTo>
                    <a:pt x="10646" y="28888"/>
                  </a:lnTo>
                  <a:lnTo>
                    <a:pt x="10312" y="27456"/>
                  </a:lnTo>
                  <a:lnTo>
                    <a:pt x="10989" y="25755"/>
                  </a:lnTo>
                  <a:lnTo>
                    <a:pt x="9919" y="22054"/>
                  </a:lnTo>
                  <a:lnTo>
                    <a:pt x="7803" y="20127"/>
                  </a:lnTo>
                  <a:lnTo>
                    <a:pt x="6902" y="15044"/>
                  </a:lnTo>
                  <a:lnTo>
                    <a:pt x="2690" y="14591"/>
                  </a:lnTo>
                  <a:lnTo>
                    <a:pt x="237" y="13360"/>
                  </a:lnTo>
                  <a:lnTo>
                    <a:pt x="0" y="11440"/>
                  </a:lnTo>
                  <a:lnTo>
                    <a:pt x="4128" y="7014"/>
                  </a:lnTo>
                  <a:lnTo>
                    <a:pt x="2205" y="3747"/>
                  </a:lnTo>
                  <a:lnTo>
                    <a:pt x="3181" y="2240"/>
                  </a:lnTo>
                  <a:lnTo>
                    <a:pt x="667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h4490"/>
            <p:cNvSpPr/>
            <p:nvPr/>
          </p:nvSpPr>
          <p:spPr>
            <a:xfrm>
              <a:off x="7428161" y="3227859"/>
              <a:ext cx="27212" cy="23200"/>
            </a:xfrm>
            <a:custGeom>
              <a:avLst/>
              <a:pathLst>
                <a:path w="27212" h="23200">
                  <a:moveTo>
                    <a:pt x="25878" y="932"/>
                  </a:moveTo>
                  <a:lnTo>
                    <a:pt x="27212" y="6836"/>
                  </a:lnTo>
                  <a:lnTo>
                    <a:pt x="26030" y="8199"/>
                  </a:lnTo>
                  <a:lnTo>
                    <a:pt x="14956" y="14133"/>
                  </a:lnTo>
                  <a:lnTo>
                    <a:pt x="14387" y="15497"/>
                  </a:lnTo>
                  <a:lnTo>
                    <a:pt x="16028" y="16660"/>
                  </a:lnTo>
                  <a:lnTo>
                    <a:pt x="15273" y="18191"/>
                  </a:lnTo>
                  <a:lnTo>
                    <a:pt x="12617" y="21609"/>
                  </a:lnTo>
                  <a:lnTo>
                    <a:pt x="8998" y="21031"/>
                  </a:lnTo>
                  <a:lnTo>
                    <a:pt x="5758" y="23046"/>
                  </a:lnTo>
                  <a:lnTo>
                    <a:pt x="2972" y="23200"/>
                  </a:lnTo>
                  <a:lnTo>
                    <a:pt x="0" y="13913"/>
                  </a:lnTo>
                  <a:lnTo>
                    <a:pt x="3082" y="11204"/>
                  </a:lnTo>
                  <a:lnTo>
                    <a:pt x="5025" y="13894"/>
                  </a:lnTo>
                  <a:lnTo>
                    <a:pt x="10813" y="12292"/>
                  </a:lnTo>
                  <a:lnTo>
                    <a:pt x="11745" y="9695"/>
                  </a:lnTo>
                  <a:lnTo>
                    <a:pt x="15475" y="7792"/>
                  </a:lnTo>
                  <a:lnTo>
                    <a:pt x="21298" y="6619"/>
                  </a:lnTo>
                  <a:lnTo>
                    <a:pt x="21676" y="4010"/>
                  </a:lnTo>
                  <a:lnTo>
                    <a:pt x="23294" y="2181"/>
                  </a:lnTo>
                  <a:lnTo>
                    <a:pt x="2522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h4491"/>
            <p:cNvSpPr/>
            <p:nvPr/>
          </p:nvSpPr>
          <p:spPr>
            <a:xfrm>
              <a:off x="7510972" y="3369063"/>
              <a:ext cx="16323" cy="16680"/>
            </a:xfrm>
            <a:custGeom>
              <a:avLst/>
              <a:pathLst>
                <a:path w="16323" h="16680">
                  <a:moveTo>
                    <a:pt x="16012" y="755"/>
                  </a:moveTo>
                  <a:lnTo>
                    <a:pt x="16323" y="8066"/>
                  </a:lnTo>
                  <a:lnTo>
                    <a:pt x="12856" y="16680"/>
                  </a:lnTo>
                  <a:lnTo>
                    <a:pt x="10861" y="16147"/>
                  </a:lnTo>
                  <a:lnTo>
                    <a:pt x="9195" y="15811"/>
                  </a:lnTo>
                  <a:lnTo>
                    <a:pt x="7500" y="7376"/>
                  </a:lnTo>
                  <a:lnTo>
                    <a:pt x="6716" y="6441"/>
                  </a:lnTo>
                  <a:lnTo>
                    <a:pt x="5332" y="9264"/>
                  </a:lnTo>
                  <a:lnTo>
                    <a:pt x="4643" y="13157"/>
                  </a:lnTo>
                  <a:lnTo>
                    <a:pt x="3614" y="13948"/>
                  </a:lnTo>
                  <a:lnTo>
                    <a:pt x="1985" y="13230"/>
                  </a:lnTo>
                  <a:lnTo>
                    <a:pt x="0" y="9132"/>
                  </a:lnTo>
                  <a:lnTo>
                    <a:pt x="6063" y="4128"/>
                  </a:lnTo>
                  <a:lnTo>
                    <a:pt x="7103" y="1980"/>
                  </a:lnTo>
                  <a:lnTo>
                    <a:pt x="8875" y="104"/>
                  </a:lnTo>
                  <a:lnTo>
                    <a:pt x="12014" y="696"/>
                  </a:lnTo>
                  <a:lnTo>
                    <a:pt x="1414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h4492"/>
            <p:cNvSpPr/>
            <p:nvPr/>
          </p:nvSpPr>
          <p:spPr>
            <a:xfrm>
              <a:off x="7384219" y="3284964"/>
              <a:ext cx="10229" cy="11151"/>
            </a:xfrm>
            <a:custGeom>
              <a:avLst/>
              <a:pathLst>
                <a:path w="10229" h="11151">
                  <a:moveTo>
                    <a:pt x="2581" y="1069"/>
                  </a:moveTo>
                  <a:lnTo>
                    <a:pt x="6637" y="70"/>
                  </a:lnTo>
                  <a:lnTo>
                    <a:pt x="8179" y="4033"/>
                  </a:lnTo>
                  <a:lnTo>
                    <a:pt x="10229" y="8633"/>
                  </a:lnTo>
                  <a:lnTo>
                    <a:pt x="6643" y="11151"/>
                  </a:lnTo>
                  <a:lnTo>
                    <a:pt x="3961" y="10112"/>
                  </a:lnTo>
                  <a:lnTo>
                    <a:pt x="1619" y="7499"/>
                  </a:lnTo>
                  <a:lnTo>
                    <a:pt x="0" y="2064"/>
                  </a:lnTo>
                  <a:lnTo>
                    <a:pt x="90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h4493"/>
            <p:cNvSpPr/>
            <p:nvPr/>
          </p:nvSpPr>
          <p:spPr>
            <a:xfrm>
              <a:off x="7540867" y="3454676"/>
              <a:ext cx="11795" cy="16933"/>
            </a:xfrm>
            <a:custGeom>
              <a:avLst/>
              <a:pathLst>
                <a:path w="11795" h="16933">
                  <a:moveTo>
                    <a:pt x="9774" y="1120"/>
                  </a:moveTo>
                  <a:lnTo>
                    <a:pt x="9526" y="3550"/>
                  </a:lnTo>
                  <a:lnTo>
                    <a:pt x="11795" y="7135"/>
                  </a:lnTo>
                  <a:lnTo>
                    <a:pt x="11578" y="8424"/>
                  </a:lnTo>
                  <a:lnTo>
                    <a:pt x="10692" y="12483"/>
                  </a:lnTo>
                  <a:lnTo>
                    <a:pt x="10210" y="13503"/>
                  </a:lnTo>
                  <a:lnTo>
                    <a:pt x="4647" y="16933"/>
                  </a:lnTo>
                  <a:lnTo>
                    <a:pt x="4035" y="8723"/>
                  </a:lnTo>
                  <a:lnTo>
                    <a:pt x="1594" y="5326"/>
                  </a:lnTo>
                  <a:lnTo>
                    <a:pt x="0" y="5281"/>
                  </a:lnTo>
                  <a:lnTo>
                    <a:pt x="1089" y="2876"/>
                  </a:lnTo>
                  <a:lnTo>
                    <a:pt x="599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h4494"/>
            <p:cNvSpPr/>
            <p:nvPr/>
          </p:nvSpPr>
          <p:spPr>
            <a:xfrm>
              <a:off x="7309587" y="3300604"/>
              <a:ext cx="10806" cy="15827"/>
            </a:xfrm>
            <a:custGeom>
              <a:avLst/>
              <a:pathLst>
                <a:path w="10806" h="15827">
                  <a:moveTo>
                    <a:pt x="8432" y="5348"/>
                  </a:moveTo>
                  <a:lnTo>
                    <a:pt x="10806" y="5233"/>
                  </a:lnTo>
                  <a:lnTo>
                    <a:pt x="9614" y="6838"/>
                  </a:lnTo>
                  <a:lnTo>
                    <a:pt x="9422" y="11256"/>
                  </a:lnTo>
                  <a:lnTo>
                    <a:pt x="7914" y="15160"/>
                  </a:lnTo>
                  <a:lnTo>
                    <a:pt x="4145" y="15827"/>
                  </a:lnTo>
                  <a:lnTo>
                    <a:pt x="6081" y="8843"/>
                  </a:lnTo>
                  <a:lnTo>
                    <a:pt x="2018" y="6509"/>
                  </a:lnTo>
                  <a:lnTo>
                    <a:pt x="0" y="2512"/>
                  </a:lnTo>
                  <a:lnTo>
                    <a:pt x="791" y="1147"/>
                  </a:lnTo>
                  <a:lnTo>
                    <a:pt x="571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h4495"/>
            <p:cNvSpPr/>
            <p:nvPr/>
          </p:nvSpPr>
          <p:spPr>
            <a:xfrm>
              <a:off x="7295472" y="3468800"/>
              <a:ext cx="14995" cy="9227"/>
            </a:xfrm>
            <a:custGeom>
              <a:avLst/>
              <a:pathLst>
                <a:path w="14995" h="9227">
                  <a:moveTo>
                    <a:pt x="12069" y="588"/>
                  </a:moveTo>
                  <a:lnTo>
                    <a:pt x="13084" y="714"/>
                  </a:lnTo>
                  <a:lnTo>
                    <a:pt x="14995" y="2929"/>
                  </a:lnTo>
                  <a:lnTo>
                    <a:pt x="14663" y="4834"/>
                  </a:lnTo>
                  <a:lnTo>
                    <a:pt x="10024" y="9227"/>
                  </a:lnTo>
                  <a:lnTo>
                    <a:pt x="2639" y="7213"/>
                  </a:lnTo>
                  <a:lnTo>
                    <a:pt x="911" y="7861"/>
                  </a:lnTo>
                  <a:lnTo>
                    <a:pt x="0" y="2598"/>
                  </a:lnTo>
                  <a:lnTo>
                    <a:pt x="739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h4496"/>
            <p:cNvSpPr/>
            <p:nvPr/>
          </p:nvSpPr>
          <p:spPr>
            <a:xfrm>
              <a:off x="7540626" y="3209821"/>
              <a:ext cx="60448" cy="68320"/>
            </a:xfrm>
            <a:custGeom>
              <a:avLst/>
              <a:pathLst>
                <a:path w="60448" h="68320">
                  <a:moveTo>
                    <a:pt x="1903" y="697"/>
                  </a:moveTo>
                  <a:lnTo>
                    <a:pt x="2881" y="851"/>
                  </a:lnTo>
                  <a:lnTo>
                    <a:pt x="4255" y="2869"/>
                  </a:lnTo>
                  <a:lnTo>
                    <a:pt x="5683" y="12118"/>
                  </a:lnTo>
                  <a:lnTo>
                    <a:pt x="10509" y="16492"/>
                  </a:lnTo>
                  <a:lnTo>
                    <a:pt x="14086" y="18302"/>
                  </a:lnTo>
                  <a:lnTo>
                    <a:pt x="18009" y="16624"/>
                  </a:lnTo>
                  <a:lnTo>
                    <a:pt x="18243" y="18800"/>
                  </a:lnTo>
                  <a:lnTo>
                    <a:pt x="16130" y="19288"/>
                  </a:lnTo>
                  <a:lnTo>
                    <a:pt x="16076" y="21322"/>
                  </a:lnTo>
                  <a:lnTo>
                    <a:pt x="17215" y="22688"/>
                  </a:lnTo>
                  <a:lnTo>
                    <a:pt x="20024" y="23631"/>
                  </a:lnTo>
                  <a:lnTo>
                    <a:pt x="24190" y="22429"/>
                  </a:lnTo>
                  <a:lnTo>
                    <a:pt x="24419" y="20503"/>
                  </a:lnTo>
                  <a:lnTo>
                    <a:pt x="25569" y="19031"/>
                  </a:lnTo>
                  <a:lnTo>
                    <a:pt x="29124" y="19411"/>
                  </a:lnTo>
                  <a:lnTo>
                    <a:pt x="29745" y="20961"/>
                  </a:lnTo>
                  <a:lnTo>
                    <a:pt x="33179" y="23711"/>
                  </a:lnTo>
                  <a:lnTo>
                    <a:pt x="36589" y="22826"/>
                  </a:lnTo>
                  <a:lnTo>
                    <a:pt x="40900" y="20315"/>
                  </a:lnTo>
                  <a:lnTo>
                    <a:pt x="42346" y="20839"/>
                  </a:lnTo>
                  <a:lnTo>
                    <a:pt x="44202" y="27749"/>
                  </a:lnTo>
                  <a:lnTo>
                    <a:pt x="43455" y="29484"/>
                  </a:lnTo>
                  <a:lnTo>
                    <a:pt x="42088" y="27498"/>
                  </a:lnTo>
                  <a:lnTo>
                    <a:pt x="41785" y="36940"/>
                  </a:lnTo>
                  <a:lnTo>
                    <a:pt x="46396" y="41837"/>
                  </a:lnTo>
                  <a:lnTo>
                    <a:pt x="47200" y="49036"/>
                  </a:lnTo>
                  <a:lnTo>
                    <a:pt x="53207" y="56152"/>
                  </a:lnTo>
                  <a:lnTo>
                    <a:pt x="60448" y="59367"/>
                  </a:lnTo>
                  <a:lnTo>
                    <a:pt x="59160" y="59896"/>
                  </a:lnTo>
                  <a:lnTo>
                    <a:pt x="56138" y="64721"/>
                  </a:lnTo>
                  <a:lnTo>
                    <a:pt x="54366" y="65749"/>
                  </a:lnTo>
                  <a:lnTo>
                    <a:pt x="51276" y="66108"/>
                  </a:lnTo>
                  <a:lnTo>
                    <a:pt x="51822" y="67507"/>
                  </a:lnTo>
                  <a:lnTo>
                    <a:pt x="52601" y="67355"/>
                  </a:lnTo>
                  <a:lnTo>
                    <a:pt x="51237" y="68320"/>
                  </a:lnTo>
                  <a:lnTo>
                    <a:pt x="49035" y="67000"/>
                  </a:lnTo>
                  <a:lnTo>
                    <a:pt x="37314" y="54814"/>
                  </a:lnTo>
                  <a:lnTo>
                    <a:pt x="37750" y="53507"/>
                  </a:lnTo>
                  <a:lnTo>
                    <a:pt x="34027" y="49872"/>
                  </a:lnTo>
                  <a:lnTo>
                    <a:pt x="27772" y="47369"/>
                  </a:lnTo>
                  <a:lnTo>
                    <a:pt x="24283" y="42538"/>
                  </a:lnTo>
                  <a:lnTo>
                    <a:pt x="23988" y="40346"/>
                  </a:lnTo>
                  <a:lnTo>
                    <a:pt x="16026" y="40326"/>
                  </a:lnTo>
                  <a:lnTo>
                    <a:pt x="15236" y="42026"/>
                  </a:lnTo>
                  <a:lnTo>
                    <a:pt x="9032" y="45343"/>
                  </a:lnTo>
                  <a:lnTo>
                    <a:pt x="7368" y="40917"/>
                  </a:lnTo>
                  <a:lnTo>
                    <a:pt x="7693" y="39465"/>
                  </a:lnTo>
                  <a:lnTo>
                    <a:pt x="9961" y="39539"/>
                  </a:lnTo>
                  <a:lnTo>
                    <a:pt x="9724" y="34876"/>
                  </a:lnTo>
                  <a:lnTo>
                    <a:pt x="8717" y="34073"/>
                  </a:lnTo>
                  <a:lnTo>
                    <a:pt x="5145" y="36423"/>
                  </a:lnTo>
                  <a:lnTo>
                    <a:pt x="728" y="30141"/>
                  </a:lnTo>
                  <a:lnTo>
                    <a:pt x="6189" y="26862"/>
                  </a:lnTo>
                  <a:lnTo>
                    <a:pt x="2579" y="22453"/>
                  </a:lnTo>
                  <a:lnTo>
                    <a:pt x="1712" y="21621"/>
                  </a:lnTo>
                  <a:lnTo>
                    <a:pt x="3669" y="19690"/>
                  </a:lnTo>
                  <a:lnTo>
                    <a:pt x="5570" y="12087"/>
                  </a:lnTo>
                  <a:lnTo>
                    <a:pt x="3005" y="8006"/>
                  </a:lnTo>
                  <a:lnTo>
                    <a:pt x="1928" y="7777"/>
                  </a:lnTo>
                  <a:lnTo>
                    <a:pt x="0" y="4214"/>
                  </a:lnTo>
                  <a:lnTo>
                    <a:pt x="95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h4497"/>
            <p:cNvSpPr/>
            <p:nvPr/>
          </p:nvSpPr>
          <p:spPr>
            <a:xfrm>
              <a:off x="7303376" y="3422767"/>
              <a:ext cx="23011" cy="26497"/>
            </a:xfrm>
            <a:custGeom>
              <a:avLst/>
              <a:pathLst>
                <a:path w="23011" h="26497">
                  <a:moveTo>
                    <a:pt x="17191" y="1984"/>
                  </a:moveTo>
                  <a:lnTo>
                    <a:pt x="14545" y="10263"/>
                  </a:lnTo>
                  <a:lnTo>
                    <a:pt x="11894" y="11049"/>
                  </a:lnTo>
                  <a:lnTo>
                    <a:pt x="12244" y="13654"/>
                  </a:lnTo>
                  <a:lnTo>
                    <a:pt x="13110" y="15331"/>
                  </a:lnTo>
                  <a:lnTo>
                    <a:pt x="15295" y="15016"/>
                  </a:lnTo>
                  <a:lnTo>
                    <a:pt x="23011" y="18798"/>
                  </a:lnTo>
                  <a:lnTo>
                    <a:pt x="20405" y="24454"/>
                  </a:lnTo>
                  <a:lnTo>
                    <a:pt x="18498" y="25848"/>
                  </a:lnTo>
                  <a:lnTo>
                    <a:pt x="17146" y="22618"/>
                  </a:lnTo>
                  <a:lnTo>
                    <a:pt x="15137" y="22491"/>
                  </a:lnTo>
                  <a:lnTo>
                    <a:pt x="13069" y="22849"/>
                  </a:lnTo>
                  <a:lnTo>
                    <a:pt x="13180" y="26093"/>
                  </a:lnTo>
                  <a:lnTo>
                    <a:pt x="7731" y="26497"/>
                  </a:lnTo>
                  <a:lnTo>
                    <a:pt x="5420" y="22825"/>
                  </a:lnTo>
                  <a:lnTo>
                    <a:pt x="6789" y="18104"/>
                  </a:lnTo>
                  <a:lnTo>
                    <a:pt x="3979" y="17713"/>
                  </a:lnTo>
                  <a:lnTo>
                    <a:pt x="0" y="11786"/>
                  </a:lnTo>
                  <a:lnTo>
                    <a:pt x="878" y="6930"/>
                  </a:lnTo>
                  <a:lnTo>
                    <a:pt x="1679" y="5527"/>
                  </a:lnTo>
                  <a:lnTo>
                    <a:pt x="5699" y="8144"/>
                  </a:lnTo>
                  <a:lnTo>
                    <a:pt x="9972" y="4803"/>
                  </a:lnTo>
                  <a:lnTo>
                    <a:pt x="13384" y="4439"/>
                  </a:lnTo>
                  <a:lnTo>
                    <a:pt x="15017" y="2378"/>
                  </a:lnTo>
                  <a:lnTo>
                    <a:pt x="15165" y="982"/>
                  </a:lnTo>
                  <a:lnTo>
                    <a:pt x="1372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h4498"/>
            <p:cNvSpPr/>
            <p:nvPr/>
          </p:nvSpPr>
          <p:spPr>
            <a:xfrm>
              <a:off x="7418024" y="3303746"/>
              <a:ext cx="14288" cy="16695"/>
            </a:xfrm>
            <a:custGeom>
              <a:avLst/>
              <a:pathLst>
                <a:path w="14288" h="16695">
                  <a:moveTo>
                    <a:pt x="4684" y="2748"/>
                  </a:moveTo>
                  <a:lnTo>
                    <a:pt x="3287" y="7512"/>
                  </a:lnTo>
                  <a:lnTo>
                    <a:pt x="3836" y="7975"/>
                  </a:lnTo>
                  <a:lnTo>
                    <a:pt x="4655" y="8394"/>
                  </a:lnTo>
                  <a:lnTo>
                    <a:pt x="8404" y="4459"/>
                  </a:lnTo>
                  <a:lnTo>
                    <a:pt x="14288" y="5659"/>
                  </a:lnTo>
                  <a:lnTo>
                    <a:pt x="14174" y="7339"/>
                  </a:lnTo>
                  <a:lnTo>
                    <a:pt x="10202" y="11974"/>
                  </a:lnTo>
                  <a:lnTo>
                    <a:pt x="7338" y="14115"/>
                  </a:lnTo>
                  <a:lnTo>
                    <a:pt x="8286" y="12743"/>
                  </a:lnTo>
                  <a:lnTo>
                    <a:pt x="8047" y="11318"/>
                  </a:lnTo>
                  <a:lnTo>
                    <a:pt x="7149" y="9871"/>
                  </a:lnTo>
                  <a:lnTo>
                    <a:pt x="5073" y="9763"/>
                  </a:lnTo>
                  <a:lnTo>
                    <a:pt x="3718" y="11145"/>
                  </a:lnTo>
                  <a:lnTo>
                    <a:pt x="5921" y="14520"/>
                  </a:lnTo>
                  <a:lnTo>
                    <a:pt x="4859" y="15651"/>
                  </a:lnTo>
                  <a:lnTo>
                    <a:pt x="2171" y="16120"/>
                  </a:lnTo>
                  <a:lnTo>
                    <a:pt x="864" y="16695"/>
                  </a:lnTo>
                  <a:lnTo>
                    <a:pt x="0" y="15173"/>
                  </a:lnTo>
                  <a:lnTo>
                    <a:pt x="112" y="12954"/>
                  </a:lnTo>
                  <a:lnTo>
                    <a:pt x="1640" y="10678"/>
                  </a:lnTo>
                  <a:lnTo>
                    <a:pt x="260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h4499"/>
            <p:cNvSpPr/>
            <p:nvPr/>
          </p:nvSpPr>
          <p:spPr>
            <a:xfrm>
              <a:off x="7725434" y="3349843"/>
              <a:ext cx="130139" cy="60619"/>
            </a:xfrm>
            <a:custGeom>
              <a:avLst/>
              <a:pathLst>
                <a:path w="130139" h="60619">
                  <a:moveTo>
                    <a:pt x="19063" y="29"/>
                  </a:moveTo>
                  <a:lnTo>
                    <a:pt x="102232" y="272"/>
                  </a:lnTo>
                  <a:lnTo>
                    <a:pt x="130139" y="354"/>
                  </a:lnTo>
                  <a:lnTo>
                    <a:pt x="110847" y="59747"/>
                  </a:lnTo>
                  <a:lnTo>
                    <a:pt x="110886" y="57473"/>
                  </a:lnTo>
                  <a:lnTo>
                    <a:pt x="39779" y="60619"/>
                  </a:lnTo>
                  <a:lnTo>
                    <a:pt x="31854" y="59962"/>
                  </a:lnTo>
                  <a:lnTo>
                    <a:pt x="13238" y="54634"/>
                  </a:lnTo>
                  <a:lnTo>
                    <a:pt x="13557" y="52998"/>
                  </a:lnTo>
                  <a:lnTo>
                    <a:pt x="12198" y="50541"/>
                  </a:lnTo>
                  <a:lnTo>
                    <a:pt x="9993" y="49295"/>
                  </a:lnTo>
                  <a:lnTo>
                    <a:pt x="8909" y="49925"/>
                  </a:lnTo>
                  <a:lnTo>
                    <a:pt x="8198" y="52059"/>
                  </a:lnTo>
                  <a:lnTo>
                    <a:pt x="3334" y="46842"/>
                  </a:lnTo>
                  <a:lnTo>
                    <a:pt x="1147" y="45049"/>
                  </a:lnTo>
                  <a:lnTo>
                    <a:pt x="2251" y="39109"/>
                  </a:lnTo>
                  <a:lnTo>
                    <a:pt x="3700" y="37089"/>
                  </a:lnTo>
                  <a:lnTo>
                    <a:pt x="5175" y="36991"/>
                  </a:lnTo>
                  <a:lnTo>
                    <a:pt x="7050" y="39065"/>
                  </a:lnTo>
                  <a:lnTo>
                    <a:pt x="16636" y="36205"/>
                  </a:lnTo>
                  <a:lnTo>
                    <a:pt x="17195" y="32128"/>
                  </a:lnTo>
                  <a:lnTo>
                    <a:pt x="16550" y="31181"/>
                  </a:lnTo>
                  <a:lnTo>
                    <a:pt x="8989" y="27688"/>
                  </a:lnTo>
                  <a:lnTo>
                    <a:pt x="0" y="19738"/>
                  </a:lnTo>
                  <a:lnTo>
                    <a:pt x="191" y="17514"/>
                  </a:lnTo>
                  <a:lnTo>
                    <a:pt x="2561" y="17043"/>
                  </a:lnTo>
                  <a:lnTo>
                    <a:pt x="7879" y="17900"/>
                  </a:lnTo>
                  <a:lnTo>
                    <a:pt x="8479" y="19852"/>
                  </a:lnTo>
                  <a:lnTo>
                    <a:pt x="10290" y="20991"/>
                  </a:lnTo>
                  <a:lnTo>
                    <a:pt x="11454" y="20864"/>
                  </a:lnTo>
                  <a:lnTo>
                    <a:pt x="15762" y="18650"/>
                  </a:lnTo>
                  <a:lnTo>
                    <a:pt x="20139" y="18393"/>
                  </a:lnTo>
                  <a:lnTo>
                    <a:pt x="23999" y="14394"/>
                  </a:lnTo>
                  <a:lnTo>
                    <a:pt x="24801" y="12055"/>
                  </a:lnTo>
                  <a:lnTo>
                    <a:pt x="21878" y="10041"/>
                  </a:lnTo>
                  <a:lnTo>
                    <a:pt x="19108" y="10706"/>
                  </a:lnTo>
                  <a:lnTo>
                    <a:pt x="13631" y="9529"/>
                  </a:lnTo>
                  <a:lnTo>
                    <a:pt x="10448" y="5355"/>
                  </a:lnTo>
                  <a:lnTo>
                    <a:pt x="892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h4500"/>
            <p:cNvSpPr/>
            <p:nvPr/>
          </p:nvSpPr>
          <p:spPr>
            <a:xfrm>
              <a:off x="7286266" y="3269304"/>
              <a:ext cx="18955" cy="14347"/>
            </a:xfrm>
            <a:custGeom>
              <a:avLst/>
              <a:pathLst>
                <a:path w="18955" h="14347">
                  <a:moveTo>
                    <a:pt x="10664" y="0"/>
                  </a:moveTo>
                  <a:lnTo>
                    <a:pt x="10931" y="2408"/>
                  </a:lnTo>
                  <a:lnTo>
                    <a:pt x="12866" y="6325"/>
                  </a:lnTo>
                  <a:lnTo>
                    <a:pt x="17492" y="6031"/>
                  </a:lnTo>
                  <a:lnTo>
                    <a:pt x="17798" y="5070"/>
                  </a:lnTo>
                  <a:lnTo>
                    <a:pt x="18955" y="10976"/>
                  </a:lnTo>
                  <a:lnTo>
                    <a:pt x="18753" y="11854"/>
                  </a:lnTo>
                  <a:lnTo>
                    <a:pt x="16809" y="14347"/>
                  </a:lnTo>
                  <a:lnTo>
                    <a:pt x="13780" y="14154"/>
                  </a:lnTo>
                  <a:lnTo>
                    <a:pt x="12675" y="11198"/>
                  </a:lnTo>
                  <a:lnTo>
                    <a:pt x="12573" y="7347"/>
                  </a:lnTo>
                  <a:lnTo>
                    <a:pt x="11852" y="6537"/>
                  </a:lnTo>
                  <a:lnTo>
                    <a:pt x="8788" y="5873"/>
                  </a:lnTo>
                  <a:lnTo>
                    <a:pt x="6962" y="8706"/>
                  </a:lnTo>
                  <a:lnTo>
                    <a:pt x="9655" y="9393"/>
                  </a:lnTo>
                  <a:lnTo>
                    <a:pt x="10316" y="13387"/>
                  </a:lnTo>
                  <a:lnTo>
                    <a:pt x="6330" y="12675"/>
                  </a:lnTo>
                  <a:lnTo>
                    <a:pt x="3722" y="13009"/>
                  </a:lnTo>
                  <a:lnTo>
                    <a:pt x="0" y="9145"/>
                  </a:lnTo>
                  <a:lnTo>
                    <a:pt x="2130" y="6401"/>
                  </a:lnTo>
                  <a:lnTo>
                    <a:pt x="6286" y="2199"/>
                  </a:lnTo>
                  <a:lnTo>
                    <a:pt x="7009" y="104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h4501"/>
            <p:cNvSpPr/>
            <p:nvPr/>
          </p:nvSpPr>
          <p:spPr>
            <a:xfrm>
              <a:off x="7494249" y="3281200"/>
              <a:ext cx="23863" cy="30005"/>
            </a:xfrm>
            <a:custGeom>
              <a:avLst/>
              <a:pathLst>
                <a:path w="23863" h="30005">
                  <a:moveTo>
                    <a:pt x="5698" y="1954"/>
                  </a:moveTo>
                  <a:lnTo>
                    <a:pt x="8462" y="1894"/>
                  </a:lnTo>
                  <a:lnTo>
                    <a:pt x="9528" y="2588"/>
                  </a:lnTo>
                  <a:lnTo>
                    <a:pt x="10802" y="6054"/>
                  </a:lnTo>
                  <a:lnTo>
                    <a:pt x="12480" y="6934"/>
                  </a:lnTo>
                  <a:lnTo>
                    <a:pt x="12294" y="10079"/>
                  </a:lnTo>
                  <a:lnTo>
                    <a:pt x="16083" y="12405"/>
                  </a:lnTo>
                  <a:lnTo>
                    <a:pt x="17103" y="14990"/>
                  </a:lnTo>
                  <a:lnTo>
                    <a:pt x="9713" y="19877"/>
                  </a:lnTo>
                  <a:lnTo>
                    <a:pt x="11629" y="22191"/>
                  </a:lnTo>
                  <a:lnTo>
                    <a:pt x="14278" y="19924"/>
                  </a:lnTo>
                  <a:lnTo>
                    <a:pt x="23090" y="19726"/>
                  </a:lnTo>
                  <a:lnTo>
                    <a:pt x="23863" y="20826"/>
                  </a:lnTo>
                  <a:lnTo>
                    <a:pt x="17318" y="24532"/>
                  </a:lnTo>
                  <a:lnTo>
                    <a:pt x="15472" y="28181"/>
                  </a:lnTo>
                  <a:lnTo>
                    <a:pt x="11165" y="30005"/>
                  </a:lnTo>
                  <a:lnTo>
                    <a:pt x="7247" y="29880"/>
                  </a:lnTo>
                  <a:lnTo>
                    <a:pt x="6185" y="28399"/>
                  </a:lnTo>
                  <a:lnTo>
                    <a:pt x="7488" y="25311"/>
                  </a:lnTo>
                  <a:lnTo>
                    <a:pt x="8782" y="25055"/>
                  </a:lnTo>
                  <a:lnTo>
                    <a:pt x="3201" y="17701"/>
                  </a:lnTo>
                  <a:lnTo>
                    <a:pt x="1610" y="16401"/>
                  </a:lnTo>
                  <a:lnTo>
                    <a:pt x="0" y="16300"/>
                  </a:lnTo>
                  <a:lnTo>
                    <a:pt x="3850" y="10445"/>
                  </a:lnTo>
                  <a:lnTo>
                    <a:pt x="5322" y="9763"/>
                  </a:lnTo>
                  <a:lnTo>
                    <a:pt x="2062" y="8098"/>
                  </a:lnTo>
                  <a:lnTo>
                    <a:pt x="350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h4502"/>
            <p:cNvSpPr/>
            <p:nvPr/>
          </p:nvSpPr>
          <p:spPr>
            <a:xfrm>
              <a:off x="7471796" y="3275232"/>
              <a:ext cx="27775" cy="22268"/>
            </a:xfrm>
            <a:custGeom>
              <a:avLst/>
              <a:pathLst>
                <a:path w="27775" h="22268">
                  <a:moveTo>
                    <a:pt x="16499" y="656"/>
                  </a:moveTo>
                  <a:lnTo>
                    <a:pt x="20291" y="1073"/>
                  </a:lnTo>
                  <a:lnTo>
                    <a:pt x="22793" y="5660"/>
                  </a:lnTo>
                  <a:lnTo>
                    <a:pt x="25962" y="5968"/>
                  </a:lnTo>
                  <a:lnTo>
                    <a:pt x="24516" y="14066"/>
                  </a:lnTo>
                  <a:lnTo>
                    <a:pt x="27775" y="15732"/>
                  </a:lnTo>
                  <a:lnTo>
                    <a:pt x="26303" y="16413"/>
                  </a:lnTo>
                  <a:lnTo>
                    <a:pt x="22453" y="22268"/>
                  </a:lnTo>
                  <a:lnTo>
                    <a:pt x="21427" y="20785"/>
                  </a:lnTo>
                  <a:lnTo>
                    <a:pt x="16391" y="19037"/>
                  </a:lnTo>
                  <a:lnTo>
                    <a:pt x="14171" y="20763"/>
                  </a:lnTo>
                  <a:lnTo>
                    <a:pt x="3457" y="21867"/>
                  </a:lnTo>
                  <a:lnTo>
                    <a:pt x="855" y="18828"/>
                  </a:lnTo>
                  <a:lnTo>
                    <a:pt x="0" y="14726"/>
                  </a:lnTo>
                  <a:lnTo>
                    <a:pt x="1198" y="11410"/>
                  </a:lnTo>
                  <a:lnTo>
                    <a:pt x="3787" y="11311"/>
                  </a:lnTo>
                  <a:lnTo>
                    <a:pt x="5995" y="9790"/>
                  </a:lnTo>
                  <a:lnTo>
                    <a:pt x="7960" y="11568"/>
                  </a:lnTo>
                  <a:lnTo>
                    <a:pt x="11438" y="13296"/>
                  </a:lnTo>
                  <a:lnTo>
                    <a:pt x="12301" y="11511"/>
                  </a:lnTo>
                  <a:lnTo>
                    <a:pt x="10017" y="8780"/>
                  </a:lnTo>
                  <a:lnTo>
                    <a:pt x="13250" y="1911"/>
                  </a:lnTo>
                  <a:lnTo>
                    <a:pt x="1650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h4503"/>
            <p:cNvSpPr/>
            <p:nvPr/>
          </p:nvSpPr>
          <p:spPr>
            <a:xfrm>
              <a:off x="7480793" y="3364270"/>
              <a:ext cx="7789" cy="9607"/>
            </a:xfrm>
            <a:custGeom>
              <a:avLst/>
              <a:pathLst>
                <a:path w="7789" h="9607">
                  <a:moveTo>
                    <a:pt x="7107" y="0"/>
                  </a:moveTo>
                  <a:lnTo>
                    <a:pt x="7789" y="2511"/>
                  </a:lnTo>
                  <a:lnTo>
                    <a:pt x="7024" y="2781"/>
                  </a:lnTo>
                  <a:lnTo>
                    <a:pt x="6742" y="4823"/>
                  </a:lnTo>
                  <a:lnTo>
                    <a:pt x="4979" y="4586"/>
                  </a:lnTo>
                  <a:lnTo>
                    <a:pt x="2914" y="9330"/>
                  </a:lnTo>
                  <a:lnTo>
                    <a:pt x="532" y="9607"/>
                  </a:lnTo>
                  <a:lnTo>
                    <a:pt x="0" y="8709"/>
                  </a:lnTo>
                  <a:lnTo>
                    <a:pt x="532" y="1985"/>
                  </a:lnTo>
                  <a:lnTo>
                    <a:pt x="3852" y="1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h4504"/>
            <p:cNvSpPr/>
            <p:nvPr/>
          </p:nvSpPr>
          <p:spPr>
            <a:xfrm>
              <a:off x="7313458" y="3261333"/>
              <a:ext cx="28478" cy="25728"/>
            </a:xfrm>
            <a:custGeom>
              <a:avLst/>
              <a:pathLst>
                <a:path w="28478" h="25728">
                  <a:moveTo>
                    <a:pt x="2823" y="107"/>
                  </a:moveTo>
                  <a:lnTo>
                    <a:pt x="9833" y="0"/>
                  </a:lnTo>
                  <a:lnTo>
                    <a:pt x="10027" y="7194"/>
                  </a:lnTo>
                  <a:lnTo>
                    <a:pt x="15225" y="6278"/>
                  </a:lnTo>
                  <a:lnTo>
                    <a:pt x="18638" y="7354"/>
                  </a:lnTo>
                  <a:lnTo>
                    <a:pt x="17972" y="9733"/>
                  </a:lnTo>
                  <a:lnTo>
                    <a:pt x="18851" y="12416"/>
                  </a:lnTo>
                  <a:lnTo>
                    <a:pt x="28332" y="17008"/>
                  </a:lnTo>
                  <a:lnTo>
                    <a:pt x="28478" y="18784"/>
                  </a:lnTo>
                  <a:lnTo>
                    <a:pt x="28263" y="22736"/>
                  </a:lnTo>
                  <a:lnTo>
                    <a:pt x="21493" y="25728"/>
                  </a:lnTo>
                  <a:lnTo>
                    <a:pt x="19860" y="22731"/>
                  </a:lnTo>
                  <a:lnTo>
                    <a:pt x="19861" y="21041"/>
                  </a:lnTo>
                  <a:lnTo>
                    <a:pt x="21464" y="18115"/>
                  </a:lnTo>
                  <a:lnTo>
                    <a:pt x="21039" y="15140"/>
                  </a:lnTo>
                  <a:lnTo>
                    <a:pt x="19279" y="13892"/>
                  </a:lnTo>
                  <a:lnTo>
                    <a:pt x="15150" y="13918"/>
                  </a:lnTo>
                  <a:lnTo>
                    <a:pt x="15021" y="18140"/>
                  </a:lnTo>
                  <a:lnTo>
                    <a:pt x="11178" y="21311"/>
                  </a:lnTo>
                  <a:lnTo>
                    <a:pt x="8302" y="16630"/>
                  </a:lnTo>
                  <a:lnTo>
                    <a:pt x="4064" y="11944"/>
                  </a:lnTo>
                  <a:lnTo>
                    <a:pt x="6863" y="10591"/>
                  </a:lnTo>
                  <a:lnTo>
                    <a:pt x="6414" y="9334"/>
                  </a:lnTo>
                  <a:lnTo>
                    <a:pt x="4414" y="8264"/>
                  </a:lnTo>
                  <a:lnTo>
                    <a:pt x="2557" y="3564"/>
                  </a:lnTo>
                  <a:lnTo>
                    <a:pt x="2428" y="382"/>
                  </a:lnTo>
                  <a:lnTo>
                    <a:pt x="0" y="82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h4505"/>
            <p:cNvSpPr/>
            <p:nvPr/>
          </p:nvSpPr>
          <p:spPr>
            <a:xfrm>
              <a:off x="7389346" y="3267886"/>
              <a:ext cx="13045" cy="11885"/>
            </a:xfrm>
            <a:custGeom>
              <a:avLst/>
              <a:pathLst>
                <a:path w="13045" h="11885">
                  <a:moveTo>
                    <a:pt x="4554" y="684"/>
                  </a:moveTo>
                  <a:lnTo>
                    <a:pt x="12080" y="4938"/>
                  </a:lnTo>
                  <a:lnTo>
                    <a:pt x="13045" y="11265"/>
                  </a:lnTo>
                  <a:lnTo>
                    <a:pt x="10530" y="11637"/>
                  </a:lnTo>
                  <a:lnTo>
                    <a:pt x="7936" y="11885"/>
                  </a:lnTo>
                  <a:lnTo>
                    <a:pt x="7836" y="10231"/>
                  </a:lnTo>
                  <a:lnTo>
                    <a:pt x="4677" y="6891"/>
                  </a:lnTo>
                  <a:lnTo>
                    <a:pt x="1049" y="4528"/>
                  </a:lnTo>
                  <a:lnTo>
                    <a:pt x="0" y="2026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h4506"/>
            <p:cNvSpPr/>
            <p:nvPr/>
          </p:nvSpPr>
          <p:spPr>
            <a:xfrm>
              <a:off x="7523193" y="3345372"/>
              <a:ext cx="10990" cy="24445"/>
            </a:xfrm>
            <a:custGeom>
              <a:avLst/>
              <a:pathLst>
                <a:path w="10990" h="24445">
                  <a:moveTo>
                    <a:pt x="3360" y="372"/>
                  </a:moveTo>
                  <a:lnTo>
                    <a:pt x="3829" y="580"/>
                  </a:lnTo>
                  <a:lnTo>
                    <a:pt x="6939" y="4255"/>
                  </a:lnTo>
                  <a:lnTo>
                    <a:pt x="4942" y="4075"/>
                  </a:lnTo>
                  <a:lnTo>
                    <a:pt x="3880" y="6062"/>
                  </a:lnTo>
                  <a:lnTo>
                    <a:pt x="5718" y="13836"/>
                  </a:lnTo>
                  <a:lnTo>
                    <a:pt x="8372" y="18696"/>
                  </a:lnTo>
                  <a:lnTo>
                    <a:pt x="10990" y="19151"/>
                  </a:lnTo>
                  <a:lnTo>
                    <a:pt x="3791" y="24445"/>
                  </a:lnTo>
                  <a:lnTo>
                    <a:pt x="2211" y="8076"/>
                  </a:lnTo>
                  <a:lnTo>
                    <a:pt x="2681" y="4856"/>
                  </a:lnTo>
                  <a:lnTo>
                    <a:pt x="1494" y="3213"/>
                  </a:lnTo>
                  <a:lnTo>
                    <a:pt x="0" y="2859"/>
                  </a:lnTo>
                  <a:lnTo>
                    <a:pt x="133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h4507"/>
            <p:cNvSpPr/>
            <p:nvPr/>
          </p:nvSpPr>
          <p:spPr>
            <a:xfrm>
              <a:off x="7561156" y="3498800"/>
              <a:ext cx="35561" cy="42538"/>
            </a:xfrm>
            <a:custGeom>
              <a:avLst/>
              <a:pathLst>
                <a:path w="35561" h="42538">
                  <a:moveTo>
                    <a:pt x="18781" y="2044"/>
                  </a:moveTo>
                  <a:lnTo>
                    <a:pt x="24040" y="2605"/>
                  </a:lnTo>
                  <a:lnTo>
                    <a:pt x="28020" y="4512"/>
                  </a:lnTo>
                  <a:lnTo>
                    <a:pt x="31372" y="10002"/>
                  </a:lnTo>
                  <a:lnTo>
                    <a:pt x="26777" y="8348"/>
                  </a:lnTo>
                  <a:lnTo>
                    <a:pt x="22994" y="9725"/>
                  </a:lnTo>
                  <a:lnTo>
                    <a:pt x="23810" y="14005"/>
                  </a:lnTo>
                  <a:lnTo>
                    <a:pt x="24573" y="15479"/>
                  </a:lnTo>
                  <a:lnTo>
                    <a:pt x="29733" y="14016"/>
                  </a:lnTo>
                  <a:lnTo>
                    <a:pt x="32025" y="20440"/>
                  </a:lnTo>
                  <a:lnTo>
                    <a:pt x="35561" y="22495"/>
                  </a:lnTo>
                  <a:lnTo>
                    <a:pt x="30382" y="27749"/>
                  </a:lnTo>
                  <a:lnTo>
                    <a:pt x="29870" y="31636"/>
                  </a:lnTo>
                  <a:lnTo>
                    <a:pt x="31660" y="39749"/>
                  </a:lnTo>
                  <a:lnTo>
                    <a:pt x="26436" y="42538"/>
                  </a:lnTo>
                  <a:lnTo>
                    <a:pt x="22083" y="35894"/>
                  </a:lnTo>
                  <a:lnTo>
                    <a:pt x="19609" y="36914"/>
                  </a:lnTo>
                  <a:lnTo>
                    <a:pt x="19081" y="36524"/>
                  </a:lnTo>
                  <a:lnTo>
                    <a:pt x="17217" y="33324"/>
                  </a:lnTo>
                  <a:lnTo>
                    <a:pt x="17448" y="32118"/>
                  </a:lnTo>
                  <a:lnTo>
                    <a:pt x="4102" y="33062"/>
                  </a:lnTo>
                  <a:lnTo>
                    <a:pt x="885" y="32573"/>
                  </a:lnTo>
                  <a:lnTo>
                    <a:pt x="52" y="31552"/>
                  </a:lnTo>
                  <a:lnTo>
                    <a:pt x="0" y="29456"/>
                  </a:lnTo>
                  <a:lnTo>
                    <a:pt x="1129" y="23115"/>
                  </a:lnTo>
                  <a:lnTo>
                    <a:pt x="58" y="21849"/>
                  </a:lnTo>
                  <a:lnTo>
                    <a:pt x="1988" y="20250"/>
                  </a:lnTo>
                  <a:lnTo>
                    <a:pt x="6235" y="19577"/>
                  </a:lnTo>
                  <a:lnTo>
                    <a:pt x="12891" y="20119"/>
                  </a:lnTo>
                  <a:lnTo>
                    <a:pt x="16093" y="15445"/>
                  </a:lnTo>
                  <a:lnTo>
                    <a:pt x="13990" y="11126"/>
                  </a:lnTo>
                  <a:lnTo>
                    <a:pt x="9553" y="10735"/>
                  </a:lnTo>
                  <a:lnTo>
                    <a:pt x="8943" y="9633"/>
                  </a:lnTo>
                  <a:lnTo>
                    <a:pt x="12642" y="9159"/>
                  </a:lnTo>
                  <a:lnTo>
                    <a:pt x="13813" y="5164"/>
                  </a:lnTo>
                  <a:lnTo>
                    <a:pt x="13441" y="2499"/>
                  </a:lnTo>
                  <a:lnTo>
                    <a:pt x="1519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h4508"/>
            <p:cNvSpPr/>
            <p:nvPr/>
          </p:nvSpPr>
          <p:spPr>
            <a:xfrm>
              <a:off x="7511422" y="3375505"/>
              <a:ext cx="10411" cy="12472"/>
            </a:xfrm>
            <a:custGeom>
              <a:avLst/>
              <a:pathLst>
                <a:path w="10411" h="12472">
                  <a:moveTo>
                    <a:pt x="7049" y="934"/>
                  </a:moveTo>
                  <a:lnTo>
                    <a:pt x="8745" y="9369"/>
                  </a:lnTo>
                  <a:lnTo>
                    <a:pt x="10411" y="9705"/>
                  </a:lnTo>
                  <a:lnTo>
                    <a:pt x="9648" y="12472"/>
                  </a:lnTo>
                  <a:lnTo>
                    <a:pt x="4301" y="10512"/>
                  </a:lnTo>
                  <a:lnTo>
                    <a:pt x="2876" y="11567"/>
                  </a:lnTo>
                  <a:lnTo>
                    <a:pt x="0" y="8106"/>
                  </a:lnTo>
                  <a:lnTo>
                    <a:pt x="1534" y="6788"/>
                  </a:lnTo>
                  <a:lnTo>
                    <a:pt x="3164" y="7506"/>
                  </a:lnTo>
                  <a:lnTo>
                    <a:pt x="4192" y="6715"/>
                  </a:lnTo>
                  <a:lnTo>
                    <a:pt x="4881" y="2822"/>
                  </a:lnTo>
                  <a:lnTo>
                    <a:pt x="626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h4509"/>
            <p:cNvSpPr/>
            <p:nvPr/>
          </p:nvSpPr>
          <p:spPr>
            <a:xfrm>
              <a:off x="7539820" y="3509183"/>
              <a:ext cx="19979" cy="18564"/>
            </a:xfrm>
            <a:custGeom>
              <a:avLst/>
              <a:pathLst>
                <a:path w="19979" h="18564">
                  <a:moveTo>
                    <a:pt x="5295" y="241"/>
                  </a:moveTo>
                  <a:lnTo>
                    <a:pt x="7515" y="2378"/>
                  </a:lnTo>
                  <a:lnTo>
                    <a:pt x="9707" y="2526"/>
                  </a:lnTo>
                  <a:lnTo>
                    <a:pt x="14930" y="959"/>
                  </a:lnTo>
                  <a:lnTo>
                    <a:pt x="15503" y="2321"/>
                  </a:lnTo>
                  <a:lnTo>
                    <a:pt x="14380" y="4070"/>
                  </a:lnTo>
                  <a:lnTo>
                    <a:pt x="18129" y="9537"/>
                  </a:lnTo>
                  <a:lnTo>
                    <a:pt x="19979" y="10480"/>
                  </a:lnTo>
                  <a:lnTo>
                    <a:pt x="18243" y="12807"/>
                  </a:lnTo>
                  <a:lnTo>
                    <a:pt x="15558" y="13582"/>
                  </a:lnTo>
                  <a:lnTo>
                    <a:pt x="14951" y="15541"/>
                  </a:lnTo>
                  <a:lnTo>
                    <a:pt x="19249" y="16140"/>
                  </a:lnTo>
                  <a:lnTo>
                    <a:pt x="11481" y="16598"/>
                  </a:lnTo>
                  <a:lnTo>
                    <a:pt x="7962" y="18564"/>
                  </a:lnTo>
                  <a:lnTo>
                    <a:pt x="4266" y="16167"/>
                  </a:lnTo>
                  <a:lnTo>
                    <a:pt x="3425" y="12019"/>
                  </a:lnTo>
                  <a:lnTo>
                    <a:pt x="0" y="10760"/>
                  </a:lnTo>
                  <a:lnTo>
                    <a:pt x="2174" y="1866"/>
                  </a:lnTo>
                  <a:lnTo>
                    <a:pt x="364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h4510"/>
            <p:cNvSpPr/>
            <p:nvPr/>
          </p:nvSpPr>
          <p:spPr>
            <a:xfrm>
              <a:off x="7510765" y="3491074"/>
              <a:ext cx="29233" cy="23044"/>
            </a:xfrm>
            <a:custGeom>
              <a:avLst/>
              <a:pathLst>
                <a:path w="29233" h="23044">
                  <a:moveTo>
                    <a:pt x="18522" y="218"/>
                  </a:moveTo>
                  <a:lnTo>
                    <a:pt x="22311" y="1297"/>
                  </a:lnTo>
                  <a:lnTo>
                    <a:pt x="27544" y="4062"/>
                  </a:lnTo>
                  <a:lnTo>
                    <a:pt x="29233" y="3489"/>
                  </a:lnTo>
                  <a:lnTo>
                    <a:pt x="27963" y="8920"/>
                  </a:lnTo>
                  <a:lnTo>
                    <a:pt x="25586" y="9535"/>
                  </a:lnTo>
                  <a:lnTo>
                    <a:pt x="23517" y="7633"/>
                  </a:lnTo>
                  <a:lnTo>
                    <a:pt x="19194" y="8791"/>
                  </a:lnTo>
                  <a:lnTo>
                    <a:pt x="15519" y="11288"/>
                  </a:lnTo>
                  <a:lnTo>
                    <a:pt x="15373" y="16694"/>
                  </a:lnTo>
                  <a:lnTo>
                    <a:pt x="16727" y="16809"/>
                  </a:lnTo>
                  <a:lnTo>
                    <a:pt x="16943" y="18023"/>
                  </a:lnTo>
                  <a:lnTo>
                    <a:pt x="15078" y="20312"/>
                  </a:lnTo>
                  <a:lnTo>
                    <a:pt x="14411" y="23012"/>
                  </a:lnTo>
                  <a:lnTo>
                    <a:pt x="12812" y="23044"/>
                  </a:lnTo>
                  <a:lnTo>
                    <a:pt x="10969" y="21758"/>
                  </a:lnTo>
                  <a:lnTo>
                    <a:pt x="10504" y="18536"/>
                  </a:lnTo>
                  <a:lnTo>
                    <a:pt x="9105" y="15779"/>
                  </a:lnTo>
                  <a:lnTo>
                    <a:pt x="7384" y="14308"/>
                  </a:lnTo>
                  <a:lnTo>
                    <a:pt x="931" y="12907"/>
                  </a:lnTo>
                  <a:lnTo>
                    <a:pt x="0" y="10501"/>
                  </a:lnTo>
                  <a:lnTo>
                    <a:pt x="1585" y="10334"/>
                  </a:lnTo>
                  <a:lnTo>
                    <a:pt x="5194" y="6297"/>
                  </a:lnTo>
                  <a:lnTo>
                    <a:pt x="6071" y="2601"/>
                  </a:lnTo>
                  <a:lnTo>
                    <a:pt x="1493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h4511"/>
            <p:cNvSpPr/>
            <p:nvPr/>
          </p:nvSpPr>
          <p:spPr>
            <a:xfrm>
              <a:off x="7404868" y="3478841"/>
              <a:ext cx="17322" cy="22363"/>
            </a:xfrm>
            <a:custGeom>
              <a:avLst/>
              <a:pathLst>
                <a:path w="17322" h="22363">
                  <a:moveTo>
                    <a:pt x="13201" y="3201"/>
                  </a:moveTo>
                  <a:lnTo>
                    <a:pt x="17038" y="4096"/>
                  </a:lnTo>
                  <a:lnTo>
                    <a:pt x="17322" y="5371"/>
                  </a:lnTo>
                  <a:lnTo>
                    <a:pt x="16996" y="7815"/>
                  </a:lnTo>
                  <a:lnTo>
                    <a:pt x="11219" y="13628"/>
                  </a:lnTo>
                  <a:lnTo>
                    <a:pt x="7912" y="10781"/>
                  </a:lnTo>
                  <a:lnTo>
                    <a:pt x="6509" y="11027"/>
                  </a:lnTo>
                  <a:lnTo>
                    <a:pt x="3701" y="13408"/>
                  </a:lnTo>
                  <a:lnTo>
                    <a:pt x="8207" y="16155"/>
                  </a:lnTo>
                  <a:lnTo>
                    <a:pt x="10174" y="19330"/>
                  </a:lnTo>
                  <a:lnTo>
                    <a:pt x="9310" y="21668"/>
                  </a:lnTo>
                  <a:lnTo>
                    <a:pt x="7284" y="22363"/>
                  </a:lnTo>
                  <a:lnTo>
                    <a:pt x="2830" y="19606"/>
                  </a:lnTo>
                  <a:lnTo>
                    <a:pt x="0" y="15075"/>
                  </a:lnTo>
                  <a:lnTo>
                    <a:pt x="922" y="5894"/>
                  </a:lnTo>
                  <a:lnTo>
                    <a:pt x="199" y="5600"/>
                  </a:lnTo>
                  <a:lnTo>
                    <a:pt x="2476" y="4199"/>
                  </a:lnTo>
                  <a:lnTo>
                    <a:pt x="2576" y="4747"/>
                  </a:lnTo>
                  <a:lnTo>
                    <a:pt x="4345" y="2487"/>
                  </a:lnTo>
                  <a:lnTo>
                    <a:pt x="3267" y="1005"/>
                  </a:lnTo>
                  <a:lnTo>
                    <a:pt x="3797" y="595"/>
                  </a:lnTo>
                  <a:lnTo>
                    <a:pt x="1060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h4512"/>
            <p:cNvSpPr/>
            <p:nvPr/>
          </p:nvSpPr>
          <p:spPr>
            <a:xfrm>
              <a:off x="7448630" y="3387697"/>
              <a:ext cx="22075" cy="16820"/>
            </a:xfrm>
            <a:custGeom>
              <a:avLst/>
              <a:pathLst>
                <a:path w="22075" h="16820">
                  <a:moveTo>
                    <a:pt x="20780" y="739"/>
                  </a:moveTo>
                  <a:lnTo>
                    <a:pt x="22075" y="3833"/>
                  </a:lnTo>
                  <a:lnTo>
                    <a:pt x="18525" y="5772"/>
                  </a:lnTo>
                  <a:lnTo>
                    <a:pt x="17664" y="7570"/>
                  </a:lnTo>
                  <a:lnTo>
                    <a:pt x="16403" y="10314"/>
                  </a:lnTo>
                  <a:lnTo>
                    <a:pt x="15718" y="12725"/>
                  </a:lnTo>
                  <a:lnTo>
                    <a:pt x="11731" y="16820"/>
                  </a:lnTo>
                  <a:lnTo>
                    <a:pt x="5238" y="14411"/>
                  </a:lnTo>
                  <a:lnTo>
                    <a:pt x="2698" y="15232"/>
                  </a:lnTo>
                  <a:lnTo>
                    <a:pt x="2297" y="16321"/>
                  </a:lnTo>
                  <a:lnTo>
                    <a:pt x="0" y="9786"/>
                  </a:lnTo>
                  <a:lnTo>
                    <a:pt x="2794" y="3352"/>
                  </a:lnTo>
                  <a:lnTo>
                    <a:pt x="3614" y="4154"/>
                  </a:lnTo>
                  <a:lnTo>
                    <a:pt x="7051" y="1869"/>
                  </a:lnTo>
                  <a:lnTo>
                    <a:pt x="11422" y="1391"/>
                  </a:lnTo>
                  <a:lnTo>
                    <a:pt x="15530" y="1936"/>
                  </a:lnTo>
                  <a:lnTo>
                    <a:pt x="1897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h4513"/>
            <p:cNvSpPr/>
            <p:nvPr/>
          </p:nvSpPr>
          <p:spPr>
            <a:xfrm>
              <a:off x="7605339" y="3370862"/>
              <a:ext cx="20350" cy="24645"/>
            </a:xfrm>
            <a:custGeom>
              <a:avLst/>
              <a:pathLst>
                <a:path w="20350" h="24645">
                  <a:moveTo>
                    <a:pt x="7945" y="1641"/>
                  </a:moveTo>
                  <a:lnTo>
                    <a:pt x="13180" y="5015"/>
                  </a:lnTo>
                  <a:lnTo>
                    <a:pt x="17507" y="4761"/>
                  </a:lnTo>
                  <a:lnTo>
                    <a:pt x="20113" y="5913"/>
                  </a:lnTo>
                  <a:lnTo>
                    <a:pt x="20350" y="9831"/>
                  </a:lnTo>
                  <a:lnTo>
                    <a:pt x="18913" y="9120"/>
                  </a:lnTo>
                  <a:lnTo>
                    <a:pt x="15660" y="11858"/>
                  </a:lnTo>
                  <a:lnTo>
                    <a:pt x="15077" y="14482"/>
                  </a:lnTo>
                  <a:lnTo>
                    <a:pt x="15546" y="18821"/>
                  </a:lnTo>
                  <a:lnTo>
                    <a:pt x="14315" y="23982"/>
                  </a:lnTo>
                  <a:lnTo>
                    <a:pt x="10141" y="24405"/>
                  </a:lnTo>
                  <a:lnTo>
                    <a:pt x="2705" y="24645"/>
                  </a:lnTo>
                  <a:lnTo>
                    <a:pt x="1138" y="22208"/>
                  </a:lnTo>
                  <a:lnTo>
                    <a:pt x="1178" y="17803"/>
                  </a:lnTo>
                  <a:lnTo>
                    <a:pt x="3438" y="15684"/>
                  </a:lnTo>
                  <a:lnTo>
                    <a:pt x="7256" y="14816"/>
                  </a:lnTo>
                  <a:lnTo>
                    <a:pt x="6621" y="12853"/>
                  </a:lnTo>
                  <a:lnTo>
                    <a:pt x="2135" y="7246"/>
                  </a:lnTo>
                  <a:lnTo>
                    <a:pt x="0" y="5665"/>
                  </a:lnTo>
                  <a:lnTo>
                    <a:pt x="505" y="3440"/>
                  </a:lnTo>
                  <a:lnTo>
                    <a:pt x="3610" y="1108"/>
                  </a:lnTo>
                  <a:lnTo>
                    <a:pt x="869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h4514"/>
            <p:cNvSpPr/>
            <p:nvPr/>
          </p:nvSpPr>
          <p:spPr>
            <a:xfrm>
              <a:off x="7562567" y="3407177"/>
              <a:ext cx="7742" cy="11898"/>
            </a:xfrm>
            <a:custGeom>
              <a:avLst/>
              <a:pathLst>
                <a:path w="7742" h="11898">
                  <a:moveTo>
                    <a:pt x="0" y="282"/>
                  </a:moveTo>
                  <a:lnTo>
                    <a:pt x="6113" y="0"/>
                  </a:lnTo>
                  <a:lnTo>
                    <a:pt x="7742" y="9662"/>
                  </a:lnTo>
                  <a:lnTo>
                    <a:pt x="248" y="1189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h4515"/>
            <p:cNvSpPr/>
            <p:nvPr/>
          </p:nvSpPr>
          <p:spPr>
            <a:xfrm>
              <a:off x="7517848" y="3385210"/>
              <a:ext cx="17298" cy="15937"/>
            </a:xfrm>
            <a:custGeom>
              <a:avLst/>
              <a:pathLst>
                <a:path w="17298" h="15937">
                  <a:moveTo>
                    <a:pt x="10846" y="3052"/>
                  </a:moveTo>
                  <a:lnTo>
                    <a:pt x="16135" y="3923"/>
                  </a:lnTo>
                  <a:lnTo>
                    <a:pt x="17298" y="4718"/>
                  </a:lnTo>
                  <a:lnTo>
                    <a:pt x="16498" y="8452"/>
                  </a:lnTo>
                  <a:lnTo>
                    <a:pt x="14310" y="10240"/>
                  </a:lnTo>
                  <a:lnTo>
                    <a:pt x="8955" y="9129"/>
                  </a:lnTo>
                  <a:lnTo>
                    <a:pt x="4771" y="8170"/>
                  </a:lnTo>
                  <a:lnTo>
                    <a:pt x="3046" y="15937"/>
                  </a:lnTo>
                  <a:lnTo>
                    <a:pt x="425" y="13204"/>
                  </a:lnTo>
                  <a:lnTo>
                    <a:pt x="0" y="8186"/>
                  </a:lnTo>
                  <a:lnTo>
                    <a:pt x="4773" y="8157"/>
                  </a:lnTo>
                  <a:lnTo>
                    <a:pt x="4653" y="4676"/>
                  </a:lnTo>
                  <a:lnTo>
                    <a:pt x="3222" y="2767"/>
                  </a:lnTo>
                  <a:lnTo>
                    <a:pt x="3985" y="0"/>
                  </a:lnTo>
                  <a:lnTo>
                    <a:pt x="5980" y="532"/>
                  </a:lnTo>
                  <a:lnTo>
                    <a:pt x="11797" y="60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h4516"/>
            <p:cNvSpPr/>
            <p:nvPr/>
          </p:nvSpPr>
          <p:spPr>
            <a:xfrm>
              <a:off x="7594211" y="3421346"/>
              <a:ext cx="19837" cy="22781"/>
            </a:xfrm>
            <a:custGeom>
              <a:avLst/>
              <a:pathLst>
                <a:path w="19837" h="22781">
                  <a:moveTo>
                    <a:pt x="17295" y="9335"/>
                  </a:moveTo>
                  <a:lnTo>
                    <a:pt x="19692" y="14053"/>
                  </a:lnTo>
                  <a:lnTo>
                    <a:pt x="19837" y="15328"/>
                  </a:lnTo>
                  <a:lnTo>
                    <a:pt x="15508" y="19338"/>
                  </a:lnTo>
                  <a:lnTo>
                    <a:pt x="13000" y="22781"/>
                  </a:lnTo>
                  <a:lnTo>
                    <a:pt x="5262" y="17301"/>
                  </a:lnTo>
                  <a:lnTo>
                    <a:pt x="2314" y="17806"/>
                  </a:lnTo>
                  <a:lnTo>
                    <a:pt x="3646" y="12731"/>
                  </a:lnTo>
                  <a:lnTo>
                    <a:pt x="0" y="9033"/>
                  </a:lnTo>
                  <a:lnTo>
                    <a:pt x="98" y="4952"/>
                  </a:lnTo>
                  <a:lnTo>
                    <a:pt x="381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h4517"/>
            <p:cNvSpPr/>
            <p:nvPr/>
          </p:nvSpPr>
          <p:spPr>
            <a:xfrm>
              <a:off x="7588094" y="3343791"/>
              <a:ext cx="23802" cy="20869"/>
            </a:xfrm>
            <a:custGeom>
              <a:avLst/>
              <a:pathLst>
                <a:path w="23802" h="20869">
                  <a:moveTo>
                    <a:pt x="15507" y="2705"/>
                  </a:moveTo>
                  <a:lnTo>
                    <a:pt x="17709" y="2704"/>
                  </a:lnTo>
                  <a:lnTo>
                    <a:pt x="21842" y="5759"/>
                  </a:lnTo>
                  <a:lnTo>
                    <a:pt x="23802" y="7394"/>
                  </a:lnTo>
                  <a:lnTo>
                    <a:pt x="23148" y="9746"/>
                  </a:lnTo>
                  <a:lnTo>
                    <a:pt x="20222" y="9394"/>
                  </a:lnTo>
                  <a:lnTo>
                    <a:pt x="17423" y="10019"/>
                  </a:lnTo>
                  <a:lnTo>
                    <a:pt x="20945" y="13902"/>
                  </a:lnTo>
                  <a:lnTo>
                    <a:pt x="20704" y="17853"/>
                  </a:lnTo>
                  <a:lnTo>
                    <a:pt x="19603" y="18760"/>
                  </a:lnTo>
                  <a:lnTo>
                    <a:pt x="16684" y="20065"/>
                  </a:lnTo>
                  <a:lnTo>
                    <a:pt x="11219" y="19798"/>
                  </a:lnTo>
                  <a:lnTo>
                    <a:pt x="9354" y="20869"/>
                  </a:lnTo>
                  <a:lnTo>
                    <a:pt x="2545" y="19477"/>
                  </a:lnTo>
                  <a:lnTo>
                    <a:pt x="0" y="12794"/>
                  </a:lnTo>
                  <a:lnTo>
                    <a:pt x="1898" y="11421"/>
                  </a:lnTo>
                  <a:lnTo>
                    <a:pt x="5520" y="6362"/>
                  </a:lnTo>
                  <a:lnTo>
                    <a:pt x="9649" y="6005"/>
                  </a:lnTo>
                  <a:lnTo>
                    <a:pt x="9774" y="1277"/>
                  </a:lnTo>
                  <a:lnTo>
                    <a:pt x="10177" y="447"/>
                  </a:lnTo>
                  <a:lnTo>
                    <a:pt x="1201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h4518"/>
            <p:cNvSpPr/>
            <p:nvPr/>
          </p:nvSpPr>
          <p:spPr>
            <a:xfrm>
              <a:off x="7502137" y="3365596"/>
              <a:ext cx="17710" cy="17975"/>
            </a:xfrm>
            <a:custGeom>
              <a:avLst/>
              <a:pathLst>
                <a:path w="17710" h="17975">
                  <a:moveTo>
                    <a:pt x="8949" y="2885"/>
                  </a:moveTo>
                  <a:lnTo>
                    <a:pt x="15759" y="1341"/>
                  </a:lnTo>
                  <a:lnTo>
                    <a:pt x="17710" y="3571"/>
                  </a:lnTo>
                  <a:lnTo>
                    <a:pt x="15938" y="5447"/>
                  </a:lnTo>
                  <a:lnTo>
                    <a:pt x="7794" y="7086"/>
                  </a:lnTo>
                  <a:lnTo>
                    <a:pt x="3845" y="10948"/>
                  </a:lnTo>
                  <a:lnTo>
                    <a:pt x="3838" y="12103"/>
                  </a:lnTo>
                  <a:lnTo>
                    <a:pt x="510" y="17975"/>
                  </a:lnTo>
                  <a:lnTo>
                    <a:pt x="0" y="16459"/>
                  </a:lnTo>
                  <a:lnTo>
                    <a:pt x="184" y="11261"/>
                  </a:lnTo>
                  <a:lnTo>
                    <a:pt x="215" y="9331"/>
                  </a:lnTo>
                  <a:lnTo>
                    <a:pt x="424" y="7339"/>
                  </a:lnTo>
                  <a:lnTo>
                    <a:pt x="145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h4519"/>
            <p:cNvSpPr/>
            <p:nvPr/>
          </p:nvSpPr>
          <p:spPr>
            <a:xfrm>
              <a:off x="7734810" y="3404478"/>
              <a:ext cx="101510" cy="34553"/>
            </a:xfrm>
            <a:custGeom>
              <a:avLst/>
              <a:pathLst>
                <a:path w="101510" h="34553">
                  <a:moveTo>
                    <a:pt x="22477" y="5328"/>
                  </a:moveTo>
                  <a:lnTo>
                    <a:pt x="30402" y="5984"/>
                  </a:lnTo>
                  <a:lnTo>
                    <a:pt x="101510" y="2839"/>
                  </a:lnTo>
                  <a:lnTo>
                    <a:pt x="101471" y="5113"/>
                  </a:lnTo>
                  <a:lnTo>
                    <a:pt x="91908" y="34553"/>
                  </a:lnTo>
                  <a:lnTo>
                    <a:pt x="92005" y="30389"/>
                  </a:lnTo>
                  <a:lnTo>
                    <a:pt x="84978" y="30656"/>
                  </a:lnTo>
                  <a:lnTo>
                    <a:pt x="81324" y="25519"/>
                  </a:lnTo>
                  <a:lnTo>
                    <a:pt x="75679" y="24250"/>
                  </a:lnTo>
                  <a:lnTo>
                    <a:pt x="73939" y="21014"/>
                  </a:lnTo>
                  <a:lnTo>
                    <a:pt x="68431" y="23034"/>
                  </a:lnTo>
                  <a:lnTo>
                    <a:pt x="67861" y="19881"/>
                  </a:lnTo>
                  <a:lnTo>
                    <a:pt x="58830" y="23710"/>
                  </a:lnTo>
                  <a:lnTo>
                    <a:pt x="56818" y="23148"/>
                  </a:lnTo>
                  <a:lnTo>
                    <a:pt x="54419" y="24019"/>
                  </a:lnTo>
                  <a:lnTo>
                    <a:pt x="55303" y="22104"/>
                  </a:lnTo>
                  <a:lnTo>
                    <a:pt x="49100" y="21164"/>
                  </a:lnTo>
                  <a:lnTo>
                    <a:pt x="48241" y="15487"/>
                  </a:lnTo>
                  <a:lnTo>
                    <a:pt x="46800" y="15637"/>
                  </a:lnTo>
                  <a:lnTo>
                    <a:pt x="45753" y="20657"/>
                  </a:lnTo>
                  <a:lnTo>
                    <a:pt x="26897" y="17686"/>
                  </a:lnTo>
                  <a:lnTo>
                    <a:pt x="27066" y="15908"/>
                  </a:lnTo>
                  <a:lnTo>
                    <a:pt x="25002" y="15520"/>
                  </a:lnTo>
                  <a:lnTo>
                    <a:pt x="22805" y="16800"/>
                  </a:lnTo>
                  <a:lnTo>
                    <a:pt x="11196" y="15531"/>
                  </a:lnTo>
                  <a:lnTo>
                    <a:pt x="12035" y="20824"/>
                  </a:lnTo>
                  <a:lnTo>
                    <a:pt x="6561" y="20589"/>
                  </a:lnTo>
                  <a:lnTo>
                    <a:pt x="1938" y="20387"/>
                  </a:lnTo>
                  <a:lnTo>
                    <a:pt x="0" y="18883"/>
                  </a:lnTo>
                  <a:lnTo>
                    <a:pt x="2162" y="13561"/>
                  </a:lnTo>
                  <a:lnTo>
                    <a:pt x="2302" y="8985"/>
                  </a:lnTo>
                  <a:lnTo>
                    <a:pt x="944" y="3337"/>
                  </a:lnTo>
                  <a:lnTo>
                    <a:pt x="2567" y="328"/>
                  </a:lnTo>
                  <a:lnTo>
                    <a:pt x="386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h4520"/>
            <p:cNvSpPr/>
            <p:nvPr/>
          </p:nvSpPr>
          <p:spPr>
            <a:xfrm>
              <a:off x="7414838" y="3324893"/>
              <a:ext cx="5754" cy="4492"/>
            </a:xfrm>
            <a:custGeom>
              <a:avLst/>
              <a:pathLst>
                <a:path w="5754" h="4492">
                  <a:moveTo>
                    <a:pt x="5754" y="1338"/>
                  </a:moveTo>
                  <a:lnTo>
                    <a:pt x="1907" y="4492"/>
                  </a:lnTo>
                  <a:lnTo>
                    <a:pt x="0" y="35"/>
                  </a:lnTo>
                  <a:lnTo>
                    <a:pt x="1686" y="101"/>
                  </a:lnTo>
                  <a:lnTo>
                    <a:pt x="333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h4521"/>
            <p:cNvSpPr/>
            <p:nvPr/>
          </p:nvSpPr>
          <p:spPr>
            <a:xfrm>
              <a:off x="7438122" y="3515355"/>
              <a:ext cx="40076" cy="22123"/>
            </a:xfrm>
            <a:custGeom>
              <a:avLst/>
              <a:pathLst>
                <a:path w="40076" h="22123">
                  <a:moveTo>
                    <a:pt x="10891" y="0"/>
                  </a:moveTo>
                  <a:lnTo>
                    <a:pt x="13474" y="1472"/>
                  </a:lnTo>
                  <a:lnTo>
                    <a:pt x="21368" y="2539"/>
                  </a:lnTo>
                  <a:lnTo>
                    <a:pt x="25014" y="2153"/>
                  </a:lnTo>
                  <a:lnTo>
                    <a:pt x="26854" y="4387"/>
                  </a:lnTo>
                  <a:lnTo>
                    <a:pt x="34942" y="4025"/>
                  </a:lnTo>
                  <a:lnTo>
                    <a:pt x="37693" y="3141"/>
                  </a:lnTo>
                  <a:lnTo>
                    <a:pt x="39291" y="3709"/>
                  </a:lnTo>
                  <a:lnTo>
                    <a:pt x="40076" y="6420"/>
                  </a:lnTo>
                  <a:lnTo>
                    <a:pt x="29697" y="11858"/>
                  </a:lnTo>
                  <a:lnTo>
                    <a:pt x="20685" y="18288"/>
                  </a:lnTo>
                  <a:lnTo>
                    <a:pt x="19215" y="21481"/>
                  </a:lnTo>
                  <a:lnTo>
                    <a:pt x="18181" y="22123"/>
                  </a:lnTo>
                  <a:lnTo>
                    <a:pt x="16730" y="21764"/>
                  </a:lnTo>
                  <a:lnTo>
                    <a:pt x="9178" y="17157"/>
                  </a:lnTo>
                  <a:lnTo>
                    <a:pt x="0" y="13882"/>
                  </a:lnTo>
                  <a:lnTo>
                    <a:pt x="3765" y="5742"/>
                  </a:lnTo>
                  <a:lnTo>
                    <a:pt x="8585" y="115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h4522"/>
            <p:cNvSpPr/>
            <p:nvPr/>
          </p:nvSpPr>
          <p:spPr>
            <a:xfrm>
              <a:off x="7789065" y="3438423"/>
              <a:ext cx="51885" cy="46349"/>
            </a:xfrm>
            <a:custGeom>
              <a:avLst/>
              <a:pathLst>
                <a:path w="51885" h="46349">
                  <a:moveTo>
                    <a:pt x="42087" y="9401"/>
                  </a:moveTo>
                  <a:lnTo>
                    <a:pt x="49240" y="19282"/>
                  </a:lnTo>
                  <a:lnTo>
                    <a:pt x="51885" y="26237"/>
                  </a:lnTo>
                  <a:lnTo>
                    <a:pt x="51867" y="31045"/>
                  </a:lnTo>
                  <a:lnTo>
                    <a:pt x="50349" y="34218"/>
                  </a:lnTo>
                  <a:lnTo>
                    <a:pt x="42843" y="39530"/>
                  </a:lnTo>
                  <a:lnTo>
                    <a:pt x="43975" y="44302"/>
                  </a:lnTo>
                  <a:lnTo>
                    <a:pt x="36759" y="46349"/>
                  </a:lnTo>
                  <a:lnTo>
                    <a:pt x="31281" y="43632"/>
                  </a:lnTo>
                  <a:lnTo>
                    <a:pt x="29041" y="45734"/>
                  </a:lnTo>
                  <a:lnTo>
                    <a:pt x="21267" y="45476"/>
                  </a:lnTo>
                  <a:lnTo>
                    <a:pt x="14442" y="42982"/>
                  </a:lnTo>
                  <a:lnTo>
                    <a:pt x="7207" y="41601"/>
                  </a:lnTo>
                  <a:lnTo>
                    <a:pt x="0" y="37036"/>
                  </a:lnTo>
                  <a:lnTo>
                    <a:pt x="1055" y="36201"/>
                  </a:lnTo>
                  <a:lnTo>
                    <a:pt x="1411" y="32744"/>
                  </a:lnTo>
                  <a:lnTo>
                    <a:pt x="3250" y="27621"/>
                  </a:lnTo>
                  <a:lnTo>
                    <a:pt x="8541" y="25914"/>
                  </a:lnTo>
                  <a:lnTo>
                    <a:pt x="9314" y="20279"/>
                  </a:lnTo>
                  <a:lnTo>
                    <a:pt x="12099" y="19603"/>
                  </a:lnTo>
                  <a:lnTo>
                    <a:pt x="16128" y="20420"/>
                  </a:lnTo>
                  <a:lnTo>
                    <a:pt x="17529" y="19324"/>
                  </a:lnTo>
                  <a:lnTo>
                    <a:pt x="19100" y="17615"/>
                  </a:lnTo>
                  <a:lnTo>
                    <a:pt x="20550" y="14136"/>
                  </a:lnTo>
                  <a:lnTo>
                    <a:pt x="20196" y="11463"/>
                  </a:lnTo>
                  <a:lnTo>
                    <a:pt x="22036" y="7175"/>
                  </a:lnTo>
                  <a:lnTo>
                    <a:pt x="23150" y="6442"/>
                  </a:lnTo>
                  <a:lnTo>
                    <a:pt x="24830" y="7881"/>
                  </a:lnTo>
                  <a:lnTo>
                    <a:pt x="28930" y="5251"/>
                  </a:lnTo>
                  <a:lnTo>
                    <a:pt x="29205" y="0"/>
                  </a:lnTo>
                  <a:lnTo>
                    <a:pt x="37036" y="2510"/>
                  </a:lnTo>
                  <a:close/>
                  <a:moveTo>
                    <a:pt x="28698" y="24690"/>
                  </a:moveTo>
                  <a:lnTo>
                    <a:pt x="27171" y="31708"/>
                  </a:lnTo>
                  <a:lnTo>
                    <a:pt x="30962" y="32010"/>
                  </a:lnTo>
                  <a:lnTo>
                    <a:pt x="32943" y="23451"/>
                  </a:lnTo>
                  <a:lnTo>
                    <a:pt x="32068" y="2278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h4523"/>
            <p:cNvSpPr/>
            <p:nvPr/>
          </p:nvSpPr>
          <p:spPr>
            <a:xfrm>
              <a:off x="7567429" y="3339374"/>
              <a:ext cx="30439" cy="23284"/>
            </a:xfrm>
            <a:custGeom>
              <a:avLst/>
              <a:pathLst>
                <a:path w="30439" h="23284">
                  <a:moveTo>
                    <a:pt x="11971" y="81"/>
                  </a:moveTo>
                  <a:lnTo>
                    <a:pt x="18817" y="0"/>
                  </a:lnTo>
                  <a:lnTo>
                    <a:pt x="19241" y="1292"/>
                  </a:lnTo>
                  <a:lnTo>
                    <a:pt x="22375" y="4199"/>
                  </a:lnTo>
                  <a:lnTo>
                    <a:pt x="27276" y="5888"/>
                  </a:lnTo>
                  <a:lnTo>
                    <a:pt x="30439" y="5694"/>
                  </a:lnTo>
                  <a:lnTo>
                    <a:pt x="30314" y="10422"/>
                  </a:lnTo>
                  <a:lnTo>
                    <a:pt x="26185" y="10779"/>
                  </a:lnTo>
                  <a:lnTo>
                    <a:pt x="22563" y="15838"/>
                  </a:lnTo>
                  <a:lnTo>
                    <a:pt x="20664" y="17211"/>
                  </a:lnTo>
                  <a:lnTo>
                    <a:pt x="18558" y="19235"/>
                  </a:lnTo>
                  <a:lnTo>
                    <a:pt x="17090" y="23284"/>
                  </a:lnTo>
                  <a:lnTo>
                    <a:pt x="10479" y="20763"/>
                  </a:lnTo>
                  <a:lnTo>
                    <a:pt x="10021" y="15503"/>
                  </a:lnTo>
                  <a:lnTo>
                    <a:pt x="553" y="13087"/>
                  </a:lnTo>
                  <a:lnTo>
                    <a:pt x="0" y="12326"/>
                  </a:lnTo>
                  <a:lnTo>
                    <a:pt x="3729" y="8382"/>
                  </a:lnTo>
                  <a:lnTo>
                    <a:pt x="6504" y="375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h4524"/>
            <p:cNvSpPr/>
            <p:nvPr/>
          </p:nvSpPr>
          <p:spPr>
            <a:xfrm>
              <a:off x="7482112" y="3392534"/>
              <a:ext cx="9244" cy="4954"/>
            </a:xfrm>
            <a:custGeom>
              <a:avLst/>
              <a:pathLst>
                <a:path w="9244" h="4954">
                  <a:moveTo>
                    <a:pt x="7397" y="0"/>
                  </a:moveTo>
                  <a:lnTo>
                    <a:pt x="9244" y="4954"/>
                  </a:lnTo>
                  <a:lnTo>
                    <a:pt x="8027" y="4462"/>
                  </a:lnTo>
                  <a:lnTo>
                    <a:pt x="2090" y="3758"/>
                  </a:lnTo>
                  <a:lnTo>
                    <a:pt x="0" y="67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h4525"/>
            <p:cNvSpPr/>
            <p:nvPr/>
          </p:nvSpPr>
          <p:spPr>
            <a:xfrm>
              <a:off x="7390856" y="3283748"/>
              <a:ext cx="5372" cy="5249"/>
            </a:xfrm>
            <a:custGeom>
              <a:avLst/>
              <a:pathLst>
                <a:path w="5372" h="5249">
                  <a:moveTo>
                    <a:pt x="1304" y="0"/>
                  </a:moveTo>
                  <a:lnTo>
                    <a:pt x="5372" y="1922"/>
                  </a:lnTo>
                  <a:lnTo>
                    <a:pt x="5191" y="3488"/>
                  </a:lnTo>
                  <a:lnTo>
                    <a:pt x="1542" y="5249"/>
                  </a:lnTo>
                  <a:lnTo>
                    <a:pt x="0" y="128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h4526"/>
            <p:cNvSpPr/>
            <p:nvPr/>
          </p:nvSpPr>
          <p:spPr>
            <a:xfrm>
              <a:off x="7382731" y="3242438"/>
              <a:ext cx="26787" cy="32544"/>
            </a:xfrm>
            <a:custGeom>
              <a:avLst/>
              <a:pathLst>
                <a:path w="26787" h="32544">
                  <a:moveTo>
                    <a:pt x="21619" y="0"/>
                  </a:moveTo>
                  <a:lnTo>
                    <a:pt x="24663" y="1630"/>
                  </a:lnTo>
                  <a:lnTo>
                    <a:pt x="25924" y="777"/>
                  </a:lnTo>
                  <a:lnTo>
                    <a:pt x="26787" y="4301"/>
                  </a:lnTo>
                  <a:lnTo>
                    <a:pt x="26621" y="8113"/>
                  </a:lnTo>
                  <a:lnTo>
                    <a:pt x="20225" y="22437"/>
                  </a:lnTo>
                  <a:lnTo>
                    <a:pt x="20622" y="27047"/>
                  </a:lnTo>
                  <a:lnTo>
                    <a:pt x="24187" y="30393"/>
                  </a:lnTo>
                  <a:lnTo>
                    <a:pt x="23897" y="32076"/>
                  </a:lnTo>
                  <a:lnTo>
                    <a:pt x="22707" y="32544"/>
                  </a:lnTo>
                  <a:lnTo>
                    <a:pt x="16503" y="26335"/>
                  </a:lnTo>
                  <a:lnTo>
                    <a:pt x="7330" y="22573"/>
                  </a:lnTo>
                  <a:lnTo>
                    <a:pt x="6313" y="23719"/>
                  </a:lnTo>
                  <a:lnTo>
                    <a:pt x="5536" y="22420"/>
                  </a:lnTo>
                  <a:lnTo>
                    <a:pt x="2462" y="21033"/>
                  </a:lnTo>
                  <a:lnTo>
                    <a:pt x="0" y="18241"/>
                  </a:lnTo>
                  <a:lnTo>
                    <a:pt x="8227" y="18098"/>
                  </a:lnTo>
                  <a:lnTo>
                    <a:pt x="12023" y="17020"/>
                  </a:lnTo>
                  <a:lnTo>
                    <a:pt x="12299" y="10870"/>
                  </a:lnTo>
                  <a:lnTo>
                    <a:pt x="14120" y="10640"/>
                  </a:lnTo>
                  <a:lnTo>
                    <a:pt x="20593" y="70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h4527"/>
            <p:cNvSpPr/>
            <p:nvPr/>
          </p:nvSpPr>
          <p:spPr>
            <a:xfrm>
              <a:off x="7642553" y="3410467"/>
              <a:ext cx="5262" cy="4758"/>
            </a:xfrm>
            <a:custGeom>
              <a:avLst/>
              <a:pathLst>
                <a:path w="5262" h="4758">
                  <a:moveTo>
                    <a:pt x="5068" y="275"/>
                  </a:moveTo>
                  <a:lnTo>
                    <a:pt x="5262" y="1160"/>
                  </a:lnTo>
                  <a:lnTo>
                    <a:pt x="3508" y="4758"/>
                  </a:lnTo>
                  <a:lnTo>
                    <a:pt x="1902" y="4149"/>
                  </a:lnTo>
                  <a:lnTo>
                    <a:pt x="0" y="1855"/>
                  </a:lnTo>
                  <a:lnTo>
                    <a:pt x="359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h4528"/>
            <p:cNvSpPr/>
            <p:nvPr/>
          </p:nvSpPr>
          <p:spPr>
            <a:xfrm>
              <a:off x="7652643" y="3384927"/>
              <a:ext cx="23300" cy="26093"/>
            </a:xfrm>
            <a:custGeom>
              <a:avLst/>
              <a:pathLst>
                <a:path w="23300" h="26093">
                  <a:moveTo>
                    <a:pt x="12521" y="898"/>
                  </a:moveTo>
                  <a:lnTo>
                    <a:pt x="13116" y="2531"/>
                  </a:lnTo>
                  <a:lnTo>
                    <a:pt x="14440" y="3269"/>
                  </a:lnTo>
                  <a:lnTo>
                    <a:pt x="18007" y="2829"/>
                  </a:lnTo>
                  <a:lnTo>
                    <a:pt x="17991" y="2321"/>
                  </a:lnTo>
                  <a:lnTo>
                    <a:pt x="19272" y="1681"/>
                  </a:lnTo>
                  <a:lnTo>
                    <a:pt x="23300" y="7217"/>
                  </a:lnTo>
                  <a:lnTo>
                    <a:pt x="21554" y="20675"/>
                  </a:lnTo>
                  <a:lnTo>
                    <a:pt x="14466" y="26093"/>
                  </a:lnTo>
                  <a:lnTo>
                    <a:pt x="3292" y="23470"/>
                  </a:lnTo>
                  <a:lnTo>
                    <a:pt x="2232" y="17954"/>
                  </a:lnTo>
                  <a:lnTo>
                    <a:pt x="0" y="15482"/>
                  </a:lnTo>
                  <a:lnTo>
                    <a:pt x="3014" y="13668"/>
                  </a:lnTo>
                  <a:lnTo>
                    <a:pt x="8388" y="12302"/>
                  </a:lnTo>
                  <a:lnTo>
                    <a:pt x="9712" y="10500"/>
                  </a:lnTo>
                  <a:lnTo>
                    <a:pt x="8020" y="4148"/>
                  </a:lnTo>
                  <a:lnTo>
                    <a:pt x="6222" y="1641"/>
                  </a:lnTo>
                  <a:lnTo>
                    <a:pt x="943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h4529"/>
            <p:cNvSpPr/>
            <p:nvPr/>
          </p:nvSpPr>
          <p:spPr>
            <a:xfrm>
              <a:off x="7483290" y="3357190"/>
              <a:ext cx="4447" cy="4604"/>
            </a:xfrm>
            <a:custGeom>
              <a:avLst/>
              <a:pathLst>
                <a:path w="4447" h="4604">
                  <a:moveTo>
                    <a:pt x="443" y="0"/>
                  </a:moveTo>
                  <a:lnTo>
                    <a:pt x="589" y="80"/>
                  </a:lnTo>
                  <a:lnTo>
                    <a:pt x="4447" y="1421"/>
                  </a:lnTo>
                  <a:lnTo>
                    <a:pt x="4443" y="3541"/>
                  </a:lnTo>
                  <a:lnTo>
                    <a:pt x="3270" y="4604"/>
                  </a:lnTo>
                  <a:lnTo>
                    <a:pt x="0" y="427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h4530"/>
            <p:cNvSpPr/>
            <p:nvPr/>
          </p:nvSpPr>
          <p:spPr>
            <a:xfrm>
              <a:off x="7470158" y="3485003"/>
              <a:ext cx="17983" cy="37496"/>
            </a:xfrm>
            <a:custGeom>
              <a:avLst/>
              <a:pathLst>
                <a:path w="17983" h="37496">
                  <a:moveTo>
                    <a:pt x="17983" y="4143"/>
                  </a:moveTo>
                  <a:lnTo>
                    <a:pt x="15258" y="20552"/>
                  </a:lnTo>
                  <a:lnTo>
                    <a:pt x="12917" y="20268"/>
                  </a:lnTo>
                  <a:lnTo>
                    <a:pt x="9163" y="21660"/>
                  </a:lnTo>
                  <a:lnTo>
                    <a:pt x="14119" y="29511"/>
                  </a:lnTo>
                  <a:lnTo>
                    <a:pt x="16515" y="37496"/>
                  </a:lnTo>
                  <a:lnTo>
                    <a:pt x="8040" y="36772"/>
                  </a:lnTo>
                  <a:lnTo>
                    <a:pt x="7254" y="34060"/>
                  </a:lnTo>
                  <a:lnTo>
                    <a:pt x="6077" y="31012"/>
                  </a:lnTo>
                  <a:lnTo>
                    <a:pt x="0" y="28987"/>
                  </a:lnTo>
                  <a:lnTo>
                    <a:pt x="10937" y="8174"/>
                  </a:lnTo>
                  <a:lnTo>
                    <a:pt x="1240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h4531"/>
            <p:cNvSpPr/>
            <p:nvPr/>
          </p:nvSpPr>
          <p:spPr>
            <a:xfrm>
              <a:off x="7493378" y="3498387"/>
              <a:ext cx="15446" cy="19478"/>
            </a:xfrm>
            <a:custGeom>
              <a:avLst/>
              <a:pathLst>
                <a:path w="15446" h="19478">
                  <a:moveTo>
                    <a:pt x="15446" y="6816"/>
                  </a:moveTo>
                  <a:lnTo>
                    <a:pt x="15067" y="10498"/>
                  </a:lnTo>
                  <a:lnTo>
                    <a:pt x="9482" y="15396"/>
                  </a:lnTo>
                  <a:lnTo>
                    <a:pt x="8379" y="14937"/>
                  </a:lnTo>
                  <a:lnTo>
                    <a:pt x="8141" y="16410"/>
                  </a:lnTo>
                  <a:lnTo>
                    <a:pt x="4429" y="17750"/>
                  </a:lnTo>
                  <a:lnTo>
                    <a:pt x="3345" y="19478"/>
                  </a:lnTo>
                  <a:lnTo>
                    <a:pt x="2239" y="18809"/>
                  </a:lnTo>
                  <a:lnTo>
                    <a:pt x="303" y="12588"/>
                  </a:lnTo>
                  <a:lnTo>
                    <a:pt x="0" y="9590"/>
                  </a:lnTo>
                  <a:lnTo>
                    <a:pt x="1390" y="7199"/>
                  </a:lnTo>
                  <a:lnTo>
                    <a:pt x="1860" y="4133"/>
                  </a:lnTo>
                  <a:lnTo>
                    <a:pt x="1010" y="1841"/>
                  </a:lnTo>
                  <a:lnTo>
                    <a:pt x="456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h4532"/>
            <p:cNvSpPr/>
            <p:nvPr/>
          </p:nvSpPr>
          <p:spPr>
            <a:xfrm>
              <a:off x="7357450" y="3399630"/>
              <a:ext cx="33685" cy="43504"/>
            </a:xfrm>
            <a:custGeom>
              <a:avLst/>
              <a:pathLst>
                <a:path w="33685" h="43504">
                  <a:moveTo>
                    <a:pt x="21489" y="0"/>
                  </a:moveTo>
                  <a:lnTo>
                    <a:pt x="26932" y="15748"/>
                  </a:lnTo>
                  <a:lnTo>
                    <a:pt x="30626" y="19611"/>
                  </a:lnTo>
                  <a:lnTo>
                    <a:pt x="30897" y="23427"/>
                  </a:lnTo>
                  <a:lnTo>
                    <a:pt x="33685" y="25070"/>
                  </a:lnTo>
                  <a:lnTo>
                    <a:pt x="33643" y="31574"/>
                  </a:lnTo>
                  <a:lnTo>
                    <a:pt x="32641" y="33339"/>
                  </a:lnTo>
                  <a:lnTo>
                    <a:pt x="28114" y="35269"/>
                  </a:lnTo>
                  <a:lnTo>
                    <a:pt x="24955" y="40803"/>
                  </a:lnTo>
                  <a:lnTo>
                    <a:pt x="23962" y="41202"/>
                  </a:lnTo>
                  <a:lnTo>
                    <a:pt x="20537" y="39843"/>
                  </a:lnTo>
                  <a:lnTo>
                    <a:pt x="6990" y="39258"/>
                  </a:lnTo>
                  <a:lnTo>
                    <a:pt x="3517" y="39805"/>
                  </a:lnTo>
                  <a:lnTo>
                    <a:pt x="5504" y="43504"/>
                  </a:lnTo>
                  <a:lnTo>
                    <a:pt x="3015" y="42574"/>
                  </a:lnTo>
                  <a:lnTo>
                    <a:pt x="544" y="41049"/>
                  </a:lnTo>
                  <a:lnTo>
                    <a:pt x="0" y="38856"/>
                  </a:lnTo>
                  <a:lnTo>
                    <a:pt x="1437" y="36619"/>
                  </a:lnTo>
                  <a:lnTo>
                    <a:pt x="294" y="32421"/>
                  </a:lnTo>
                  <a:lnTo>
                    <a:pt x="2576" y="27479"/>
                  </a:lnTo>
                  <a:lnTo>
                    <a:pt x="6203" y="21151"/>
                  </a:lnTo>
                  <a:lnTo>
                    <a:pt x="8242" y="18875"/>
                  </a:lnTo>
                  <a:lnTo>
                    <a:pt x="10795" y="13628"/>
                  </a:lnTo>
                  <a:lnTo>
                    <a:pt x="18296" y="5197"/>
                  </a:lnTo>
                  <a:lnTo>
                    <a:pt x="19769" y="14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h4533"/>
            <p:cNvSpPr/>
            <p:nvPr/>
          </p:nvSpPr>
          <p:spPr>
            <a:xfrm>
              <a:off x="7434332" y="3292467"/>
              <a:ext cx="11542" cy="18292"/>
            </a:xfrm>
            <a:custGeom>
              <a:avLst/>
              <a:pathLst>
                <a:path w="11542" h="18292">
                  <a:moveTo>
                    <a:pt x="9785" y="2948"/>
                  </a:moveTo>
                  <a:lnTo>
                    <a:pt x="11542" y="5068"/>
                  </a:lnTo>
                  <a:lnTo>
                    <a:pt x="7815" y="10157"/>
                  </a:lnTo>
                  <a:lnTo>
                    <a:pt x="8510" y="16349"/>
                  </a:lnTo>
                  <a:lnTo>
                    <a:pt x="6502" y="18292"/>
                  </a:lnTo>
                  <a:lnTo>
                    <a:pt x="2650" y="17148"/>
                  </a:lnTo>
                  <a:lnTo>
                    <a:pt x="2261" y="8970"/>
                  </a:lnTo>
                  <a:lnTo>
                    <a:pt x="857" y="5471"/>
                  </a:lnTo>
                  <a:lnTo>
                    <a:pt x="0" y="6116"/>
                  </a:lnTo>
                  <a:lnTo>
                    <a:pt x="2170" y="1680"/>
                  </a:lnTo>
                  <a:lnTo>
                    <a:pt x="895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h4534"/>
            <p:cNvSpPr/>
            <p:nvPr/>
          </p:nvSpPr>
          <p:spPr>
            <a:xfrm>
              <a:off x="7690565" y="3394400"/>
              <a:ext cx="48426" cy="56433"/>
            </a:xfrm>
            <a:custGeom>
              <a:avLst/>
              <a:pathLst>
                <a:path w="48426" h="56433">
                  <a:moveTo>
                    <a:pt x="37074" y="3409"/>
                  </a:moveTo>
                  <a:lnTo>
                    <a:pt x="38203" y="2285"/>
                  </a:lnTo>
                  <a:lnTo>
                    <a:pt x="43066" y="7502"/>
                  </a:lnTo>
                  <a:lnTo>
                    <a:pt x="43777" y="5368"/>
                  </a:lnTo>
                  <a:lnTo>
                    <a:pt x="44862" y="4738"/>
                  </a:lnTo>
                  <a:lnTo>
                    <a:pt x="47067" y="5984"/>
                  </a:lnTo>
                  <a:lnTo>
                    <a:pt x="48426" y="8441"/>
                  </a:lnTo>
                  <a:lnTo>
                    <a:pt x="48107" y="10077"/>
                  </a:lnTo>
                  <a:lnTo>
                    <a:pt x="46813" y="10406"/>
                  </a:lnTo>
                  <a:lnTo>
                    <a:pt x="45189" y="13415"/>
                  </a:lnTo>
                  <a:lnTo>
                    <a:pt x="46547" y="19063"/>
                  </a:lnTo>
                  <a:lnTo>
                    <a:pt x="46407" y="23639"/>
                  </a:lnTo>
                  <a:lnTo>
                    <a:pt x="44245" y="28960"/>
                  </a:lnTo>
                  <a:lnTo>
                    <a:pt x="46183" y="30464"/>
                  </a:lnTo>
                  <a:lnTo>
                    <a:pt x="40880" y="32010"/>
                  </a:lnTo>
                  <a:lnTo>
                    <a:pt x="41122" y="36346"/>
                  </a:lnTo>
                  <a:lnTo>
                    <a:pt x="35667" y="34636"/>
                  </a:lnTo>
                  <a:lnTo>
                    <a:pt x="31337" y="35998"/>
                  </a:lnTo>
                  <a:lnTo>
                    <a:pt x="28770" y="38822"/>
                  </a:lnTo>
                  <a:lnTo>
                    <a:pt x="28737" y="43916"/>
                  </a:lnTo>
                  <a:lnTo>
                    <a:pt x="28146" y="45327"/>
                  </a:lnTo>
                  <a:lnTo>
                    <a:pt x="18121" y="49149"/>
                  </a:lnTo>
                  <a:lnTo>
                    <a:pt x="15438" y="56433"/>
                  </a:lnTo>
                  <a:lnTo>
                    <a:pt x="11077" y="55704"/>
                  </a:lnTo>
                  <a:lnTo>
                    <a:pt x="10904" y="52157"/>
                  </a:lnTo>
                  <a:lnTo>
                    <a:pt x="11867" y="52110"/>
                  </a:lnTo>
                  <a:lnTo>
                    <a:pt x="9713" y="49974"/>
                  </a:lnTo>
                  <a:lnTo>
                    <a:pt x="5251" y="48199"/>
                  </a:lnTo>
                  <a:lnTo>
                    <a:pt x="3667" y="48243"/>
                  </a:lnTo>
                  <a:lnTo>
                    <a:pt x="2585" y="46476"/>
                  </a:lnTo>
                  <a:lnTo>
                    <a:pt x="3201" y="44617"/>
                  </a:lnTo>
                  <a:lnTo>
                    <a:pt x="2484" y="43192"/>
                  </a:lnTo>
                  <a:lnTo>
                    <a:pt x="0" y="43744"/>
                  </a:lnTo>
                  <a:lnTo>
                    <a:pt x="1850" y="41409"/>
                  </a:lnTo>
                  <a:lnTo>
                    <a:pt x="5342" y="41718"/>
                  </a:lnTo>
                  <a:lnTo>
                    <a:pt x="5946" y="45602"/>
                  </a:lnTo>
                  <a:lnTo>
                    <a:pt x="10585" y="45606"/>
                  </a:lnTo>
                  <a:lnTo>
                    <a:pt x="16881" y="43836"/>
                  </a:lnTo>
                  <a:lnTo>
                    <a:pt x="21947" y="37901"/>
                  </a:lnTo>
                  <a:lnTo>
                    <a:pt x="25029" y="30865"/>
                  </a:lnTo>
                  <a:lnTo>
                    <a:pt x="24627" y="23309"/>
                  </a:lnTo>
                  <a:lnTo>
                    <a:pt x="19049" y="20440"/>
                  </a:lnTo>
                  <a:lnTo>
                    <a:pt x="22545" y="17791"/>
                  </a:lnTo>
                  <a:lnTo>
                    <a:pt x="24520" y="13925"/>
                  </a:lnTo>
                  <a:lnTo>
                    <a:pt x="21805" y="11265"/>
                  </a:lnTo>
                  <a:lnTo>
                    <a:pt x="3345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h4535"/>
            <p:cNvSpPr/>
            <p:nvPr/>
          </p:nvSpPr>
          <p:spPr>
            <a:xfrm>
              <a:off x="7452874" y="3277866"/>
              <a:ext cx="10817" cy="13714"/>
            </a:xfrm>
            <a:custGeom>
              <a:avLst/>
              <a:pathLst>
                <a:path w="10817" h="13714">
                  <a:moveTo>
                    <a:pt x="8861" y="6443"/>
                  </a:moveTo>
                  <a:lnTo>
                    <a:pt x="10817" y="11525"/>
                  </a:lnTo>
                  <a:lnTo>
                    <a:pt x="8719" y="11747"/>
                  </a:lnTo>
                  <a:lnTo>
                    <a:pt x="7768" y="13397"/>
                  </a:lnTo>
                  <a:lnTo>
                    <a:pt x="2125" y="13714"/>
                  </a:lnTo>
                  <a:lnTo>
                    <a:pt x="2491" y="8634"/>
                  </a:lnTo>
                  <a:lnTo>
                    <a:pt x="0" y="3085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h4536"/>
            <p:cNvSpPr/>
            <p:nvPr/>
          </p:nvSpPr>
          <p:spPr>
            <a:xfrm>
              <a:off x="7527407" y="3415496"/>
              <a:ext cx="9576" cy="13590"/>
            </a:xfrm>
            <a:custGeom>
              <a:avLst/>
              <a:pathLst>
                <a:path w="9576" h="13590">
                  <a:moveTo>
                    <a:pt x="7584" y="2892"/>
                  </a:moveTo>
                  <a:lnTo>
                    <a:pt x="8452" y="5022"/>
                  </a:lnTo>
                  <a:lnTo>
                    <a:pt x="7931" y="8997"/>
                  </a:lnTo>
                  <a:lnTo>
                    <a:pt x="9576" y="8452"/>
                  </a:lnTo>
                  <a:lnTo>
                    <a:pt x="8349" y="10601"/>
                  </a:lnTo>
                  <a:lnTo>
                    <a:pt x="1226" y="13590"/>
                  </a:lnTo>
                  <a:lnTo>
                    <a:pt x="640" y="11932"/>
                  </a:lnTo>
                  <a:lnTo>
                    <a:pt x="2472" y="12667"/>
                  </a:lnTo>
                  <a:lnTo>
                    <a:pt x="526" y="6809"/>
                  </a:lnTo>
                  <a:lnTo>
                    <a:pt x="0" y="2244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h4537"/>
            <p:cNvSpPr/>
            <p:nvPr/>
          </p:nvSpPr>
          <p:spPr>
            <a:xfrm>
              <a:off x="7297799" y="3445077"/>
              <a:ext cx="13307" cy="10468"/>
            </a:xfrm>
            <a:custGeom>
              <a:avLst/>
              <a:pathLst>
                <a:path w="13307" h="10468">
                  <a:moveTo>
                    <a:pt x="10996" y="516"/>
                  </a:moveTo>
                  <a:lnTo>
                    <a:pt x="13307" y="4187"/>
                  </a:lnTo>
                  <a:lnTo>
                    <a:pt x="11669" y="10468"/>
                  </a:lnTo>
                  <a:lnTo>
                    <a:pt x="2074" y="10386"/>
                  </a:lnTo>
                  <a:lnTo>
                    <a:pt x="1388" y="5979"/>
                  </a:lnTo>
                  <a:lnTo>
                    <a:pt x="0" y="4514"/>
                  </a:lnTo>
                  <a:lnTo>
                    <a:pt x="5439" y="3617"/>
                  </a:lnTo>
                  <a:lnTo>
                    <a:pt x="7997" y="1259"/>
                  </a:lnTo>
                  <a:lnTo>
                    <a:pt x="1075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h4538"/>
            <p:cNvSpPr/>
            <p:nvPr/>
          </p:nvSpPr>
          <p:spPr>
            <a:xfrm>
              <a:off x="7479428" y="3453812"/>
              <a:ext cx="16742" cy="10854"/>
            </a:xfrm>
            <a:custGeom>
              <a:avLst/>
              <a:pathLst>
                <a:path w="16742" h="10854">
                  <a:moveTo>
                    <a:pt x="16436" y="42"/>
                  </a:moveTo>
                  <a:lnTo>
                    <a:pt x="16742" y="1051"/>
                  </a:lnTo>
                  <a:lnTo>
                    <a:pt x="13327" y="5288"/>
                  </a:lnTo>
                  <a:lnTo>
                    <a:pt x="11625" y="10765"/>
                  </a:lnTo>
                  <a:lnTo>
                    <a:pt x="10578" y="10805"/>
                  </a:lnTo>
                  <a:lnTo>
                    <a:pt x="9567" y="10854"/>
                  </a:lnTo>
                  <a:lnTo>
                    <a:pt x="6694" y="8583"/>
                  </a:lnTo>
                  <a:lnTo>
                    <a:pt x="0" y="6257"/>
                  </a:lnTo>
                  <a:lnTo>
                    <a:pt x="2224" y="3286"/>
                  </a:lnTo>
                  <a:lnTo>
                    <a:pt x="4425" y="3873"/>
                  </a:lnTo>
                  <a:lnTo>
                    <a:pt x="7568" y="3054"/>
                  </a:lnTo>
                  <a:lnTo>
                    <a:pt x="1107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h4539"/>
            <p:cNvSpPr/>
            <p:nvPr/>
          </p:nvSpPr>
          <p:spPr>
            <a:xfrm>
              <a:off x="7428465" y="3486565"/>
              <a:ext cx="9893" cy="9767"/>
            </a:xfrm>
            <a:custGeom>
              <a:avLst/>
              <a:pathLst>
                <a:path w="9893" h="9767">
                  <a:moveTo>
                    <a:pt x="9893" y="6863"/>
                  </a:moveTo>
                  <a:lnTo>
                    <a:pt x="6833" y="9767"/>
                  </a:lnTo>
                  <a:lnTo>
                    <a:pt x="3407" y="9442"/>
                  </a:lnTo>
                  <a:lnTo>
                    <a:pt x="1056" y="7409"/>
                  </a:lnTo>
                  <a:lnTo>
                    <a:pt x="0" y="2431"/>
                  </a:lnTo>
                  <a:lnTo>
                    <a:pt x="7522" y="1002"/>
                  </a:lnTo>
                  <a:lnTo>
                    <a:pt x="750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h4540"/>
            <p:cNvSpPr/>
            <p:nvPr/>
          </p:nvSpPr>
          <p:spPr>
            <a:xfrm>
              <a:off x="7334878" y="3295294"/>
              <a:ext cx="31972" cy="39355"/>
            </a:xfrm>
            <a:custGeom>
              <a:avLst/>
              <a:pathLst>
                <a:path w="31972" h="39355">
                  <a:moveTo>
                    <a:pt x="22418" y="0"/>
                  </a:moveTo>
                  <a:lnTo>
                    <a:pt x="23960" y="2890"/>
                  </a:lnTo>
                  <a:lnTo>
                    <a:pt x="24857" y="2890"/>
                  </a:lnTo>
                  <a:lnTo>
                    <a:pt x="24904" y="4718"/>
                  </a:lnTo>
                  <a:lnTo>
                    <a:pt x="26682" y="7278"/>
                  </a:lnTo>
                  <a:lnTo>
                    <a:pt x="29819" y="5305"/>
                  </a:lnTo>
                  <a:lnTo>
                    <a:pt x="31972" y="8185"/>
                  </a:lnTo>
                  <a:lnTo>
                    <a:pt x="28577" y="12360"/>
                  </a:lnTo>
                  <a:lnTo>
                    <a:pt x="29577" y="16313"/>
                  </a:lnTo>
                  <a:lnTo>
                    <a:pt x="21302" y="25256"/>
                  </a:lnTo>
                  <a:lnTo>
                    <a:pt x="16156" y="28340"/>
                  </a:lnTo>
                  <a:lnTo>
                    <a:pt x="14740" y="31124"/>
                  </a:lnTo>
                  <a:lnTo>
                    <a:pt x="15236" y="35204"/>
                  </a:lnTo>
                  <a:lnTo>
                    <a:pt x="14136" y="37208"/>
                  </a:lnTo>
                  <a:lnTo>
                    <a:pt x="11405" y="39355"/>
                  </a:lnTo>
                  <a:lnTo>
                    <a:pt x="9315" y="38522"/>
                  </a:lnTo>
                  <a:lnTo>
                    <a:pt x="8765" y="37242"/>
                  </a:lnTo>
                  <a:lnTo>
                    <a:pt x="6245" y="33639"/>
                  </a:lnTo>
                  <a:lnTo>
                    <a:pt x="2378" y="34861"/>
                  </a:lnTo>
                  <a:lnTo>
                    <a:pt x="1701" y="34333"/>
                  </a:lnTo>
                  <a:lnTo>
                    <a:pt x="0" y="30110"/>
                  </a:lnTo>
                  <a:lnTo>
                    <a:pt x="119" y="25185"/>
                  </a:lnTo>
                  <a:lnTo>
                    <a:pt x="3001" y="25571"/>
                  </a:lnTo>
                  <a:lnTo>
                    <a:pt x="4450" y="25041"/>
                  </a:lnTo>
                  <a:lnTo>
                    <a:pt x="1142" y="18571"/>
                  </a:lnTo>
                  <a:lnTo>
                    <a:pt x="2301" y="13495"/>
                  </a:lnTo>
                  <a:lnTo>
                    <a:pt x="3185" y="14263"/>
                  </a:lnTo>
                  <a:lnTo>
                    <a:pt x="5391" y="13431"/>
                  </a:lnTo>
                  <a:lnTo>
                    <a:pt x="4306" y="8547"/>
                  </a:lnTo>
                  <a:lnTo>
                    <a:pt x="9811" y="5237"/>
                  </a:lnTo>
                  <a:lnTo>
                    <a:pt x="12502" y="2568"/>
                  </a:lnTo>
                  <a:lnTo>
                    <a:pt x="14182" y="4128"/>
                  </a:lnTo>
                  <a:lnTo>
                    <a:pt x="16232" y="181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h4541"/>
            <p:cNvSpPr/>
            <p:nvPr/>
          </p:nvSpPr>
          <p:spPr>
            <a:xfrm>
              <a:off x="7416915" y="3371080"/>
              <a:ext cx="10624" cy="13269"/>
            </a:xfrm>
            <a:custGeom>
              <a:avLst/>
              <a:pathLst>
                <a:path w="10624" h="13269">
                  <a:moveTo>
                    <a:pt x="9222" y="2593"/>
                  </a:moveTo>
                  <a:lnTo>
                    <a:pt x="10624" y="6451"/>
                  </a:lnTo>
                  <a:lnTo>
                    <a:pt x="8302" y="10153"/>
                  </a:lnTo>
                  <a:lnTo>
                    <a:pt x="8284" y="11570"/>
                  </a:lnTo>
                  <a:lnTo>
                    <a:pt x="6524" y="12761"/>
                  </a:lnTo>
                  <a:lnTo>
                    <a:pt x="4216" y="13269"/>
                  </a:lnTo>
                  <a:lnTo>
                    <a:pt x="2260" y="11509"/>
                  </a:lnTo>
                  <a:lnTo>
                    <a:pt x="0" y="8168"/>
                  </a:lnTo>
                  <a:lnTo>
                    <a:pt x="2116" y="3801"/>
                  </a:lnTo>
                  <a:lnTo>
                    <a:pt x="1905" y="638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h4542"/>
            <p:cNvSpPr/>
            <p:nvPr/>
          </p:nvSpPr>
          <p:spPr>
            <a:xfrm>
              <a:off x="7478080" y="3382809"/>
              <a:ext cx="25240" cy="17094"/>
            </a:xfrm>
            <a:custGeom>
              <a:avLst/>
              <a:pathLst>
                <a:path w="25240" h="17094">
                  <a:moveTo>
                    <a:pt x="5737" y="2311"/>
                  </a:moveTo>
                  <a:lnTo>
                    <a:pt x="6053" y="5830"/>
                  </a:lnTo>
                  <a:lnTo>
                    <a:pt x="10436" y="8483"/>
                  </a:lnTo>
                  <a:lnTo>
                    <a:pt x="11902" y="8140"/>
                  </a:lnTo>
                  <a:lnTo>
                    <a:pt x="12186" y="7274"/>
                  </a:lnTo>
                  <a:lnTo>
                    <a:pt x="14125" y="6104"/>
                  </a:lnTo>
                  <a:lnTo>
                    <a:pt x="15999" y="6852"/>
                  </a:lnTo>
                  <a:lnTo>
                    <a:pt x="16562" y="7412"/>
                  </a:lnTo>
                  <a:lnTo>
                    <a:pt x="16915" y="9280"/>
                  </a:lnTo>
                  <a:lnTo>
                    <a:pt x="25240" y="12086"/>
                  </a:lnTo>
                  <a:lnTo>
                    <a:pt x="25219" y="13059"/>
                  </a:lnTo>
                  <a:lnTo>
                    <a:pt x="23426" y="12866"/>
                  </a:lnTo>
                  <a:lnTo>
                    <a:pt x="22139" y="17094"/>
                  </a:lnTo>
                  <a:lnTo>
                    <a:pt x="20384" y="15215"/>
                  </a:lnTo>
                  <a:lnTo>
                    <a:pt x="18553" y="14531"/>
                  </a:lnTo>
                  <a:lnTo>
                    <a:pt x="17218" y="12199"/>
                  </a:lnTo>
                  <a:lnTo>
                    <a:pt x="15312" y="11724"/>
                  </a:lnTo>
                  <a:lnTo>
                    <a:pt x="14716" y="14481"/>
                  </a:lnTo>
                  <a:lnTo>
                    <a:pt x="13277" y="14679"/>
                  </a:lnTo>
                  <a:lnTo>
                    <a:pt x="11430" y="9725"/>
                  </a:lnTo>
                  <a:lnTo>
                    <a:pt x="4032" y="10403"/>
                  </a:lnTo>
                  <a:lnTo>
                    <a:pt x="0" y="7948"/>
                  </a:lnTo>
                  <a:lnTo>
                    <a:pt x="2174" y="1722"/>
                  </a:lnTo>
                  <a:lnTo>
                    <a:pt x="414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h4543"/>
            <p:cNvSpPr/>
            <p:nvPr/>
          </p:nvSpPr>
          <p:spPr>
            <a:xfrm>
              <a:off x="7279987" y="3300502"/>
              <a:ext cx="4862" cy="8197"/>
            </a:xfrm>
            <a:custGeom>
              <a:avLst/>
              <a:pathLst>
                <a:path w="4862" h="8197">
                  <a:moveTo>
                    <a:pt x="2147" y="1125"/>
                  </a:moveTo>
                  <a:lnTo>
                    <a:pt x="4862" y="7152"/>
                  </a:lnTo>
                  <a:lnTo>
                    <a:pt x="4276" y="8197"/>
                  </a:lnTo>
                  <a:lnTo>
                    <a:pt x="521" y="5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h4544"/>
            <p:cNvSpPr/>
            <p:nvPr/>
          </p:nvSpPr>
          <p:spPr>
            <a:xfrm>
              <a:off x="7405547" y="3415004"/>
              <a:ext cx="30178" cy="19544"/>
            </a:xfrm>
            <a:custGeom>
              <a:avLst/>
              <a:pathLst>
                <a:path w="30178" h="19544">
                  <a:moveTo>
                    <a:pt x="20258" y="1264"/>
                  </a:moveTo>
                  <a:lnTo>
                    <a:pt x="20495" y="3184"/>
                  </a:lnTo>
                  <a:lnTo>
                    <a:pt x="22948" y="4415"/>
                  </a:lnTo>
                  <a:lnTo>
                    <a:pt x="27161" y="4868"/>
                  </a:lnTo>
                  <a:lnTo>
                    <a:pt x="28062" y="9950"/>
                  </a:lnTo>
                  <a:lnTo>
                    <a:pt x="30178" y="11878"/>
                  </a:lnTo>
                  <a:lnTo>
                    <a:pt x="29524" y="15789"/>
                  </a:lnTo>
                  <a:lnTo>
                    <a:pt x="27451" y="19289"/>
                  </a:lnTo>
                  <a:lnTo>
                    <a:pt x="24803" y="19544"/>
                  </a:lnTo>
                  <a:lnTo>
                    <a:pt x="15157" y="13620"/>
                  </a:lnTo>
                  <a:lnTo>
                    <a:pt x="4077" y="14473"/>
                  </a:lnTo>
                  <a:lnTo>
                    <a:pt x="825" y="15565"/>
                  </a:lnTo>
                  <a:lnTo>
                    <a:pt x="0" y="13765"/>
                  </a:lnTo>
                  <a:lnTo>
                    <a:pt x="3249" y="8171"/>
                  </a:lnTo>
                  <a:lnTo>
                    <a:pt x="3926" y="4899"/>
                  </a:lnTo>
                  <a:lnTo>
                    <a:pt x="6629" y="1404"/>
                  </a:lnTo>
                  <a:lnTo>
                    <a:pt x="1339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h4545"/>
            <p:cNvSpPr/>
            <p:nvPr/>
          </p:nvSpPr>
          <p:spPr>
            <a:xfrm>
              <a:off x="7571062" y="3367679"/>
              <a:ext cx="22587" cy="18501"/>
            </a:xfrm>
            <a:custGeom>
              <a:avLst/>
              <a:pathLst>
                <a:path w="22587" h="18501">
                  <a:moveTo>
                    <a:pt x="20120" y="2709"/>
                  </a:moveTo>
                  <a:lnTo>
                    <a:pt x="18658" y="8543"/>
                  </a:lnTo>
                  <a:lnTo>
                    <a:pt x="19011" y="10719"/>
                  </a:lnTo>
                  <a:lnTo>
                    <a:pt x="21050" y="13477"/>
                  </a:lnTo>
                  <a:lnTo>
                    <a:pt x="22587" y="14198"/>
                  </a:lnTo>
                  <a:lnTo>
                    <a:pt x="20881" y="14671"/>
                  </a:lnTo>
                  <a:lnTo>
                    <a:pt x="17905" y="13004"/>
                  </a:lnTo>
                  <a:lnTo>
                    <a:pt x="14179" y="13005"/>
                  </a:lnTo>
                  <a:lnTo>
                    <a:pt x="12844" y="14904"/>
                  </a:lnTo>
                  <a:lnTo>
                    <a:pt x="14358" y="18220"/>
                  </a:lnTo>
                  <a:lnTo>
                    <a:pt x="12870" y="18501"/>
                  </a:lnTo>
                  <a:lnTo>
                    <a:pt x="9355" y="15760"/>
                  </a:lnTo>
                  <a:lnTo>
                    <a:pt x="9879" y="14860"/>
                  </a:lnTo>
                  <a:lnTo>
                    <a:pt x="9609" y="10633"/>
                  </a:lnTo>
                  <a:lnTo>
                    <a:pt x="3448" y="6878"/>
                  </a:lnTo>
                  <a:lnTo>
                    <a:pt x="447" y="7556"/>
                  </a:lnTo>
                  <a:lnTo>
                    <a:pt x="0" y="5973"/>
                  </a:lnTo>
                  <a:lnTo>
                    <a:pt x="663" y="4475"/>
                  </a:lnTo>
                  <a:lnTo>
                    <a:pt x="1878" y="4126"/>
                  </a:lnTo>
                  <a:lnTo>
                    <a:pt x="6736" y="5031"/>
                  </a:lnTo>
                  <a:lnTo>
                    <a:pt x="13207" y="4963"/>
                  </a:lnTo>
                  <a:lnTo>
                    <a:pt x="14753" y="3621"/>
                  </a:lnTo>
                  <a:lnTo>
                    <a:pt x="14565" y="1156"/>
                  </a:lnTo>
                  <a:lnTo>
                    <a:pt x="1574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h4546"/>
            <p:cNvSpPr/>
            <p:nvPr/>
          </p:nvSpPr>
          <p:spPr>
            <a:xfrm>
              <a:off x="7526139" y="3498707"/>
              <a:ext cx="13562" cy="12473"/>
            </a:xfrm>
            <a:custGeom>
              <a:avLst/>
              <a:pathLst>
                <a:path w="13562" h="12473">
                  <a:moveTo>
                    <a:pt x="10213" y="1902"/>
                  </a:moveTo>
                  <a:lnTo>
                    <a:pt x="11268" y="3743"/>
                  </a:lnTo>
                  <a:lnTo>
                    <a:pt x="11669" y="6952"/>
                  </a:lnTo>
                  <a:lnTo>
                    <a:pt x="13562" y="9577"/>
                  </a:lnTo>
                  <a:lnTo>
                    <a:pt x="12739" y="12473"/>
                  </a:lnTo>
                  <a:lnTo>
                    <a:pt x="6333" y="10895"/>
                  </a:lnTo>
                  <a:lnTo>
                    <a:pt x="2955" y="8521"/>
                  </a:lnTo>
                  <a:lnTo>
                    <a:pt x="1354" y="9176"/>
                  </a:lnTo>
                  <a:lnTo>
                    <a:pt x="0" y="9060"/>
                  </a:lnTo>
                  <a:lnTo>
                    <a:pt x="146" y="3655"/>
                  </a:lnTo>
                  <a:lnTo>
                    <a:pt x="3821" y="1157"/>
                  </a:lnTo>
                  <a:lnTo>
                    <a:pt x="814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h4547"/>
            <p:cNvSpPr/>
            <p:nvPr/>
          </p:nvSpPr>
          <p:spPr>
            <a:xfrm>
              <a:off x="7457337" y="3521775"/>
              <a:ext cx="31817" cy="30350"/>
            </a:xfrm>
            <a:custGeom>
              <a:avLst/>
              <a:pathLst>
                <a:path w="31817" h="30350">
                  <a:moveTo>
                    <a:pt x="29377" y="805"/>
                  </a:moveTo>
                  <a:lnTo>
                    <a:pt x="28006" y="1037"/>
                  </a:lnTo>
                  <a:lnTo>
                    <a:pt x="27197" y="2303"/>
                  </a:lnTo>
                  <a:lnTo>
                    <a:pt x="28301" y="6051"/>
                  </a:lnTo>
                  <a:lnTo>
                    <a:pt x="31817" y="9469"/>
                  </a:lnTo>
                  <a:lnTo>
                    <a:pt x="30249" y="17700"/>
                  </a:lnTo>
                  <a:lnTo>
                    <a:pt x="28907" y="19863"/>
                  </a:lnTo>
                  <a:lnTo>
                    <a:pt x="27947" y="24601"/>
                  </a:lnTo>
                  <a:lnTo>
                    <a:pt x="28658" y="29457"/>
                  </a:lnTo>
                  <a:lnTo>
                    <a:pt x="27333" y="30350"/>
                  </a:lnTo>
                  <a:lnTo>
                    <a:pt x="16583" y="24666"/>
                  </a:lnTo>
                  <a:lnTo>
                    <a:pt x="5128" y="21574"/>
                  </a:lnTo>
                  <a:lnTo>
                    <a:pt x="1867" y="19264"/>
                  </a:lnTo>
                  <a:lnTo>
                    <a:pt x="2107" y="18211"/>
                  </a:lnTo>
                  <a:lnTo>
                    <a:pt x="0" y="15061"/>
                  </a:lnTo>
                  <a:lnTo>
                    <a:pt x="1470" y="11868"/>
                  </a:lnTo>
                  <a:lnTo>
                    <a:pt x="10482" y="5438"/>
                  </a:lnTo>
                  <a:lnTo>
                    <a:pt x="2086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h4548"/>
            <p:cNvSpPr/>
            <p:nvPr/>
          </p:nvSpPr>
          <p:spPr>
            <a:xfrm>
              <a:off x="7352072" y="3470269"/>
              <a:ext cx="10152" cy="12327"/>
            </a:xfrm>
            <a:custGeom>
              <a:avLst/>
              <a:pathLst>
                <a:path w="10152" h="12327">
                  <a:moveTo>
                    <a:pt x="9581" y="3942"/>
                  </a:moveTo>
                  <a:lnTo>
                    <a:pt x="10152" y="5345"/>
                  </a:lnTo>
                  <a:lnTo>
                    <a:pt x="5110" y="11827"/>
                  </a:lnTo>
                  <a:lnTo>
                    <a:pt x="1588" y="12327"/>
                  </a:lnTo>
                  <a:lnTo>
                    <a:pt x="0" y="8519"/>
                  </a:lnTo>
                  <a:lnTo>
                    <a:pt x="1317" y="1355"/>
                  </a:lnTo>
                  <a:lnTo>
                    <a:pt x="462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h4549"/>
            <p:cNvSpPr/>
            <p:nvPr/>
          </p:nvSpPr>
          <p:spPr>
            <a:xfrm>
              <a:off x="7378940" y="3394298"/>
              <a:ext cx="35291" cy="30402"/>
            </a:xfrm>
            <a:custGeom>
              <a:avLst/>
              <a:pathLst>
                <a:path w="35291" h="30402">
                  <a:moveTo>
                    <a:pt x="10645" y="520"/>
                  </a:moveTo>
                  <a:lnTo>
                    <a:pt x="12621" y="4073"/>
                  </a:lnTo>
                  <a:lnTo>
                    <a:pt x="12661" y="7010"/>
                  </a:lnTo>
                  <a:lnTo>
                    <a:pt x="14481" y="9873"/>
                  </a:lnTo>
                  <a:lnTo>
                    <a:pt x="16805" y="9249"/>
                  </a:lnTo>
                  <a:lnTo>
                    <a:pt x="17866" y="6709"/>
                  </a:lnTo>
                  <a:lnTo>
                    <a:pt x="23389" y="7854"/>
                  </a:lnTo>
                  <a:lnTo>
                    <a:pt x="21588" y="9089"/>
                  </a:lnTo>
                  <a:lnTo>
                    <a:pt x="17527" y="9131"/>
                  </a:lnTo>
                  <a:lnTo>
                    <a:pt x="16427" y="10550"/>
                  </a:lnTo>
                  <a:lnTo>
                    <a:pt x="17089" y="11074"/>
                  </a:lnTo>
                  <a:lnTo>
                    <a:pt x="24289" y="10185"/>
                  </a:lnTo>
                  <a:lnTo>
                    <a:pt x="29990" y="11200"/>
                  </a:lnTo>
                  <a:lnTo>
                    <a:pt x="33123" y="11594"/>
                  </a:lnTo>
                  <a:lnTo>
                    <a:pt x="35291" y="15795"/>
                  </a:lnTo>
                  <a:lnTo>
                    <a:pt x="34863" y="17500"/>
                  </a:lnTo>
                  <a:lnTo>
                    <a:pt x="33771" y="18123"/>
                  </a:lnTo>
                  <a:lnTo>
                    <a:pt x="24686" y="18716"/>
                  </a:lnTo>
                  <a:lnTo>
                    <a:pt x="19922" y="20069"/>
                  </a:lnTo>
                  <a:lnTo>
                    <a:pt x="16815" y="22769"/>
                  </a:lnTo>
                  <a:lnTo>
                    <a:pt x="12196" y="30402"/>
                  </a:lnTo>
                  <a:lnTo>
                    <a:pt x="9408" y="28759"/>
                  </a:lnTo>
                  <a:lnTo>
                    <a:pt x="9137" y="24943"/>
                  </a:lnTo>
                  <a:lnTo>
                    <a:pt x="5443" y="21080"/>
                  </a:lnTo>
                  <a:lnTo>
                    <a:pt x="0" y="5331"/>
                  </a:lnTo>
                  <a:lnTo>
                    <a:pt x="673" y="2970"/>
                  </a:lnTo>
                  <a:lnTo>
                    <a:pt x="815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h4550"/>
            <p:cNvSpPr/>
            <p:nvPr/>
          </p:nvSpPr>
          <p:spPr>
            <a:xfrm>
              <a:off x="7551796" y="3351694"/>
              <a:ext cx="3544" cy="5201"/>
            </a:xfrm>
            <a:custGeom>
              <a:avLst/>
              <a:pathLst>
                <a:path w="3544" h="5201">
                  <a:moveTo>
                    <a:pt x="2135" y="554"/>
                  </a:moveTo>
                  <a:lnTo>
                    <a:pt x="3544" y="5201"/>
                  </a:lnTo>
                  <a:lnTo>
                    <a:pt x="1581" y="4815"/>
                  </a:lnTo>
                  <a:lnTo>
                    <a:pt x="0" y="1332"/>
                  </a:lnTo>
                  <a:lnTo>
                    <a:pt x="155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h4551"/>
            <p:cNvSpPr/>
            <p:nvPr/>
          </p:nvSpPr>
          <p:spPr>
            <a:xfrm>
              <a:off x="7363744" y="3363460"/>
              <a:ext cx="9855" cy="9294"/>
            </a:xfrm>
            <a:custGeom>
              <a:avLst/>
              <a:pathLst>
                <a:path w="9855" h="9294">
                  <a:moveTo>
                    <a:pt x="5588" y="375"/>
                  </a:moveTo>
                  <a:lnTo>
                    <a:pt x="9855" y="9011"/>
                  </a:lnTo>
                  <a:lnTo>
                    <a:pt x="3018" y="9294"/>
                  </a:lnTo>
                  <a:lnTo>
                    <a:pt x="3660" y="8931"/>
                  </a:lnTo>
                  <a:lnTo>
                    <a:pt x="3335" y="8110"/>
                  </a:lnTo>
                  <a:lnTo>
                    <a:pt x="1396" y="6756"/>
                  </a:lnTo>
                  <a:lnTo>
                    <a:pt x="0" y="3580"/>
                  </a:lnTo>
                  <a:lnTo>
                    <a:pt x="368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h4552"/>
            <p:cNvSpPr/>
            <p:nvPr/>
          </p:nvSpPr>
          <p:spPr>
            <a:xfrm>
              <a:off x="7456625" y="3377707"/>
              <a:ext cx="13006" cy="10728"/>
            </a:xfrm>
            <a:custGeom>
              <a:avLst/>
              <a:pathLst>
                <a:path w="13006" h="10728">
                  <a:moveTo>
                    <a:pt x="3352" y="0"/>
                  </a:moveTo>
                  <a:lnTo>
                    <a:pt x="9870" y="299"/>
                  </a:lnTo>
                  <a:lnTo>
                    <a:pt x="11155" y="1176"/>
                  </a:lnTo>
                  <a:lnTo>
                    <a:pt x="11905" y="5833"/>
                  </a:lnTo>
                  <a:lnTo>
                    <a:pt x="13006" y="7433"/>
                  </a:lnTo>
                  <a:lnTo>
                    <a:pt x="12786" y="10728"/>
                  </a:lnTo>
                  <a:lnTo>
                    <a:pt x="10984" y="9989"/>
                  </a:lnTo>
                  <a:lnTo>
                    <a:pt x="233" y="6737"/>
                  </a:lnTo>
                  <a:lnTo>
                    <a:pt x="0" y="2688"/>
                  </a:lnTo>
                  <a:lnTo>
                    <a:pt x="1052" y="89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h4553"/>
            <p:cNvSpPr/>
            <p:nvPr/>
          </p:nvSpPr>
          <p:spPr>
            <a:xfrm>
              <a:off x="7378977" y="3320718"/>
              <a:ext cx="12516" cy="13520"/>
            </a:xfrm>
            <a:custGeom>
              <a:avLst/>
              <a:pathLst>
                <a:path w="12516" h="13520">
                  <a:moveTo>
                    <a:pt x="11482" y="4420"/>
                  </a:moveTo>
                  <a:lnTo>
                    <a:pt x="12516" y="8290"/>
                  </a:lnTo>
                  <a:lnTo>
                    <a:pt x="9721" y="13407"/>
                  </a:lnTo>
                  <a:lnTo>
                    <a:pt x="8068" y="13520"/>
                  </a:lnTo>
                  <a:lnTo>
                    <a:pt x="6583" y="11775"/>
                  </a:lnTo>
                  <a:lnTo>
                    <a:pt x="3644" y="8425"/>
                  </a:lnTo>
                  <a:lnTo>
                    <a:pt x="1667" y="7928"/>
                  </a:lnTo>
                  <a:lnTo>
                    <a:pt x="0" y="2590"/>
                  </a:lnTo>
                  <a:lnTo>
                    <a:pt x="448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h4554"/>
            <p:cNvSpPr/>
            <p:nvPr/>
          </p:nvSpPr>
          <p:spPr>
            <a:xfrm>
              <a:off x="7456581" y="3241716"/>
              <a:ext cx="22328" cy="21385"/>
            </a:xfrm>
            <a:custGeom>
              <a:avLst/>
              <a:pathLst>
                <a:path w="22328" h="21385">
                  <a:moveTo>
                    <a:pt x="21594" y="4430"/>
                  </a:moveTo>
                  <a:lnTo>
                    <a:pt x="22328" y="8097"/>
                  </a:lnTo>
                  <a:lnTo>
                    <a:pt x="19549" y="10243"/>
                  </a:lnTo>
                  <a:lnTo>
                    <a:pt x="14969" y="11211"/>
                  </a:lnTo>
                  <a:lnTo>
                    <a:pt x="9307" y="16118"/>
                  </a:lnTo>
                  <a:lnTo>
                    <a:pt x="10057" y="18151"/>
                  </a:lnTo>
                  <a:lnTo>
                    <a:pt x="13163" y="21385"/>
                  </a:lnTo>
                  <a:lnTo>
                    <a:pt x="7206" y="21246"/>
                  </a:lnTo>
                  <a:lnTo>
                    <a:pt x="866" y="9534"/>
                  </a:lnTo>
                  <a:lnTo>
                    <a:pt x="0" y="5191"/>
                  </a:lnTo>
                  <a:lnTo>
                    <a:pt x="2696" y="1135"/>
                  </a:lnTo>
                  <a:lnTo>
                    <a:pt x="12361" y="3150"/>
                  </a:lnTo>
                  <a:lnTo>
                    <a:pt x="1436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h4555"/>
            <p:cNvSpPr/>
            <p:nvPr/>
          </p:nvSpPr>
          <p:spPr>
            <a:xfrm>
              <a:off x="7480073" y="3451512"/>
              <a:ext cx="54833" cy="35103"/>
            </a:xfrm>
            <a:custGeom>
              <a:avLst/>
              <a:pathLst>
                <a:path w="54833" h="35103">
                  <a:moveTo>
                    <a:pt x="29160" y="3769"/>
                  </a:moveTo>
                  <a:lnTo>
                    <a:pt x="31774" y="3693"/>
                  </a:lnTo>
                  <a:lnTo>
                    <a:pt x="38526" y="1366"/>
                  </a:lnTo>
                  <a:lnTo>
                    <a:pt x="41468" y="6509"/>
                  </a:lnTo>
                  <a:lnTo>
                    <a:pt x="41152" y="10122"/>
                  </a:lnTo>
                  <a:lnTo>
                    <a:pt x="39143" y="14675"/>
                  </a:lnTo>
                  <a:lnTo>
                    <a:pt x="39003" y="16665"/>
                  </a:lnTo>
                  <a:lnTo>
                    <a:pt x="40923" y="18049"/>
                  </a:lnTo>
                  <a:lnTo>
                    <a:pt x="41620" y="21711"/>
                  </a:lnTo>
                  <a:lnTo>
                    <a:pt x="43860" y="17392"/>
                  </a:lnTo>
                  <a:lnTo>
                    <a:pt x="52440" y="18330"/>
                  </a:lnTo>
                  <a:lnTo>
                    <a:pt x="54833" y="21801"/>
                  </a:lnTo>
                  <a:lnTo>
                    <a:pt x="52809" y="22793"/>
                  </a:lnTo>
                  <a:lnTo>
                    <a:pt x="49033" y="17972"/>
                  </a:lnTo>
                  <a:lnTo>
                    <a:pt x="47120" y="18687"/>
                  </a:lnTo>
                  <a:lnTo>
                    <a:pt x="46062" y="21510"/>
                  </a:lnTo>
                  <a:lnTo>
                    <a:pt x="44828" y="25085"/>
                  </a:lnTo>
                  <a:lnTo>
                    <a:pt x="45869" y="28470"/>
                  </a:lnTo>
                  <a:lnTo>
                    <a:pt x="48569" y="31142"/>
                  </a:lnTo>
                  <a:lnTo>
                    <a:pt x="42637" y="31306"/>
                  </a:lnTo>
                  <a:lnTo>
                    <a:pt x="40281" y="26411"/>
                  </a:lnTo>
                  <a:lnTo>
                    <a:pt x="34667" y="27807"/>
                  </a:lnTo>
                  <a:lnTo>
                    <a:pt x="32638" y="28971"/>
                  </a:lnTo>
                  <a:lnTo>
                    <a:pt x="32945" y="29883"/>
                  </a:lnTo>
                  <a:lnTo>
                    <a:pt x="29701" y="32470"/>
                  </a:lnTo>
                  <a:lnTo>
                    <a:pt x="27093" y="35103"/>
                  </a:lnTo>
                  <a:lnTo>
                    <a:pt x="22191" y="31914"/>
                  </a:lnTo>
                  <a:lnTo>
                    <a:pt x="19919" y="33461"/>
                  </a:lnTo>
                  <a:lnTo>
                    <a:pt x="13862" y="34331"/>
                  </a:lnTo>
                  <a:lnTo>
                    <a:pt x="9278" y="32991"/>
                  </a:lnTo>
                  <a:lnTo>
                    <a:pt x="4386" y="28134"/>
                  </a:lnTo>
                  <a:lnTo>
                    <a:pt x="0" y="27690"/>
                  </a:lnTo>
                  <a:lnTo>
                    <a:pt x="676" y="24072"/>
                  </a:lnTo>
                  <a:lnTo>
                    <a:pt x="1781" y="22446"/>
                  </a:lnTo>
                  <a:lnTo>
                    <a:pt x="5362" y="20978"/>
                  </a:lnTo>
                  <a:lnTo>
                    <a:pt x="6636" y="20777"/>
                  </a:lnTo>
                  <a:lnTo>
                    <a:pt x="9062" y="21877"/>
                  </a:lnTo>
                  <a:lnTo>
                    <a:pt x="10204" y="23956"/>
                  </a:lnTo>
                  <a:lnTo>
                    <a:pt x="13168" y="21344"/>
                  </a:lnTo>
                  <a:lnTo>
                    <a:pt x="16306" y="27085"/>
                  </a:lnTo>
                  <a:lnTo>
                    <a:pt x="16877" y="25264"/>
                  </a:lnTo>
                  <a:lnTo>
                    <a:pt x="19752" y="26003"/>
                  </a:lnTo>
                  <a:lnTo>
                    <a:pt x="19026" y="27444"/>
                  </a:lnTo>
                  <a:lnTo>
                    <a:pt x="24462" y="26760"/>
                  </a:lnTo>
                  <a:lnTo>
                    <a:pt x="25059" y="27792"/>
                  </a:lnTo>
                  <a:lnTo>
                    <a:pt x="24206" y="28209"/>
                  </a:lnTo>
                  <a:lnTo>
                    <a:pt x="25408" y="30578"/>
                  </a:lnTo>
                  <a:lnTo>
                    <a:pt x="28587" y="29797"/>
                  </a:lnTo>
                  <a:lnTo>
                    <a:pt x="29362" y="27580"/>
                  </a:lnTo>
                  <a:lnTo>
                    <a:pt x="31395" y="26282"/>
                  </a:lnTo>
                  <a:lnTo>
                    <a:pt x="30378" y="21475"/>
                  </a:lnTo>
                  <a:lnTo>
                    <a:pt x="29088" y="21491"/>
                  </a:lnTo>
                  <a:lnTo>
                    <a:pt x="31760" y="18698"/>
                  </a:lnTo>
                  <a:lnTo>
                    <a:pt x="32732" y="16284"/>
                  </a:lnTo>
                  <a:lnTo>
                    <a:pt x="29552" y="9665"/>
                  </a:lnTo>
                  <a:lnTo>
                    <a:pt x="26986" y="16046"/>
                  </a:lnTo>
                  <a:lnTo>
                    <a:pt x="24633" y="17847"/>
                  </a:lnTo>
                  <a:lnTo>
                    <a:pt x="23910" y="15141"/>
                  </a:lnTo>
                  <a:lnTo>
                    <a:pt x="21261" y="12261"/>
                  </a:lnTo>
                  <a:lnTo>
                    <a:pt x="19894" y="9894"/>
                  </a:lnTo>
                  <a:lnTo>
                    <a:pt x="20546" y="7242"/>
                  </a:lnTo>
                  <a:lnTo>
                    <a:pt x="22947" y="9479"/>
                  </a:lnTo>
                  <a:lnTo>
                    <a:pt x="24165" y="7625"/>
                  </a:lnTo>
                  <a:lnTo>
                    <a:pt x="24442" y="4961"/>
                  </a:lnTo>
                  <a:lnTo>
                    <a:pt x="22106" y="4046"/>
                  </a:lnTo>
                  <a:lnTo>
                    <a:pt x="20111" y="6066"/>
                  </a:lnTo>
                  <a:lnTo>
                    <a:pt x="19575" y="10080"/>
                  </a:lnTo>
                  <a:lnTo>
                    <a:pt x="17601" y="9342"/>
                  </a:lnTo>
                  <a:lnTo>
                    <a:pt x="18971" y="7237"/>
                  </a:lnTo>
                  <a:lnTo>
                    <a:pt x="18345" y="4934"/>
                  </a:lnTo>
                  <a:lnTo>
                    <a:pt x="16097" y="3351"/>
                  </a:lnTo>
                  <a:lnTo>
                    <a:pt x="15791" y="2342"/>
                  </a:lnTo>
                  <a:lnTo>
                    <a:pt x="2001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h4556"/>
            <p:cNvSpPr/>
            <p:nvPr/>
          </p:nvSpPr>
          <p:spPr>
            <a:xfrm>
              <a:off x="7439227" y="3262963"/>
              <a:ext cx="36026" cy="56768"/>
            </a:xfrm>
            <a:custGeom>
              <a:avLst/>
              <a:pathLst>
                <a:path w="36026" h="56768">
                  <a:moveTo>
                    <a:pt x="30516" y="138"/>
                  </a:moveTo>
                  <a:lnTo>
                    <a:pt x="33669" y="754"/>
                  </a:lnTo>
                  <a:lnTo>
                    <a:pt x="31073" y="3673"/>
                  </a:lnTo>
                  <a:lnTo>
                    <a:pt x="25822" y="3977"/>
                  </a:lnTo>
                  <a:lnTo>
                    <a:pt x="23202" y="8803"/>
                  </a:lnTo>
                  <a:lnTo>
                    <a:pt x="23827" y="13729"/>
                  </a:lnTo>
                  <a:lnTo>
                    <a:pt x="25077" y="15699"/>
                  </a:lnTo>
                  <a:lnTo>
                    <a:pt x="24410" y="17303"/>
                  </a:lnTo>
                  <a:lnTo>
                    <a:pt x="26057" y="19858"/>
                  </a:lnTo>
                  <a:lnTo>
                    <a:pt x="29479" y="22696"/>
                  </a:lnTo>
                  <a:lnTo>
                    <a:pt x="32173" y="23856"/>
                  </a:lnTo>
                  <a:lnTo>
                    <a:pt x="33767" y="23679"/>
                  </a:lnTo>
                  <a:lnTo>
                    <a:pt x="32568" y="26995"/>
                  </a:lnTo>
                  <a:lnTo>
                    <a:pt x="33424" y="31097"/>
                  </a:lnTo>
                  <a:lnTo>
                    <a:pt x="36026" y="34136"/>
                  </a:lnTo>
                  <a:lnTo>
                    <a:pt x="34477" y="36157"/>
                  </a:lnTo>
                  <a:lnTo>
                    <a:pt x="33023" y="41043"/>
                  </a:lnTo>
                  <a:lnTo>
                    <a:pt x="33523" y="45400"/>
                  </a:lnTo>
                  <a:lnTo>
                    <a:pt x="24873" y="44069"/>
                  </a:lnTo>
                  <a:lnTo>
                    <a:pt x="25494" y="43682"/>
                  </a:lnTo>
                  <a:lnTo>
                    <a:pt x="24610" y="42114"/>
                  </a:lnTo>
                  <a:lnTo>
                    <a:pt x="23039" y="42584"/>
                  </a:lnTo>
                  <a:lnTo>
                    <a:pt x="18045" y="45982"/>
                  </a:lnTo>
                  <a:lnTo>
                    <a:pt x="17159" y="48859"/>
                  </a:lnTo>
                  <a:lnTo>
                    <a:pt x="19861" y="50215"/>
                  </a:lnTo>
                  <a:lnTo>
                    <a:pt x="19162" y="51554"/>
                  </a:lnTo>
                  <a:lnTo>
                    <a:pt x="19077" y="56768"/>
                  </a:lnTo>
                  <a:lnTo>
                    <a:pt x="15722" y="55739"/>
                  </a:lnTo>
                  <a:lnTo>
                    <a:pt x="13143" y="53228"/>
                  </a:lnTo>
                  <a:lnTo>
                    <a:pt x="12894" y="46375"/>
                  </a:lnTo>
                  <a:lnTo>
                    <a:pt x="12481" y="38863"/>
                  </a:lnTo>
                  <a:lnTo>
                    <a:pt x="16234" y="38048"/>
                  </a:lnTo>
                  <a:lnTo>
                    <a:pt x="19897" y="28955"/>
                  </a:lnTo>
                  <a:lnTo>
                    <a:pt x="21416" y="28300"/>
                  </a:lnTo>
                  <a:lnTo>
                    <a:pt x="22366" y="26650"/>
                  </a:lnTo>
                  <a:lnTo>
                    <a:pt x="24465" y="26428"/>
                  </a:lnTo>
                  <a:lnTo>
                    <a:pt x="22508" y="21346"/>
                  </a:lnTo>
                  <a:lnTo>
                    <a:pt x="16723" y="14902"/>
                  </a:lnTo>
                  <a:lnTo>
                    <a:pt x="13647" y="17988"/>
                  </a:lnTo>
                  <a:lnTo>
                    <a:pt x="13686" y="19084"/>
                  </a:lnTo>
                  <a:lnTo>
                    <a:pt x="10142" y="19620"/>
                  </a:lnTo>
                  <a:lnTo>
                    <a:pt x="3796" y="19456"/>
                  </a:lnTo>
                  <a:lnTo>
                    <a:pt x="2803" y="21441"/>
                  </a:lnTo>
                  <a:lnTo>
                    <a:pt x="0" y="18797"/>
                  </a:lnTo>
                  <a:lnTo>
                    <a:pt x="6974" y="12030"/>
                  </a:lnTo>
                  <a:lnTo>
                    <a:pt x="10811" y="9985"/>
                  </a:lnTo>
                  <a:lnTo>
                    <a:pt x="15366" y="9081"/>
                  </a:lnTo>
                  <a:lnTo>
                    <a:pt x="12824" y="5781"/>
                  </a:lnTo>
                  <a:lnTo>
                    <a:pt x="16321" y="1654"/>
                  </a:lnTo>
                  <a:lnTo>
                    <a:pt x="2456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h4557"/>
            <p:cNvSpPr/>
            <p:nvPr/>
          </p:nvSpPr>
          <p:spPr>
            <a:xfrm>
              <a:off x="7499907" y="3328573"/>
              <a:ext cx="12752" cy="7705"/>
            </a:xfrm>
            <a:custGeom>
              <a:avLst/>
              <a:pathLst>
                <a:path w="12752" h="7705">
                  <a:moveTo>
                    <a:pt x="7280" y="1618"/>
                  </a:moveTo>
                  <a:lnTo>
                    <a:pt x="12307" y="1500"/>
                  </a:lnTo>
                  <a:lnTo>
                    <a:pt x="12752" y="1843"/>
                  </a:lnTo>
                  <a:lnTo>
                    <a:pt x="12031" y="4213"/>
                  </a:lnTo>
                  <a:lnTo>
                    <a:pt x="10727" y="6552"/>
                  </a:lnTo>
                  <a:lnTo>
                    <a:pt x="7805" y="7705"/>
                  </a:lnTo>
                  <a:lnTo>
                    <a:pt x="4256" y="7189"/>
                  </a:lnTo>
                  <a:lnTo>
                    <a:pt x="1168" y="5440"/>
                  </a:lnTo>
                  <a:lnTo>
                    <a:pt x="0" y="3376"/>
                  </a:lnTo>
                  <a:lnTo>
                    <a:pt x="301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h4558"/>
            <p:cNvSpPr/>
            <p:nvPr/>
          </p:nvSpPr>
          <p:spPr>
            <a:xfrm>
              <a:off x="7408570" y="3467456"/>
              <a:ext cx="36671" cy="56864"/>
            </a:xfrm>
            <a:custGeom>
              <a:avLst/>
              <a:pathLst>
                <a:path w="36671" h="56864">
                  <a:moveTo>
                    <a:pt x="20980" y="2332"/>
                  </a:moveTo>
                  <a:lnTo>
                    <a:pt x="24980" y="2502"/>
                  </a:lnTo>
                  <a:lnTo>
                    <a:pt x="30170" y="5279"/>
                  </a:lnTo>
                  <a:lnTo>
                    <a:pt x="36208" y="5074"/>
                  </a:lnTo>
                  <a:lnTo>
                    <a:pt x="36671" y="14557"/>
                  </a:lnTo>
                  <a:lnTo>
                    <a:pt x="31474" y="19652"/>
                  </a:lnTo>
                  <a:lnTo>
                    <a:pt x="27397" y="19109"/>
                  </a:lnTo>
                  <a:lnTo>
                    <a:pt x="27417" y="20112"/>
                  </a:lnTo>
                  <a:lnTo>
                    <a:pt x="19895" y="21541"/>
                  </a:lnTo>
                  <a:lnTo>
                    <a:pt x="20951" y="26518"/>
                  </a:lnTo>
                  <a:lnTo>
                    <a:pt x="23302" y="28552"/>
                  </a:lnTo>
                  <a:lnTo>
                    <a:pt x="22254" y="32535"/>
                  </a:lnTo>
                  <a:lnTo>
                    <a:pt x="22305" y="35718"/>
                  </a:lnTo>
                  <a:lnTo>
                    <a:pt x="26940" y="44869"/>
                  </a:lnTo>
                  <a:lnTo>
                    <a:pt x="22426" y="49308"/>
                  </a:lnTo>
                  <a:lnTo>
                    <a:pt x="22551" y="48489"/>
                  </a:lnTo>
                  <a:lnTo>
                    <a:pt x="21621" y="48136"/>
                  </a:lnTo>
                  <a:lnTo>
                    <a:pt x="19118" y="48773"/>
                  </a:lnTo>
                  <a:lnTo>
                    <a:pt x="11960" y="54553"/>
                  </a:lnTo>
                  <a:lnTo>
                    <a:pt x="7816" y="56864"/>
                  </a:lnTo>
                  <a:lnTo>
                    <a:pt x="4142" y="51628"/>
                  </a:lnTo>
                  <a:lnTo>
                    <a:pt x="2863" y="45818"/>
                  </a:lnTo>
                  <a:lnTo>
                    <a:pt x="4035" y="36070"/>
                  </a:lnTo>
                  <a:lnTo>
                    <a:pt x="5608" y="33054"/>
                  </a:lnTo>
                  <a:lnTo>
                    <a:pt x="6472" y="30716"/>
                  </a:lnTo>
                  <a:lnTo>
                    <a:pt x="4505" y="27541"/>
                  </a:lnTo>
                  <a:lnTo>
                    <a:pt x="0" y="24793"/>
                  </a:lnTo>
                  <a:lnTo>
                    <a:pt x="2807" y="22413"/>
                  </a:lnTo>
                  <a:lnTo>
                    <a:pt x="4210" y="22167"/>
                  </a:lnTo>
                  <a:lnTo>
                    <a:pt x="7518" y="25013"/>
                  </a:lnTo>
                  <a:lnTo>
                    <a:pt x="13294" y="19201"/>
                  </a:lnTo>
                  <a:lnTo>
                    <a:pt x="13620" y="16756"/>
                  </a:lnTo>
                  <a:lnTo>
                    <a:pt x="21980" y="14235"/>
                  </a:lnTo>
                  <a:lnTo>
                    <a:pt x="24020" y="10590"/>
                  </a:lnTo>
                  <a:lnTo>
                    <a:pt x="23787" y="9152"/>
                  </a:lnTo>
                  <a:lnTo>
                    <a:pt x="21044" y="10221"/>
                  </a:lnTo>
                  <a:lnTo>
                    <a:pt x="16999" y="9925"/>
                  </a:lnTo>
                  <a:lnTo>
                    <a:pt x="14443" y="8201"/>
                  </a:lnTo>
                  <a:lnTo>
                    <a:pt x="14893" y="957"/>
                  </a:lnTo>
                  <a:lnTo>
                    <a:pt x="1534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h4559"/>
            <p:cNvSpPr/>
            <p:nvPr/>
          </p:nvSpPr>
          <p:spPr>
            <a:xfrm>
              <a:off x="7435756" y="3343870"/>
              <a:ext cx="13319" cy="16736"/>
            </a:xfrm>
            <a:custGeom>
              <a:avLst/>
              <a:pathLst>
                <a:path w="13319" h="16736">
                  <a:moveTo>
                    <a:pt x="9497" y="1763"/>
                  </a:moveTo>
                  <a:lnTo>
                    <a:pt x="13319" y="6055"/>
                  </a:lnTo>
                  <a:lnTo>
                    <a:pt x="6923" y="9864"/>
                  </a:lnTo>
                  <a:lnTo>
                    <a:pt x="5368" y="13088"/>
                  </a:lnTo>
                  <a:lnTo>
                    <a:pt x="1844" y="16736"/>
                  </a:lnTo>
                  <a:lnTo>
                    <a:pt x="0" y="9877"/>
                  </a:lnTo>
                  <a:lnTo>
                    <a:pt x="441" y="3663"/>
                  </a:lnTo>
                  <a:lnTo>
                    <a:pt x="405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h4560"/>
            <p:cNvSpPr/>
            <p:nvPr/>
          </p:nvSpPr>
          <p:spPr>
            <a:xfrm>
              <a:off x="7437119" y="3407015"/>
              <a:ext cx="21879" cy="34578"/>
            </a:xfrm>
            <a:custGeom>
              <a:avLst/>
              <a:pathLst>
                <a:path w="21879" h="34578">
                  <a:moveTo>
                    <a:pt x="17810" y="1367"/>
                  </a:moveTo>
                  <a:lnTo>
                    <a:pt x="21879" y="10185"/>
                  </a:lnTo>
                  <a:lnTo>
                    <a:pt x="18009" y="9820"/>
                  </a:lnTo>
                  <a:lnTo>
                    <a:pt x="12536" y="14661"/>
                  </a:lnTo>
                  <a:lnTo>
                    <a:pt x="11804" y="16226"/>
                  </a:lnTo>
                  <a:lnTo>
                    <a:pt x="13019" y="18655"/>
                  </a:lnTo>
                  <a:lnTo>
                    <a:pt x="14144" y="19093"/>
                  </a:lnTo>
                  <a:lnTo>
                    <a:pt x="15549" y="18154"/>
                  </a:lnTo>
                  <a:lnTo>
                    <a:pt x="13952" y="24163"/>
                  </a:lnTo>
                  <a:lnTo>
                    <a:pt x="13947" y="28894"/>
                  </a:lnTo>
                  <a:lnTo>
                    <a:pt x="14578" y="29894"/>
                  </a:lnTo>
                  <a:lnTo>
                    <a:pt x="13397" y="34578"/>
                  </a:lnTo>
                  <a:lnTo>
                    <a:pt x="12191" y="28897"/>
                  </a:lnTo>
                  <a:lnTo>
                    <a:pt x="9984" y="26346"/>
                  </a:lnTo>
                  <a:lnTo>
                    <a:pt x="4397" y="24524"/>
                  </a:lnTo>
                  <a:lnTo>
                    <a:pt x="649" y="24234"/>
                  </a:lnTo>
                  <a:lnTo>
                    <a:pt x="1135" y="18690"/>
                  </a:lnTo>
                  <a:lnTo>
                    <a:pt x="3175" y="11692"/>
                  </a:lnTo>
                  <a:lnTo>
                    <a:pt x="296" y="8905"/>
                  </a:lnTo>
                  <a:lnTo>
                    <a:pt x="0" y="7133"/>
                  </a:lnTo>
                  <a:lnTo>
                    <a:pt x="1987" y="3690"/>
                  </a:lnTo>
                  <a:lnTo>
                    <a:pt x="2286" y="71"/>
                  </a:lnTo>
                  <a:lnTo>
                    <a:pt x="3335" y="0"/>
                  </a:lnTo>
                  <a:lnTo>
                    <a:pt x="3505" y="1823"/>
                  </a:lnTo>
                  <a:lnTo>
                    <a:pt x="7314" y="2199"/>
                  </a:lnTo>
                  <a:lnTo>
                    <a:pt x="10236" y="382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h4561"/>
            <p:cNvSpPr/>
            <p:nvPr/>
          </p:nvSpPr>
          <p:spPr>
            <a:xfrm>
              <a:off x="7481415" y="3414045"/>
              <a:ext cx="5737" cy="5965"/>
            </a:xfrm>
            <a:custGeom>
              <a:avLst/>
              <a:pathLst>
                <a:path w="5737" h="5965">
                  <a:moveTo>
                    <a:pt x="5737" y="5186"/>
                  </a:moveTo>
                  <a:lnTo>
                    <a:pt x="5029" y="5965"/>
                  </a:lnTo>
                  <a:lnTo>
                    <a:pt x="2824" y="4928"/>
                  </a:lnTo>
                  <a:lnTo>
                    <a:pt x="3866" y="4341"/>
                  </a:lnTo>
                  <a:lnTo>
                    <a:pt x="3346" y="3760"/>
                  </a:lnTo>
                  <a:lnTo>
                    <a:pt x="0" y="2470"/>
                  </a:lnTo>
                  <a:lnTo>
                    <a:pt x="56" y="0"/>
                  </a:lnTo>
                  <a:lnTo>
                    <a:pt x="2127" y="25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h4562"/>
            <p:cNvSpPr/>
            <p:nvPr/>
          </p:nvSpPr>
          <p:spPr>
            <a:xfrm>
              <a:off x="7479863" y="3396293"/>
              <a:ext cx="11999" cy="11621"/>
            </a:xfrm>
            <a:custGeom>
              <a:avLst/>
              <a:pathLst>
                <a:path w="11999" h="11621">
                  <a:moveTo>
                    <a:pt x="7521" y="2656"/>
                  </a:moveTo>
                  <a:lnTo>
                    <a:pt x="8845" y="4477"/>
                  </a:lnTo>
                  <a:lnTo>
                    <a:pt x="11017" y="5451"/>
                  </a:lnTo>
                  <a:lnTo>
                    <a:pt x="11956" y="5014"/>
                  </a:lnTo>
                  <a:lnTo>
                    <a:pt x="11482" y="7661"/>
                  </a:lnTo>
                  <a:lnTo>
                    <a:pt x="11999" y="11621"/>
                  </a:lnTo>
                  <a:lnTo>
                    <a:pt x="6950" y="10292"/>
                  </a:lnTo>
                  <a:lnTo>
                    <a:pt x="4440" y="11555"/>
                  </a:lnTo>
                  <a:lnTo>
                    <a:pt x="103" y="9567"/>
                  </a:lnTo>
                  <a:lnTo>
                    <a:pt x="0" y="5255"/>
                  </a:lnTo>
                  <a:lnTo>
                    <a:pt x="4340" y="0"/>
                  </a:lnTo>
                  <a:lnTo>
                    <a:pt x="10276" y="703"/>
                  </a:lnTo>
                  <a:lnTo>
                    <a:pt x="7532" y="149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h4563"/>
            <p:cNvSpPr/>
            <p:nvPr/>
          </p:nvSpPr>
          <p:spPr>
            <a:xfrm>
              <a:off x="7465034" y="3394677"/>
              <a:ext cx="7791" cy="7061"/>
            </a:xfrm>
            <a:custGeom>
              <a:avLst/>
              <a:pathLst>
                <a:path w="7791" h="7061">
                  <a:moveTo>
                    <a:pt x="5805" y="7061"/>
                  </a:moveTo>
                  <a:lnTo>
                    <a:pt x="0" y="3333"/>
                  </a:lnTo>
                  <a:lnTo>
                    <a:pt x="1260" y="589"/>
                  </a:lnTo>
                  <a:lnTo>
                    <a:pt x="7791" y="0"/>
                  </a:lnTo>
                  <a:lnTo>
                    <a:pt x="4898" y="368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h4564"/>
            <p:cNvSpPr/>
            <p:nvPr/>
          </p:nvSpPr>
          <p:spPr>
            <a:xfrm>
              <a:off x="7268040" y="3274294"/>
              <a:ext cx="24556" cy="28394"/>
            </a:xfrm>
            <a:custGeom>
              <a:avLst/>
              <a:pathLst>
                <a:path w="24556" h="28394">
                  <a:moveTo>
                    <a:pt x="20356" y="1411"/>
                  </a:moveTo>
                  <a:lnTo>
                    <a:pt x="18226" y="4154"/>
                  </a:lnTo>
                  <a:lnTo>
                    <a:pt x="21948" y="8018"/>
                  </a:lnTo>
                  <a:lnTo>
                    <a:pt x="24556" y="7685"/>
                  </a:lnTo>
                  <a:lnTo>
                    <a:pt x="23634" y="16248"/>
                  </a:lnTo>
                  <a:lnTo>
                    <a:pt x="22237" y="21149"/>
                  </a:lnTo>
                  <a:lnTo>
                    <a:pt x="11946" y="26207"/>
                  </a:lnTo>
                  <a:lnTo>
                    <a:pt x="3523" y="28394"/>
                  </a:lnTo>
                  <a:lnTo>
                    <a:pt x="1052" y="25120"/>
                  </a:lnTo>
                  <a:lnTo>
                    <a:pt x="1327" y="21127"/>
                  </a:lnTo>
                  <a:lnTo>
                    <a:pt x="0" y="16545"/>
                  </a:lnTo>
                  <a:lnTo>
                    <a:pt x="3125" y="13837"/>
                  </a:lnTo>
                  <a:lnTo>
                    <a:pt x="8761" y="7016"/>
                  </a:lnTo>
                  <a:lnTo>
                    <a:pt x="8682" y="3546"/>
                  </a:lnTo>
                  <a:lnTo>
                    <a:pt x="11989" y="4131"/>
                  </a:lnTo>
                  <a:lnTo>
                    <a:pt x="13922" y="1154"/>
                  </a:lnTo>
                  <a:lnTo>
                    <a:pt x="1808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h4565"/>
            <p:cNvSpPr/>
            <p:nvPr/>
          </p:nvSpPr>
          <p:spPr>
            <a:xfrm>
              <a:off x="7683488" y="3319716"/>
              <a:ext cx="66747" cy="78331"/>
            </a:xfrm>
            <a:custGeom>
              <a:avLst/>
              <a:pathLst>
                <a:path w="66747" h="78331">
                  <a:moveTo>
                    <a:pt x="31296" y="12355"/>
                  </a:moveTo>
                  <a:lnTo>
                    <a:pt x="41579" y="14472"/>
                  </a:lnTo>
                  <a:lnTo>
                    <a:pt x="41875" y="15904"/>
                  </a:lnTo>
                  <a:lnTo>
                    <a:pt x="39766" y="18727"/>
                  </a:lnTo>
                  <a:lnTo>
                    <a:pt x="41049" y="22311"/>
                  </a:lnTo>
                  <a:lnTo>
                    <a:pt x="39631" y="27399"/>
                  </a:lnTo>
                  <a:lnTo>
                    <a:pt x="38202" y="28732"/>
                  </a:lnTo>
                  <a:lnTo>
                    <a:pt x="38295" y="30090"/>
                  </a:lnTo>
                  <a:lnTo>
                    <a:pt x="50870" y="30127"/>
                  </a:lnTo>
                  <a:lnTo>
                    <a:pt x="52394" y="35482"/>
                  </a:lnTo>
                  <a:lnTo>
                    <a:pt x="55577" y="39656"/>
                  </a:lnTo>
                  <a:lnTo>
                    <a:pt x="61054" y="40833"/>
                  </a:lnTo>
                  <a:lnTo>
                    <a:pt x="63824" y="40169"/>
                  </a:lnTo>
                  <a:lnTo>
                    <a:pt x="66747" y="42183"/>
                  </a:lnTo>
                  <a:lnTo>
                    <a:pt x="65945" y="44521"/>
                  </a:lnTo>
                  <a:lnTo>
                    <a:pt x="62085" y="48521"/>
                  </a:lnTo>
                  <a:lnTo>
                    <a:pt x="57708" y="48777"/>
                  </a:lnTo>
                  <a:lnTo>
                    <a:pt x="53400" y="50992"/>
                  </a:lnTo>
                  <a:lnTo>
                    <a:pt x="52236" y="51118"/>
                  </a:lnTo>
                  <a:lnTo>
                    <a:pt x="50425" y="49980"/>
                  </a:lnTo>
                  <a:lnTo>
                    <a:pt x="49825" y="48028"/>
                  </a:lnTo>
                  <a:lnTo>
                    <a:pt x="44507" y="47170"/>
                  </a:lnTo>
                  <a:lnTo>
                    <a:pt x="42137" y="47642"/>
                  </a:lnTo>
                  <a:lnTo>
                    <a:pt x="41946" y="49865"/>
                  </a:lnTo>
                  <a:lnTo>
                    <a:pt x="50935" y="57815"/>
                  </a:lnTo>
                  <a:lnTo>
                    <a:pt x="58496" y="61308"/>
                  </a:lnTo>
                  <a:lnTo>
                    <a:pt x="59141" y="62256"/>
                  </a:lnTo>
                  <a:lnTo>
                    <a:pt x="58583" y="66333"/>
                  </a:lnTo>
                  <a:lnTo>
                    <a:pt x="48996" y="69192"/>
                  </a:lnTo>
                  <a:lnTo>
                    <a:pt x="47121" y="67119"/>
                  </a:lnTo>
                  <a:lnTo>
                    <a:pt x="45646" y="67217"/>
                  </a:lnTo>
                  <a:lnTo>
                    <a:pt x="44197" y="69237"/>
                  </a:lnTo>
                  <a:lnTo>
                    <a:pt x="42681" y="68973"/>
                  </a:lnTo>
                  <a:lnTo>
                    <a:pt x="31482" y="75618"/>
                  </a:lnTo>
                  <a:lnTo>
                    <a:pt x="28880" y="76124"/>
                  </a:lnTo>
                  <a:lnTo>
                    <a:pt x="27581" y="75365"/>
                  </a:lnTo>
                  <a:lnTo>
                    <a:pt x="25158" y="76835"/>
                  </a:lnTo>
                  <a:lnTo>
                    <a:pt x="24490" y="78331"/>
                  </a:lnTo>
                  <a:lnTo>
                    <a:pt x="22706" y="77891"/>
                  </a:lnTo>
                  <a:lnTo>
                    <a:pt x="24552" y="69087"/>
                  </a:lnTo>
                  <a:lnTo>
                    <a:pt x="28868" y="66846"/>
                  </a:lnTo>
                  <a:lnTo>
                    <a:pt x="35932" y="65496"/>
                  </a:lnTo>
                  <a:lnTo>
                    <a:pt x="36679" y="64340"/>
                  </a:lnTo>
                  <a:lnTo>
                    <a:pt x="37540" y="61275"/>
                  </a:lnTo>
                  <a:lnTo>
                    <a:pt x="36888" y="57323"/>
                  </a:lnTo>
                  <a:lnTo>
                    <a:pt x="34817" y="56380"/>
                  </a:lnTo>
                  <a:lnTo>
                    <a:pt x="36521" y="56045"/>
                  </a:lnTo>
                  <a:lnTo>
                    <a:pt x="38074" y="52628"/>
                  </a:lnTo>
                  <a:lnTo>
                    <a:pt x="33508" y="50914"/>
                  </a:lnTo>
                  <a:lnTo>
                    <a:pt x="33749" y="46566"/>
                  </a:lnTo>
                  <a:lnTo>
                    <a:pt x="36421" y="40845"/>
                  </a:lnTo>
                  <a:lnTo>
                    <a:pt x="34743" y="36877"/>
                  </a:lnTo>
                  <a:lnTo>
                    <a:pt x="31768" y="36505"/>
                  </a:lnTo>
                  <a:lnTo>
                    <a:pt x="29772" y="42280"/>
                  </a:lnTo>
                  <a:lnTo>
                    <a:pt x="27180" y="40290"/>
                  </a:lnTo>
                  <a:lnTo>
                    <a:pt x="22710" y="42003"/>
                  </a:lnTo>
                  <a:lnTo>
                    <a:pt x="20157" y="41395"/>
                  </a:lnTo>
                  <a:lnTo>
                    <a:pt x="19988" y="37454"/>
                  </a:lnTo>
                  <a:lnTo>
                    <a:pt x="12382" y="31731"/>
                  </a:lnTo>
                  <a:lnTo>
                    <a:pt x="11329" y="33438"/>
                  </a:lnTo>
                  <a:lnTo>
                    <a:pt x="8529" y="32106"/>
                  </a:lnTo>
                  <a:lnTo>
                    <a:pt x="7758" y="26718"/>
                  </a:lnTo>
                  <a:lnTo>
                    <a:pt x="8406" y="21502"/>
                  </a:lnTo>
                  <a:lnTo>
                    <a:pt x="9396" y="22490"/>
                  </a:lnTo>
                  <a:lnTo>
                    <a:pt x="9905" y="21078"/>
                  </a:lnTo>
                  <a:lnTo>
                    <a:pt x="8363" y="16155"/>
                  </a:lnTo>
                  <a:lnTo>
                    <a:pt x="9887" y="15740"/>
                  </a:lnTo>
                  <a:lnTo>
                    <a:pt x="10420" y="10274"/>
                  </a:lnTo>
                  <a:lnTo>
                    <a:pt x="3466" y="10003"/>
                  </a:lnTo>
                  <a:lnTo>
                    <a:pt x="6442" y="14702"/>
                  </a:lnTo>
                  <a:lnTo>
                    <a:pt x="2071" y="15799"/>
                  </a:lnTo>
                  <a:lnTo>
                    <a:pt x="66" y="13451"/>
                  </a:lnTo>
                  <a:lnTo>
                    <a:pt x="28" y="12422"/>
                  </a:lnTo>
                  <a:lnTo>
                    <a:pt x="0" y="7459"/>
                  </a:lnTo>
                  <a:lnTo>
                    <a:pt x="3818" y="8252"/>
                  </a:lnTo>
                  <a:lnTo>
                    <a:pt x="4033" y="1518"/>
                  </a:lnTo>
                  <a:lnTo>
                    <a:pt x="11597" y="0"/>
                  </a:lnTo>
                  <a:lnTo>
                    <a:pt x="17723" y="7485"/>
                  </a:lnTo>
                  <a:close/>
                  <a:moveTo>
                    <a:pt x="30511" y="29815"/>
                  </a:moveTo>
                  <a:lnTo>
                    <a:pt x="36852" y="28195"/>
                  </a:lnTo>
                  <a:lnTo>
                    <a:pt x="33932" y="24136"/>
                  </a:lnTo>
                  <a:lnTo>
                    <a:pt x="30880" y="23094"/>
                  </a:lnTo>
                  <a:lnTo>
                    <a:pt x="30422" y="22019"/>
                  </a:lnTo>
                  <a:lnTo>
                    <a:pt x="28845" y="22465"/>
                  </a:lnTo>
                  <a:lnTo>
                    <a:pt x="28447" y="2295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h4566"/>
            <p:cNvSpPr/>
            <p:nvPr/>
          </p:nvSpPr>
          <p:spPr>
            <a:xfrm>
              <a:off x="7673965" y="3335961"/>
              <a:ext cx="15717" cy="22026"/>
            </a:xfrm>
            <a:custGeom>
              <a:avLst/>
              <a:pathLst>
                <a:path w="15717" h="22026">
                  <a:moveTo>
                    <a:pt x="15098" y="16396"/>
                  </a:moveTo>
                  <a:lnTo>
                    <a:pt x="14505" y="15715"/>
                  </a:lnTo>
                  <a:lnTo>
                    <a:pt x="11528" y="16591"/>
                  </a:lnTo>
                  <a:lnTo>
                    <a:pt x="6815" y="18917"/>
                  </a:lnTo>
                  <a:lnTo>
                    <a:pt x="6729" y="18279"/>
                  </a:lnTo>
                  <a:lnTo>
                    <a:pt x="2537" y="18677"/>
                  </a:lnTo>
                  <a:lnTo>
                    <a:pt x="2868" y="21834"/>
                  </a:lnTo>
                  <a:lnTo>
                    <a:pt x="798" y="22026"/>
                  </a:lnTo>
                  <a:lnTo>
                    <a:pt x="0" y="14344"/>
                  </a:lnTo>
                  <a:lnTo>
                    <a:pt x="3948" y="14091"/>
                  </a:lnTo>
                  <a:lnTo>
                    <a:pt x="4050" y="15501"/>
                  </a:lnTo>
                  <a:lnTo>
                    <a:pt x="2477" y="15617"/>
                  </a:lnTo>
                  <a:lnTo>
                    <a:pt x="2514" y="16200"/>
                  </a:lnTo>
                  <a:lnTo>
                    <a:pt x="11669" y="15494"/>
                  </a:lnTo>
                  <a:lnTo>
                    <a:pt x="12523" y="14954"/>
                  </a:lnTo>
                  <a:lnTo>
                    <a:pt x="13248" y="8525"/>
                  </a:lnTo>
                  <a:lnTo>
                    <a:pt x="12546" y="7827"/>
                  </a:lnTo>
                  <a:lnTo>
                    <a:pt x="8178" y="10117"/>
                  </a:lnTo>
                  <a:lnTo>
                    <a:pt x="4722" y="10027"/>
                  </a:lnTo>
                  <a:lnTo>
                    <a:pt x="2996" y="9227"/>
                  </a:lnTo>
                  <a:lnTo>
                    <a:pt x="3736" y="431"/>
                  </a:lnTo>
                  <a:lnTo>
                    <a:pt x="5977" y="815"/>
                  </a:lnTo>
                  <a:lnTo>
                    <a:pt x="6180" y="4543"/>
                  </a:lnTo>
                  <a:lnTo>
                    <a:pt x="12885" y="4416"/>
                  </a:lnTo>
                  <a:lnTo>
                    <a:pt x="13487" y="2285"/>
                  </a:lnTo>
                  <a:lnTo>
                    <a:pt x="13002" y="79"/>
                  </a:lnTo>
                  <a:lnTo>
                    <a:pt x="1571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h4567"/>
            <p:cNvSpPr/>
            <p:nvPr/>
          </p:nvSpPr>
          <p:spPr>
            <a:xfrm>
              <a:off x="7388699" y="3328364"/>
              <a:ext cx="13814" cy="13888"/>
            </a:xfrm>
            <a:custGeom>
              <a:avLst/>
              <a:pathLst>
                <a:path w="13814" h="13888">
                  <a:moveTo>
                    <a:pt x="10567" y="3791"/>
                  </a:moveTo>
                  <a:lnTo>
                    <a:pt x="10675" y="7401"/>
                  </a:lnTo>
                  <a:lnTo>
                    <a:pt x="13601" y="12824"/>
                  </a:lnTo>
                  <a:lnTo>
                    <a:pt x="13814" y="13888"/>
                  </a:lnTo>
                  <a:lnTo>
                    <a:pt x="5374" y="10418"/>
                  </a:lnTo>
                  <a:lnTo>
                    <a:pt x="2748" y="10555"/>
                  </a:lnTo>
                  <a:lnTo>
                    <a:pt x="713" y="9127"/>
                  </a:lnTo>
                  <a:lnTo>
                    <a:pt x="0" y="5761"/>
                  </a:lnTo>
                  <a:lnTo>
                    <a:pt x="2794" y="644"/>
                  </a:lnTo>
                  <a:lnTo>
                    <a:pt x="3464" y="1038"/>
                  </a:lnTo>
                  <a:lnTo>
                    <a:pt x="733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h4568"/>
            <p:cNvSpPr/>
            <p:nvPr/>
          </p:nvSpPr>
          <p:spPr>
            <a:xfrm>
              <a:off x="7516936" y="3403739"/>
              <a:ext cx="13343" cy="24424"/>
            </a:xfrm>
            <a:custGeom>
              <a:avLst/>
              <a:pathLst>
                <a:path w="13343" h="24424">
                  <a:moveTo>
                    <a:pt x="13343" y="10875"/>
                  </a:moveTo>
                  <a:lnTo>
                    <a:pt x="11886" y="11757"/>
                  </a:lnTo>
                  <a:lnTo>
                    <a:pt x="10471" y="14001"/>
                  </a:lnTo>
                  <a:lnTo>
                    <a:pt x="10997" y="18567"/>
                  </a:lnTo>
                  <a:lnTo>
                    <a:pt x="12944" y="24424"/>
                  </a:lnTo>
                  <a:lnTo>
                    <a:pt x="11112" y="23689"/>
                  </a:lnTo>
                  <a:lnTo>
                    <a:pt x="9438" y="23479"/>
                  </a:lnTo>
                  <a:lnTo>
                    <a:pt x="7156" y="20125"/>
                  </a:lnTo>
                  <a:lnTo>
                    <a:pt x="5607" y="19091"/>
                  </a:lnTo>
                  <a:lnTo>
                    <a:pt x="5776" y="14956"/>
                  </a:lnTo>
                  <a:lnTo>
                    <a:pt x="5315" y="12434"/>
                  </a:lnTo>
                  <a:lnTo>
                    <a:pt x="0" y="4527"/>
                  </a:lnTo>
                  <a:lnTo>
                    <a:pt x="24" y="1027"/>
                  </a:lnTo>
                  <a:lnTo>
                    <a:pt x="289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h4569"/>
            <p:cNvSpPr/>
            <p:nvPr/>
          </p:nvSpPr>
          <p:spPr>
            <a:xfrm>
              <a:off x="7391561" y="3396805"/>
              <a:ext cx="5244" cy="7366"/>
            </a:xfrm>
            <a:custGeom>
              <a:avLst/>
              <a:pathLst>
                <a:path w="5244" h="7366">
                  <a:moveTo>
                    <a:pt x="5244" y="4201"/>
                  </a:moveTo>
                  <a:lnTo>
                    <a:pt x="4183" y="6742"/>
                  </a:lnTo>
                  <a:lnTo>
                    <a:pt x="1860" y="7366"/>
                  </a:lnTo>
                  <a:lnTo>
                    <a:pt x="40" y="4503"/>
                  </a:lnTo>
                  <a:lnTo>
                    <a:pt x="0" y="1566"/>
                  </a:lnTo>
                  <a:lnTo>
                    <a:pt x="405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h4570"/>
            <p:cNvSpPr/>
            <p:nvPr/>
          </p:nvSpPr>
          <p:spPr>
            <a:xfrm>
              <a:off x="7388076" y="3376326"/>
              <a:ext cx="7755" cy="9891"/>
            </a:xfrm>
            <a:custGeom>
              <a:avLst/>
              <a:pathLst>
                <a:path w="7755" h="9891">
                  <a:moveTo>
                    <a:pt x="7755" y="3067"/>
                  </a:moveTo>
                  <a:lnTo>
                    <a:pt x="6728" y="3264"/>
                  </a:lnTo>
                  <a:lnTo>
                    <a:pt x="5107" y="9891"/>
                  </a:lnTo>
                  <a:lnTo>
                    <a:pt x="169" y="3221"/>
                  </a:lnTo>
                  <a:lnTo>
                    <a:pt x="0" y="2894"/>
                  </a:lnTo>
                  <a:lnTo>
                    <a:pt x="574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h4571"/>
            <p:cNvSpPr/>
            <p:nvPr/>
          </p:nvSpPr>
          <p:spPr>
            <a:xfrm>
              <a:off x="7536352" y="3493029"/>
              <a:ext cx="19442" cy="18680"/>
            </a:xfrm>
            <a:custGeom>
              <a:avLst/>
              <a:pathLst>
                <a:path w="19442" h="18680">
                  <a:moveTo>
                    <a:pt x="10844" y="196"/>
                  </a:moveTo>
                  <a:lnTo>
                    <a:pt x="17677" y="5310"/>
                  </a:lnTo>
                  <a:lnTo>
                    <a:pt x="17655" y="10515"/>
                  </a:lnTo>
                  <a:lnTo>
                    <a:pt x="17096" y="11267"/>
                  </a:lnTo>
                  <a:lnTo>
                    <a:pt x="18983" y="13677"/>
                  </a:lnTo>
                  <a:lnTo>
                    <a:pt x="19442" y="16545"/>
                  </a:lnTo>
                  <a:lnTo>
                    <a:pt x="18397" y="17113"/>
                  </a:lnTo>
                  <a:lnTo>
                    <a:pt x="13174" y="18680"/>
                  </a:lnTo>
                  <a:lnTo>
                    <a:pt x="10982" y="18531"/>
                  </a:lnTo>
                  <a:lnTo>
                    <a:pt x="8762" y="16395"/>
                  </a:lnTo>
                  <a:lnTo>
                    <a:pt x="6605" y="10898"/>
                  </a:lnTo>
                  <a:lnTo>
                    <a:pt x="5541" y="9815"/>
                  </a:lnTo>
                  <a:lnTo>
                    <a:pt x="1054" y="9421"/>
                  </a:lnTo>
                  <a:lnTo>
                    <a:pt x="0" y="7581"/>
                  </a:lnTo>
                  <a:lnTo>
                    <a:pt x="2376" y="6965"/>
                  </a:lnTo>
                  <a:lnTo>
                    <a:pt x="3646" y="1534"/>
                  </a:lnTo>
                  <a:lnTo>
                    <a:pt x="686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h4572"/>
            <p:cNvSpPr/>
            <p:nvPr/>
          </p:nvSpPr>
          <p:spPr>
            <a:xfrm>
              <a:off x="7472518" y="3201664"/>
              <a:ext cx="32372" cy="28935"/>
            </a:xfrm>
            <a:custGeom>
              <a:avLst/>
              <a:pathLst>
                <a:path w="32372" h="28935">
                  <a:moveTo>
                    <a:pt x="15148" y="0"/>
                  </a:moveTo>
                  <a:lnTo>
                    <a:pt x="13595" y="1619"/>
                  </a:lnTo>
                  <a:lnTo>
                    <a:pt x="14700" y="2858"/>
                  </a:lnTo>
                  <a:lnTo>
                    <a:pt x="18779" y="1550"/>
                  </a:lnTo>
                  <a:lnTo>
                    <a:pt x="19352" y="3904"/>
                  </a:lnTo>
                  <a:lnTo>
                    <a:pt x="22900" y="5612"/>
                  </a:lnTo>
                  <a:lnTo>
                    <a:pt x="29434" y="10526"/>
                  </a:lnTo>
                  <a:lnTo>
                    <a:pt x="32372" y="11469"/>
                  </a:lnTo>
                  <a:lnTo>
                    <a:pt x="31794" y="13961"/>
                  </a:lnTo>
                  <a:lnTo>
                    <a:pt x="30500" y="15258"/>
                  </a:lnTo>
                  <a:lnTo>
                    <a:pt x="28760" y="14997"/>
                  </a:lnTo>
                  <a:lnTo>
                    <a:pt x="27863" y="12103"/>
                  </a:lnTo>
                  <a:lnTo>
                    <a:pt x="20869" y="14252"/>
                  </a:lnTo>
                  <a:lnTo>
                    <a:pt x="20596" y="15388"/>
                  </a:lnTo>
                  <a:lnTo>
                    <a:pt x="21581" y="17427"/>
                  </a:lnTo>
                  <a:lnTo>
                    <a:pt x="19280" y="17722"/>
                  </a:lnTo>
                  <a:lnTo>
                    <a:pt x="12910" y="22370"/>
                  </a:lnTo>
                  <a:lnTo>
                    <a:pt x="12806" y="21724"/>
                  </a:lnTo>
                  <a:lnTo>
                    <a:pt x="11375" y="21566"/>
                  </a:lnTo>
                  <a:lnTo>
                    <a:pt x="6678" y="26277"/>
                  </a:lnTo>
                  <a:lnTo>
                    <a:pt x="1319" y="27896"/>
                  </a:lnTo>
                  <a:lnTo>
                    <a:pt x="1472" y="28935"/>
                  </a:lnTo>
                  <a:lnTo>
                    <a:pt x="922" y="28306"/>
                  </a:lnTo>
                  <a:lnTo>
                    <a:pt x="1508" y="25628"/>
                  </a:lnTo>
                  <a:lnTo>
                    <a:pt x="0" y="20860"/>
                  </a:lnTo>
                  <a:lnTo>
                    <a:pt x="1112" y="20089"/>
                  </a:lnTo>
                  <a:lnTo>
                    <a:pt x="5324" y="9090"/>
                  </a:lnTo>
                  <a:lnTo>
                    <a:pt x="11907" y="58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h4573"/>
            <p:cNvSpPr/>
            <p:nvPr/>
          </p:nvSpPr>
          <p:spPr>
            <a:xfrm>
              <a:off x="7587461" y="3454565"/>
              <a:ext cx="35924" cy="57041"/>
            </a:xfrm>
            <a:custGeom>
              <a:avLst/>
              <a:pathLst>
                <a:path w="35924" h="57041">
                  <a:moveTo>
                    <a:pt x="26762" y="2648"/>
                  </a:moveTo>
                  <a:lnTo>
                    <a:pt x="33404" y="3703"/>
                  </a:lnTo>
                  <a:lnTo>
                    <a:pt x="35924" y="6450"/>
                  </a:lnTo>
                  <a:lnTo>
                    <a:pt x="32459" y="12213"/>
                  </a:lnTo>
                  <a:lnTo>
                    <a:pt x="33027" y="12241"/>
                  </a:lnTo>
                  <a:lnTo>
                    <a:pt x="24854" y="16286"/>
                  </a:lnTo>
                  <a:lnTo>
                    <a:pt x="28099" y="21690"/>
                  </a:lnTo>
                  <a:lnTo>
                    <a:pt x="28728" y="37914"/>
                  </a:lnTo>
                  <a:lnTo>
                    <a:pt x="34315" y="46569"/>
                  </a:lnTo>
                  <a:lnTo>
                    <a:pt x="31686" y="52558"/>
                  </a:lnTo>
                  <a:lnTo>
                    <a:pt x="28675" y="56158"/>
                  </a:lnTo>
                  <a:lnTo>
                    <a:pt x="26773" y="57041"/>
                  </a:lnTo>
                  <a:lnTo>
                    <a:pt x="21404" y="47870"/>
                  </a:lnTo>
                  <a:lnTo>
                    <a:pt x="19908" y="42667"/>
                  </a:lnTo>
                  <a:lnTo>
                    <a:pt x="16894" y="42953"/>
                  </a:lnTo>
                  <a:lnTo>
                    <a:pt x="16860" y="46619"/>
                  </a:lnTo>
                  <a:lnTo>
                    <a:pt x="11686" y="45841"/>
                  </a:lnTo>
                  <a:lnTo>
                    <a:pt x="8753" y="40579"/>
                  </a:lnTo>
                  <a:lnTo>
                    <a:pt x="9163" y="38225"/>
                  </a:lnTo>
                  <a:lnTo>
                    <a:pt x="12490" y="39181"/>
                  </a:lnTo>
                  <a:lnTo>
                    <a:pt x="13566" y="39977"/>
                  </a:lnTo>
                  <a:lnTo>
                    <a:pt x="12340" y="42195"/>
                  </a:lnTo>
                  <a:lnTo>
                    <a:pt x="13935" y="42335"/>
                  </a:lnTo>
                  <a:lnTo>
                    <a:pt x="27910" y="33448"/>
                  </a:lnTo>
                  <a:lnTo>
                    <a:pt x="16135" y="27503"/>
                  </a:lnTo>
                  <a:lnTo>
                    <a:pt x="13135" y="27092"/>
                  </a:lnTo>
                  <a:lnTo>
                    <a:pt x="11720" y="27898"/>
                  </a:lnTo>
                  <a:lnTo>
                    <a:pt x="11172" y="28751"/>
                  </a:lnTo>
                  <a:lnTo>
                    <a:pt x="11790" y="30434"/>
                  </a:lnTo>
                  <a:lnTo>
                    <a:pt x="8298" y="32316"/>
                  </a:lnTo>
                  <a:lnTo>
                    <a:pt x="4952" y="32196"/>
                  </a:lnTo>
                  <a:lnTo>
                    <a:pt x="1093" y="30588"/>
                  </a:lnTo>
                  <a:lnTo>
                    <a:pt x="0" y="29279"/>
                  </a:lnTo>
                  <a:lnTo>
                    <a:pt x="1052" y="27036"/>
                  </a:lnTo>
                  <a:lnTo>
                    <a:pt x="953" y="24140"/>
                  </a:lnTo>
                  <a:lnTo>
                    <a:pt x="2632" y="24276"/>
                  </a:lnTo>
                  <a:lnTo>
                    <a:pt x="8012" y="17187"/>
                  </a:lnTo>
                  <a:lnTo>
                    <a:pt x="5426" y="14369"/>
                  </a:lnTo>
                  <a:lnTo>
                    <a:pt x="6026" y="13260"/>
                  </a:lnTo>
                  <a:lnTo>
                    <a:pt x="8189" y="11396"/>
                  </a:lnTo>
                  <a:lnTo>
                    <a:pt x="11604" y="10021"/>
                  </a:lnTo>
                  <a:lnTo>
                    <a:pt x="12199" y="10175"/>
                  </a:lnTo>
                  <a:lnTo>
                    <a:pt x="11749" y="11627"/>
                  </a:lnTo>
                  <a:lnTo>
                    <a:pt x="9854" y="15088"/>
                  </a:lnTo>
                  <a:lnTo>
                    <a:pt x="14304" y="21327"/>
                  </a:lnTo>
                  <a:lnTo>
                    <a:pt x="16094" y="20816"/>
                  </a:lnTo>
                  <a:lnTo>
                    <a:pt x="21480" y="7203"/>
                  </a:lnTo>
                  <a:lnTo>
                    <a:pt x="22287" y="6608"/>
                  </a:lnTo>
                  <a:lnTo>
                    <a:pt x="2203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h4574"/>
            <p:cNvSpPr/>
            <p:nvPr/>
          </p:nvSpPr>
          <p:spPr>
            <a:xfrm>
              <a:off x="7583871" y="3380684"/>
              <a:ext cx="9778" cy="16854"/>
            </a:xfrm>
            <a:custGeom>
              <a:avLst/>
              <a:pathLst>
                <a:path w="9778" h="16854">
                  <a:moveTo>
                    <a:pt x="5096" y="0"/>
                  </a:moveTo>
                  <a:lnTo>
                    <a:pt x="8071" y="1667"/>
                  </a:lnTo>
                  <a:lnTo>
                    <a:pt x="9778" y="1194"/>
                  </a:lnTo>
                  <a:lnTo>
                    <a:pt x="9120" y="9213"/>
                  </a:lnTo>
                  <a:lnTo>
                    <a:pt x="7086" y="12942"/>
                  </a:lnTo>
                  <a:lnTo>
                    <a:pt x="7998" y="16854"/>
                  </a:lnTo>
                  <a:lnTo>
                    <a:pt x="5638" y="15011"/>
                  </a:lnTo>
                  <a:lnTo>
                    <a:pt x="0" y="11522"/>
                  </a:lnTo>
                  <a:lnTo>
                    <a:pt x="61" y="5496"/>
                  </a:lnTo>
                  <a:lnTo>
                    <a:pt x="1549" y="5216"/>
                  </a:lnTo>
                  <a:lnTo>
                    <a:pt x="34" y="1900"/>
                  </a:lnTo>
                  <a:lnTo>
                    <a:pt x="1369" y="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h4575"/>
            <p:cNvSpPr/>
            <p:nvPr/>
          </p:nvSpPr>
          <p:spPr>
            <a:xfrm>
              <a:off x="7546494" y="3251848"/>
              <a:ext cx="43168" cy="32502"/>
            </a:xfrm>
            <a:custGeom>
              <a:avLst/>
              <a:pathLst>
                <a:path w="43168" h="32502">
                  <a:moveTo>
                    <a:pt x="10053" y="346"/>
                  </a:moveTo>
                  <a:lnTo>
                    <a:pt x="9229" y="8563"/>
                  </a:lnTo>
                  <a:lnTo>
                    <a:pt x="16077" y="10477"/>
                  </a:lnTo>
                  <a:lnTo>
                    <a:pt x="17749" y="13653"/>
                  </a:lnTo>
                  <a:lnTo>
                    <a:pt x="16685" y="14862"/>
                  </a:lnTo>
                  <a:lnTo>
                    <a:pt x="17740" y="22008"/>
                  </a:lnTo>
                  <a:lnTo>
                    <a:pt x="22408" y="22402"/>
                  </a:lnTo>
                  <a:lnTo>
                    <a:pt x="25355" y="21818"/>
                  </a:lnTo>
                  <a:lnTo>
                    <a:pt x="26847" y="20000"/>
                  </a:lnTo>
                  <a:lnTo>
                    <a:pt x="25654" y="14590"/>
                  </a:lnTo>
                  <a:lnTo>
                    <a:pt x="28639" y="13553"/>
                  </a:lnTo>
                  <a:lnTo>
                    <a:pt x="30141" y="16574"/>
                  </a:lnTo>
                  <a:lnTo>
                    <a:pt x="31447" y="12788"/>
                  </a:lnTo>
                  <a:lnTo>
                    <a:pt x="43168" y="24973"/>
                  </a:lnTo>
                  <a:lnTo>
                    <a:pt x="40591" y="26421"/>
                  </a:lnTo>
                  <a:lnTo>
                    <a:pt x="40090" y="23488"/>
                  </a:lnTo>
                  <a:lnTo>
                    <a:pt x="39021" y="22376"/>
                  </a:lnTo>
                  <a:lnTo>
                    <a:pt x="32766" y="27366"/>
                  </a:lnTo>
                  <a:lnTo>
                    <a:pt x="26419" y="29639"/>
                  </a:lnTo>
                  <a:lnTo>
                    <a:pt x="24988" y="32502"/>
                  </a:lnTo>
                  <a:lnTo>
                    <a:pt x="23896" y="27444"/>
                  </a:lnTo>
                  <a:lnTo>
                    <a:pt x="21369" y="24793"/>
                  </a:lnTo>
                  <a:lnTo>
                    <a:pt x="14804" y="26053"/>
                  </a:lnTo>
                  <a:lnTo>
                    <a:pt x="14756" y="27065"/>
                  </a:lnTo>
                  <a:lnTo>
                    <a:pt x="13152" y="27847"/>
                  </a:lnTo>
                  <a:lnTo>
                    <a:pt x="8499" y="26991"/>
                  </a:lnTo>
                  <a:lnTo>
                    <a:pt x="6397" y="22130"/>
                  </a:lnTo>
                  <a:lnTo>
                    <a:pt x="3116" y="20950"/>
                  </a:lnTo>
                  <a:lnTo>
                    <a:pt x="0" y="14891"/>
                  </a:lnTo>
                  <a:lnTo>
                    <a:pt x="6152" y="12324"/>
                  </a:lnTo>
                  <a:lnTo>
                    <a:pt x="5345" y="7049"/>
                  </a:lnTo>
                  <a:lnTo>
                    <a:pt x="3165" y="3317"/>
                  </a:lnTo>
                  <a:lnTo>
                    <a:pt x="936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h4576"/>
            <p:cNvSpPr/>
            <p:nvPr/>
          </p:nvSpPr>
          <p:spPr>
            <a:xfrm>
              <a:off x="7408739" y="3298296"/>
              <a:ext cx="10663" cy="9428"/>
            </a:xfrm>
            <a:custGeom>
              <a:avLst/>
              <a:pathLst>
                <a:path w="10663" h="9428">
                  <a:moveTo>
                    <a:pt x="9621" y="1369"/>
                  </a:moveTo>
                  <a:lnTo>
                    <a:pt x="10528" y="3224"/>
                  </a:lnTo>
                  <a:lnTo>
                    <a:pt x="10663" y="8236"/>
                  </a:lnTo>
                  <a:lnTo>
                    <a:pt x="7632" y="9428"/>
                  </a:lnTo>
                  <a:lnTo>
                    <a:pt x="0" y="3733"/>
                  </a:lnTo>
                  <a:lnTo>
                    <a:pt x="609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h4577"/>
            <p:cNvSpPr/>
            <p:nvPr/>
          </p:nvSpPr>
          <p:spPr>
            <a:xfrm>
              <a:off x="7484670" y="3529042"/>
              <a:ext cx="44584" cy="31437"/>
            </a:xfrm>
            <a:custGeom>
              <a:avLst/>
              <a:pathLst>
                <a:path w="44584" h="31437">
                  <a:moveTo>
                    <a:pt x="18722" y="8655"/>
                  </a:moveTo>
                  <a:lnTo>
                    <a:pt x="23953" y="15604"/>
                  </a:lnTo>
                  <a:lnTo>
                    <a:pt x="29510" y="15261"/>
                  </a:lnTo>
                  <a:lnTo>
                    <a:pt x="33210" y="13732"/>
                  </a:lnTo>
                  <a:lnTo>
                    <a:pt x="36317" y="13920"/>
                  </a:lnTo>
                  <a:lnTo>
                    <a:pt x="40723" y="11926"/>
                  </a:lnTo>
                  <a:lnTo>
                    <a:pt x="44194" y="19081"/>
                  </a:lnTo>
                  <a:lnTo>
                    <a:pt x="44584" y="26898"/>
                  </a:lnTo>
                  <a:lnTo>
                    <a:pt x="42268" y="31437"/>
                  </a:lnTo>
                  <a:lnTo>
                    <a:pt x="35916" y="30995"/>
                  </a:lnTo>
                  <a:lnTo>
                    <a:pt x="30772" y="29600"/>
                  </a:lnTo>
                  <a:lnTo>
                    <a:pt x="19401" y="25054"/>
                  </a:lnTo>
                  <a:lnTo>
                    <a:pt x="0" y="23084"/>
                  </a:lnTo>
                  <a:lnTo>
                    <a:pt x="1325" y="22190"/>
                  </a:lnTo>
                  <a:lnTo>
                    <a:pt x="614" y="17334"/>
                  </a:lnTo>
                  <a:lnTo>
                    <a:pt x="1574" y="12596"/>
                  </a:lnTo>
                  <a:lnTo>
                    <a:pt x="2916" y="10433"/>
                  </a:lnTo>
                  <a:lnTo>
                    <a:pt x="4484" y="2202"/>
                  </a:lnTo>
                  <a:lnTo>
                    <a:pt x="12337" y="2750"/>
                  </a:lnTo>
                  <a:lnTo>
                    <a:pt x="1863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h4578"/>
            <p:cNvSpPr/>
            <p:nvPr/>
          </p:nvSpPr>
          <p:spPr>
            <a:xfrm>
              <a:off x="7382406" y="3427049"/>
              <a:ext cx="27747" cy="17916"/>
            </a:xfrm>
            <a:custGeom>
              <a:avLst/>
              <a:pathLst>
                <a:path w="27747" h="17916">
                  <a:moveTo>
                    <a:pt x="14073" y="0"/>
                  </a:moveTo>
                  <a:lnTo>
                    <a:pt x="20680" y="3458"/>
                  </a:lnTo>
                  <a:lnTo>
                    <a:pt x="21968" y="5389"/>
                  </a:lnTo>
                  <a:lnTo>
                    <a:pt x="24963" y="11381"/>
                  </a:lnTo>
                  <a:lnTo>
                    <a:pt x="27747" y="14191"/>
                  </a:lnTo>
                  <a:lnTo>
                    <a:pt x="24350" y="14725"/>
                  </a:lnTo>
                  <a:lnTo>
                    <a:pt x="19876" y="16818"/>
                  </a:lnTo>
                  <a:lnTo>
                    <a:pt x="9873" y="16501"/>
                  </a:lnTo>
                  <a:lnTo>
                    <a:pt x="6565" y="17916"/>
                  </a:lnTo>
                  <a:lnTo>
                    <a:pt x="4865" y="16547"/>
                  </a:lnTo>
                  <a:lnTo>
                    <a:pt x="1655" y="16244"/>
                  </a:lnTo>
                  <a:lnTo>
                    <a:pt x="0" y="13385"/>
                  </a:lnTo>
                  <a:lnTo>
                    <a:pt x="3158" y="7850"/>
                  </a:lnTo>
                  <a:lnTo>
                    <a:pt x="7686" y="5920"/>
                  </a:lnTo>
                  <a:lnTo>
                    <a:pt x="8688" y="4155"/>
                  </a:lnTo>
                  <a:lnTo>
                    <a:pt x="11799" y="2257"/>
                  </a:lnTo>
                  <a:lnTo>
                    <a:pt x="12438" y="12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h4579"/>
            <p:cNvSpPr/>
            <p:nvPr/>
          </p:nvSpPr>
          <p:spPr>
            <a:xfrm>
              <a:off x="7784535" y="3446343"/>
              <a:ext cx="7786" cy="10982"/>
            </a:xfrm>
            <a:custGeom>
              <a:avLst/>
              <a:pathLst>
                <a:path w="7786" h="10982">
                  <a:moveTo>
                    <a:pt x="6022" y="1937"/>
                  </a:moveTo>
                  <a:lnTo>
                    <a:pt x="3471" y="4955"/>
                  </a:lnTo>
                  <a:lnTo>
                    <a:pt x="7786" y="10741"/>
                  </a:lnTo>
                  <a:lnTo>
                    <a:pt x="1179" y="10982"/>
                  </a:lnTo>
                  <a:lnTo>
                    <a:pt x="1823" y="7900"/>
                  </a:lnTo>
                  <a:lnTo>
                    <a:pt x="0" y="5466"/>
                  </a:lnTo>
                  <a:lnTo>
                    <a:pt x="473" y="2879"/>
                  </a:lnTo>
                  <a:lnTo>
                    <a:pt x="629" y="1167"/>
                  </a:lnTo>
                  <a:lnTo>
                    <a:pt x="347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h4580"/>
            <p:cNvSpPr/>
            <p:nvPr/>
          </p:nvSpPr>
          <p:spPr>
            <a:xfrm>
              <a:off x="7296584" y="3306236"/>
              <a:ext cx="13648" cy="9100"/>
            </a:xfrm>
            <a:custGeom>
              <a:avLst/>
              <a:pathLst>
                <a:path w="13648" h="9100">
                  <a:moveTo>
                    <a:pt x="13648" y="1819"/>
                  </a:moveTo>
                  <a:lnTo>
                    <a:pt x="11648" y="5002"/>
                  </a:lnTo>
                  <a:lnTo>
                    <a:pt x="10963" y="7825"/>
                  </a:lnTo>
                  <a:lnTo>
                    <a:pt x="9704" y="9100"/>
                  </a:lnTo>
                  <a:lnTo>
                    <a:pt x="6777" y="6926"/>
                  </a:lnTo>
                  <a:lnTo>
                    <a:pt x="4366" y="7466"/>
                  </a:lnTo>
                  <a:lnTo>
                    <a:pt x="0" y="6189"/>
                  </a:lnTo>
                  <a:lnTo>
                    <a:pt x="672" y="3737"/>
                  </a:lnTo>
                  <a:lnTo>
                    <a:pt x="1392" y="3782"/>
                  </a:lnTo>
                  <a:lnTo>
                    <a:pt x="1445" y="800"/>
                  </a:lnTo>
                  <a:lnTo>
                    <a:pt x="8619" y="507"/>
                  </a:lnTo>
                  <a:lnTo>
                    <a:pt x="7437" y="5007"/>
                  </a:lnTo>
                  <a:lnTo>
                    <a:pt x="930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h4581"/>
            <p:cNvSpPr/>
            <p:nvPr/>
          </p:nvSpPr>
          <p:spPr>
            <a:xfrm>
              <a:off x="7497408" y="3341899"/>
              <a:ext cx="12601" cy="20029"/>
            </a:xfrm>
            <a:custGeom>
              <a:avLst/>
              <a:pathLst>
                <a:path w="12601" h="20029">
                  <a:moveTo>
                    <a:pt x="12601" y="514"/>
                  </a:moveTo>
                  <a:lnTo>
                    <a:pt x="8408" y="16281"/>
                  </a:lnTo>
                  <a:lnTo>
                    <a:pt x="6318" y="17904"/>
                  </a:lnTo>
                  <a:lnTo>
                    <a:pt x="5690" y="20029"/>
                  </a:lnTo>
                  <a:lnTo>
                    <a:pt x="5131" y="19081"/>
                  </a:lnTo>
                  <a:lnTo>
                    <a:pt x="76" y="10874"/>
                  </a:lnTo>
                  <a:lnTo>
                    <a:pt x="0" y="5789"/>
                  </a:lnTo>
                  <a:lnTo>
                    <a:pt x="1501" y="3861"/>
                  </a:lnTo>
                  <a:lnTo>
                    <a:pt x="937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h4582"/>
            <p:cNvSpPr/>
            <p:nvPr/>
          </p:nvSpPr>
          <p:spPr>
            <a:xfrm>
              <a:off x="7739929" y="3419999"/>
              <a:ext cx="23565" cy="21320"/>
            </a:xfrm>
            <a:custGeom>
              <a:avLst/>
              <a:pathLst>
                <a:path w="23565" h="21320">
                  <a:moveTo>
                    <a:pt x="21947" y="387"/>
                  </a:moveTo>
                  <a:lnTo>
                    <a:pt x="21778" y="2165"/>
                  </a:lnTo>
                  <a:lnTo>
                    <a:pt x="23565" y="5329"/>
                  </a:lnTo>
                  <a:lnTo>
                    <a:pt x="13765" y="11023"/>
                  </a:lnTo>
                  <a:lnTo>
                    <a:pt x="11218" y="21320"/>
                  </a:lnTo>
                  <a:lnTo>
                    <a:pt x="9365" y="20153"/>
                  </a:lnTo>
                  <a:lnTo>
                    <a:pt x="0" y="17876"/>
                  </a:lnTo>
                  <a:lnTo>
                    <a:pt x="1030" y="12032"/>
                  </a:lnTo>
                  <a:lnTo>
                    <a:pt x="547" y="8133"/>
                  </a:lnTo>
                  <a:lnTo>
                    <a:pt x="1442" y="5068"/>
                  </a:lnTo>
                  <a:lnTo>
                    <a:pt x="6916" y="5303"/>
                  </a:lnTo>
                  <a:lnTo>
                    <a:pt x="6077" y="10"/>
                  </a:lnTo>
                  <a:lnTo>
                    <a:pt x="17686" y="1279"/>
                  </a:lnTo>
                  <a:lnTo>
                    <a:pt x="1988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h4583"/>
            <p:cNvSpPr/>
            <p:nvPr/>
          </p:nvSpPr>
          <p:spPr>
            <a:xfrm>
              <a:off x="7271564" y="3300502"/>
              <a:ext cx="12699" cy="12298"/>
            </a:xfrm>
            <a:custGeom>
              <a:avLst/>
              <a:pathLst>
                <a:path w="12699" h="12298">
                  <a:moveTo>
                    <a:pt x="8944" y="5272"/>
                  </a:moveTo>
                  <a:lnTo>
                    <a:pt x="12699" y="8197"/>
                  </a:lnTo>
                  <a:lnTo>
                    <a:pt x="12057" y="11459"/>
                  </a:lnTo>
                  <a:lnTo>
                    <a:pt x="7891" y="12298"/>
                  </a:lnTo>
                  <a:lnTo>
                    <a:pt x="4919" y="9315"/>
                  </a:lnTo>
                  <a:lnTo>
                    <a:pt x="2692" y="8009"/>
                  </a:lnTo>
                  <a:lnTo>
                    <a:pt x="1372" y="8434"/>
                  </a:lnTo>
                  <a:lnTo>
                    <a:pt x="0" y="2186"/>
                  </a:lnTo>
                  <a:lnTo>
                    <a:pt x="842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h4584"/>
            <p:cNvSpPr/>
            <p:nvPr/>
          </p:nvSpPr>
          <p:spPr>
            <a:xfrm>
              <a:off x="7346692" y="3219040"/>
              <a:ext cx="31070" cy="29463"/>
            </a:xfrm>
            <a:custGeom>
              <a:avLst/>
              <a:pathLst>
                <a:path w="31070" h="29463">
                  <a:moveTo>
                    <a:pt x="26681" y="1755"/>
                  </a:moveTo>
                  <a:lnTo>
                    <a:pt x="28248" y="12141"/>
                  </a:lnTo>
                  <a:lnTo>
                    <a:pt x="27282" y="13877"/>
                  </a:lnTo>
                  <a:lnTo>
                    <a:pt x="26131" y="15246"/>
                  </a:lnTo>
                  <a:lnTo>
                    <a:pt x="25748" y="14913"/>
                  </a:lnTo>
                  <a:lnTo>
                    <a:pt x="24348" y="17380"/>
                  </a:lnTo>
                  <a:lnTo>
                    <a:pt x="27310" y="20196"/>
                  </a:lnTo>
                  <a:lnTo>
                    <a:pt x="29149" y="19453"/>
                  </a:lnTo>
                  <a:lnTo>
                    <a:pt x="29879" y="20367"/>
                  </a:lnTo>
                  <a:lnTo>
                    <a:pt x="31070" y="26183"/>
                  </a:lnTo>
                  <a:lnTo>
                    <a:pt x="30317" y="29463"/>
                  </a:lnTo>
                  <a:lnTo>
                    <a:pt x="22487" y="28019"/>
                  </a:lnTo>
                  <a:lnTo>
                    <a:pt x="21942" y="26399"/>
                  </a:lnTo>
                  <a:lnTo>
                    <a:pt x="22523" y="19625"/>
                  </a:lnTo>
                  <a:lnTo>
                    <a:pt x="17173" y="24173"/>
                  </a:lnTo>
                  <a:lnTo>
                    <a:pt x="12375" y="22560"/>
                  </a:lnTo>
                  <a:lnTo>
                    <a:pt x="11923" y="21377"/>
                  </a:lnTo>
                  <a:lnTo>
                    <a:pt x="11653" y="20770"/>
                  </a:lnTo>
                  <a:lnTo>
                    <a:pt x="14438" y="19191"/>
                  </a:lnTo>
                  <a:lnTo>
                    <a:pt x="16298" y="16233"/>
                  </a:lnTo>
                  <a:lnTo>
                    <a:pt x="14110" y="11546"/>
                  </a:lnTo>
                  <a:lnTo>
                    <a:pt x="11002" y="10540"/>
                  </a:lnTo>
                  <a:lnTo>
                    <a:pt x="10912" y="14094"/>
                  </a:lnTo>
                  <a:lnTo>
                    <a:pt x="9058" y="16261"/>
                  </a:lnTo>
                  <a:lnTo>
                    <a:pt x="2562" y="16697"/>
                  </a:lnTo>
                  <a:lnTo>
                    <a:pt x="1185" y="14463"/>
                  </a:lnTo>
                  <a:lnTo>
                    <a:pt x="0" y="14002"/>
                  </a:lnTo>
                  <a:lnTo>
                    <a:pt x="5229" y="4678"/>
                  </a:lnTo>
                  <a:lnTo>
                    <a:pt x="7426" y="1836"/>
                  </a:lnTo>
                  <a:lnTo>
                    <a:pt x="9184" y="1376"/>
                  </a:lnTo>
                  <a:lnTo>
                    <a:pt x="13422" y="2633"/>
                  </a:lnTo>
                  <a:lnTo>
                    <a:pt x="16995" y="2490"/>
                  </a:lnTo>
                  <a:lnTo>
                    <a:pt x="18265" y="1230"/>
                  </a:lnTo>
                  <a:lnTo>
                    <a:pt x="24193" y="201"/>
                  </a:lnTo>
                  <a:lnTo>
                    <a:pt x="2528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h4585"/>
            <p:cNvSpPr/>
            <p:nvPr/>
          </p:nvSpPr>
          <p:spPr>
            <a:xfrm>
              <a:off x="7414084" y="3454020"/>
              <a:ext cx="28087" cy="15937"/>
            </a:xfrm>
            <a:custGeom>
              <a:avLst/>
              <a:pathLst>
                <a:path w="28087" h="15937">
                  <a:moveTo>
                    <a:pt x="11824" y="0"/>
                  </a:moveTo>
                  <a:lnTo>
                    <a:pt x="18131" y="37"/>
                  </a:lnTo>
                  <a:lnTo>
                    <a:pt x="27426" y="2046"/>
                  </a:lnTo>
                  <a:lnTo>
                    <a:pt x="28087" y="4364"/>
                  </a:lnTo>
                  <a:lnTo>
                    <a:pt x="25899" y="8908"/>
                  </a:lnTo>
                  <a:lnTo>
                    <a:pt x="22640" y="9502"/>
                  </a:lnTo>
                  <a:lnTo>
                    <a:pt x="20090" y="15786"/>
                  </a:lnTo>
                  <a:lnTo>
                    <a:pt x="19465" y="15937"/>
                  </a:lnTo>
                  <a:lnTo>
                    <a:pt x="15465" y="15768"/>
                  </a:lnTo>
                  <a:lnTo>
                    <a:pt x="9833" y="13435"/>
                  </a:lnTo>
                  <a:lnTo>
                    <a:pt x="9378" y="14393"/>
                  </a:lnTo>
                  <a:lnTo>
                    <a:pt x="4418" y="10563"/>
                  </a:lnTo>
                  <a:lnTo>
                    <a:pt x="2763" y="10455"/>
                  </a:lnTo>
                  <a:lnTo>
                    <a:pt x="317" y="7372"/>
                  </a:lnTo>
                  <a:lnTo>
                    <a:pt x="0" y="6076"/>
                  </a:lnTo>
                  <a:lnTo>
                    <a:pt x="5955" y="4239"/>
                  </a:lnTo>
                  <a:lnTo>
                    <a:pt x="8328" y="2580"/>
                  </a:lnTo>
                  <a:lnTo>
                    <a:pt x="7934" y="218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h4586"/>
            <p:cNvSpPr/>
            <p:nvPr/>
          </p:nvSpPr>
          <p:spPr>
            <a:xfrm>
              <a:off x="7292795" y="3275177"/>
              <a:ext cx="21263" cy="36066"/>
            </a:xfrm>
            <a:custGeom>
              <a:avLst/>
              <a:pathLst>
                <a:path w="21263" h="36066">
                  <a:moveTo>
                    <a:pt x="5323" y="663"/>
                  </a:moveTo>
                  <a:lnTo>
                    <a:pt x="6044" y="1474"/>
                  </a:lnTo>
                  <a:lnTo>
                    <a:pt x="6146" y="5325"/>
                  </a:lnTo>
                  <a:lnTo>
                    <a:pt x="7251" y="8280"/>
                  </a:lnTo>
                  <a:lnTo>
                    <a:pt x="10280" y="8474"/>
                  </a:lnTo>
                  <a:lnTo>
                    <a:pt x="12224" y="5981"/>
                  </a:lnTo>
                  <a:lnTo>
                    <a:pt x="12790" y="11194"/>
                  </a:lnTo>
                  <a:lnTo>
                    <a:pt x="13118" y="9196"/>
                  </a:lnTo>
                  <a:lnTo>
                    <a:pt x="16432" y="9079"/>
                  </a:lnTo>
                  <a:lnTo>
                    <a:pt x="18908" y="11740"/>
                  </a:lnTo>
                  <a:lnTo>
                    <a:pt x="17315" y="12795"/>
                  </a:lnTo>
                  <a:lnTo>
                    <a:pt x="18481" y="13549"/>
                  </a:lnTo>
                  <a:lnTo>
                    <a:pt x="20417" y="12890"/>
                  </a:lnTo>
                  <a:lnTo>
                    <a:pt x="21263" y="13464"/>
                  </a:lnTo>
                  <a:lnTo>
                    <a:pt x="19710" y="15764"/>
                  </a:lnTo>
                  <a:lnTo>
                    <a:pt x="17068" y="14283"/>
                  </a:lnTo>
                  <a:lnTo>
                    <a:pt x="11464" y="13043"/>
                  </a:lnTo>
                  <a:lnTo>
                    <a:pt x="10792" y="13867"/>
                  </a:lnTo>
                  <a:lnTo>
                    <a:pt x="6015" y="11511"/>
                  </a:lnTo>
                  <a:lnTo>
                    <a:pt x="3775" y="13961"/>
                  </a:lnTo>
                  <a:lnTo>
                    <a:pt x="7009" y="16638"/>
                  </a:lnTo>
                  <a:lnTo>
                    <a:pt x="15082" y="21234"/>
                  </a:lnTo>
                  <a:lnTo>
                    <a:pt x="15138" y="26353"/>
                  </a:lnTo>
                  <a:lnTo>
                    <a:pt x="13092" y="31058"/>
                  </a:lnTo>
                  <a:lnTo>
                    <a:pt x="11225" y="36066"/>
                  </a:lnTo>
                  <a:lnTo>
                    <a:pt x="12408" y="31566"/>
                  </a:lnTo>
                  <a:lnTo>
                    <a:pt x="5233" y="31859"/>
                  </a:lnTo>
                  <a:lnTo>
                    <a:pt x="5181" y="34840"/>
                  </a:lnTo>
                  <a:lnTo>
                    <a:pt x="4460" y="34796"/>
                  </a:lnTo>
                  <a:lnTo>
                    <a:pt x="0" y="33587"/>
                  </a:lnTo>
                  <a:lnTo>
                    <a:pt x="761" y="30320"/>
                  </a:lnTo>
                  <a:lnTo>
                    <a:pt x="4078" y="23680"/>
                  </a:lnTo>
                  <a:lnTo>
                    <a:pt x="4602" y="23020"/>
                  </a:lnTo>
                  <a:lnTo>
                    <a:pt x="4180" y="16469"/>
                  </a:lnTo>
                  <a:lnTo>
                    <a:pt x="2733" y="14327"/>
                  </a:lnTo>
                  <a:lnTo>
                    <a:pt x="2244" y="11912"/>
                  </a:lnTo>
                  <a:lnTo>
                    <a:pt x="2317" y="9823"/>
                  </a:lnTo>
                  <a:lnTo>
                    <a:pt x="3787" y="7514"/>
                  </a:lnTo>
                  <a:lnTo>
                    <a:pt x="3126" y="3520"/>
                  </a:lnTo>
                  <a:lnTo>
                    <a:pt x="434" y="2832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h4587"/>
            <p:cNvSpPr/>
            <p:nvPr/>
          </p:nvSpPr>
          <p:spPr>
            <a:xfrm>
              <a:off x="7265547" y="3472777"/>
              <a:ext cx="19277" cy="14722"/>
            </a:xfrm>
            <a:custGeom>
              <a:avLst/>
              <a:pathLst>
                <a:path w="19277" h="14722">
                  <a:moveTo>
                    <a:pt x="19277" y="522"/>
                  </a:moveTo>
                  <a:lnTo>
                    <a:pt x="16697" y="14428"/>
                  </a:lnTo>
                  <a:lnTo>
                    <a:pt x="15538" y="14722"/>
                  </a:lnTo>
                  <a:lnTo>
                    <a:pt x="0" y="9512"/>
                  </a:lnTo>
                  <a:lnTo>
                    <a:pt x="1731" y="5449"/>
                  </a:lnTo>
                  <a:lnTo>
                    <a:pt x="5390" y="3168"/>
                  </a:lnTo>
                  <a:lnTo>
                    <a:pt x="5835" y="3497"/>
                  </a:lnTo>
                  <a:lnTo>
                    <a:pt x="1230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h4588"/>
            <p:cNvSpPr/>
            <p:nvPr/>
          </p:nvSpPr>
          <p:spPr>
            <a:xfrm>
              <a:off x="7404478" y="3342879"/>
              <a:ext cx="18072" cy="38097"/>
            </a:xfrm>
            <a:custGeom>
              <a:avLst/>
              <a:pathLst>
                <a:path w="18072" h="38097">
                  <a:moveTo>
                    <a:pt x="15357" y="524"/>
                  </a:moveTo>
                  <a:lnTo>
                    <a:pt x="16073" y="6582"/>
                  </a:lnTo>
                  <a:lnTo>
                    <a:pt x="18072" y="14442"/>
                  </a:lnTo>
                  <a:lnTo>
                    <a:pt x="12717" y="24654"/>
                  </a:lnTo>
                  <a:lnTo>
                    <a:pt x="13701" y="28200"/>
                  </a:lnTo>
                  <a:lnTo>
                    <a:pt x="14342" y="28838"/>
                  </a:lnTo>
                  <a:lnTo>
                    <a:pt x="14553" y="32001"/>
                  </a:lnTo>
                  <a:lnTo>
                    <a:pt x="12436" y="36368"/>
                  </a:lnTo>
                  <a:lnTo>
                    <a:pt x="10555" y="38097"/>
                  </a:lnTo>
                  <a:lnTo>
                    <a:pt x="9115" y="37213"/>
                  </a:lnTo>
                  <a:lnTo>
                    <a:pt x="6945" y="32503"/>
                  </a:lnTo>
                  <a:lnTo>
                    <a:pt x="8458" y="29548"/>
                  </a:lnTo>
                  <a:lnTo>
                    <a:pt x="8199" y="23723"/>
                  </a:lnTo>
                  <a:lnTo>
                    <a:pt x="6096" y="21900"/>
                  </a:lnTo>
                  <a:lnTo>
                    <a:pt x="3969" y="21889"/>
                  </a:lnTo>
                  <a:lnTo>
                    <a:pt x="1293" y="25483"/>
                  </a:lnTo>
                  <a:lnTo>
                    <a:pt x="0" y="18854"/>
                  </a:lnTo>
                  <a:lnTo>
                    <a:pt x="1796" y="6831"/>
                  </a:lnTo>
                  <a:lnTo>
                    <a:pt x="2770" y="11977"/>
                  </a:lnTo>
                  <a:lnTo>
                    <a:pt x="3945" y="12390"/>
                  </a:lnTo>
                  <a:lnTo>
                    <a:pt x="6443" y="11480"/>
                  </a:lnTo>
                  <a:lnTo>
                    <a:pt x="8594" y="9828"/>
                  </a:lnTo>
                  <a:lnTo>
                    <a:pt x="10175" y="7603"/>
                  </a:lnTo>
                  <a:lnTo>
                    <a:pt x="4880" y="5427"/>
                  </a:lnTo>
                  <a:lnTo>
                    <a:pt x="4115" y="4843"/>
                  </a:lnTo>
                  <a:lnTo>
                    <a:pt x="4684" y="4588"/>
                  </a:lnTo>
                  <a:lnTo>
                    <a:pt x="11227" y="1051"/>
                  </a:lnTo>
                  <a:lnTo>
                    <a:pt x="1376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h4589"/>
            <p:cNvSpPr/>
            <p:nvPr/>
          </p:nvSpPr>
          <p:spPr>
            <a:xfrm>
              <a:off x="7553449" y="3503439"/>
              <a:ext cx="23800" cy="17210"/>
            </a:xfrm>
            <a:custGeom>
              <a:avLst/>
              <a:pathLst>
                <a:path w="23800" h="17210">
                  <a:moveTo>
                    <a:pt x="4463" y="1131"/>
                  </a:moveTo>
                  <a:lnTo>
                    <a:pt x="4219" y="4472"/>
                  </a:lnTo>
                  <a:lnTo>
                    <a:pt x="10277" y="7563"/>
                  </a:lnTo>
                  <a:lnTo>
                    <a:pt x="16140" y="9483"/>
                  </a:lnTo>
                  <a:lnTo>
                    <a:pt x="17069" y="8675"/>
                  </a:lnTo>
                  <a:lnTo>
                    <a:pt x="17260" y="6097"/>
                  </a:lnTo>
                  <a:lnTo>
                    <a:pt x="21698" y="6487"/>
                  </a:lnTo>
                  <a:lnTo>
                    <a:pt x="23800" y="10806"/>
                  </a:lnTo>
                  <a:lnTo>
                    <a:pt x="20599" y="15480"/>
                  </a:lnTo>
                  <a:lnTo>
                    <a:pt x="13942" y="14938"/>
                  </a:lnTo>
                  <a:lnTo>
                    <a:pt x="9695" y="15611"/>
                  </a:lnTo>
                  <a:lnTo>
                    <a:pt x="7765" y="17210"/>
                  </a:lnTo>
                  <a:lnTo>
                    <a:pt x="6350" y="16224"/>
                  </a:lnTo>
                  <a:lnTo>
                    <a:pt x="4500" y="15281"/>
                  </a:lnTo>
                  <a:lnTo>
                    <a:pt x="752" y="9814"/>
                  </a:lnTo>
                  <a:lnTo>
                    <a:pt x="1874" y="8065"/>
                  </a:lnTo>
                  <a:lnTo>
                    <a:pt x="1301" y="6703"/>
                  </a:lnTo>
                  <a:lnTo>
                    <a:pt x="2346" y="6135"/>
                  </a:lnTo>
                  <a:lnTo>
                    <a:pt x="1887" y="3267"/>
                  </a:lnTo>
                  <a:lnTo>
                    <a:pt x="0" y="857"/>
                  </a:lnTo>
                  <a:lnTo>
                    <a:pt x="559" y="105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h4590"/>
            <p:cNvSpPr/>
            <p:nvPr/>
          </p:nvSpPr>
          <p:spPr>
            <a:xfrm>
              <a:off x="7476947" y="3460070"/>
              <a:ext cx="16294" cy="15514"/>
            </a:xfrm>
            <a:custGeom>
              <a:avLst/>
              <a:pathLst>
                <a:path w="16294" h="15514">
                  <a:moveTo>
                    <a:pt x="9175" y="2325"/>
                  </a:moveTo>
                  <a:lnTo>
                    <a:pt x="12047" y="4597"/>
                  </a:lnTo>
                  <a:lnTo>
                    <a:pt x="13058" y="4547"/>
                  </a:lnTo>
                  <a:lnTo>
                    <a:pt x="13867" y="7908"/>
                  </a:lnTo>
                  <a:lnTo>
                    <a:pt x="16294" y="12786"/>
                  </a:lnTo>
                  <a:lnTo>
                    <a:pt x="13329" y="15398"/>
                  </a:lnTo>
                  <a:lnTo>
                    <a:pt x="12188" y="13319"/>
                  </a:lnTo>
                  <a:lnTo>
                    <a:pt x="9762" y="12219"/>
                  </a:lnTo>
                  <a:lnTo>
                    <a:pt x="8487" y="12420"/>
                  </a:lnTo>
                  <a:lnTo>
                    <a:pt x="4907" y="13888"/>
                  </a:lnTo>
                  <a:lnTo>
                    <a:pt x="3802" y="15514"/>
                  </a:lnTo>
                  <a:lnTo>
                    <a:pt x="1112" y="13119"/>
                  </a:lnTo>
                  <a:lnTo>
                    <a:pt x="0" y="8935"/>
                  </a:lnTo>
                  <a:lnTo>
                    <a:pt x="248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h4591"/>
            <p:cNvSpPr/>
            <p:nvPr/>
          </p:nvSpPr>
          <p:spPr>
            <a:xfrm>
              <a:off x="7288274" y="3311682"/>
              <a:ext cx="4284" cy="4691"/>
            </a:xfrm>
            <a:custGeom>
              <a:avLst/>
              <a:pathLst>
                <a:path w="4284" h="4691">
                  <a:moveTo>
                    <a:pt x="3322" y="1416"/>
                  </a:moveTo>
                  <a:lnTo>
                    <a:pt x="4284" y="3872"/>
                  </a:lnTo>
                  <a:lnTo>
                    <a:pt x="2591" y="4691"/>
                  </a:lnTo>
                  <a:lnTo>
                    <a:pt x="0" y="4275"/>
                  </a:lnTo>
                  <a:lnTo>
                    <a:pt x="1794" y="0"/>
                  </a:lnTo>
                  <a:lnTo>
                    <a:pt x="2605" y="368"/>
                  </a:lnTo>
                  <a:lnTo>
                    <a:pt x="2293" y="113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h4592"/>
            <p:cNvSpPr/>
            <p:nvPr/>
          </p:nvSpPr>
          <p:spPr>
            <a:xfrm>
              <a:off x="7296570" y="3286688"/>
              <a:ext cx="32034" cy="54116"/>
            </a:xfrm>
            <a:custGeom>
              <a:avLst/>
              <a:pathLst>
                <a:path w="32034" h="54116">
                  <a:moveTo>
                    <a:pt x="6057" y="2927"/>
                  </a:moveTo>
                  <a:lnTo>
                    <a:pt x="6968" y="5960"/>
                  </a:lnTo>
                  <a:lnTo>
                    <a:pt x="8857" y="6497"/>
                  </a:lnTo>
                  <a:lnTo>
                    <a:pt x="8759" y="4435"/>
                  </a:lnTo>
                  <a:lnTo>
                    <a:pt x="9918" y="4478"/>
                  </a:lnTo>
                  <a:lnTo>
                    <a:pt x="14834" y="7654"/>
                  </a:lnTo>
                  <a:lnTo>
                    <a:pt x="18555" y="8248"/>
                  </a:lnTo>
                  <a:lnTo>
                    <a:pt x="18730" y="13915"/>
                  </a:lnTo>
                  <a:lnTo>
                    <a:pt x="13808" y="15062"/>
                  </a:lnTo>
                  <a:lnTo>
                    <a:pt x="13017" y="16428"/>
                  </a:lnTo>
                  <a:lnTo>
                    <a:pt x="15035" y="20425"/>
                  </a:lnTo>
                  <a:lnTo>
                    <a:pt x="19098" y="22759"/>
                  </a:lnTo>
                  <a:lnTo>
                    <a:pt x="17162" y="29743"/>
                  </a:lnTo>
                  <a:lnTo>
                    <a:pt x="20931" y="29076"/>
                  </a:lnTo>
                  <a:lnTo>
                    <a:pt x="22440" y="25172"/>
                  </a:lnTo>
                  <a:lnTo>
                    <a:pt x="22631" y="20753"/>
                  </a:lnTo>
                  <a:lnTo>
                    <a:pt x="23823" y="19149"/>
                  </a:lnTo>
                  <a:lnTo>
                    <a:pt x="25702" y="18808"/>
                  </a:lnTo>
                  <a:lnTo>
                    <a:pt x="28922" y="21314"/>
                  </a:lnTo>
                  <a:lnTo>
                    <a:pt x="30354" y="23498"/>
                  </a:lnTo>
                  <a:lnTo>
                    <a:pt x="29346" y="26109"/>
                  </a:lnTo>
                  <a:lnTo>
                    <a:pt x="30026" y="30824"/>
                  </a:lnTo>
                  <a:lnTo>
                    <a:pt x="32034" y="36703"/>
                  </a:lnTo>
                  <a:lnTo>
                    <a:pt x="30193" y="36437"/>
                  </a:lnTo>
                  <a:lnTo>
                    <a:pt x="29086" y="34752"/>
                  </a:lnTo>
                  <a:lnTo>
                    <a:pt x="26387" y="34236"/>
                  </a:lnTo>
                  <a:lnTo>
                    <a:pt x="25748" y="36731"/>
                  </a:lnTo>
                  <a:lnTo>
                    <a:pt x="26869" y="38236"/>
                  </a:lnTo>
                  <a:lnTo>
                    <a:pt x="26090" y="40176"/>
                  </a:lnTo>
                  <a:lnTo>
                    <a:pt x="25169" y="39502"/>
                  </a:lnTo>
                  <a:lnTo>
                    <a:pt x="19491" y="47552"/>
                  </a:lnTo>
                  <a:lnTo>
                    <a:pt x="17571" y="54116"/>
                  </a:lnTo>
                  <a:lnTo>
                    <a:pt x="15577" y="54033"/>
                  </a:lnTo>
                  <a:lnTo>
                    <a:pt x="14250" y="53913"/>
                  </a:lnTo>
                  <a:lnTo>
                    <a:pt x="10703" y="51026"/>
                  </a:lnTo>
                  <a:lnTo>
                    <a:pt x="9575" y="49771"/>
                  </a:lnTo>
                  <a:lnTo>
                    <a:pt x="9524" y="47588"/>
                  </a:lnTo>
                  <a:lnTo>
                    <a:pt x="9552" y="40862"/>
                  </a:lnTo>
                  <a:lnTo>
                    <a:pt x="8103" y="38239"/>
                  </a:lnTo>
                  <a:lnTo>
                    <a:pt x="9052" y="32983"/>
                  </a:lnTo>
                  <a:lnTo>
                    <a:pt x="10976" y="27373"/>
                  </a:lnTo>
                  <a:lnTo>
                    <a:pt x="11662" y="24550"/>
                  </a:lnTo>
                  <a:lnTo>
                    <a:pt x="13661" y="21367"/>
                  </a:lnTo>
                  <a:lnTo>
                    <a:pt x="9317" y="19547"/>
                  </a:lnTo>
                  <a:lnTo>
                    <a:pt x="11363" y="14842"/>
                  </a:lnTo>
                  <a:lnTo>
                    <a:pt x="11307" y="9723"/>
                  </a:lnTo>
                  <a:lnTo>
                    <a:pt x="3234" y="5127"/>
                  </a:lnTo>
                  <a:lnTo>
                    <a:pt x="0" y="2450"/>
                  </a:lnTo>
                  <a:lnTo>
                    <a:pt x="2240" y="0"/>
                  </a:lnTo>
                  <a:lnTo>
                    <a:pt x="7017" y="235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h4593"/>
            <p:cNvSpPr/>
            <p:nvPr/>
          </p:nvSpPr>
          <p:spPr>
            <a:xfrm>
              <a:off x="7385200" y="3469518"/>
              <a:ext cx="22143" cy="19690"/>
            </a:xfrm>
            <a:custGeom>
              <a:avLst/>
              <a:pathLst>
                <a:path w="22143" h="19690">
                  <a:moveTo>
                    <a:pt x="2695" y="386"/>
                  </a:moveTo>
                  <a:lnTo>
                    <a:pt x="7566" y="3529"/>
                  </a:lnTo>
                  <a:lnTo>
                    <a:pt x="16412" y="2914"/>
                  </a:lnTo>
                  <a:lnTo>
                    <a:pt x="21251" y="5799"/>
                  </a:lnTo>
                  <a:lnTo>
                    <a:pt x="22143" y="13523"/>
                  </a:lnTo>
                  <a:lnTo>
                    <a:pt x="19867" y="14923"/>
                  </a:lnTo>
                  <a:lnTo>
                    <a:pt x="17382" y="15217"/>
                  </a:lnTo>
                  <a:lnTo>
                    <a:pt x="11813" y="18151"/>
                  </a:lnTo>
                  <a:lnTo>
                    <a:pt x="4236" y="19690"/>
                  </a:lnTo>
                  <a:lnTo>
                    <a:pt x="2039" y="18980"/>
                  </a:lnTo>
                  <a:lnTo>
                    <a:pt x="2019" y="16930"/>
                  </a:lnTo>
                  <a:lnTo>
                    <a:pt x="0" y="11359"/>
                  </a:lnTo>
                  <a:lnTo>
                    <a:pt x="57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h4594"/>
            <p:cNvSpPr/>
            <p:nvPr/>
          </p:nvSpPr>
          <p:spPr>
            <a:xfrm>
              <a:off x="7402957" y="3232926"/>
              <a:ext cx="28176" cy="46456"/>
            </a:xfrm>
            <a:custGeom>
              <a:avLst/>
              <a:pathLst>
                <a:path w="28176" h="46456">
                  <a:moveTo>
                    <a:pt x="23052" y="0"/>
                  </a:moveTo>
                  <a:lnTo>
                    <a:pt x="24837" y="1356"/>
                  </a:lnTo>
                  <a:lnTo>
                    <a:pt x="25204" y="8847"/>
                  </a:lnTo>
                  <a:lnTo>
                    <a:pt x="28176" y="18134"/>
                  </a:lnTo>
                  <a:lnTo>
                    <a:pt x="28023" y="26667"/>
                  </a:lnTo>
                  <a:lnTo>
                    <a:pt x="22024" y="34114"/>
                  </a:lnTo>
                  <a:lnTo>
                    <a:pt x="4382" y="46456"/>
                  </a:lnTo>
                  <a:lnTo>
                    <a:pt x="3671" y="41588"/>
                  </a:lnTo>
                  <a:lnTo>
                    <a:pt x="3962" y="39905"/>
                  </a:lnTo>
                  <a:lnTo>
                    <a:pt x="396" y="36559"/>
                  </a:lnTo>
                  <a:lnTo>
                    <a:pt x="0" y="31949"/>
                  </a:lnTo>
                  <a:lnTo>
                    <a:pt x="6396" y="17625"/>
                  </a:lnTo>
                  <a:lnTo>
                    <a:pt x="6562" y="13813"/>
                  </a:lnTo>
                  <a:lnTo>
                    <a:pt x="5699" y="10289"/>
                  </a:lnTo>
                  <a:lnTo>
                    <a:pt x="7627" y="7237"/>
                  </a:lnTo>
                  <a:lnTo>
                    <a:pt x="13181" y="265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h4595"/>
            <p:cNvSpPr/>
            <p:nvPr/>
          </p:nvSpPr>
          <p:spPr>
            <a:xfrm>
              <a:off x="7441447" y="3313179"/>
              <a:ext cx="21699" cy="17322"/>
            </a:xfrm>
            <a:custGeom>
              <a:avLst/>
              <a:pathLst>
                <a:path w="21699" h="17322">
                  <a:moveTo>
                    <a:pt x="21699" y="2399"/>
                  </a:moveTo>
                  <a:lnTo>
                    <a:pt x="19291" y="6146"/>
                  </a:lnTo>
                  <a:lnTo>
                    <a:pt x="17478" y="7266"/>
                  </a:lnTo>
                  <a:lnTo>
                    <a:pt x="14110" y="7758"/>
                  </a:lnTo>
                  <a:lnTo>
                    <a:pt x="14000" y="10102"/>
                  </a:lnTo>
                  <a:lnTo>
                    <a:pt x="12322" y="10057"/>
                  </a:lnTo>
                  <a:lnTo>
                    <a:pt x="13734" y="13715"/>
                  </a:lnTo>
                  <a:lnTo>
                    <a:pt x="9400" y="17322"/>
                  </a:lnTo>
                  <a:lnTo>
                    <a:pt x="3520" y="16405"/>
                  </a:lnTo>
                  <a:lnTo>
                    <a:pt x="0" y="11646"/>
                  </a:lnTo>
                  <a:lnTo>
                    <a:pt x="4145" y="9937"/>
                  </a:lnTo>
                  <a:lnTo>
                    <a:pt x="10923" y="3013"/>
                  </a:lnTo>
                  <a:lnTo>
                    <a:pt x="13503" y="5523"/>
                  </a:lnTo>
                  <a:lnTo>
                    <a:pt x="16857" y="6552"/>
                  </a:lnTo>
                  <a:lnTo>
                    <a:pt x="16943" y="1338"/>
                  </a:lnTo>
                  <a:lnTo>
                    <a:pt x="1764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h4596"/>
            <p:cNvSpPr/>
            <p:nvPr/>
          </p:nvSpPr>
          <p:spPr>
            <a:xfrm>
              <a:off x="7348715" y="3459907"/>
              <a:ext cx="38524" cy="63336"/>
            </a:xfrm>
            <a:custGeom>
              <a:avLst/>
              <a:pathLst>
                <a:path w="38524" h="63336">
                  <a:moveTo>
                    <a:pt x="25117" y="2698"/>
                  </a:moveTo>
                  <a:lnTo>
                    <a:pt x="24066" y="7652"/>
                  </a:lnTo>
                  <a:lnTo>
                    <a:pt x="24851" y="11792"/>
                  </a:lnTo>
                  <a:lnTo>
                    <a:pt x="27370" y="14537"/>
                  </a:lnTo>
                  <a:lnTo>
                    <a:pt x="27003" y="15756"/>
                  </a:lnTo>
                  <a:lnTo>
                    <a:pt x="24718" y="20530"/>
                  </a:lnTo>
                  <a:lnTo>
                    <a:pt x="17798" y="16214"/>
                  </a:lnTo>
                  <a:lnTo>
                    <a:pt x="15345" y="16883"/>
                  </a:lnTo>
                  <a:lnTo>
                    <a:pt x="14243" y="19487"/>
                  </a:lnTo>
                  <a:lnTo>
                    <a:pt x="17066" y="27928"/>
                  </a:lnTo>
                  <a:lnTo>
                    <a:pt x="20784" y="29374"/>
                  </a:lnTo>
                  <a:lnTo>
                    <a:pt x="38504" y="26541"/>
                  </a:lnTo>
                  <a:lnTo>
                    <a:pt x="38524" y="28591"/>
                  </a:lnTo>
                  <a:lnTo>
                    <a:pt x="34693" y="33709"/>
                  </a:lnTo>
                  <a:lnTo>
                    <a:pt x="33443" y="33689"/>
                  </a:lnTo>
                  <a:lnTo>
                    <a:pt x="31662" y="30695"/>
                  </a:lnTo>
                  <a:lnTo>
                    <a:pt x="29573" y="29524"/>
                  </a:lnTo>
                  <a:lnTo>
                    <a:pt x="23097" y="33575"/>
                  </a:lnTo>
                  <a:lnTo>
                    <a:pt x="20535" y="39364"/>
                  </a:lnTo>
                  <a:lnTo>
                    <a:pt x="20418" y="42012"/>
                  </a:lnTo>
                  <a:lnTo>
                    <a:pt x="22639" y="49002"/>
                  </a:lnTo>
                  <a:lnTo>
                    <a:pt x="22260" y="51448"/>
                  </a:lnTo>
                  <a:lnTo>
                    <a:pt x="18773" y="57659"/>
                  </a:lnTo>
                  <a:lnTo>
                    <a:pt x="16890" y="57417"/>
                  </a:lnTo>
                  <a:lnTo>
                    <a:pt x="15147" y="59273"/>
                  </a:lnTo>
                  <a:lnTo>
                    <a:pt x="15130" y="63336"/>
                  </a:lnTo>
                  <a:lnTo>
                    <a:pt x="0" y="53636"/>
                  </a:lnTo>
                  <a:lnTo>
                    <a:pt x="3177" y="36272"/>
                  </a:lnTo>
                  <a:lnTo>
                    <a:pt x="6518" y="26578"/>
                  </a:lnTo>
                  <a:lnTo>
                    <a:pt x="4945" y="22688"/>
                  </a:lnTo>
                  <a:lnTo>
                    <a:pt x="8467" y="22188"/>
                  </a:lnTo>
                  <a:lnTo>
                    <a:pt x="13509" y="15707"/>
                  </a:lnTo>
                  <a:lnTo>
                    <a:pt x="12938" y="14304"/>
                  </a:lnTo>
                  <a:lnTo>
                    <a:pt x="15847" y="8076"/>
                  </a:lnTo>
                  <a:lnTo>
                    <a:pt x="15630" y="6870"/>
                  </a:lnTo>
                  <a:lnTo>
                    <a:pt x="20069" y="478"/>
                  </a:lnTo>
                  <a:lnTo>
                    <a:pt x="2354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h4597"/>
            <p:cNvSpPr/>
            <p:nvPr/>
          </p:nvSpPr>
          <p:spPr>
            <a:xfrm>
              <a:off x="7518809" y="3254070"/>
              <a:ext cx="42655" cy="45619"/>
            </a:xfrm>
            <a:custGeom>
              <a:avLst/>
              <a:pathLst>
                <a:path w="42655" h="45619">
                  <a:moveTo>
                    <a:pt x="27596" y="7658"/>
                  </a:moveTo>
                  <a:lnTo>
                    <a:pt x="29814" y="6694"/>
                  </a:lnTo>
                  <a:lnTo>
                    <a:pt x="33837" y="10102"/>
                  </a:lnTo>
                  <a:lnTo>
                    <a:pt x="27684" y="12669"/>
                  </a:lnTo>
                  <a:lnTo>
                    <a:pt x="30801" y="18728"/>
                  </a:lnTo>
                  <a:lnTo>
                    <a:pt x="34081" y="19908"/>
                  </a:lnTo>
                  <a:lnTo>
                    <a:pt x="36183" y="24769"/>
                  </a:lnTo>
                  <a:lnTo>
                    <a:pt x="40836" y="25625"/>
                  </a:lnTo>
                  <a:lnTo>
                    <a:pt x="42441" y="24843"/>
                  </a:lnTo>
                  <a:lnTo>
                    <a:pt x="42655" y="33105"/>
                  </a:lnTo>
                  <a:lnTo>
                    <a:pt x="41228" y="38132"/>
                  </a:lnTo>
                  <a:lnTo>
                    <a:pt x="32107" y="37863"/>
                  </a:lnTo>
                  <a:lnTo>
                    <a:pt x="30422" y="36663"/>
                  </a:lnTo>
                  <a:lnTo>
                    <a:pt x="30253" y="35318"/>
                  </a:lnTo>
                  <a:lnTo>
                    <a:pt x="28315" y="33333"/>
                  </a:lnTo>
                  <a:lnTo>
                    <a:pt x="25586" y="34410"/>
                  </a:lnTo>
                  <a:lnTo>
                    <a:pt x="24186" y="37332"/>
                  </a:lnTo>
                  <a:lnTo>
                    <a:pt x="18099" y="41206"/>
                  </a:lnTo>
                  <a:lnTo>
                    <a:pt x="19068" y="37927"/>
                  </a:lnTo>
                  <a:lnTo>
                    <a:pt x="15759" y="37594"/>
                  </a:lnTo>
                  <a:lnTo>
                    <a:pt x="3449" y="42359"/>
                  </a:lnTo>
                  <a:lnTo>
                    <a:pt x="0" y="45619"/>
                  </a:lnTo>
                  <a:lnTo>
                    <a:pt x="1185" y="36420"/>
                  </a:lnTo>
                  <a:lnTo>
                    <a:pt x="5164" y="33965"/>
                  </a:lnTo>
                  <a:lnTo>
                    <a:pt x="7372" y="31634"/>
                  </a:lnTo>
                  <a:lnTo>
                    <a:pt x="8105" y="25453"/>
                  </a:lnTo>
                  <a:lnTo>
                    <a:pt x="6406" y="19162"/>
                  </a:lnTo>
                  <a:lnTo>
                    <a:pt x="8238" y="16088"/>
                  </a:lnTo>
                  <a:lnTo>
                    <a:pt x="12493" y="4933"/>
                  </a:lnTo>
                  <a:lnTo>
                    <a:pt x="15430" y="6085"/>
                  </a:lnTo>
                  <a:lnTo>
                    <a:pt x="18365" y="5549"/>
                  </a:lnTo>
                  <a:lnTo>
                    <a:pt x="18854" y="2554"/>
                  </a:lnTo>
                  <a:lnTo>
                    <a:pt x="1743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h4598"/>
            <p:cNvSpPr/>
            <p:nvPr/>
          </p:nvSpPr>
          <p:spPr>
            <a:xfrm>
              <a:off x="7493114" y="3213767"/>
              <a:ext cx="11483" cy="11768"/>
            </a:xfrm>
            <a:custGeom>
              <a:avLst/>
              <a:pathLst>
                <a:path w="11483" h="11768">
                  <a:moveTo>
                    <a:pt x="8164" y="2894"/>
                  </a:moveTo>
                  <a:lnTo>
                    <a:pt x="9904" y="3154"/>
                  </a:lnTo>
                  <a:lnTo>
                    <a:pt x="11087" y="3895"/>
                  </a:lnTo>
                  <a:lnTo>
                    <a:pt x="11483" y="5555"/>
                  </a:lnTo>
                  <a:lnTo>
                    <a:pt x="8577" y="10518"/>
                  </a:lnTo>
                  <a:lnTo>
                    <a:pt x="8358" y="11768"/>
                  </a:lnTo>
                  <a:lnTo>
                    <a:pt x="7423" y="11695"/>
                  </a:lnTo>
                  <a:lnTo>
                    <a:pt x="3841" y="9454"/>
                  </a:lnTo>
                  <a:lnTo>
                    <a:pt x="1500" y="7241"/>
                  </a:lnTo>
                  <a:lnTo>
                    <a:pt x="984" y="5324"/>
                  </a:lnTo>
                  <a:lnTo>
                    <a:pt x="0" y="3285"/>
                  </a:lnTo>
                  <a:lnTo>
                    <a:pt x="273" y="2148"/>
                  </a:lnTo>
                  <a:lnTo>
                    <a:pt x="726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h4599"/>
            <p:cNvSpPr/>
            <p:nvPr/>
          </p:nvSpPr>
          <p:spPr>
            <a:xfrm>
              <a:off x="7484535" y="3513325"/>
              <a:ext cx="20756" cy="18468"/>
            </a:xfrm>
            <a:custGeom>
              <a:avLst/>
              <a:pathLst>
                <a:path w="20756" h="18468">
                  <a:moveTo>
                    <a:pt x="17222" y="0"/>
                  </a:moveTo>
                  <a:lnTo>
                    <a:pt x="20756" y="6155"/>
                  </a:lnTo>
                  <a:lnTo>
                    <a:pt x="18774" y="15717"/>
                  </a:lnTo>
                  <a:lnTo>
                    <a:pt x="12472" y="18468"/>
                  </a:lnTo>
                  <a:lnTo>
                    <a:pt x="4619" y="17920"/>
                  </a:lnTo>
                  <a:lnTo>
                    <a:pt x="1103" y="14501"/>
                  </a:lnTo>
                  <a:lnTo>
                    <a:pt x="0" y="10754"/>
                  </a:lnTo>
                  <a:lnTo>
                    <a:pt x="808" y="9488"/>
                  </a:lnTo>
                  <a:lnTo>
                    <a:pt x="2179" y="9256"/>
                  </a:lnTo>
                  <a:lnTo>
                    <a:pt x="8700" y="8444"/>
                  </a:lnTo>
                  <a:lnTo>
                    <a:pt x="10319" y="7435"/>
                  </a:lnTo>
                  <a:lnTo>
                    <a:pt x="12188" y="4541"/>
                  </a:lnTo>
                  <a:lnTo>
                    <a:pt x="13272" y="2813"/>
                  </a:lnTo>
                  <a:lnTo>
                    <a:pt x="16984" y="147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h4600"/>
            <p:cNvSpPr/>
            <p:nvPr/>
          </p:nvSpPr>
          <p:spPr>
            <a:xfrm>
              <a:off x="7543220" y="3485097"/>
              <a:ext cx="16087" cy="13241"/>
            </a:xfrm>
            <a:custGeom>
              <a:avLst/>
              <a:pathLst>
                <a:path w="16087" h="13241">
                  <a:moveTo>
                    <a:pt x="5101" y="2569"/>
                  </a:moveTo>
                  <a:lnTo>
                    <a:pt x="3661" y="3564"/>
                  </a:lnTo>
                  <a:lnTo>
                    <a:pt x="4944" y="4054"/>
                  </a:lnTo>
                  <a:lnTo>
                    <a:pt x="13076" y="3431"/>
                  </a:lnTo>
                  <a:lnTo>
                    <a:pt x="13622" y="1354"/>
                  </a:lnTo>
                  <a:lnTo>
                    <a:pt x="16087" y="4825"/>
                  </a:lnTo>
                  <a:lnTo>
                    <a:pt x="13107" y="7826"/>
                  </a:lnTo>
                  <a:lnTo>
                    <a:pt x="10809" y="13241"/>
                  </a:lnTo>
                  <a:lnTo>
                    <a:pt x="3976" y="8128"/>
                  </a:lnTo>
                  <a:lnTo>
                    <a:pt x="0" y="7931"/>
                  </a:lnTo>
                  <a:lnTo>
                    <a:pt x="120" y="6029"/>
                  </a:lnTo>
                  <a:lnTo>
                    <a:pt x="2764" y="3578"/>
                  </a:lnTo>
                  <a:lnTo>
                    <a:pt x="2309" y="1902"/>
                  </a:lnTo>
                  <a:lnTo>
                    <a:pt x="391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h4601"/>
            <p:cNvSpPr/>
            <p:nvPr/>
          </p:nvSpPr>
          <p:spPr>
            <a:xfrm>
              <a:off x="7568361" y="3333131"/>
              <a:ext cx="17885" cy="9996"/>
            </a:xfrm>
            <a:custGeom>
              <a:avLst/>
              <a:pathLst>
                <a:path w="17885" h="9996">
                  <a:moveTo>
                    <a:pt x="11578" y="3376"/>
                  </a:moveTo>
                  <a:lnTo>
                    <a:pt x="12415" y="2872"/>
                  </a:lnTo>
                  <a:lnTo>
                    <a:pt x="15222" y="3463"/>
                  </a:lnTo>
                  <a:lnTo>
                    <a:pt x="17885" y="6243"/>
                  </a:lnTo>
                  <a:lnTo>
                    <a:pt x="11039" y="6324"/>
                  </a:lnTo>
                  <a:lnTo>
                    <a:pt x="5572" y="9996"/>
                  </a:lnTo>
                  <a:lnTo>
                    <a:pt x="0" y="5900"/>
                  </a:lnTo>
                  <a:lnTo>
                    <a:pt x="712" y="2909"/>
                  </a:lnTo>
                  <a:lnTo>
                    <a:pt x="5634" y="2423"/>
                  </a:lnTo>
                  <a:lnTo>
                    <a:pt x="648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h4602"/>
            <p:cNvSpPr/>
            <p:nvPr/>
          </p:nvSpPr>
          <p:spPr>
            <a:xfrm>
              <a:off x="7520895" y="3393380"/>
              <a:ext cx="5908" cy="8815"/>
            </a:xfrm>
            <a:custGeom>
              <a:avLst/>
              <a:pathLst>
                <a:path w="5908" h="8815">
                  <a:moveTo>
                    <a:pt x="5908" y="959"/>
                  </a:moveTo>
                  <a:lnTo>
                    <a:pt x="3346" y="8815"/>
                  </a:lnTo>
                  <a:lnTo>
                    <a:pt x="795" y="8165"/>
                  </a:lnTo>
                  <a:lnTo>
                    <a:pt x="0" y="7767"/>
                  </a:lnTo>
                  <a:lnTo>
                    <a:pt x="172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h4603"/>
            <p:cNvSpPr/>
            <p:nvPr/>
          </p:nvSpPr>
          <p:spPr>
            <a:xfrm>
              <a:off x="7411794" y="3333003"/>
              <a:ext cx="6544" cy="4019"/>
            </a:xfrm>
            <a:custGeom>
              <a:avLst/>
              <a:pathLst>
                <a:path w="6544" h="4019">
                  <a:moveTo>
                    <a:pt x="6028" y="856"/>
                  </a:moveTo>
                  <a:lnTo>
                    <a:pt x="6544" y="3683"/>
                  </a:lnTo>
                  <a:lnTo>
                    <a:pt x="2771" y="4019"/>
                  </a:lnTo>
                  <a:lnTo>
                    <a:pt x="0" y="1305"/>
                  </a:lnTo>
                  <a:lnTo>
                    <a:pt x="661" y="598"/>
                  </a:lnTo>
                  <a:lnTo>
                    <a:pt x="210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h4604"/>
            <p:cNvSpPr/>
            <p:nvPr/>
          </p:nvSpPr>
          <p:spPr>
            <a:xfrm>
              <a:off x="7629431" y="3420555"/>
              <a:ext cx="17462" cy="16554"/>
            </a:xfrm>
            <a:custGeom>
              <a:avLst/>
              <a:pathLst>
                <a:path w="17462" h="16554">
                  <a:moveTo>
                    <a:pt x="6480" y="898"/>
                  </a:moveTo>
                  <a:lnTo>
                    <a:pt x="12376" y="4306"/>
                  </a:lnTo>
                  <a:lnTo>
                    <a:pt x="16010" y="9490"/>
                  </a:lnTo>
                  <a:lnTo>
                    <a:pt x="17462" y="10222"/>
                  </a:lnTo>
                  <a:lnTo>
                    <a:pt x="13464" y="15502"/>
                  </a:lnTo>
                  <a:lnTo>
                    <a:pt x="11843" y="16554"/>
                  </a:lnTo>
                  <a:lnTo>
                    <a:pt x="229" y="10278"/>
                  </a:lnTo>
                  <a:lnTo>
                    <a:pt x="0" y="8981"/>
                  </a:lnTo>
                  <a:lnTo>
                    <a:pt x="3187" y="3435"/>
                  </a:lnTo>
                  <a:lnTo>
                    <a:pt x="3273" y="2260"/>
                  </a:lnTo>
                  <a:lnTo>
                    <a:pt x="151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h4605"/>
            <p:cNvSpPr/>
            <p:nvPr/>
          </p:nvSpPr>
          <p:spPr>
            <a:xfrm>
              <a:off x="7345231" y="3269172"/>
              <a:ext cx="11290" cy="9501"/>
            </a:xfrm>
            <a:custGeom>
              <a:avLst/>
              <a:pathLst>
                <a:path w="11290" h="9501">
                  <a:moveTo>
                    <a:pt x="5919" y="1062"/>
                  </a:moveTo>
                  <a:lnTo>
                    <a:pt x="7539" y="198"/>
                  </a:lnTo>
                  <a:lnTo>
                    <a:pt x="11290" y="9230"/>
                  </a:lnTo>
                  <a:lnTo>
                    <a:pt x="4740" y="9501"/>
                  </a:lnTo>
                  <a:lnTo>
                    <a:pt x="2835" y="6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h4606"/>
            <p:cNvSpPr/>
            <p:nvPr/>
          </p:nvSpPr>
          <p:spPr>
            <a:xfrm>
              <a:off x="7408744" y="3302042"/>
              <a:ext cx="7628" cy="10033"/>
            </a:xfrm>
            <a:custGeom>
              <a:avLst/>
              <a:pathLst>
                <a:path w="7628" h="10033">
                  <a:moveTo>
                    <a:pt x="7628" y="5682"/>
                  </a:moveTo>
                  <a:lnTo>
                    <a:pt x="6898" y="9218"/>
                  </a:lnTo>
                  <a:lnTo>
                    <a:pt x="2018" y="10033"/>
                  </a:lnTo>
                  <a:lnTo>
                    <a:pt x="954" y="7122"/>
                  </a:lnTo>
                  <a:lnTo>
                    <a:pt x="1713" y="5596"/>
                  </a:lnTo>
                  <a:lnTo>
                    <a:pt x="1349" y="17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h4607"/>
            <p:cNvSpPr/>
            <p:nvPr/>
          </p:nvSpPr>
          <p:spPr>
            <a:xfrm>
              <a:off x="7493640" y="3311081"/>
              <a:ext cx="18574" cy="19111"/>
            </a:xfrm>
            <a:custGeom>
              <a:avLst/>
              <a:pathLst>
                <a:path w="18574" h="19111">
                  <a:moveTo>
                    <a:pt x="11774" y="124"/>
                  </a:moveTo>
                  <a:lnTo>
                    <a:pt x="16953" y="12361"/>
                  </a:lnTo>
                  <a:lnTo>
                    <a:pt x="16693" y="13345"/>
                  </a:lnTo>
                  <a:lnTo>
                    <a:pt x="18574" y="18993"/>
                  </a:lnTo>
                  <a:lnTo>
                    <a:pt x="13547" y="19111"/>
                  </a:lnTo>
                  <a:lnTo>
                    <a:pt x="9278" y="17492"/>
                  </a:lnTo>
                  <a:lnTo>
                    <a:pt x="10582" y="16105"/>
                  </a:lnTo>
                  <a:lnTo>
                    <a:pt x="9616" y="13002"/>
                  </a:lnTo>
                  <a:lnTo>
                    <a:pt x="6909" y="11183"/>
                  </a:lnTo>
                  <a:lnTo>
                    <a:pt x="10146" y="6995"/>
                  </a:lnTo>
                  <a:lnTo>
                    <a:pt x="7421" y="7109"/>
                  </a:lnTo>
                  <a:lnTo>
                    <a:pt x="5553" y="9667"/>
                  </a:lnTo>
                  <a:lnTo>
                    <a:pt x="992" y="9217"/>
                  </a:lnTo>
                  <a:lnTo>
                    <a:pt x="0" y="7917"/>
                  </a:lnTo>
                  <a:lnTo>
                    <a:pt x="2234" y="4026"/>
                  </a:lnTo>
                  <a:lnTo>
                    <a:pt x="785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h4608"/>
            <p:cNvSpPr/>
            <p:nvPr/>
          </p:nvSpPr>
          <p:spPr>
            <a:xfrm>
              <a:off x="7398965" y="3279152"/>
              <a:ext cx="6923" cy="6497"/>
            </a:xfrm>
            <a:custGeom>
              <a:avLst/>
              <a:pathLst>
                <a:path w="6923" h="6497">
                  <a:moveTo>
                    <a:pt x="3425" y="0"/>
                  </a:moveTo>
                  <a:lnTo>
                    <a:pt x="6923" y="636"/>
                  </a:lnTo>
                  <a:lnTo>
                    <a:pt x="4227" y="6497"/>
                  </a:lnTo>
                  <a:lnTo>
                    <a:pt x="0" y="5055"/>
                  </a:lnTo>
                  <a:lnTo>
                    <a:pt x="911" y="37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h4609"/>
            <p:cNvSpPr/>
            <p:nvPr/>
          </p:nvSpPr>
          <p:spPr>
            <a:xfrm>
              <a:off x="7589720" y="3370388"/>
              <a:ext cx="13316" cy="12010"/>
            </a:xfrm>
            <a:custGeom>
              <a:avLst/>
              <a:pathLst>
                <a:path w="13316" h="12010">
                  <a:moveTo>
                    <a:pt x="4946" y="236"/>
                  </a:moveTo>
                  <a:lnTo>
                    <a:pt x="9452" y="2678"/>
                  </a:lnTo>
                  <a:lnTo>
                    <a:pt x="11713" y="4832"/>
                  </a:lnTo>
                  <a:lnTo>
                    <a:pt x="10566" y="7155"/>
                  </a:lnTo>
                  <a:lnTo>
                    <a:pt x="13316" y="9047"/>
                  </a:lnTo>
                  <a:lnTo>
                    <a:pt x="12373" y="11350"/>
                  </a:lnTo>
                  <a:lnTo>
                    <a:pt x="10713" y="12010"/>
                  </a:lnTo>
                  <a:lnTo>
                    <a:pt x="6969" y="11039"/>
                  </a:lnTo>
                  <a:lnTo>
                    <a:pt x="3929" y="11489"/>
                  </a:lnTo>
                  <a:lnTo>
                    <a:pt x="2392" y="10768"/>
                  </a:lnTo>
                  <a:lnTo>
                    <a:pt x="353" y="8010"/>
                  </a:lnTo>
                  <a:lnTo>
                    <a:pt x="0" y="5834"/>
                  </a:lnTo>
                  <a:lnTo>
                    <a:pt x="146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h4610"/>
            <p:cNvSpPr/>
            <p:nvPr/>
          </p:nvSpPr>
          <p:spPr>
            <a:xfrm>
              <a:off x="7497941" y="3483426"/>
              <a:ext cx="13756" cy="21776"/>
            </a:xfrm>
            <a:custGeom>
              <a:avLst/>
              <a:pathLst>
                <a:path w="13756" h="21776">
                  <a:moveTo>
                    <a:pt x="9225" y="3189"/>
                  </a:moveTo>
                  <a:lnTo>
                    <a:pt x="10940" y="7300"/>
                  </a:lnTo>
                  <a:lnTo>
                    <a:pt x="12824" y="18149"/>
                  </a:lnTo>
                  <a:lnTo>
                    <a:pt x="13756" y="20554"/>
                  </a:lnTo>
                  <a:lnTo>
                    <a:pt x="10882" y="21776"/>
                  </a:lnTo>
                  <a:lnTo>
                    <a:pt x="0" y="14960"/>
                  </a:lnTo>
                  <a:lnTo>
                    <a:pt x="2124" y="5555"/>
                  </a:lnTo>
                  <a:lnTo>
                    <a:pt x="432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h4611"/>
            <p:cNvSpPr/>
            <p:nvPr/>
          </p:nvSpPr>
          <p:spPr>
            <a:xfrm>
              <a:off x="7362013" y="3262992"/>
              <a:ext cx="22496" cy="7287"/>
            </a:xfrm>
            <a:custGeom>
              <a:avLst/>
              <a:pathLst>
                <a:path w="22496" h="7287">
                  <a:moveTo>
                    <a:pt x="17479" y="365"/>
                  </a:moveTo>
                  <a:lnTo>
                    <a:pt x="19379" y="1430"/>
                  </a:lnTo>
                  <a:lnTo>
                    <a:pt x="22496" y="4477"/>
                  </a:lnTo>
                  <a:lnTo>
                    <a:pt x="21041" y="6366"/>
                  </a:lnTo>
                  <a:lnTo>
                    <a:pt x="19065" y="7247"/>
                  </a:lnTo>
                  <a:lnTo>
                    <a:pt x="16270" y="7287"/>
                  </a:lnTo>
                  <a:lnTo>
                    <a:pt x="4160" y="6550"/>
                  </a:lnTo>
                  <a:lnTo>
                    <a:pt x="0" y="646"/>
                  </a:lnTo>
                  <a:lnTo>
                    <a:pt x="8137" y="1208"/>
                  </a:lnTo>
                  <a:lnTo>
                    <a:pt x="1273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h4612"/>
            <p:cNvSpPr/>
            <p:nvPr/>
          </p:nvSpPr>
          <p:spPr>
            <a:xfrm>
              <a:off x="7494310" y="3415327"/>
              <a:ext cx="3364" cy="2461"/>
            </a:xfrm>
            <a:custGeom>
              <a:avLst/>
              <a:pathLst>
                <a:path w="3364" h="2461">
                  <a:moveTo>
                    <a:pt x="3364" y="937"/>
                  </a:moveTo>
                  <a:lnTo>
                    <a:pt x="3273" y="2143"/>
                  </a:lnTo>
                  <a:lnTo>
                    <a:pt x="2130" y="24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h4613"/>
            <p:cNvSpPr/>
            <p:nvPr/>
          </p:nvSpPr>
          <p:spPr>
            <a:xfrm>
              <a:off x="7510009" y="3338397"/>
              <a:ext cx="5565" cy="4017"/>
            </a:xfrm>
            <a:custGeom>
              <a:avLst/>
              <a:pathLst>
                <a:path w="5565" h="4017">
                  <a:moveTo>
                    <a:pt x="5565" y="2949"/>
                  </a:moveTo>
                  <a:lnTo>
                    <a:pt x="0" y="4017"/>
                  </a:lnTo>
                  <a:lnTo>
                    <a:pt x="197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h4614"/>
            <p:cNvSpPr/>
            <p:nvPr/>
          </p:nvSpPr>
          <p:spPr>
            <a:xfrm>
              <a:off x="7291149" y="3312425"/>
              <a:ext cx="14473" cy="12502"/>
            </a:xfrm>
            <a:custGeom>
              <a:avLst/>
              <a:pathLst>
                <a:path w="14473" h="12502">
                  <a:moveTo>
                    <a:pt x="9800" y="1277"/>
                  </a:moveTo>
                  <a:lnTo>
                    <a:pt x="14473" y="7246"/>
                  </a:lnTo>
                  <a:lnTo>
                    <a:pt x="13524" y="12502"/>
                  </a:lnTo>
                  <a:lnTo>
                    <a:pt x="5388" y="11061"/>
                  </a:lnTo>
                  <a:lnTo>
                    <a:pt x="1097" y="11346"/>
                  </a:lnTo>
                  <a:lnTo>
                    <a:pt x="0" y="9068"/>
                  </a:lnTo>
                  <a:lnTo>
                    <a:pt x="2433" y="9616"/>
                  </a:lnTo>
                  <a:lnTo>
                    <a:pt x="4535" y="8681"/>
                  </a:lnTo>
                  <a:lnTo>
                    <a:pt x="3872" y="2504"/>
                  </a:lnTo>
                  <a:lnTo>
                    <a:pt x="543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h4615"/>
            <p:cNvSpPr/>
            <p:nvPr/>
          </p:nvSpPr>
          <p:spPr>
            <a:xfrm>
              <a:off x="7483470" y="3251737"/>
              <a:ext cx="8486" cy="7382"/>
            </a:xfrm>
            <a:custGeom>
              <a:avLst/>
              <a:pathLst>
                <a:path w="8486" h="7382">
                  <a:moveTo>
                    <a:pt x="7151" y="3"/>
                  </a:moveTo>
                  <a:lnTo>
                    <a:pt x="8486" y="1058"/>
                  </a:lnTo>
                  <a:lnTo>
                    <a:pt x="6353" y="7382"/>
                  </a:lnTo>
                  <a:lnTo>
                    <a:pt x="4455" y="6446"/>
                  </a:lnTo>
                  <a:lnTo>
                    <a:pt x="578" y="6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h4616"/>
            <p:cNvSpPr/>
            <p:nvPr/>
          </p:nvSpPr>
          <p:spPr>
            <a:xfrm>
              <a:off x="7704328" y="3438317"/>
              <a:ext cx="16047" cy="16829"/>
            </a:xfrm>
            <a:custGeom>
              <a:avLst/>
              <a:pathLst>
                <a:path w="16047" h="16829">
                  <a:moveTo>
                    <a:pt x="16047" y="1043"/>
                  </a:moveTo>
                  <a:lnTo>
                    <a:pt x="13677" y="6109"/>
                  </a:lnTo>
                  <a:lnTo>
                    <a:pt x="9351" y="7003"/>
                  </a:lnTo>
                  <a:lnTo>
                    <a:pt x="7167" y="9257"/>
                  </a:lnTo>
                  <a:lnTo>
                    <a:pt x="7528" y="12459"/>
                  </a:lnTo>
                  <a:lnTo>
                    <a:pt x="0" y="16829"/>
                  </a:lnTo>
                  <a:lnTo>
                    <a:pt x="1675" y="12516"/>
                  </a:lnTo>
                  <a:lnTo>
                    <a:pt x="4358" y="5233"/>
                  </a:lnTo>
                  <a:lnTo>
                    <a:pt x="14382" y="1410"/>
                  </a:lnTo>
                  <a:lnTo>
                    <a:pt x="1497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h4617"/>
            <p:cNvSpPr/>
            <p:nvPr/>
          </p:nvSpPr>
          <p:spPr>
            <a:xfrm>
              <a:off x="7505975" y="3371043"/>
              <a:ext cx="12100" cy="8310"/>
            </a:xfrm>
            <a:custGeom>
              <a:avLst/>
              <a:pathLst>
                <a:path w="12100" h="8310">
                  <a:moveTo>
                    <a:pt x="11060" y="2147"/>
                  </a:moveTo>
                  <a:lnTo>
                    <a:pt x="4997" y="7152"/>
                  </a:lnTo>
                  <a:lnTo>
                    <a:pt x="3360" y="8310"/>
                  </a:lnTo>
                  <a:lnTo>
                    <a:pt x="0" y="6656"/>
                  </a:lnTo>
                  <a:lnTo>
                    <a:pt x="7" y="5500"/>
                  </a:lnTo>
                  <a:lnTo>
                    <a:pt x="3956" y="1639"/>
                  </a:lnTo>
                  <a:lnTo>
                    <a:pt x="1210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h4618"/>
            <p:cNvSpPr/>
            <p:nvPr/>
          </p:nvSpPr>
          <p:spPr>
            <a:xfrm>
              <a:off x="7302628" y="3288220"/>
              <a:ext cx="13535" cy="6716"/>
            </a:xfrm>
            <a:custGeom>
              <a:avLst/>
              <a:pathLst>
                <a:path w="13535" h="6716">
                  <a:moveTo>
                    <a:pt x="7236" y="1240"/>
                  </a:moveTo>
                  <a:lnTo>
                    <a:pt x="9877" y="2721"/>
                  </a:lnTo>
                  <a:lnTo>
                    <a:pt x="13535" y="3062"/>
                  </a:lnTo>
                  <a:lnTo>
                    <a:pt x="12497" y="6716"/>
                  </a:lnTo>
                  <a:lnTo>
                    <a:pt x="8776" y="6122"/>
                  </a:lnTo>
                  <a:lnTo>
                    <a:pt x="3860" y="2946"/>
                  </a:lnTo>
                  <a:lnTo>
                    <a:pt x="2701" y="2903"/>
                  </a:lnTo>
                  <a:lnTo>
                    <a:pt x="2799" y="4965"/>
                  </a:lnTo>
                  <a:lnTo>
                    <a:pt x="910" y="4428"/>
                  </a:lnTo>
                  <a:lnTo>
                    <a:pt x="0" y="1395"/>
                  </a:lnTo>
                  <a:lnTo>
                    <a:pt x="959" y="823"/>
                  </a:lnTo>
                  <a:lnTo>
                    <a:pt x="163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h4619"/>
            <p:cNvSpPr/>
            <p:nvPr/>
          </p:nvSpPr>
          <p:spPr>
            <a:xfrm>
              <a:off x="7487384" y="3396996"/>
              <a:ext cx="6147" cy="4747"/>
            </a:xfrm>
            <a:custGeom>
              <a:avLst/>
              <a:pathLst>
                <a:path w="6147" h="4747">
                  <a:moveTo>
                    <a:pt x="3972" y="491"/>
                  </a:moveTo>
                  <a:lnTo>
                    <a:pt x="5411" y="294"/>
                  </a:lnTo>
                  <a:lnTo>
                    <a:pt x="6147" y="395"/>
                  </a:lnTo>
                  <a:lnTo>
                    <a:pt x="4435" y="4311"/>
                  </a:lnTo>
                  <a:lnTo>
                    <a:pt x="3496" y="4747"/>
                  </a:lnTo>
                  <a:lnTo>
                    <a:pt x="1324" y="3774"/>
                  </a:lnTo>
                  <a:lnTo>
                    <a:pt x="0" y="1953"/>
                  </a:lnTo>
                  <a:lnTo>
                    <a:pt x="11" y="791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h4620"/>
            <p:cNvSpPr/>
            <p:nvPr/>
          </p:nvSpPr>
          <p:spPr>
            <a:xfrm>
              <a:off x="7573743" y="3320684"/>
              <a:ext cx="39146" cy="25812"/>
            </a:xfrm>
            <a:custGeom>
              <a:avLst/>
              <a:pathLst>
                <a:path w="39146" h="25812">
                  <a:moveTo>
                    <a:pt x="16019" y="1930"/>
                  </a:moveTo>
                  <a:lnTo>
                    <a:pt x="23146" y="2587"/>
                  </a:lnTo>
                  <a:lnTo>
                    <a:pt x="21139" y="4592"/>
                  </a:lnTo>
                  <a:lnTo>
                    <a:pt x="20869" y="6253"/>
                  </a:lnTo>
                  <a:lnTo>
                    <a:pt x="27032" y="9167"/>
                  </a:lnTo>
                  <a:lnTo>
                    <a:pt x="28064" y="9100"/>
                  </a:lnTo>
                  <a:lnTo>
                    <a:pt x="28455" y="7008"/>
                  </a:lnTo>
                  <a:lnTo>
                    <a:pt x="29913" y="5889"/>
                  </a:lnTo>
                  <a:lnTo>
                    <a:pt x="32770" y="6992"/>
                  </a:lnTo>
                  <a:lnTo>
                    <a:pt x="33276" y="7536"/>
                  </a:lnTo>
                  <a:lnTo>
                    <a:pt x="32967" y="11262"/>
                  </a:lnTo>
                  <a:lnTo>
                    <a:pt x="34559" y="14201"/>
                  </a:lnTo>
                  <a:lnTo>
                    <a:pt x="39146" y="15822"/>
                  </a:lnTo>
                  <a:lnTo>
                    <a:pt x="37414" y="15993"/>
                  </a:lnTo>
                  <a:lnTo>
                    <a:pt x="37112" y="18521"/>
                  </a:lnTo>
                  <a:lnTo>
                    <a:pt x="35761" y="21140"/>
                  </a:lnTo>
                  <a:lnTo>
                    <a:pt x="32060" y="25811"/>
                  </a:lnTo>
                  <a:lnTo>
                    <a:pt x="29857" y="25812"/>
                  </a:lnTo>
                  <a:lnTo>
                    <a:pt x="26365" y="23106"/>
                  </a:lnTo>
                  <a:lnTo>
                    <a:pt x="24528" y="23554"/>
                  </a:lnTo>
                  <a:lnTo>
                    <a:pt x="24125" y="24384"/>
                  </a:lnTo>
                  <a:lnTo>
                    <a:pt x="23774" y="23623"/>
                  </a:lnTo>
                  <a:lnTo>
                    <a:pt x="25678" y="16531"/>
                  </a:lnTo>
                  <a:lnTo>
                    <a:pt x="18008" y="15352"/>
                  </a:lnTo>
                  <a:lnTo>
                    <a:pt x="16528" y="11857"/>
                  </a:lnTo>
                  <a:lnTo>
                    <a:pt x="14935" y="10935"/>
                  </a:lnTo>
                  <a:lnTo>
                    <a:pt x="11124" y="10179"/>
                  </a:lnTo>
                  <a:lnTo>
                    <a:pt x="5260" y="13043"/>
                  </a:lnTo>
                  <a:lnTo>
                    <a:pt x="6196" y="15822"/>
                  </a:lnTo>
                  <a:lnTo>
                    <a:pt x="1105" y="12446"/>
                  </a:lnTo>
                  <a:lnTo>
                    <a:pt x="0" y="9908"/>
                  </a:lnTo>
                  <a:lnTo>
                    <a:pt x="5175" y="4419"/>
                  </a:lnTo>
                  <a:lnTo>
                    <a:pt x="5371" y="2013"/>
                  </a:lnTo>
                  <a:lnTo>
                    <a:pt x="7817" y="121"/>
                  </a:lnTo>
                  <a:lnTo>
                    <a:pt x="10770" y="1704"/>
                  </a:lnTo>
                  <a:lnTo>
                    <a:pt x="14472" y="1005"/>
                  </a:lnTo>
                  <a:lnTo>
                    <a:pt x="1518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h4621"/>
            <p:cNvSpPr/>
            <p:nvPr/>
          </p:nvSpPr>
          <p:spPr>
            <a:xfrm>
              <a:off x="7612165" y="3312276"/>
              <a:ext cx="5945" cy="6511"/>
            </a:xfrm>
            <a:custGeom>
              <a:avLst/>
              <a:pathLst>
                <a:path w="5945" h="6511">
                  <a:moveTo>
                    <a:pt x="3949" y="6511"/>
                  </a:moveTo>
                  <a:lnTo>
                    <a:pt x="679" y="6250"/>
                  </a:lnTo>
                  <a:lnTo>
                    <a:pt x="0" y="5603"/>
                  </a:lnTo>
                  <a:lnTo>
                    <a:pt x="2522" y="1458"/>
                  </a:lnTo>
                  <a:lnTo>
                    <a:pt x="4800" y="0"/>
                  </a:lnTo>
                  <a:lnTo>
                    <a:pt x="5945" y="121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h4622"/>
            <p:cNvSpPr/>
            <p:nvPr/>
          </p:nvSpPr>
          <p:spPr>
            <a:xfrm>
              <a:off x="7591903" y="3269717"/>
              <a:ext cx="9192" cy="10385"/>
            </a:xfrm>
            <a:custGeom>
              <a:avLst/>
              <a:pathLst>
                <a:path w="9192" h="10385">
                  <a:moveTo>
                    <a:pt x="8494" y="5103"/>
                  </a:moveTo>
                  <a:lnTo>
                    <a:pt x="7368" y="8201"/>
                  </a:lnTo>
                  <a:lnTo>
                    <a:pt x="4265" y="10385"/>
                  </a:lnTo>
                  <a:lnTo>
                    <a:pt x="1325" y="7459"/>
                  </a:lnTo>
                  <a:lnTo>
                    <a:pt x="546" y="7610"/>
                  </a:lnTo>
                  <a:lnTo>
                    <a:pt x="0" y="6211"/>
                  </a:lnTo>
                  <a:lnTo>
                    <a:pt x="3090" y="5853"/>
                  </a:lnTo>
                  <a:lnTo>
                    <a:pt x="4862" y="4824"/>
                  </a:lnTo>
                  <a:lnTo>
                    <a:pt x="7884" y="0"/>
                  </a:lnTo>
                  <a:lnTo>
                    <a:pt x="9192" y="240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h4623"/>
            <p:cNvSpPr/>
            <p:nvPr/>
          </p:nvSpPr>
          <p:spPr>
            <a:xfrm>
              <a:off x="7582412" y="3228827"/>
              <a:ext cx="24185" cy="40361"/>
            </a:xfrm>
            <a:custGeom>
              <a:avLst/>
              <a:pathLst>
                <a:path w="24185" h="40361">
                  <a:moveTo>
                    <a:pt x="7757" y="2276"/>
                  </a:moveTo>
                  <a:lnTo>
                    <a:pt x="10229" y="2877"/>
                  </a:lnTo>
                  <a:lnTo>
                    <a:pt x="16687" y="3246"/>
                  </a:lnTo>
                  <a:lnTo>
                    <a:pt x="19003" y="3379"/>
                  </a:lnTo>
                  <a:lnTo>
                    <a:pt x="20396" y="9638"/>
                  </a:lnTo>
                  <a:lnTo>
                    <a:pt x="24185" y="26737"/>
                  </a:lnTo>
                  <a:lnTo>
                    <a:pt x="18662" y="40361"/>
                  </a:lnTo>
                  <a:lnTo>
                    <a:pt x="11421" y="37146"/>
                  </a:lnTo>
                  <a:lnTo>
                    <a:pt x="5414" y="30031"/>
                  </a:lnTo>
                  <a:lnTo>
                    <a:pt x="4610" y="22831"/>
                  </a:lnTo>
                  <a:lnTo>
                    <a:pt x="0" y="17934"/>
                  </a:lnTo>
                  <a:lnTo>
                    <a:pt x="302" y="8492"/>
                  </a:lnTo>
                  <a:lnTo>
                    <a:pt x="1669" y="10478"/>
                  </a:lnTo>
                  <a:lnTo>
                    <a:pt x="2416" y="8743"/>
                  </a:lnTo>
                  <a:lnTo>
                    <a:pt x="560" y="1833"/>
                  </a:lnTo>
                  <a:lnTo>
                    <a:pt x="3602" y="0"/>
                  </a:lnTo>
                  <a:lnTo>
                    <a:pt x="5363" y="11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h4624"/>
            <p:cNvSpPr/>
            <p:nvPr/>
          </p:nvSpPr>
          <p:spPr>
            <a:xfrm>
              <a:off x="7470615" y="3433738"/>
              <a:ext cx="19895" cy="14028"/>
            </a:xfrm>
            <a:custGeom>
              <a:avLst/>
              <a:pathLst>
                <a:path w="19895" h="14028">
                  <a:moveTo>
                    <a:pt x="6456" y="1692"/>
                  </a:moveTo>
                  <a:lnTo>
                    <a:pt x="7410" y="4846"/>
                  </a:lnTo>
                  <a:lnTo>
                    <a:pt x="11703" y="5509"/>
                  </a:lnTo>
                  <a:lnTo>
                    <a:pt x="11826" y="2198"/>
                  </a:lnTo>
                  <a:lnTo>
                    <a:pt x="13329" y="453"/>
                  </a:lnTo>
                  <a:lnTo>
                    <a:pt x="18640" y="6544"/>
                  </a:lnTo>
                  <a:lnTo>
                    <a:pt x="18662" y="11072"/>
                  </a:lnTo>
                  <a:lnTo>
                    <a:pt x="19895" y="12205"/>
                  </a:lnTo>
                  <a:lnTo>
                    <a:pt x="14895" y="14028"/>
                  </a:lnTo>
                  <a:lnTo>
                    <a:pt x="10907" y="12918"/>
                  </a:lnTo>
                  <a:lnTo>
                    <a:pt x="9933" y="11055"/>
                  </a:lnTo>
                  <a:lnTo>
                    <a:pt x="6981" y="9572"/>
                  </a:lnTo>
                  <a:lnTo>
                    <a:pt x="4772" y="10412"/>
                  </a:lnTo>
                  <a:lnTo>
                    <a:pt x="1089" y="8245"/>
                  </a:lnTo>
                  <a:lnTo>
                    <a:pt x="0" y="7749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h4625"/>
            <p:cNvSpPr/>
            <p:nvPr/>
          </p:nvSpPr>
          <p:spPr>
            <a:xfrm>
              <a:off x="7281085" y="3467498"/>
              <a:ext cx="15297" cy="21746"/>
            </a:xfrm>
            <a:custGeom>
              <a:avLst/>
              <a:pathLst>
                <a:path w="15297" h="21746">
                  <a:moveTo>
                    <a:pt x="8153" y="4375"/>
                  </a:moveTo>
                  <a:lnTo>
                    <a:pt x="11673" y="4728"/>
                  </a:lnTo>
                  <a:lnTo>
                    <a:pt x="14386" y="3900"/>
                  </a:lnTo>
                  <a:lnTo>
                    <a:pt x="15297" y="9163"/>
                  </a:lnTo>
                  <a:lnTo>
                    <a:pt x="13565" y="14998"/>
                  </a:lnTo>
                  <a:lnTo>
                    <a:pt x="13213" y="21746"/>
                  </a:lnTo>
                  <a:lnTo>
                    <a:pt x="0" y="20001"/>
                  </a:lnTo>
                  <a:lnTo>
                    <a:pt x="1159" y="19706"/>
                  </a:lnTo>
                  <a:lnTo>
                    <a:pt x="3739" y="5801"/>
                  </a:lnTo>
                  <a:lnTo>
                    <a:pt x="787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h4626"/>
            <p:cNvSpPr/>
            <p:nvPr/>
          </p:nvSpPr>
          <p:spPr>
            <a:xfrm>
              <a:off x="7495292" y="3421850"/>
              <a:ext cx="4675" cy="3209"/>
            </a:xfrm>
            <a:custGeom>
              <a:avLst/>
              <a:pathLst>
                <a:path w="4675" h="3209">
                  <a:moveTo>
                    <a:pt x="4675" y="122"/>
                  </a:moveTo>
                  <a:lnTo>
                    <a:pt x="1637" y="3144"/>
                  </a:lnTo>
                  <a:lnTo>
                    <a:pt x="0" y="3209"/>
                  </a:lnTo>
                  <a:lnTo>
                    <a:pt x="65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h4627"/>
            <p:cNvSpPr/>
            <p:nvPr/>
          </p:nvSpPr>
          <p:spPr>
            <a:xfrm>
              <a:off x="7322273" y="3292116"/>
              <a:ext cx="25107" cy="17441"/>
            </a:xfrm>
            <a:custGeom>
              <a:avLst/>
              <a:pathLst>
                <a:path w="25107" h="17441">
                  <a:moveTo>
                    <a:pt x="6081" y="970"/>
                  </a:moveTo>
                  <a:lnTo>
                    <a:pt x="5508" y="2372"/>
                  </a:lnTo>
                  <a:lnTo>
                    <a:pt x="6954" y="2778"/>
                  </a:lnTo>
                  <a:lnTo>
                    <a:pt x="15274" y="1582"/>
                  </a:lnTo>
                  <a:lnTo>
                    <a:pt x="18478" y="6180"/>
                  </a:lnTo>
                  <a:lnTo>
                    <a:pt x="21973" y="6466"/>
                  </a:lnTo>
                  <a:lnTo>
                    <a:pt x="23497" y="5136"/>
                  </a:lnTo>
                  <a:lnTo>
                    <a:pt x="25107" y="5747"/>
                  </a:lnTo>
                  <a:lnTo>
                    <a:pt x="22417" y="8415"/>
                  </a:lnTo>
                  <a:lnTo>
                    <a:pt x="16911" y="11726"/>
                  </a:lnTo>
                  <a:lnTo>
                    <a:pt x="17997" y="16610"/>
                  </a:lnTo>
                  <a:lnTo>
                    <a:pt x="15791" y="17441"/>
                  </a:lnTo>
                  <a:lnTo>
                    <a:pt x="15596" y="15183"/>
                  </a:lnTo>
                  <a:lnTo>
                    <a:pt x="10912" y="13635"/>
                  </a:lnTo>
                  <a:lnTo>
                    <a:pt x="5749" y="13693"/>
                  </a:lnTo>
                  <a:lnTo>
                    <a:pt x="3461" y="14859"/>
                  </a:lnTo>
                  <a:lnTo>
                    <a:pt x="3219" y="15886"/>
                  </a:lnTo>
                  <a:lnTo>
                    <a:pt x="0" y="13380"/>
                  </a:lnTo>
                  <a:lnTo>
                    <a:pt x="2190" y="3595"/>
                  </a:lnTo>
                  <a:lnTo>
                    <a:pt x="3049" y="624"/>
                  </a:lnTo>
                  <a:lnTo>
                    <a:pt x="472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h4628"/>
            <p:cNvSpPr/>
            <p:nvPr/>
          </p:nvSpPr>
          <p:spPr>
            <a:xfrm>
              <a:off x="7462429" y="3263718"/>
              <a:ext cx="31911" cy="14944"/>
            </a:xfrm>
            <a:custGeom>
              <a:avLst/>
              <a:pathLst>
                <a:path w="31911" h="14944">
                  <a:moveTo>
                    <a:pt x="14210" y="617"/>
                  </a:moveTo>
                  <a:lnTo>
                    <a:pt x="19721" y="4566"/>
                  </a:lnTo>
                  <a:lnTo>
                    <a:pt x="20104" y="6224"/>
                  </a:lnTo>
                  <a:lnTo>
                    <a:pt x="23329" y="8353"/>
                  </a:lnTo>
                  <a:lnTo>
                    <a:pt x="30114" y="7030"/>
                  </a:lnTo>
                  <a:lnTo>
                    <a:pt x="31911" y="9951"/>
                  </a:lnTo>
                  <a:lnTo>
                    <a:pt x="30798" y="10898"/>
                  </a:lnTo>
                  <a:lnTo>
                    <a:pt x="29540" y="9836"/>
                  </a:lnTo>
                  <a:lnTo>
                    <a:pt x="23927" y="8694"/>
                  </a:lnTo>
                  <a:lnTo>
                    <a:pt x="18348" y="12252"/>
                  </a:lnTo>
                  <a:lnTo>
                    <a:pt x="17424" y="13746"/>
                  </a:lnTo>
                  <a:lnTo>
                    <a:pt x="13583" y="12439"/>
                  </a:lnTo>
                  <a:lnTo>
                    <a:pt x="11006" y="13852"/>
                  </a:lnTo>
                  <a:lnTo>
                    <a:pt x="4131" y="13275"/>
                  </a:lnTo>
                  <a:lnTo>
                    <a:pt x="1875" y="14944"/>
                  </a:lnTo>
                  <a:lnTo>
                    <a:pt x="625" y="12974"/>
                  </a:lnTo>
                  <a:lnTo>
                    <a:pt x="0" y="8048"/>
                  </a:lnTo>
                  <a:lnTo>
                    <a:pt x="2620" y="3222"/>
                  </a:lnTo>
                  <a:lnTo>
                    <a:pt x="7871" y="2918"/>
                  </a:lnTo>
                  <a:lnTo>
                    <a:pt x="1046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h4629"/>
            <p:cNvSpPr/>
            <p:nvPr/>
          </p:nvSpPr>
          <p:spPr>
            <a:xfrm>
              <a:off x="7346268" y="3229581"/>
              <a:ext cx="16722" cy="19476"/>
            </a:xfrm>
            <a:custGeom>
              <a:avLst/>
              <a:pathLst>
                <a:path w="16722" h="19476">
                  <a:moveTo>
                    <a:pt x="14534" y="1005"/>
                  </a:moveTo>
                  <a:lnTo>
                    <a:pt x="16722" y="5693"/>
                  </a:lnTo>
                  <a:lnTo>
                    <a:pt x="14862" y="8650"/>
                  </a:lnTo>
                  <a:lnTo>
                    <a:pt x="12077" y="10229"/>
                  </a:lnTo>
                  <a:lnTo>
                    <a:pt x="12347" y="10837"/>
                  </a:lnTo>
                  <a:lnTo>
                    <a:pt x="10925" y="10875"/>
                  </a:lnTo>
                  <a:lnTo>
                    <a:pt x="9552" y="12148"/>
                  </a:lnTo>
                  <a:lnTo>
                    <a:pt x="12159" y="15648"/>
                  </a:lnTo>
                  <a:lnTo>
                    <a:pt x="11610" y="18650"/>
                  </a:lnTo>
                  <a:lnTo>
                    <a:pt x="8173" y="19476"/>
                  </a:lnTo>
                  <a:lnTo>
                    <a:pt x="6148" y="17670"/>
                  </a:lnTo>
                  <a:lnTo>
                    <a:pt x="4857" y="14972"/>
                  </a:lnTo>
                  <a:lnTo>
                    <a:pt x="3188" y="14547"/>
                  </a:lnTo>
                  <a:lnTo>
                    <a:pt x="597" y="15237"/>
                  </a:lnTo>
                  <a:lnTo>
                    <a:pt x="0" y="9302"/>
                  </a:lnTo>
                  <a:lnTo>
                    <a:pt x="2986" y="6156"/>
                  </a:lnTo>
                  <a:lnTo>
                    <a:pt x="9482" y="5720"/>
                  </a:lnTo>
                  <a:lnTo>
                    <a:pt x="11336" y="3553"/>
                  </a:lnTo>
                  <a:lnTo>
                    <a:pt x="1142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h4630"/>
            <p:cNvSpPr/>
            <p:nvPr/>
          </p:nvSpPr>
          <p:spPr>
            <a:xfrm>
              <a:off x="7465888" y="3251960"/>
              <a:ext cx="14676" cy="12375"/>
            </a:xfrm>
            <a:custGeom>
              <a:avLst/>
              <a:pathLst>
                <a:path w="14676" h="12375">
                  <a:moveTo>
                    <a:pt x="14676" y="8504"/>
                  </a:moveTo>
                  <a:lnTo>
                    <a:pt x="10752" y="12375"/>
                  </a:lnTo>
                  <a:lnTo>
                    <a:pt x="7008" y="11757"/>
                  </a:lnTo>
                  <a:lnTo>
                    <a:pt x="3856" y="11141"/>
                  </a:lnTo>
                  <a:lnTo>
                    <a:pt x="750" y="7907"/>
                  </a:lnTo>
                  <a:lnTo>
                    <a:pt x="0" y="5874"/>
                  </a:lnTo>
                  <a:lnTo>
                    <a:pt x="5662" y="967"/>
                  </a:lnTo>
                  <a:lnTo>
                    <a:pt x="1024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h4631"/>
            <p:cNvSpPr/>
            <p:nvPr/>
          </p:nvSpPr>
          <p:spPr>
            <a:xfrm>
              <a:off x="7816236" y="3461206"/>
              <a:ext cx="5772" cy="9227"/>
            </a:xfrm>
            <a:custGeom>
              <a:avLst/>
              <a:pathLst>
                <a:path w="5772" h="9227">
                  <a:moveTo>
                    <a:pt x="5772" y="668"/>
                  </a:moveTo>
                  <a:lnTo>
                    <a:pt x="3791" y="9227"/>
                  </a:lnTo>
                  <a:lnTo>
                    <a:pt x="0" y="8925"/>
                  </a:lnTo>
                  <a:lnTo>
                    <a:pt x="1527" y="1907"/>
                  </a:lnTo>
                  <a:lnTo>
                    <a:pt x="489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h4632"/>
            <p:cNvSpPr/>
            <p:nvPr/>
          </p:nvSpPr>
          <p:spPr>
            <a:xfrm>
              <a:off x="7379613" y="3379548"/>
              <a:ext cx="21934" cy="18823"/>
            </a:xfrm>
            <a:custGeom>
              <a:avLst/>
              <a:pathLst>
                <a:path w="21934" h="18823">
                  <a:moveTo>
                    <a:pt x="13570" y="6670"/>
                  </a:moveTo>
                  <a:lnTo>
                    <a:pt x="14929" y="11698"/>
                  </a:lnTo>
                  <a:lnTo>
                    <a:pt x="15923" y="11170"/>
                  </a:lnTo>
                  <a:lnTo>
                    <a:pt x="19451" y="12333"/>
                  </a:lnTo>
                  <a:lnTo>
                    <a:pt x="21934" y="16956"/>
                  </a:lnTo>
                  <a:lnTo>
                    <a:pt x="16007" y="17257"/>
                  </a:lnTo>
                  <a:lnTo>
                    <a:pt x="11948" y="18823"/>
                  </a:lnTo>
                  <a:lnTo>
                    <a:pt x="9972" y="15271"/>
                  </a:lnTo>
                  <a:lnTo>
                    <a:pt x="7476" y="14750"/>
                  </a:lnTo>
                  <a:lnTo>
                    <a:pt x="0" y="17721"/>
                  </a:lnTo>
                  <a:lnTo>
                    <a:pt x="109" y="13925"/>
                  </a:lnTo>
                  <a:lnTo>
                    <a:pt x="721" y="10927"/>
                  </a:lnTo>
                  <a:lnTo>
                    <a:pt x="2721" y="9492"/>
                  </a:lnTo>
                  <a:lnTo>
                    <a:pt x="5565" y="2223"/>
                  </a:lnTo>
                  <a:lnTo>
                    <a:pt x="863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h4633"/>
            <p:cNvSpPr/>
            <p:nvPr/>
          </p:nvSpPr>
          <p:spPr>
            <a:xfrm>
              <a:off x="7466835" y="3222478"/>
              <a:ext cx="7191" cy="11801"/>
            </a:xfrm>
            <a:custGeom>
              <a:avLst/>
              <a:pathLst>
                <a:path w="7191" h="11801">
                  <a:moveTo>
                    <a:pt x="5683" y="46"/>
                  </a:moveTo>
                  <a:lnTo>
                    <a:pt x="7191" y="4814"/>
                  </a:lnTo>
                  <a:lnTo>
                    <a:pt x="6605" y="7492"/>
                  </a:lnTo>
                  <a:lnTo>
                    <a:pt x="7155" y="8121"/>
                  </a:lnTo>
                  <a:lnTo>
                    <a:pt x="6367" y="11801"/>
                  </a:lnTo>
                  <a:lnTo>
                    <a:pt x="5896" y="11606"/>
                  </a:lnTo>
                  <a:lnTo>
                    <a:pt x="220" y="9409"/>
                  </a:lnTo>
                  <a:lnTo>
                    <a:pt x="0" y="6248"/>
                  </a:lnTo>
                  <a:lnTo>
                    <a:pt x="415" y="5101"/>
                  </a:lnTo>
                  <a:lnTo>
                    <a:pt x="4587" y="2434"/>
                  </a:lnTo>
                  <a:lnTo>
                    <a:pt x="429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h4634"/>
            <p:cNvSpPr/>
            <p:nvPr/>
          </p:nvSpPr>
          <p:spPr>
            <a:xfrm>
              <a:off x="7309122" y="3261716"/>
              <a:ext cx="11200" cy="12479"/>
            </a:xfrm>
            <a:custGeom>
              <a:avLst/>
              <a:pathLst>
                <a:path w="11200" h="12479">
                  <a:moveTo>
                    <a:pt x="6894" y="3182"/>
                  </a:moveTo>
                  <a:lnTo>
                    <a:pt x="8751" y="7882"/>
                  </a:lnTo>
                  <a:lnTo>
                    <a:pt x="10751" y="8952"/>
                  </a:lnTo>
                  <a:lnTo>
                    <a:pt x="11200" y="10209"/>
                  </a:lnTo>
                  <a:lnTo>
                    <a:pt x="8401" y="11561"/>
                  </a:lnTo>
                  <a:lnTo>
                    <a:pt x="6687" y="12479"/>
                  </a:lnTo>
                  <a:lnTo>
                    <a:pt x="2205" y="11069"/>
                  </a:lnTo>
                  <a:lnTo>
                    <a:pt x="1381" y="9995"/>
                  </a:lnTo>
                  <a:lnTo>
                    <a:pt x="1384" y="7843"/>
                  </a:lnTo>
                  <a:lnTo>
                    <a:pt x="855" y="7387"/>
                  </a:lnTo>
                  <a:lnTo>
                    <a:pt x="0" y="8269"/>
                  </a:lnTo>
                  <a:lnTo>
                    <a:pt x="1444" y="1845"/>
                  </a:lnTo>
                  <a:lnTo>
                    <a:pt x="4336" y="440"/>
                  </a:lnTo>
                  <a:lnTo>
                    <a:pt x="676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h4635"/>
            <p:cNvSpPr/>
            <p:nvPr/>
          </p:nvSpPr>
          <p:spPr>
            <a:xfrm>
              <a:off x="7640602" y="3452572"/>
              <a:ext cx="56467" cy="62723"/>
            </a:xfrm>
            <a:custGeom>
              <a:avLst/>
              <a:pathLst>
                <a:path w="56467" h="62723">
                  <a:moveTo>
                    <a:pt x="53713" y="20595"/>
                  </a:moveTo>
                  <a:lnTo>
                    <a:pt x="55573" y="21168"/>
                  </a:lnTo>
                  <a:lnTo>
                    <a:pt x="56467" y="22973"/>
                  </a:lnTo>
                  <a:lnTo>
                    <a:pt x="56279" y="23908"/>
                  </a:lnTo>
                  <a:lnTo>
                    <a:pt x="54547" y="23999"/>
                  </a:lnTo>
                  <a:lnTo>
                    <a:pt x="53003" y="21230"/>
                  </a:lnTo>
                  <a:lnTo>
                    <a:pt x="42973" y="29437"/>
                  </a:lnTo>
                  <a:lnTo>
                    <a:pt x="40987" y="29427"/>
                  </a:lnTo>
                  <a:lnTo>
                    <a:pt x="42648" y="41346"/>
                  </a:lnTo>
                  <a:lnTo>
                    <a:pt x="43179" y="42325"/>
                  </a:lnTo>
                  <a:lnTo>
                    <a:pt x="41880" y="43239"/>
                  </a:lnTo>
                  <a:lnTo>
                    <a:pt x="33404" y="46677"/>
                  </a:lnTo>
                  <a:lnTo>
                    <a:pt x="30619" y="51055"/>
                  </a:lnTo>
                  <a:lnTo>
                    <a:pt x="32033" y="54380"/>
                  </a:lnTo>
                  <a:lnTo>
                    <a:pt x="25026" y="57473"/>
                  </a:lnTo>
                  <a:lnTo>
                    <a:pt x="23665" y="60649"/>
                  </a:lnTo>
                  <a:lnTo>
                    <a:pt x="17249" y="61011"/>
                  </a:lnTo>
                  <a:lnTo>
                    <a:pt x="13816" y="62723"/>
                  </a:lnTo>
                  <a:lnTo>
                    <a:pt x="10349" y="49773"/>
                  </a:lnTo>
                  <a:lnTo>
                    <a:pt x="4694" y="45745"/>
                  </a:lnTo>
                  <a:lnTo>
                    <a:pt x="5137" y="43719"/>
                  </a:lnTo>
                  <a:lnTo>
                    <a:pt x="3789" y="39555"/>
                  </a:lnTo>
                  <a:lnTo>
                    <a:pt x="1927" y="39729"/>
                  </a:lnTo>
                  <a:lnTo>
                    <a:pt x="0" y="41064"/>
                  </a:lnTo>
                  <a:lnTo>
                    <a:pt x="635" y="38946"/>
                  </a:lnTo>
                  <a:lnTo>
                    <a:pt x="6559" y="35814"/>
                  </a:lnTo>
                  <a:lnTo>
                    <a:pt x="11025" y="38058"/>
                  </a:lnTo>
                  <a:lnTo>
                    <a:pt x="12868" y="40524"/>
                  </a:lnTo>
                  <a:lnTo>
                    <a:pt x="13710" y="36796"/>
                  </a:lnTo>
                  <a:lnTo>
                    <a:pt x="13119" y="36074"/>
                  </a:lnTo>
                  <a:lnTo>
                    <a:pt x="15347" y="25772"/>
                  </a:lnTo>
                  <a:lnTo>
                    <a:pt x="17364" y="21588"/>
                  </a:lnTo>
                  <a:lnTo>
                    <a:pt x="17073" y="20113"/>
                  </a:lnTo>
                  <a:lnTo>
                    <a:pt x="13372" y="16304"/>
                  </a:lnTo>
                  <a:lnTo>
                    <a:pt x="10331" y="12411"/>
                  </a:lnTo>
                  <a:lnTo>
                    <a:pt x="18220" y="9607"/>
                  </a:lnTo>
                  <a:lnTo>
                    <a:pt x="32004" y="876"/>
                  </a:lnTo>
                  <a:lnTo>
                    <a:pt x="41035" y="9345"/>
                  </a:lnTo>
                  <a:lnTo>
                    <a:pt x="44205" y="10482"/>
                  </a:lnTo>
                  <a:lnTo>
                    <a:pt x="48960" y="4616"/>
                  </a:lnTo>
                  <a:lnTo>
                    <a:pt x="50710" y="0"/>
                  </a:lnTo>
                  <a:lnTo>
                    <a:pt x="50835" y="307"/>
                  </a:lnTo>
                  <a:lnTo>
                    <a:pt x="51529" y="2242"/>
                  </a:lnTo>
                  <a:lnTo>
                    <a:pt x="49715" y="1391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h4636"/>
            <p:cNvSpPr/>
            <p:nvPr/>
          </p:nvSpPr>
          <p:spPr>
            <a:xfrm>
              <a:off x="7647916" y="3387457"/>
              <a:ext cx="8672" cy="6849"/>
            </a:xfrm>
            <a:custGeom>
              <a:avLst/>
              <a:pathLst>
                <a:path w="8672" h="6849">
                  <a:moveTo>
                    <a:pt x="6788" y="6849"/>
                  </a:moveTo>
                  <a:lnTo>
                    <a:pt x="5383" y="5607"/>
                  </a:lnTo>
                  <a:lnTo>
                    <a:pt x="2997" y="6720"/>
                  </a:lnTo>
                  <a:lnTo>
                    <a:pt x="176" y="6189"/>
                  </a:lnTo>
                  <a:lnTo>
                    <a:pt x="0" y="4698"/>
                  </a:lnTo>
                  <a:lnTo>
                    <a:pt x="3177" y="3095"/>
                  </a:lnTo>
                  <a:lnTo>
                    <a:pt x="2137" y="538"/>
                  </a:lnTo>
                  <a:lnTo>
                    <a:pt x="4279" y="1557"/>
                  </a:lnTo>
                  <a:lnTo>
                    <a:pt x="5829" y="0"/>
                  </a:lnTo>
                  <a:lnTo>
                    <a:pt x="8672" y="184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h4637"/>
            <p:cNvSpPr/>
            <p:nvPr/>
          </p:nvSpPr>
          <p:spPr>
            <a:xfrm>
              <a:off x="7412540" y="3426882"/>
              <a:ext cx="29453" cy="29321"/>
            </a:xfrm>
            <a:custGeom>
              <a:avLst/>
              <a:pathLst>
                <a:path w="29453" h="29321">
                  <a:moveTo>
                    <a:pt x="24254" y="3701"/>
                  </a:moveTo>
                  <a:lnTo>
                    <a:pt x="23578" y="5402"/>
                  </a:lnTo>
                  <a:lnTo>
                    <a:pt x="23912" y="6834"/>
                  </a:lnTo>
                  <a:lnTo>
                    <a:pt x="29453" y="14051"/>
                  </a:lnTo>
                  <a:lnTo>
                    <a:pt x="26696" y="13188"/>
                  </a:lnTo>
                  <a:lnTo>
                    <a:pt x="23923" y="14131"/>
                  </a:lnTo>
                  <a:lnTo>
                    <a:pt x="22049" y="16038"/>
                  </a:lnTo>
                  <a:lnTo>
                    <a:pt x="20880" y="21159"/>
                  </a:lnTo>
                  <a:lnTo>
                    <a:pt x="16553" y="25596"/>
                  </a:lnTo>
                  <a:lnTo>
                    <a:pt x="13177" y="25764"/>
                  </a:lnTo>
                  <a:lnTo>
                    <a:pt x="13369" y="27137"/>
                  </a:lnTo>
                  <a:lnTo>
                    <a:pt x="9478" y="29321"/>
                  </a:lnTo>
                  <a:lnTo>
                    <a:pt x="5690" y="22782"/>
                  </a:lnTo>
                  <a:lnTo>
                    <a:pt x="1249" y="19076"/>
                  </a:lnTo>
                  <a:lnTo>
                    <a:pt x="0" y="16670"/>
                  </a:lnTo>
                  <a:lnTo>
                    <a:pt x="6326" y="11276"/>
                  </a:lnTo>
                  <a:lnTo>
                    <a:pt x="11879" y="12685"/>
                  </a:lnTo>
                  <a:lnTo>
                    <a:pt x="14586" y="11237"/>
                  </a:lnTo>
                  <a:lnTo>
                    <a:pt x="16424" y="8210"/>
                  </a:lnTo>
                  <a:lnTo>
                    <a:pt x="17810" y="7666"/>
                  </a:lnTo>
                  <a:lnTo>
                    <a:pt x="20458" y="7411"/>
                  </a:lnTo>
                  <a:lnTo>
                    <a:pt x="22531" y="3911"/>
                  </a:lnTo>
                  <a:lnTo>
                    <a:pt x="2318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h4638"/>
            <p:cNvSpPr/>
            <p:nvPr/>
          </p:nvSpPr>
          <p:spPr>
            <a:xfrm>
              <a:off x="7482326" y="3361465"/>
              <a:ext cx="4234" cy="2874"/>
            </a:xfrm>
            <a:custGeom>
              <a:avLst/>
              <a:pathLst>
                <a:path w="4234" h="2874">
                  <a:moveTo>
                    <a:pt x="4234" y="329"/>
                  </a:moveTo>
                  <a:lnTo>
                    <a:pt x="2244" y="2874"/>
                  </a:lnTo>
                  <a:lnTo>
                    <a:pt x="127" y="1146"/>
                  </a:lnTo>
                  <a:lnTo>
                    <a:pt x="0" y="97"/>
                  </a:lnTo>
                  <a:lnTo>
                    <a:pt x="96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h4639"/>
            <p:cNvSpPr/>
            <p:nvPr/>
          </p:nvSpPr>
          <p:spPr>
            <a:xfrm>
              <a:off x="7381563" y="3349838"/>
              <a:ext cx="15236" cy="15859"/>
            </a:xfrm>
            <a:custGeom>
              <a:avLst/>
              <a:pathLst>
                <a:path w="15236" h="15859">
                  <a:moveTo>
                    <a:pt x="14572" y="3018"/>
                  </a:moveTo>
                  <a:lnTo>
                    <a:pt x="15236" y="7681"/>
                  </a:lnTo>
                  <a:lnTo>
                    <a:pt x="12559" y="7193"/>
                  </a:lnTo>
                  <a:lnTo>
                    <a:pt x="5036" y="13906"/>
                  </a:lnTo>
                  <a:lnTo>
                    <a:pt x="4478" y="15859"/>
                  </a:lnTo>
                  <a:lnTo>
                    <a:pt x="0" y="9831"/>
                  </a:lnTo>
                  <a:lnTo>
                    <a:pt x="220" y="5783"/>
                  </a:lnTo>
                  <a:lnTo>
                    <a:pt x="6295" y="3911"/>
                  </a:lnTo>
                  <a:lnTo>
                    <a:pt x="7676" y="2637"/>
                  </a:lnTo>
                  <a:lnTo>
                    <a:pt x="8302" y="93"/>
                  </a:lnTo>
                  <a:lnTo>
                    <a:pt x="907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h4640"/>
            <p:cNvSpPr/>
            <p:nvPr/>
          </p:nvSpPr>
          <p:spPr>
            <a:xfrm>
              <a:off x="7520204" y="3340829"/>
              <a:ext cx="2137" cy="3791"/>
            </a:xfrm>
            <a:custGeom>
              <a:avLst/>
              <a:pathLst>
                <a:path w="2137" h="3791">
                  <a:moveTo>
                    <a:pt x="2107" y="3791"/>
                  </a:moveTo>
                  <a:lnTo>
                    <a:pt x="1545" y="3179"/>
                  </a:lnTo>
                  <a:lnTo>
                    <a:pt x="0" y="2660"/>
                  </a:lnTo>
                  <a:lnTo>
                    <a:pt x="213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h4641"/>
            <p:cNvSpPr/>
            <p:nvPr/>
          </p:nvSpPr>
          <p:spPr>
            <a:xfrm>
              <a:off x="7512469" y="3393091"/>
              <a:ext cx="9221" cy="11675"/>
            </a:xfrm>
            <a:custGeom>
              <a:avLst/>
              <a:pathLst>
                <a:path w="9221" h="11675">
                  <a:moveTo>
                    <a:pt x="5379" y="305"/>
                  </a:moveTo>
                  <a:lnTo>
                    <a:pt x="5804" y="5323"/>
                  </a:lnTo>
                  <a:lnTo>
                    <a:pt x="8425" y="8056"/>
                  </a:lnTo>
                  <a:lnTo>
                    <a:pt x="9221" y="8454"/>
                  </a:lnTo>
                  <a:lnTo>
                    <a:pt x="7358" y="10647"/>
                  </a:lnTo>
                  <a:lnTo>
                    <a:pt x="4492" y="11675"/>
                  </a:lnTo>
                  <a:lnTo>
                    <a:pt x="0" y="2196"/>
                  </a:lnTo>
                  <a:lnTo>
                    <a:pt x="916" y="412"/>
                  </a:lnTo>
                  <a:lnTo>
                    <a:pt x="266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h4642"/>
            <p:cNvSpPr/>
            <p:nvPr/>
          </p:nvSpPr>
          <p:spPr>
            <a:xfrm>
              <a:off x="7398789" y="3324897"/>
              <a:ext cx="9455" cy="16291"/>
            </a:xfrm>
            <a:custGeom>
              <a:avLst/>
              <a:pathLst>
                <a:path w="9455" h="16291">
                  <a:moveTo>
                    <a:pt x="6649" y="0"/>
                  </a:moveTo>
                  <a:lnTo>
                    <a:pt x="8782" y="1680"/>
                  </a:lnTo>
                  <a:lnTo>
                    <a:pt x="8557" y="2324"/>
                  </a:lnTo>
                  <a:lnTo>
                    <a:pt x="7848" y="4465"/>
                  </a:lnTo>
                  <a:lnTo>
                    <a:pt x="8204" y="7827"/>
                  </a:lnTo>
                  <a:lnTo>
                    <a:pt x="9455" y="10381"/>
                  </a:lnTo>
                  <a:lnTo>
                    <a:pt x="5196" y="12462"/>
                  </a:lnTo>
                  <a:lnTo>
                    <a:pt x="3511" y="16291"/>
                  </a:lnTo>
                  <a:lnTo>
                    <a:pt x="585" y="10868"/>
                  </a:lnTo>
                  <a:lnTo>
                    <a:pt x="477" y="7258"/>
                  </a:lnTo>
                  <a:lnTo>
                    <a:pt x="0" y="4482"/>
                  </a:lnTo>
                  <a:lnTo>
                    <a:pt x="615" y="875"/>
                  </a:lnTo>
                  <a:lnTo>
                    <a:pt x="2719" y="1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h4643"/>
            <p:cNvSpPr/>
            <p:nvPr/>
          </p:nvSpPr>
          <p:spPr>
            <a:xfrm>
              <a:off x="7392160" y="3279255"/>
              <a:ext cx="7716" cy="6416"/>
            </a:xfrm>
            <a:custGeom>
              <a:avLst/>
              <a:pathLst>
                <a:path w="7716" h="6416">
                  <a:moveTo>
                    <a:pt x="5122" y="516"/>
                  </a:moveTo>
                  <a:lnTo>
                    <a:pt x="7716" y="268"/>
                  </a:lnTo>
                  <a:lnTo>
                    <a:pt x="6805" y="4951"/>
                  </a:lnTo>
                  <a:lnTo>
                    <a:pt x="4068" y="6416"/>
                  </a:lnTo>
                  <a:lnTo>
                    <a:pt x="0" y="4493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h4644"/>
            <p:cNvSpPr/>
            <p:nvPr/>
          </p:nvSpPr>
          <p:spPr>
            <a:xfrm>
              <a:off x="7319441" y="3392124"/>
              <a:ext cx="25267" cy="17730"/>
            </a:xfrm>
            <a:custGeom>
              <a:avLst/>
              <a:pathLst>
                <a:path w="25267" h="17730">
                  <a:moveTo>
                    <a:pt x="18804" y="1969"/>
                  </a:moveTo>
                  <a:lnTo>
                    <a:pt x="22989" y="10534"/>
                  </a:lnTo>
                  <a:lnTo>
                    <a:pt x="25267" y="12341"/>
                  </a:lnTo>
                  <a:lnTo>
                    <a:pt x="24826" y="17730"/>
                  </a:lnTo>
                  <a:lnTo>
                    <a:pt x="13877" y="13282"/>
                  </a:lnTo>
                  <a:lnTo>
                    <a:pt x="12411" y="14031"/>
                  </a:lnTo>
                  <a:lnTo>
                    <a:pt x="4136" y="13655"/>
                  </a:lnTo>
                  <a:lnTo>
                    <a:pt x="3687" y="11323"/>
                  </a:lnTo>
                  <a:lnTo>
                    <a:pt x="0" y="4027"/>
                  </a:lnTo>
                  <a:lnTo>
                    <a:pt x="1756" y="2660"/>
                  </a:lnTo>
                  <a:lnTo>
                    <a:pt x="1169" y="3804"/>
                  </a:lnTo>
                  <a:lnTo>
                    <a:pt x="1476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h4645"/>
            <p:cNvSpPr/>
            <p:nvPr/>
          </p:nvSpPr>
          <p:spPr>
            <a:xfrm>
              <a:off x="7478175" y="3238724"/>
              <a:ext cx="10756" cy="12021"/>
            </a:xfrm>
            <a:custGeom>
              <a:avLst/>
              <a:pathLst>
                <a:path w="10756" h="12021">
                  <a:moveTo>
                    <a:pt x="4006" y="0"/>
                  </a:moveTo>
                  <a:lnTo>
                    <a:pt x="10756" y="5362"/>
                  </a:lnTo>
                  <a:lnTo>
                    <a:pt x="6956" y="7795"/>
                  </a:lnTo>
                  <a:lnTo>
                    <a:pt x="5010" y="7421"/>
                  </a:lnTo>
                  <a:lnTo>
                    <a:pt x="3518" y="12021"/>
                  </a:lnTo>
                  <a:lnTo>
                    <a:pt x="734" y="11089"/>
                  </a:lnTo>
                  <a:lnTo>
                    <a:pt x="0" y="7422"/>
                  </a:lnTo>
                  <a:lnTo>
                    <a:pt x="653" y="3369"/>
                  </a:lnTo>
                  <a:lnTo>
                    <a:pt x="1097" y="1110"/>
                  </a:lnTo>
                  <a:lnTo>
                    <a:pt x="2956" y="36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h4646"/>
            <p:cNvSpPr/>
            <p:nvPr/>
          </p:nvSpPr>
          <p:spPr>
            <a:xfrm>
              <a:off x="7470944" y="3223230"/>
              <a:ext cx="17987" cy="22917"/>
            </a:xfrm>
            <a:custGeom>
              <a:avLst/>
              <a:pathLst>
                <a:path w="17987" h="22917">
                  <a:moveTo>
                    <a:pt x="14381" y="158"/>
                  </a:moveTo>
                  <a:lnTo>
                    <a:pt x="14485" y="804"/>
                  </a:lnTo>
                  <a:lnTo>
                    <a:pt x="15556" y="13214"/>
                  </a:lnTo>
                  <a:lnTo>
                    <a:pt x="16275" y="13532"/>
                  </a:lnTo>
                  <a:lnTo>
                    <a:pt x="17987" y="20856"/>
                  </a:lnTo>
                  <a:lnTo>
                    <a:pt x="11238" y="15494"/>
                  </a:lnTo>
                  <a:lnTo>
                    <a:pt x="10187" y="15855"/>
                  </a:lnTo>
                  <a:lnTo>
                    <a:pt x="4598" y="17905"/>
                  </a:lnTo>
                  <a:lnTo>
                    <a:pt x="7885" y="18864"/>
                  </a:lnTo>
                  <a:lnTo>
                    <a:pt x="7231" y="22917"/>
                  </a:lnTo>
                  <a:lnTo>
                    <a:pt x="0" y="18486"/>
                  </a:lnTo>
                  <a:lnTo>
                    <a:pt x="1363" y="14129"/>
                  </a:lnTo>
                  <a:lnTo>
                    <a:pt x="2259" y="11049"/>
                  </a:lnTo>
                  <a:lnTo>
                    <a:pt x="3047" y="7369"/>
                  </a:lnTo>
                  <a:lnTo>
                    <a:pt x="2894" y="6330"/>
                  </a:lnTo>
                  <a:lnTo>
                    <a:pt x="8253" y="4711"/>
                  </a:lnTo>
                  <a:lnTo>
                    <a:pt x="1295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h4647"/>
            <p:cNvSpPr/>
            <p:nvPr/>
          </p:nvSpPr>
          <p:spPr>
            <a:xfrm>
              <a:off x="7518293" y="3294982"/>
              <a:ext cx="49224" cy="50858"/>
            </a:xfrm>
            <a:custGeom>
              <a:avLst/>
              <a:pathLst>
                <a:path w="49224" h="50858">
                  <a:moveTo>
                    <a:pt x="49224" y="1433"/>
                  </a:moveTo>
                  <a:lnTo>
                    <a:pt x="45653" y="4305"/>
                  </a:lnTo>
                  <a:lnTo>
                    <a:pt x="42875" y="12110"/>
                  </a:lnTo>
                  <a:lnTo>
                    <a:pt x="35999" y="13946"/>
                  </a:lnTo>
                  <a:lnTo>
                    <a:pt x="30920" y="18266"/>
                  </a:lnTo>
                  <a:lnTo>
                    <a:pt x="29699" y="21906"/>
                  </a:lnTo>
                  <a:lnTo>
                    <a:pt x="31865" y="24259"/>
                  </a:lnTo>
                  <a:lnTo>
                    <a:pt x="31471" y="25737"/>
                  </a:lnTo>
                  <a:lnTo>
                    <a:pt x="27175" y="28946"/>
                  </a:lnTo>
                  <a:lnTo>
                    <a:pt x="26210" y="31681"/>
                  </a:lnTo>
                  <a:lnTo>
                    <a:pt x="26868" y="34524"/>
                  </a:lnTo>
                  <a:lnTo>
                    <a:pt x="26028" y="38677"/>
                  </a:lnTo>
                  <a:lnTo>
                    <a:pt x="23428" y="38127"/>
                  </a:lnTo>
                  <a:lnTo>
                    <a:pt x="17818" y="41413"/>
                  </a:lnTo>
                  <a:lnTo>
                    <a:pt x="15706" y="43622"/>
                  </a:lnTo>
                  <a:lnTo>
                    <a:pt x="11769" y="43631"/>
                  </a:lnTo>
                  <a:lnTo>
                    <a:pt x="7162" y="47840"/>
                  </a:lnTo>
                  <a:lnTo>
                    <a:pt x="8775" y="50092"/>
                  </a:lnTo>
                  <a:lnTo>
                    <a:pt x="8965" y="50858"/>
                  </a:lnTo>
                  <a:lnTo>
                    <a:pt x="8260" y="50762"/>
                  </a:lnTo>
                  <a:lnTo>
                    <a:pt x="6233" y="50390"/>
                  </a:lnTo>
                  <a:lnTo>
                    <a:pt x="4018" y="49638"/>
                  </a:lnTo>
                  <a:lnTo>
                    <a:pt x="4048" y="45846"/>
                  </a:lnTo>
                  <a:lnTo>
                    <a:pt x="1911" y="48506"/>
                  </a:lnTo>
                  <a:lnTo>
                    <a:pt x="0" y="48464"/>
                  </a:lnTo>
                  <a:lnTo>
                    <a:pt x="643" y="45075"/>
                  </a:lnTo>
                  <a:lnTo>
                    <a:pt x="3892" y="36978"/>
                  </a:lnTo>
                  <a:lnTo>
                    <a:pt x="3718" y="34740"/>
                  </a:lnTo>
                  <a:lnTo>
                    <a:pt x="6563" y="32762"/>
                  </a:lnTo>
                  <a:lnTo>
                    <a:pt x="12899" y="25883"/>
                  </a:lnTo>
                  <a:lnTo>
                    <a:pt x="15269" y="22046"/>
                  </a:lnTo>
                  <a:lnTo>
                    <a:pt x="15432" y="16975"/>
                  </a:lnTo>
                  <a:lnTo>
                    <a:pt x="15335" y="13592"/>
                  </a:lnTo>
                  <a:lnTo>
                    <a:pt x="19458" y="11678"/>
                  </a:lnTo>
                  <a:lnTo>
                    <a:pt x="22354" y="11710"/>
                  </a:lnTo>
                  <a:lnTo>
                    <a:pt x="27941" y="8385"/>
                  </a:lnTo>
                  <a:lnTo>
                    <a:pt x="28639" y="1564"/>
                  </a:lnTo>
                  <a:lnTo>
                    <a:pt x="33552" y="2380"/>
                  </a:lnTo>
                  <a:lnTo>
                    <a:pt x="43891" y="0"/>
                  </a:lnTo>
                  <a:lnTo>
                    <a:pt x="47606" y="257"/>
                  </a:lnTo>
                  <a:close/>
                  <a:moveTo>
                    <a:pt x="14234" y="31227"/>
                  </a:moveTo>
                  <a:lnTo>
                    <a:pt x="15068" y="34705"/>
                  </a:lnTo>
                  <a:lnTo>
                    <a:pt x="13557" y="36212"/>
                  </a:lnTo>
                  <a:lnTo>
                    <a:pt x="17752" y="36655"/>
                  </a:lnTo>
                  <a:lnTo>
                    <a:pt x="23164" y="33648"/>
                  </a:lnTo>
                  <a:lnTo>
                    <a:pt x="23325" y="32572"/>
                  </a:lnTo>
                  <a:lnTo>
                    <a:pt x="14733" y="2845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h4648"/>
            <p:cNvSpPr/>
            <p:nvPr/>
          </p:nvSpPr>
          <p:spPr>
            <a:xfrm>
              <a:off x="7478488" y="3348221"/>
              <a:ext cx="8142" cy="9048"/>
            </a:xfrm>
            <a:custGeom>
              <a:avLst/>
              <a:pathLst>
                <a:path w="8142" h="9048">
                  <a:moveTo>
                    <a:pt x="3509" y="664"/>
                  </a:moveTo>
                  <a:lnTo>
                    <a:pt x="4814" y="2807"/>
                  </a:lnTo>
                  <a:lnTo>
                    <a:pt x="8142" y="1879"/>
                  </a:lnTo>
                  <a:lnTo>
                    <a:pt x="6410" y="8673"/>
                  </a:lnTo>
                  <a:lnTo>
                    <a:pt x="5391" y="9048"/>
                  </a:lnTo>
                  <a:lnTo>
                    <a:pt x="5246" y="8968"/>
                  </a:lnTo>
                  <a:lnTo>
                    <a:pt x="1283" y="8578"/>
                  </a:lnTo>
                  <a:lnTo>
                    <a:pt x="0" y="8254"/>
                  </a:lnTo>
                  <a:lnTo>
                    <a:pt x="437" y="6057"/>
                  </a:lnTo>
                  <a:lnTo>
                    <a:pt x="1902" y="4488"/>
                  </a:lnTo>
                  <a:lnTo>
                    <a:pt x="135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h4649"/>
            <p:cNvSpPr/>
            <p:nvPr/>
          </p:nvSpPr>
          <p:spPr>
            <a:xfrm>
              <a:off x="7673916" y="3433723"/>
              <a:ext cx="20316" cy="14891"/>
            </a:xfrm>
            <a:custGeom>
              <a:avLst/>
              <a:pathLst>
                <a:path w="20316" h="14891">
                  <a:moveTo>
                    <a:pt x="8514" y="3629"/>
                  </a:moveTo>
                  <a:lnTo>
                    <a:pt x="16649" y="4421"/>
                  </a:lnTo>
                  <a:lnTo>
                    <a:pt x="19133" y="3869"/>
                  </a:lnTo>
                  <a:lnTo>
                    <a:pt x="19851" y="5294"/>
                  </a:lnTo>
                  <a:lnTo>
                    <a:pt x="19234" y="7153"/>
                  </a:lnTo>
                  <a:lnTo>
                    <a:pt x="20316" y="8920"/>
                  </a:lnTo>
                  <a:lnTo>
                    <a:pt x="16507" y="14182"/>
                  </a:lnTo>
                  <a:lnTo>
                    <a:pt x="11992" y="14891"/>
                  </a:lnTo>
                  <a:lnTo>
                    <a:pt x="7784" y="11530"/>
                  </a:lnTo>
                  <a:lnTo>
                    <a:pt x="2077" y="10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h4650"/>
            <p:cNvSpPr/>
            <p:nvPr/>
          </p:nvSpPr>
          <p:spPr>
            <a:xfrm>
              <a:off x="7417195" y="3336679"/>
              <a:ext cx="22618" cy="36993"/>
            </a:xfrm>
            <a:custGeom>
              <a:avLst/>
              <a:pathLst>
                <a:path w="22618" h="36993">
                  <a:moveTo>
                    <a:pt x="20799" y="693"/>
                  </a:moveTo>
                  <a:lnTo>
                    <a:pt x="21622" y="6878"/>
                  </a:lnTo>
                  <a:lnTo>
                    <a:pt x="22618" y="7190"/>
                  </a:lnTo>
                  <a:lnTo>
                    <a:pt x="19002" y="10854"/>
                  </a:lnTo>
                  <a:lnTo>
                    <a:pt x="18561" y="17068"/>
                  </a:lnTo>
                  <a:lnTo>
                    <a:pt x="17010" y="16810"/>
                  </a:lnTo>
                  <a:lnTo>
                    <a:pt x="14798" y="18665"/>
                  </a:lnTo>
                  <a:lnTo>
                    <a:pt x="13673" y="21249"/>
                  </a:lnTo>
                  <a:lnTo>
                    <a:pt x="11504" y="23414"/>
                  </a:lnTo>
                  <a:lnTo>
                    <a:pt x="9061" y="23168"/>
                  </a:lnTo>
                  <a:lnTo>
                    <a:pt x="9756" y="20394"/>
                  </a:lnTo>
                  <a:lnTo>
                    <a:pt x="6452" y="20616"/>
                  </a:lnTo>
                  <a:lnTo>
                    <a:pt x="5663" y="21481"/>
                  </a:lnTo>
                  <a:lnTo>
                    <a:pt x="5646" y="24250"/>
                  </a:lnTo>
                  <a:lnTo>
                    <a:pt x="6725" y="26212"/>
                  </a:lnTo>
                  <a:lnTo>
                    <a:pt x="8139" y="26083"/>
                  </a:lnTo>
                  <a:lnTo>
                    <a:pt x="11318" y="27921"/>
                  </a:lnTo>
                  <a:lnTo>
                    <a:pt x="8925" y="30698"/>
                  </a:lnTo>
                  <a:lnTo>
                    <a:pt x="8941" y="36993"/>
                  </a:lnTo>
                  <a:lnTo>
                    <a:pt x="983" y="34400"/>
                  </a:lnTo>
                  <a:lnTo>
                    <a:pt x="0" y="30854"/>
                  </a:lnTo>
                  <a:lnTo>
                    <a:pt x="5354" y="20642"/>
                  </a:lnTo>
                  <a:lnTo>
                    <a:pt x="3355" y="12782"/>
                  </a:lnTo>
                  <a:lnTo>
                    <a:pt x="8786" y="8598"/>
                  </a:lnTo>
                  <a:lnTo>
                    <a:pt x="10465" y="2781"/>
                  </a:lnTo>
                  <a:lnTo>
                    <a:pt x="15960" y="1128"/>
                  </a:lnTo>
                  <a:lnTo>
                    <a:pt x="16867" y="1403"/>
                  </a:lnTo>
                  <a:lnTo>
                    <a:pt x="1968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h4651"/>
            <p:cNvSpPr/>
            <p:nvPr/>
          </p:nvSpPr>
          <p:spPr>
            <a:xfrm>
              <a:off x="7407416" y="3311868"/>
              <a:ext cx="13252" cy="13823"/>
            </a:xfrm>
            <a:custGeom>
              <a:avLst/>
              <a:pathLst>
                <a:path w="13252" h="13823">
                  <a:moveTo>
                    <a:pt x="8871" y="299"/>
                  </a:moveTo>
                  <a:lnTo>
                    <a:pt x="12249" y="2555"/>
                  </a:lnTo>
                  <a:lnTo>
                    <a:pt x="10720" y="4831"/>
                  </a:lnTo>
                  <a:lnTo>
                    <a:pt x="10608" y="7051"/>
                  </a:lnTo>
                  <a:lnTo>
                    <a:pt x="11472" y="8572"/>
                  </a:lnTo>
                  <a:lnTo>
                    <a:pt x="12779" y="7998"/>
                  </a:lnTo>
                  <a:lnTo>
                    <a:pt x="13252" y="10065"/>
                  </a:lnTo>
                  <a:lnTo>
                    <a:pt x="10426" y="9062"/>
                  </a:lnTo>
                  <a:lnTo>
                    <a:pt x="7946" y="9484"/>
                  </a:lnTo>
                  <a:lnTo>
                    <a:pt x="9108" y="13125"/>
                  </a:lnTo>
                  <a:lnTo>
                    <a:pt x="7422" y="13060"/>
                  </a:lnTo>
                  <a:lnTo>
                    <a:pt x="1299" y="13823"/>
                  </a:lnTo>
                  <a:lnTo>
                    <a:pt x="1123" y="10229"/>
                  </a:lnTo>
                  <a:lnTo>
                    <a:pt x="3717" y="10360"/>
                  </a:lnTo>
                  <a:lnTo>
                    <a:pt x="5387" y="7484"/>
                  </a:lnTo>
                  <a:lnTo>
                    <a:pt x="4410" y="6279"/>
                  </a:lnTo>
                  <a:lnTo>
                    <a:pt x="0" y="4688"/>
                  </a:lnTo>
                  <a:lnTo>
                    <a:pt x="527" y="1500"/>
                  </a:lnTo>
                  <a:lnTo>
                    <a:pt x="670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h4652"/>
            <p:cNvSpPr/>
            <p:nvPr/>
          </p:nvSpPr>
          <p:spPr>
            <a:xfrm>
              <a:off x="7464348" y="3393127"/>
              <a:ext cx="15537" cy="10118"/>
            </a:xfrm>
            <a:custGeom>
              <a:avLst/>
              <a:pathLst>
                <a:path w="15537" h="10118">
                  <a:moveTo>
                    <a:pt x="10938" y="5937"/>
                  </a:moveTo>
                  <a:lnTo>
                    <a:pt x="12061" y="7566"/>
                  </a:lnTo>
                  <a:lnTo>
                    <a:pt x="15537" y="8453"/>
                  </a:lnTo>
                  <a:lnTo>
                    <a:pt x="7574" y="10118"/>
                  </a:lnTo>
                  <a:lnTo>
                    <a:pt x="0" y="7294"/>
                  </a:lnTo>
                  <a:lnTo>
                    <a:pt x="685" y="4883"/>
                  </a:lnTo>
                  <a:lnTo>
                    <a:pt x="6490" y="8612"/>
                  </a:lnTo>
                  <a:lnTo>
                    <a:pt x="5584" y="5231"/>
                  </a:lnTo>
                  <a:lnTo>
                    <a:pt x="8477" y="1550"/>
                  </a:lnTo>
                  <a:lnTo>
                    <a:pt x="1013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h4653"/>
            <p:cNvSpPr/>
            <p:nvPr/>
          </p:nvSpPr>
          <p:spPr>
            <a:xfrm>
              <a:off x="7540485" y="3362107"/>
              <a:ext cx="14960" cy="8090"/>
            </a:xfrm>
            <a:custGeom>
              <a:avLst/>
              <a:pathLst>
                <a:path w="14960" h="8090">
                  <a:moveTo>
                    <a:pt x="14960" y="38"/>
                  </a:moveTo>
                  <a:lnTo>
                    <a:pt x="14895" y="2859"/>
                  </a:lnTo>
                  <a:lnTo>
                    <a:pt x="13782" y="3107"/>
                  </a:lnTo>
                  <a:lnTo>
                    <a:pt x="14360" y="7885"/>
                  </a:lnTo>
                  <a:lnTo>
                    <a:pt x="14178" y="8090"/>
                  </a:lnTo>
                  <a:lnTo>
                    <a:pt x="13281" y="7355"/>
                  </a:lnTo>
                  <a:lnTo>
                    <a:pt x="1233" y="7422"/>
                  </a:lnTo>
                  <a:lnTo>
                    <a:pt x="0" y="5684"/>
                  </a:lnTo>
                  <a:lnTo>
                    <a:pt x="488" y="5282"/>
                  </a:lnTo>
                  <a:lnTo>
                    <a:pt x="10839" y="44"/>
                  </a:lnTo>
                  <a:lnTo>
                    <a:pt x="1378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h4654"/>
            <p:cNvSpPr/>
            <p:nvPr/>
          </p:nvSpPr>
          <p:spPr>
            <a:xfrm>
              <a:off x="7358839" y="3288237"/>
              <a:ext cx="11121" cy="9947"/>
            </a:xfrm>
            <a:custGeom>
              <a:avLst/>
              <a:pathLst>
                <a:path w="11121" h="9947">
                  <a:moveTo>
                    <a:pt x="10915" y="3315"/>
                  </a:moveTo>
                  <a:lnTo>
                    <a:pt x="11121" y="5744"/>
                  </a:lnTo>
                  <a:lnTo>
                    <a:pt x="897" y="9947"/>
                  </a:lnTo>
                  <a:lnTo>
                    <a:pt x="0" y="9947"/>
                  </a:lnTo>
                  <a:lnTo>
                    <a:pt x="629" y="6803"/>
                  </a:lnTo>
                  <a:lnTo>
                    <a:pt x="3248" y="3954"/>
                  </a:lnTo>
                  <a:lnTo>
                    <a:pt x="3220" y="1994"/>
                  </a:lnTo>
                  <a:lnTo>
                    <a:pt x="663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h4655"/>
            <p:cNvSpPr/>
            <p:nvPr/>
          </p:nvSpPr>
          <p:spPr>
            <a:xfrm>
              <a:off x="7565479" y="3352461"/>
              <a:ext cx="12429" cy="13762"/>
            </a:xfrm>
            <a:custGeom>
              <a:avLst/>
              <a:pathLst>
                <a:path w="12429" h="13762">
                  <a:moveTo>
                    <a:pt x="2503" y="0"/>
                  </a:moveTo>
                  <a:lnTo>
                    <a:pt x="11971" y="2415"/>
                  </a:lnTo>
                  <a:lnTo>
                    <a:pt x="12429" y="7676"/>
                  </a:lnTo>
                  <a:lnTo>
                    <a:pt x="11394" y="8942"/>
                  </a:lnTo>
                  <a:lnTo>
                    <a:pt x="11309" y="12161"/>
                  </a:lnTo>
                  <a:lnTo>
                    <a:pt x="8934" y="13762"/>
                  </a:lnTo>
                  <a:lnTo>
                    <a:pt x="289" y="13701"/>
                  </a:lnTo>
                  <a:lnTo>
                    <a:pt x="41" y="13522"/>
                  </a:lnTo>
                  <a:lnTo>
                    <a:pt x="0" y="12502"/>
                  </a:lnTo>
                  <a:lnTo>
                    <a:pt x="4172" y="9201"/>
                  </a:lnTo>
                  <a:lnTo>
                    <a:pt x="5832" y="5663"/>
                  </a:lnTo>
                  <a:lnTo>
                    <a:pt x="5467" y="4371"/>
                  </a:lnTo>
                  <a:lnTo>
                    <a:pt x="2527" y="250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h4656"/>
            <p:cNvSpPr/>
            <p:nvPr/>
          </p:nvSpPr>
          <p:spPr>
            <a:xfrm>
              <a:off x="7507060" y="3461177"/>
              <a:ext cx="5745" cy="11825"/>
            </a:xfrm>
            <a:custGeom>
              <a:avLst/>
              <a:pathLst>
                <a:path w="5745" h="11825">
                  <a:moveTo>
                    <a:pt x="5745" y="6619"/>
                  </a:moveTo>
                  <a:lnTo>
                    <a:pt x="4773" y="9032"/>
                  </a:lnTo>
                  <a:lnTo>
                    <a:pt x="2101" y="11825"/>
                  </a:lnTo>
                  <a:lnTo>
                    <a:pt x="2789" y="8455"/>
                  </a:lnTo>
                  <a:lnTo>
                    <a:pt x="0" y="6381"/>
                  </a:lnTo>
                  <a:lnTo>
                    <a:pt x="256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h4657"/>
            <p:cNvSpPr/>
            <p:nvPr/>
          </p:nvSpPr>
          <p:spPr>
            <a:xfrm>
              <a:off x="7530133" y="3342877"/>
              <a:ext cx="2399" cy="2017"/>
            </a:xfrm>
            <a:custGeom>
              <a:avLst/>
              <a:pathLst>
                <a:path w="2399" h="2017">
                  <a:moveTo>
                    <a:pt x="2399" y="1326"/>
                  </a:moveTo>
                  <a:lnTo>
                    <a:pt x="908" y="2017"/>
                  </a:lnTo>
                  <a:lnTo>
                    <a:pt x="0" y="1929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h4658"/>
            <p:cNvSpPr/>
            <p:nvPr/>
          </p:nvSpPr>
          <p:spPr>
            <a:xfrm>
              <a:off x="7478752" y="3360918"/>
              <a:ext cx="3701" cy="1929"/>
            </a:xfrm>
            <a:custGeom>
              <a:avLst/>
              <a:pathLst>
                <a:path w="3701" h="1929">
                  <a:moveTo>
                    <a:pt x="3401" y="0"/>
                  </a:moveTo>
                  <a:lnTo>
                    <a:pt x="3574" y="644"/>
                  </a:lnTo>
                  <a:lnTo>
                    <a:pt x="3701" y="1693"/>
                  </a:lnTo>
                  <a:lnTo>
                    <a:pt x="0" y="192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h4659"/>
            <p:cNvSpPr/>
            <p:nvPr/>
          </p:nvSpPr>
          <p:spPr>
            <a:xfrm>
              <a:off x="7322319" y="3317513"/>
              <a:ext cx="14261" cy="13114"/>
            </a:xfrm>
            <a:custGeom>
              <a:avLst/>
              <a:pathLst>
                <a:path w="14261" h="13114">
                  <a:moveTo>
                    <a:pt x="11743" y="635"/>
                  </a:moveTo>
                  <a:lnTo>
                    <a:pt x="12679" y="2967"/>
                  </a:lnTo>
                  <a:lnTo>
                    <a:pt x="12559" y="7892"/>
                  </a:lnTo>
                  <a:lnTo>
                    <a:pt x="14261" y="12114"/>
                  </a:lnTo>
                  <a:lnTo>
                    <a:pt x="12021" y="13114"/>
                  </a:lnTo>
                  <a:lnTo>
                    <a:pt x="10258" y="12307"/>
                  </a:lnTo>
                  <a:lnTo>
                    <a:pt x="7816" y="6973"/>
                  </a:lnTo>
                  <a:lnTo>
                    <a:pt x="4191" y="11522"/>
                  </a:lnTo>
                  <a:lnTo>
                    <a:pt x="1176" y="10829"/>
                  </a:lnTo>
                  <a:lnTo>
                    <a:pt x="341" y="9351"/>
                  </a:lnTo>
                  <a:lnTo>
                    <a:pt x="1121" y="7411"/>
                  </a:lnTo>
                  <a:lnTo>
                    <a:pt x="0" y="5906"/>
                  </a:lnTo>
                  <a:lnTo>
                    <a:pt x="639" y="3412"/>
                  </a:lnTo>
                  <a:lnTo>
                    <a:pt x="3338" y="3927"/>
                  </a:lnTo>
                  <a:lnTo>
                    <a:pt x="4444" y="5612"/>
                  </a:lnTo>
                  <a:lnTo>
                    <a:pt x="6285" y="5878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h4660"/>
            <p:cNvSpPr/>
            <p:nvPr/>
          </p:nvSpPr>
          <p:spPr>
            <a:xfrm>
              <a:off x="7483945" y="3429991"/>
              <a:ext cx="7263" cy="10291"/>
            </a:xfrm>
            <a:custGeom>
              <a:avLst/>
              <a:pathLst>
                <a:path w="7263" h="10291">
                  <a:moveTo>
                    <a:pt x="3979" y="891"/>
                  </a:moveTo>
                  <a:lnTo>
                    <a:pt x="7263" y="7096"/>
                  </a:lnTo>
                  <a:lnTo>
                    <a:pt x="5328" y="9940"/>
                  </a:lnTo>
                  <a:lnTo>
                    <a:pt x="5311" y="10291"/>
                  </a:lnTo>
                  <a:lnTo>
                    <a:pt x="0" y="4200"/>
                  </a:lnTo>
                  <a:lnTo>
                    <a:pt x="153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h4661"/>
            <p:cNvSpPr/>
            <p:nvPr/>
          </p:nvSpPr>
          <p:spPr>
            <a:xfrm>
              <a:off x="7334230" y="3462688"/>
              <a:ext cx="11879" cy="12491"/>
            </a:xfrm>
            <a:custGeom>
              <a:avLst/>
              <a:pathLst>
                <a:path w="11879" h="12491">
                  <a:moveTo>
                    <a:pt x="11059" y="3036"/>
                  </a:moveTo>
                  <a:lnTo>
                    <a:pt x="11879" y="8223"/>
                  </a:lnTo>
                  <a:lnTo>
                    <a:pt x="3642" y="12491"/>
                  </a:lnTo>
                  <a:lnTo>
                    <a:pt x="424" y="8403"/>
                  </a:lnTo>
                  <a:lnTo>
                    <a:pt x="2176" y="5382"/>
                  </a:lnTo>
                  <a:lnTo>
                    <a:pt x="0" y="3742"/>
                  </a:lnTo>
                  <a:lnTo>
                    <a:pt x="234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h4662"/>
            <p:cNvSpPr/>
            <p:nvPr/>
          </p:nvSpPr>
          <p:spPr>
            <a:xfrm>
              <a:off x="7529849" y="3519584"/>
              <a:ext cx="17933" cy="11289"/>
            </a:xfrm>
            <a:custGeom>
              <a:avLst/>
              <a:pathLst>
                <a:path w="17933" h="11289">
                  <a:moveTo>
                    <a:pt x="8736" y="6"/>
                  </a:moveTo>
                  <a:lnTo>
                    <a:pt x="9970" y="358"/>
                  </a:lnTo>
                  <a:lnTo>
                    <a:pt x="13395" y="1617"/>
                  </a:lnTo>
                  <a:lnTo>
                    <a:pt x="14236" y="5765"/>
                  </a:lnTo>
                  <a:lnTo>
                    <a:pt x="17933" y="8162"/>
                  </a:lnTo>
                  <a:lnTo>
                    <a:pt x="15843" y="10425"/>
                  </a:lnTo>
                  <a:lnTo>
                    <a:pt x="11874" y="11289"/>
                  </a:lnTo>
                  <a:lnTo>
                    <a:pt x="488" y="11056"/>
                  </a:lnTo>
                  <a:lnTo>
                    <a:pt x="0" y="6307"/>
                  </a:lnTo>
                  <a:lnTo>
                    <a:pt x="3257" y="984"/>
                  </a:lnTo>
                  <a:lnTo>
                    <a:pt x="274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h4663"/>
            <p:cNvSpPr/>
            <p:nvPr/>
          </p:nvSpPr>
          <p:spPr>
            <a:xfrm>
              <a:off x="7415362" y="3320930"/>
              <a:ext cx="9927" cy="5824"/>
            </a:xfrm>
            <a:custGeom>
              <a:avLst/>
              <a:pathLst>
                <a:path w="9927" h="5824">
                  <a:moveTo>
                    <a:pt x="5306" y="1003"/>
                  </a:moveTo>
                  <a:lnTo>
                    <a:pt x="9927" y="3306"/>
                  </a:lnTo>
                  <a:lnTo>
                    <a:pt x="9842" y="5824"/>
                  </a:lnTo>
                  <a:lnTo>
                    <a:pt x="5230" y="5301"/>
                  </a:lnTo>
                  <a:lnTo>
                    <a:pt x="2807" y="3962"/>
                  </a:lnTo>
                  <a:lnTo>
                    <a:pt x="1162" y="4063"/>
                  </a:lnTo>
                  <a:lnTo>
                    <a:pt x="0" y="422"/>
                  </a:lnTo>
                  <a:lnTo>
                    <a:pt x="248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h4664"/>
            <p:cNvSpPr/>
            <p:nvPr/>
          </p:nvSpPr>
          <p:spPr>
            <a:xfrm>
              <a:off x="7495664" y="3419446"/>
              <a:ext cx="17420" cy="16542"/>
            </a:xfrm>
            <a:custGeom>
              <a:avLst/>
              <a:pathLst>
                <a:path w="17420" h="16542">
                  <a:moveTo>
                    <a:pt x="5054" y="586"/>
                  </a:moveTo>
                  <a:lnTo>
                    <a:pt x="6067" y="3425"/>
                  </a:lnTo>
                  <a:lnTo>
                    <a:pt x="11721" y="3270"/>
                  </a:lnTo>
                  <a:lnTo>
                    <a:pt x="13633" y="3832"/>
                  </a:lnTo>
                  <a:lnTo>
                    <a:pt x="17420" y="10260"/>
                  </a:lnTo>
                  <a:lnTo>
                    <a:pt x="16522" y="11464"/>
                  </a:lnTo>
                  <a:lnTo>
                    <a:pt x="11560" y="13999"/>
                  </a:lnTo>
                  <a:lnTo>
                    <a:pt x="10895" y="14957"/>
                  </a:lnTo>
                  <a:lnTo>
                    <a:pt x="11485" y="15705"/>
                  </a:lnTo>
                  <a:lnTo>
                    <a:pt x="9908" y="16542"/>
                  </a:lnTo>
                  <a:lnTo>
                    <a:pt x="2626" y="13441"/>
                  </a:lnTo>
                  <a:lnTo>
                    <a:pt x="2802" y="12091"/>
                  </a:lnTo>
                  <a:lnTo>
                    <a:pt x="2838" y="10993"/>
                  </a:lnTo>
                  <a:lnTo>
                    <a:pt x="343" y="8222"/>
                  </a:lnTo>
                  <a:lnTo>
                    <a:pt x="1265" y="5548"/>
                  </a:lnTo>
                  <a:lnTo>
                    <a:pt x="4303" y="2527"/>
                  </a:lnTo>
                  <a:lnTo>
                    <a:pt x="281" y="2404"/>
                  </a:lnTo>
                  <a:lnTo>
                    <a:pt x="0" y="1211"/>
                  </a:lnTo>
                  <a:lnTo>
                    <a:pt x="187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h4665"/>
            <p:cNvSpPr/>
            <p:nvPr/>
          </p:nvSpPr>
          <p:spPr>
            <a:xfrm>
              <a:off x="7550703" y="3341664"/>
              <a:ext cx="12023" cy="10309"/>
            </a:xfrm>
            <a:custGeom>
              <a:avLst/>
              <a:pathLst>
                <a:path w="12023" h="10309">
                  <a:moveTo>
                    <a:pt x="3399" y="0"/>
                  </a:moveTo>
                  <a:lnTo>
                    <a:pt x="4437" y="1767"/>
                  </a:lnTo>
                  <a:lnTo>
                    <a:pt x="6436" y="1980"/>
                  </a:lnTo>
                  <a:lnTo>
                    <a:pt x="9541" y="63"/>
                  </a:lnTo>
                  <a:lnTo>
                    <a:pt x="11667" y="2996"/>
                  </a:lnTo>
                  <a:lnTo>
                    <a:pt x="12023" y="5668"/>
                  </a:lnTo>
                  <a:lnTo>
                    <a:pt x="11560" y="6788"/>
                  </a:lnTo>
                  <a:lnTo>
                    <a:pt x="6036" y="10309"/>
                  </a:lnTo>
                  <a:lnTo>
                    <a:pt x="2834" y="6791"/>
                  </a:lnTo>
                  <a:lnTo>
                    <a:pt x="0" y="270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h4666"/>
            <p:cNvSpPr/>
            <p:nvPr/>
          </p:nvSpPr>
          <p:spPr>
            <a:xfrm>
              <a:off x="7492292" y="3249936"/>
              <a:ext cx="27299" cy="19068"/>
            </a:xfrm>
            <a:custGeom>
              <a:avLst/>
              <a:pathLst>
                <a:path w="27299" h="19068">
                  <a:moveTo>
                    <a:pt x="26766" y="443"/>
                  </a:moveTo>
                  <a:lnTo>
                    <a:pt x="27299" y="2851"/>
                  </a:lnTo>
                  <a:lnTo>
                    <a:pt x="23893" y="10217"/>
                  </a:lnTo>
                  <a:lnTo>
                    <a:pt x="19198" y="10247"/>
                  </a:lnTo>
                  <a:lnTo>
                    <a:pt x="18194" y="13014"/>
                  </a:lnTo>
                  <a:lnTo>
                    <a:pt x="18874" y="16969"/>
                  </a:lnTo>
                  <a:lnTo>
                    <a:pt x="20119" y="19068"/>
                  </a:lnTo>
                  <a:lnTo>
                    <a:pt x="17327" y="17081"/>
                  </a:lnTo>
                  <a:lnTo>
                    <a:pt x="17813" y="15023"/>
                  </a:lnTo>
                  <a:lnTo>
                    <a:pt x="15000" y="14651"/>
                  </a:lnTo>
                  <a:lnTo>
                    <a:pt x="12185" y="15767"/>
                  </a:lnTo>
                  <a:lnTo>
                    <a:pt x="11098" y="18262"/>
                  </a:lnTo>
                  <a:lnTo>
                    <a:pt x="8703" y="18517"/>
                  </a:lnTo>
                  <a:lnTo>
                    <a:pt x="3091" y="17539"/>
                  </a:lnTo>
                  <a:lnTo>
                    <a:pt x="0" y="13277"/>
                  </a:lnTo>
                  <a:lnTo>
                    <a:pt x="642" y="11789"/>
                  </a:lnTo>
                  <a:lnTo>
                    <a:pt x="3286" y="15299"/>
                  </a:lnTo>
                  <a:lnTo>
                    <a:pt x="6818" y="14687"/>
                  </a:lnTo>
                  <a:lnTo>
                    <a:pt x="1836" y="10066"/>
                  </a:lnTo>
                  <a:lnTo>
                    <a:pt x="1575" y="8321"/>
                  </a:lnTo>
                  <a:lnTo>
                    <a:pt x="4179" y="6556"/>
                  </a:lnTo>
                  <a:lnTo>
                    <a:pt x="14530" y="10179"/>
                  </a:lnTo>
                  <a:lnTo>
                    <a:pt x="22971" y="2835"/>
                  </a:lnTo>
                  <a:lnTo>
                    <a:pt x="2382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h4667"/>
            <p:cNvSpPr/>
            <p:nvPr/>
          </p:nvSpPr>
          <p:spPr>
            <a:xfrm>
              <a:off x="7551078" y="3467160"/>
              <a:ext cx="13002" cy="11112"/>
            </a:xfrm>
            <a:custGeom>
              <a:avLst/>
              <a:pathLst>
                <a:path w="13002" h="11112">
                  <a:moveTo>
                    <a:pt x="1297" y="36"/>
                  </a:moveTo>
                  <a:lnTo>
                    <a:pt x="3343" y="2605"/>
                  </a:lnTo>
                  <a:lnTo>
                    <a:pt x="12831" y="10365"/>
                  </a:lnTo>
                  <a:lnTo>
                    <a:pt x="13002" y="11112"/>
                  </a:lnTo>
                  <a:lnTo>
                    <a:pt x="11160" y="10368"/>
                  </a:lnTo>
                  <a:lnTo>
                    <a:pt x="8729" y="11085"/>
                  </a:lnTo>
                  <a:lnTo>
                    <a:pt x="4406" y="9955"/>
                  </a:lnTo>
                  <a:lnTo>
                    <a:pt x="2836" y="9376"/>
                  </a:lnTo>
                  <a:lnTo>
                    <a:pt x="1725" y="7810"/>
                  </a:lnTo>
                  <a:lnTo>
                    <a:pt x="376" y="5216"/>
                  </a:lnTo>
                  <a:lnTo>
                    <a:pt x="0" y="1019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h4668"/>
            <p:cNvSpPr/>
            <p:nvPr/>
          </p:nvSpPr>
          <p:spPr>
            <a:xfrm>
              <a:off x="7342234" y="3422366"/>
              <a:ext cx="18231" cy="25095"/>
            </a:xfrm>
            <a:custGeom>
              <a:avLst/>
              <a:pathLst>
                <a:path w="18231" h="25095">
                  <a:moveTo>
                    <a:pt x="14303" y="0"/>
                  </a:moveTo>
                  <a:lnTo>
                    <a:pt x="15431" y="275"/>
                  </a:lnTo>
                  <a:lnTo>
                    <a:pt x="16532" y="1170"/>
                  </a:lnTo>
                  <a:lnTo>
                    <a:pt x="15423" y="1949"/>
                  </a:lnTo>
                  <a:lnTo>
                    <a:pt x="17792" y="4743"/>
                  </a:lnTo>
                  <a:lnTo>
                    <a:pt x="15510" y="9685"/>
                  </a:lnTo>
                  <a:lnTo>
                    <a:pt x="16653" y="13883"/>
                  </a:lnTo>
                  <a:lnTo>
                    <a:pt x="15216" y="16120"/>
                  </a:lnTo>
                  <a:lnTo>
                    <a:pt x="15760" y="18313"/>
                  </a:lnTo>
                  <a:lnTo>
                    <a:pt x="18231" y="19838"/>
                  </a:lnTo>
                  <a:lnTo>
                    <a:pt x="17533" y="21461"/>
                  </a:lnTo>
                  <a:lnTo>
                    <a:pt x="13084" y="22978"/>
                  </a:lnTo>
                  <a:lnTo>
                    <a:pt x="10620" y="24678"/>
                  </a:lnTo>
                  <a:lnTo>
                    <a:pt x="9317" y="23211"/>
                  </a:lnTo>
                  <a:lnTo>
                    <a:pt x="1047" y="25095"/>
                  </a:lnTo>
                  <a:lnTo>
                    <a:pt x="2802" y="19125"/>
                  </a:lnTo>
                  <a:lnTo>
                    <a:pt x="0" y="14716"/>
                  </a:lnTo>
                  <a:lnTo>
                    <a:pt x="1450" y="12427"/>
                  </a:lnTo>
                  <a:lnTo>
                    <a:pt x="5077" y="11863"/>
                  </a:lnTo>
                  <a:lnTo>
                    <a:pt x="5838" y="9627"/>
                  </a:lnTo>
                  <a:lnTo>
                    <a:pt x="5817" y="5579"/>
                  </a:lnTo>
                  <a:lnTo>
                    <a:pt x="10293" y="4519"/>
                  </a:lnTo>
                  <a:lnTo>
                    <a:pt x="12609" y="5347"/>
                  </a:lnTo>
                  <a:lnTo>
                    <a:pt x="11668" y="113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h4669"/>
            <p:cNvSpPr/>
            <p:nvPr/>
          </p:nvSpPr>
          <p:spPr>
            <a:xfrm>
              <a:off x="7605517" y="3298217"/>
              <a:ext cx="89568" cy="78558"/>
            </a:xfrm>
            <a:custGeom>
              <a:avLst/>
              <a:pathLst>
                <a:path w="89568" h="78558">
                  <a:moveTo>
                    <a:pt x="78499" y="7972"/>
                  </a:moveTo>
                  <a:lnTo>
                    <a:pt x="89568" y="21499"/>
                  </a:lnTo>
                  <a:lnTo>
                    <a:pt x="82003" y="23017"/>
                  </a:lnTo>
                  <a:lnTo>
                    <a:pt x="81789" y="29751"/>
                  </a:lnTo>
                  <a:lnTo>
                    <a:pt x="77970" y="28958"/>
                  </a:lnTo>
                  <a:lnTo>
                    <a:pt x="77999" y="33921"/>
                  </a:lnTo>
                  <a:lnTo>
                    <a:pt x="69665" y="31489"/>
                  </a:lnTo>
                  <a:lnTo>
                    <a:pt x="53772" y="33800"/>
                  </a:lnTo>
                  <a:lnTo>
                    <a:pt x="53884" y="38499"/>
                  </a:lnTo>
                  <a:lnTo>
                    <a:pt x="54681" y="40773"/>
                  </a:lnTo>
                  <a:lnTo>
                    <a:pt x="57055" y="43105"/>
                  </a:lnTo>
                  <a:lnTo>
                    <a:pt x="56555" y="44991"/>
                  </a:lnTo>
                  <a:lnTo>
                    <a:pt x="42770" y="45641"/>
                  </a:lnTo>
                  <a:lnTo>
                    <a:pt x="37798" y="49379"/>
                  </a:lnTo>
                  <a:lnTo>
                    <a:pt x="39311" y="44552"/>
                  </a:lnTo>
                  <a:lnTo>
                    <a:pt x="38639" y="42319"/>
                  </a:lnTo>
                  <a:lnTo>
                    <a:pt x="37112" y="42016"/>
                  </a:lnTo>
                  <a:lnTo>
                    <a:pt x="34153" y="45262"/>
                  </a:lnTo>
                  <a:lnTo>
                    <a:pt x="34572" y="46680"/>
                  </a:lnTo>
                  <a:lnTo>
                    <a:pt x="35766" y="47133"/>
                  </a:lnTo>
                  <a:lnTo>
                    <a:pt x="35365" y="51124"/>
                  </a:lnTo>
                  <a:lnTo>
                    <a:pt x="30364" y="53473"/>
                  </a:lnTo>
                  <a:lnTo>
                    <a:pt x="30629" y="59012"/>
                  </a:lnTo>
                  <a:lnTo>
                    <a:pt x="26701" y="60461"/>
                  </a:lnTo>
                  <a:lnTo>
                    <a:pt x="26352" y="64065"/>
                  </a:lnTo>
                  <a:lnTo>
                    <a:pt x="23230" y="73332"/>
                  </a:lnTo>
                  <a:lnTo>
                    <a:pt x="22522" y="74824"/>
                  </a:lnTo>
                  <a:lnTo>
                    <a:pt x="20932" y="73918"/>
                  </a:lnTo>
                  <a:lnTo>
                    <a:pt x="19935" y="78558"/>
                  </a:lnTo>
                  <a:lnTo>
                    <a:pt x="17329" y="77406"/>
                  </a:lnTo>
                  <a:lnTo>
                    <a:pt x="13002" y="77659"/>
                  </a:lnTo>
                  <a:lnTo>
                    <a:pt x="7767" y="74286"/>
                  </a:lnTo>
                  <a:lnTo>
                    <a:pt x="8512" y="72644"/>
                  </a:lnTo>
                  <a:lnTo>
                    <a:pt x="2787" y="65331"/>
                  </a:lnTo>
                  <a:lnTo>
                    <a:pt x="5155" y="61880"/>
                  </a:lnTo>
                  <a:lnTo>
                    <a:pt x="3522" y="59476"/>
                  </a:lnTo>
                  <a:lnTo>
                    <a:pt x="0" y="55593"/>
                  </a:lnTo>
                  <a:lnTo>
                    <a:pt x="2798" y="54967"/>
                  </a:lnTo>
                  <a:lnTo>
                    <a:pt x="5725" y="55320"/>
                  </a:lnTo>
                  <a:lnTo>
                    <a:pt x="6379" y="52968"/>
                  </a:lnTo>
                  <a:lnTo>
                    <a:pt x="4419" y="51333"/>
                  </a:lnTo>
                  <a:lnTo>
                    <a:pt x="6466" y="48672"/>
                  </a:lnTo>
                  <a:lnTo>
                    <a:pt x="12478" y="44507"/>
                  </a:lnTo>
                  <a:lnTo>
                    <a:pt x="15665" y="46190"/>
                  </a:lnTo>
                  <a:lnTo>
                    <a:pt x="15738" y="48335"/>
                  </a:lnTo>
                  <a:lnTo>
                    <a:pt x="18402" y="50575"/>
                  </a:lnTo>
                  <a:lnTo>
                    <a:pt x="20172" y="50682"/>
                  </a:lnTo>
                  <a:lnTo>
                    <a:pt x="21682" y="47751"/>
                  </a:lnTo>
                  <a:lnTo>
                    <a:pt x="22018" y="45921"/>
                  </a:lnTo>
                  <a:lnTo>
                    <a:pt x="21371" y="44274"/>
                  </a:lnTo>
                  <a:lnTo>
                    <a:pt x="23397" y="40310"/>
                  </a:lnTo>
                  <a:lnTo>
                    <a:pt x="28487" y="36187"/>
                  </a:lnTo>
                  <a:lnTo>
                    <a:pt x="34065" y="27295"/>
                  </a:lnTo>
                  <a:lnTo>
                    <a:pt x="40051" y="21755"/>
                  </a:lnTo>
                  <a:lnTo>
                    <a:pt x="44678" y="20842"/>
                  </a:lnTo>
                  <a:lnTo>
                    <a:pt x="48876" y="21489"/>
                  </a:lnTo>
                  <a:lnTo>
                    <a:pt x="60466" y="14791"/>
                  </a:lnTo>
                  <a:lnTo>
                    <a:pt x="63619" y="10970"/>
                  </a:lnTo>
                  <a:lnTo>
                    <a:pt x="70702" y="6834"/>
                  </a:lnTo>
                  <a:lnTo>
                    <a:pt x="69946" y="4131"/>
                  </a:lnTo>
                  <a:lnTo>
                    <a:pt x="7197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h4670"/>
            <p:cNvSpPr/>
            <p:nvPr/>
          </p:nvSpPr>
          <p:spPr>
            <a:xfrm>
              <a:off x="7502647" y="3381376"/>
              <a:ext cx="6901" cy="5244"/>
            </a:xfrm>
            <a:custGeom>
              <a:avLst/>
              <a:pathLst>
                <a:path w="6901" h="5244">
                  <a:moveTo>
                    <a:pt x="6901" y="446"/>
                  </a:moveTo>
                  <a:lnTo>
                    <a:pt x="6319" y="1803"/>
                  </a:lnTo>
                  <a:lnTo>
                    <a:pt x="4828" y="4921"/>
                  </a:lnTo>
                  <a:lnTo>
                    <a:pt x="1084" y="5244"/>
                  </a:lnTo>
                  <a:lnTo>
                    <a:pt x="71" y="2757"/>
                  </a:lnTo>
                  <a:lnTo>
                    <a:pt x="0" y="2195"/>
                  </a:lnTo>
                  <a:lnTo>
                    <a:pt x="2365" y="2413"/>
                  </a:lnTo>
                  <a:lnTo>
                    <a:pt x="600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h4671"/>
            <p:cNvSpPr/>
            <p:nvPr/>
          </p:nvSpPr>
          <p:spPr>
            <a:xfrm>
              <a:off x="7479771" y="3356799"/>
              <a:ext cx="3962" cy="4763"/>
            </a:xfrm>
            <a:custGeom>
              <a:avLst/>
              <a:pathLst>
                <a:path w="3962" h="4763">
                  <a:moveTo>
                    <a:pt x="3962" y="390"/>
                  </a:moveTo>
                  <a:lnTo>
                    <a:pt x="3519" y="4665"/>
                  </a:lnTo>
                  <a:lnTo>
                    <a:pt x="2555" y="4763"/>
                  </a:lnTo>
                  <a:lnTo>
                    <a:pt x="2382" y="4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h4672"/>
            <p:cNvSpPr/>
            <p:nvPr/>
          </p:nvSpPr>
          <p:spPr>
            <a:xfrm>
              <a:off x="7325493" y="3305751"/>
              <a:ext cx="13836" cy="15114"/>
            </a:xfrm>
            <a:custGeom>
              <a:avLst/>
              <a:pathLst>
                <a:path w="13836" h="15114">
                  <a:moveTo>
                    <a:pt x="12377" y="1547"/>
                  </a:moveTo>
                  <a:lnTo>
                    <a:pt x="12571" y="3806"/>
                  </a:lnTo>
                  <a:lnTo>
                    <a:pt x="11687" y="3038"/>
                  </a:lnTo>
                  <a:lnTo>
                    <a:pt x="10528" y="8114"/>
                  </a:lnTo>
                  <a:lnTo>
                    <a:pt x="13836" y="14584"/>
                  </a:lnTo>
                  <a:lnTo>
                    <a:pt x="12387" y="15114"/>
                  </a:lnTo>
                  <a:lnTo>
                    <a:pt x="9505" y="14728"/>
                  </a:lnTo>
                  <a:lnTo>
                    <a:pt x="8569" y="12397"/>
                  </a:lnTo>
                  <a:lnTo>
                    <a:pt x="1104" y="11761"/>
                  </a:lnTo>
                  <a:lnTo>
                    <a:pt x="424" y="7045"/>
                  </a:lnTo>
                  <a:lnTo>
                    <a:pt x="1432" y="4435"/>
                  </a:lnTo>
                  <a:lnTo>
                    <a:pt x="0" y="2250"/>
                  </a:lnTo>
                  <a:lnTo>
                    <a:pt x="241" y="1224"/>
                  </a:lnTo>
                  <a:lnTo>
                    <a:pt x="2529" y="58"/>
                  </a:lnTo>
                  <a:lnTo>
                    <a:pt x="769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h4673"/>
            <p:cNvSpPr/>
            <p:nvPr/>
          </p:nvSpPr>
          <p:spPr>
            <a:xfrm>
              <a:off x="7441125" y="3349926"/>
              <a:ext cx="20178" cy="12951"/>
            </a:xfrm>
            <a:custGeom>
              <a:avLst/>
              <a:pathLst>
                <a:path w="20178" h="12951">
                  <a:moveTo>
                    <a:pt x="13890" y="6070"/>
                  </a:moveTo>
                  <a:lnTo>
                    <a:pt x="18562" y="9162"/>
                  </a:lnTo>
                  <a:lnTo>
                    <a:pt x="20178" y="12951"/>
                  </a:lnTo>
                  <a:lnTo>
                    <a:pt x="8683" y="7305"/>
                  </a:lnTo>
                  <a:lnTo>
                    <a:pt x="1723" y="6608"/>
                  </a:lnTo>
                  <a:lnTo>
                    <a:pt x="0" y="7032"/>
                  </a:lnTo>
                  <a:lnTo>
                    <a:pt x="1555" y="3808"/>
                  </a:lnTo>
                  <a:lnTo>
                    <a:pt x="795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h4674"/>
            <p:cNvSpPr/>
            <p:nvPr/>
          </p:nvSpPr>
          <p:spPr>
            <a:xfrm>
              <a:off x="7475387" y="3443311"/>
              <a:ext cx="18426" cy="10227"/>
            </a:xfrm>
            <a:custGeom>
              <a:avLst/>
              <a:pathLst>
                <a:path w="18426" h="10227">
                  <a:moveTo>
                    <a:pt x="5161" y="1482"/>
                  </a:moveTo>
                  <a:lnTo>
                    <a:pt x="6135" y="3345"/>
                  </a:lnTo>
                  <a:lnTo>
                    <a:pt x="10123" y="4455"/>
                  </a:lnTo>
                  <a:lnTo>
                    <a:pt x="15123" y="2632"/>
                  </a:lnTo>
                  <a:lnTo>
                    <a:pt x="18384" y="7424"/>
                  </a:lnTo>
                  <a:lnTo>
                    <a:pt x="18426" y="8999"/>
                  </a:lnTo>
                  <a:lnTo>
                    <a:pt x="13180" y="10227"/>
                  </a:lnTo>
                  <a:lnTo>
                    <a:pt x="4940" y="9388"/>
                  </a:lnTo>
                  <a:lnTo>
                    <a:pt x="6633" y="9017"/>
                  </a:lnTo>
                  <a:lnTo>
                    <a:pt x="8504" y="5432"/>
                  </a:lnTo>
                  <a:lnTo>
                    <a:pt x="4360" y="4299"/>
                  </a:lnTo>
                  <a:lnTo>
                    <a:pt x="0" y="839"/>
                  </a:lnTo>
                  <a:lnTo>
                    <a:pt x="220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h4675"/>
            <p:cNvSpPr/>
            <p:nvPr/>
          </p:nvSpPr>
          <p:spPr>
            <a:xfrm>
              <a:off x="7487455" y="3352774"/>
              <a:ext cx="15084" cy="10983"/>
            </a:xfrm>
            <a:custGeom>
              <a:avLst/>
              <a:pathLst>
                <a:path w="15084" h="10983">
                  <a:moveTo>
                    <a:pt x="15084" y="8206"/>
                  </a:moveTo>
                  <a:lnTo>
                    <a:pt x="10044" y="7520"/>
                  </a:lnTo>
                  <a:lnTo>
                    <a:pt x="1813" y="10983"/>
                  </a:lnTo>
                  <a:lnTo>
                    <a:pt x="0" y="9721"/>
                  </a:lnTo>
                  <a:lnTo>
                    <a:pt x="279" y="7957"/>
                  </a:lnTo>
                  <a:lnTo>
                    <a:pt x="283" y="5837"/>
                  </a:lnTo>
                  <a:lnTo>
                    <a:pt x="8747" y="1106"/>
                  </a:lnTo>
                  <a:lnTo>
                    <a:pt x="1002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h4676"/>
            <p:cNvSpPr/>
            <p:nvPr/>
          </p:nvSpPr>
          <p:spPr>
            <a:xfrm>
              <a:off x="7350246" y="3448532"/>
              <a:ext cx="25262" cy="25679"/>
            </a:xfrm>
            <a:custGeom>
              <a:avLst/>
              <a:pathLst>
                <a:path w="25262" h="25679">
                  <a:moveTo>
                    <a:pt x="5255" y="2307"/>
                  </a:moveTo>
                  <a:lnTo>
                    <a:pt x="4143" y="9085"/>
                  </a:lnTo>
                  <a:lnTo>
                    <a:pt x="13369" y="9865"/>
                  </a:lnTo>
                  <a:lnTo>
                    <a:pt x="22049" y="8653"/>
                  </a:lnTo>
                  <a:lnTo>
                    <a:pt x="25262" y="10555"/>
                  </a:lnTo>
                  <a:lnTo>
                    <a:pt x="23586" y="14073"/>
                  </a:lnTo>
                  <a:lnTo>
                    <a:pt x="22012" y="11374"/>
                  </a:lnTo>
                  <a:lnTo>
                    <a:pt x="18538" y="11853"/>
                  </a:lnTo>
                  <a:lnTo>
                    <a:pt x="14098" y="18245"/>
                  </a:lnTo>
                  <a:lnTo>
                    <a:pt x="14316" y="19451"/>
                  </a:lnTo>
                  <a:lnTo>
                    <a:pt x="11406" y="25679"/>
                  </a:lnTo>
                  <a:lnTo>
                    <a:pt x="6448" y="21736"/>
                  </a:lnTo>
                  <a:lnTo>
                    <a:pt x="6721" y="20234"/>
                  </a:lnTo>
                  <a:lnTo>
                    <a:pt x="5356" y="14952"/>
                  </a:lnTo>
                  <a:lnTo>
                    <a:pt x="3029" y="12813"/>
                  </a:lnTo>
                  <a:lnTo>
                    <a:pt x="0" y="9983"/>
                  </a:lnTo>
                  <a:lnTo>
                    <a:pt x="756" y="5202"/>
                  </a:lnTo>
                  <a:lnTo>
                    <a:pt x="327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h4677"/>
            <p:cNvSpPr/>
            <p:nvPr/>
          </p:nvSpPr>
          <p:spPr>
            <a:xfrm>
              <a:off x="7386600" y="3357031"/>
              <a:ext cx="11847" cy="9738"/>
            </a:xfrm>
            <a:custGeom>
              <a:avLst/>
              <a:pathLst>
                <a:path w="11847" h="9738">
                  <a:moveTo>
                    <a:pt x="10199" y="488"/>
                  </a:moveTo>
                  <a:lnTo>
                    <a:pt x="11346" y="1117"/>
                  </a:lnTo>
                  <a:lnTo>
                    <a:pt x="11847" y="4076"/>
                  </a:lnTo>
                  <a:lnTo>
                    <a:pt x="11723" y="9738"/>
                  </a:lnTo>
                  <a:lnTo>
                    <a:pt x="4044" y="8766"/>
                  </a:lnTo>
                  <a:lnTo>
                    <a:pt x="0" y="6713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h4678"/>
            <p:cNvSpPr/>
            <p:nvPr/>
          </p:nvSpPr>
          <p:spPr>
            <a:xfrm>
              <a:off x="7495682" y="3382695"/>
              <a:ext cx="8685" cy="7035"/>
            </a:xfrm>
            <a:custGeom>
              <a:avLst/>
              <a:pathLst>
                <a:path w="8685" h="7035">
                  <a:moveTo>
                    <a:pt x="7037" y="1437"/>
                  </a:moveTo>
                  <a:lnTo>
                    <a:pt x="8049" y="3925"/>
                  </a:lnTo>
                  <a:lnTo>
                    <a:pt x="8685" y="5001"/>
                  </a:lnTo>
                  <a:lnTo>
                    <a:pt x="8183" y="5088"/>
                  </a:lnTo>
                  <a:lnTo>
                    <a:pt x="4842" y="7035"/>
                  </a:lnTo>
                  <a:lnTo>
                    <a:pt x="1519" y="4633"/>
                  </a:lnTo>
                  <a:lnTo>
                    <a:pt x="0" y="2333"/>
                  </a:lnTo>
                  <a:lnTo>
                    <a:pt x="62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h4679"/>
            <p:cNvSpPr/>
            <p:nvPr/>
          </p:nvSpPr>
          <p:spPr>
            <a:xfrm>
              <a:off x="7471358" y="3372980"/>
              <a:ext cx="11908" cy="10148"/>
            </a:xfrm>
            <a:custGeom>
              <a:avLst/>
              <a:pathLst>
                <a:path w="11908" h="10148">
                  <a:moveTo>
                    <a:pt x="9967" y="898"/>
                  </a:moveTo>
                  <a:lnTo>
                    <a:pt x="11908" y="3091"/>
                  </a:lnTo>
                  <a:lnTo>
                    <a:pt x="4894" y="6102"/>
                  </a:lnTo>
                  <a:lnTo>
                    <a:pt x="4675" y="8893"/>
                  </a:lnTo>
                  <a:lnTo>
                    <a:pt x="836" y="10148"/>
                  </a:lnTo>
                  <a:lnTo>
                    <a:pt x="294" y="10061"/>
                  </a:lnTo>
                  <a:lnTo>
                    <a:pt x="0" y="6428"/>
                  </a:lnTo>
                  <a:lnTo>
                    <a:pt x="4044" y="5517"/>
                  </a:lnTo>
                  <a:lnTo>
                    <a:pt x="943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h4680"/>
            <p:cNvSpPr/>
            <p:nvPr/>
          </p:nvSpPr>
          <p:spPr>
            <a:xfrm>
              <a:off x="7498164" y="3372935"/>
              <a:ext cx="4396" cy="3154"/>
            </a:xfrm>
            <a:custGeom>
              <a:avLst/>
              <a:pathLst>
                <a:path w="4396" h="3154">
                  <a:moveTo>
                    <a:pt x="956" y="76"/>
                  </a:moveTo>
                  <a:lnTo>
                    <a:pt x="4396" y="0"/>
                  </a:lnTo>
                  <a:lnTo>
                    <a:pt x="4188" y="1991"/>
                  </a:lnTo>
                  <a:lnTo>
                    <a:pt x="1393" y="3154"/>
                  </a:lnTo>
                  <a:lnTo>
                    <a:pt x="0" y="130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h4681"/>
            <p:cNvSpPr/>
            <p:nvPr/>
          </p:nvSpPr>
          <p:spPr>
            <a:xfrm>
              <a:off x="7359736" y="3290919"/>
              <a:ext cx="18167" cy="12560"/>
            </a:xfrm>
            <a:custGeom>
              <a:avLst/>
              <a:pathLst>
                <a:path w="18167" h="12560">
                  <a:moveTo>
                    <a:pt x="18167" y="5584"/>
                  </a:moveTo>
                  <a:lnTo>
                    <a:pt x="16327" y="10118"/>
                  </a:lnTo>
                  <a:lnTo>
                    <a:pt x="12117" y="11943"/>
                  </a:lnTo>
                  <a:lnTo>
                    <a:pt x="7114" y="12560"/>
                  </a:lnTo>
                  <a:lnTo>
                    <a:pt x="4961" y="9680"/>
                  </a:lnTo>
                  <a:lnTo>
                    <a:pt x="1825" y="11654"/>
                  </a:lnTo>
                  <a:lnTo>
                    <a:pt x="46" y="9094"/>
                  </a:lnTo>
                  <a:lnTo>
                    <a:pt x="0" y="7265"/>
                  </a:lnTo>
                  <a:lnTo>
                    <a:pt x="10223" y="3062"/>
                  </a:lnTo>
                  <a:lnTo>
                    <a:pt x="10017" y="633"/>
                  </a:lnTo>
                  <a:lnTo>
                    <a:pt x="1686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h4682"/>
            <p:cNvSpPr/>
            <p:nvPr/>
          </p:nvSpPr>
          <p:spPr>
            <a:xfrm>
              <a:off x="7335622" y="3470912"/>
              <a:ext cx="18037" cy="11684"/>
            </a:xfrm>
            <a:custGeom>
              <a:avLst/>
              <a:pathLst>
                <a:path w="18037" h="11684">
                  <a:moveTo>
                    <a:pt x="17767" y="712"/>
                  </a:moveTo>
                  <a:lnTo>
                    <a:pt x="16449" y="7876"/>
                  </a:lnTo>
                  <a:lnTo>
                    <a:pt x="18037" y="11684"/>
                  </a:lnTo>
                  <a:lnTo>
                    <a:pt x="14282" y="11088"/>
                  </a:lnTo>
                  <a:lnTo>
                    <a:pt x="12494" y="9566"/>
                  </a:lnTo>
                  <a:lnTo>
                    <a:pt x="6505" y="9678"/>
                  </a:lnTo>
                  <a:lnTo>
                    <a:pt x="3287" y="6782"/>
                  </a:lnTo>
                  <a:lnTo>
                    <a:pt x="2181" y="7547"/>
                  </a:lnTo>
                  <a:lnTo>
                    <a:pt x="0" y="6130"/>
                  </a:lnTo>
                  <a:lnTo>
                    <a:pt x="2250" y="4268"/>
                  </a:lnTo>
                  <a:lnTo>
                    <a:pt x="1048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h4683"/>
            <p:cNvSpPr/>
            <p:nvPr/>
          </p:nvSpPr>
          <p:spPr>
            <a:xfrm>
              <a:off x="7499120" y="3361929"/>
              <a:ext cx="4468" cy="11083"/>
            </a:xfrm>
            <a:custGeom>
              <a:avLst/>
              <a:pathLst>
                <a:path w="4468" h="11083">
                  <a:moveTo>
                    <a:pt x="3977" y="0"/>
                  </a:moveTo>
                  <a:lnTo>
                    <a:pt x="4468" y="3667"/>
                  </a:lnTo>
                  <a:lnTo>
                    <a:pt x="3440" y="11006"/>
                  </a:lnTo>
                  <a:lnTo>
                    <a:pt x="0" y="11083"/>
                  </a:lnTo>
                  <a:lnTo>
                    <a:pt x="1574" y="137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h4684"/>
            <p:cNvSpPr/>
            <p:nvPr/>
          </p:nvSpPr>
          <p:spPr>
            <a:xfrm>
              <a:off x="7516617" y="3482654"/>
              <a:ext cx="13573" cy="11021"/>
            </a:xfrm>
            <a:custGeom>
              <a:avLst/>
              <a:pathLst>
                <a:path w="13573" h="11021">
                  <a:moveTo>
                    <a:pt x="6093" y="164"/>
                  </a:moveTo>
                  <a:lnTo>
                    <a:pt x="12025" y="0"/>
                  </a:lnTo>
                  <a:lnTo>
                    <a:pt x="13573" y="2466"/>
                  </a:lnTo>
                  <a:lnTo>
                    <a:pt x="12671" y="8638"/>
                  </a:lnTo>
                  <a:lnTo>
                    <a:pt x="9086" y="8419"/>
                  </a:lnTo>
                  <a:lnTo>
                    <a:pt x="219" y="11021"/>
                  </a:lnTo>
                  <a:lnTo>
                    <a:pt x="0" y="8388"/>
                  </a:lnTo>
                  <a:lnTo>
                    <a:pt x="5588" y="6014"/>
                  </a:lnTo>
                  <a:lnTo>
                    <a:pt x="5790" y="4807"/>
                  </a:lnTo>
                  <a:lnTo>
                    <a:pt x="3216" y="20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h4685"/>
            <p:cNvSpPr/>
            <p:nvPr/>
          </p:nvSpPr>
          <p:spPr>
            <a:xfrm>
              <a:off x="7562371" y="3339031"/>
              <a:ext cx="11562" cy="8724"/>
            </a:xfrm>
            <a:custGeom>
              <a:avLst/>
              <a:pathLst>
                <a:path w="11562" h="8724">
                  <a:moveTo>
                    <a:pt x="11562" y="4095"/>
                  </a:moveTo>
                  <a:lnTo>
                    <a:pt x="8787" y="8724"/>
                  </a:lnTo>
                  <a:lnTo>
                    <a:pt x="7599" y="7327"/>
                  </a:lnTo>
                  <a:lnTo>
                    <a:pt x="5460" y="6769"/>
                  </a:lnTo>
                  <a:lnTo>
                    <a:pt x="355" y="8301"/>
                  </a:lnTo>
                  <a:lnTo>
                    <a:pt x="0" y="5628"/>
                  </a:lnTo>
                  <a:lnTo>
                    <a:pt x="4262" y="2475"/>
                  </a:lnTo>
                  <a:lnTo>
                    <a:pt x="3387" y="2202"/>
                  </a:lnTo>
                  <a:lnTo>
                    <a:pt x="3997" y="670"/>
                  </a:lnTo>
                  <a:lnTo>
                    <a:pt x="599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h4686"/>
            <p:cNvSpPr/>
            <p:nvPr/>
          </p:nvSpPr>
          <p:spPr>
            <a:xfrm>
              <a:off x="7477072" y="3435431"/>
              <a:ext cx="5246" cy="3816"/>
            </a:xfrm>
            <a:custGeom>
              <a:avLst/>
              <a:pathLst>
                <a:path w="5246" h="3816">
                  <a:moveTo>
                    <a:pt x="3823" y="2355"/>
                  </a:moveTo>
                  <a:lnTo>
                    <a:pt x="5246" y="3816"/>
                  </a:lnTo>
                  <a:lnTo>
                    <a:pt x="953" y="3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h4687"/>
            <p:cNvSpPr/>
            <p:nvPr/>
          </p:nvSpPr>
          <p:spPr>
            <a:xfrm>
              <a:off x="7461421" y="3356476"/>
              <a:ext cx="20732" cy="10507"/>
            </a:xfrm>
            <a:custGeom>
              <a:avLst/>
              <a:pathLst>
                <a:path w="20732" h="10507">
                  <a:moveTo>
                    <a:pt x="18349" y="323"/>
                  </a:moveTo>
                  <a:lnTo>
                    <a:pt x="20732" y="4442"/>
                  </a:lnTo>
                  <a:lnTo>
                    <a:pt x="17331" y="6372"/>
                  </a:lnTo>
                  <a:lnTo>
                    <a:pt x="16412" y="8710"/>
                  </a:lnTo>
                  <a:lnTo>
                    <a:pt x="14262" y="10507"/>
                  </a:lnTo>
                  <a:lnTo>
                    <a:pt x="14865" y="5896"/>
                  </a:lnTo>
                  <a:lnTo>
                    <a:pt x="14054" y="5485"/>
                  </a:lnTo>
                  <a:lnTo>
                    <a:pt x="11968" y="5830"/>
                  </a:lnTo>
                  <a:lnTo>
                    <a:pt x="10474" y="7944"/>
                  </a:lnTo>
                  <a:lnTo>
                    <a:pt x="3894" y="8451"/>
                  </a:lnTo>
                  <a:lnTo>
                    <a:pt x="2532" y="9831"/>
                  </a:lnTo>
                  <a:lnTo>
                    <a:pt x="22" y="9852"/>
                  </a:lnTo>
                  <a:lnTo>
                    <a:pt x="0" y="6427"/>
                  </a:lnTo>
                  <a:lnTo>
                    <a:pt x="9302" y="1326"/>
                  </a:lnTo>
                  <a:lnTo>
                    <a:pt x="14850" y="1684"/>
                  </a:lnTo>
                  <a:lnTo>
                    <a:pt x="16554" y="1060"/>
                  </a:lnTo>
                  <a:lnTo>
                    <a:pt x="1706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h4688"/>
            <p:cNvSpPr/>
            <p:nvPr/>
          </p:nvSpPr>
          <p:spPr>
            <a:xfrm>
              <a:off x="7524241" y="3393663"/>
              <a:ext cx="10280" cy="12031"/>
            </a:xfrm>
            <a:custGeom>
              <a:avLst/>
              <a:pathLst>
                <a:path w="10280" h="12031">
                  <a:moveTo>
                    <a:pt x="10104" y="0"/>
                  </a:moveTo>
                  <a:lnTo>
                    <a:pt x="10280" y="696"/>
                  </a:lnTo>
                  <a:lnTo>
                    <a:pt x="9320" y="2500"/>
                  </a:lnTo>
                  <a:lnTo>
                    <a:pt x="9266" y="10928"/>
                  </a:lnTo>
                  <a:lnTo>
                    <a:pt x="7697" y="12031"/>
                  </a:lnTo>
                  <a:lnTo>
                    <a:pt x="3030" y="8991"/>
                  </a:lnTo>
                  <a:lnTo>
                    <a:pt x="0" y="8532"/>
                  </a:lnTo>
                  <a:lnTo>
                    <a:pt x="2562" y="676"/>
                  </a:lnTo>
                  <a:lnTo>
                    <a:pt x="7917" y="178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h4689"/>
            <p:cNvSpPr/>
            <p:nvPr/>
          </p:nvSpPr>
          <p:spPr>
            <a:xfrm>
              <a:off x="7497133" y="3405845"/>
              <a:ext cx="5537" cy="6284"/>
            </a:xfrm>
            <a:custGeom>
              <a:avLst/>
              <a:pathLst>
                <a:path w="5537" h="6284">
                  <a:moveTo>
                    <a:pt x="2052" y="145"/>
                  </a:moveTo>
                  <a:lnTo>
                    <a:pt x="1877" y="1751"/>
                  </a:lnTo>
                  <a:lnTo>
                    <a:pt x="5537" y="3943"/>
                  </a:lnTo>
                  <a:lnTo>
                    <a:pt x="5254" y="5381"/>
                  </a:lnTo>
                  <a:lnTo>
                    <a:pt x="4052" y="6284"/>
                  </a:lnTo>
                  <a:lnTo>
                    <a:pt x="1897" y="5925"/>
                  </a:lnTo>
                  <a:lnTo>
                    <a:pt x="0" y="3930"/>
                  </a:lnTo>
                  <a:lnTo>
                    <a:pt x="102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h4690"/>
            <p:cNvSpPr/>
            <p:nvPr/>
          </p:nvSpPr>
          <p:spPr>
            <a:xfrm>
              <a:off x="7440455" y="3402108"/>
              <a:ext cx="26796" cy="15642"/>
            </a:xfrm>
            <a:custGeom>
              <a:avLst/>
              <a:pathLst>
                <a:path w="26796" h="15642">
                  <a:moveTo>
                    <a:pt x="19906" y="2409"/>
                  </a:moveTo>
                  <a:lnTo>
                    <a:pt x="22678" y="6326"/>
                  </a:lnTo>
                  <a:lnTo>
                    <a:pt x="26796" y="7981"/>
                  </a:lnTo>
                  <a:lnTo>
                    <a:pt x="23544" y="9833"/>
                  </a:lnTo>
                  <a:lnTo>
                    <a:pt x="22809" y="11375"/>
                  </a:lnTo>
                  <a:lnTo>
                    <a:pt x="21161" y="14100"/>
                  </a:lnTo>
                  <a:lnTo>
                    <a:pt x="18776" y="13580"/>
                  </a:lnTo>
                  <a:lnTo>
                    <a:pt x="18676" y="15642"/>
                  </a:lnTo>
                  <a:lnTo>
                    <a:pt x="18544" y="15092"/>
                  </a:lnTo>
                  <a:lnTo>
                    <a:pt x="14474" y="6274"/>
                  </a:lnTo>
                  <a:lnTo>
                    <a:pt x="6900" y="8735"/>
                  </a:lnTo>
                  <a:lnTo>
                    <a:pt x="3978" y="7106"/>
                  </a:lnTo>
                  <a:lnTo>
                    <a:pt x="169" y="6730"/>
                  </a:lnTo>
                  <a:lnTo>
                    <a:pt x="0" y="4906"/>
                  </a:lnTo>
                  <a:lnTo>
                    <a:pt x="10472" y="1910"/>
                  </a:lnTo>
                  <a:lnTo>
                    <a:pt x="10873" y="821"/>
                  </a:lnTo>
                  <a:lnTo>
                    <a:pt x="1341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h4691"/>
            <p:cNvSpPr/>
            <p:nvPr/>
          </p:nvSpPr>
          <p:spPr>
            <a:xfrm>
              <a:off x="7356181" y="3311607"/>
              <a:ext cx="13404" cy="17739"/>
            </a:xfrm>
            <a:custGeom>
              <a:avLst/>
              <a:pathLst>
                <a:path w="13404" h="17739">
                  <a:moveTo>
                    <a:pt x="13404" y="5297"/>
                  </a:moveTo>
                  <a:lnTo>
                    <a:pt x="13374" y="16151"/>
                  </a:lnTo>
                  <a:lnTo>
                    <a:pt x="13240" y="17739"/>
                  </a:lnTo>
                  <a:lnTo>
                    <a:pt x="2309" y="14040"/>
                  </a:lnTo>
                  <a:lnTo>
                    <a:pt x="450" y="11340"/>
                  </a:lnTo>
                  <a:lnTo>
                    <a:pt x="0" y="8943"/>
                  </a:lnTo>
                  <a:lnTo>
                    <a:pt x="827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h4692"/>
            <p:cNvSpPr/>
            <p:nvPr/>
          </p:nvSpPr>
          <p:spPr>
            <a:xfrm>
              <a:off x="7496270" y="3378363"/>
              <a:ext cx="6449" cy="5770"/>
            </a:xfrm>
            <a:custGeom>
              <a:avLst/>
              <a:pathLst>
                <a:path w="6449" h="5770">
                  <a:moveTo>
                    <a:pt x="1325" y="772"/>
                  </a:moveTo>
                  <a:lnTo>
                    <a:pt x="2809" y="1913"/>
                  </a:lnTo>
                  <a:lnTo>
                    <a:pt x="3713" y="2414"/>
                  </a:lnTo>
                  <a:lnTo>
                    <a:pt x="5866" y="3692"/>
                  </a:lnTo>
                  <a:lnTo>
                    <a:pt x="6377" y="5208"/>
                  </a:lnTo>
                  <a:lnTo>
                    <a:pt x="6449" y="5770"/>
                  </a:lnTo>
                  <a:lnTo>
                    <a:pt x="34" y="4332"/>
                  </a:lnTo>
                  <a:lnTo>
                    <a:pt x="0" y="2849"/>
                  </a:lnTo>
                  <a:lnTo>
                    <a:pt x="95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h4693"/>
            <p:cNvSpPr/>
            <p:nvPr/>
          </p:nvSpPr>
          <p:spPr>
            <a:xfrm>
              <a:off x="7432480" y="3387637"/>
              <a:ext cx="19331" cy="19449"/>
            </a:xfrm>
            <a:custGeom>
              <a:avLst/>
              <a:pathLst>
                <a:path w="19331" h="19449">
                  <a:moveTo>
                    <a:pt x="11710" y="0"/>
                  </a:moveTo>
                  <a:lnTo>
                    <a:pt x="16003" y="805"/>
                  </a:lnTo>
                  <a:lnTo>
                    <a:pt x="19331" y="2241"/>
                  </a:lnTo>
                  <a:lnTo>
                    <a:pt x="18944" y="3412"/>
                  </a:lnTo>
                  <a:lnTo>
                    <a:pt x="16150" y="9846"/>
                  </a:lnTo>
                  <a:lnTo>
                    <a:pt x="18447" y="16381"/>
                  </a:lnTo>
                  <a:lnTo>
                    <a:pt x="7974" y="19377"/>
                  </a:lnTo>
                  <a:lnTo>
                    <a:pt x="6925" y="19449"/>
                  </a:lnTo>
                  <a:lnTo>
                    <a:pt x="5575" y="18585"/>
                  </a:lnTo>
                  <a:lnTo>
                    <a:pt x="9" y="18327"/>
                  </a:lnTo>
                  <a:lnTo>
                    <a:pt x="0" y="17190"/>
                  </a:lnTo>
                  <a:lnTo>
                    <a:pt x="1483" y="10338"/>
                  </a:lnTo>
                  <a:lnTo>
                    <a:pt x="2971" y="4812"/>
                  </a:lnTo>
                  <a:lnTo>
                    <a:pt x="2774" y="2652"/>
                  </a:lnTo>
                  <a:lnTo>
                    <a:pt x="6098" y="2164"/>
                  </a:lnTo>
                  <a:lnTo>
                    <a:pt x="8939" y="51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h4694"/>
            <p:cNvSpPr/>
            <p:nvPr/>
          </p:nvSpPr>
          <p:spPr>
            <a:xfrm>
              <a:off x="7427794" y="3229192"/>
              <a:ext cx="15841" cy="12580"/>
            </a:xfrm>
            <a:custGeom>
              <a:avLst/>
              <a:pathLst>
                <a:path w="15841" h="12580">
                  <a:moveTo>
                    <a:pt x="5788" y="883"/>
                  </a:moveTo>
                  <a:lnTo>
                    <a:pt x="9492" y="4318"/>
                  </a:lnTo>
                  <a:lnTo>
                    <a:pt x="13031" y="6504"/>
                  </a:lnTo>
                  <a:lnTo>
                    <a:pt x="15841" y="6459"/>
                  </a:lnTo>
                  <a:lnTo>
                    <a:pt x="12112" y="8362"/>
                  </a:lnTo>
                  <a:lnTo>
                    <a:pt x="11179" y="10959"/>
                  </a:lnTo>
                  <a:lnTo>
                    <a:pt x="5391" y="12561"/>
                  </a:lnTo>
                  <a:lnTo>
                    <a:pt x="3448" y="9871"/>
                  </a:lnTo>
                  <a:lnTo>
                    <a:pt x="366" y="12580"/>
                  </a:lnTo>
                  <a:lnTo>
                    <a:pt x="0" y="5089"/>
                  </a:lnTo>
                  <a:lnTo>
                    <a:pt x="2635" y="1225"/>
                  </a:lnTo>
                  <a:lnTo>
                    <a:pt x="573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h4695"/>
            <p:cNvSpPr/>
            <p:nvPr/>
          </p:nvSpPr>
          <p:spPr>
            <a:xfrm>
              <a:off x="7382687" y="3363745"/>
              <a:ext cx="7957" cy="10392"/>
            </a:xfrm>
            <a:custGeom>
              <a:avLst/>
              <a:pathLst>
                <a:path w="7957" h="10392">
                  <a:moveTo>
                    <a:pt x="7957" y="2052"/>
                  </a:moveTo>
                  <a:lnTo>
                    <a:pt x="5032" y="8507"/>
                  </a:lnTo>
                  <a:lnTo>
                    <a:pt x="2759" y="10392"/>
                  </a:lnTo>
                  <a:lnTo>
                    <a:pt x="0" y="4215"/>
                  </a:lnTo>
                  <a:lnTo>
                    <a:pt x="3355" y="1952"/>
                  </a:lnTo>
                  <a:lnTo>
                    <a:pt x="391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h4696"/>
            <p:cNvSpPr/>
            <p:nvPr/>
          </p:nvSpPr>
          <p:spPr>
            <a:xfrm>
              <a:off x="7321452" y="3446869"/>
              <a:ext cx="16798" cy="10304"/>
            </a:xfrm>
            <a:custGeom>
              <a:avLst/>
              <a:pathLst>
                <a:path w="16798" h="10304">
                  <a:moveTo>
                    <a:pt x="16798" y="1537"/>
                  </a:moveTo>
                  <a:lnTo>
                    <a:pt x="10770" y="7129"/>
                  </a:lnTo>
                  <a:lnTo>
                    <a:pt x="8417" y="7680"/>
                  </a:lnTo>
                  <a:lnTo>
                    <a:pt x="0" y="10304"/>
                  </a:lnTo>
                  <a:lnTo>
                    <a:pt x="1990" y="7749"/>
                  </a:lnTo>
                  <a:lnTo>
                    <a:pt x="422" y="1747"/>
                  </a:lnTo>
                  <a:lnTo>
                    <a:pt x="2329" y="352"/>
                  </a:lnTo>
                  <a:lnTo>
                    <a:pt x="5729" y="1051"/>
                  </a:lnTo>
                  <a:lnTo>
                    <a:pt x="1475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h4697"/>
            <p:cNvSpPr/>
            <p:nvPr/>
          </p:nvSpPr>
          <p:spPr>
            <a:xfrm>
              <a:off x="7463638" y="3276157"/>
              <a:ext cx="16216" cy="10662"/>
            </a:xfrm>
            <a:custGeom>
              <a:avLst/>
              <a:pathLst>
                <a:path w="16216" h="10662">
                  <a:moveTo>
                    <a:pt x="16216" y="1307"/>
                  </a:moveTo>
                  <a:lnTo>
                    <a:pt x="14702" y="3355"/>
                  </a:lnTo>
                  <a:lnTo>
                    <a:pt x="14071" y="7079"/>
                  </a:lnTo>
                  <a:lnTo>
                    <a:pt x="16204" y="9684"/>
                  </a:lnTo>
                  <a:lnTo>
                    <a:pt x="16118" y="10643"/>
                  </a:lnTo>
                  <a:lnTo>
                    <a:pt x="14153" y="8865"/>
                  </a:lnTo>
                  <a:lnTo>
                    <a:pt x="11945" y="10385"/>
                  </a:lnTo>
                  <a:lnTo>
                    <a:pt x="9356" y="10485"/>
                  </a:lnTo>
                  <a:lnTo>
                    <a:pt x="7762" y="10662"/>
                  </a:lnTo>
                  <a:lnTo>
                    <a:pt x="5068" y="9501"/>
                  </a:lnTo>
                  <a:lnTo>
                    <a:pt x="1647" y="6664"/>
                  </a:lnTo>
                  <a:lnTo>
                    <a:pt x="0" y="4108"/>
                  </a:lnTo>
                  <a:lnTo>
                    <a:pt x="667" y="2504"/>
                  </a:lnTo>
                  <a:lnTo>
                    <a:pt x="2923" y="835"/>
                  </a:lnTo>
                  <a:lnTo>
                    <a:pt x="9797" y="1412"/>
                  </a:lnTo>
                  <a:lnTo>
                    <a:pt x="1237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h4698"/>
            <p:cNvSpPr/>
            <p:nvPr/>
          </p:nvSpPr>
          <p:spPr>
            <a:xfrm>
              <a:off x="7489748" y="3238965"/>
              <a:ext cx="11973" cy="13830"/>
            </a:xfrm>
            <a:custGeom>
              <a:avLst/>
              <a:pathLst>
                <a:path w="11973" h="13830">
                  <a:moveTo>
                    <a:pt x="7730" y="754"/>
                  </a:moveTo>
                  <a:lnTo>
                    <a:pt x="10734" y="5735"/>
                  </a:lnTo>
                  <a:lnTo>
                    <a:pt x="11973" y="8197"/>
                  </a:lnTo>
                  <a:lnTo>
                    <a:pt x="11590" y="10622"/>
                  </a:lnTo>
                  <a:lnTo>
                    <a:pt x="10616" y="11884"/>
                  </a:lnTo>
                  <a:lnTo>
                    <a:pt x="5605" y="12194"/>
                  </a:lnTo>
                  <a:lnTo>
                    <a:pt x="2208" y="13830"/>
                  </a:lnTo>
                  <a:lnTo>
                    <a:pt x="873" y="12775"/>
                  </a:lnTo>
                  <a:lnTo>
                    <a:pt x="0" y="7856"/>
                  </a:lnTo>
                  <a:lnTo>
                    <a:pt x="2354" y="7323"/>
                  </a:lnTo>
                  <a:lnTo>
                    <a:pt x="5945" y="8627"/>
                  </a:lnTo>
                  <a:lnTo>
                    <a:pt x="6709" y="3546"/>
                  </a:lnTo>
                  <a:lnTo>
                    <a:pt x="1500" y="483"/>
                  </a:lnTo>
                  <a:lnTo>
                    <a:pt x="211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h4699"/>
            <p:cNvSpPr/>
            <p:nvPr/>
          </p:nvSpPr>
          <p:spPr>
            <a:xfrm>
              <a:off x="7553931" y="3348453"/>
              <a:ext cx="8332" cy="8964"/>
            </a:xfrm>
            <a:custGeom>
              <a:avLst/>
              <a:pathLst>
                <a:path w="8332" h="8964">
                  <a:moveTo>
                    <a:pt x="8156" y="2815"/>
                  </a:moveTo>
                  <a:lnTo>
                    <a:pt x="7235" y="8964"/>
                  </a:lnTo>
                  <a:lnTo>
                    <a:pt x="1409" y="8442"/>
                  </a:lnTo>
                  <a:lnTo>
                    <a:pt x="0" y="3794"/>
                  </a:lnTo>
                  <a:lnTo>
                    <a:pt x="2809" y="3520"/>
                  </a:lnTo>
                  <a:lnTo>
                    <a:pt x="833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h4700"/>
            <p:cNvSpPr/>
            <p:nvPr/>
          </p:nvSpPr>
          <p:spPr>
            <a:xfrm>
              <a:off x="7391448" y="3338782"/>
              <a:ext cx="11065" cy="8014"/>
            </a:xfrm>
            <a:custGeom>
              <a:avLst/>
              <a:pathLst>
                <a:path w="11065" h="8014">
                  <a:moveTo>
                    <a:pt x="2625" y="0"/>
                  </a:moveTo>
                  <a:lnTo>
                    <a:pt x="11065" y="3470"/>
                  </a:lnTo>
                  <a:lnTo>
                    <a:pt x="5373" y="5659"/>
                  </a:lnTo>
                  <a:lnTo>
                    <a:pt x="3356" y="8014"/>
                  </a:lnTo>
                  <a:lnTo>
                    <a:pt x="223" y="6301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h4701"/>
            <p:cNvSpPr/>
            <p:nvPr/>
          </p:nvSpPr>
          <p:spPr>
            <a:xfrm>
              <a:off x="7492796" y="3394533"/>
              <a:ext cx="5668" cy="5014"/>
            </a:xfrm>
            <a:custGeom>
              <a:avLst/>
              <a:pathLst>
                <a:path w="5668" h="5014">
                  <a:moveTo>
                    <a:pt x="3836" y="2807"/>
                  </a:moveTo>
                  <a:lnTo>
                    <a:pt x="5668" y="3490"/>
                  </a:lnTo>
                  <a:lnTo>
                    <a:pt x="5074" y="4476"/>
                  </a:lnTo>
                  <a:lnTo>
                    <a:pt x="4751" y="5014"/>
                  </a:lnTo>
                  <a:lnTo>
                    <a:pt x="735" y="2858"/>
                  </a:lnTo>
                  <a:lnTo>
                    <a:pt x="0" y="2757"/>
                  </a:lnTo>
                  <a:lnTo>
                    <a:pt x="596" y="0"/>
                  </a:lnTo>
                  <a:lnTo>
                    <a:pt x="2501" y="47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h4702"/>
            <p:cNvSpPr/>
            <p:nvPr/>
          </p:nvSpPr>
          <p:spPr>
            <a:xfrm>
              <a:off x="7494642" y="3387784"/>
              <a:ext cx="9222" cy="7111"/>
            </a:xfrm>
            <a:custGeom>
              <a:avLst/>
              <a:pathLst>
                <a:path w="9222" h="7111">
                  <a:moveTo>
                    <a:pt x="8677" y="7111"/>
                  </a:moveTo>
                  <a:lnTo>
                    <a:pt x="353" y="4305"/>
                  </a:lnTo>
                  <a:lnTo>
                    <a:pt x="0" y="2436"/>
                  </a:lnTo>
                  <a:lnTo>
                    <a:pt x="5881" y="1947"/>
                  </a:lnTo>
                  <a:lnTo>
                    <a:pt x="9222" y="0"/>
                  </a:lnTo>
                  <a:lnTo>
                    <a:pt x="9019" y="673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h4703"/>
            <p:cNvSpPr/>
            <p:nvPr/>
          </p:nvSpPr>
          <p:spPr>
            <a:xfrm>
              <a:off x="7564418" y="3555641"/>
              <a:ext cx="344" cy="265"/>
            </a:xfrm>
            <a:custGeom>
              <a:avLst/>
              <a:pathLst>
                <a:path w="344" h="265">
                  <a:moveTo>
                    <a:pt x="292" y="0"/>
                  </a:moveTo>
                  <a:lnTo>
                    <a:pt x="344" y="26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h4704"/>
            <p:cNvSpPr/>
            <p:nvPr/>
          </p:nvSpPr>
          <p:spPr>
            <a:xfrm>
              <a:off x="7565354" y="3555158"/>
              <a:ext cx="155" cy="19"/>
            </a:xfrm>
            <a:custGeom>
              <a:avLst/>
              <a:pathLst>
                <a:path w="155" h="19">
                  <a:moveTo>
                    <a:pt x="0" y="19"/>
                  </a:moveTo>
                  <a:lnTo>
                    <a:pt x="15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h4705"/>
            <p:cNvSpPr/>
            <p:nvPr/>
          </p:nvSpPr>
          <p:spPr>
            <a:xfrm>
              <a:off x="7572889" y="3550878"/>
              <a:ext cx="385" cy="515"/>
            </a:xfrm>
            <a:custGeom>
              <a:avLst/>
              <a:pathLst>
                <a:path w="385" h="515">
                  <a:moveTo>
                    <a:pt x="157" y="0"/>
                  </a:moveTo>
                  <a:lnTo>
                    <a:pt x="385" y="366"/>
                  </a:lnTo>
                  <a:lnTo>
                    <a:pt x="0" y="51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h4706"/>
            <p:cNvSpPr/>
            <p:nvPr/>
          </p:nvSpPr>
          <p:spPr>
            <a:xfrm>
              <a:off x="7578286" y="3547170"/>
              <a:ext cx="150" cy="48"/>
            </a:xfrm>
            <a:custGeom>
              <a:avLst/>
              <a:pathLst>
                <a:path w="150" h="48">
                  <a:moveTo>
                    <a:pt x="150" y="4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h4707"/>
            <p:cNvSpPr/>
            <p:nvPr/>
          </p:nvSpPr>
          <p:spPr>
            <a:xfrm>
              <a:off x="7582748" y="3544670"/>
              <a:ext cx="174" cy="322"/>
            </a:xfrm>
            <a:custGeom>
              <a:avLst/>
              <a:pathLst>
                <a:path w="174" h="322">
                  <a:moveTo>
                    <a:pt x="0" y="0"/>
                  </a:moveTo>
                  <a:lnTo>
                    <a:pt x="174" y="117"/>
                  </a:lnTo>
                  <a:lnTo>
                    <a:pt x="47" y="32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h4708"/>
            <p:cNvSpPr/>
            <p:nvPr/>
          </p:nvSpPr>
          <p:spPr>
            <a:xfrm>
              <a:off x="7545429" y="3519663"/>
              <a:ext cx="42163" cy="36494"/>
            </a:xfrm>
            <a:custGeom>
              <a:avLst/>
              <a:pathLst>
                <a:path w="42163" h="36494">
                  <a:moveTo>
                    <a:pt x="16611" y="11710"/>
                  </a:moveTo>
                  <a:lnTo>
                    <a:pt x="19829" y="12199"/>
                  </a:lnTo>
                  <a:lnTo>
                    <a:pt x="33175" y="11255"/>
                  </a:lnTo>
                  <a:lnTo>
                    <a:pt x="32943" y="12461"/>
                  </a:lnTo>
                  <a:lnTo>
                    <a:pt x="34808" y="15661"/>
                  </a:lnTo>
                  <a:lnTo>
                    <a:pt x="35335" y="16051"/>
                  </a:lnTo>
                  <a:lnTo>
                    <a:pt x="37810" y="15031"/>
                  </a:lnTo>
                  <a:lnTo>
                    <a:pt x="42163" y="21675"/>
                  </a:lnTo>
                  <a:lnTo>
                    <a:pt x="32572" y="25338"/>
                  </a:lnTo>
                  <a:lnTo>
                    <a:pt x="31333" y="26921"/>
                  </a:lnTo>
                  <a:lnTo>
                    <a:pt x="32341" y="28424"/>
                  </a:lnTo>
                  <a:lnTo>
                    <a:pt x="17519" y="36419"/>
                  </a:lnTo>
                  <a:lnTo>
                    <a:pt x="5913" y="36494"/>
                  </a:lnTo>
                  <a:lnTo>
                    <a:pt x="6115" y="29598"/>
                  </a:lnTo>
                  <a:lnTo>
                    <a:pt x="4821" y="21143"/>
                  </a:lnTo>
                  <a:lnTo>
                    <a:pt x="0" y="12811"/>
                  </a:lnTo>
                  <a:lnTo>
                    <a:pt x="1270" y="11888"/>
                  </a:lnTo>
                  <a:lnTo>
                    <a:pt x="4641" y="13063"/>
                  </a:lnTo>
                  <a:lnTo>
                    <a:pt x="14214" y="12850"/>
                  </a:lnTo>
                  <a:lnTo>
                    <a:pt x="12823" y="9249"/>
                  </a:lnTo>
                  <a:lnTo>
                    <a:pt x="13639" y="5660"/>
                  </a:lnTo>
                  <a:lnTo>
                    <a:pt x="9341" y="5061"/>
                  </a:lnTo>
                  <a:lnTo>
                    <a:pt x="9949" y="3101"/>
                  </a:lnTo>
                  <a:lnTo>
                    <a:pt x="12634" y="2327"/>
                  </a:lnTo>
                  <a:lnTo>
                    <a:pt x="14369" y="0"/>
                  </a:lnTo>
                  <a:lnTo>
                    <a:pt x="15784" y="986"/>
                  </a:lnTo>
                  <a:lnTo>
                    <a:pt x="16856" y="2252"/>
                  </a:lnTo>
                  <a:lnTo>
                    <a:pt x="15726" y="8593"/>
                  </a:lnTo>
                  <a:lnTo>
                    <a:pt x="15778" y="1068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h4709"/>
            <p:cNvSpPr/>
            <p:nvPr/>
          </p:nvSpPr>
          <p:spPr>
            <a:xfrm>
              <a:off x="7396136" y="3349711"/>
              <a:ext cx="10137" cy="20890"/>
            </a:xfrm>
            <a:custGeom>
              <a:avLst/>
              <a:pathLst>
                <a:path w="10137" h="20890">
                  <a:moveTo>
                    <a:pt x="8341" y="12023"/>
                  </a:moveTo>
                  <a:lnTo>
                    <a:pt x="9635" y="18652"/>
                  </a:lnTo>
                  <a:lnTo>
                    <a:pt x="7940" y="20890"/>
                  </a:lnTo>
                  <a:lnTo>
                    <a:pt x="6819" y="17077"/>
                  </a:lnTo>
                  <a:lnTo>
                    <a:pt x="5276" y="15597"/>
                  </a:lnTo>
                  <a:lnTo>
                    <a:pt x="2187" y="17059"/>
                  </a:lnTo>
                  <a:lnTo>
                    <a:pt x="2311" y="11397"/>
                  </a:lnTo>
                  <a:lnTo>
                    <a:pt x="1810" y="8438"/>
                  </a:lnTo>
                  <a:lnTo>
                    <a:pt x="663" y="7809"/>
                  </a:lnTo>
                  <a:lnTo>
                    <a:pt x="0" y="3146"/>
                  </a:lnTo>
                  <a:lnTo>
                    <a:pt x="1013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h4710"/>
            <p:cNvSpPr/>
            <p:nvPr/>
          </p:nvSpPr>
          <p:spPr>
            <a:xfrm>
              <a:off x="7553352" y="3348456"/>
              <a:ext cx="3388" cy="3792"/>
            </a:xfrm>
            <a:custGeom>
              <a:avLst/>
              <a:pathLst>
                <a:path w="3388" h="3792">
                  <a:moveTo>
                    <a:pt x="3388" y="3517"/>
                  </a:moveTo>
                  <a:lnTo>
                    <a:pt x="579" y="3792"/>
                  </a:lnTo>
                  <a:lnTo>
                    <a:pt x="0" y="3238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h4711"/>
            <p:cNvSpPr/>
            <p:nvPr/>
          </p:nvSpPr>
          <p:spPr>
            <a:xfrm>
              <a:off x="7406306" y="3301520"/>
              <a:ext cx="21693" cy="20708"/>
            </a:xfrm>
            <a:custGeom>
              <a:avLst/>
              <a:pathLst>
                <a:path w="21693" h="20708">
                  <a:moveTo>
                    <a:pt x="21693" y="1337"/>
                  </a:moveTo>
                  <a:lnTo>
                    <a:pt x="20123" y="6685"/>
                  </a:lnTo>
                  <a:lnTo>
                    <a:pt x="16374" y="10619"/>
                  </a:lnTo>
                  <a:lnTo>
                    <a:pt x="15555" y="10201"/>
                  </a:lnTo>
                  <a:lnTo>
                    <a:pt x="15005" y="9738"/>
                  </a:lnTo>
                  <a:lnTo>
                    <a:pt x="16402" y="4974"/>
                  </a:lnTo>
                  <a:lnTo>
                    <a:pt x="14327" y="2225"/>
                  </a:lnTo>
                  <a:lnTo>
                    <a:pt x="13359" y="12903"/>
                  </a:lnTo>
                  <a:lnTo>
                    <a:pt x="9981" y="10647"/>
                  </a:lnTo>
                  <a:lnTo>
                    <a:pt x="7819" y="10348"/>
                  </a:lnTo>
                  <a:lnTo>
                    <a:pt x="1637" y="11848"/>
                  </a:lnTo>
                  <a:lnTo>
                    <a:pt x="1110" y="15036"/>
                  </a:lnTo>
                  <a:lnTo>
                    <a:pt x="5520" y="16627"/>
                  </a:lnTo>
                  <a:lnTo>
                    <a:pt x="6497" y="17832"/>
                  </a:lnTo>
                  <a:lnTo>
                    <a:pt x="4827" y="20708"/>
                  </a:lnTo>
                  <a:lnTo>
                    <a:pt x="2233" y="20577"/>
                  </a:lnTo>
                  <a:lnTo>
                    <a:pt x="811" y="17116"/>
                  </a:lnTo>
                  <a:lnTo>
                    <a:pt x="0" y="13385"/>
                  </a:lnTo>
                  <a:lnTo>
                    <a:pt x="736" y="11186"/>
                  </a:lnTo>
                  <a:lnTo>
                    <a:pt x="4456" y="10554"/>
                  </a:lnTo>
                  <a:lnTo>
                    <a:pt x="9336" y="9740"/>
                  </a:lnTo>
                  <a:lnTo>
                    <a:pt x="10066" y="6203"/>
                  </a:lnTo>
                  <a:lnTo>
                    <a:pt x="13096" y="5012"/>
                  </a:lnTo>
                  <a:lnTo>
                    <a:pt x="1296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h4712"/>
            <p:cNvSpPr/>
            <p:nvPr/>
          </p:nvSpPr>
          <p:spPr>
            <a:xfrm>
              <a:off x="7693761" y="3414768"/>
              <a:ext cx="21833" cy="25239"/>
            </a:xfrm>
            <a:custGeom>
              <a:avLst/>
              <a:pathLst>
                <a:path w="21833" h="25239">
                  <a:moveTo>
                    <a:pt x="15852" y="73"/>
                  </a:moveTo>
                  <a:lnTo>
                    <a:pt x="21430" y="2942"/>
                  </a:lnTo>
                  <a:lnTo>
                    <a:pt x="21833" y="10498"/>
                  </a:lnTo>
                  <a:lnTo>
                    <a:pt x="18751" y="17534"/>
                  </a:lnTo>
                  <a:lnTo>
                    <a:pt x="13684" y="23469"/>
                  </a:lnTo>
                  <a:lnTo>
                    <a:pt x="7388" y="25239"/>
                  </a:lnTo>
                  <a:lnTo>
                    <a:pt x="2749" y="25235"/>
                  </a:lnTo>
                  <a:lnTo>
                    <a:pt x="2146" y="21351"/>
                  </a:lnTo>
                  <a:lnTo>
                    <a:pt x="2043" y="18839"/>
                  </a:lnTo>
                  <a:lnTo>
                    <a:pt x="3747" y="19167"/>
                  </a:lnTo>
                  <a:lnTo>
                    <a:pt x="4601" y="15681"/>
                  </a:lnTo>
                  <a:lnTo>
                    <a:pt x="2796" y="13426"/>
                  </a:lnTo>
                  <a:lnTo>
                    <a:pt x="870" y="7504"/>
                  </a:lnTo>
                  <a:lnTo>
                    <a:pt x="0" y="2192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h4713"/>
            <p:cNvSpPr/>
            <p:nvPr/>
          </p:nvSpPr>
          <p:spPr>
            <a:xfrm>
              <a:off x="7499071" y="3438740"/>
              <a:ext cx="19528" cy="16541"/>
            </a:xfrm>
            <a:custGeom>
              <a:avLst/>
              <a:pathLst>
                <a:path w="19528" h="16541">
                  <a:moveTo>
                    <a:pt x="5363" y="0"/>
                  </a:moveTo>
                  <a:lnTo>
                    <a:pt x="12604" y="7931"/>
                  </a:lnTo>
                  <a:lnTo>
                    <a:pt x="14868" y="7849"/>
                  </a:lnTo>
                  <a:lnTo>
                    <a:pt x="18945" y="8731"/>
                  </a:lnTo>
                  <a:lnTo>
                    <a:pt x="19141" y="11097"/>
                  </a:lnTo>
                  <a:lnTo>
                    <a:pt x="18465" y="12567"/>
                  </a:lnTo>
                  <a:lnTo>
                    <a:pt x="19528" y="14137"/>
                  </a:lnTo>
                  <a:lnTo>
                    <a:pt x="12775" y="16464"/>
                  </a:lnTo>
                  <a:lnTo>
                    <a:pt x="10161" y="16541"/>
                  </a:lnTo>
                  <a:lnTo>
                    <a:pt x="1019" y="12771"/>
                  </a:lnTo>
                  <a:lnTo>
                    <a:pt x="0" y="11595"/>
                  </a:lnTo>
                  <a:lnTo>
                    <a:pt x="3375" y="7381"/>
                  </a:lnTo>
                  <a:lnTo>
                    <a:pt x="3893" y="1126"/>
                  </a:lnTo>
                  <a:lnTo>
                    <a:pt x="3153" y="31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h4714"/>
            <p:cNvSpPr/>
            <p:nvPr/>
          </p:nvSpPr>
          <p:spPr>
            <a:xfrm>
              <a:off x="7460361" y="3400422"/>
              <a:ext cx="19911" cy="11961"/>
            </a:xfrm>
            <a:custGeom>
              <a:avLst/>
              <a:pathLst>
                <a:path w="19911" h="11961">
                  <a:moveTo>
                    <a:pt x="11560" y="2823"/>
                  </a:moveTo>
                  <a:lnTo>
                    <a:pt x="19524" y="1158"/>
                  </a:lnTo>
                  <a:lnTo>
                    <a:pt x="19605" y="5438"/>
                  </a:lnTo>
                  <a:lnTo>
                    <a:pt x="19911" y="11961"/>
                  </a:lnTo>
                  <a:lnTo>
                    <a:pt x="11019" y="10973"/>
                  </a:lnTo>
                  <a:lnTo>
                    <a:pt x="9372" y="9697"/>
                  </a:lnTo>
                  <a:lnTo>
                    <a:pt x="6890" y="9667"/>
                  </a:lnTo>
                  <a:lnTo>
                    <a:pt x="2771" y="8012"/>
                  </a:lnTo>
                  <a:lnTo>
                    <a:pt x="0" y="4095"/>
                  </a:lnTo>
                  <a:lnTo>
                    <a:pt x="398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h4715"/>
            <p:cNvSpPr/>
            <p:nvPr/>
          </p:nvSpPr>
          <p:spPr>
            <a:xfrm>
              <a:off x="7587798" y="3450635"/>
              <a:ext cx="21950" cy="11356"/>
            </a:xfrm>
            <a:custGeom>
              <a:avLst/>
              <a:pathLst>
                <a:path w="21950" h="11356">
                  <a:moveTo>
                    <a:pt x="16521" y="4884"/>
                  </a:moveTo>
                  <a:lnTo>
                    <a:pt x="18222" y="4710"/>
                  </a:lnTo>
                  <a:lnTo>
                    <a:pt x="19715" y="2510"/>
                  </a:lnTo>
                  <a:lnTo>
                    <a:pt x="21695" y="3929"/>
                  </a:lnTo>
                  <a:lnTo>
                    <a:pt x="21950" y="10538"/>
                  </a:lnTo>
                  <a:lnTo>
                    <a:pt x="21142" y="11132"/>
                  </a:lnTo>
                  <a:lnTo>
                    <a:pt x="19607" y="9410"/>
                  </a:lnTo>
                  <a:lnTo>
                    <a:pt x="13365" y="7608"/>
                  </a:lnTo>
                  <a:lnTo>
                    <a:pt x="8891" y="11356"/>
                  </a:lnTo>
                  <a:lnTo>
                    <a:pt x="6046" y="11040"/>
                  </a:lnTo>
                  <a:lnTo>
                    <a:pt x="4245" y="7736"/>
                  </a:lnTo>
                  <a:lnTo>
                    <a:pt x="0" y="5179"/>
                  </a:lnTo>
                  <a:lnTo>
                    <a:pt x="638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h4716"/>
            <p:cNvSpPr/>
            <p:nvPr/>
          </p:nvSpPr>
          <p:spPr>
            <a:xfrm>
              <a:off x="7332422" y="3328934"/>
              <a:ext cx="11221" cy="13910"/>
            </a:xfrm>
            <a:custGeom>
              <a:avLst/>
              <a:pathLst>
                <a:path w="11221" h="13910">
                  <a:moveTo>
                    <a:pt x="11221" y="3603"/>
                  </a:moveTo>
                  <a:lnTo>
                    <a:pt x="10194" y="6599"/>
                  </a:lnTo>
                  <a:lnTo>
                    <a:pt x="5206" y="9325"/>
                  </a:lnTo>
                  <a:lnTo>
                    <a:pt x="4671" y="13910"/>
                  </a:lnTo>
                  <a:lnTo>
                    <a:pt x="0" y="9757"/>
                  </a:lnTo>
                  <a:lnTo>
                    <a:pt x="1377" y="8779"/>
                  </a:lnTo>
                  <a:lnTo>
                    <a:pt x="2599" y="5723"/>
                  </a:lnTo>
                  <a:lnTo>
                    <a:pt x="1918" y="1693"/>
                  </a:lnTo>
                  <a:lnTo>
                    <a:pt x="4158" y="693"/>
                  </a:lnTo>
                  <a:lnTo>
                    <a:pt x="4834" y="1222"/>
                  </a:lnTo>
                  <a:lnTo>
                    <a:pt x="870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h4717"/>
            <p:cNvSpPr/>
            <p:nvPr/>
          </p:nvSpPr>
          <p:spPr>
            <a:xfrm>
              <a:off x="7690317" y="3448070"/>
              <a:ext cx="17909" cy="25670"/>
            </a:xfrm>
            <a:custGeom>
              <a:avLst/>
              <a:pathLst>
                <a:path w="17909" h="25670">
                  <a:moveTo>
                    <a:pt x="10670" y="662"/>
                  </a:moveTo>
                  <a:lnTo>
                    <a:pt x="11324" y="2034"/>
                  </a:lnTo>
                  <a:lnTo>
                    <a:pt x="15686" y="2763"/>
                  </a:lnTo>
                  <a:lnTo>
                    <a:pt x="14010" y="7075"/>
                  </a:lnTo>
                  <a:lnTo>
                    <a:pt x="15755" y="11449"/>
                  </a:lnTo>
                  <a:lnTo>
                    <a:pt x="17753" y="15962"/>
                  </a:lnTo>
                  <a:lnTo>
                    <a:pt x="17909" y="16139"/>
                  </a:lnTo>
                  <a:lnTo>
                    <a:pt x="15087" y="19544"/>
                  </a:lnTo>
                  <a:lnTo>
                    <a:pt x="12380" y="20267"/>
                  </a:lnTo>
                  <a:lnTo>
                    <a:pt x="11964" y="25229"/>
                  </a:lnTo>
                  <a:lnTo>
                    <a:pt x="5858" y="25670"/>
                  </a:lnTo>
                  <a:lnTo>
                    <a:pt x="3998" y="25097"/>
                  </a:lnTo>
                  <a:lnTo>
                    <a:pt x="0" y="18414"/>
                  </a:lnTo>
                  <a:lnTo>
                    <a:pt x="1814" y="6744"/>
                  </a:lnTo>
                  <a:lnTo>
                    <a:pt x="1120" y="4808"/>
                  </a:lnTo>
                  <a:lnTo>
                    <a:pt x="857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h4718"/>
            <p:cNvSpPr/>
            <p:nvPr/>
          </p:nvSpPr>
          <p:spPr>
            <a:xfrm>
              <a:off x="7402317" y="3286742"/>
              <a:ext cx="10953" cy="11422"/>
            </a:xfrm>
            <a:custGeom>
              <a:avLst/>
              <a:pathLst>
                <a:path w="10953" h="11422">
                  <a:moveTo>
                    <a:pt x="10765" y="628"/>
                  </a:moveTo>
                  <a:lnTo>
                    <a:pt x="10164" y="2031"/>
                  </a:lnTo>
                  <a:lnTo>
                    <a:pt x="10953" y="8725"/>
                  </a:lnTo>
                  <a:lnTo>
                    <a:pt x="4077" y="11422"/>
                  </a:lnTo>
                  <a:lnTo>
                    <a:pt x="0" y="7594"/>
                  </a:lnTo>
                  <a:lnTo>
                    <a:pt x="3631" y="3235"/>
                  </a:lnTo>
                  <a:lnTo>
                    <a:pt x="784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h4719"/>
            <p:cNvSpPr/>
            <p:nvPr/>
          </p:nvSpPr>
          <p:spPr>
            <a:xfrm>
              <a:off x="7440779" y="3240219"/>
              <a:ext cx="18499" cy="17880"/>
            </a:xfrm>
            <a:custGeom>
              <a:avLst/>
              <a:pathLst>
                <a:path w="18499" h="17880">
                  <a:moveTo>
                    <a:pt x="18499" y="2633"/>
                  </a:moveTo>
                  <a:lnTo>
                    <a:pt x="15802" y="6689"/>
                  </a:lnTo>
                  <a:lnTo>
                    <a:pt x="16668" y="11031"/>
                  </a:lnTo>
                  <a:lnTo>
                    <a:pt x="9050" y="17880"/>
                  </a:lnTo>
                  <a:lnTo>
                    <a:pt x="3465" y="13798"/>
                  </a:lnTo>
                  <a:lnTo>
                    <a:pt x="0" y="9249"/>
                  </a:lnTo>
                  <a:lnTo>
                    <a:pt x="2655" y="5832"/>
                  </a:lnTo>
                  <a:lnTo>
                    <a:pt x="6410" y="5703"/>
                  </a:lnTo>
                  <a:lnTo>
                    <a:pt x="1820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h4720"/>
            <p:cNvSpPr/>
            <p:nvPr/>
          </p:nvSpPr>
          <p:spPr>
            <a:xfrm>
              <a:off x="7532022" y="3463819"/>
              <a:ext cx="19432" cy="23180"/>
            </a:xfrm>
            <a:custGeom>
              <a:avLst/>
              <a:pathLst>
                <a:path w="19432" h="23180">
                  <a:moveTo>
                    <a:pt x="5187" y="905"/>
                  </a:moveTo>
                  <a:lnTo>
                    <a:pt x="5776" y="1848"/>
                  </a:lnTo>
                  <a:lnTo>
                    <a:pt x="5254" y="3151"/>
                  </a:lnTo>
                  <a:lnTo>
                    <a:pt x="9197" y="6734"/>
                  </a:lnTo>
                  <a:lnTo>
                    <a:pt x="10549" y="7641"/>
                  </a:lnTo>
                  <a:lnTo>
                    <a:pt x="13492" y="7790"/>
                  </a:lnTo>
                  <a:lnTo>
                    <a:pt x="19055" y="4360"/>
                  </a:lnTo>
                  <a:lnTo>
                    <a:pt x="19432" y="8557"/>
                  </a:lnTo>
                  <a:lnTo>
                    <a:pt x="14589" y="13849"/>
                  </a:lnTo>
                  <a:lnTo>
                    <a:pt x="14356" y="17518"/>
                  </a:lnTo>
                  <a:lnTo>
                    <a:pt x="15108" y="21278"/>
                  </a:lnTo>
                  <a:lnTo>
                    <a:pt x="13507" y="23180"/>
                  </a:lnTo>
                  <a:lnTo>
                    <a:pt x="9179" y="18583"/>
                  </a:lnTo>
                  <a:lnTo>
                    <a:pt x="9201" y="16160"/>
                  </a:lnTo>
                  <a:lnTo>
                    <a:pt x="4023" y="13452"/>
                  </a:lnTo>
                  <a:lnTo>
                    <a:pt x="2884" y="9494"/>
                  </a:lnTo>
                  <a:lnTo>
                    <a:pt x="491" y="6023"/>
                  </a:lnTo>
                  <a:lnTo>
                    <a:pt x="0" y="1725"/>
                  </a:lnTo>
                  <a:lnTo>
                    <a:pt x="237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h4721"/>
            <p:cNvSpPr/>
            <p:nvPr/>
          </p:nvSpPr>
          <p:spPr>
            <a:xfrm>
              <a:off x="7327244" y="3378688"/>
              <a:ext cx="15292" cy="10242"/>
            </a:xfrm>
            <a:custGeom>
              <a:avLst/>
              <a:pathLst>
                <a:path w="15292" h="10242">
                  <a:moveTo>
                    <a:pt x="10216" y="3211"/>
                  </a:moveTo>
                  <a:lnTo>
                    <a:pt x="10891" y="2402"/>
                  </a:lnTo>
                  <a:lnTo>
                    <a:pt x="15292" y="4898"/>
                  </a:lnTo>
                  <a:lnTo>
                    <a:pt x="13977" y="7367"/>
                  </a:lnTo>
                  <a:lnTo>
                    <a:pt x="12554" y="8180"/>
                  </a:lnTo>
                  <a:lnTo>
                    <a:pt x="4734" y="10242"/>
                  </a:lnTo>
                  <a:lnTo>
                    <a:pt x="2266" y="9691"/>
                  </a:lnTo>
                  <a:lnTo>
                    <a:pt x="2883" y="9219"/>
                  </a:lnTo>
                  <a:lnTo>
                    <a:pt x="8566" y="8351"/>
                  </a:lnTo>
                  <a:lnTo>
                    <a:pt x="7067" y="5316"/>
                  </a:lnTo>
                  <a:lnTo>
                    <a:pt x="5631" y="4183"/>
                  </a:lnTo>
                  <a:lnTo>
                    <a:pt x="4226" y="3540"/>
                  </a:lnTo>
                  <a:lnTo>
                    <a:pt x="3265" y="3973"/>
                  </a:lnTo>
                  <a:lnTo>
                    <a:pt x="0" y="2207"/>
                  </a:lnTo>
                  <a:lnTo>
                    <a:pt x="2873" y="0"/>
                  </a:lnTo>
                  <a:lnTo>
                    <a:pt x="3789" y="121"/>
                  </a:lnTo>
                  <a:lnTo>
                    <a:pt x="5653" y="375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h4722"/>
            <p:cNvSpPr/>
            <p:nvPr/>
          </p:nvSpPr>
          <p:spPr>
            <a:xfrm>
              <a:off x="7320575" y="3374253"/>
              <a:ext cx="4874" cy="7874"/>
            </a:xfrm>
            <a:custGeom>
              <a:avLst/>
              <a:pathLst>
                <a:path w="4874" h="7874">
                  <a:moveTo>
                    <a:pt x="2324" y="7614"/>
                  </a:moveTo>
                  <a:lnTo>
                    <a:pt x="0" y="5402"/>
                  </a:lnTo>
                  <a:lnTo>
                    <a:pt x="1766" y="2431"/>
                  </a:lnTo>
                  <a:lnTo>
                    <a:pt x="1521" y="897"/>
                  </a:lnTo>
                  <a:lnTo>
                    <a:pt x="3539" y="0"/>
                  </a:lnTo>
                  <a:lnTo>
                    <a:pt x="4762" y="2098"/>
                  </a:lnTo>
                  <a:lnTo>
                    <a:pt x="4874" y="5951"/>
                  </a:lnTo>
                  <a:lnTo>
                    <a:pt x="3384" y="787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h4723"/>
            <p:cNvSpPr/>
            <p:nvPr/>
          </p:nvSpPr>
          <p:spPr>
            <a:xfrm>
              <a:off x="7380992" y="3346826"/>
              <a:ext cx="8873" cy="8795"/>
            </a:xfrm>
            <a:custGeom>
              <a:avLst/>
              <a:pathLst>
                <a:path w="8873" h="8795">
                  <a:moveTo>
                    <a:pt x="8873" y="3106"/>
                  </a:moveTo>
                  <a:lnTo>
                    <a:pt x="8247" y="5649"/>
                  </a:lnTo>
                  <a:lnTo>
                    <a:pt x="6865" y="6924"/>
                  </a:lnTo>
                  <a:lnTo>
                    <a:pt x="791" y="8795"/>
                  </a:lnTo>
                  <a:lnTo>
                    <a:pt x="185" y="8650"/>
                  </a:lnTo>
                  <a:lnTo>
                    <a:pt x="0" y="5387"/>
                  </a:lnTo>
                  <a:lnTo>
                    <a:pt x="369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h4724"/>
            <p:cNvSpPr/>
            <p:nvPr/>
          </p:nvSpPr>
          <p:spPr>
            <a:xfrm>
              <a:off x="7560455" y="3333192"/>
              <a:ext cx="4866" cy="6167"/>
            </a:xfrm>
            <a:custGeom>
              <a:avLst/>
              <a:pathLst>
                <a:path w="4866" h="6167">
                  <a:moveTo>
                    <a:pt x="4474" y="1710"/>
                  </a:moveTo>
                  <a:lnTo>
                    <a:pt x="4866" y="4048"/>
                  </a:lnTo>
                  <a:lnTo>
                    <a:pt x="3902" y="6095"/>
                  </a:lnTo>
                  <a:lnTo>
                    <a:pt x="2405" y="6167"/>
                  </a:lnTo>
                  <a:lnTo>
                    <a:pt x="0" y="4285"/>
                  </a:lnTo>
                  <a:lnTo>
                    <a:pt x="100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h4725"/>
            <p:cNvSpPr/>
            <p:nvPr/>
          </p:nvSpPr>
          <p:spPr>
            <a:xfrm>
              <a:off x="7321794" y="3284065"/>
              <a:ext cx="15613" cy="8474"/>
            </a:xfrm>
            <a:custGeom>
              <a:avLst/>
              <a:pathLst>
                <a:path w="15613" h="8474">
                  <a:moveTo>
                    <a:pt x="13157" y="2996"/>
                  </a:moveTo>
                  <a:lnTo>
                    <a:pt x="14919" y="4320"/>
                  </a:lnTo>
                  <a:lnTo>
                    <a:pt x="15613" y="7911"/>
                  </a:lnTo>
                  <a:lnTo>
                    <a:pt x="7095" y="8474"/>
                  </a:lnTo>
                  <a:lnTo>
                    <a:pt x="3712" y="6882"/>
                  </a:lnTo>
                  <a:lnTo>
                    <a:pt x="2066" y="7483"/>
                  </a:lnTo>
                  <a:lnTo>
                    <a:pt x="0" y="4978"/>
                  </a:lnTo>
                  <a:lnTo>
                    <a:pt x="424" y="3689"/>
                  </a:lnTo>
                  <a:lnTo>
                    <a:pt x="3422" y="1802"/>
                  </a:lnTo>
                  <a:lnTo>
                    <a:pt x="4559" y="100"/>
                  </a:lnTo>
                  <a:lnTo>
                    <a:pt x="1152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h4726"/>
            <p:cNvSpPr/>
            <p:nvPr/>
          </p:nvSpPr>
          <p:spPr>
            <a:xfrm>
              <a:off x="7535125" y="3399860"/>
              <a:ext cx="27690" cy="23591"/>
            </a:xfrm>
            <a:custGeom>
              <a:avLst/>
              <a:pathLst>
                <a:path w="27690" h="23591">
                  <a:moveTo>
                    <a:pt x="22086" y="3313"/>
                  </a:moveTo>
                  <a:lnTo>
                    <a:pt x="24718" y="268"/>
                  </a:lnTo>
                  <a:lnTo>
                    <a:pt x="27441" y="7600"/>
                  </a:lnTo>
                  <a:lnTo>
                    <a:pt x="27690" y="19216"/>
                  </a:lnTo>
                  <a:lnTo>
                    <a:pt x="23981" y="22067"/>
                  </a:lnTo>
                  <a:lnTo>
                    <a:pt x="21248" y="20469"/>
                  </a:lnTo>
                  <a:lnTo>
                    <a:pt x="16913" y="16267"/>
                  </a:lnTo>
                  <a:lnTo>
                    <a:pt x="13933" y="16661"/>
                  </a:lnTo>
                  <a:lnTo>
                    <a:pt x="8647" y="21680"/>
                  </a:lnTo>
                  <a:lnTo>
                    <a:pt x="5339" y="23512"/>
                  </a:lnTo>
                  <a:lnTo>
                    <a:pt x="1970" y="23591"/>
                  </a:lnTo>
                  <a:lnTo>
                    <a:pt x="0" y="15737"/>
                  </a:lnTo>
                  <a:lnTo>
                    <a:pt x="387" y="8231"/>
                  </a:lnTo>
                  <a:lnTo>
                    <a:pt x="6045" y="7332"/>
                  </a:lnTo>
                  <a:lnTo>
                    <a:pt x="8373" y="9307"/>
                  </a:lnTo>
                  <a:lnTo>
                    <a:pt x="11145" y="1977"/>
                  </a:lnTo>
                  <a:lnTo>
                    <a:pt x="1285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h4727"/>
            <p:cNvSpPr/>
            <p:nvPr/>
          </p:nvSpPr>
          <p:spPr>
            <a:xfrm>
              <a:off x="7736274" y="3447046"/>
              <a:ext cx="30762" cy="31329"/>
            </a:xfrm>
            <a:custGeom>
              <a:avLst/>
              <a:pathLst>
                <a:path w="30762" h="31329">
                  <a:moveTo>
                    <a:pt x="26168" y="783"/>
                  </a:moveTo>
                  <a:lnTo>
                    <a:pt x="28268" y="4140"/>
                  </a:lnTo>
                  <a:lnTo>
                    <a:pt x="30762" y="8282"/>
                  </a:lnTo>
                  <a:lnTo>
                    <a:pt x="30438" y="11441"/>
                  </a:lnTo>
                  <a:lnTo>
                    <a:pt x="23433" y="10210"/>
                  </a:lnTo>
                  <a:lnTo>
                    <a:pt x="15333" y="29065"/>
                  </a:lnTo>
                  <a:lnTo>
                    <a:pt x="15260" y="31329"/>
                  </a:lnTo>
                  <a:lnTo>
                    <a:pt x="13062" y="31173"/>
                  </a:lnTo>
                  <a:lnTo>
                    <a:pt x="11587" y="29531"/>
                  </a:lnTo>
                  <a:lnTo>
                    <a:pt x="2703" y="29441"/>
                  </a:lnTo>
                  <a:lnTo>
                    <a:pt x="0" y="23310"/>
                  </a:lnTo>
                  <a:lnTo>
                    <a:pt x="7922" y="18548"/>
                  </a:lnTo>
                  <a:lnTo>
                    <a:pt x="10251" y="15896"/>
                  </a:lnTo>
                  <a:lnTo>
                    <a:pt x="10189" y="15125"/>
                  </a:lnTo>
                  <a:lnTo>
                    <a:pt x="6677" y="12735"/>
                  </a:lnTo>
                  <a:lnTo>
                    <a:pt x="5100" y="10674"/>
                  </a:lnTo>
                  <a:lnTo>
                    <a:pt x="4516" y="6003"/>
                  </a:lnTo>
                  <a:lnTo>
                    <a:pt x="5713" y="1330"/>
                  </a:lnTo>
                  <a:lnTo>
                    <a:pt x="7387" y="298"/>
                  </a:lnTo>
                  <a:lnTo>
                    <a:pt x="9958" y="2247"/>
                  </a:lnTo>
                  <a:lnTo>
                    <a:pt x="10824" y="5938"/>
                  </a:lnTo>
                  <a:lnTo>
                    <a:pt x="14825" y="3893"/>
                  </a:lnTo>
                  <a:lnTo>
                    <a:pt x="1765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h4728"/>
            <p:cNvSpPr/>
            <p:nvPr/>
          </p:nvSpPr>
          <p:spPr>
            <a:xfrm>
              <a:off x="7289627" y="3321290"/>
              <a:ext cx="16495" cy="13357"/>
            </a:xfrm>
            <a:custGeom>
              <a:avLst/>
              <a:pathLst>
                <a:path w="16495" h="13357">
                  <a:moveTo>
                    <a:pt x="1522" y="203"/>
                  </a:moveTo>
                  <a:lnTo>
                    <a:pt x="2619" y="2481"/>
                  </a:lnTo>
                  <a:lnTo>
                    <a:pt x="6910" y="2196"/>
                  </a:lnTo>
                  <a:lnTo>
                    <a:pt x="15046" y="3637"/>
                  </a:lnTo>
                  <a:lnTo>
                    <a:pt x="16495" y="6260"/>
                  </a:lnTo>
                  <a:lnTo>
                    <a:pt x="16467" y="12985"/>
                  </a:lnTo>
                  <a:lnTo>
                    <a:pt x="14435" y="13357"/>
                  </a:lnTo>
                  <a:lnTo>
                    <a:pt x="8862" y="12062"/>
                  </a:lnTo>
                  <a:lnTo>
                    <a:pt x="66" y="8069"/>
                  </a:lnTo>
                  <a:lnTo>
                    <a:pt x="2635" y="7278"/>
                  </a:lnTo>
                  <a:lnTo>
                    <a:pt x="1474" y="3439"/>
                  </a:lnTo>
                  <a:lnTo>
                    <a:pt x="0" y="1820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h4729"/>
            <p:cNvSpPr/>
            <p:nvPr/>
          </p:nvSpPr>
          <p:spPr>
            <a:xfrm>
              <a:off x="7445057" y="3500360"/>
              <a:ext cx="32355" cy="19382"/>
            </a:xfrm>
            <a:custGeom>
              <a:avLst/>
              <a:pathLst>
                <a:path w="32355" h="19382">
                  <a:moveTo>
                    <a:pt x="14713" y="2295"/>
                  </a:moveTo>
                  <a:lnTo>
                    <a:pt x="16660" y="12046"/>
                  </a:lnTo>
                  <a:lnTo>
                    <a:pt x="25374" y="14861"/>
                  </a:lnTo>
                  <a:lnTo>
                    <a:pt x="25101" y="13630"/>
                  </a:lnTo>
                  <a:lnTo>
                    <a:pt x="31178" y="15655"/>
                  </a:lnTo>
                  <a:lnTo>
                    <a:pt x="32355" y="18703"/>
                  </a:lnTo>
                  <a:lnTo>
                    <a:pt x="30757" y="18135"/>
                  </a:lnTo>
                  <a:lnTo>
                    <a:pt x="28006" y="19020"/>
                  </a:lnTo>
                  <a:lnTo>
                    <a:pt x="19918" y="19382"/>
                  </a:lnTo>
                  <a:lnTo>
                    <a:pt x="18078" y="17148"/>
                  </a:lnTo>
                  <a:lnTo>
                    <a:pt x="14432" y="17533"/>
                  </a:lnTo>
                  <a:lnTo>
                    <a:pt x="6538" y="16467"/>
                  </a:lnTo>
                  <a:lnTo>
                    <a:pt x="3955" y="14994"/>
                  </a:lnTo>
                  <a:lnTo>
                    <a:pt x="1649" y="16147"/>
                  </a:lnTo>
                  <a:lnTo>
                    <a:pt x="0" y="16097"/>
                  </a:lnTo>
                  <a:lnTo>
                    <a:pt x="4685" y="8993"/>
                  </a:lnTo>
                  <a:lnTo>
                    <a:pt x="5697" y="1914"/>
                  </a:lnTo>
                  <a:lnTo>
                    <a:pt x="1126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h4730"/>
            <p:cNvSpPr/>
            <p:nvPr/>
          </p:nvSpPr>
          <p:spPr>
            <a:xfrm>
              <a:off x="7500621" y="3415655"/>
              <a:ext cx="5514" cy="3897"/>
            </a:xfrm>
            <a:custGeom>
              <a:avLst/>
              <a:pathLst>
                <a:path w="5514" h="3897">
                  <a:moveTo>
                    <a:pt x="5514" y="1514"/>
                  </a:moveTo>
                  <a:lnTo>
                    <a:pt x="5209" y="3897"/>
                  </a:lnTo>
                  <a:lnTo>
                    <a:pt x="220" y="2774"/>
                  </a:lnTo>
                  <a:lnTo>
                    <a:pt x="0" y="2590"/>
                  </a:lnTo>
                  <a:lnTo>
                    <a:pt x="2248" y="0"/>
                  </a:lnTo>
                  <a:lnTo>
                    <a:pt x="3985" y="1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h4731"/>
            <p:cNvSpPr/>
            <p:nvPr/>
          </p:nvSpPr>
          <p:spPr>
            <a:xfrm>
              <a:off x="7466495" y="3365186"/>
              <a:ext cx="14830" cy="19954"/>
            </a:xfrm>
            <a:custGeom>
              <a:avLst/>
              <a:pathLst>
                <a:path w="14830" h="19954">
                  <a:moveTo>
                    <a:pt x="14830" y="1070"/>
                  </a:moveTo>
                  <a:lnTo>
                    <a:pt x="14298" y="7794"/>
                  </a:lnTo>
                  <a:lnTo>
                    <a:pt x="8908" y="13311"/>
                  </a:lnTo>
                  <a:lnTo>
                    <a:pt x="4863" y="14222"/>
                  </a:lnTo>
                  <a:lnTo>
                    <a:pt x="5157" y="17855"/>
                  </a:lnTo>
                  <a:lnTo>
                    <a:pt x="5699" y="17942"/>
                  </a:lnTo>
                  <a:lnTo>
                    <a:pt x="3135" y="19954"/>
                  </a:lnTo>
                  <a:lnTo>
                    <a:pt x="2035" y="18354"/>
                  </a:lnTo>
                  <a:lnTo>
                    <a:pt x="1285" y="13698"/>
                  </a:lnTo>
                  <a:lnTo>
                    <a:pt x="0" y="12820"/>
                  </a:lnTo>
                  <a:lnTo>
                    <a:pt x="1827" y="6933"/>
                  </a:lnTo>
                  <a:lnTo>
                    <a:pt x="2928" y="5125"/>
                  </a:lnTo>
                  <a:lnTo>
                    <a:pt x="9228" y="2354"/>
                  </a:lnTo>
                  <a:lnTo>
                    <a:pt x="9188" y="1796"/>
                  </a:lnTo>
                  <a:lnTo>
                    <a:pt x="1133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h4732"/>
            <p:cNvSpPr/>
            <p:nvPr/>
          </p:nvSpPr>
          <p:spPr>
            <a:xfrm>
              <a:off x="7506543" y="3252787"/>
              <a:ext cx="24759" cy="46902"/>
            </a:xfrm>
            <a:custGeom>
              <a:avLst/>
              <a:pathLst>
                <a:path w="24759" h="46902">
                  <a:moveTo>
                    <a:pt x="13460" y="4207"/>
                  </a:moveTo>
                  <a:lnTo>
                    <a:pt x="23997" y="4651"/>
                  </a:lnTo>
                  <a:lnTo>
                    <a:pt x="24759" y="6215"/>
                  </a:lnTo>
                  <a:lnTo>
                    <a:pt x="20505" y="17371"/>
                  </a:lnTo>
                  <a:lnTo>
                    <a:pt x="18672" y="20445"/>
                  </a:lnTo>
                  <a:lnTo>
                    <a:pt x="20371" y="26736"/>
                  </a:lnTo>
                  <a:lnTo>
                    <a:pt x="19638" y="32917"/>
                  </a:lnTo>
                  <a:lnTo>
                    <a:pt x="17430" y="35248"/>
                  </a:lnTo>
                  <a:lnTo>
                    <a:pt x="13452" y="37702"/>
                  </a:lnTo>
                  <a:lnTo>
                    <a:pt x="12266" y="46902"/>
                  </a:lnTo>
                  <a:lnTo>
                    <a:pt x="4809" y="43403"/>
                  </a:lnTo>
                  <a:lnTo>
                    <a:pt x="3789" y="40818"/>
                  </a:lnTo>
                  <a:lnTo>
                    <a:pt x="0" y="38493"/>
                  </a:lnTo>
                  <a:lnTo>
                    <a:pt x="186" y="35347"/>
                  </a:lnTo>
                  <a:lnTo>
                    <a:pt x="1602" y="30719"/>
                  </a:lnTo>
                  <a:lnTo>
                    <a:pt x="4580" y="27445"/>
                  </a:lnTo>
                  <a:lnTo>
                    <a:pt x="4883" y="25595"/>
                  </a:lnTo>
                  <a:lnTo>
                    <a:pt x="2937" y="21447"/>
                  </a:lnTo>
                  <a:lnTo>
                    <a:pt x="6554" y="17137"/>
                  </a:lnTo>
                  <a:lnTo>
                    <a:pt x="5868" y="16217"/>
                  </a:lnTo>
                  <a:lnTo>
                    <a:pt x="4623" y="14118"/>
                  </a:lnTo>
                  <a:lnTo>
                    <a:pt x="3943" y="10163"/>
                  </a:lnTo>
                  <a:lnTo>
                    <a:pt x="4947" y="7396"/>
                  </a:lnTo>
                  <a:lnTo>
                    <a:pt x="9642" y="7366"/>
                  </a:lnTo>
                  <a:lnTo>
                    <a:pt x="1304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h4733"/>
            <p:cNvSpPr/>
            <p:nvPr/>
          </p:nvSpPr>
          <p:spPr>
            <a:xfrm>
              <a:off x="7395755" y="3394009"/>
              <a:ext cx="38208" cy="32533"/>
            </a:xfrm>
            <a:custGeom>
              <a:avLst/>
              <a:pathLst>
                <a:path w="38208" h="32533">
                  <a:moveTo>
                    <a:pt x="34083" y="2566"/>
                  </a:moveTo>
                  <a:lnTo>
                    <a:pt x="38208" y="3965"/>
                  </a:lnTo>
                  <a:lnTo>
                    <a:pt x="35605" y="6435"/>
                  </a:lnTo>
                  <a:lnTo>
                    <a:pt x="29189" y="7226"/>
                  </a:lnTo>
                  <a:lnTo>
                    <a:pt x="28001" y="12744"/>
                  </a:lnTo>
                  <a:lnTo>
                    <a:pt x="23991" y="18065"/>
                  </a:lnTo>
                  <a:lnTo>
                    <a:pt x="20055" y="20006"/>
                  </a:lnTo>
                  <a:lnTo>
                    <a:pt x="16315" y="19859"/>
                  </a:lnTo>
                  <a:lnTo>
                    <a:pt x="12867" y="27115"/>
                  </a:lnTo>
                  <a:lnTo>
                    <a:pt x="8526" y="32533"/>
                  </a:lnTo>
                  <a:lnTo>
                    <a:pt x="6512" y="27038"/>
                  </a:lnTo>
                  <a:lnTo>
                    <a:pt x="1954" y="25660"/>
                  </a:lnTo>
                  <a:lnTo>
                    <a:pt x="0" y="23058"/>
                  </a:lnTo>
                  <a:lnTo>
                    <a:pt x="3107" y="20358"/>
                  </a:lnTo>
                  <a:lnTo>
                    <a:pt x="7871" y="19005"/>
                  </a:lnTo>
                  <a:lnTo>
                    <a:pt x="16956" y="18412"/>
                  </a:lnTo>
                  <a:lnTo>
                    <a:pt x="18048" y="17789"/>
                  </a:lnTo>
                  <a:lnTo>
                    <a:pt x="18476" y="16084"/>
                  </a:lnTo>
                  <a:lnTo>
                    <a:pt x="16308" y="11883"/>
                  </a:lnTo>
                  <a:lnTo>
                    <a:pt x="13175" y="11488"/>
                  </a:lnTo>
                  <a:lnTo>
                    <a:pt x="10501" y="8869"/>
                  </a:lnTo>
                  <a:lnTo>
                    <a:pt x="11952" y="8183"/>
                  </a:lnTo>
                  <a:lnTo>
                    <a:pt x="13242" y="5876"/>
                  </a:lnTo>
                  <a:lnTo>
                    <a:pt x="11859" y="3961"/>
                  </a:lnTo>
                  <a:lnTo>
                    <a:pt x="9079" y="2766"/>
                  </a:lnTo>
                  <a:lnTo>
                    <a:pt x="9190" y="1993"/>
                  </a:lnTo>
                  <a:lnTo>
                    <a:pt x="20407" y="1414"/>
                  </a:lnTo>
                  <a:lnTo>
                    <a:pt x="23644" y="296"/>
                  </a:lnTo>
                  <a:lnTo>
                    <a:pt x="2641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h4734"/>
            <p:cNvSpPr/>
            <p:nvPr/>
          </p:nvSpPr>
          <p:spPr>
            <a:xfrm>
              <a:off x="7482151" y="3258183"/>
              <a:ext cx="13232" cy="13887"/>
            </a:xfrm>
            <a:custGeom>
              <a:avLst/>
              <a:pathLst>
                <a:path w="13232" h="13887">
                  <a:moveTo>
                    <a:pt x="5905" y="2527"/>
                  </a:moveTo>
                  <a:lnTo>
                    <a:pt x="3905" y="9951"/>
                  </a:lnTo>
                  <a:lnTo>
                    <a:pt x="3826" y="13060"/>
                  </a:lnTo>
                  <a:lnTo>
                    <a:pt x="7204" y="10100"/>
                  </a:lnTo>
                  <a:lnTo>
                    <a:pt x="6394" y="7762"/>
                  </a:lnTo>
                  <a:lnTo>
                    <a:pt x="10140" y="5029"/>
                  </a:lnTo>
                  <a:lnTo>
                    <a:pt x="13232" y="9292"/>
                  </a:lnTo>
                  <a:lnTo>
                    <a:pt x="10393" y="12564"/>
                  </a:lnTo>
                  <a:lnTo>
                    <a:pt x="3608" y="13887"/>
                  </a:lnTo>
                  <a:lnTo>
                    <a:pt x="382" y="11759"/>
                  </a:lnTo>
                  <a:lnTo>
                    <a:pt x="0" y="10101"/>
                  </a:lnTo>
                  <a:lnTo>
                    <a:pt x="2206" y="6569"/>
                  </a:lnTo>
                  <a:lnTo>
                    <a:pt x="823" y="2646"/>
                  </a:lnTo>
                  <a:lnTo>
                    <a:pt x="1897" y="243"/>
                  </a:lnTo>
                  <a:lnTo>
                    <a:pt x="577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h4735"/>
            <p:cNvSpPr/>
            <p:nvPr/>
          </p:nvSpPr>
          <p:spPr>
            <a:xfrm>
              <a:off x="7460394" y="3223896"/>
              <a:ext cx="4190" cy="8166"/>
            </a:xfrm>
            <a:custGeom>
              <a:avLst/>
              <a:pathLst>
                <a:path w="4190" h="8166">
                  <a:moveTo>
                    <a:pt x="3465" y="0"/>
                  </a:moveTo>
                  <a:lnTo>
                    <a:pt x="3051" y="4147"/>
                  </a:lnTo>
                  <a:lnTo>
                    <a:pt x="4190" y="5598"/>
                  </a:lnTo>
                  <a:lnTo>
                    <a:pt x="3680" y="8019"/>
                  </a:lnTo>
                  <a:lnTo>
                    <a:pt x="1898" y="8166"/>
                  </a:lnTo>
                  <a:lnTo>
                    <a:pt x="115" y="7362"/>
                  </a:lnTo>
                  <a:lnTo>
                    <a:pt x="0" y="5194"/>
                  </a:lnTo>
                  <a:lnTo>
                    <a:pt x="2065" y="223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h4736"/>
            <p:cNvSpPr/>
            <p:nvPr/>
          </p:nvSpPr>
          <p:spPr>
            <a:xfrm>
              <a:off x="7412046" y="3330147"/>
              <a:ext cx="9667" cy="7068"/>
            </a:xfrm>
            <a:custGeom>
              <a:avLst/>
              <a:pathLst>
                <a:path w="9667" h="7068">
                  <a:moveTo>
                    <a:pt x="9667" y="0"/>
                  </a:moveTo>
                  <a:lnTo>
                    <a:pt x="8880" y="5127"/>
                  </a:lnTo>
                  <a:lnTo>
                    <a:pt x="6968" y="7068"/>
                  </a:lnTo>
                  <a:lnTo>
                    <a:pt x="6292" y="6539"/>
                  </a:lnTo>
                  <a:lnTo>
                    <a:pt x="5776" y="3712"/>
                  </a:lnTo>
                  <a:lnTo>
                    <a:pt x="1848" y="2855"/>
                  </a:lnTo>
                  <a:lnTo>
                    <a:pt x="409" y="3453"/>
                  </a:lnTo>
                  <a:lnTo>
                    <a:pt x="0" y="1964"/>
                  </a:lnTo>
                  <a:lnTo>
                    <a:pt x="4172" y="2012"/>
                  </a:lnTo>
                  <a:lnTo>
                    <a:pt x="4860" y="90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h4737"/>
            <p:cNvSpPr/>
            <p:nvPr/>
          </p:nvSpPr>
          <p:spPr>
            <a:xfrm>
              <a:off x="7751534" y="3450515"/>
              <a:ext cx="95586" cy="49854"/>
            </a:xfrm>
            <a:custGeom>
              <a:avLst/>
              <a:pathLst>
                <a:path w="95586" h="49854">
                  <a:moveTo>
                    <a:pt x="20728" y="2948"/>
                  </a:moveTo>
                  <a:lnTo>
                    <a:pt x="20131" y="5708"/>
                  </a:lnTo>
                  <a:lnTo>
                    <a:pt x="22784" y="6549"/>
                  </a:lnTo>
                  <a:lnTo>
                    <a:pt x="27676" y="5757"/>
                  </a:lnTo>
                  <a:lnTo>
                    <a:pt x="30910" y="7492"/>
                  </a:lnTo>
                  <a:lnTo>
                    <a:pt x="31331" y="8726"/>
                  </a:lnTo>
                  <a:lnTo>
                    <a:pt x="30265" y="13359"/>
                  </a:lnTo>
                  <a:lnTo>
                    <a:pt x="28529" y="14670"/>
                  </a:lnTo>
                  <a:lnTo>
                    <a:pt x="23125" y="15248"/>
                  </a:lnTo>
                  <a:lnTo>
                    <a:pt x="22007" y="16509"/>
                  </a:lnTo>
                  <a:lnTo>
                    <a:pt x="22640" y="19878"/>
                  </a:lnTo>
                  <a:lnTo>
                    <a:pt x="23909" y="16671"/>
                  </a:lnTo>
                  <a:lnTo>
                    <a:pt x="26668" y="16751"/>
                  </a:lnTo>
                  <a:lnTo>
                    <a:pt x="31210" y="23918"/>
                  </a:lnTo>
                  <a:lnTo>
                    <a:pt x="34809" y="23738"/>
                  </a:lnTo>
                  <a:lnTo>
                    <a:pt x="39121" y="18555"/>
                  </a:lnTo>
                  <a:lnTo>
                    <a:pt x="38457" y="16257"/>
                  </a:lnTo>
                  <a:lnTo>
                    <a:pt x="36077" y="14046"/>
                  </a:lnTo>
                  <a:lnTo>
                    <a:pt x="34180" y="6811"/>
                  </a:lnTo>
                  <a:lnTo>
                    <a:pt x="40787" y="6570"/>
                  </a:lnTo>
                  <a:lnTo>
                    <a:pt x="41326" y="7291"/>
                  </a:lnTo>
                  <a:lnTo>
                    <a:pt x="39966" y="15794"/>
                  </a:lnTo>
                  <a:lnTo>
                    <a:pt x="40781" y="15529"/>
                  </a:lnTo>
                  <a:lnTo>
                    <a:pt x="38941" y="20652"/>
                  </a:lnTo>
                  <a:lnTo>
                    <a:pt x="38586" y="24109"/>
                  </a:lnTo>
                  <a:lnTo>
                    <a:pt x="37530" y="24945"/>
                  </a:lnTo>
                  <a:lnTo>
                    <a:pt x="44737" y="29509"/>
                  </a:lnTo>
                  <a:lnTo>
                    <a:pt x="51972" y="30890"/>
                  </a:lnTo>
                  <a:lnTo>
                    <a:pt x="58797" y="33384"/>
                  </a:lnTo>
                  <a:lnTo>
                    <a:pt x="66571" y="33642"/>
                  </a:lnTo>
                  <a:lnTo>
                    <a:pt x="68811" y="31540"/>
                  </a:lnTo>
                  <a:lnTo>
                    <a:pt x="74289" y="34257"/>
                  </a:lnTo>
                  <a:lnTo>
                    <a:pt x="81505" y="32210"/>
                  </a:lnTo>
                  <a:lnTo>
                    <a:pt x="81782" y="32657"/>
                  </a:lnTo>
                  <a:lnTo>
                    <a:pt x="90886" y="47603"/>
                  </a:lnTo>
                  <a:lnTo>
                    <a:pt x="95586" y="49854"/>
                  </a:lnTo>
                  <a:lnTo>
                    <a:pt x="69151" y="38929"/>
                  </a:lnTo>
                  <a:lnTo>
                    <a:pt x="45581" y="32074"/>
                  </a:lnTo>
                  <a:lnTo>
                    <a:pt x="25396" y="28684"/>
                  </a:lnTo>
                  <a:lnTo>
                    <a:pt x="5036" y="27362"/>
                  </a:lnTo>
                  <a:lnTo>
                    <a:pt x="0" y="27860"/>
                  </a:lnTo>
                  <a:lnTo>
                    <a:pt x="72" y="25596"/>
                  </a:lnTo>
                  <a:lnTo>
                    <a:pt x="8172" y="6741"/>
                  </a:lnTo>
                  <a:lnTo>
                    <a:pt x="15177" y="7972"/>
                  </a:lnTo>
                  <a:lnTo>
                    <a:pt x="15501" y="4813"/>
                  </a:lnTo>
                  <a:lnTo>
                    <a:pt x="13007" y="671"/>
                  </a:lnTo>
                  <a:lnTo>
                    <a:pt x="1895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h4738"/>
            <p:cNvSpPr/>
            <p:nvPr/>
          </p:nvSpPr>
          <p:spPr>
            <a:xfrm>
              <a:off x="7341722" y="3278419"/>
              <a:ext cx="10762" cy="10521"/>
            </a:xfrm>
            <a:custGeom>
              <a:avLst/>
              <a:pathLst>
                <a:path w="10762" h="10521">
                  <a:moveTo>
                    <a:pt x="9566" y="2995"/>
                  </a:moveTo>
                  <a:lnTo>
                    <a:pt x="10762" y="9926"/>
                  </a:lnTo>
                  <a:lnTo>
                    <a:pt x="10347" y="10521"/>
                  </a:lnTo>
                  <a:lnTo>
                    <a:pt x="3860" y="10261"/>
                  </a:lnTo>
                  <a:lnTo>
                    <a:pt x="1769" y="8742"/>
                  </a:lnTo>
                  <a:lnTo>
                    <a:pt x="0" y="5651"/>
                  </a:lnTo>
                  <a:lnTo>
                    <a:pt x="214" y="1699"/>
                  </a:lnTo>
                  <a:lnTo>
                    <a:pt x="698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h4739"/>
            <p:cNvSpPr/>
            <p:nvPr/>
          </p:nvSpPr>
          <p:spPr>
            <a:xfrm>
              <a:off x="7762442" y="3446340"/>
              <a:ext cx="28214" cy="28093"/>
            </a:xfrm>
            <a:custGeom>
              <a:avLst/>
              <a:pathLst>
                <a:path w="28214" h="28093">
                  <a:moveTo>
                    <a:pt x="9677" y="85"/>
                  </a:moveTo>
                  <a:lnTo>
                    <a:pt x="18287" y="0"/>
                  </a:lnTo>
                  <a:lnTo>
                    <a:pt x="21826" y="2375"/>
                  </a:lnTo>
                  <a:lnTo>
                    <a:pt x="22567" y="2882"/>
                  </a:lnTo>
                  <a:lnTo>
                    <a:pt x="22093" y="5469"/>
                  </a:lnTo>
                  <a:lnTo>
                    <a:pt x="23916" y="7903"/>
                  </a:lnTo>
                  <a:lnTo>
                    <a:pt x="23272" y="10986"/>
                  </a:lnTo>
                  <a:lnTo>
                    <a:pt x="25170" y="18221"/>
                  </a:lnTo>
                  <a:lnTo>
                    <a:pt x="27549" y="20432"/>
                  </a:lnTo>
                  <a:lnTo>
                    <a:pt x="28214" y="22730"/>
                  </a:lnTo>
                  <a:lnTo>
                    <a:pt x="23901" y="27913"/>
                  </a:lnTo>
                  <a:lnTo>
                    <a:pt x="20303" y="28093"/>
                  </a:lnTo>
                  <a:lnTo>
                    <a:pt x="15760" y="20926"/>
                  </a:lnTo>
                  <a:lnTo>
                    <a:pt x="13002" y="20846"/>
                  </a:lnTo>
                  <a:lnTo>
                    <a:pt x="11732" y="24053"/>
                  </a:lnTo>
                  <a:lnTo>
                    <a:pt x="11099" y="20683"/>
                  </a:lnTo>
                  <a:lnTo>
                    <a:pt x="12218" y="19423"/>
                  </a:lnTo>
                  <a:lnTo>
                    <a:pt x="17622" y="18845"/>
                  </a:lnTo>
                  <a:lnTo>
                    <a:pt x="19358" y="17534"/>
                  </a:lnTo>
                  <a:lnTo>
                    <a:pt x="20424" y="12901"/>
                  </a:lnTo>
                  <a:lnTo>
                    <a:pt x="20003" y="11667"/>
                  </a:lnTo>
                  <a:lnTo>
                    <a:pt x="16769" y="9932"/>
                  </a:lnTo>
                  <a:lnTo>
                    <a:pt x="11877" y="10724"/>
                  </a:lnTo>
                  <a:lnTo>
                    <a:pt x="9224" y="9883"/>
                  </a:lnTo>
                  <a:lnTo>
                    <a:pt x="9820" y="7123"/>
                  </a:lnTo>
                  <a:lnTo>
                    <a:pt x="8047" y="4174"/>
                  </a:lnTo>
                  <a:lnTo>
                    <a:pt x="2100" y="4845"/>
                  </a:lnTo>
                  <a:lnTo>
                    <a:pt x="0" y="148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h4740"/>
            <p:cNvSpPr/>
            <p:nvPr/>
          </p:nvSpPr>
          <p:spPr>
            <a:xfrm>
              <a:off x="7419835" y="3335709"/>
              <a:ext cx="7825" cy="13753"/>
            </a:xfrm>
            <a:custGeom>
              <a:avLst/>
              <a:pathLst>
                <a:path w="7825" h="13753">
                  <a:moveTo>
                    <a:pt x="7825" y="3751"/>
                  </a:moveTo>
                  <a:lnTo>
                    <a:pt x="6147" y="9568"/>
                  </a:lnTo>
                  <a:lnTo>
                    <a:pt x="716" y="13753"/>
                  </a:lnTo>
                  <a:lnTo>
                    <a:pt x="0" y="7694"/>
                  </a:lnTo>
                  <a:lnTo>
                    <a:pt x="1944" y="1908"/>
                  </a:lnTo>
                  <a:lnTo>
                    <a:pt x="690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h4741"/>
            <p:cNvSpPr/>
            <p:nvPr/>
          </p:nvSpPr>
          <p:spPr>
            <a:xfrm>
              <a:off x="7508966" y="3378195"/>
              <a:ext cx="3990" cy="5444"/>
            </a:xfrm>
            <a:custGeom>
              <a:avLst/>
              <a:pathLst>
                <a:path w="3990" h="5444">
                  <a:moveTo>
                    <a:pt x="3990" y="4097"/>
                  </a:moveTo>
                  <a:lnTo>
                    <a:pt x="2455" y="5415"/>
                  </a:lnTo>
                  <a:lnTo>
                    <a:pt x="1888" y="5444"/>
                  </a:lnTo>
                  <a:lnTo>
                    <a:pt x="0" y="4984"/>
                  </a:lnTo>
                  <a:lnTo>
                    <a:pt x="582" y="3626"/>
                  </a:lnTo>
                  <a:lnTo>
                    <a:pt x="368" y="1158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h4742"/>
            <p:cNvSpPr/>
            <p:nvPr/>
          </p:nvSpPr>
          <p:spPr>
            <a:xfrm>
              <a:off x="7463954" y="3361961"/>
              <a:ext cx="12332" cy="10157"/>
            </a:xfrm>
            <a:custGeom>
              <a:avLst/>
              <a:pathLst>
                <a:path w="12332" h="10157">
                  <a:moveTo>
                    <a:pt x="12332" y="410"/>
                  </a:moveTo>
                  <a:lnTo>
                    <a:pt x="11730" y="5021"/>
                  </a:lnTo>
                  <a:lnTo>
                    <a:pt x="11769" y="5578"/>
                  </a:lnTo>
                  <a:lnTo>
                    <a:pt x="5469" y="8349"/>
                  </a:lnTo>
                  <a:lnTo>
                    <a:pt x="4369" y="10157"/>
                  </a:lnTo>
                  <a:lnTo>
                    <a:pt x="0" y="4346"/>
                  </a:lnTo>
                  <a:lnTo>
                    <a:pt x="1362" y="2966"/>
                  </a:lnTo>
                  <a:lnTo>
                    <a:pt x="7942" y="2458"/>
                  </a:lnTo>
                  <a:lnTo>
                    <a:pt x="9435" y="344"/>
                  </a:lnTo>
                  <a:lnTo>
                    <a:pt x="1152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h4743"/>
            <p:cNvSpPr/>
            <p:nvPr/>
          </p:nvSpPr>
          <p:spPr>
            <a:xfrm>
              <a:off x="7537276" y="3459958"/>
              <a:ext cx="8238" cy="11652"/>
            </a:xfrm>
            <a:custGeom>
              <a:avLst/>
              <a:pathLst>
                <a:path w="8238" h="11652">
                  <a:moveTo>
                    <a:pt x="5185" y="45"/>
                  </a:moveTo>
                  <a:lnTo>
                    <a:pt x="7627" y="3442"/>
                  </a:lnTo>
                  <a:lnTo>
                    <a:pt x="8238" y="11652"/>
                  </a:lnTo>
                  <a:lnTo>
                    <a:pt x="5294" y="11502"/>
                  </a:lnTo>
                  <a:lnTo>
                    <a:pt x="3943" y="10595"/>
                  </a:lnTo>
                  <a:lnTo>
                    <a:pt x="0" y="7012"/>
                  </a:lnTo>
                  <a:lnTo>
                    <a:pt x="522" y="5710"/>
                  </a:lnTo>
                  <a:lnTo>
                    <a:pt x="359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h4744"/>
            <p:cNvSpPr/>
            <p:nvPr/>
          </p:nvSpPr>
          <p:spPr>
            <a:xfrm>
              <a:off x="7412878" y="3336687"/>
              <a:ext cx="6136" cy="7244"/>
            </a:xfrm>
            <a:custGeom>
              <a:avLst/>
              <a:pathLst>
                <a:path w="6136" h="7244">
                  <a:moveTo>
                    <a:pt x="5459" y="0"/>
                  </a:moveTo>
                  <a:lnTo>
                    <a:pt x="6136" y="528"/>
                  </a:lnTo>
                  <a:lnTo>
                    <a:pt x="5364" y="6192"/>
                  </a:lnTo>
                  <a:lnTo>
                    <a:pt x="2827" y="7244"/>
                  </a:lnTo>
                  <a:lnTo>
                    <a:pt x="0" y="3161"/>
                  </a:lnTo>
                  <a:lnTo>
                    <a:pt x="1687" y="33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h4745"/>
            <p:cNvSpPr/>
            <p:nvPr/>
          </p:nvSpPr>
          <p:spPr>
            <a:xfrm>
              <a:off x="7560558" y="3495193"/>
              <a:ext cx="10656" cy="12462"/>
            </a:xfrm>
            <a:custGeom>
              <a:avLst/>
              <a:pathLst>
                <a:path w="10656" h="12462">
                  <a:moveTo>
                    <a:pt x="4356" y="0"/>
                  </a:moveTo>
                  <a:lnTo>
                    <a:pt x="5705" y="3285"/>
                  </a:lnTo>
                  <a:lnTo>
                    <a:pt x="10656" y="5503"/>
                  </a:lnTo>
                  <a:lnTo>
                    <a:pt x="8525" y="11197"/>
                  </a:lnTo>
                  <a:lnTo>
                    <a:pt x="4799" y="12462"/>
                  </a:lnTo>
                  <a:lnTo>
                    <a:pt x="1938" y="10881"/>
                  </a:lnTo>
                  <a:lnTo>
                    <a:pt x="1430" y="6242"/>
                  </a:lnTo>
                  <a:lnTo>
                    <a:pt x="0" y="388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h4746"/>
            <p:cNvSpPr/>
            <p:nvPr/>
          </p:nvSpPr>
          <p:spPr>
            <a:xfrm>
              <a:off x="7456192" y="3326782"/>
              <a:ext cx="21842" cy="22217"/>
            </a:xfrm>
            <a:custGeom>
              <a:avLst/>
              <a:pathLst>
                <a:path w="21842" h="22217">
                  <a:moveTo>
                    <a:pt x="10872" y="206"/>
                  </a:moveTo>
                  <a:lnTo>
                    <a:pt x="10316" y="2548"/>
                  </a:lnTo>
                  <a:lnTo>
                    <a:pt x="10774" y="4932"/>
                  </a:lnTo>
                  <a:lnTo>
                    <a:pt x="17903" y="203"/>
                  </a:lnTo>
                  <a:lnTo>
                    <a:pt x="21842" y="8489"/>
                  </a:lnTo>
                  <a:lnTo>
                    <a:pt x="20689" y="8390"/>
                  </a:lnTo>
                  <a:lnTo>
                    <a:pt x="15952" y="16431"/>
                  </a:lnTo>
                  <a:lnTo>
                    <a:pt x="15042" y="21565"/>
                  </a:lnTo>
                  <a:lnTo>
                    <a:pt x="7425" y="22217"/>
                  </a:lnTo>
                  <a:lnTo>
                    <a:pt x="7131" y="21631"/>
                  </a:lnTo>
                  <a:lnTo>
                    <a:pt x="7501" y="18121"/>
                  </a:lnTo>
                  <a:lnTo>
                    <a:pt x="2515" y="8537"/>
                  </a:lnTo>
                  <a:lnTo>
                    <a:pt x="75" y="5622"/>
                  </a:lnTo>
                  <a:lnTo>
                    <a:pt x="0" y="1849"/>
                  </a:lnTo>
                  <a:lnTo>
                    <a:pt x="5551" y="4437"/>
                  </a:lnTo>
                  <a:lnTo>
                    <a:pt x="817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h4747"/>
            <p:cNvSpPr/>
            <p:nvPr/>
          </p:nvSpPr>
          <p:spPr>
            <a:xfrm>
              <a:off x="7378284" y="3260679"/>
              <a:ext cx="18998" cy="19091"/>
            </a:xfrm>
            <a:custGeom>
              <a:avLst/>
              <a:pathLst>
                <a:path w="18998" h="19091">
                  <a:moveTo>
                    <a:pt x="6910" y="2792"/>
                  </a:moveTo>
                  <a:lnTo>
                    <a:pt x="9983" y="4178"/>
                  </a:lnTo>
                  <a:lnTo>
                    <a:pt x="10761" y="5477"/>
                  </a:lnTo>
                  <a:lnTo>
                    <a:pt x="11413" y="7206"/>
                  </a:lnTo>
                  <a:lnTo>
                    <a:pt x="11062" y="9233"/>
                  </a:lnTo>
                  <a:lnTo>
                    <a:pt x="12111" y="11735"/>
                  </a:lnTo>
                  <a:lnTo>
                    <a:pt x="15740" y="14098"/>
                  </a:lnTo>
                  <a:lnTo>
                    <a:pt x="18898" y="17438"/>
                  </a:lnTo>
                  <a:lnTo>
                    <a:pt x="18998" y="19091"/>
                  </a:lnTo>
                  <a:lnTo>
                    <a:pt x="14156" y="18575"/>
                  </a:lnTo>
                  <a:lnTo>
                    <a:pt x="7181" y="14345"/>
                  </a:lnTo>
                  <a:lnTo>
                    <a:pt x="5319" y="13508"/>
                  </a:lnTo>
                  <a:lnTo>
                    <a:pt x="4377" y="14028"/>
                  </a:lnTo>
                  <a:lnTo>
                    <a:pt x="0" y="9600"/>
                  </a:lnTo>
                  <a:lnTo>
                    <a:pt x="2795" y="9560"/>
                  </a:lnTo>
                  <a:lnTo>
                    <a:pt x="4771" y="8679"/>
                  </a:lnTo>
                  <a:lnTo>
                    <a:pt x="6225" y="6791"/>
                  </a:lnTo>
                  <a:lnTo>
                    <a:pt x="3108" y="3743"/>
                  </a:lnTo>
                  <a:lnTo>
                    <a:pt x="3252" y="2050"/>
                  </a:lnTo>
                  <a:lnTo>
                    <a:pt x="444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h4748"/>
            <p:cNvSpPr/>
            <p:nvPr/>
          </p:nvSpPr>
          <p:spPr>
            <a:xfrm>
              <a:off x="7489014" y="3370572"/>
              <a:ext cx="2991" cy="5008"/>
            </a:xfrm>
            <a:custGeom>
              <a:avLst/>
              <a:pathLst>
                <a:path w="2991" h="5008">
                  <a:moveTo>
                    <a:pt x="1505" y="295"/>
                  </a:moveTo>
                  <a:lnTo>
                    <a:pt x="1680" y="2673"/>
                  </a:lnTo>
                  <a:lnTo>
                    <a:pt x="2991" y="5008"/>
                  </a:lnTo>
                  <a:lnTo>
                    <a:pt x="1334" y="4234"/>
                  </a:lnTo>
                  <a:lnTo>
                    <a:pt x="0" y="977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h4749"/>
            <p:cNvSpPr/>
            <p:nvPr/>
          </p:nvSpPr>
          <p:spPr>
            <a:xfrm>
              <a:off x="7700557" y="3476378"/>
              <a:ext cx="27535" cy="7210"/>
            </a:xfrm>
            <a:custGeom>
              <a:avLst/>
              <a:pathLst>
                <a:path w="27535" h="7210">
                  <a:moveTo>
                    <a:pt x="26283" y="3109"/>
                  </a:moveTo>
                  <a:lnTo>
                    <a:pt x="27535" y="3236"/>
                  </a:lnTo>
                  <a:lnTo>
                    <a:pt x="9977" y="7210"/>
                  </a:lnTo>
                  <a:lnTo>
                    <a:pt x="269" y="7055"/>
                  </a:lnTo>
                  <a:lnTo>
                    <a:pt x="0" y="2922"/>
                  </a:lnTo>
                  <a:lnTo>
                    <a:pt x="2784" y="850"/>
                  </a:lnTo>
                  <a:lnTo>
                    <a:pt x="10809" y="1847"/>
                  </a:lnTo>
                  <a:lnTo>
                    <a:pt x="2518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h4750"/>
            <p:cNvSpPr/>
            <p:nvPr/>
          </p:nvSpPr>
          <p:spPr>
            <a:xfrm>
              <a:off x="7410720" y="3445959"/>
              <a:ext cx="11693" cy="14137"/>
            </a:xfrm>
            <a:custGeom>
              <a:avLst/>
              <a:pathLst>
                <a:path w="11693" h="14137">
                  <a:moveTo>
                    <a:pt x="7510" y="3705"/>
                  </a:moveTo>
                  <a:lnTo>
                    <a:pt x="11298" y="10244"/>
                  </a:lnTo>
                  <a:lnTo>
                    <a:pt x="11693" y="10641"/>
                  </a:lnTo>
                  <a:lnTo>
                    <a:pt x="9319" y="12300"/>
                  </a:lnTo>
                  <a:lnTo>
                    <a:pt x="3364" y="14137"/>
                  </a:lnTo>
                  <a:lnTo>
                    <a:pt x="2572" y="13841"/>
                  </a:lnTo>
                  <a:lnTo>
                    <a:pt x="1919" y="11841"/>
                  </a:lnTo>
                  <a:lnTo>
                    <a:pt x="0" y="3392"/>
                  </a:lnTo>
                  <a:lnTo>
                    <a:pt x="306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h4751"/>
            <p:cNvSpPr/>
            <p:nvPr/>
          </p:nvSpPr>
          <p:spPr>
            <a:xfrm>
              <a:off x="7507651" y="3417795"/>
              <a:ext cx="15061" cy="11911"/>
            </a:xfrm>
            <a:custGeom>
              <a:avLst/>
              <a:pathLst>
                <a:path w="15061" h="11911">
                  <a:moveTo>
                    <a:pt x="4699" y="432"/>
                  </a:moveTo>
                  <a:lnTo>
                    <a:pt x="6453" y="1630"/>
                  </a:lnTo>
                  <a:lnTo>
                    <a:pt x="15061" y="900"/>
                  </a:lnTo>
                  <a:lnTo>
                    <a:pt x="14892" y="5035"/>
                  </a:lnTo>
                  <a:lnTo>
                    <a:pt x="13637" y="5225"/>
                  </a:lnTo>
                  <a:lnTo>
                    <a:pt x="12422" y="10727"/>
                  </a:lnTo>
                  <a:lnTo>
                    <a:pt x="8553" y="9870"/>
                  </a:lnTo>
                  <a:lnTo>
                    <a:pt x="5433" y="11911"/>
                  </a:lnTo>
                  <a:lnTo>
                    <a:pt x="1645" y="5483"/>
                  </a:lnTo>
                  <a:lnTo>
                    <a:pt x="4333" y="2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h4752"/>
            <p:cNvSpPr/>
            <p:nvPr/>
          </p:nvSpPr>
          <p:spPr>
            <a:xfrm>
              <a:off x="7315125" y="3294937"/>
              <a:ext cx="9337" cy="11014"/>
            </a:xfrm>
            <a:custGeom>
              <a:avLst/>
              <a:pathLst>
                <a:path w="9337" h="11014">
                  <a:moveTo>
                    <a:pt x="7195" y="958"/>
                  </a:moveTo>
                  <a:lnTo>
                    <a:pt x="9337" y="774"/>
                  </a:lnTo>
                  <a:lnTo>
                    <a:pt x="7147" y="10559"/>
                  </a:lnTo>
                  <a:lnTo>
                    <a:pt x="5268" y="10900"/>
                  </a:lnTo>
                  <a:lnTo>
                    <a:pt x="2894" y="11014"/>
                  </a:lnTo>
                  <a:lnTo>
                    <a:pt x="175" y="5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h4753"/>
            <p:cNvSpPr/>
            <p:nvPr/>
          </p:nvSpPr>
          <p:spPr>
            <a:xfrm>
              <a:off x="7406395" y="3280113"/>
              <a:ext cx="30107" cy="22744"/>
            </a:xfrm>
            <a:custGeom>
              <a:avLst/>
              <a:pathLst>
                <a:path w="30107" h="22744">
                  <a:moveTo>
                    <a:pt x="19301" y="431"/>
                  </a:moveTo>
                  <a:lnTo>
                    <a:pt x="25469" y="3940"/>
                  </a:lnTo>
                  <a:lnTo>
                    <a:pt x="29302" y="10364"/>
                  </a:lnTo>
                  <a:lnTo>
                    <a:pt x="30107" y="14035"/>
                  </a:lnTo>
                  <a:lnTo>
                    <a:pt x="27936" y="18470"/>
                  </a:lnTo>
                  <a:lnTo>
                    <a:pt x="21604" y="22744"/>
                  </a:lnTo>
                  <a:lnTo>
                    <a:pt x="12873" y="21406"/>
                  </a:lnTo>
                  <a:lnTo>
                    <a:pt x="11966" y="19552"/>
                  </a:lnTo>
                  <a:lnTo>
                    <a:pt x="8439" y="18182"/>
                  </a:lnTo>
                  <a:lnTo>
                    <a:pt x="2344" y="21916"/>
                  </a:lnTo>
                  <a:lnTo>
                    <a:pt x="2159" y="21472"/>
                  </a:lnTo>
                  <a:lnTo>
                    <a:pt x="0" y="18052"/>
                  </a:lnTo>
                  <a:lnTo>
                    <a:pt x="6875" y="15354"/>
                  </a:lnTo>
                  <a:lnTo>
                    <a:pt x="6086" y="8660"/>
                  </a:lnTo>
                  <a:lnTo>
                    <a:pt x="6688" y="7258"/>
                  </a:lnTo>
                  <a:lnTo>
                    <a:pt x="12059" y="6355"/>
                  </a:lnTo>
                  <a:lnTo>
                    <a:pt x="1804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h4754"/>
            <p:cNvSpPr/>
            <p:nvPr/>
          </p:nvSpPr>
          <p:spPr>
            <a:xfrm>
              <a:off x="7329227" y="3262115"/>
              <a:ext cx="8816" cy="6292"/>
            </a:xfrm>
            <a:custGeom>
              <a:avLst/>
              <a:pathLst>
                <a:path w="8816" h="6292">
                  <a:moveTo>
                    <a:pt x="4679" y="434"/>
                  </a:moveTo>
                  <a:lnTo>
                    <a:pt x="8816" y="1591"/>
                  </a:lnTo>
                  <a:lnTo>
                    <a:pt x="8775" y="6292"/>
                  </a:lnTo>
                  <a:lnTo>
                    <a:pt x="5933" y="3061"/>
                  </a:lnTo>
                  <a:lnTo>
                    <a:pt x="4881" y="4940"/>
                  </a:lnTo>
                  <a:lnTo>
                    <a:pt x="2904" y="6094"/>
                  </a:lnTo>
                  <a:lnTo>
                    <a:pt x="142" y="2982"/>
                  </a:lnTo>
                  <a:lnTo>
                    <a:pt x="0" y="1109"/>
                  </a:lnTo>
                  <a:lnTo>
                    <a:pt x="127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h4755"/>
            <p:cNvSpPr/>
            <p:nvPr/>
          </p:nvSpPr>
          <p:spPr>
            <a:xfrm>
              <a:off x="7524902" y="3473022"/>
              <a:ext cx="6840" cy="12099"/>
            </a:xfrm>
            <a:custGeom>
              <a:avLst/>
              <a:pathLst>
                <a:path w="6840" h="12099">
                  <a:moveTo>
                    <a:pt x="3756" y="2824"/>
                  </a:moveTo>
                  <a:lnTo>
                    <a:pt x="6840" y="10809"/>
                  </a:lnTo>
                  <a:lnTo>
                    <a:pt x="5289" y="12099"/>
                  </a:lnTo>
                  <a:lnTo>
                    <a:pt x="3740" y="9632"/>
                  </a:lnTo>
                  <a:lnTo>
                    <a:pt x="1040" y="6959"/>
                  </a:lnTo>
                  <a:lnTo>
                    <a:pt x="0" y="3574"/>
                  </a:lnTo>
                  <a:lnTo>
                    <a:pt x="123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h4756"/>
            <p:cNvSpPr/>
            <p:nvPr/>
          </p:nvSpPr>
          <p:spPr>
            <a:xfrm>
              <a:off x="7501252" y="3394519"/>
              <a:ext cx="12741" cy="12994"/>
            </a:xfrm>
            <a:custGeom>
              <a:avLst/>
              <a:pathLst>
                <a:path w="12741" h="12994">
                  <a:moveTo>
                    <a:pt x="5984" y="808"/>
                  </a:moveTo>
                  <a:lnTo>
                    <a:pt x="6406" y="4893"/>
                  </a:lnTo>
                  <a:lnTo>
                    <a:pt x="8707" y="5455"/>
                  </a:lnTo>
                  <a:lnTo>
                    <a:pt x="12741" y="10992"/>
                  </a:lnTo>
                  <a:lnTo>
                    <a:pt x="8070" y="12903"/>
                  </a:lnTo>
                  <a:lnTo>
                    <a:pt x="3242" y="12994"/>
                  </a:lnTo>
                  <a:lnTo>
                    <a:pt x="2399" y="11882"/>
                  </a:lnTo>
                  <a:lnTo>
                    <a:pt x="0" y="11579"/>
                  </a:lnTo>
                  <a:lnTo>
                    <a:pt x="154" y="7613"/>
                  </a:lnTo>
                  <a:lnTo>
                    <a:pt x="2774" y="8392"/>
                  </a:lnTo>
                  <a:lnTo>
                    <a:pt x="2490" y="7022"/>
                  </a:lnTo>
                  <a:lnTo>
                    <a:pt x="1135" y="6478"/>
                  </a:lnTo>
                  <a:lnTo>
                    <a:pt x="343" y="7053"/>
                  </a:lnTo>
                  <a:lnTo>
                    <a:pt x="2046" y="1349"/>
                  </a:lnTo>
                  <a:lnTo>
                    <a:pt x="2067" y="375"/>
                  </a:lnTo>
                  <a:lnTo>
                    <a:pt x="240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h4757"/>
            <p:cNvSpPr/>
            <p:nvPr/>
          </p:nvSpPr>
          <p:spPr>
            <a:xfrm>
              <a:off x="7481693" y="3236762"/>
              <a:ext cx="14764" cy="14977"/>
            </a:xfrm>
            <a:custGeom>
              <a:avLst/>
              <a:pathLst>
                <a:path w="14764" h="14977">
                  <a:moveTo>
                    <a:pt x="9555" y="2685"/>
                  </a:moveTo>
                  <a:lnTo>
                    <a:pt x="14764" y="5748"/>
                  </a:lnTo>
                  <a:lnTo>
                    <a:pt x="13999" y="10829"/>
                  </a:lnTo>
                  <a:lnTo>
                    <a:pt x="10409" y="9525"/>
                  </a:lnTo>
                  <a:lnTo>
                    <a:pt x="8054" y="10058"/>
                  </a:lnTo>
                  <a:lnTo>
                    <a:pt x="8927" y="14977"/>
                  </a:lnTo>
                  <a:lnTo>
                    <a:pt x="1776" y="14974"/>
                  </a:lnTo>
                  <a:lnTo>
                    <a:pt x="0" y="13983"/>
                  </a:lnTo>
                  <a:lnTo>
                    <a:pt x="1492" y="9384"/>
                  </a:lnTo>
                  <a:lnTo>
                    <a:pt x="3438" y="9757"/>
                  </a:lnTo>
                  <a:lnTo>
                    <a:pt x="7238" y="7324"/>
                  </a:lnTo>
                  <a:lnTo>
                    <a:pt x="55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h4758"/>
            <p:cNvSpPr/>
            <p:nvPr/>
          </p:nvSpPr>
          <p:spPr>
            <a:xfrm>
              <a:off x="7485429" y="3219091"/>
              <a:ext cx="25107" cy="25608"/>
            </a:xfrm>
            <a:custGeom>
              <a:avLst/>
              <a:pathLst>
                <a:path w="25107" h="25608">
                  <a:moveTo>
                    <a:pt x="8670" y="0"/>
                  </a:moveTo>
                  <a:lnTo>
                    <a:pt x="9185" y="1916"/>
                  </a:lnTo>
                  <a:lnTo>
                    <a:pt x="11526" y="4130"/>
                  </a:lnTo>
                  <a:lnTo>
                    <a:pt x="15109" y="6370"/>
                  </a:lnTo>
                  <a:lnTo>
                    <a:pt x="16043" y="6444"/>
                  </a:lnTo>
                  <a:lnTo>
                    <a:pt x="16262" y="5194"/>
                  </a:lnTo>
                  <a:lnTo>
                    <a:pt x="17620" y="6580"/>
                  </a:lnTo>
                  <a:lnTo>
                    <a:pt x="16331" y="7269"/>
                  </a:lnTo>
                  <a:lnTo>
                    <a:pt x="16213" y="8775"/>
                  </a:lnTo>
                  <a:lnTo>
                    <a:pt x="19825" y="10232"/>
                  </a:lnTo>
                  <a:lnTo>
                    <a:pt x="21741" y="11850"/>
                  </a:lnTo>
                  <a:lnTo>
                    <a:pt x="22214" y="15433"/>
                  </a:lnTo>
                  <a:lnTo>
                    <a:pt x="20227" y="17389"/>
                  </a:lnTo>
                  <a:lnTo>
                    <a:pt x="20257" y="18382"/>
                  </a:lnTo>
                  <a:lnTo>
                    <a:pt x="21928" y="19542"/>
                  </a:lnTo>
                  <a:lnTo>
                    <a:pt x="25107" y="18906"/>
                  </a:lnTo>
                  <a:lnTo>
                    <a:pt x="24771" y="20441"/>
                  </a:lnTo>
                  <a:lnTo>
                    <a:pt x="22966" y="22437"/>
                  </a:lnTo>
                  <a:lnTo>
                    <a:pt x="19514" y="24744"/>
                  </a:lnTo>
                  <a:lnTo>
                    <a:pt x="15052" y="25608"/>
                  </a:lnTo>
                  <a:lnTo>
                    <a:pt x="12049" y="20627"/>
                  </a:lnTo>
                  <a:lnTo>
                    <a:pt x="6432" y="19873"/>
                  </a:lnTo>
                  <a:lnTo>
                    <a:pt x="5819" y="20356"/>
                  </a:lnTo>
                  <a:lnTo>
                    <a:pt x="1789" y="17670"/>
                  </a:lnTo>
                  <a:lnTo>
                    <a:pt x="1071" y="17352"/>
                  </a:lnTo>
                  <a:lnTo>
                    <a:pt x="0" y="4942"/>
                  </a:lnTo>
                  <a:lnTo>
                    <a:pt x="6369" y="29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h4759"/>
            <p:cNvSpPr/>
            <p:nvPr/>
          </p:nvSpPr>
          <p:spPr>
            <a:xfrm>
              <a:off x="7336573" y="3445578"/>
              <a:ext cx="16947" cy="20147"/>
            </a:xfrm>
            <a:custGeom>
              <a:avLst/>
              <a:pathLst>
                <a:path w="16947" h="20147">
                  <a:moveTo>
                    <a:pt x="16282" y="1466"/>
                  </a:moveTo>
                  <a:lnTo>
                    <a:pt x="16947" y="2954"/>
                  </a:lnTo>
                  <a:lnTo>
                    <a:pt x="14429" y="8157"/>
                  </a:lnTo>
                  <a:lnTo>
                    <a:pt x="13673" y="12938"/>
                  </a:lnTo>
                  <a:lnTo>
                    <a:pt x="16702" y="15767"/>
                  </a:lnTo>
                  <a:lnTo>
                    <a:pt x="14220" y="18001"/>
                  </a:lnTo>
                  <a:lnTo>
                    <a:pt x="8717" y="20147"/>
                  </a:lnTo>
                  <a:lnTo>
                    <a:pt x="0" y="17110"/>
                  </a:lnTo>
                  <a:lnTo>
                    <a:pt x="2886" y="13206"/>
                  </a:lnTo>
                  <a:lnTo>
                    <a:pt x="9614" y="7895"/>
                  </a:lnTo>
                  <a:lnTo>
                    <a:pt x="8534" y="4143"/>
                  </a:lnTo>
                  <a:lnTo>
                    <a:pt x="5451" y="2000"/>
                  </a:lnTo>
                  <a:lnTo>
                    <a:pt x="6708" y="1884"/>
                  </a:lnTo>
                  <a:lnTo>
                    <a:pt x="1497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h4760"/>
            <p:cNvSpPr/>
            <p:nvPr/>
          </p:nvSpPr>
          <p:spPr>
            <a:xfrm>
              <a:off x="7510333" y="3311957"/>
              <a:ext cx="23393" cy="18968"/>
            </a:xfrm>
            <a:custGeom>
              <a:avLst/>
              <a:pathLst>
                <a:path w="23393" h="18968">
                  <a:moveTo>
                    <a:pt x="23229" y="5071"/>
                  </a:moveTo>
                  <a:lnTo>
                    <a:pt x="20859" y="8908"/>
                  </a:lnTo>
                  <a:lnTo>
                    <a:pt x="14523" y="15787"/>
                  </a:lnTo>
                  <a:lnTo>
                    <a:pt x="11679" y="17764"/>
                  </a:lnTo>
                  <a:lnTo>
                    <a:pt x="11173" y="18968"/>
                  </a:lnTo>
                  <a:lnTo>
                    <a:pt x="6734" y="17670"/>
                  </a:lnTo>
                  <a:lnTo>
                    <a:pt x="2326" y="18459"/>
                  </a:lnTo>
                  <a:lnTo>
                    <a:pt x="1880" y="18116"/>
                  </a:lnTo>
                  <a:lnTo>
                    <a:pt x="0" y="12469"/>
                  </a:lnTo>
                  <a:lnTo>
                    <a:pt x="260" y="11485"/>
                  </a:lnTo>
                  <a:lnTo>
                    <a:pt x="12384" y="8095"/>
                  </a:lnTo>
                  <a:lnTo>
                    <a:pt x="16343" y="4093"/>
                  </a:lnTo>
                  <a:lnTo>
                    <a:pt x="18748" y="3568"/>
                  </a:lnTo>
                  <a:lnTo>
                    <a:pt x="2339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h4761"/>
            <p:cNvSpPr/>
            <p:nvPr/>
          </p:nvSpPr>
          <p:spPr>
            <a:xfrm>
              <a:off x="7494947" y="3385029"/>
              <a:ext cx="2254" cy="2712"/>
            </a:xfrm>
            <a:custGeom>
              <a:avLst/>
              <a:pathLst>
                <a:path w="2254" h="2712">
                  <a:moveTo>
                    <a:pt x="2254" y="2300"/>
                  </a:moveTo>
                  <a:lnTo>
                    <a:pt x="0" y="2712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h4762"/>
            <p:cNvSpPr/>
            <p:nvPr/>
          </p:nvSpPr>
          <p:spPr>
            <a:xfrm>
              <a:off x="7518293" y="3343446"/>
              <a:ext cx="6233" cy="9423"/>
            </a:xfrm>
            <a:custGeom>
              <a:avLst/>
              <a:pathLst>
                <a:path w="6233" h="9423">
                  <a:moveTo>
                    <a:pt x="1911" y="42"/>
                  </a:moveTo>
                  <a:lnTo>
                    <a:pt x="3456" y="561"/>
                  </a:lnTo>
                  <a:lnTo>
                    <a:pt x="4018" y="1173"/>
                  </a:lnTo>
                  <a:lnTo>
                    <a:pt x="6233" y="1925"/>
                  </a:lnTo>
                  <a:lnTo>
                    <a:pt x="4899" y="4785"/>
                  </a:lnTo>
                  <a:lnTo>
                    <a:pt x="1739" y="9423"/>
                  </a:lnTo>
                  <a:lnTo>
                    <a:pt x="2099" y="4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3" name="ph4763"/>
            <p:cNvSpPr/>
            <p:nvPr/>
          </p:nvSpPr>
          <p:spPr>
            <a:xfrm>
              <a:off x="7511939" y="3329628"/>
              <a:ext cx="9567" cy="3871"/>
            </a:xfrm>
            <a:custGeom>
              <a:avLst/>
              <a:pathLst>
                <a:path w="9567" h="3871">
                  <a:moveTo>
                    <a:pt x="9567" y="1298"/>
                  </a:moveTo>
                  <a:lnTo>
                    <a:pt x="6347" y="3871"/>
                  </a:lnTo>
                  <a:lnTo>
                    <a:pt x="667" y="2585"/>
                  </a:lnTo>
                  <a:lnTo>
                    <a:pt x="0" y="3159"/>
                  </a:lnTo>
                  <a:lnTo>
                    <a:pt x="720" y="788"/>
                  </a:lnTo>
                  <a:lnTo>
                    <a:pt x="512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4" name="ph4764"/>
            <p:cNvSpPr/>
            <p:nvPr/>
          </p:nvSpPr>
          <p:spPr>
            <a:xfrm>
              <a:off x="7483880" y="3347929"/>
              <a:ext cx="12322" cy="10681"/>
            </a:xfrm>
            <a:custGeom>
              <a:avLst/>
              <a:pathLst>
                <a:path w="12322" h="10681">
                  <a:moveTo>
                    <a:pt x="12322" y="5950"/>
                  </a:moveTo>
                  <a:lnTo>
                    <a:pt x="3858" y="10681"/>
                  </a:lnTo>
                  <a:lnTo>
                    <a:pt x="0" y="9340"/>
                  </a:lnTo>
                  <a:lnTo>
                    <a:pt x="1018" y="8965"/>
                  </a:lnTo>
                  <a:lnTo>
                    <a:pt x="2750" y="2171"/>
                  </a:lnTo>
                  <a:lnTo>
                    <a:pt x="679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5" name="ph4765"/>
            <p:cNvSpPr/>
            <p:nvPr/>
          </p:nvSpPr>
          <p:spPr>
            <a:xfrm>
              <a:off x="7514299" y="3386017"/>
              <a:ext cx="8323" cy="7379"/>
            </a:xfrm>
            <a:custGeom>
              <a:avLst/>
              <a:pathLst>
                <a:path w="8323" h="7379">
                  <a:moveTo>
                    <a:pt x="6771" y="1960"/>
                  </a:moveTo>
                  <a:lnTo>
                    <a:pt x="8202" y="3869"/>
                  </a:lnTo>
                  <a:lnTo>
                    <a:pt x="8323" y="7350"/>
                  </a:lnTo>
                  <a:lnTo>
                    <a:pt x="3549" y="7379"/>
                  </a:lnTo>
                  <a:lnTo>
                    <a:pt x="832" y="7074"/>
                  </a:lnTo>
                  <a:lnTo>
                    <a:pt x="326" y="2239"/>
                  </a:lnTo>
                  <a:lnTo>
                    <a:pt x="0" y="1054"/>
                  </a:lnTo>
                  <a:lnTo>
                    <a:pt x="142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h4766"/>
            <p:cNvSpPr/>
            <p:nvPr/>
          </p:nvSpPr>
          <p:spPr>
            <a:xfrm>
              <a:off x="7284833" y="3447741"/>
              <a:ext cx="13327" cy="16247"/>
            </a:xfrm>
            <a:custGeom>
              <a:avLst/>
              <a:pathLst>
                <a:path w="13327" h="16247">
                  <a:moveTo>
                    <a:pt x="9899" y="336"/>
                  </a:moveTo>
                  <a:lnTo>
                    <a:pt x="10627" y="12809"/>
                  </a:lnTo>
                  <a:lnTo>
                    <a:pt x="13327" y="13549"/>
                  </a:lnTo>
                  <a:lnTo>
                    <a:pt x="9970" y="16247"/>
                  </a:lnTo>
                  <a:lnTo>
                    <a:pt x="7199" y="12562"/>
                  </a:lnTo>
                  <a:lnTo>
                    <a:pt x="5099" y="12650"/>
                  </a:lnTo>
                  <a:lnTo>
                    <a:pt x="4937" y="10651"/>
                  </a:lnTo>
                  <a:lnTo>
                    <a:pt x="3769" y="9892"/>
                  </a:lnTo>
                  <a:lnTo>
                    <a:pt x="1155" y="10063"/>
                  </a:lnTo>
                  <a:lnTo>
                    <a:pt x="0" y="3624"/>
                  </a:lnTo>
                  <a:lnTo>
                    <a:pt x="819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7" name="ph4767"/>
            <p:cNvSpPr/>
            <p:nvPr/>
          </p:nvSpPr>
          <p:spPr>
            <a:xfrm>
              <a:off x="7589413" y="3438647"/>
              <a:ext cx="20011" cy="13999"/>
            </a:xfrm>
            <a:custGeom>
              <a:avLst/>
              <a:pathLst>
                <a:path w="20011" h="13999">
                  <a:moveTo>
                    <a:pt x="17798" y="5480"/>
                  </a:moveTo>
                  <a:lnTo>
                    <a:pt x="20011" y="13999"/>
                  </a:lnTo>
                  <a:lnTo>
                    <a:pt x="12854" y="11595"/>
                  </a:lnTo>
                  <a:lnTo>
                    <a:pt x="4646" y="10528"/>
                  </a:lnTo>
                  <a:lnTo>
                    <a:pt x="2169" y="9284"/>
                  </a:lnTo>
                  <a:lnTo>
                    <a:pt x="1853" y="6382"/>
                  </a:lnTo>
                  <a:lnTo>
                    <a:pt x="0" y="4557"/>
                  </a:lnTo>
                  <a:lnTo>
                    <a:pt x="6258" y="2163"/>
                  </a:lnTo>
                  <a:lnTo>
                    <a:pt x="7112" y="505"/>
                  </a:lnTo>
                  <a:lnTo>
                    <a:pt x="1006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8" name="ph4768"/>
            <p:cNvSpPr/>
            <p:nvPr/>
          </p:nvSpPr>
          <p:spPr>
            <a:xfrm>
              <a:off x="7368666" y="3251187"/>
              <a:ext cx="12870" cy="13236"/>
            </a:xfrm>
            <a:custGeom>
              <a:avLst/>
              <a:pathLst>
                <a:path w="12870" h="13236">
                  <a:moveTo>
                    <a:pt x="6785" y="509"/>
                  </a:moveTo>
                  <a:lnTo>
                    <a:pt x="9000" y="892"/>
                  </a:lnTo>
                  <a:lnTo>
                    <a:pt x="11674" y="3585"/>
                  </a:lnTo>
                  <a:lnTo>
                    <a:pt x="11983" y="10871"/>
                  </a:lnTo>
                  <a:lnTo>
                    <a:pt x="12870" y="11543"/>
                  </a:lnTo>
                  <a:lnTo>
                    <a:pt x="12726" y="13236"/>
                  </a:lnTo>
                  <a:lnTo>
                    <a:pt x="10827" y="12171"/>
                  </a:lnTo>
                  <a:lnTo>
                    <a:pt x="6079" y="11805"/>
                  </a:lnTo>
                  <a:lnTo>
                    <a:pt x="1484" y="13013"/>
                  </a:lnTo>
                  <a:lnTo>
                    <a:pt x="0" y="3811"/>
                  </a:lnTo>
                  <a:lnTo>
                    <a:pt x="363" y="2710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9" name="ph4769"/>
            <p:cNvSpPr/>
            <p:nvPr/>
          </p:nvSpPr>
          <p:spPr>
            <a:xfrm>
              <a:off x="7361440" y="3339105"/>
              <a:ext cx="17851" cy="11275"/>
            </a:xfrm>
            <a:custGeom>
              <a:avLst/>
              <a:pathLst>
                <a:path w="17851" h="11275">
                  <a:moveTo>
                    <a:pt x="17851" y="1303"/>
                  </a:moveTo>
                  <a:lnTo>
                    <a:pt x="17152" y="4164"/>
                  </a:lnTo>
                  <a:lnTo>
                    <a:pt x="13909" y="7594"/>
                  </a:lnTo>
                  <a:lnTo>
                    <a:pt x="2359" y="11275"/>
                  </a:lnTo>
                  <a:lnTo>
                    <a:pt x="0" y="10938"/>
                  </a:lnTo>
                  <a:lnTo>
                    <a:pt x="929" y="4515"/>
                  </a:lnTo>
                  <a:lnTo>
                    <a:pt x="8799" y="3812"/>
                  </a:lnTo>
                  <a:lnTo>
                    <a:pt x="1473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ph4770"/>
            <p:cNvSpPr/>
            <p:nvPr/>
          </p:nvSpPr>
          <p:spPr>
            <a:xfrm>
              <a:off x="7500996" y="3264588"/>
              <a:ext cx="12101" cy="10984"/>
            </a:xfrm>
            <a:custGeom>
              <a:avLst/>
              <a:pathLst>
                <a:path w="12101" h="10984">
                  <a:moveTo>
                    <a:pt x="9109" y="371"/>
                  </a:moveTo>
                  <a:lnTo>
                    <a:pt x="8623" y="2429"/>
                  </a:lnTo>
                  <a:lnTo>
                    <a:pt x="11416" y="4416"/>
                  </a:lnTo>
                  <a:lnTo>
                    <a:pt x="12101" y="5336"/>
                  </a:lnTo>
                  <a:lnTo>
                    <a:pt x="8484" y="9647"/>
                  </a:lnTo>
                  <a:lnTo>
                    <a:pt x="6092" y="10984"/>
                  </a:lnTo>
                  <a:lnTo>
                    <a:pt x="0" y="3865"/>
                  </a:lnTo>
                  <a:lnTo>
                    <a:pt x="2394" y="3610"/>
                  </a:lnTo>
                  <a:lnTo>
                    <a:pt x="3481" y="1115"/>
                  </a:lnTo>
                  <a:lnTo>
                    <a:pt x="629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1" name="ph4771"/>
            <p:cNvSpPr/>
            <p:nvPr/>
          </p:nvSpPr>
          <p:spPr>
            <a:xfrm>
              <a:off x="7283622" y="3306500"/>
              <a:ext cx="13634" cy="15541"/>
            </a:xfrm>
            <a:custGeom>
              <a:avLst/>
              <a:pathLst>
                <a:path w="13634" h="15541">
                  <a:moveTo>
                    <a:pt x="13634" y="3472"/>
                  </a:moveTo>
                  <a:lnTo>
                    <a:pt x="12962" y="5924"/>
                  </a:lnTo>
                  <a:lnTo>
                    <a:pt x="11399" y="8429"/>
                  </a:lnTo>
                  <a:lnTo>
                    <a:pt x="12063" y="14606"/>
                  </a:lnTo>
                  <a:lnTo>
                    <a:pt x="9961" y="15541"/>
                  </a:lnTo>
                  <a:lnTo>
                    <a:pt x="7527" y="14993"/>
                  </a:lnTo>
                  <a:lnTo>
                    <a:pt x="6214" y="14790"/>
                  </a:lnTo>
                  <a:lnTo>
                    <a:pt x="0" y="5460"/>
                  </a:lnTo>
                  <a:lnTo>
                    <a:pt x="641" y="2199"/>
                  </a:lnTo>
                  <a:lnTo>
                    <a:pt x="1227" y="1154"/>
                  </a:lnTo>
                  <a:lnTo>
                    <a:pt x="3470" y="215"/>
                  </a:lnTo>
                  <a:lnTo>
                    <a:pt x="8964" y="0"/>
                  </a:lnTo>
                  <a:lnTo>
                    <a:pt x="9173" y="2264"/>
                  </a:lnTo>
                  <a:close/>
                  <a:moveTo>
                    <a:pt x="7244" y="9872"/>
                  </a:moveTo>
                  <a:lnTo>
                    <a:pt x="8936" y="9053"/>
                  </a:lnTo>
                  <a:lnTo>
                    <a:pt x="7975" y="6597"/>
                  </a:lnTo>
                  <a:lnTo>
                    <a:pt x="6945" y="6320"/>
                  </a:lnTo>
                  <a:lnTo>
                    <a:pt x="7257" y="5550"/>
                  </a:lnTo>
                  <a:lnTo>
                    <a:pt x="6446" y="5181"/>
                  </a:lnTo>
                  <a:lnTo>
                    <a:pt x="4652" y="945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2" name="ph4772"/>
            <p:cNvSpPr/>
            <p:nvPr/>
          </p:nvSpPr>
          <p:spPr>
            <a:xfrm>
              <a:off x="7579004" y="3330864"/>
              <a:ext cx="20417" cy="14397"/>
            </a:xfrm>
            <a:custGeom>
              <a:avLst/>
              <a:pathLst>
                <a:path w="20417" h="14397">
                  <a:moveTo>
                    <a:pt x="9675" y="755"/>
                  </a:moveTo>
                  <a:lnTo>
                    <a:pt x="11268" y="1677"/>
                  </a:lnTo>
                  <a:lnTo>
                    <a:pt x="12747" y="5173"/>
                  </a:lnTo>
                  <a:lnTo>
                    <a:pt x="20417" y="6352"/>
                  </a:lnTo>
                  <a:lnTo>
                    <a:pt x="18514" y="13443"/>
                  </a:lnTo>
                  <a:lnTo>
                    <a:pt x="18865" y="14204"/>
                  </a:lnTo>
                  <a:lnTo>
                    <a:pt x="15702" y="14397"/>
                  </a:lnTo>
                  <a:lnTo>
                    <a:pt x="10800" y="12709"/>
                  </a:lnTo>
                  <a:lnTo>
                    <a:pt x="7666" y="9802"/>
                  </a:lnTo>
                  <a:lnTo>
                    <a:pt x="7243" y="8509"/>
                  </a:lnTo>
                  <a:lnTo>
                    <a:pt x="4580" y="5729"/>
                  </a:lnTo>
                  <a:lnTo>
                    <a:pt x="1773" y="5139"/>
                  </a:lnTo>
                  <a:lnTo>
                    <a:pt x="935" y="5642"/>
                  </a:lnTo>
                  <a:lnTo>
                    <a:pt x="0" y="2863"/>
                  </a:lnTo>
                  <a:lnTo>
                    <a:pt x="586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3" name="ph4773"/>
            <p:cNvSpPr/>
            <p:nvPr/>
          </p:nvSpPr>
          <p:spPr>
            <a:xfrm>
              <a:off x="7500227" y="3406099"/>
              <a:ext cx="4268" cy="1657"/>
            </a:xfrm>
            <a:custGeom>
              <a:avLst/>
              <a:pathLst>
                <a:path w="4268" h="1657">
                  <a:moveTo>
                    <a:pt x="1025" y="0"/>
                  </a:moveTo>
                  <a:lnTo>
                    <a:pt x="3424" y="302"/>
                  </a:lnTo>
                  <a:lnTo>
                    <a:pt x="4268" y="1414"/>
                  </a:lnTo>
                  <a:lnTo>
                    <a:pt x="0" y="165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4" name="ph4774"/>
            <p:cNvSpPr/>
            <p:nvPr/>
          </p:nvSpPr>
          <p:spPr>
            <a:xfrm>
              <a:off x="7478034" y="3332205"/>
              <a:ext cx="16794" cy="18823"/>
            </a:xfrm>
            <a:custGeom>
              <a:avLst/>
              <a:pathLst>
                <a:path w="16794" h="18823">
                  <a:moveTo>
                    <a:pt x="10021" y="2835"/>
                  </a:moveTo>
                  <a:lnTo>
                    <a:pt x="15272" y="5437"/>
                  </a:lnTo>
                  <a:lnTo>
                    <a:pt x="14013" y="6238"/>
                  </a:lnTo>
                  <a:lnTo>
                    <a:pt x="16794" y="12828"/>
                  </a:lnTo>
                  <a:lnTo>
                    <a:pt x="12635" y="15723"/>
                  </a:lnTo>
                  <a:lnTo>
                    <a:pt x="8595" y="17895"/>
                  </a:lnTo>
                  <a:lnTo>
                    <a:pt x="5267" y="18823"/>
                  </a:lnTo>
                  <a:lnTo>
                    <a:pt x="3962" y="16680"/>
                  </a:lnTo>
                  <a:lnTo>
                    <a:pt x="1809" y="16015"/>
                  </a:lnTo>
                  <a:lnTo>
                    <a:pt x="2728" y="3431"/>
                  </a:lnTo>
                  <a:lnTo>
                    <a:pt x="0" y="3065"/>
                  </a:lnTo>
                  <a:lnTo>
                    <a:pt x="2859" y="1575"/>
                  </a:lnTo>
                  <a:lnTo>
                    <a:pt x="319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5" name="ph4775"/>
            <p:cNvSpPr/>
            <p:nvPr/>
          </p:nvSpPr>
          <p:spPr>
            <a:xfrm>
              <a:off x="7389045" y="3265012"/>
              <a:ext cx="18294" cy="14776"/>
            </a:xfrm>
            <a:custGeom>
              <a:avLst/>
              <a:pathLst>
                <a:path w="18294" h="14776">
                  <a:moveTo>
                    <a:pt x="10189" y="3761"/>
                  </a:moveTo>
                  <a:lnTo>
                    <a:pt x="16394" y="9970"/>
                  </a:lnTo>
                  <a:lnTo>
                    <a:pt x="17583" y="9502"/>
                  </a:lnTo>
                  <a:lnTo>
                    <a:pt x="18294" y="14370"/>
                  </a:lnTo>
                  <a:lnTo>
                    <a:pt x="17383" y="14625"/>
                  </a:lnTo>
                  <a:lnTo>
                    <a:pt x="16844" y="14776"/>
                  </a:lnTo>
                  <a:lnTo>
                    <a:pt x="13346" y="14140"/>
                  </a:lnTo>
                  <a:lnTo>
                    <a:pt x="12382" y="7812"/>
                  </a:lnTo>
                  <a:lnTo>
                    <a:pt x="4855" y="3558"/>
                  </a:lnTo>
                  <a:lnTo>
                    <a:pt x="652" y="2874"/>
                  </a:lnTo>
                  <a:lnTo>
                    <a:pt x="0" y="1145"/>
                  </a:lnTo>
                  <a:lnTo>
                    <a:pt x="101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6" name="ph4776"/>
            <p:cNvSpPr/>
            <p:nvPr/>
          </p:nvSpPr>
          <p:spPr>
            <a:xfrm>
              <a:off x="7558154" y="3390594"/>
              <a:ext cx="17685" cy="10591"/>
            </a:xfrm>
            <a:custGeom>
              <a:avLst/>
              <a:pathLst>
                <a:path w="17685" h="10591">
                  <a:moveTo>
                    <a:pt x="11164" y="2110"/>
                  </a:moveTo>
                  <a:lnTo>
                    <a:pt x="13227" y="2273"/>
                  </a:lnTo>
                  <a:lnTo>
                    <a:pt x="17685" y="4779"/>
                  </a:lnTo>
                  <a:lnTo>
                    <a:pt x="11991" y="9430"/>
                  </a:lnTo>
                  <a:lnTo>
                    <a:pt x="8013" y="10571"/>
                  </a:lnTo>
                  <a:lnTo>
                    <a:pt x="6128" y="10591"/>
                  </a:lnTo>
                  <a:lnTo>
                    <a:pt x="0" y="8195"/>
                  </a:lnTo>
                  <a:lnTo>
                    <a:pt x="1494" y="5547"/>
                  </a:lnTo>
                  <a:lnTo>
                    <a:pt x="5963" y="2216"/>
                  </a:lnTo>
                  <a:lnTo>
                    <a:pt x="904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7" name="ph4777"/>
            <p:cNvSpPr/>
            <p:nvPr/>
          </p:nvSpPr>
          <p:spPr>
            <a:xfrm>
              <a:off x="7405450" y="3346616"/>
              <a:ext cx="9203" cy="8654"/>
            </a:xfrm>
            <a:custGeom>
              <a:avLst/>
              <a:pathLst>
                <a:path w="9203" h="8654">
                  <a:moveTo>
                    <a:pt x="3712" y="852"/>
                  </a:moveTo>
                  <a:lnTo>
                    <a:pt x="3143" y="1107"/>
                  </a:lnTo>
                  <a:lnTo>
                    <a:pt x="3908" y="1691"/>
                  </a:lnTo>
                  <a:lnTo>
                    <a:pt x="9203" y="3867"/>
                  </a:lnTo>
                  <a:lnTo>
                    <a:pt x="7622" y="6092"/>
                  </a:lnTo>
                  <a:lnTo>
                    <a:pt x="5471" y="7744"/>
                  </a:lnTo>
                  <a:lnTo>
                    <a:pt x="2973" y="8654"/>
                  </a:lnTo>
                  <a:lnTo>
                    <a:pt x="1798" y="8240"/>
                  </a:lnTo>
                  <a:lnTo>
                    <a:pt x="824" y="30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8" name="ph4778"/>
            <p:cNvSpPr/>
            <p:nvPr/>
          </p:nvSpPr>
          <p:spPr>
            <a:xfrm>
              <a:off x="7290278" y="3281979"/>
              <a:ext cx="7119" cy="16878"/>
            </a:xfrm>
            <a:custGeom>
              <a:avLst/>
              <a:pathLst>
                <a:path w="7119" h="16878">
                  <a:moveTo>
                    <a:pt x="6305" y="711"/>
                  </a:moveTo>
                  <a:lnTo>
                    <a:pt x="4835" y="3021"/>
                  </a:lnTo>
                  <a:lnTo>
                    <a:pt x="4762" y="5110"/>
                  </a:lnTo>
                  <a:lnTo>
                    <a:pt x="5251" y="7525"/>
                  </a:lnTo>
                  <a:lnTo>
                    <a:pt x="6698" y="9667"/>
                  </a:lnTo>
                  <a:lnTo>
                    <a:pt x="7119" y="16218"/>
                  </a:lnTo>
                  <a:lnTo>
                    <a:pt x="6596" y="16878"/>
                  </a:lnTo>
                  <a:lnTo>
                    <a:pt x="1913" y="15310"/>
                  </a:lnTo>
                  <a:lnTo>
                    <a:pt x="0" y="13464"/>
                  </a:lnTo>
                  <a:lnTo>
                    <a:pt x="1397" y="8563"/>
                  </a:lnTo>
                  <a:lnTo>
                    <a:pt x="231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9" name="ph4779"/>
            <p:cNvSpPr/>
            <p:nvPr/>
          </p:nvSpPr>
          <p:spPr>
            <a:xfrm>
              <a:off x="7590432" y="3381428"/>
              <a:ext cx="25048" cy="34125"/>
            </a:xfrm>
            <a:custGeom>
              <a:avLst/>
              <a:pathLst>
                <a:path w="25048" h="34125">
                  <a:moveTo>
                    <a:pt x="6257" y="0"/>
                  </a:moveTo>
                  <a:lnTo>
                    <a:pt x="10001" y="971"/>
                  </a:lnTo>
                  <a:lnTo>
                    <a:pt x="11661" y="310"/>
                  </a:lnTo>
                  <a:lnTo>
                    <a:pt x="12818" y="954"/>
                  </a:lnTo>
                  <a:lnTo>
                    <a:pt x="12034" y="3080"/>
                  </a:lnTo>
                  <a:lnTo>
                    <a:pt x="12549" y="7211"/>
                  </a:lnTo>
                  <a:lnTo>
                    <a:pt x="13461" y="8250"/>
                  </a:lnTo>
                  <a:lnTo>
                    <a:pt x="16085" y="7236"/>
                  </a:lnTo>
                  <a:lnTo>
                    <a:pt x="16045" y="11642"/>
                  </a:lnTo>
                  <a:lnTo>
                    <a:pt x="17612" y="14079"/>
                  </a:lnTo>
                  <a:lnTo>
                    <a:pt x="25048" y="13839"/>
                  </a:lnTo>
                  <a:lnTo>
                    <a:pt x="23286" y="18023"/>
                  </a:lnTo>
                  <a:lnTo>
                    <a:pt x="13191" y="32627"/>
                  </a:lnTo>
                  <a:lnTo>
                    <a:pt x="9430" y="34125"/>
                  </a:lnTo>
                  <a:lnTo>
                    <a:pt x="9099" y="32866"/>
                  </a:lnTo>
                  <a:lnTo>
                    <a:pt x="8586" y="30170"/>
                  </a:lnTo>
                  <a:lnTo>
                    <a:pt x="9137" y="26872"/>
                  </a:lnTo>
                  <a:lnTo>
                    <a:pt x="709" y="20378"/>
                  </a:lnTo>
                  <a:lnTo>
                    <a:pt x="0" y="18438"/>
                  </a:lnTo>
                  <a:lnTo>
                    <a:pt x="1437" y="16109"/>
                  </a:lnTo>
                  <a:lnTo>
                    <a:pt x="525" y="12197"/>
                  </a:lnTo>
                  <a:lnTo>
                    <a:pt x="2559" y="8469"/>
                  </a:lnTo>
                  <a:lnTo>
                    <a:pt x="3217" y="44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0" name="ph4780"/>
            <p:cNvSpPr/>
            <p:nvPr/>
          </p:nvSpPr>
          <p:spPr>
            <a:xfrm>
              <a:off x="7539064" y="3334693"/>
              <a:ext cx="15038" cy="10229"/>
            </a:xfrm>
            <a:custGeom>
              <a:avLst/>
              <a:pathLst>
                <a:path w="15038" h="10229">
                  <a:moveTo>
                    <a:pt x="11039" y="827"/>
                  </a:moveTo>
                  <a:lnTo>
                    <a:pt x="11209" y="3499"/>
                  </a:lnTo>
                  <a:lnTo>
                    <a:pt x="12454" y="4391"/>
                  </a:lnTo>
                  <a:lnTo>
                    <a:pt x="13601" y="3917"/>
                  </a:lnTo>
                  <a:lnTo>
                    <a:pt x="14673" y="6267"/>
                  </a:lnTo>
                  <a:lnTo>
                    <a:pt x="15038" y="6971"/>
                  </a:lnTo>
                  <a:lnTo>
                    <a:pt x="11639" y="9675"/>
                  </a:lnTo>
                  <a:lnTo>
                    <a:pt x="2969" y="8972"/>
                  </a:lnTo>
                  <a:lnTo>
                    <a:pt x="1323" y="10229"/>
                  </a:lnTo>
                  <a:lnTo>
                    <a:pt x="0" y="7603"/>
                  </a:lnTo>
                  <a:lnTo>
                    <a:pt x="603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1" name="ph4781"/>
            <p:cNvSpPr/>
            <p:nvPr/>
          </p:nvSpPr>
          <p:spPr>
            <a:xfrm>
              <a:off x="7435967" y="3480759"/>
              <a:ext cx="25396" cy="21515"/>
            </a:xfrm>
            <a:custGeom>
              <a:avLst/>
              <a:pathLst>
                <a:path w="25396" h="21515">
                  <a:moveTo>
                    <a:pt x="16317" y="2546"/>
                  </a:moveTo>
                  <a:lnTo>
                    <a:pt x="17543" y="1949"/>
                  </a:lnTo>
                  <a:lnTo>
                    <a:pt x="19582" y="5237"/>
                  </a:lnTo>
                  <a:lnTo>
                    <a:pt x="24071" y="6774"/>
                  </a:lnTo>
                  <a:lnTo>
                    <a:pt x="25259" y="8952"/>
                  </a:lnTo>
                  <a:lnTo>
                    <a:pt x="25396" y="12260"/>
                  </a:lnTo>
                  <a:lnTo>
                    <a:pt x="24048" y="12631"/>
                  </a:lnTo>
                  <a:lnTo>
                    <a:pt x="23427" y="11982"/>
                  </a:lnTo>
                  <a:lnTo>
                    <a:pt x="24049" y="9462"/>
                  </a:lnTo>
                  <a:lnTo>
                    <a:pt x="20217" y="10150"/>
                  </a:lnTo>
                  <a:lnTo>
                    <a:pt x="19513" y="11017"/>
                  </a:lnTo>
                  <a:lnTo>
                    <a:pt x="20877" y="19628"/>
                  </a:lnTo>
                  <a:lnTo>
                    <a:pt x="20353" y="19601"/>
                  </a:lnTo>
                  <a:lnTo>
                    <a:pt x="14787" y="21515"/>
                  </a:lnTo>
                  <a:lnTo>
                    <a:pt x="9441" y="19856"/>
                  </a:lnTo>
                  <a:lnTo>
                    <a:pt x="6963" y="16332"/>
                  </a:lnTo>
                  <a:lnTo>
                    <a:pt x="4798" y="10862"/>
                  </a:lnTo>
                  <a:lnTo>
                    <a:pt x="2390" y="12669"/>
                  </a:lnTo>
                  <a:lnTo>
                    <a:pt x="0" y="5806"/>
                  </a:lnTo>
                  <a:lnTo>
                    <a:pt x="4076" y="6349"/>
                  </a:lnTo>
                  <a:lnTo>
                    <a:pt x="9273" y="1253"/>
                  </a:lnTo>
                  <a:lnTo>
                    <a:pt x="1079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2" name="ph4782"/>
            <p:cNvSpPr/>
            <p:nvPr/>
          </p:nvSpPr>
          <p:spPr>
            <a:xfrm>
              <a:off x="7512475" y="3434728"/>
              <a:ext cx="15875" cy="13485"/>
            </a:xfrm>
            <a:custGeom>
              <a:avLst/>
              <a:pathLst>
                <a:path w="15875" h="13485">
                  <a:moveTo>
                    <a:pt x="10926" y="1044"/>
                  </a:moveTo>
                  <a:lnTo>
                    <a:pt x="15875" y="2864"/>
                  </a:lnTo>
                  <a:lnTo>
                    <a:pt x="12781" y="9340"/>
                  </a:lnTo>
                  <a:lnTo>
                    <a:pt x="12615" y="13078"/>
                  </a:lnTo>
                  <a:lnTo>
                    <a:pt x="10504" y="13485"/>
                  </a:lnTo>
                  <a:lnTo>
                    <a:pt x="7282" y="12072"/>
                  </a:lnTo>
                  <a:lnTo>
                    <a:pt x="5541" y="12743"/>
                  </a:lnTo>
                  <a:lnTo>
                    <a:pt x="1464" y="11861"/>
                  </a:lnTo>
                  <a:lnTo>
                    <a:pt x="0" y="2209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h4783"/>
            <p:cNvSpPr/>
            <p:nvPr/>
          </p:nvSpPr>
          <p:spPr>
            <a:xfrm>
              <a:off x="7351035" y="3320550"/>
              <a:ext cx="25136" cy="23069"/>
            </a:xfrm>
            <a:custGeom>
              <a:avLst/>
              <a:pathLst>
                <a:path w="25136" h="23069">
                  <a:moveTo>
                    <a:pt x="5146" y="0"/>
                  </a:moveTo>
                  <a:lnTo>
                    <a:pt x="5596" y="2397"/>
                  </a:lnTo>
                  <a:lnTo>
                    <a:pt x="7456" y="5097"/>
                  </a:lnTo>
                  <a:lnTo>
                    <a:pt x="18387" y="8796"/>
                  </a:lnTo>
                  <a:lnTo>
                    <a:pt x="24454" y="15484"/>
                  </a:lnTo>
                  <a:lnTo>
                    <a:pt x="25136" y="18554"/>
                  </a:lnTo>
                  <a:lnTo>
                    <a:pt x="19204" y="22367"/>
                  </a:lnTo>
                  <a:lnTo>
                    <a:pt x="11334" y="23069"/>
                  </a:lnTo>
                  <a:lnTo>
                    <a:pt x="8035" y="16771"/>
                  </a:lnTo>
                  <a:lnTo>
                    <a:pt x="1319" y="11951"/>
                  </a:lnTo>
                  <a:lnTo>
                    <a:pt x="116" y="8290"/>
                  </a:lnTo>
                  <a:lnTo>
                    <a:pt x="0" y="308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h4784"/>
            <p:cNvSpPr/>
            <p:nvPr/>
          </p:nvSpPr>
          <p:spPr>
            <a:xfrm>
              <a:off x="7337093" y="3323635"/>
              <a:ext cx="25275" cy="35957"/>
            </a:xfrm>
            <a:custGeom>
              <a:avLst/>
              <a:pathLst>
                <a:path w="25275" h="35957">
                  <a:moveTo>
                    <a:pt x="14057" y="5206"/>
                  </a:moveTo>
                  <a:lnTo>
                    <a:pt x="15261" y="8866"/>
                  </a:lnTo>
                  <a:lnTo>
                    <a:pt x="21976" y="13687"/>
                  </a:lnTo>
                  <a:lnTo>
                    <a:pt x="25275" y="19985"/>
                  </a:lnTo>
                  <a:lnTo>
                    <a:pt x="24346" y="26408"/>
                  </a:lnTo>
                  <a:lnTo>
                    <a:pt x="23267" y="34564"/>
                  </a:lnTo>
                  <a:lnTo>
                    <a:pt x="18725" y="35957"/>
                  </a:lnTo>
                  <a:lnTo>
                    <a:pt x="19453" y="33984"/>
                  </a:lnTo>
                  <a:lnTo>
                    <a:pt x="17036" y="32263"/>
                  </a:lnTo>
                  <a:lnTo>
                    <a:pt x="8737" y="35565"/>
                  </a:lnTo>
                  <a:lnTo>
                    <a:pt x="4582" y="31747"/>
                  </a:lnTo>
                  <a:lnTo>
                    <a:pt x="1645" y="26436"/>
                  </a:lnTo>
                  <a:lnTo>
                    <a:pt x="2200" y="24818"/>
                  </a:lnTo>
                  <a:lnTo>
                    <a:pt x="6257" y="23005"/>
                  </a:lnTo>
                  <a:lnTo>
                    <a:pt x="7275" y="20392"/>
                  </a:lnTo>
                  <a:lnTo>
                    <a:pt x="2582" y="20916"/>
                  </a:lnTo>
                  <a:lnTo>
                    <a:pt x="0" y="19209"/>
                  </a:lnTo>
                  <a:lnTo>
                    <a:pt x="535" y="14624"/>
                  </a:lnTo>
                  <a:lnTo>
                    <a:pt x="5523" y="11898"/>
                  </a:lnTo>
                  <a:lnTo>
                    <a:pt x="6550" y="8902"/>
                  </a:lnTo>
                  <a:lnTo>
                    <a:pt x="7100" y="10181"/>
                  </a:lnTo>
                  <a:lnTo>
                    <a:pt x="9190" y="11015"/>
                  </a:lnTo>
                  <a:lnTo>
                    <a:pt x="11921" y="8867"/>
                  </a:lnTo>
                  <a:lnTo>
                    <a:pt x="13021" y="6864"/>
                  </a:lnTo>
                  <a:lnTo>
                    <a:pt x="12525" y="2784"/>
                  </a:lnTo>
                  <a:lnTo>
                    <a:pt x="1394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h4785"/>
            <p:cNvSpPr/>
            <p:nvPr/>
          </p:nvSpPr>
          <p:spPr>
            <a:xfrm>
              <a:off x="7546378" y="3472376"/>
              <a:ext cx="10464" cy="16775"/>
            </a:xfrm>
            <a:custGeom>
              <a:avLst/>
              <a:pathLst>
                <a:path w="10464" h="16775">
                  <a:moveTo>
                    <a:pt x="6425" y="2593"/>
                  </a:moveTo>
                  <a:lnTo>
                    <a:pt x="6112" y="4079"/>
                  </a:lnTo>
                  <a:lnTo>
                    <a:pt x="7294" y="9636"/>
                  </a:lnTo>
                  <a:lnTo>
                    <a:pt x="9094" y="10966"/>
                  </a:lnTo>
                  <a:lnTo>
                    <a:pt x="10464" y="14075"/>
                  </a:lnTo>
                  <a:lnTo>
                    <a:pt x="9917" y="16152"/>
                  </a:lnTo>
                  <a:lnTo>
                    <a:pt x="1786" y="16775"/>
                  </a:lnTo>
                  <a:lnTo>
                    <a:pt x="503" y="16285"/>
                  </a:lnTo>
                  <a:lnTo>
                    <a:pt x="1942" y="15290"/>
                  </a:lnTo>
                  <a:lnTo>
                    <a:pt x="752" y="12720"/>
                  </a:lnTo>
                  <a:lnTo>
                    <a:pt x="0" y="8960"/>
                  </a:lnTo>
                  <a:lnTo>
                    <a:pt x="233" y="5291"/>
                  </a:lnTo>
                  <a:lnTo>
                    <a:pt x="507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h4786"/>
            <p:cNvSpPr/>
            <p:nvPr/>
          </p:nvSpPr>
          <p:spPr>
            <a:xfrm>
              <a:off x="7391094" y="3397975"/>
              <a:ext cx="42870" cy="34463"/>
            </a:xfrm>
            <a:custGeom>
              <a:avLst/>
              <a:pathLst>
                <a:path w="42870" h="34463">
                  <a:moveTo>
                    <a:pt x="41386" y="6852"/>
                  </a:moveTo>
                  <a:lnTo>
                    <a:pt x="37893" y="9093"/>
                  </a:lnTo>
                  <a:lnTo>
                    <a:pt x="36917" y="10599"/>
                  </a:lnTo>
                  <a:lnTo>
                    <a:pt x="38840" y="13867"/>
                  </a:lnTo>
                  <a:lnTo>
                    <a:pt x="34711" y="18293"/>
                  </a:lnTo>
                  <a:lnTo>
                    <a:pt x="27845" y="17028"/>
                  </a:lnTo>
                  <a:lnTo>
                    <a:pt x="21082" y="18432"/>
                  </a:lnTo>
                  <a:lnTo>
                    <a:pt x="18379" y="21928"/>
                  </a:lnTo>
                  <a:lnTo>
                    <a:pt x="17702" y="25199"/>
                  </a:lnTo>
                  <a:lnTo>
                    <a:pt x="14453" y="30794"/>
                  </a:lnTo>
                  <a:lnTo>
                    <a:pt x="15278" y="32593"/>
                  </a:lnTo>
                  <a:lnTo>
                    <a:pt x="13280" y="34463"/>
                  </a:lnTo>
                  <a:lnTo>
                    <a:pt x="11992" y="32531"/>
                  </a:lnTo>
                  <a:lnTo>
                    <a:pt x="5385" y="29073"/>
                  </a:lnTo>
                  <a:lnTo>
                    <a:pt x="3750" y="29197"/>
                  </a:lnTo>
                  <a:lnTo>
                    <a:pt x="3111" y="31330"/>
                  </a:lnTo>
                  <a:lnTo>
                    <a:pt x="0" y="33229"/>
                  </a:lnTo>
                  <a:lnTo>
                    <a:pt x="42" y="26725"/>
                  </a:lnTo>
                  <a:lnTo>
                    <a:pt x="4661" y="19092"/>
                  </a:lnTo>
                  <a:lnTo>
                    <a:pt x="6615" y="21695"/>
                  </a:lnTo>
                  <a:lnTo>
                    <a:pt x="11173" y="23072"/>
                  </a:lnTo>
                  <a:lnTo>
                    <a:pt x="13187" y="28567"/>
                  </a:lnTo>
                  <a:lnTo>
                    <a:pt x="17528" y="23149"/>
                  </a:lnTo>
                  <a:lnTo>
                    <a:pt x="20976" y="15893"/>
                  </a:lnTo>
                  <a:lnTo>
                    <a:pt x="24716" y="16040"/>
                  </a:lnTo>
                  <a:lnTo>
                    <a:pt x="28652" y="14099"/>
                  </a:lnTo>
                  <a:lnTo>
                    <a:pt x="32663" y="8778"/>
                  </a:lnTo>
                  <a:lnTo>
                    <a:pt x="33850" y="3260"/>
                  </a:lnTo>
                  <a:lnTo>
                    <a:pt x="40266" y="2469"/>
                  </a:lnTo>
                  <a:lnTo>
                    <a:pt x="4287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h4787"/>
            <p:cNvSpPr/>
            <p:nvPr/>
          </p:nvSpPr>
          <p:spPr>
            <a:xfrm>
              <a:off x="7416746" y="3326231"/>
              <a:ext cx="8823" cy="4825"/>
            </a:xfrm>
            <a:custGeom>
              <a:avLst/>
              <a:pathLst>
                <a:path w="8823" h="4825">
                  <a:moveTo>
                    <a:pt x="8458" y="523"/>
                  </a:moveTo>
                  <a:lnTo>
                    <a:pt x="8823" y="2156"/>
                  </a:lnTo>
                  <a:lnTo>
                    <a:pt x="4967" y="3916"/>
                  </a:lnTo>
                  <a:lnTo>
                    <a:pt x="160" y="4825"/>
                  </a:lnTo>
                  <a:lnTo>
                    <a:pt x="0" y="3153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h4788"/>
            <p:cNvSpPr/>
            <p:nvPr/>
          </p:nvSpPr>
          <p:spPr>
            <a:xfrm>
              <a:off x="7399257" y="3371708"/>
              <a:ext cx="10685" cy="13325"/>
            </a:xfrm>
            <a:custGeom>
              <a:avLst/>
              <a:pathLst>
                <a:path w="10685" h="13325">
                  <a:moveTo>
                    <a:pt x="10685" y="1338"/>
                  </a:moveTo>
                  <a:lnTo>
                    <a:pt x="9736" y="11989"/>
                  </a:lnTo>
                  <a:lnTo>
                    <a:pt x="7532" y="13325"/>
                  </a:lnTo>
                  <a:lnTo>
                    <a:pt x="4407" y="12951"/>
                  </a:lnTo>
                  <a:lnTo>
                    <a:pt x="3046" y="11151"/>
                  </a:lnTo>
                  <a:lnTo>
                    <a:pt x="2147" y="6753"/>
                  </a:lnTo>
                  <a:lnTo>
                    <a:pt x="0" y="6524"/>
                  </a:lnTo>
                  <a:lnTo>
                    <a:pt x="137" y="2861"/>
                  </a:lnTo>
                  <a:lnTo>
                    <a:pt x="428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h4789"/>
            <p:cNvSpPr/>
            <p:nvPr/>
          </p:nvSpPr>
          <p:spPr>
            <a:xfrm>
              <a:off x="7510940" y="3404766"/>
              <a:ext cx="11772" cy="14659"/>
            </a:xfrm>
            <a:custGeom>
              <a:avLst/>
              <a:pathLst>
                <a:path w="11772" h="14659">
                  <a:moveTo>
                    <a:pt x="5995" y="3500"/>
                  </a:moveTo>
                  <a:lnTo>
                    <a:pt x="11310" y="11406"/>
                  </a:lnTo>
                  <a:lnTo>
                    <a:pt x="11772" y="13929"/>
                  </a:lnTo>
                  <a:lnTo>
                    <a:pt x="3165" y="14659"/>
                  </a:lnTo>
                  <a:lnTo>
                    <a:pt x="1410" y="13461"/>
                  </a:lnTo>
                  <a:lnTo>
                    <a:pt x="0" y="11083"/>
                  </a:lnTo>
                  <a:lnTo>
                    <a:pt x="3053" y="745"/>
                  </a:lnTo>
                  <a:lnTo>
                    <a:pt x="602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h4790"/>
            <p:cNvSpPr/>
            <p:nvPr/>
          </p:nvSpPr>
          <p:spPr>
            <a:xfrm>
              <a:off x="7553738" y="3337779"/>
              <a:ext cx="6731" cy="5864"/>
            </a:xfrm>
            <a:custGeom>
              <a:avLst/>
              <a:pathLst>
                <a:path w="6731" h="5864">
                  <a:moveTo>
                    <a:pt x="6731" y="0"/>
                  </a:moveTo>
                  <a:lnTo>
                    <a:pt x="6506" y="3948"/>
                  </a:lnTo>
                  <a:lnTo>
                    <a:pt x="3401" y="5864"/>
                  </a:lnTo>
                  <a:lnTo>
                    <a:pt x="1402" y="5652"/>
                  </a:lnTo>
                  <a:lnTo>
                    <a:pt x="365" y="3884"/>
                  </a:lnTo>
                  <a:lnTo>
                    <a:pt x="0" y="3180"/>
                  </a:lnTo>
                  <a:lnTo>
                    <a:pt x="2942" y="11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h4791"/>
            <p:cNvSpPr/>
            <p:nvPr/>
          </p:nvSpPr>
          <p:spPr>
            <a:xfrm>
              <a:off x="7426121" y="3353490"/>
              <a:ext cx="26928" cy="36311"/>
            </a:xfrm>
            <a:custGeom>
              <a:avLst/>
              <a:pathLst>
                <a:path w="26928" h="36311">
                  <a:moveTo>
                    <a:pt x="9635" y="258"/>
                  </a:moveTo>
                  <a:lnTo>
                    <a:pt x="11480" y="7116"/>
                  </a:lnTo>
                  <a:lnTo>
                    <a:pt x="16922" y="12072"/>
                  </a:lnTo>
                  <a:lnTo>
                    <a:pt x="19512" y="10354"/>
                  </a:lnTo>
                  <a:lnTo>
                    <a:pt x="24832" y="13943"/>
                  </a:lnTo>
                  <a:lnTo>
                    <a:pt x="26928" y="21858"/>
                  </a:lnTo>
                  <a:lnTo>
                    <a:pt x="26912" y="23846"/>
                  </a:lnTo>
                  <a:lnTo>
                    <a:pt x="25281" y="25149"/>
                  </a:lnTo>
                  <a:lnTo>
                    <a:pt x="24220" y="25178"/>
                  </a:lnTo>
                  <a:lnTo>
                    <a:pt x="24377" y="23253"/>
                  </a:lnTo>
                  <a:lnTo>
                    <a:pt x="23333" y="23196"/>
                  </a:lnTo>
                  <a:lnTo>
                    <a:pt x="18593" y="25623"/>
                  </a:lnTo>
                  <a:lnTo>
                    <a:pt x="13906" y="30802"/>
                  </a:lnTo>
                  <a:lnTo>
                    <a:pt x="15298" y="34664"/>
                  </a:lnTo>
                  <a:lnTo>
                    <a:pt x="12457" y="36311"/>
                  </a:lnTo>
                  <a:lnTo>
                    <a:pt x="12992" y="33976"/>
                  </a:lnTo>
                  <a:lnTo>
                    <a:pt x="8638" y="28610"/>
                  </a:lnTo>
                  <a:lnTo>
                    <a:pt x="7446" y="30546"/>
                  </a:lnTo>
                  <a:lnTo>
                    <a:pt x="7638" y="33094"/>
                  </a:lnTo>
                  <a:lnTo>
                    <a:pt x="4318" y="29189"/>
                  </a:lnTo>
                  <a:lnTo>
                    <a:pt x="1418" y="24041"/>
                  </a:lnTo>
                  <a:lnTo>
                    <a:pt x="16" y="20183"/>
                  </a:lnTo>
                  <a:lnTo>
                    <a:pt x="0" y="13888"/>
                  </a:lnTo>
                  <a:lnTo>
                    <a:pt x="2393" y="11111"/>
                  </a:lnTo>
                  <a:lnTo>
                    <a:pt x="3921" y="9695"/>
                  </a:lnTo>
                  <a:lnTo>
                    <a:pt x="2579" y="6604"/>
                  </a:lnTo>
                  <a:lnTo>
                    <a:pt x="4748" y="4439"/>
                  </a:lnTo>
                  <a:lnTo>
                    <a:pt x="5872" y="1855"/>
                  </a:lnTo>
                  <a:lnTo>
                    <a:pt x="808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h4792"/>
            <p:cNvSpPr/>
            <p:nvPr/>
          </p:nvSpPr>
          <p:spPr>
            <a:xfrm>
              <a:off x="7507237" y="3392119"/>
              <a:ext cx="9723" cy="13392"/>
            </a:xfrm>
            <a:custGeom>
              <a:avLst/>
              <a:pathLst>
                <a:path w="9723" h="13392">
                  <a:moveTo>
                    <a:pt x="6148" y="1385"/>
                  </a:moveTo>
                  <a:lnTo>
                    <a:pt x="5231" y="3168"/>
                  </a:lnTo>
                  <a:lnTo>
                    <a:pt x="9723" y="12647"/>
                  </a:lnTo>
                  <a:lnTo>
                    <a:pt x="6756" y="13392"/>
                  </a:lnTo>
                  <a:lnTo>
                    <a:pt x="2723" y="7856"/>
                  </a:lnTo>
                  <a:lnTo>
                    <a:pt x="421" y="7294"/>
                  </a:lnTo>
                  <a:lnTo>
                    <a:pt x="0" y="3209"/>
                  </a:lnTo>
                  <a:lnTo>
                    <a:pt x="337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h4793"/>
            <p:cNvSpPr/>
            <p:nvPr/>
          </p:nvSpPr>
          <p:spPr>
            <a:xfrm>
              <a:off x="7399383" y="3301586"/>
              <a:ext cx="11379" cy="18085"/>
            </a:xfrm>
            <a:custGeom>
              <a:avLst/>
              <a:pathLst>
                <a:path w="11379" h="18085">
                  <a:moveTo>
                    <a:pt x="9361" y="455"/>
                  </a:moveTo>
                  <a:lnTo>
                    <a:pt x="10710" y="2194"/>
                  </a:lnTo>
                  <a:lnTo>
                    <a:pt x="11074" y="6052"/>
                  </a:lnTo>
                  <a:lnTo>
                    <a:pt x="10315" y="7578"/>
                  </a:lnTo>
                  <a:lnTo>
                    <a:pt x="11379" y="10488"/>
                  </a:lnTo>
                  <a:lnTo>
                    <a:pt x="7659" y="11121"/>
                  </a:lnTo>
                  <a:lnTo>
                    <a:pt x="6923" y="13319"/>
                  </a:lnTo>
                  <a:lnTo>
                    <a:pt x="7734" y="17050"/>
                  </a:lnTo>
                  <a:lnTo>
                    <a:pt x="6380" y="16752"/>
                  </a:lnTo>
                  <a:lnTo>
                    <a:pt x="2881" y="18085"/>
                  </a:lnTo>
                  <a:lnTo>
                    <a:pt x="0" y="14849"/>
                  </a:lnTo>
                  <a:lnTo>
                    <a:pt x="36" y="8031"/>
                  </a:lnTo>
                  <a:lnTo>
                    <a:pt x="4468" y="4875"/>
                  </a:lnTo>
                  <a:lnTo>
                    <a:pt x="6091" y="1253"/>
                  </a:lnTo>
                  <a:lnTo>
                    <a:pt x="917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h4794"/>
            <p:cNvSpPr/>
            <p:nvPr/>
          </p:nvSpPr>
          <p:spPr>
            <a:xfrm>
              <a:off x="7544504" y="3319241"/>
              <a:ext cx="9431" cy="10265"/>
            </a:xfrm>
            <a:custGeom>
              <a:avLst/>
              <a:pathLst>
                <a:path w="9431" h="10265">
                  <a:moveTo>
                    <a:pt x="9431" y="4530"/>
                  </a:moveTo>
                  <a:lnTo>
                    <a:pt x="8186" y="5250"/>
                  </a:lnTo>
                  <a:lnTo>
                    <a:pt x="5747" y="9138"/>
                  </a:lnTo>
                  <a:lnTo>
                    <a:pt x="3822" y="9909"/>
                  </a:lnTo>
                  <a:lnTo>
                    <a:pt x="657" y="10265"/>
                  </a:lnTo>
                  <a:lnTo>
                    <a:pt x="0" y="7421"/>
                  </a:lnTo>
                  <a:lnTo>
                    <a:pt x="964" y="4687"/>
                  </a:lnTo>
                  <a:lnTo>
                    <a:pt x="5260" y="1478"/>
                  </a:lnTo>
                  <a:lnTo>
                    <a:pt x="565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h4795"/>
            <p:cNvSpPr/>
            <p:nvPr/>
          </p:nvSpPr>
          <p:spPr>
            <a:xfrm>
              <a:off x="7556752" y="3325994"/>
              <a:ext cx="9301" cy="5809"/>
            </a:xfrm>
            <a:custGeom>
              <a:avLst/>
              <a:pathLst>
                <a:path w="9301" h="5809">
                  <a:moveTo>
                    <a:pt x="7351" y="0"/>
                  </a:moveTo>
                  <a:lnTo>
                    <a:pt x="9301" y="3855"/>
                  </a:lnTo>
                  <a:lnTo>
                    <a:pt x="3700" y="5809"/>
                  </a:lnTo>
                  <a:lnTo>
                    <a:pt x="0" y="92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h4796"/>
            <p:cNvSpPr/>
            <p:nvPr/>
          </p:nvSpPr>
          <p:spPr>
            <a:xfrm>
              <a:off x="7544322" y="3329151"/>
              <a:ext cx="6212" cy="6370"/>
            </a:xfrm>
            <a:custGeom>
              <a:avLst/>
              <a:pathLst>
                <a:path w="6212" h="6370">
                  <a:moveTo>
                    <a:pt x="4004" y="0"/>
                  </a:moveTo>
                  <a:lnTo>
                    <a:pt x="6212" y="3126"/>
                  </a:lnTo>
                  <a:lnTo>
                    <a:pt x="5782" y="6370"/>
                  </a:lnTo>
                  <a:lnTo>
                    <a:pt x="780" y="5542"/>
                  </a:lnTo>
                  <a:lnTo>
                    <a:pt x="0" y="4508"/>
                  </a:lnTo>
                  <a:lnTo>
                    <a:pt x="840" y="35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h4797"/>
            <p:cNvSpPr/>
            <p:nvPr/>
          </p:nvSpPr>
          <p:spPr>
            <a:xfrm>
              <a:off x="7605804" y="3280035"/>
              <a:ext cx="79754" cy="69515"/>
            </a:xfrm>
            <a:custGeom>
              <a:avLst/>
              <a:pathLst>
                <a:path w="79754" h="69515">
                  <a:moveTo>
                    <a:pt x="72642" y="0"/>
                  </a:moveTo>
                  <a:lnTo>
                    <a:pt x="79754" y="6861"/>
                  </a:lnTo>
                  <a:lnTo>
                    <a:pt x="79677" y="10678"/>
                  </a:lnTo>
                  <a:lnTo>
                    <a:pt x="79518" y="11478"/>
                  </a:lnTo>
                  <a:lnTo>
                    <a:pt x="69276" y="15240"/>
                  </a:lnTo>
                  <a:lnTo>
                    <a:pt x="68984" y="17289"/>
                  </a:lnTo>
                  <a:lnTo>
                    <a:pt x="71689" y="18182"/>
                  </a:lnTo>
                  <a:lnTo>
                    <a:pt x="69660" y="22313"/>
                  </a:lnTo>
                  <a:lnTo>
                    <a:pt x="70416" y="25016"/>
                  </a:lnTo>
                  <a:lnTo>
                    <a:pt x="63332" y="29153"/>
                  </a:lnTo>
                  <a:lnTo>
                    <a:pt x="60179" y="32974"/>
                  </a:lnTo>
                  <a:lnTo>
                    <a:pt x="48589" y="39671"/>
                  </a:lnTo>
                  <a:lnTo>
                    <a:pt x="44391" y="39025"/>
                  </a:lnTo>
                  <a:lnTo>
                    <a:pt x="39764" y="39937"/>
                  </a:lnTo>
                  <a:lnTo>
                    <a:pt x="33778" y="45477"/>
                  </a:lnTo>
                  <a:lnTo>
                    <a:pt x="28201" y="54369"/>
                  </a:lnTo>
                  <a:lnTo>
                    <a:pt x="23110" y="58493"/>
                  </a:lnTo>
                  <a:lnTo>
                    <a:pt x="21085" y="62456"/>
                  </a:lnTo>
                  <a:lnTo>
                    <a:pt x="21732" y="64103"/>
                  </a:lnTo>
                  <a:lnTo>
                    <a:pt x="21395" y="65933"/>
                  </a:lnTo>
                  <a:lnTo>
                    <a:pt x="19885" y="68864"/>
                  </a:lnTo>
                  <a:lnTo>
                    <a:pt x="18115" y="68758"/>
                  </a:lnTo>
                  <a:lnTo>
                    <a:pt x="15451" y="66517"/>
                  </a:lnTo>
                  <a:lnTo>
                    <a:pt x="15378" y="64372"/>
                  </a:lnTo>
                  <a:lnTo>
                    <a:pt x="12191" y="62690"/>
                  </a:lnTo>
                  <a:lnTo>
                    <a:pt x="6179" y="66854"/>
                  </a:lnTo>
                  <a:lnTo>
                    <a:pt x="4132" y="69515"/>
                  </a:lnTo>
                  <a:lnTo>
                    <a:pt x="0" y="66460"/>
                  </a:lnTo>
                  <a:lnTo>
                    <a:pt x="3700" y="61789"/>
                  </a:lnTo>
                  <a:lnTo>
                    <a:pt x="5051" y="59171"/>
                  </a:lnTo>
                  <a:lnTo>
                    <a:pt x="5353" y="56642"/>
                  </a:lnTo>
                  <a:lnTo>
                    <a:pt x="7085" y="56472"/>
                  </a:lnTo>
                  <a:lnTo>
                    <a:pt x="8229" y="57771"/>
                  </a:lnTo>
                  <a:lnTo>
                    <a:pt x="10841" y="58227"/>
                  </a:lnTo>
                  <a:lnTo>
                    <a:pt x="13259" y="55874"/>
                  </a:lnTo>
                  <a:lnTo>
                    <a:pt x="13014" y="52651"/>
                  </a:lnTo>
                  <a:lnTo>
                    <a:pt x="11125" y="49734"/>
                  </a:lnTo>
                  <a:lnTo>
                    <a:pt x="21462" y="41004"/>
                  </a:lnTo>
                  <a:lnTo>
                    <a:pt x="20931" y="37047"/>
                  </a:lnTo>
                  <a:lnTo>
                    <a:pt x="23928" y="37838"/>
                  </a:lnTo>
                  <a:lnTo>
                    <a:pt x="28470" y="36623"/>
                  </a:lnTo>
                  <a:lnTo>
                    <a:pt x="30210" y="34842"/>
                  </a:lnTo>
                  <a:lnTo>
                    <a:pt x="30627" y="30901"/>
                  </a:lnTo>
                  <a:lnTo>
                    <a:pt x="32041" y="29489"/>
                  </a:lnTo>
                  <a:lnTo>
                    <a:pt x="31745" y="26985"/>
                  </a:lnTo>
                  <a:lnTo>
                    <a:pt x="36979" y="23806"/>
                  </a:lnTo>
                  <a:lnTo>
                    <a:pt x="45263" y="18468"/>
                  </a:lnTo>
                  <a:lnTo>
                    <a:pt x="50067" y="13166"/>
                  </a:lnTo>
                  <a:lnTo>
                    <a:pt x="54478" y="10777"/>
                  </a:lnTo>
                  <a:lnTo>
                    <a:pt x="58846" y="9524"/>
                  </a:lnTo>
                  <a:lnTo>
                    <a:pt x="58875" y="8690"/>
                  </a:lnTo>
                  <a:lnTo>
                    <a:pt x="62591" y="7532"/>
                  </a:lnTo>
                  <a:lnTo>
                    <a:pt x="66228" y="340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h4798"/>
            <p:cNvSpPr/>
            <p:nvPr/>
          </p:nvSpPr>
          <p:spPr>
            <a:xfrm>
              <a:off x="7420195" y="3313509"/>
              <a:ext cx="6115" cy="10728"/>
            </a:xfrm>
            <a:custGeom>
              <a:avLst/>
              <a:pathLst>
                <a:path w="6115" h="10728">
                  <a:moveTo>
                    <a:pt x="4978" y="108"/>
                  </a:moveTo>
                  <a:lnTo>
                    <a:pt x="5876" y="1555"/>
                  </a:lnTo>
                  <a:lnTo>
                    <a:pt x="6115" y="2980"/>
                  </a:lnTo>
                  <a:lnTo>
                    <a:pt x="5167" y="4352"/>
                  </a:lnTo>
                  <a:lnTo>
                    <a:pt x="5094" y="10728"/>
                  </a:lnTo>
                  <a:lnTo>
                    <a:pt x="472" y="8425"/>
                  </a:lnTo>
                  <a:lnTo>
                    <a:pt x="0" y="6357"/>
                  </a:lnTo>
                  <a:lnTo>
                    <a:pt x="2687" y="5888"/>
                  </a:lnTo>
                  <a:lnTo>
                    <a:pt x="3750" y="4757"/>
                  </a:lnTo>
                  <a:lnTo>
                    <a:pt x="1547" y="138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h4799"/>
            <p:cNvSpPr/>
            <p:nvPr/>
          </p:nvSpPr>
          <p:spPr>
            <a:xfrm>
              <a:off x="7345290" y="3461345"/>
              <a:ext cx="11677" cy="10279"/>
            </a:xfrm>
            <a:custGeom>
              <a:avLst/>
              <a:pathLst>
                <a:path w="11677" h="10279">
                  <a:moveTo>
                    <a:pt x="10312" y="2139"/>
                  </a:moveTo>
                  <a:lnTo>
                    <a:pt x="11677" y="7420"/>
                  </a:lnTo>
                  <a:lnTo>
                    <a:pt x="11405" y="8923"/>
                  </a:lnTo>
                  <a:lnTo>
                    <a:pt x="8099" y="10279"/>
                  </a:lnTo>
                  <a:lnTo>
                    <a:pt x="819" y="9566"/>
                  </a:lnTo>
                  <a:lnTo>
                    <a:pt x="0" y="4379"/>
                  </a:lnTo>
                  <a:lnTo>
                    <a:pt x="5503" y="2233"/>
                  </a:lnTo>
                  <a:lnTo>
                    <a:pt x="798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h4800"/>
            <p:cNvSpPr/>
            <p:nvPr/>
          </p:nvSpPr>
          <p:spPr>
            <a:xfrm>
              <a:off x="7291582" y="3352333"/>
              <a:ext cx="21214" cy="23155"/>
            </a:xfrm>
            <a:custGeom>
              <a:avLst/>
              <a:pathLst>
                <a:path w="21214" h="23155">
                  <a:moveTo>
                    <a:pt x="8692" y="0"/>
                  </a:moveTo>
                  <a:lnTo>
                    <a:pt x="17205" y="922"/>
                  </a:lnTo>
                  <a:lnTo>
                    <a:pt x="14077" y="4369"/>
                  </a:lnTo>
                  <a:lnTo>
                    <a:pt x="14287" y="6672"/>
                  </a:lnTo>
                  <a:lnTo>
                    <a:pt x="15379" y="8283"/>
                  </a:lnTo>
                  <a:lnTo>
                    <a:pt x="19644" y="5830"/>
                  </a:lnTo>
                  <a:lnTo>
                    <a:pt x="21214" y="12505"/>
                  </a:lnTo>
                  <a:lnTo>
                    <a:pt x="20220" y="21837"/>
                  </a:lnTo>
                  <a:lnTo>
                    <a:pt x="18154" y="23155"/>
                  </a:lnTo>
                  <a:lnTo>
                    <a:pt x="13184" y="22699"/>
                  </a:lnTo>
                  <a:lnTo>
                    <a:pt x="13582" y="14165"/>
                  </a:lnTo>
                  <a:lnTo>
                    <a:pt x="15706" y="11856"/>
                  </a:lnTo>
                  <a:lnTo>
                    <a:pt x="15320" y="10244"/>
                  </a:lnTo>
                  <a:lnTo>
                    <a:pt x="12315" y="6952"/>
                  </a:lnTo>
                  <a:lnTo>
                    <a:pt x="9897" y="5884"/>
                  </a:lnTo>
                  <a:lnTo>
                    <a:pt x="5838" y="6043"/>
                  </a:lnTo>
                  <a:lnTo>
                    <a:pt x="4450" y="7641"/>
                  </a:lnTo>
                  <a:lnTo>
                    <a:pt x="2695" y="6624"/>
                  </a:lnTo>
                  <a:lnTo>
                    <a:pt x="0" y="2933"/>
                  </a:lnTo>
                  <a:lnTo>
                    <a:pt x="3190" y="313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h4801"/>
            <p:cNvSpPr/>
            <p:nvPr/>
          </p:nvSpPr>
          <p:spPr>
            <a:xfrm>
              <a:off x="7547483" y="3388255"/>
              <a:ext cx="21197" cy="19204"/>
            </a:xfrm>
            <a:custGeom>
              <a:avLst/>
              <a:pathLst>
                <a:path w="21197" h="19204">
                  <a:moveTo>
                    <a:pt x="9554" y="0"/>
                  </a:moveTo>
                  <a:lnTo>
                    <a:pt x="12096" y="949"/>
                  </a:lnTo>
                  <a:lnTo>
                    <a:pt x="13640" y="2452"/>
                  </a:lnTo>
                  <a:lnTo>
                    <a:pt x="13724" y="4055"/>
                  </a:lnTo>
                  <a:lnTo>
                    <a:pt x="16634" y="4554"/>
                  </a:lnTo>
                  <a:lnTo>
                    <a:pt x="12165" y="7885"/>
                  </a:lnTo>
                  <a:lnTo>
                    <a:pt x="10670" y="10534"/>
                  </a:lnTo>
                  <a:lnTo>
                    <a:pt x="16799" y="12929"/>
                  </a:lnTo>
                  <a:lnTo>
                    <a:pt x="18684" y="12910"/>
                  </a:lnTo>
                  <a:lnTo>
                    <a:pt x="21197" y="18922"/>
                  </a:lnTo>
                  <a:lnTo>
                    <a:pt x="15083" y="19204"/>
                  </a:lnTo>
                  <a:lnTo>
                    <a:pt x="12360" y="11872"/>
                  </a:lnTo>
                  <a:lnTo>
                    <a:pt x="9728" y="14917"/>
                  </a:lnTo>
                  <a:lnTo>
                    <a:pt x="497" y="11604"/>
                  </a:lnTo>
                  <a:lnTo>
                    <a:pt x="0" y="11298"/>
                  </a:lnTo>
                  <a:lnTo>
                    <a:pt x="2788" y="129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h4802"/>
            <p:cNvSpPr/>
            <p:nvPr/>
          </p:nvSpPr>
          <p:spPr>
            <a:xfrm>
              <a:off x="7462459" y="3223105"/>
              <a:ext cx="3873" cy="6388"/>
            </a:xfrm>
            <a:custGeom>
              <a:avLst/>
              <a:pathLst>
                <a:path w="3873" h="6388">
                  <a:moveTo>
                    <a:pt x="3111" y="0"/>
                  </a:moveTo>
                  <a:lnTo>
                    <a:pt x="3873" y="126"/>
                  </a:lnTo>
                  <a:lnTo>
                    <a:pt x="3029" y="5633"/>
                  </a:lnTo>
                  <a:lnTo>
                    <a:pt x="2125" y="6388"/>
                  </a:lnTo>
                  <a:lnTo>
                    <a:pt x="986" y="4937"/>
                  </a:lnTo>
                  <a:lnTo>
                    <a:pt x="1400" y="790"/>
                  </a:lnTo>
                  <a:lnTo>
                    <a:pt x="0" y="3025"/>
                  </a:lnTo>
                  <a:lnTo>
                    <a:pt x="1111" y="23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h4803"/>
            <p:cNvSpPr/>
            <p:nvPr/>
          </p:nvSpPr>
          <p:spPr>
            <a:xfrm>
              <a:off x="7425718" y="3440070"/>
              <a:ext cx="21634" cy="15995"/>
            </a:xfrm>
            <a:custGeom>
              <a:avLst/>
              <a:pathLst>
                <a:path w="21634" h="15995">
                  <a:moveTo>
                    <a:pt x="16275" y="863"/>
                  </a:moveTo>
                  <a:lnTo>
                    <a:pt x="19284" y="5879"/>
                  </a:lnTo>
                  <a:lnTo>
                    <a:pt x="21634" y="11823"/>
                  </a:lnTo>
                  <a:lnTo>
                    <a:pt x="21578" y="14401"/>
                  </a:lnTo>
                  <a:lnTo>
                    <a:pt x="15792" y="15995"/>
                  </a:lnTo>
                  <a:lnTo>
                    <a:pt x="6497" y="13987"/>
                  </a:lnTo>
                  <a:lnTo>
                    <a:pt x="191" y="13949"/>
                  </a:lnTo>
                  <a:lnTo>
                    <a:pt x="0" y="12576"/>
                  </a:lnTo>
                  <a:lnTo>
                    <a:pt x="3376" y="12408"/>
                  </a:lnTo>
                  <a:lnTo>
                    <a:pt x="7702" y="7971"/>
                  </a:lnTo>
                  <a:lnTo>
                    <a:pt x="8871" y="2850"/>
                  </a:lnTo>
                  <a:lnTo>
                    <a:pt x="10745" y="943"/>
                  </a:lnTo>
                  <a:lnTo>
                    <a:pt x="1351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h4804"/>
            <p:cNvSpPr/>
            <p:nvPr/>
          </p:nvSpPr>
          <p:spPr>
            <a:xfrm>
              <a:off x="7619655" y="3379982"/>
              <a:ext cx="17119" cy="16595"/>
            </a:xfrm>
            <a:custGeom>
              <a:avLst/>
              <a:pathLst>
                <a:path w="17119" h="16595">
                  <a:moveTo>
                    <a:pt x="6035" y="711"/>
                  </a:moveTo>
                  <a:lnTo>
                    <a:pt x="9199" y="5062"/>
                  </a:lnTo>
                  <a:lnTo>
                    <a:pt x="11670" y="4380"/>
                  </a:lnTo>
                  <a:lnTo>
                    <a:pt x="11657" y="2054"/>
                  </a:lnTo>
                  <a:lnTo>
                    <a:pt x="17119" y="2200"/>
                  </a:lnTo>
                  <a:lnTo>
                    <a:pt x="16978" y="3232"/>
                  </a:lnTo>
                  <a:lnTo>
                    <a:pt x="11708" y="8039"/>
                  </a:lnTo>
                  <a:lnTo>
                    <a:pt x="10808" y="11825"/>
                  </a:lnTo>
                  <a:lnTo>
                    <a:pt x="6448" y="16595"/>
                  </a:lnTo>
                  <a:lnTo>
                    <a:pt x="3489" y="14523"/>
                  </a:lnTo>
                  <a:lnTo>
                    <a:pt x="0" y="14862"/>
                  </a:lnTo>
                  <a:lnTo>
                    <a:pt x="1230" y="9700"/>
                  </a:lnTo>
                  <a:lnTo>
                    <a:pt x="761" y="5361"/>
                  </a:lnTo>
                  <a:lnTo>
                    <a:pt x="1344" y="2737"/>
                  </a:lnTo>
                  <a:lnTo>
                    <a:pt x="459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h4805"/>
            <p:cNvSpPr/>
            <p:nvPr/>
          </p:nvSpPr>
          <p:spPr>
            <a:xfrm>
              <a:off x="7518951" y="3231859"/>
              <a:ext cx="33695" cy="32313"/>
            </a:xfrm>
            <a:custGeom>
              <a:avLst/>
              <a:pathLst>
                <a:path w="33695" h="32313">
                  <a:moveTo>
                    <a:pt x="22474" y="0"/>
                  </a:moveTo>
                  <a:lnTo>
                    <a:pt x="24254" y="415"/>
                  </a:lnTo>
                  <a:lnTo>
                    <a:pt x="27865" y="4824"/>
                  </a:lnTo>
                  <a:lnTo>
                    <a:pt x="22404" y="8102"/>
                  </a:lnTo>
                  <a:lnTo>
                    <a:pt x="26820" y="14385"/>
                  </a:lnTo>
                  <a:lnTo>
                    <a:pt x="30393" y="12035"/>
                  </a:lnTo>
                  <a:lnTo>
                    <a:pt x="31400" y="12837"/>
                  </a:lnTo>
                  <a:lnTo>
                    <a:pt x="31636" y="17501"/>
                  </a:lnTo>
                  <a:lnTo>
                    <a:pt x="29369" y="17427"/>
                  </a:lnTo>
                  <a:lnTo>
                    <a:pt x="29044" y="18879"/>
                  </a:lnTo>
                  <a:lnTo>
                    <a:pt x="30708" y="23305"/>
                  </a:lnTo>
                  <a:lnTo>
                    <a:pt x="32888" y="27038"/>
                  </a:lnTo>
                  <a:lnTo>
                    <a:pt x="33695" y="32313"/>
                  </a:lnTo>
                  <a:lnTo>
                    <a:pt x="29672" y="28904"/>
                  </a:lnTo>
                  <a:lnTo>
                    <a:pt x="27454" y="29868"/>
                  </a:lnTo>
                  <a:lnTo>
                    <a:pt x="17288" y="22210"/>
                  </a:lnTo>
                  <a:lnTo>
                    <a:pt x="18712" y="24765"/>
                  </a:lnTo>
                  <a:lnTo>
                    <a:pt x="18223" y="27759"/>
                  </a:lnTo>
                  <a:lnTo>
                    <a:pt x="15288" y="28296"/>
                  </a:lnTo>
                  <a:lnTo>
                    <a:pt x="12351" y="27143"/>
                  </a:lnTo>
                  <a:lnTo>
                    <a:pt x="11589" y="25579"/>
                  </a:lnTo>
                  <a:lnTo>
                    <a:pt x="1052" y="25134"/>
                  </a:lnTo>
                  <a:lnTo>
                    <a:pt x="640" y="20927"/>
                  </a:lnTo>
                  <a:lnTo>
                    <a:pt x="107" y="18520"/>
                  </a:lnTo>
                  <a:lnTo>
                    <a:pt x="0" y="15628"/>
                  </a:lnTo>
                  <a:lnTo>
                    <a:pt x="3393" y="13810"/>
                  </a:lnTo>
                  <a:lnTo>
                    <a:pt x="3978" y="9323"/>
                  </a:lnTo>
                  <a:lnTo>
                    <a:pt x="5540" y="7200"/>
                  </a:lnTo>
                  <a:lnTo>
                    <a:pt x="6377" y="5472"/>
                  </a:lnTo>
                  <a:lnTo>
                    <a:pt x="14119" y="506"/>
                  </a:lnTo>
                  <a:lnTo>
                    <a:pt x="16350" y="212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h4806"/>
            <p:cNvSpPr/>
            <p:nvPr/>
          </p:nvSpPr>
          <p:spPr>
            <a:xfrm>
              <a:off x="7458922" y="3234888"/>
              <a:ext cx="13385" cy="9978"/>
            </a:xfrm>
            <a:custGeom>
              <a:avLst/>
              <a:pathLst>
                <a:path w="13385" h="9978">
                  <a:moveTo>
                    <a:pt x="8071" y="0"/>
                  </a:moveTo>
                  <a:lnTo>
                    <a:pt x="10532" y="64"/>
                  </a:lnTo>
                  <a:lnTo>
                    <a:pt x="13385" y="2470"/>
                  </a:lnTo>
                  <a:lnTo>
                    <a:pt x="12021" y="6828"/>
                  </a:lnTo>
                  <a:lnTo>
                    <a:pt x="10020" y="9978"/>
                  </a:lnTo>
                  <a:lnTo>
                    <a:pt x="355" y="7963"/>
                  </a:lnTo>
                  <a:lnTo>
                    <a:pt x="58" y="5330"/>
                  </a:lnTo>
                  <a:lnTo>
                    <a:pt x="0" y="3538"/>
                  </a:lnTo>
                  <a:lnTo>
                    <a:pt x="4717" y="30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h4807"/>
            <p:cNvSpPr/>
            <p:nvPr/>
          </p:nvSpPr>
          <p:spPr>
            <a:xfrm>
              <a:off x="7517537" y="3437250"/>
              <a:ext cx="24419" cy="32592"/>
            </a:xfrm>
            <a:custGeom>
              <a:avLst/>
              <a:pathLst>
                <a:path w="24419" h="32592">
                  <a:moveTo>
                    <a:pt x="17432" y="13975"/>
                  </a:moveTo>
                  <a:lnTo>
                    <a:pt x="24419" y="20302"/>
                  </a:lnTo>
                  <a:lnTo>
                    <a:pt x="23330" y="22707"/>
                  </a:lnTo>
                  <a:lnTo>
                    <a:pt x="20261" y="28417"/>
                  </a:lnTo>
                  <a:lnTo>
                    <a:pt x="19672" y="27474"/>
                  </a:lnTo>
                  <a:lnTo>
                    <a:pt x="16863" y="26569"/>
                  </a:lnTo>
                  <a:lnTo>
                    <a:pt x="14484" y="28294"/>
                  </a:lnTo>
                  <a:lnTo>
                    <a:pt x="14975" y="32592"/>
                  </a:lnTo>
                  <a:lnTo>
                    <a:pt x="6396" y="31654"/>
                  </a:lnTo>
                  <a:lnTo>
                    <a:pt x="4647" y="30867"/>
                  </a:lnTo>
                  <a:lnTo>
                    <a:pt x="3688" y="24384"/>
                  </a:lnTo>
                  <a:lnTo>
                    <a:pt x="4004" y="20771"/>
                  </a:lnTo>
                  <a:lnTo>
                    <a:pt x="1062" y="15628"/>
                  </a:lnTo>
                  <a:lnTo>
                    <a:pt x="0" y="14058"/>
                  </a:lnTo>
                  <a:lnTo>
                    <a:pt x="675" y="12588"/>
                  </a:lnTo>
                  <a:lnTo>
                    <a:pt x="479" y="10221"/>
                  </a:lnTo>
                  <a:lnTo>
                    <a:pt x="2220" y="9550"/>
                  </a:lnTo>
                  <a:lnTo>
                    <a:pt x="5442" y="10964"/>
                  </a:lnTo>
                  <a:lnTo>
                    <a:pt x="7553" y="10557"/>
                  </a:lnTo>
                  <a:lnTo>
                    <a:pt x="7719" y="6818"/>
                  </a:lnTo>
                  <a:lnTo>
                    <a:pt x="10813" y="342"/>
                  </a:lnTo>
                  <a:lnTo>
                    <a:pt x="1137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h4808"/>
            <p:cNvSpPr/>
            <p:nvPr/>
          </p:nvSpPr>
          <p:spPr>
            <a:xfrm>
              <a:off x="7536314" y="3502451"/>
              <a:ext cx="8801" cy="17492"/>
            </a:xfrm>
            <a:custGeom>
              <a:avLst/>
              <a:pathLst>
                <a:path w="8801" h="17492">
                  <a:moveTo>
                    <a:pt x="5579" y="393"/>
                  </a:moveTo>
                  <a:lnTo>
                    <a:pt x="6643" y="1476"/>
                  </a:lnTo>
                  <a:lnTo>
                    <a:pt x="8801" y="6973"/>
                  </a:lnTo>
                  <a:lnTo>
                    <a:pt x="7154" y="6731"/>
                  </a:lnTo>
                  <a:lnTo>
                    <a:pt x="5680" y="8598"/>
                  </a:lnTo>
                  <a:lnTo>
                    <a:pt x="3505" y="17492"/>
                  </a:lnTo>
                  <a:lnTo>
                    <a:pt x="2271" y="17139"/>
                  </a:lnTo>
                  <a:lnTo>
                    <a:pt x="0" y="13291"/>
                  </a:lnTo>
                  <a:lnTo>
                    <a:pt x="2563" y="8730"/>
                  </a:lnTo>
                  <a:lnTo>
                    <a:pt x="3386" y="5833"/>
                  </a:lnTo>
                  <a:lnTo>
                    <a:pt x="1494" y="3209"/>
                  </a:lnTo>
                  <a:lnTo>
                    <a:pt x="109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h4809"/>
            <p:cNvSpPr/>
            <p:nvPr/>
          </p:nvSpPr>
          <p:spPr>
            <a:xfrm>
              <a:off x="7375489" y="3332493"/>
              <a:ext cx="11556" cy="7915"/>
            </a:xfrm>
            <a:custGeom>
              <a:avLst/>
              <a:pathLst>
                <a:path w="11556" h="7915">
                  <a:moveTo>
                    <a:pt x="11556" y="1745"/>
                  </a:moveTo>
                  <a:lnTo>
                    <a:pt x="11555" y="3455"/>
                  </a:lnTo>
                  <a:lnTo>
                    <a:pt x="10320" y="5495"/>
                  </a:lnTo>
                  <a:lnTo>
                    <a:pt x="8627" y="5769"/>
                  </a:lnTo>
                  <a:lnTo>
                    <a:pt x="6910" y="7259"/>
                  </a:lnTo>
                  <a:lnTo>
                    <a:pt x="3801" y="7915"/>
                  </a:lnTo>
                  <a:lnTo>
                    <a:pt x="681" y="6611"/>
                  </a:lnTo>
                  <a:lnTo>
                    <a:pt x="0" y="3541"/>
                  </a:lnTo>
                  <a:lnTo>
                    <a:pt x="1501" y="2311"/>
                  </a:lnTo>
                  <a:lnTo>
                    <a:pt x="5462" y="1970"/>
                  </a:lnTo>
                  <a:lnTo>
                    <a:pt x="1007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h4810"/>
            <p:cNvSpPr/>
            <p:nvPr/>
          </p:nvSpPr>
          <p:spPr>
            <a:xfrm>
              <a:off x="7343296" y="3355898"/>
              <a:ext cx="14406" cy="10408"/>
            </a:xfrm>
            <a:custGeom>
              <a:avLst/>
              <a:pathLst>
                <a:path w="14406" h="10408">
                  <a:moveTo>
                    <a:pt x="10834" y="0"/>
                  </a:moveTo>
                  <a:lnTo>
                    <a:pt x="13251" y="1721"/>
                  </a:lnTo>
                  <a:lnTo>
                    <a:pt x="12522" y="3694"/>
                  </a:lnTo>
                  <a:lnTo>
                    <a:pt x="14020" y="4007"/>
                  </a:lnTo>
                  <a:lnTo>
                    <a:pt x="14406" y="7083"/>
                  </a:lnTo>
                  <a:lnTo>
                    <a:pt x="11992" y="9253"/>
                  </a:lnTo>
                  <a:lnTo>
                    <a:pt x="10860" y="9946"/>
                  </a:lnTo>
                  <a:lnTo>
                    <a:pt x="9562" y="9419"/>
                  </a:lnTo>
                  <a:lnTo>
                    <a:pt x="7676" y="6578"/>
                  </a:lnTo>
                  <a:lnTo>
                    <a:pt x="4724" y="7706"/>
                  </a:lnTo>
                  <a:lnTo>
                    <a:pt x="4258" y="9943"/>
                  </a:lnTo>
                  <a:lnTo>
                    <a:pt x="2098" y="10408"/>
                  </a:lnTo>
                  <a:lnTo>
                    <a:pt x="0" y="7514"/>
                  </a:lnTo>
                  <a:lnTo>
                    <a:pt x="2534" y="330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h4811"/>
            <p:cNvSpPr/>
            <p:nvPr/>
          </p:nvSpPr>
          <p:spPr>
            <a:xfrm>
              <a:off x="7477072" y="3434184"/>
              <a:ext cx="5369" cy="5063"/>
            </a:xfrm>
            <a:custGeom>
              <a:avLst/>
              <a:pathLst>
                <a:path w="5369" h="5063">
                  <a:moveTo>
                    <a:pt x="5369" y="1753"/>
                  </a:moveTo>
                  <a:lnTo>
                    <a:pt x="5246" y="5063"/>
                  </a:lnTo>
                  <a:lnTo>
                    <a:pt x="3823" y="3603"/>
                  </a:lnTo>
                  <a:lnTo>
                    <a:pt x="0" y="1247"/>
                  </a:lnTo>
                  <a:lnTo>
                    <a:pt x="327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h4812"/>
            <p:cNvSpPr/>
            <p:nvPr/>
          </p:nvSpPr>
          <p:spPr>
            <a:xfrm>
              <a:off x="7289309" y="3329360"/>
              <a:ext cx="23317" cy="26109"/>
            </a:xfrm>
            <a:custGeom>
              <a:avLst/>
              <a:pathLst>
                <a:path w="23317" h="26109">
                  <a:moveTo>
                    <a:pt x="9180" y="3992"/>
                  </a:moveTo>
                  <a:lnTo>
                    <a:pt x="14754" y="5287"/>
                  </a:lnTo>
                  <a:lnTo>
                    <a:pt x="16786" y="4916"/>
                  </a:lnTo>
                  <a:lnTo>
                    <a:pt x="16837" y="7099"/>
                  </a:lnTo>
                  <a:lnTo>
                    <a:pt x="17964" y="8354"/>
                  </a:lnTo>
                  <a:lnTo>
                    <a:pt x="21511" y="11241"/>
                  </a:lnTo>
                  <a:lnTo>
                    <a:pt x="22838" y="11361"/>
                  </a:lnTo>
                  <a:lnTo>
                    <a:pt x="23317" y="12146"/>
                  </a:lnTo>
                  <a:lnTo>
                    <a:pt x="21884" y="17538"/>
                  </a:lnTo>
                  <a:lnTo>
                    <a:pt x="21911" y="24347"/>
                  </a:lnTo>
                  <a:lnTo>
                    <a:pt x="19478" y="23895"/>
                  </a:lnTo>
                  <a:lnTo>
                    <a:pt x="10964" y="22973"/>
                  </a:lnTo>
                  <a:lnTo>
                    <a:pt x="5463" y="26109"/>
                  </a:lnTo>
                  <a:lnTo>
                    <a:pt x="2272" y="25906"/>
                  </a:lnTo>
                  <a:lnTo>
                    <a:pt x="2794" y="22266"/>
                  </a:lnTo>
                  <a:lnTo>
                    <a:pt x="4355" y="18916"/>
                  </a:lnTo>
                  <a:lnTo>
                    <a:pt x="6554" y="18663"/>
                  </a:lnTo>
                  <a:lnTo>
                    <a:pt x="4116" y="10130"/>
                  </a:lnTo>
                  <a:lnTo>
                    <a:pt x="0" y="2073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h4813"/>
            <p:cNvSpPr/>
            <p:nvPr/>
          </p:nvSpPr>
          <p:spPr>
            <a:xfrm>
              <a:off x="7495831" y="3395676"/>
              <a:ext cx="7467" cy="10314"/>
            </a:xfrm>
            <a:custGeom>
              <a:avLst/>
              <a:pathLst>
                <a:path w="7467" h="10314">
                  <a:moveTo>
                    <a:pt x="7467" y="192"/>
                  </a:moveTo>
                  <a:lnTo>
                    <a:pt x="5764" y="5897"/>
                  </a:lnTo>
                  <a:lnTo>
                    <a:pt x="5050" y="6011"/>
                  </a:lnTo>
                  <a:lnTo>
                    <a:pt x="5023" y="8352"/>
                  </a:lnTo>
                  <a:lnTo>
                    <a:pt x="4144" y="10089"/>
                  </a:lnTo>
                  <a:lnTo>
                    <a:pt x="3353" y="10314"/>
                  </a:lnTo>
                  <a:lnTo>
                    <a:pt x="2330" y="10169"/>
                  </a:lnTo>
                  <a:lnTo>
                    <a:pt x="0" y="6719"/>
                  </a:lnTo>
                  <a:lnTo>
                    <a:pt x="3176" y="3483"/>
                  </a:lnTo>
                  <a:lnTo>
                    <a:pt x="2039" y="3334"/>
                  </a:lnTo>
                  <a:lnTo>
                    <a:pt x="2632" y="2348"/>
                  </a:lnTo>
                  <a:lnTo>
                    <a:pt x="4388" y="4227"/>
                  </a:lnTo>
                  <a:lnTo>
                    <a:pt x="567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h4814"/>
            <p:cNvSpPr/>
            <p:nvPr/>
          </p:nvSpPr>
          <p:spPr>
            <a:xfrm>
              <a:off x="7442548" y="3234696"/>
              <a:ext cx="16432" cy="11355"/>
            </a:xfrm>
            <a:custGeom>
              <a:avLst/>
              <a:pathLst>
                <a:path w="16432" h="11355">
                  <a:moveTo>
                    <a:pt x="16184" y="2651"/>
                  </a:moveTo>
                  <a:lnTo>
                    <a:pt x="16373" y="3730"/>
                  </a:lnTo>
                  <a:lnTo>
                    <a:pt x="16432" y="5523"/>
                  </a:lnTo>
                  <a:lnTo>
                    <a:pt x="4640" y="11226"/>
                  </a:lnTo>
                  <a:lnTo>
                    <a:pt x="886" y="11355"/>
                  </a:lnTo>
                  <a:lnTo>
                    <a:pt x="1640" y="9824"/>
                  </a:lnTo>
                  <a:lnTo>
                    <a:pt x="0" y="8661"/>
                  </a:lnTo>
                  <a:lnTo>
                    <a:pt x="568" y="7297"/>
                  </a:lnTo>
                  <a:lnTo>
                    <a:pt x="11643" y="1363"/>
                  </a:lnTo>
                  <a:lnTo>
                    <a:pt x="128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h4815"/>
            <p:cNvSpPr/>
            <p:nvPr/>
          </p:nvSpPr>
          <p:spPr>
            <a:xfrm>
              <a:off x="7469454" y="3234085"/>
              <a:ext cx="3748" cy="3274"/>
            </a:xfrm>
            <a:custGeom>
              <a:avLst/>
              <a:pathLst>
                <a:path w="3748" h="3274">
                  <a:moveTo>
                    <a:pt x="3277" y="0"/>
                  </a:moveTo>
                  <a:lnTo>
                    <a:pt x="3748" y="194"/>
                  </a:lnTo>
                  <a:lnTo>
                    <a:pt x="2852" y="3274"/>
                  </a:lnTo>
                  <a:lnTo>
                    <a:pt x="0" y="86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h4816"/>
            <p:cNvSpPr/>
            <p:nvPr/>
          </p:nvSpPr>
          <p:spPr>
            <a:xfrm>
              <a:off x="7782988" y="3424360"/>
              <a:ext cx="43827" cy="41949"/>
            </a:xfrm>
            <a:custGeom>
              <a:avLst/>
              <a:pathLst>
                <a:path w="43827" h="41949">
                  <a:moveTo>
                    <a:pt x="20254" y="3153"/>
                  </a:moveTo>
                  <a:lnTo>
                    <a:pt x="25762" y="1132"/>
                  </a:lnTo>
                  <a:lnTo>
                    <a:pt x="27502" y="4368"/>
                  </a:lnTo>
                  <a:lnTo>
                    <a:pt x="33147" y="5637"/>
                  </a:lnTo>
                  <a:lnTo>
                    <a:pt x="36801" y="10775"/>
                  </a:lnTo>
                  <a:lnTo>
                    <a:pt x="43827" y="10507"/>
                  </a:lnTo>
                  <a:lnTo>
                    <a:pt x="43731" y="14671"/>
                  </a:lnTo>
                  <a:lnTo>
                    <a:pt x="43113" y="16573"/>
                  </a:lnTo>
                  <a:lnTo>
                    <a:pt x="35282" y="14063"/>
                  </a:lnTo>
                  <a:lnTo>
                    <a:pt x="35007" y="19314"/>
                  </a:lnTo>
                  <a:lnTo>
                    <a:pt x="30907" y="21944"/>
                  </a:lnTo>
                  <a:lnTo>
                    <a:pt x="29227" y="20506"/>
                  </a:lnTo>
                  <a:lnTo>
                    <a:pt x="28113" y="21239"/>
                  </a:lnTo>
                  <a:lnTo>
                    <a:pt x="26273" y="25527"/>
                  </a:lnTo>
                  <a:lnTo>
                    <a:pt x="26627" y="28200"/>
                  </a:lnTo>
                  <a:lnTo>
                    <a:pt x="25177" y="31679"/>
                  </a:lnTo>
                  <a:lnTo>
                    <a:pt x="23606" y="33387"/>
                  </a:lnTo>
                  <a:lnTo>
                    <a:pt x="22205" y="34484"/>
                  </a:lnTo>
                  <a:lnTo>
                    <a:pt x="18176" y="33666"/>
                  </a:lnTo>
                  <a:lnTo>
                    <a:pt x="15391" y="34343"/>
                  </a:lnTo>
                  <a:lnTo>
                    <a:pt x="14618" y="39978"/>
                  </a:lnTo>
                  <a:lnTo>
                    <a:pt x="9328" y="41684"/>
                  </a:lnTo>
                  <a:lnTo>
                    <a:pt x="8513" y="41949"/>
                  </a:lnTo>
                  <a:lnTo>
                    <a:pt x="9873" y="33447"/>
                  </a:lnTo>
                  <a:lnTo>
                    <a:pt x="9334" y="32725"/>
                  </a:lnTo>
                  <a:lnTo>
                    <a:pt x="5019" y="26938"/>
                  </a:lnTo>
                  <a:lnTo>
                    <a:pt x="7570" y="23921"/>
                  </a:lnTo>
                  <a:lnTo>
                    <a:pt x="5021" y="21983"/>
                  </a:lnTo>
                  <a:lnTo>
                    <a:pt x="2177" y="23150"/>
                  </a:lnTo>
                  <a:lnTo>
                    <a:pt x="2021" y="24862"/>
                  </a:lnTo>
                  <a:lnTo>
                    <a:pt x="1280" y="24356"/>
                  </a:lnTo>
                  <a:lnTo>
                    <a:pt x="0" y="18965"/>
                  </a:lnTo>
                  <a:lnTo>
                    <a:pt x="1181" y="14265"/>
                  </a:lnTo>
                  <a:lnTo>
                    <a:pt x="6241" y="4137"/>
                  </a:lnTo>
                  <a:lnTo>
                    <a:pt x="8641" y="3267"/>
                  </a:lnTo>
                  <a:lnTo>
                    <a:pt x="10652" y="3829"/>
                  </a:lnTo>
                  <a:lnTo>
                    <a:pt x="1968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h4817"/>
            <p:cNvSpPr/>
            <p:nvPr/>
          </p:nvSpPr>
          <p:spPr>
            <a:xfrm>
              <a:off x="7430824" y="3496008"/>
              <a:ext cx="19930" cy="25089"/>
            </a:xfrm>
            <a:custGeom>
              <a:avLst/>
              <a:pathLst>
                <a:path w="19930" h="25089">
                  <a:moveTo>
                    <a:pt x="4473" y="324"/>
                  </a:moveTo>
                  <a:lnTo>
                    <a:pt x="9433" y="3311"/>
                  </a:lnTo>
                  <a:lnTo>
                    <a:pt x="10936" y="5588"/>
                  </a:lnTo>
                  <a:lnTo>
                    <a:pt x="13919" y="5770"/>
                  </a:lnTo>
                  <a:lnTo>
                    <a:pt x="14620" y="5522"/>
                  </a:lnTo>
                  <a:lnTo>
                    <a:pt x="14585" y="4607"/>
                  </a:lnTo>
                  <a:lnTo>
                    <a:pt x="19930" y="6266"/>
                  </a:lnTo>
                  <a:lnTo>
                    <a:pt x="18918" y="13346"/>
                  </a:lnTo>
                  <a:lnTo>
                    <a:pt x="14233" y="20449"/>
                  </a:lnTo>
                  <a:lnTo>
                    <a:pt x="15882" y="20500"/>
                  </a:lnTo>
                  <a:lnTo>
                    <a:pt x="11062" y="25089"/>
                  </a:lnTo>
                  <a:lnTo>
                    <a:pt x="4845" y="22336"/>
                  </a:lnTo>
                  <a:lnTo>
                    <a:pt x="104" y="22500"/>
                  </a:lnTo>
                  <a:lnTo>
                    <a:pt x="172" y="20756"/>
                  </a:lnTo>
                  <a:lnTo>
                    <a:pt x="4685" y="16316"/>
                  </a:lnTo>
                  <a:lnTo>
                    <a:pt x="50" y="7166"/>
                  </a:lnTo>
                  <a:lnTo>
                    <a:pt x="0" y="3983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h4818"/>
            <p:cNvSpPr/>
            <p:nvPr/>
          </p:nvSpPr>
          <p:spPr>
            <a:xfrm>
              <a:off x="7315742" y="3277964"/>
              <a:ext cx="10611" cy="11080"/>
            </a:xfrm>
            <a:custGeom>
              <a:avLst/>
              <a:pathLst>
                <a:path w="10611" h="11080">
                  <a:moveTo>
                    <a:pt x="6019" y="0"/>
                  </a:moveTo>
                  <a:lnTo>
                    <a:pt x="8895" y="4681"/>
                  </a:lnTo>
                  <a:lnTo>
                    <a:pt x="10611" y="6201"/>
                  </a:lnTo>
                  <a:lnTo>
                    <a:pt x="9474" y="7903"/>
                  </a:lnTo>
                  <a:lnTo>
                    <a:pt x="6476" y="9791"/>
                  </a:lnTo>
                  <a:lnTo>
                    <a:pt x="6052" y="11080"/>
                  </a:lnTo>
                  <a:lnTo>
                    <a:pt x="0" y="3036"/>
                  </a:lnTo>
                  <a:lnTo>
                    <a:pt x="1685" y="1083"/>
                  </a:lnTo>
                  <a:lnTo>
                    <a:pt x="4181" y="140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h4819"/>
            <p:cNvSpPr/>
            <p:nvPr/>
          </p:nvSpPr>
          <p:spPr>
            <a:xfrm>
              <a:off x="7376821" y="3367961"/>
              <a:ext cx="11424" cy="23305"/>
            </a:xfrm>
            <a:custGeom>
              <a:avLst/>
              <a:pathLst>
                <a:path w="11424" h="23305">
                  <a:moveTo>
                    <a:pt x="3516" y="13"/>
                  </a:moveTo>
                  <a:lnTo>
                    <a:pt x="5865" y="0"/>
                  </a:lnTo>
                  <a:lnTo>
                    <a:pt x="8625" y="6177"/>
                  </a:lnTo>
                  <a:lnTo>
                    <a:pt x="11254" y="11260"/>
                  </a:lnTo>
                  <a:lnTo>
                    <a:pt x="11424" y="11587"/>
                  </a:lnTo>
                  <a:lnTo>
                    <a:pt x="8357" y="13810"/>
                  </a:lnTo>
                  <a:lnTo>
                    <a:pt x="5513" y="21079"/>
                  </a:lnTo>
                  <a:lnTo>
                    <a:pt x="3513" y="22515"/>
                  </a:lnTo>
                  <a:lnTo>
                    <a:pt x="1814" y="23305"/>
                  </a:lnTo>
                  <a:lnTo>
                    <a:pt x="1239" y="15342"/>
                  </a:lnTo>
                  <a:lnTo>
                    <a:pt x="2666" y="9111"/>
                  </a:lnTo>
                  <a:lnTo>
                    <a:pt x="0" y="4959"/>
                  </a:lnTo>
                  <a:lnTo>
                    <a:pt x="1128" y="218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h4820"/>
            <p:cNvSpPr/>
            <p:nvPr/>
          </p:nvSpPr>
          <p:spPr>
            <a:xfrm>
              <a:off x="7525456" y="3338604"/>
              <a:ext cx="13608" cy="7348"/>
            </a:xfrm>
            <a:custGeom>
              <a:avLst/>
              <a:pathLst>
                <a:path w="13608" h="7348">
                  <a:moveTo>
                    <a:pt x="8543" y="0"/>
                  </a:moveTo>
                  <a:lnTo>
                    <a:pt x="13608" y="3692"/>
                  </a:lnTo>
                  <a:lnTo>
                    <a:pt x="11427" y="4904"/>
                  </a:lnTo>
                  <a:lnTo>
                    <a:pt x="8869" y="4815"/>
                  </a:lnTo>
                  <a:lnTo>
                    <a:pt x="7076" y="5599"/>
                  </a:lnTo>
                  <a:lnTo>
                    <a:pt x="6028" y="4273"/>
                  </a:lnTo>
                  <a:lnTo>
                    <a:pt x="4677" y="6202"/>
                  </a:lnTo>
                  <a:lnTo>
                    <a:pt x="1566" y="7348"/>
                  </a:lnTo>
                  <a:lnTo>
                    <a:pt x="1097" y="7140"/>
                  </a:lnTo>
                  <a:lnTo>
                    <a:pt x="1802" y="7236"/>
                  </a:lnTo>
                  <a:lnTo>
                    <a:pt x="1612" y="6469"/>
                  </a:lnTo>
                  <a:lnTo>
                    <a:pt x="0" y="4218"/>
                  </a:lnTo>
                  <a:lnTo>
                    <a:pt x="4607" y="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h4821"/>
            <p:cNvSpPr/>
            <p:nvPr/>
          </p:nvSpPr>
          <p:spPr>
            <a:xfrm>
              <a:off x="7420926" y="3328387"/>
              <a:ext cx="8749" cy="6887"/>
            </a:xfrm>
            <a:custGeom>
              <a:avLst/>
              <a:pathLst>
                <a:path w="8749" h="6887">
                  <a:moveTo>
                    <a:pt x="8749" y="3673"/>
                  </a:moveTo>
                  <a:lnTo>
                    <a:pt x="5495" y="5708"/>
                  </a:lnTo>
                  <a:lnTo>
                    <a:pt x="0" y="6887"/>
                  </a:lnTo>
                  <a:lnTo>
                    <a:pt x="787" y="1759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h4822"/>
            <p:cNvSpPr/>
            <p:nvPr/>
          </p:nvSpPr>
          <p:spPr>
            <a:xfrm>
              <a:off x="7404945" y="3373046"/>
              <a:ext cx="14454" cy="22956"/>
            </a:xfrm>
            <a:custGeom>
              <a:avLst/>
              <a:pathLst>
                <a:path w="14454" h="22956">
                  <a:moveTo>
                    <a:pt x="6477" y="2336"/>
                  </a:moveTo>
                  <a:lnTo>
                    <a:pt x="8647" y="7046"/>
                  </a:lnTo>
                  <a:lnTo>
                    <a:pt x="10088" y="7930"/>
                  </a:lnTo>
                  <a:lnTo>
                    <a:pt x="11969" y="6201"/>
                  </a:lnTo>
                  <a:lnTo>
                    <a:pt x="14230" y="9543"/>
                  </a:lnTo>
                  <a:lnTo>
                    <a:pt x="14454" y="21259"/>
                  </a:lnTo>
                  <a:lnTo>
                    <a:pt x="11216" y="22378"/>
                  </a:lnTo>
                  <a:lnTo>
                    <a:pt x="0" y="22956"/>
                  </a:lnTo>
                  <a:lnTo>
                    <a:pt x="1072" y="21541"/>
                  </a:lnTo>
                  <a:lnTo>
                    <a:pt x="1697" y="18278"/>
                  </a:lnTo>
                  <a:lnTo>
                    <a:pt x="1844" y="11987"/>
                  </a:lnTo>
                  <a:lnTo>
                    <a:pt x="4047" y="10650"/>
                  </a:lnTo>
                  <a:lnTo>
                    <a:pt x="499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h4823"/>
            <p:cNvSpPr/>
            <p:nvPr/>
          </p:nvSpPr>
          <p:spPr>
            <a:xfrm>
              <a:off x="7387720" y="3365308"/>
              <a:ext cx="16357" cy="9261"/>
            </a:xfrm>
            <a:custGeom>
              <a:avLst/>
              <a:pathLst>
                <a:path w="16357" h="9261">
                  <a:moveTo>
                    <a:pt x="13692" y="0"/>
                  </a:moveTo>
                  <a:lnTo>
                    <a:pt x="15235" y="1480"/>
                  </a:lnTo>
                  <a:lnTo>
                    <a:pt x="16357" y="5292"/>
                  </a:lnTo>
                  <a:lnTo>
                    <a:pt x="15820" y="6399"/>
                  </a:lnTo>
                  <a:lnTo>
                    <a:pt x="11674" y="9261"/>
                  </a:lnTo>
                  <a:lnTo>
                    <a:pt x="9613" y="4651"/>
                  </a:lnTo>
                  <a:lnTo>
                    <a:pt x="6455" y="4184"/>
                  </a:lnTo>
                  <a:lnTo>
                    <a:pt x="4692" y="5782"/>
                  </a:lnTo>
                  <a:lnTo>
                    <a:pt x="0" y="6944"/>
                  </a:lnTo>
                  <a:lnTo>
                    <a:pt x="2924" y="490"/>
                  </a:lnTo>
                  <a:lnTo>
                    <a:pt x="10603" y="146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h4824"/>
            <p:cNvSpPr/>
            <p:nvPr/>
          </p:nvSpPr>
          <p:spPr>
            <a:xfrm>
              <a:off x="7562087" y="3345801"/>
              <a:ext cx="9071" cy="9165"/>
            </a:xfrm>
            <a:custGeom>
              <a:avLst/>
              <a:pathLst>
                <a:path w="9071" h="9165">
                  <a:moveTo>
                    <a:pt x="7882" y="557"/>
                  </a:moveTo>
                  <a:lnTo>
                    <a:pt x="9071" y="1955"/>
                  </a:lnTo>
                  <a:lnTo>
                    <a:pt x="5341" y="5898"/>
                  </a:lnTo>
                  <a:lnTo>
                    <a:pt x="5895" y="6659"/>
                  </a:lnTo>
                  <a:lnTo>
                    <a:pt x="5919" y="9165"/>
                  </a:lnTo>
                  <a:lnTo>
                    <a:pt x="2724" y="8781"/>
                  </a:lnTo>
                  <a:lnTo>
                    <a:pt x="1964" y="6338"/>
                  </a:lnTo>
                  <a:lnTo>
                    <a:pt x="0" y="5467"/>
                  </a:lnTo>
                  <a:lnTo>
                    <a:pt x="175" y="2651"/>
                  </a:lnTo>
                  <a:lnTo>
                    <a:pt x="638" y="1531"/>
                  </a:lnTo>
                  <a:lnTo>
                    <a:pt x="574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h4825"/>
            <p:cNvSpPr/>
            <p:nvPr/>
          </p:nvSpPr>
          <p:spPr>
            <a:xfrm>
              <a:off x="7390640" y="3342253"/>
              <a:ext cx="15633" cy="10603"/>
            </a:xfrm>
            <a:custGeom>
              <a:avLst/>
              <a:pathLst>
                <a:path w="15633" h="10603">
                  <a:moveTo>
                    <a:pt x="11835" y="138"/>
                  </a:moveTo>
                  <a:lnTo>
                    <a:pt x="14809" y="4362"/>
                  </a:lnTo>
                  <a:lnTo>
                    <a:pt x="15633" y="7457"/>
                  </a:lnTo>
                  <a:lnTo>
                    <a:pt x="5495" y="10603"/>
                  </a:lnTo>
                  <a:lnTo>
                    <a:pt x="0" y="7585"/>
                  </a:lnTo>
                  <a:lnTo>
                    <a:pt x="981" y="7571"/>
                  </a:lnTo>
                  <a:lnTo>
                    <a:pt x="1557" y="5973"/>
                  </a:lnTo>
                  <a:lnTo>
                    <a:pt x="323" y="2524"/>
                  </a:lnTo>
                  <a:lnTo>
                    <a:pt x="1030" y="2831"/>
                  </a:lnTo>
                  <a:lnTo>
                    <a:pt x="4163" y="4543"/>
                  </a:lnTo>
                  <a:lnTo>
                    <a:pt x="6180" y="2189"/>
                  </a:lnTo>
                  <a:lnTo>
                    <a:pt x="1187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h4826"/>
            <p:cNvSpPr/>
            <p:nvPr/>
          </p:nvSpPr>
          <p:spPr>
            <a:xfrm>
              <a:off x="7279987" y="3295443"/>
              <a:ext cx="16887" cy="13321"/>
            </a:xfrm>
            <a:custGeom>
              <a:avLst/>
              <a:pathLst>
                <a:path w="16887" h="13321">
                  <a:moveTo>
                    <a:pt x="12204" y="1846"/>
                  </a:moveTo>
                  <a:lnTo>
                    <a:pt x="16887" y="3414"/>
                  </a:lnTo>
                  <a:lnTo>
                    <a:pt x="13569" y="10054"/>
                  </a:lnTo>
                  <a:lnTo>
                    <a:pt x="12808" y="13321"/>
                  </a:lnTo>
                  <a:lnTo>
                    <a:pt x="12598" y="11057"/>
                  </a:lnTo>
                  <a:lnTo>
                    <a:pt x="7104" y="11272"/>
                  </a:lnTo>
                  <a:lnTo>
                    <a:pt x="4862" y="12211"/>
                  </a:lnTo>
                  <a:lnTo>
                    <a:pt x="2147" y="6184"/>
                  </a:lnTo>
                  <a:lnTo>
                    <a:pt x="0" y="5058"/>
                  </a:lnTo>
                  <a:lnTo>
                    <a:pt x="1029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h4827"/>
            <p:cNvSpPr/>
            <p:nvPr/>
          </p:nvSpPr>
          <p:spPr>
            <a:xfrm>
              <a:off x="7486611" y="3318077"/>
              <a:ext cx="17610" cy="19566"/>
            </a:xfrm>
            <a:custGeom>
              <a:avLst/>
              <a:pathLst>
                <a:path w="17610" h="19566">
                  <a:moveTo>
                    <a:pt x="13937" y="4187"/>
                  </a:moveTo>
                  <a:lnTo>
                    <a:pt x="16644" y="6007"/>
                  </a:lnTo>
                  <a:lnTo>
                    <a:pt x="17610" y="9109"/>
                  </a:lnTo>
                  <a:lnTo>
                    <a:pt x="16307" y="10496"/>
                  </a:lnTo>
                  <a:lnTo>
                    <a:pt x="13295" y="13873"/>
                  </a:lnTo>
                  <a:lnTo>
                    <a:pt x="13225" y="15926"/>
                  </a:lnTo>
                  <a:lnTo>
                    <a:pt x="6695" y="19566"/>
                  </a:lnTo>
                  <a:lnTo>
                    <a:pt x="1444" y="16964"/>
                  </a:lnTo>
                  <a:lnTo>
                    <a:pt x="3520" y="5366"/>
                  </a:lnTo>
                  <a:lnTo>
                    <a:pt x="2530" y="4674"/>
                  </a:lnTo>
                  <a:lnTo>
                    <a:pt x="0" y="4694"/>
                  </a:lnTo>
                  <a:lnTo>
                    <a:pt x="7028" y="921"/>
                  </a:lnTo>
                  <a:lnTo>
                    <a:pt x="8020" y="2221"/>
                  </a:lnTo>
                  <a:lnTo>
                    <a:pt x="12581" y="2671"/>
                  </a:lnTo>
                  <a:lnTo>
                    <a:pt x="14450" y="113"/>
                  </a:lnTo>
                  <a:lnTo>
                    <a:pt x="1717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h4828"/>
            <p:cNvSpPr/>
            <p:nvPr/>
          </p:nvSpPr>
          <p:spPr>
            <a:xfrm>
              <a:off x="7492365" y="3435516"/>
              <a:ext cx="5206" cy="6043"/>
            </a:xfrm>
            <a:custGeom>
              <a:avLst/>
              <a:pathLst>
                <a:path w="5206" h="6043">
                  <a:moveTo>
                    <a:pt x="5206" y="1080"/>
                  </a:moveTo>
                  <a:lnTo>
                    <a:pt x="2037" y="6043"/>
                  </a:lnTo>
                  <a:lnTo>
                    <a:pt x="0" y="5614"/>
                  </a:lnTo>
                  <a:lnTo>
                    <a:pt x="1475" y="4770"/>
                  </a:lnTo>
                  <a:lnTo>
                    <a:pt x="2352" y="2518"/>
                  </a:lnTo>
                  <a:lnTo>
                    <a:pt x="2009" y="1640"/>
                  </a:lnTo>
                  <a:lnTo>
                    <a:pt x="1336" y="2368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h4829"/>
            <p:cNvSpPr/>
            <p:nvPr/>
          </p:nvSpPr>
          <p:spPr>
            <a:xfrm>
              <a:off x="7476640" y="3260464"/>
              <a:ext cx="7717" cy="7820"/>
            </a:xfrm>
            <a:custGeom>
              <a:avLst/>
              <a:pathLst>
                <a:path w="7717" h="7820">
                  <a:moveTo>
                    <a:pt x="6334" y="365"/>
                  </a:moveTo>
                  <a:lnTo>
                    <a:pt x="7717" y="4288"/>
                  </a:lnTo>
                  <a:lnTo>
                    <a:pt x="5510" y="7820"/>
                  </a:lnTo>
                  <a:lnTo>
                    <a:pt x="0" y="3871"/>
                  </a:lnTo>
                  <a:lnTo>
                    <a:pt x="392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h4830"/>
            <p:cNvSpPr/>
            <p:nvPr/>
          </p:nvSpPr>
          <p:spPr>
            <a:xfrm>
              <a:off x="7418243" y="3334096"/>
              <a:ext cx="8492" cy="9307"/>
            </a:xfrm>
            <a:custGeom>
              <a:avLst/>
              <a:pathLst>
                <a:path w="8492" h="9307">
                  <a:moveTo>
                    <a:pt x="8178" y="0"/>
                  </a:moveTo>
                  <a:lnTo>
                    <a:pt x="8492" y="1612"/>
                  </a:lnTo>
                  <a:lnTo>
                    <a:pt x="3536" y="3521"/>
                  </a:lnTo>
                  <a:lnTo>
                    <a:pt x="1591" y="9307"/>
                  </a:lnTo>
                  <a:lnTo>
                    <a:pt x="0" y="8783"/>
                  </a:lnTo>
                  <a:lnTo>
                    <a:pt x="771" y="3119"/>
                  </a:lnTo>
                  <a:lnTo>
                    <a:pt x="2682" y="117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h4831"/>
            <p:cNvSpPr/>
            <p:nvPr/>
          </p:nvSpPr>
          <p:spPr>
            <a:xfrm>
              <a:off x="7426159" y="3382100"/>
              <a:ext cx="12954" cy="15875"/>
            </a:xfrm>
            <a:custGeom>
              <a:avLst/>
              <a:pathLst>
                <a:path w="12954" h="15875">
                  <a:moveTo>
                    <a:pt x="12954" y="5366"/>
                  </a:moveTo>
                  <a:lnTo>
                    <a:pt x="12419" y="7701"/>
                  </a:lnTo>
                  <a:lnTo>
                    <a:pt x="9095" y="8189"/>
                  </a:lnTo>
                  <a:lnTo>
                    <a:pt x="9292" y="10349"/>
                  </a:lnTo>
                  <a:lnTo>
                    <a:pt x="7805" y="15875"/>
                  </a:lnTo>
                  <a:lnTo>
                    <a:pt x="3679" y="14475"/>
                  </a:lnTo>
                  <a:lnTo>
                    <a:pt x="4259" y="7031"/>
                  </a:lnTo>
                  <a:lnTo>
                    <a:pt x="1198" y="6329"/>
                  </a:lnTo>
                  <a:lnTo>
                    <a:pt x="0" y="4750"/>
                  </a:lnTo>
                  <a:lnTo>
                    <a:pt x="5132" y="4519"/>
                  </a:lnTo>
                  <a:lnTo>
                    <a:pt x="4280" y="579"/>
                  </a:lnTo>
                  <a:lnTo>
                    <a:pt x="7600" y="4484"/>
                  </a:lnTo>
                  <a:lnTo>
                    <a:pt x="7407" y="1936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h4832"/>
            <p:cNvSpPr/>
            <p:nvPr/>
          </p:nvSpPr>
          <p:spPr>
            <a:xfrm>
              <a:off x="7351674" y="3367040"/>
              <a:ext cx="15730" cy="13033"/>
            </a:xfrm>
            <a:custGeom>
              <a:avLst/>
              <a:pathLst>
                <a:path w="15730" h="13033">
                  <a:moveTo>
                    <a:pt x="12069" y="0"/>
                  </a:moveTo>
                  <a:lnTo>
                    <a:pt x="13466" y="3176"/>
                  </a:lnTo>
                  <a:lnTo>
                    <a:pt x="15405" y="4529"/>
                  </a:lnTo>
                  <a:lnTo>
                    <a:pt x="15730" y="5351"/>
                  </a:lnTo>
                  <a:lnTo>
                    <a:pt x="15088" y="5713"/>
                  </a:lnTo>
                  <a:lnTo>
                    <a:pt x="14040" y="13033"/>
                  </a:lnTo>
                  <a:lnTo>
                    <a:pt x="9963" y="12412"/>
                  </a:lnTo>
                  <a:lnTo>
                    <a:pt x="8436" y="11265"/>
                  </a:lnTo>
                  <a:lnTo>
                    <a:pt x="5306" y="10546"/>
                  </a:lnTo>
                  <a:lnTo>
                    <a:pt x="4114" y="10985"/>
                  </a:lnTo>
                  <a:lnTo>
                    <a:pt x="4707" y="12735"/>
                  </a:lnTo>
                  <a:lnTo>
                    <a:pt x="1185" y="12375"/>
                  </a:lnTo>
                  <a:lnTo>
                    <a:pt x="637" y="12512"/>
                  </a:lnTo>
                  <a:lnTo>
                    <a:pt x="0" y="11108"/>
                  </a:lnTo>
                  <a:lnTo>
                    <a:pt x="1678" y="7872"/>
                  </a:lnTo>
                  <a:lnTo>
                    <a:pt x="3299" y="7996"/>
                  </a:lnTo>
                  <a:lnTo>
                    <a:pt x="5626" y="6158"/>
                  </a:lnTo>
                  <a:lnTo>
                    <a:pt x="7279" y="1913"/>
                  </a:lnTo>
                  <a:lnTo>
                    <a:pt x="9629" y="29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h4833"/>
            <p:cNvSpPr/>
            <p:nvPr/>
          </p:nvSpPr>
          <p:spPr>
            <a:xfrm>
              <a:off x="7550104" y="3326916"/>
              <a:ext cx="11357" cy="14044"/>
            </a:xfrm>
            <a:custGeom>
              <a:avLst/>
              <a:pathLst>
                <a:path w="11357" h="14044">
                  <a:moveTo>
                    <a:pt x="6648" y="0"/>
                  </a:moveTo>
                  <a:lnTo>
                    <a:pt x="10348" y="4887"/>
                  </a:lnTo>
                  <a:lnTo>
                    <a:pt x="11357" y="6275"/>
                  </a:lnTo>
                  <a:lnTo>
                    <a:pt x="10351" y="10561"/>
                  </a:lnTo>
                  <a:lnTo>
                    <a:pt x="10365" y="10863"/>
                  </a:lnTo>
                  <a:lnTo>
                    <a:pt x="6576" y="10983"/>
                  </a:lnTo>
                  <a:lnTo>
                    <a:pt x="3633" y="14044"/>
                  </a:lnTo>
                  <a:lnTo>
                    <a:pt x="2561" y="11694"/>
                  </a:lnTo>
                  <a:lnTo>
                    <a:pt x="1414" y="12168"/>
                  </a:lnTo>
                  <a:lnTo>
                    <a:pt x="169" y="11276"/>
                  </a:lnTo>
                  <a:lnTo>
                    <a:pt x="0" y="8604"/>
                  </a:lnTo>
                  <a:lnTo>
                    <a:pt x="429" y="5361"/>
                  </a:lnTo>
                  <a:lnTo>
                    <a:pt x="3070" y="505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h4834"/>
            <p:cNvSpPr/>
            <p:nvPr/>
          </p:nvSpPr>
          <p:spPr>
            <a:xfrm>
              <a:off x="7509774" y="3477924"/>
              <a:ext cx="12936" cy="13119"/>
            </a:xfrm>
            <a:custGeom>
              <a:avLst/>
              <a:pathLst>
                <a:path w="12936" h="13119">
                  <a:moveTo>
                    <a:pt x="12936" y="4895"/>
                  </a:moveTo>
                  <a:lnTo>
                    <a:pt x="10060" y="4936"/>
                  </a:lnTo>
                  <a:lnTo>
                    <a:pt x="12633" y="9538"/>
                  </a:lnTo>
                  <a:lnTo>
                    <a:pt x="12431" y="10744"/>
                  </a:lnTo>
                  <a:lnTo>
                    <a:pt x="6843" y="13119"/>
                  </a:lnTo>
                  <a:lnTo>
                    <a:pt x="0" y="6058"/>
                  </a:lnTo>
                  <a:lnTo>
                    <a:pt x="3244" y="3472"/>
                  </a:lnTo>
                  <a:lnTo>
                    <a:pt x="2937" y="2559"/>
                  </a:lnTo>
                  <a:lnTo>
                    <a:pt x="4966" y="1395"/>
                  </a:lnTo>
                  <a:lnTo>
                    <a:pt x="1058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h4835"/>
            <p:cNvSpPr/>
            <p:nvPr/>
          </p:nvSpPr>
          <p:spPr>
            <a:xfrm>
              <a:off x="7506995" y="3405512"/>
              <a:ext cx="6998" cy="12716"/>
            </a:xfrm>
            <a:custGeom>
              <a:avLst/>
              <a:pathLst>
                <a:path w="6998" h="12716">
                  <a:moveTo>
                    <a:pt x="3944" y="10337"/>
                  </a:moveTo>
                  <a:lnTo>
                    <a:pt x="5355" y="12716"/>
                  </a:lnTo>
                  <a:lnTo>
                    <a:pt x="655" y="12283"/>
                  </a:lnTo>
                  <a:lnTo>
                    <a:pt x="0" y="9909"/>
                  </a:lnTo>
                  <a:lnTo>
                    <a:pt x="464" y="4625"/>
                  </a:lnTo>
                  <a:lnTo>
                    <a:pt x="2327" y="1911"/>
                  </a:lnTo>
                  <a:lnTo>
                    <a:pt x="699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h4836"/>
            <p:cNvSpPr/>
            <p:nvPr/>
          </p:nvSpPr>
          <p:spPr>
            <a:xfrm>
              <a:off x="7638456" y="3467953"/>
              <a:ext cx="19510" cy="25142"/>
            </a:xfrm>
            <a:custGeom>
              <a:avLst/>
              <a:pathLst>
                <a:path w="19510" h="25142">
                  <a:moveTo>
                    <a:pt x="15518" y="922"/>
                  </a:moveTo>
                  <a:lnTo>
                    <a:pt x="19219" y="4731"/>
                  </a:lnTo>
                  <a:lnTo>
                    <a:pt x="19510" y="6206"/>
                  </a:lnTo>
                  <a:lnTo>
                    <a:pt x="17494" y="10390"/>
                  </a:lnTo>
                  <a:lnTo>
                    <a:pt x="15265" y="20692"/>
                  </a:lnTo>
                  <a:lnTo>
                    <a:pt x="15856" y="21414"/>
                  </a:lnTo>
                  <a:lnTo>
                    <a:pt x="15014" y="25142"/>
                  </a:lnTo>
                  <a:lnTo>
                    <a:pt x="13172" y="22676"/>
                  </a:lnTo>
                  <a:lnTo>
                    <a:pt x="8705" y="20432"/>
                  </a:lnTo>
                  <a:lnTo>
                    <a:pt x="2781" y="23564"/>
                  </a:lnTo>
                  <a:lnTo>
                    <a:pt x="3299" y="22339"/>
                  </a:lnTo>
                  <a:lnTo>
                    <a:pt x="2872" y="20475"/>
                  </a:lnTo>
                  <a:lnTo>
                    <a:pt x="0" y="15526"/>
                  </a:lnTo>
                  <a:lnTo>
                    <a:pt x="3057" y="7044"/>
                  </a:lnTo>
                  <a:lnTo>
                    <a:pt x="1391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h4837"/>
            <p:cNvSpPr/>
            <p:nvPr/>
          </p:nvSpPr>
          <p:spPr>
            <a:xfrm>
              <a:off x="7618058" y="3430963"/>
              <a:ext cx="35916" cy="66015"/>
            </a:xfrm>
            <a:custGeom>
              <a:avLst/>
              <a:pathLst>
                <a:path w="35916" h="66015">
                  <a:moveTo>
                    <a:pt x="6101" y="3126"/>
                  </a:moveTo>
                  <a:lnTo>
                    <a:pt x="12664" y="5017"/>
                  </a:lnTo>
                  <a:lnTo>
                    <a:pt x="13200" y="9766"/>
                  </a:lnTo>
                  <a:lnTo>
                    <a:pt x="18108" y="10599"/>
                  </a:lnTo>
                  <a:lnTo>
                    <a:pt x="24372" y="16610"/>
                  </a:lnTo>
                  <a:lnTo>
                    <a:pt x="30327" y="19466"/>
                  </a:lnTo>
                  <a:lnTo>
                    <a:pt x="32244" y="21977"/>
                  </a:lnTo>
                  <a:lnTo>
                    <a:pt x="32876" y="34019"/>
                  </a:lnTo>
                  <a:lnTo>
                    <a:pt x="35916" y="37913"/>
                  </a:lnTo>
                  <a:lnTo>
                    <a:pt x="34312" y="36990"/>
                  </a:lnTo>
                  <a:lnTo>
                    <a:pt x="23455" y="44035"/>
                  </a:lnTo>
                  <a:lnTo>
                    <a:pt x="20398" y="52517"/>
                  </a:lnTo>
                  <a:lnTo>
                    <a:pt x="23271" y="57466"/>
                  </a:lnTo>
                  <a:lnTo>
                    <a:pt x="23697" y="59330"/>
                  </a:lnTo>
                  <a:lnTo>
                    <a:pt x="23179" y="60555"/>
                  </a:lnTo>
                  <a:lnTo>
                    <a:pt x="22544" y="62673"/>
                  </a:lnTo>
                  <a:lnTo>
                    <a:pt x="20887" y="64051"/>
                  </a:lnTo>
                  <a:lnTo>
                    <a:pt x="11593" y="64390"/>
                  </a:lnTo>
                  <a:lnTo>
                    <a:pt x="8748" y="66015"/>
                  </a:lnTo>
                  <a:lnTo>
                    <a:pt x="7912" y="65367"/>
                  </a:lnTo>
                  <a:lnTo>
                    <a:pt x="3862" y="55482"/>
                  </a:lnTo>
                  <a:lnTo>
                    <a:pt x="6841" y="56063"/>
                  </a:lnTo>
                  <a:lnTo>
                    <a:pt x="7253" y="54191"/>
                  </a:lnTo>
                  <a:lnTo>
                    <a:pt x="5344" y="50474"/>
                  </a:lnTo>
                  <a:lnTo>
                    <a:pt x="0" y="46737"/>
                  </a:lnTo>
                  <a:lnTo>
                    <a:pt x="258" y="45793"/>
                  </a:lnTo>
                  <a:lnTo>
                    <a:pt x="6012" y="43123"/>
                  </a:lnTo>
                  <a:lnTo>
                    <a:pt x="8684" y="43699"/>
                  </a:lnTo>
                  <a:lnTo>
                    <a:pt x="11038" y="36281"/>
                  </a:lnTo>
                  <a:lnTo>
                    <a:pt x="2430" y="35843"/>
                  </a:lnTo>
                  <a:lnTo>
                    <a:pt x="1862" y="35815"/>
                  </a:lnTo>
                  <a:lnTo>
                    <a:pt x="5327" y="30052"/>
                  </a:lnTo>
                  <a:lnTo>
                    <a:pt x="2807" y="27305"/>
                  </a:lnTo>
                  <a:lnTo>
                    <a:pt x="11151" y="13125"/>
                  </a:lnTo>
                  <a:lnTo>
                    <a:pt x="1586" y="10153"/>
                  </a:lnTo>
                  <a:lnTo>
                    <a:pt x="1047" y="9207"/>
                  </a:lnTo>
                  <a:lnTo>
                    <a:pt x="2120" y="6807"/>
                  </a:lnTo>
                  <a:lnTo>
                    <a:pt x="4380" y="1281"/>
                  </a:lnTo>
                  <a:lnTo>
                    <a:pt x="801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h4838"/>
            <p:cNvSpPr/>
            <p:nvPr/>
          </p:nvSpPr>
          <p:spPr>
            <a:xfrm>
              <a:off x="7404195" y="3267040"/>
              <a:ext cx="21501" cy="22937"/>
            </a:xfrm>
            <a:custGeom>
              <a:avLst/>
              <a:pathLst>
                <a:path w="21501" h="22937">
                  <a:moveTo>
                    <a:pt x="21501" y="13504"/>
                  </a:moveTo>
                  <a:lnTo>
                    <a:pt x="20246" y="13072"/>
                  </a:lnTo>
                  <a:lnTo>
                    <a:pt x="14258" y="19428"/>
                  </a:lnTo>
                  <a:lnTo>
                    <a:pt x="8888" y="20330"/>
                  </a:lnTo>
                  <a:lnTo>
                    <a:pt x="5964" y="19701"/>
                  </a:lnTo>
                  <a:lnTo>
                    <a:pt x="1753" y="22937"/>
                  </a:lnTo>
                  <a:lnTo>
                    <a:pt x="0" y="19663"/>
                  </a:lnTo>
                  <a:lnTo>
                    <a:pt x="5160" y="18615"/>
                  </a:lnTo>
                  <a:lnTo>
                    <a:pt x="2233" y="12596"/>
                  </a:lnTo>
                  <a:lnTo>
                    <a:pt x="3144" y="12342"/>
                  </a:lnTo>
                  <a:lnTo>
                    <a:pt x="2078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h4839"/>
            <p:cNvSpPr/>
            <p:nvPr/>
          </p:nvSpPr>
          <p:spPr>
            <a:xfrm>
              <a:off x="7450517" y="3422613"/>
              <a:ext cx="13619" cy="20395"/>
            </a:xfrm>
            <a:custGeom>
              <a:avLst/>
              <a:pathLst>
                <a:path w="13619" h="20395">
                  <a:moveTo>
                    <a:pt x="13446" y="0"/>
                  </a:moveTo>
                  <a:lnTo>
                    <a:pt x="13619" y="3355"/>
                  </a:lnTo>
                  <a:lnTo>
                    <a:pt x="12732" y="3523"/>
                  </a:lnTo>
                  <a:lnTo>
                    <a:pt x="10866" y="6387"/>
                  </a:lnTo>
                  <a:lnTo>
                    <a:pt x="11814" y="17449"/>
                  </a:lnTo>
                  <a:lnTo>
                    <a:pt x="6496" y="14140"/>
                  </a:lnTo>
                  <a:lnTo>
                    <a:pt x="4623" y="15543"/>
                  </a:lnTo>
                  <a:lnTo>
                    <a:pt x="8111" y="16918"/>
                  </a:lnTo>
                  <a:lnTo>
                    <a:pt x="8806" y="19744"/>
                  </a:lnTo>
                  <a:lnTo>
                    <a:pt x="4429" y="20395"/>
                  </a:lnTo>
                  <a:lnTo>
                    <a:pt x="0" y="18980"/>
                  </a:lnTo>
                  <a:lnTo>
                    <a:pt x="1181" y="14296"/>
                  </a:lnTo>
                  <a:lnTo>
                    <a:pt x="550" y="13296"/>
                  </a:lnTo>
                  <a:lnTo>
                    <a:pt x="554" y="8564"/>
                  </a:lnTo>
                  <a:lnTo>
                    <a:pt x="2151" y="2555"/>
                  </a:lnTo>
                  <a:lnTo>
                    <a:pt x="1714" y="113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h4840"/>
            <p:cNvSpPr/>
            <p:nvPr/>
          </p:nvSpPr>
          <p:spPr>
            <a:xfrm>
              <a:off x="7325554" y="3324486"/>
              <a:ext cx="9468" cy="14204"/>
            </a:xfrm>
            <a:custGeom>
              <a:avLst/>
              <a:pathLst>
                <a:path w="9468" h="14204">
                  <a:moveTo>
                    <a:pt x="7023" y="5333"/>
                  </a:moveTo>
                  <a:lnTo>
                    <a:pt x="8786" y="6141"/>
                  </a:lnTo>
                  <a:lnTo>
                    <a:pt x="9468" y="10171"/>
                  </a:lnTo>
                  <a:lnTo>
                    <a:pt x="8246" y="13227"/>
                  </a:lnTo>
                  <a:lnTo>
                    <a:pt x="6868" y="14204"/>
                  </a:lnTo>
                  <a:lnTo>
                    <a:pt x="4166" y="13655"/>
                  </a:lnTo>
                  <a:lnTo>
                    <a:pt x="4635" y="12638"/>
                  </a:lnTo>
                  <a:lnTo>
                    <a:pt x="1877" y="10807"/>
                  </a:lnTo>
                  <a:lnTo>
                    <a:pt x="268" y="8337"/>
                  </a:lnTo>
                  <a:lnTo>
                    <a:pt x="0" y="6381"/>
                  </a:lnTo>
                  <a:lnTo>
                    <a:pt x="956" y="4549"/>
                  </a:lnTo>
                  <a:lnTo>
                    <a:pt x="458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h4841"/>
            <p:cNvSpPr/>
            <p:nvPr/>
          </p:nvSpPr>
          <p:spPr>
            <a:xfrm>
              <a:off x="7310374" y="3457173"/>
              <a:ext cx="22852" cy="13329"/>
            </a:xfrm>
            <a:custGeom>
              <a:avLst/>
              <a:pathLst>
                <a:path w="22852" h="13329">
                  <a:moveTo>
                    <a:pt x="11078" y="0"/>
                  </a:moveTo>
                  <a:lnTo>
                    <a:pt x="11566" y="2460"/>
                  </a:lnTo>
                  <a:lnTo>
                    <a:pt x="13942" y="4934"/>
                  </a:lnTo>
                  <a:lnTo>
                    <a:pt x="22852" y="10365"/>
                  </a:lnTo>
                  <a:lnTo>
                    <a:pt x="20732" y="12369"/>
                  </a:lnTo>
                  <a:lnTo>
                    <a:pt x="17311" y="13329"/>
                  </a:lnTo>
                  <a:lnTo>
                    <a:pt x="11283" y="12940"/>
                  </a:lnTo>
                  <a:lnTo>
                    <a:pt x="1816" y="6172"/>
                  </a:lnTo>
                  <a:lnTo>
                    <a:pt x="0" y="5840"/>
                  </a:lnTo>
                  <a:lnTo>
                    <a:pt x="273" y="3892"/>
                  </a:lnTo>
                  <a:lnTo>
                    <a:pt x="1059" y="339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h4842"/>
            <p:cNvSpPr/>
            <p:nvPr/>
          </p:nvSpPr>
          <p:spPr>
            <a:xfrm>
              <a:off x="7534000" y="3333110"/>
              <a:ext cx="11102" cy="9186"/>
            </a:xfrm>
            <a:custGeom>
              <a:avLst/>
              <a:pathLst>
                <a:path w="11102" h="9186">
                  <a:moveTo>
                    <a:pt x="10322" y="549"/>
                  </a:moveTo>
                  <a:lnTo>
                    <a:pt x="11102" y="1583"/>
                  </a:lnTo>
                  <a:lnTo>
                    <a:pt x="5064" y="9186"/>
                  </a:lnTo>
                  <a:lnTo>
                    <a:pt x="0" y="5494"/>
                  </a:lnTo>
                  <a:lnTo>
                    <a:pt x="2111" y="3286"/>
                  </a:lnTo>
                  <a:lnTo>
                    <a:pt x="772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h4843"/>
            <p:cNvSpPr/>
            <p:nvPr/>
          </p:nvSpPr>
          <p:spPr>
            <a:xfrm>
              <a:off x="7491053" y="3454863"/>
              <a:ext cx="7991" cy="9915"/>
            </a:xfrm>
            <a:custGeom>
              <a:avLst/>
              <a:pathLst>
                <a:path w="7991" h="9915">
                  <a:moveTo>
                    <a:pt x="7365" y="1583"/>
                  </a:moveTo>
                  <a:lnTo>
                    <a:pt x="7991" y="3886"/>
                  </a:lnTo>
                  <a:lnTo>
                    <a:pt x="6621" y="5990"/>
                  </a:lnTo>
                  <a:lnTo>
                    <a:pt x="3218" y="9915"/>
                  </a:lnTo>
                  <a:lnTo>
                    <a:pt x="0" y="9714"/>
                  </a:lnTo>
                  <a:lnTo>
                    <a:pt x="1702" y="4237"/>
                  </a:lnTo>
                  <a:lnTo>
                    <a:pt x="511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h4844"/>
            <p:cNvSpPr/>
            <p:nvPr/>
          </p:nvSpPr>
          <p:spPr>
            <a:xfrm>
              <a:off x="7310111" y="3286032"/>
              <a:ext cx="6275" cy="5250"/>
            </a:xfrm>
            <a:custGeom>
              <a:avLst/>
              <a:pathLst>
                <a:path w="6275" h="5250">
                  <a:moveTo>
                    <a:pt x="4185" y="1472"/>
                  </a:moveTo>
                  <a:lnTo>
                    <a:pt x="6275" y="1850"/>
                  </a:lnTo>
                  <a:lnTo>
                    <a:pt x="6052" y="5250"/>
                  </a:lnTo>
                  <a:lnTo>
                    <a:pt x="2395" y="4909"/>
                  </a:lnTo>
                  <a:lnTo>
                    <a:pt x="3947" y="2609"/>
                  </a:lnTo>
                  <a:lnTo>
                    <a:pt x="3102" y="2034"/>
                  </a:lnTo>
                  <a:lnTo>
                    <a:pt x="1166" y="2693"/>
                  </a:lnTo>
                  <a:lnTo>
                    <a:pt x="0" y="1939"/>
                  </a:lnTo>
                  <a:lnTo>
                    <a:pt x="1593" y="885"/>
                  </a:lnTo>
                  <a:lnTo>
                    <a:pt x="317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h4845"/>
            <p:cNvSpPr/>
            <p:nvPr/>
          </p:nvSpPr>
          <p:spPr>
            <a:xfrm>
              <a:off x="7466294" y="3381873"/>
              <a:ext cx="13960" cy="13393"/>
            </a:xfrm>
            <a:custGeom>
              <a:avLst/>
              <a:pathLst>
                <a:path w="13960" h="13393">
                  <a:moveTo>
                    <a:pt x="11160" y="55"/>
                  </a:moveTo>
                  <a:lnTo>
                    <a:pt x="13960" y="2658"/>
                  </a:lnTo>
                  <a:lnTo>
                    <a:pt x="11785" y="8883"/>
                  </a:lnTo>
                  <a:lnTo>
                    <a:pt x="8193" y="11254"/>
                  </a:lnTo>
                  <a:lnTo>
                    <a:pt x="6530" y="12804"/>
                  </a:lnTo>
                  <a:lnTo>
                    <a:pt x="0" y="13393"/>
                  </a:lnTo>
                  <a:lnTo>
                    <a:pt x="861" y="11596"/>
                  </a:lnTo>
                  <a:lnTo>
                    <a:pt x="4411" y="9657"/>
                  </a:lnTo>
                  <a:lnTo>
                    <a:pt x="3116" y="6562"/>
                  </a:lnTo>
                  <a:lnTo>
                    <a:pt x="3336" y="3267"/>
                  </a:lnTo>
                  <a:lnTo>
                    <a:pt x="5900" y="1255"/>
                  </a:lnTo>
                  <a:lnTo>
                    <a:pt x="973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h4846"/>
            <p:cNvSpPr/>
            <p:nvPr/>
          </p:nvSpPr>
          <p:spPr>
            <a:xfrm>
              <a:off x="7510610" y="3388257"/>
              <a:ext cx="4521" cy="5246"/>
            </a:xfrm>
            <a:custGeom>
              <a:avLst/>
              <a:pathLst>
                <a:path w="4521" h="5246">
                  <a:moveTo>
                    <a:pt x="4015" y="0"/>
                  </a:moveTo>
                  <a:lnTo>
                    <a:pt x="4521" y="4834"/>
                  </a:lnTo>
                  <a:lnTo>
                    <a:pt x="2776" y="5246"/>
                  </a:lnTo>
                  <a:lnTo>
                    <a:pt x="0" y="3861"/>
                  </a:lnTo>
                  <a:lnTo>
                    <a:pt x="654" y="69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h4847"/>
            <p:cNvSpPr/>
            <p:nvPr/>
          </p:nvSpPr>
          <p:spPr>
            <a:xfrm>
              <a:off x="7463263" y="3335172"/>
              <a:ext cx="17499" cy="18537"/>
            </a:xfrm>
            <a:custGeom>
              <a:avLst/>
              <a:pathLst>
                <a:path w="17499" h="18537">
                  <a:moveTo>
                    <a:pt x="16580" y="13049"/>
                  </a:moveTo>
                  <a:lnTo>
                    <a:pt x="14169" y="15856"/>
                  </a:lnTo>
                  <a:lnTo>
                    <a:pt x="11297" y="15433"/>
                  </a:lnTo>
                  <a:lnTo>
                    <a:pt x="5789" y="16041"/>
                  </a:lnTo>
                  <a:lnTo>
                    <a:pt x="0" y="18537"/>
                  </a:lnTo>
                  <a:lnTo>
                    <a:pt x="59" y="13241"/>
                  </a:lnTo>
                  <a:lnTo>
                    <a:pt x="353" y="13826"/>
                  </a:lnTo>
                  <a:lnTo>
                    <a:pt x="7970" y="13175"/>
                  </a:lnTo>
                  <a:lnTo>
                    <a:pt x="8880" y="8041"/>
                  </a:lnTo>
                  <a:lnTo>
                    <a:pt x="13617" y="0"/>
                  </a:lnTo>
                  <a:lnTo>
                    <a:pt x="14770" y="99"/>
                  </a:lnTo>
                  <a:lnTo>
                    <a:pt x="17499" y="46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h4848"/>
            <p:cNvSpPr/>
            <p:nvPr/>
          </p:nvSpPr>
          <p:spPr>
            <a:xfrm>
              <a:off x="7702282" y="3424865"/>
              <a:ext cx="47054" cy="54748"/>
            </a:xfrm>
            <a:custGeom>
              <a:avLst/>
              <a:pathLst>
                <a:path w="47054" h="54748">
                  <a:moveTo>
                    <a:pt x="39089" y="201"/>
                  </a:moveTo>
                  <a:lnTo>
                    <a:pt x="38195" y="3267"/>
                  </a:lnTo>
                  <a:lnTo>
                    <a:pt x="38678" y="7165"/>
                  </a:lnTo>
                  <a:lnTo>
                    <a:pt x="37647" y="13009"/>
                  </a:lnTo>
                  <a:lnTo>
                    <a:pt x="34392" y="11245"/>
                  </a:lnTo>
                  <a:lnTo>
                    <a:pt x="31315" y="12032"/>
                  </a:lnTo>
                  <a:lnTo>
                    <a:pt x="30062" y="11593"/>
                  </a:lnTo>
                  <a:lnTo>
                    <a:pt x="26936" y="13185"/>
                  </a:lnTo>
                  <a:lnTo>
                    <a:pt x="26431" y="16636"/>
                  </a:lnTo>
                  <a:lnTo>
                    <a:pt x="28859" y="21328"/>
                  </a:lnTo>
                  <a:lnTo>
                    <a:pt x="35104" y="21242"/>
                  </a:lnTo>
                  <a:lnTo>
                    <a:pt x="36684" y="19803"/>
                  </a:lnTo>
                  <a:lnTo>
                    <a:pt x="41379" y="22479"/>
                  </a:lnTo>
                  <a:lnTo>
                    <a:pt x="39705" y="23510"/>
                  </a:lnTo>
                  <a:lnTo>
                    <a:pt x="38508" y="28184"/>
                  </a:lnTo>
                  <a:lnTo>
                    <a:pt x="39092" y="32854"/>
                  </a:lnTo>
                  <a:lnTo>
                    <a:pt x="40669" y="34915"/>
                  </a:lnTo>
                  <a:lnTo>
                    <a:pt x="44181" y="37305"/>
                  </a:lnTo>
                  <a:lnTo>
                    <a:pt x="44243" y="38076"/>
                  </a:lnTo>
                  <a:lnTo>
                    <a:pt x="41914" y="40728"/>
                  </a:lnTo>
                  <a:lnTo>
                    <a:pt x="33991" y="45491"/>
                  </a:lnTo>
                  <a:lnTo>
                    <a:pt x="36695" y="51621"/>
                  </a:lnTo>
                  <a:lnTo>
                    <a:pt x="45579" y="51711"/>
                  </a:lnTo>
                  <a:lnTo>
                    <a:pt x="47054" y="53353"/>
                  </a:lnTo>
                  <a:lnTo>
                    <a:pt x="33506" y="53503"/>
                  </a:lnTo>
                  <a:lnTo>
                    <a:pt x="25811" y="54748"/>
                  </a:lnTo>
                  <a:lnTo>
                    <a:pt x="24558" y="54621"/>
                  </a:lnTo>
                  <a:lnTo>
                    <a:pt x="23464" y="51512"/>
                  </a:lnTo>
                  <a:lnTo>
                    <a:pt x="9085" y="53359"/>
                  </a:lnTo>
                  <a:lnTo>
                    <a:pt x="1059" y="52362"/>
                  </a:lnTo>
                  <a:lnTo>
                    <a:pt x="0" y="48433"/>
                  </a:lnTo>
                  <a:lnTo>
                    <a:pt x="416" y="43472"/>
                  </a:lnTo>
                  <a:lnTo>
                    <a:pt x="3123" y="42749"/>
                  </a:lnTo>
                  <a:lnTo>
                    <a:pt x="5945" y="39344"/>
                  </a:lnTo>
                  <a:lnTo>
                    <a:pt x="6629" y="40066"/>
                  </a:lnTo>
                  <a:lnTo>
                    <a:pt x="10074" y="40358"/>
                  </a:lnTo>
                  <a:lnTo>
                    <a:pt x="18182" y="38913"/>
                  </a:lnTo>
                  <a:lnTo>
                    <a:pt x="19445" y="37716"/>
                  </a:lnTo>
                  <a:lnTo>
                    <a:pt x="20225" y="34064"/>
                  </a:lnTo>
                  <a:lnTo>
                    <a:pt x="15663" y="32773"/>
                  </a:lnTo>
                  <a:lnTo>
                    <a:pt x="14301" y="29512"/>
                  </a:lnTo>
                  <a:lnTo>
                    <a:pt x="12100" y="27522"/>
                  </a:lnTo>
                  <a:lnTo>
                    <a:pt x="6907" y="29872"/>
                  </a:lnTo>
                  <a:lnTo>
                    <a:pt x="6969" y="34447"/>
                  </a:lnTo>
                  <a:lnTo>
                    <a:pt x="3791" y="34654"/>
                  </a:lnTo>
                  <a:lnTo>
                    <a:pt x="2046" y="30280"/>
                  </a:lnTo>
                  <a:lnTo>
                    <a:pt x="9575" y="25911"/>
                  </a:lnTo>
                  <a:lnTo>
                    <a:pt x="9214" y="22709"/>
                  </a:lnTo>
                  <a:lnTo>
                    <a:pt x="11397" y="20454"/>
                  </a:lnTo>
                  <a:lnTo>
                    <a:pt x="15723" y="19560"/>
                  </a:lnTo>
                  <a:lnTo>
                    <a:pt x="18093" y="14494"/>
                  </a:lnTo>
                  <a:lnTo>
                    <a:pt x="17020" y="13451"/>
                  </a:lnTo>
                  <a:lnTo>
                    <a:pt x="17053" y="8357"/>
                  </a:lnTo>
                  <a:lnTo>
                    <a:pt x="19621" y="5533"/>
                  </a:lnTo>
                  <a:lnTo>
                    <a:pt x="23950" y="4171"/>
                  </a:lnTo>
                  <a:lnTo>
                    <a:pt x="29405" y="5881"/>
                  </a:lnTo>
                  <a:lnTo>
                    <a:pt x="29163" y="1545"/>
                  </a:lnTo>
                  <a:lnTo>
                    <a:pt x="3446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h4849"/>
            <p:cNvSpPr/>
            <p:nvPr/>
          </p:nvSpPr>
          <p:spPr>
            <a:xfrm>
              <a:off x="7479967" y="3405861"/>
              <a:ext cx="12491" cy="8437"/>
            </a:xfrm>
            <a:custGeom>
              <a:avLst/>
              <a:pathLst>
                <a:path w="12491" h="8437">
                  <a:moveTo>
                    <a:pt x="6846" y="724"/>
                  </a:moveTo>
                  <a:lnTo>
                    <a:pt x="11895" y="2053"/>
                  </a:lnTo>
                  <a:lnTo>
                    <a:pt x="12443" y="3982"/>
                  </a:lnTo>
                  <a:lnTo>
                    <a:pt x="12491" y="4204"/>
                  </a:lnTo>
                  <a:lnTo>
                    <a:pt x="10969" y="6025"/>
                  </a:lnTo>
                  <a:lnTo>
                    <a:pt x="7085" y="6573"/>
                  </a:lnTo>
                  <a:lnTo>
                    <a:pt x="3396" y="4785"/>
                  </a:lnTo>
                  <a:lnTo>
                    <a:pt x="1554" y="5932"/>
                  </a:lnTo>
                  <a:lnTo>
                    <a:pt x="4229" y="8184"/>
                  </a:lnTo>
                  <a:lnTo>
                    <a:pt x="3575" y="8437"/>
                  </a:lnTo>
                  <a:lnTo>
                    <a:pt x="1504" y="8184"/>
                  </a:lnTo>
                  <a:lnTo>
                    <a:pt x="305" y="6522"/>
                  </a:lnTo>
                  <a:lnTo>
                    <a:pt x="0" y="0"/>
                  </a:lnTo>
                  <a:lnTo>
                    <a:pt x="4337" y="198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h4850"/>
            <p:cNvSpPr/>
            <p:nvPr/>
          </p:nvSpPr>
          <p:spPr>
            <a:xfrm>
              <a:off x="7519076" y="3461634"/>
              <a:ext cx="4856" cy="11588"/>
            </a:xfrm>
            <a:custGeom>
              <a:avLst/>
              <a:pathLst>
                <a:path w="4856" h="11588">
                  <a:moveTo>
                    <a:pt x="3108" y="6483"/>
                  </a:moveTo>
                  <a:lnTo>
                    <a:pt x="4856" y="7269"/>
                  </a:lnTo>
                  <a:lnTo>
                    <a:pt x="2616" y="11588"/>
                  </a:lnTo>
                  <a:lnTo>
                    <a:pt x="1920" y="7926"/>
                  </a:lnTo>
                  <a:lnTo>
                    <a:pt x="0" y="6543"/>
                  </a:lnTo>
                  <a:lnTo>
                    <a:pt x="139" y="4553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h4851"/>
            <p:cNvSpPr/>
            <p:nvPr/>
          </p:nvSpPr>
          <p:spPr>
            <a:xfrm>
              <a:off x="7505414" y="3308574"/>
              <a:ext cx="28311" cy="14868"/>
            </a:xfrm>
            <a:custGeom>
              <a:avLst/>
              <a:pathLst>
                <a:path w="28311" h="14868">
                  <a:moveTo>
                    <a:pt x="28311" y="3382"/>
                  </a:moveTo>
                  <a:lnTo>
                    <a:pt x="23666" y="6951"/>
                  </a:lnTo>
                  <a:lnTo>
                    <a:pt x="21261" y="7476"/>
                  </a:lnTo>
                  <a:lnTo>
                    <a:pt x="17303" y="11478"/>
                  </a:lnTo>
                  <a:lnTo>
                    <a:pt x="5178" y="14868"/>
                  </a:lnTo>
                  <a:lnTo>
                    <a:pt x="0" y="2630"/>
                  </a:lnTo>
                  <a:lnTo>
                    <a:pt x="4307" y="807"/>
                  </a:lnTo>
                  <a:lnTo>
                    <a:pt x="4677" y="2538"/>
                  </a:lnTo>
                  <a:lnTo>
                    <a:pt x="6004" y="3363"/>
                  </a:lnTo>
                  <a:lnTo>
                    <a:pt x="9251" y="3298"/>
                  </a:lnTo>
                  <a:lnTo>
                    <a:pt x="16723" y="1787"/>
                  </a:lnTo>
                  <a:lnTo>
                    <a:pt x="21949" y="2728"/>
                  </a:lnTo>
                  <a:lnTo>
                    <a:pt x="25673" y="2290"/>
                  </a:lnTo>
                  <a:lnTo>
                    <a:pt x="2821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h4852"/>
            <p:cNvSpPr/>
            <p:nvPr/>
          </p:nvSpPr>
          <p:spPr>
            <a:xfrm>
              <a:off x="7393183" y="3378233"/>
              <a:ext cx="13606" cy="18271"/>
            </a:xfrm>
            <a:custGeom>
              <a:avLst/>
              <a:pathLst>
                <a:path w="13606" h="18271">
                  <a:moveTo>
                    <a:pt x="8221" y="228"/>
                  </a:moveTo>
                  <a:lnTo>
                    <a:pt x="9120" y="4626"/>
                  </a:lnTo>
                  <a:lnTo>
                    <a:pt x="10481" y="6427"/>
                  </a:lnTo>
                  <a:lnTo>
                    <a:pt x="13606" y="6800"/>
                  </a:lnTo>
                  <a:lnTo>
                    <a:pt x="13459" y="13091"/>
                  </a:lnTo>
                  <a:lnTo>
                    <a:pt x="12835" y="16355"/>
                  </a:lnTo>
                  <a:lnTo>
                    <a:pt x="11762" y="17770"/>
                  </a:lnTo>
                  <a:lnTo>
                    <a:pt x="8364" y="18271"/>
                  </a:lnTo>
                  <a:lnTo>
                    <a:pt x="5881" y="13649"/>
                  </a:lnTo>
                  <a:lnTo>
                    <a:pt x="2353" y="12485"/>
                  </a:lnTo>
                  <a:lnTo>
                    <a:pt x="1358" y="13014"/>
                  </a:lnTo>
                  <a:lnTo>
                    <a:pt x="0" y="7985"/>
                  </a:lnTo>
                  <a:lnTo>
                    <a:pt x="1621" y="1357"/>
                  </a:lnTo>
                  <a:lnTo>
                    <a:pt x="2648" y="1161"/>
                  </a:lnTo>
                  <a:lnTo>
                    <a:pt x="607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h4853"/>
            <p:cNvSpPr/>
            <p:nvPr/>
          </p:nvSpPr>
          <p:spPr>
            <a:xfrm>
              <a:off x="7434624" y="3309338"/>
              <a:ext cx="17746" cy="15486"/>
            </a:xfrm>
            <a:custGeom>
              <a:avLst/>
              <a:pathLst>
                <a:path w="17746" h="15486">
                  <a:moveTo>
                    <a:pt x="17498" y="0"/>
                  </a:moveTo>
                  <a:lnTo>
                    <a:pt x="17746" y="6853"/>
                  </a:lnTo>
                  <a:lnTo>
                    <a:pt x="10968" y="13777"/>
                  </a:lnTo>
                  <a:lnTo>
                    <a:pt x="6822" y="15486"/>
                  </a:lnTo>
                  <a:lnTo>
                    <a:pt x="2328" y="14459"/>
                  </a:lnTo>
                  <a:lnTo>
                    <a:pt x="1026" y="12925"/>
                  </a:lnTo>
                  <a:lnTo>
                    <a:pt x="0" y="10988"/>
                  </a:lnTo>
                  <a:lnTo>
                    <a:pt x="1565" y="6731"/>
                  </a:lnTo>
                  <a:lnTo>
                    <a:pt x="4073" y="5222"/>
                  </a:lnTo>
                  <a:lnTo>
                    <a:pt x="6067" y="5006"/>
                  </a:lnTo>
                  <a:lnTo>
                    <a:pt x="9198" y="8496"/>
                  </a:lnTo>
                  <a:lnTo>
                    <a:pt x="11901" y="8387"/>
                  </a:lnTo>
                  <a:lnTo>
                    <a:pt x="14099" y="70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h4854"/>
            <p:cNvSpPr/>
            <p:nvPr/>
          </p:nvSpPr>
          <p:spPr>
            <a:xfrm>
              <a:off x="7554267" y="3361524"/>
              <a:ext cx="11253" cy="8468"/>
            </a:xfrm>
            <a:custGeom>
              <a:avLst/>
              <a:pathLst>
                <a:path w="11253" h="8468">
                  <a:moveTo>
                    <a:pt x="6681" y="3062"/>
                  </a:moveTo>
                  <a:lnTo>
                    <a:pt x="11212" y="3439"/>
                  </a:lnTo>
                  <a:lnTo>
                    <a:pt x="11253" y="4459"/>
                  </a:lnTo>
                  <a:lnTo>
                    <a:pt x="7915" y="5742"/>
                  </a:lnTo>
                  <a:lnTo>
                    <a:pt x="7462" y="7158"/>
                  </a:lnTo>
                  <a:lnTo>
                    <a:pt x="6284" y="7717"/>
                  </a:lnTo>
                  <a:lnTo>
                    <a:pt x="577" y="8468"/>
                  </a:lnTo>
                  <a:lnTo>
                    <a:pt x="0" y="3690"/>
                  </a:lnTo>
                  <a:lnTo>
                    <a:pt x="1112" y="3442"/>
                  </a:lnTo>
                  <a:lnTo>
                    <a:pt x="1177" y="621"/>
                  </a:lnTo>
                  <a:lnTo>
                    <a:pt x="330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h4855"/>
            <p:cNvSpPr/>
            <p:nvPr/>
          </p:nvSpPr>
          <p:spPr>
            <a:xfrm>
              <a:off x="7315270" y="3424469"/>
              <a:ext cx="16368" cy="17095"/>
            </a:xfrm>
            <a:custGeom>
              <a:avLst/>
              <a:pathLst>
                <a:path w="16368" h="17095">
                  <a:moveTo>
                    <a:pt x="10524" y="379"/>
                  </a:moveTo>
                  <a:lnTo>
                    <a:pt x="15700" y="5778"/>
                  </a:lnTo>
                  <a:lnTo>
                    <a:pt x="16368" y="9908"/>
                  </a:lnTo>
                  <a:lnTo>
                    <a:pt x="13621" y="14842"/>
                  </a:lnTo>
                  <a:lnTo>
                    <a:pt x="11117" y="17095"/>
                  </a:lnTo>
                  <a:lnTo>
                    <a:pt x="3401" y="13313"/>
                  </a:lnTo>
                  <a:lnTo>
                    <a:pt x="1216" y="13629"/>
                  </a:lnTo>
                  <a:lnTo>
                    <a:pt x="349" y="11952"/>
                  </a:lnTo>
                  <a:lnTo>
                    <a:pt x="0" y="9347"/>
                  </a:lnTo>
                  <a:lnTo>
                    <a:pt x="2650" y="8561"/>
                  </a:lnTo>
                  <a:lnTo>
                    <a:pt x="5297" y="282"/>
                  </a:lnTo>
                  <a:lnTo>
                    <a:pt x="7213" y="1712"/>
                  </a:lnTo>
                  <a:lnTo>
                    <a:pt x="898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h4856"/>
            <p:cNvSpPr/>
            <p:nvPr/>
          </p:nvSpPr>
          <p:spPr>
            <a:xfrm>
              <a:off x="7695392" y="3473299"/>
              <a:ext cx="7949" cy="6401"/>
            </a:xfrm>
            <a:custGeom>
              <a:avLst/>
              <a:pathLst>
                <a:path w="7949" h="6401">
                  <a:moveTo>
                    <a:pt x="6890" y="0"/>
                  </a:moveTo>
                  <a:lnTo>
                    <a:pt x="7949" y="3928"/>
                  </a:lnTo>
                  <a:lnTo>
                    <a:pt x="5165" y="6001"/>
                  </a:lnTo>
                  <a:lnTo>
                    <a:pt x="103" y="6401"/>
                  </a:lnTo>
                  <a:lnTo>
                    <a:pt x="0" y="4837"/>
                  </a:lnTo>
                  <a:lnTo>
                    <a:pt x="2179" y="3515"/>
                  </a:lnTo>
                  <a:lnTo>
                    <a:pt x="1678" y="2246"/>
                  </a:lnTo>
                  <a:lnTo>
                    <a:pt x="784" y="44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h4857"/>
            <p:cNvSpPr/>
            <p:nvPr/>
          </p:nvSpPr>
          <p:spPr>
            <a:xfrm>
              <a:off x="7492282" y="3417066"/>
              <a:ext cx="5259" cy="3761"/>
            </a:xfrm>
            <a:custGeom>
              <a:avLst/>
              <a:pathLst>
                <a:path w="5259" h="3761">
                  <a:moveTo>
                    <a:pt x="4041" y="1196"/>
                  </a:moveTo>
                  <a:lnTo>
                    <a:pt x="5259" y="2380"/>
                  </a:lnTo>
                  <a:lnTo>
                    <a:pt x="3381" y="3591"/>
                  </a:lnTo>
                  <a:lnTo>
                    <a:pt x="417" y="3761"/>
                  </a:lnTo>
                  <a:lnTo>
                    <a:pt x="1488" y="3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h4858"/>
            <p:cNvSpPr/>
            <p:nvPr/>
          </p:nvSpPr>
          <p:spPr>
            <a:xfrm>
              <a:off x="7446840" y="3291264"/>
              <a:ext cx="13803" cy="10562"/>
            </a:xfrm>
            <a:custGeom>
              <a:avLst/>
              <a:pathLst>
                <a:path w="13803" h="10562">
                  <a:moveTo>
                    <a:pt x="13803" y="0"/>
                  </a:moveTo>
                  <a:lnTo>
                    <a:pt x="12285" y="655"/>
                  </a:lnTo>
                  <a:lnTo>
                    <a:pt x="8622" y="9747"/>
                  </a:lnTo>
                  <a:lnTo>
                    <a:pt x="4868" y="10562"/>
                  </a:lnTo>
                  <a:lnTo>
                    <a:pt x="0" y="5246"/>
                  </a:lnTo>
                  <a:lnTo>
                    <a:pt x="4693" y="1515"/>
                  </a:lnTo>
                  <a:lnTo>
                    <a:pt x="8160" y="31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h4859"/>
            <p:cNvSpPr/>
            <p:nvPr/>
          </p:nvSpPr>
          <p:spPr>
            <a:xfrm>
              <a:off x="7329870" y="3447578"/>
              <a:ext cx="16317" cy="11933"/>
            </a:xfrm>
            <a:custGeom>
              <a:avLst/>
              <a:pathLst>
                <a:path w="16317" h="11933">
                  <a:moveTo>
                    <a:pt x="12154" y="0"/>
                  </a:moveTo>
                  <a:lnTo>
                    <a:pt x="15237" y="2143"/>
                  </a:lnTo>
                  <a:lnTo>
                    <a:pt x="16317" y="5895"/>
                  </a:lnTo>
                  <a:lnTo>
                    <a:pt x="9589" y="11206"/>
                  </a:lnTo>
                  <a:lnTo>
                    <a:pt x="6398" y="11933"/>
                  </a:lnTo>
                  <a:lnTo>
                    <a:pt x="0" y="6971"/>
                  </a:lnTo>
                  <a:lnTo>
                    <a:pt x="2352" y="6420"/>
                  </a:lnTo>
                  <a:lnTo>
                    <a:pt x="8380" y="827"/>
                  </a:lnTo>
                  <a:lnTo>
                    <a:pt x="8023" y="1674"/>
                  </a:lnTo>
                  <a:lnTo>
                    <a:pt x="9252" y="231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h4860"/>
            <p:cNvSpPr/>
            <p:nvPr/>
          </p:nvSpPr>
          <p:spPr>
            <a:xfrm>
              <a:off x="7551087" y="3361203"/>
              <a:ext cx="3186" cy="948"/>
            </a:xfrm>
            <a:custGeom>
              <a:avLst/>
              <a:pathLst>
                <a:path w="3186" h="948">
                  <a:moveTo>
                    <a:pt x="3186" y="904"/>
                  </a:moveTo>
                  <a:lnTo>
                    <a:pt x="237" y="9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h4861"/>
            <p:cNvSpPr/>
            <p:nvPr/>
          </p:nvSpPr>
          <p:spPr>
            <a:xfrm>
              <a:off x="7690424" y="3442600"/>
              <a:ext cx="12008" cy="10279"/>
            </a:xfrm>
            <a:custGeom>
              <a:avLst/>
              <a:pathLst>
                <a:path w="12008" h="10279">
                  <a:moveTo>
                    <a:pt x="9854" y="1774"/>
                  </a:moveTo>
                  <a:lnTo>
                    <a:pt x="12008" y="3911"/>
                  </a:lnTo>
                  <a:lnTo>
                    <a:pt x="11046" y="3958"/>
                  </a:lnTo>
                  <a:lnTo>
                    <a:pt x="11218" y="7505"/>
                  </a:lnTo>
                  <a:lnTo>
                    <a:pt x="10564" y="6132"/>
                  </a:lnTo>
                  <a:lnTo>
                    <a:pt x="8472" y="5470"/>
                  </a:lnTo>
                  <a:lnTo>
                    <a:pt x="1014" y="10279"/>
                  </a:lnTo>
                  <a:lnTo>
                    <a:pt x="889" y="9971"/>
                  </a:lnTo>
                  <a:lnTo>
                    <a:pt x="0" y="5306"/>
                  </a:lnTo>
                  <a:lnTo>
                    <a:pt x="3808" y="44"/>
                  </a:lnTo>
                  <a:lnTo>
                    <a:pt x="539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h4862"/>
            <p:cNvSpPr/>
            <p:nvPr/>
          </p:nvSpPr>
          <p:spPr>
            <a:xfrm>
              <a:off x="7374566" y="3274187"/>
              <a:ext cx="17874" cy="15496"/>
            </a:xfrm>
            <a:custGeom>
              <a:avLst/>
              <a:pathLst>
                <a:path w="17874" h="15496">
                  <a:moveTo>
                    <a:pt x="10899" y="837"/>
                  </a:moveTo>
                  <a:lnTo>
                    <a:pt x="17874" y="5067"/>
                  </a:lnTo>
                  <a:lnTo>
                    <a:pt x="17594" y="9560"/>
                  </a:lnTo>
                  <a:lnTo>
                    <a:pt x="16290" y="10846"/>
                  </a:lnTo>
                  <a:lnTo>
                    <a:pt x="12233" y="11845"/>
                  </a:lnTo>
                  <a:lnTo>
                    <a:pt x="10558" y="10776"/>
                  </a:lnTo>
                  <a:lnTo>
                    <a:pt x="9652" y="12841"/>
                  </a:lnTo>
                  <a:lnTo>
                    <a:pt x="4773" y="15496"/>
                  </a:lnTo>
                  <a:lnTo>
                    <a:pt x="734" y="13796"/>
                  </a:lnTo>
                  <a:lnTo>
                    <a:pt x="0" y="11540"/>
                  </a:lnTo>
                  <a:lnTo>
                    <a:pt x="1986" y="9701"/>
                  </a:lnTo>
                  <a:lnTo>
                    <a:pt x="3800" y="6411"/>
                  </a:lnTo>
                  <a:lnTo>
                    <a:pt x="8094" y="520"/>
                  </a:lnTo>
                  <a:lnTo>
                    <a:pt x="903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h4863"/>
            <p:cNvSpPr/>
            <p:nvPr/>
          </p:nvSpPr>
          <p:spPr>
            <a:xfrm>
              <a:off x="7408715" y="3324928"/>
              <a:ext cx="8191" cy="7231"/>
            </a:xfrm>
            <a:custGeom>
              <a:avLst/>
              <a:pathLst>
                <a:path w="8191" h="7231">
                  <a:moveTo>
                    <a:pt x="6123" y="0"/>
                  </a:moveTo>
                  <a:lnTo>
                    <a:pt x="8030" y="4456"/>
                  </a:lnTo>
                  <a:lnTo>
                    <a:pt x="8191" y="6128"/>
                  </a:lnTo>
                  <a:lnTo>
                    <a:pt x="7503" y="7231"/>
                  </a:lnTo>
                  <a:lnTo>
                    <a:pt x="3331" y="7183"/>
                  </a:lnTo>
                  <a:lnTo>
                    <a:pt x="478" y="2726"/>
                  </a:lnTo>
                  <a:lnTo>
                    <a:pt x="0" y="76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h4864"/>
            <p:cNvSpPr/>
            <p:nvPr/>
          </p:nvSpPr>
          <p:spPr>
            <a:xfrm>
              <a:off x="7591027" y="3492127"/>
              <a:ext cx="59924" cy="46421"/>
            </a:xfrm>
            <a:custGeom>
              <a:avLst/>
              <a:pathLst>
                <a:path w="59924" h="46421">
                  <a:moveTo>
                    <a:pt x="54713" y="4163"/>
                  </a:moveTo>
                  <a:lnTo>
                    <a:pt x="54269" y="6189"/>
                  </a:lnTo>
                  <a:lnTo>
                    <a:pt x="59924" y="10218"/>
                  </a:lnTo>
                  <a:lnTo>
                    <a:pt x="52810" y="15639"/>
                  </a:lnTo>
                  <a:lnTo>
                    <a:pt x="43923" y="20070"/>
                  </a:lnTo>
                  <a:lnTo>
                    <a:pt x="39588" y="20944"/>
                  </a:lnTo>
                  <a:lnTo>
                    <a:pt x="38413" y="31686"/>
                  </a:lnTo>
                  <a:lnTo>
                    <a:pt x="31098" y="33748"/>
                  </a:lnTo>
                  <a:lnTo>
                    <a:pt x="26631" y="37277"/>
                  </a:lnTo>
                  <a:lnTo>
                    <a:pt x="8792" y="43024"/>
                  </a:lnTo>
                  <a:lnTo>
                    <a:pt x="1789" y="46421"/>
                  </a:lnTo>
                  <a:lnTo>
                    <a:pt x="0" y="38309"/>
                  </a:lnTo>
                  <a:lnTo>
                    <a:pt x="511" y="34422"/>
                  </a:lnTo>
                  <a:lnTo>
                    <a:pt x="5690" y="29168"/>
                  </a:lnTo>
                  <a:lnTo>
                    <a:pt x="12844" y="24843"/>
                  </a:lnTo>
                  <a:lnTo>
                    <a:pt x="16917" y="26096"/>
                  </a:lnTo>
                  <a:lnTo>
                    <a:pt x="20223" y="25779"/>
                  </a:lnTo>
                  <a:lnTo>
                    <a:pt x="23207" y="19478"/>
                  </a:lnTo>
                  <a:lnTo>
                    <a:pt x="25109" y="18596"/>
                  </a:lnTo>
                  <a:lnTo>
                    <a:pt x="28120" y="14996"/>
                  </a:lnTo>
                  <a:lnTo>
                    <a:pt x="30749" y="9007"/>
                  </a:lnTo>
                  <a:lnTo>
                    <a:pt x="34493" y="9326"/>
                  </a:lnTo>
                  <a:lnTo>
                    <a:pt x="35779" y="4850"/>
                  </a:lnTo>
                  <a:lnTo>
                    <a:pt x="38624" y="3225"/>
                  </a:lnTo>
                  <a:lnTo>
                    <a:pt x="47918" y="2887"/>
                  </a:lnTo>
                  <a:lnTo>
                    <a:pt x="49575" y="1509"/>
                  </a:lnTo>
                  <a:lnTo>
                    <a:pt x="51502" y="173"/>
                  </a:lnTo>
                  <a:lnTo>
                    <a:pt x="5336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h4865"/>
            <p:cNvSpPr/>
            <p:nvPr/>
          </p:nvSpPr>
          <p:spPr>
            <a:xfrm>
              <a:off x="7321452" y="3454549"/>
              <a:ext cx="18007" cy="12989"/>
            </a:xfrm>
            <a:custGeom>
              <a:avLst/>
              <a:pathLst>
                <a:path w="18007" h="12989">
                  <a:moveTo>
                    <a:pt x="8417" y="0"/>
                  </a:moveTo>
                  <a:lnTo>
                    <a:pt x="14816" y="4962"/>
                  </a:lnTo>
                  <a:lnTo>
                    <a:pt x="18007" y="4234"/>
                  </a:lnTo>
                  <a:lnTo>
                    <a:pt x="15120" y="8138"/>
                  </a:lnTo>
                  <a:lnTo>
                    <a:pt x="12777" y="11880"/>
                  </a:lnTo>
                  <a:lnTo>
                    <a:pt x="11773" y="12989"/>
                  </a:lnTo>
                  <a:lnTo>
                    <a:pt x="2864" y="7557"/>
                  </a:lnTo>
                  <a:lnTo>
                    <a:pt x="487" y="5083"/>
                  </a:lnTo>
                  <a:lnTo>
                    <a:pt x="0" y="262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ph4866"/>
            <p:cNvSpPr/>
            <p:nvPr/>
          </p:nvSpPr>
          <p:spPr>
            <a:xfrm>
              <a:off x="7442031" y="3280951"/>
              <a:ext cx="13334" cy="14464"/>
            </a:xfrm>
            <a:custGeom>
              <a:avLst/>
              <a:pathLst>
                <a:path w="13334" h="14464">
                  <a:moveTo>
                    <a:pt x="13334" y="5548"/>
                  </a:moveTo>
                  <a:lnTo>
                    <a:pt x="10356" y="6390"/>
                  </a:lnTo>
                  <a:lnTo>
                    <a:pt x="6381" y="8770"/>
                  </a:lnTo>
                  <a:lnTo>
                    <a:pt x="2085" y="14464"/>
                  </a:lnTo>
                  <a:lnTo>
                    <a:pt x="1253" y="11516"/>
                  </a:lnTo>
                  <a:lnTo>
                    <a:pt x="0" y="3453"/>
                  </a:lnTo>
                  <a:lnTo>
                    <a:pt x="992" y="1468"/>
                  </a:lnTo>
                  <a:lnTo>
                    <a:pt x="7338" y="1632"/>
                  </a:lnTo>
                  <a:lnTo>
                    <a:pt x="10882" y="1096"/>
                  </a:lnTo>
                  <a:lnTo>
                    <a:pt x="1084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7" name="ph4867"/>
            <p:cNvSpPr/>
            <p:nvPr/>
          </p:nvSpPr>
          <p:spPr>
            <a:xfrm>
              <a:off x="7444778" y="3470242"/>
              <a:ext cx="9472" cy="13064"/>
            </a:xfrm>
            <a:custGeom>
              <a:avLst/>
              <a:pathLst>
                <a:path w="9472" h="13064">
                  <a:moveTo>
                    <a:pt x="9472" y="6181"/>
                  </a:moveTo>
                  <a:lnTo>
                    <a:pt x="7507" y="13064"/>
                  </a:lnTo>
                  <a:lnTo>
                    <a:pt x="1979" y="10517"/>
                  </a:lnTo>
                  <a:lnTo>
                    <a:pt x="463" y="11771"/>
                  </a:lnTo>
                  <a:lnTo>
                    <a:pt x="0" y="2288"/>
                  </a:lnTo>
                  <a:lnTo>
                    <a:pt x="2781" y="1489"/>
                  </a:lnTo>
                  <a:lnTo>
                    <a:pt x="6894" y="2441"/>
                  </a:lnTo>
                  <a:lnTo>
                    <a:pt x="823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h4868"/>
            <p:cNvSpPr/>
            <p:nvPr/>
          </p:nvSpPr>
          <p:spPr>
            <a:xfrm>
              <a:off x="7681590" y="3473802"/>
              <a:ext cx="19237" cy="20116"/>
            </a:xfrm>
            <a:custGeom>
              <a:avLst/>
              <a:pathLst>
                <a:path w="19237" h="20116">
                  <a:moveTo>
                    <a:pt x="13560" y="2769"/>
                  </a:moveTo>
                  <a:lnTo>
                    <a:pt x="15292" y="2678"/>
                  </a:lnTo>
                  <a:lnTo>
                    <a:pt x="15480" y="1743"/>
                  </a:lnTo>
                  <a:lnTo>
                    <a:pt x="15981" y="3012"/>
                  </a:lnTo>
                  <a:lnTo>
                    <a:pt x="13802" y="4335"/>
                  </a:lnTo>
                  <a:lnTo>
                    <a:pt x="13906" y="5898"/>
                  </a:lnTo>
                  <a:lnTo>
                    <a:pt x="18967" y="5498"/>
                  </a:lnTo>
                  <a:lnTo>
                    <a:pt x="19237" y="9631"/>
                  </a:lnTo>
                  <a:lnTo>
                    <a:pt x="7162" y="14512"/>
                  </a:lnTo>
                  <a:lnTo>
                    <a:pt x="1660" y="19388"/>
                  </a:lnTo>
                  <a:lnTo>
                    <a:pt x="1661" y="20116"/>
                  </a:lnTo>
                  <a:lnTo>
                    <a:pt x="0" y="8197"/>
                  </a:lnTo>
                  <a:lnTo>
                    <a:pt x="1986" y="8207"/>
                  </a:lnTo>
                  <a:lnTo>
                    <a:pt x="1201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h4869"/>
            <p:cNvSpPr/>
            <p:nvPr/>
          </p:nvSpPr>
          <p:spPr>
            <a:xfrm>
              <a:off x="7402476" y="3339848"/>
              <a:ext cx="13230" cy="7619"/>
            </a:xfrm>
            <a:custGeom>
              <a:avLst/>
              <a:pathLst>
                <a:path w="13230" h="7619">
                  <a:moveTo>
                    <a:pt x="13230" y="4082"/>
                  </a:moveTo>
                  <a:lnTo>
                    <a:pt x="6687" y="7619"/>
                  </a:lnTo>
                  <a:lnTo>
                    <a:pt x="2974" y="6767"/>
                  </a:lnTo>
                  <a:lnTo>
                    <a:pt x="0" y="2542"/>
                  </a:lnTo>
                  <a:lnTo>
                    <a:pt x="6232" y="331"/>
                  </a:lnTo>
                  <a:lnTo>
                    <a:pt x="1040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h4870"/>
            <p:cNvSpPr/>
            <p:nvPr/>
          </p:nvSpPr>
          <p:spPr>
            <a:xfrm>
              <a:off x="7496324" y="3416265"/>
              <a:ext cx="4517" cy="3767"/>
            </a:xfrm>
            <a:custGeom>
              <a:avLst/>
              <a:pathLst>
                <a:path w="4517" h="3767">
                  <a:moveTo>
                    <a:pt x="4297" y="1980"/>
                  </a:moveTo>
                  <a:lnTo>
                    <a:pt x="4517" y="2165"/>
                  </a:lnTo>
                  <a:lnTo>
                    <a:pt x="4394" y="3767"/>
                  </a:lnTo>
                  <a:lnTo>
                    <a:pt x="1218" y="3180"/>
                  </a:lnTo>
                  <a:lnTo>
                    <a:pt x="0" y="1996"/>
                  </a:lnTo>
                  <a:lnTo>
                    <a:pt x="117" y="1523"/>
                  </a:lnTo>
                  <a:lnTo>
                    <a:pt x="1259" y="1205"/>
                  </a:lnTo>
                  <a:lnTo>
                    <a:pt x="135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h4871"/>
            <p:cNvSpPr/>
            <p:nvPr/>
          </p:nvSpPr>
          <p:spPr>
            <a:xfrm>
              <a:off x="7550394" y="3444050"/>
              <a:ext cx="15668" cy="20011"/>
            </a:xfrm>
            <a:custGeom>
              <a:avLst/>
              <a:pathLst>
                <a:path w="15668" h="20011">
                  <a:moveTo>
                    <a:pt x="5895" y="306"/>
                  </a:moveTo>
                  <a:lnTo>
                    <a:pt x="4803" y="1017"/>
                  </a:lnTo>
                  <a:lnTo>
                    <a:pt x="10502" y="9203"/>
                  </a:lnTo>
                  <a:lnTo>
                    <a:pt x="15668" y="14428"/>
                  </a:lnTo>
                  <a:lnTo>
                    <a:pt x="14357" y="19209"/>
                  </a:lnTo>
                  <a:lnTo>
                    <a:pt x="7395" y="20011"/>
                  </a:lnTo>
                  <a:lnTo>
                    <a:pt x="2052" y="19050"/>
                  </a:lnTo>
                  <a:lnTo>
                    <a:pt x="2269" y="17761"/>
                  </a:lnTo>
                  <a:lnTo>
                    <a:pt x="0" y="14176"/>
                  </a:lnTo>
                  <a:lnTo>
                    <a:pt x="248" y="11746"/>
                  </a:lnTo>
                  <a:lnTo>
                    <a:pt x="2379" y="12759"/>
                  </a:lnTo>
                  <a:lnTo>
                    <a:pt x="327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h4872"/>
            <p:cNvSpPr/>
            <p:nvPr/>
          </p:nvSpPr>
          <p:spPr>
            <a:xfrm>
              <a:off x="7625453" y="3329706"/>
              <a:ext cx="69205" cy="58621"/>
            </a:xfrm>
            <a:custGeom>
              <a:avLst/>
              <a:pathLst>
                <a:path w="69205" h="58621">
                  <a:moveTo>
                    <a:pt x="58063" y="2432"/>
                  </a:moveTo>
                  <a:lnTo>
                    <a:pt x="58100" y="3461"/>
                  </a:lnTo>
                  <a:lnTo>
                    <a:pt x="60106" y="5809"/>
                  </a:lnTo>
                  <a:lnTo>
                    <a:pt x="64477" y="4712"/>
                  </a:lnTo>
                  <a:lnTo>
                    <a:pt x="61500" y="13"/>
                  </a:lnTo>
                  <a:lnTo>
                    <a:pt x="68454" y="284"/>
                  </a:lnTo>
                  <a:lnTo>
                    <a:pt x="67921" y="5750"/>
                  </a:lnTo>
                  <a:lnTo>
                    <a:pt x="66397" y="6165"/>
                  </a:lnTo>
                  <a:lnTo>
                    <a:pt x="64229" y="6255"/>
                  </a:lnTo>
                  <a:lnTo>
                    <a:pt x="61514" y="6335"/>
                  </a:lnTo>
                  <a:lnTo>
                    <a:pt x="61999" y="8541"/>
                  </a:lnTo>
                  <a:lnTo>
                    <a:pt x="61397" y="10671"/>
                  </a:lnTo>
                  <a:lnTo>
                    <a:pt x="54692" y="10798"/>
                  </a:lnTo>
                  <a:lnTo>
                    <a:pt x="54490" y="7071"/>
                  </a:lnTo>
                  <a:lnTo>
                    <a:pt x="52249" y="6686"/>
                  </a:lnTo>
                  <a:lnTo>
                    <a:pt x="51509" y="15482"/>
                  </a:lnTo>
                  <a:lnTo>
                    <a:pt x="53235" y="16283"/>
                  </a:lnTo>
                  <a:lnTo>
                    <a:pt x="56690" y="16373"/>
                  </a:lnTo>
                  <a:lnTo>
                    <a:pt x="61058" y="14082"/>
                  </a:lnTo>
                  <a:lnTo>
                    <a:pt x="61760" y="14781"/>
                  </a:lnTo>
                  <a:lnTo>
                    <a:pt x="61035" y="21209"/>
                  </a:lnTo>
                  <a:lnTo>
                    <a:pt x="60181" y="21749"/>
                  </a:lnTo>
                  <a:lnTo>
                    <a:pt x="51026" y="22456"/>
                  </a:lnTo>
                  <a:lnTo>
                    <a:pt x="50990" y="21872"/>
                  </a:lnTo>
                  <a:lnTo>
                    <a:pt x="52562" y="21757"/>
                  </a:lnTo>
                  <a:lnTo>
                    <a:pt x="52460" y="20346"/>
                  </a:lnTo>
                  <a:lnTo>
                    <a:pt x="48512" y="20599"/>
                  </a:lnTo>
                  <a:lnTo>
                    <a:pt x="49310" y="28282"/>
                  </a:lnTo>
                  <a:lnTo>
                    <a:pt x="51380" y="28090"/>
                  </a:lnTo>
                  <a:lnTo>
                    <a:pt x="51050" y="24933"/>
                  </a:lnTo>
                  <a:lnTo>
                    <a:pt x="55242" y="24534"/>
                  </a:lnTo>
                  <a:lnTo>
                    <a:pt x="55327" y="25172"/>
                  </a:lnTo>
                  <a:lnTo>
                    <a:pt x="55823" y="28617"/>
                  </a:lnTo>
                  <a:lnTo>
                    <a:pt x="64717" y="28831"/>
                  </a:lnTo>
                  <a:lnTo>
                    <a:pt x="65510" y="27520"/>
                  </a:lnTo>
                  <a:lnTo>
                    <a:pt x="67373" y="27425"/>
                  </a:lnTo>
                  <a:lnTo>
                    <a:pt x="69005" y="28592"/>
                  </a:lnTo>
                  <a:lnTo>
                    <a:pt x="69205" y="30294"/>
                  </a:lnTo>
                  <a:lnTo>
                    <a:pt x="69159" y="31201"/>
                  </a:lnTo>
                  <a:lnTo>
                    <a:pt x="64862" y="32976"/>
                  </a:lnTo>
                  <a:lnTo>
                    <a:pt x="59974" y="33193"/>
                  </a:lnTo>
                  <a:lnTo>
                    <a:pt x="59845" y="31888"/>
                  </a:lnTo>
                  <a:lnTo>
                    <a:pt x="57225" y="30977"/>
                  </a:lnTo>
                  <a:lnTo>
                    <a:pt x="50218" y="31730"/>
                  </a:lnTo>
                  <a:lnTo>
                    <a:pt x="49920" y="36222"/>
                  </a:lnTo>
                  <a:lnTo>
                    <a:pt x="51680" y="37314"/>
                  </a:lnTo>
                  <a:lnTo>
                    <a:pt x="56939" y="36794"/>
                  </a:lnTo>
                  <a:lnTo>
                    <a:pt x="54166" y="42983"/>
                  </a:lnTo>
                  <a:lnTo>
                    <a:pt x="56036" y="46727"/>
                  </a:lnTo>
                  <a:lnTo>
                    <a:pt x="57956" y="46938"/>
                  </a:lnTo>
                  <a:lnTo>
                    <a:pt x="58885" y="47929"/>
                  </a:lnTo>
                  <a:lnTo>
                    <a:pt x="57363" y="49413"/>
                  </a:lnTo>
                  <a:lnTo>
                    <a:pt x="51990" y="48957"/>
                  </a:lnTo>
                  <a:lnTo>
                    <a:pt x="48432" y="50167"/>
                  </a:lnTo>
                  <a:lnTo>
                    <a:pt x="48097" y="53240"/>
                  </a:lnTo>
                  <a:lnTo>
                    <a:pt x="47115" y="54720"/>
                  </a:lnTo>
                  <a:lnTo>
                    <a:pt x="45182" y="57542"/>
                  </a:lnTo>
                  <a:lnTo>
                    <a:pt x="45198" y="58050"/>
                  </a:lnTo>
                  <a:lnTo>
                    <a:pt x="41630" y="58490"/>
                  </a:lnTo>
                  <a:lnTo>
                    <a:pt x="40306" y="57752"/>
                  </a:lnTo>
                  <a:lnTo>
                    <a:pt x="39711" y="56119"/>
                  </a:lnTo>
                  <a:lnTo>
                    <a:pt x="36623" y="55220"/>
                  </a:lnTo>
                  <a:lnTo>
                    <a:pt x="33413" y="56862"/>
                  </a:lnTo>
                  <a:lnTo>
                    <a:pt x="32345" y="55536"/>
                  </a:lnTo>
                  <a:lnTo>
                    <a:pt x="31517" y="58621"/>
                  </a:lnTo>
                  <a:lnTo>
                    <a:pt x="25536" y="52450"/>
                  </a:lnTo>
                  <a:lnTo>
                    <a:pt x="20906" y="55892"/>
                  </a:lnTo>
                  <a:lnTo>
                    <a:pt x="19780" y="56095"/>
                  </a:lnTo>
                  <a:lnTo>
                    <a:pt x="16629" y="51815"/>
                  </a:lnTo>
                  <a:lnTo>
                    <a:pt x="14180" y="50858"/>
                  </a:lnTo>
                  <a:lnTo>
                    <a:pt x="11321" y="52476"/>
                  </a:lnTo>
                  <a:lnTo>
                    <a:pt x="5859" y="52330"/>
                  </a:lnTo>
                  <a:lnTo>
                    <a:pt x="5872" y="54656"/>
                  </a:lnTo>
                  <a:lnTo>
                    <a:pt x="3400" y="55338"/>
                  </a:lnTo>
                  <a:lnTo>
                    <a:pt x="236" y="50987"/>
                  </a:lnTo>
                  <a:lnTo>
                    <a:pt x="0" y="47069"/>
                  </a:lnTo>
                  <a:lnTo>
                    <a:pt x="996" y="42429"/>
                  </a:lnTo>
                  <a:lnTo>
                    <a:pt x="2586" y="43335"/>
                  </a:lnTo>
                  <a:lnTo>
                    <a:pt x="3295" y="41843"/>
                  </a:lnTo>
                  <a:lnTo>
                    <a:pt x="6417" y="32576"/>
                  </a:lnTo>
                  <a:lnTo>
                    <a:pt x="6765" y="28971"/>
                  </a:lnTo>
                  <a:lnTo>
                    <a:pt x="10694" y="27523"/>
                  </a:lnTo>
                  <a:lnTo>
                    <a:pt x="10428" y="21984"/>
                  </a:lnTo>
                  <a:lnTo>
                    <a:pt x="15429" y="19635"/>
                  </a:lnTo>
                  <a:lnTo>
                    <a:pt x="15830" y="15644"/>
                  </a:lnTo>
                  <a:lnTo>
                    <a:pt x="14636" y="15191"/>
                  </a:lnTo>
                  <a:lnTo>
                    <a:pt x="14218" y="13773"/>
                  </a:lnTo>
                  <a:lnTo>
                    <a:pt x="17176" y="10526"/>
                  </a:lnTo>
                  <a:lnTo>
                    <a:pt x="18703" y="10830"/>
                  </a:lnTo>
                  <a:lnTo>
                    <a:pt x="19375" y="13063"/>
                  </a:lnTo>
                  <a:lnTo>
                    <a:pt x="17862" y="17889"/>
                  </a:lnTo>
                  <a:lnTo>
                    <a:pt x="22834" y="14152"/>
                  </a:lnTo>
                  <a:lnTo>
                    <a:pt x="36619" y="13502"/>
                  </a:lnTo>
                  <a:lnTo>
                    <a:pt x="37119" y="11615"/>
                  </a:lnTo>
                  <a:lnTo>
                    <a:pt x="34745" y="9284"/>
                  </a:lnTo>
                  <a:lnTo>
                    <a:pt x="33948" y="7009"/>
                  </a:lnTo>
                  <a:lnTo>
                    <a:pt x="33837" y="2311"/>
                  </a:lnTo>
                  <a:lnTo>
                    <a:pt x="4973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h4873"/>
            <p:cNvSpPr/>
            <p:nvPr/>
          </p:nvSpPr>
          <p:spPr>
            <a:xfrm>
              <a:off x="7369422" y="3323013"/>
              <a:ext cx="16138" cy="13022"/>
            </a:xfrm>
            <a:custGeom>
              <a:avLst/>
              <a:pathLst>
                <a:path w="16138" h="13022">
                  <a:moveTo>
                    <a:pt x="9555" y="296"/>
                  </a:moveTo>
                  <a:lnTo>
                    <a:pt x="11222" y="5633"/>
                  </a:lnTo>
                  <a:lnTo>
                    <a:pt x="13199" y="6131"/>
                  </a:lnTo>
                  <a:lnTo>
                    <a:pt x="16138" y="9480"/>
                  </a:lnTo>
                  <a:lnTo>
                    <a:pt x="11529" y="11451"/>
                  </a:lnTo>
                  <a:lnTo>
                    <a:pt x="7568" y="11791"/>
                  </a:lnTo>
                  <a:lnTo>
                    <a:pt x="6067" y="13022"/>
                  </a:lnTo>
                  <a:lnTo>
                    <a:pt x="0" y="6334"/>
                  </a:lnTo>
                  <a:lnTo>
                    <a:pt x="133" y="4746"/>
                  </a:lnTo>
                  <a:lnTo>
                    <a:pt x="758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h4874"/>
            <p:cNvSpPr/>
            <p:nvPr/>
          </p:nvSpPr>
          <p:spPr>
            <a:xfrm>
              <a:off x="7523829" y="3377129"/>
              <a:ext cx="6981" cy="8687"/>
            </a:xfrm>
            <a:custGeom>
              <a:avLst/>
              <a:pathLst>
                <a:path w="6981" h="8687">
                  <a:moveTo>
                    <a:pt x="6981" y="2967"/>
                  </a:moveTo>
                  <a:lnTo>
                    <a:pt x="5817" y="8687"/>
                  </a:lnTo>
                  <a:lnTo>
                    <a:pt x="0" y="8614"/>
                  </a:lnTo>
                  <a:lnTo>
                    <a:pt x="346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h4875"/>
            <p:cNvSpPr/>
            <p:nvPr/>
          </p:nvSpPr>
          <p:spPr>
            <a:xfrm>
              <a:off x="7552491" y="3474970"/>
              <a:ext cx="25734" cy="19112"/>
            </a:xfrm>
            <a:custGeom>
              <a:avLst/>
              <a:pathLst>
                <a:path w="25734" h="19112">
                  <a:moveTo>
                    <a:pt x="1423" y="1566"/>
                  </a:moveTo>
                  <a:lnTo>
                    <a:pt x="2993" y="2145"/>
                  </a:lnTo>
                  <a:lnTo>
                    <a:pt x="7316" y="3275"/>
                  </a:lnTo>
                  <a:lnTo>
                    <a:pt x="9747" y="2558"/>
                  </a:lnTo>
                  <a:lnTo>
                    <a:pt x="11589" y="3302"/>
                  </a:lnTo>
                  <a:lnTo>
                    <a:pt x="14807" y="5145"/>
                  </a:lnTo>
                  <a:lnTo>
                    <a:pt x="16149" y="7076"/>
                  </a:lnTo>
                  <a:lnTo>
                    <a:pt x="16165" y="9041"/>
                  </a:lnTo>
                  <a:lnTo>
                    <a:pt x="21825" y="12380"/>
                  </a:lnTo>
                  <a:lnTo>
                    <a:pt x="25734" y="17373"/>
                  </a:lnTo>
                  <a:lnTo>
                    <a:pt x="23511" y="19112"/>
                  </a:lnTo>
                  <a:lnTo>
                    <a:pt x="19906" y="18793"/>
                  </a:lnTo>
                  <a:lnTo>
                    <a:pt x="6817" y="14952"/>
                  </a:lnTo>
                  <a:lnTo>
                    <a:pt x="4351" y="11482"/>
                  </a:lnTo>
                  <a:lnTo>
                    <a:pt x="2982" y="8372"/>
                  </a:lnTo>
                  <a:lnTo>
                    <a:pt x="1182" y="7043"/>
                  </a:lnTo>
                  <a:lnTo>
                    <a:pt x="0" y="1486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h4876"/>
            <p:cNvSpPr/>
            <p:nvPr/>
          </p:nvSpPr>
          <p:spPr>
            <a:xfrm>
              <a:off x="7385446" y="3371090"/>
              <a:ext cx="8374" cy="8130"/>
            </a:xfrm>
            <a:custGeom>
              <a:avLst/>
              <a:pathLst>
                <a:path w="8374" h="8130">
                  <a:moveTo>
                    <a:pt x="8374" y="5236"/>
                  </a:moveTo>
                  <a:lnTo>
                    <a:pt x="2629" y="8130"/>
                  </a:lnTo>
                  <a:lnTo>
                    <a:pt x="0" y="3047"/>
                  </a:lnTo>
                  <a:lnTo>
                    <a:pt x="2273" y="1162"/>
                  </a:lnTo>
                  <a:lnTo>
                    <a:pt x="696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h4877"/>
            <p:cNvSpPr/>
            <p:nvPr/>
          </p:nvSpPr>
          <p:spPr>
            <a:xfrm>
              <a:off x="7464074" y="3228727"/>
              <a:ext cx="2981" cy="3188"/>
            </a:xfrm>
            <a:custGeom>
              <a:avLst/>
              <a:pathLst>
                <a:path w="2981" h="3188">
                  <a:moveTo>
                    <a:pt x="2760" y="0"/>
                  </a:moveTo>
                  <a:lnTo>
                    <a:pt x="2981" y="3160"/>
                  </a:lnTo>
                  <a:lnTo>
                    <a:pt x="0" y="3188"/>
                  </a:lnTo>
                  <a:lnTo>
                    <a:pt x="510" y="767"/>
                  </a:lnTo>
                  <a:lnTo>
                    <a:pt x="1413" y="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h4878"/>
            <p:cNvSpPr/>
            <p:nvPr/>
          </p:nvSpPr>
          <p:spPr>
            <a:xfrm>
              <a:off x="7602466" y="3378108"/>
              <a:ext cx="10129" cy="11570"/>
            </a:xfrm>
            <a:custGeom>
              <a:avLst/>
              <a:pathLst>
                <a:path w="10129" h="11570">
                  <a:moveTo>
                    <a:pt x="9494" y="5607"/>
                  </a:moveTo>
                  <a:lnTo>
                    <a:pt x="10129" y="7570"/>
                  </a:lnTo>
                  <a:lnTo>
                    <a:pt x="6311" y="8437"/>
                  </a:lnTo>
                  <a:lnTo>
                    <a:pt x="4051" y="10556"/>
                  </a:lnTo>
                  <a:lnTo>
                    <a:pt x="1426" y="11570"/>
                  </a:lnTo>
                  <a:lnTo>
                    <a:pt x="515" y="10531"/>
                  </a:lnTo>
                  <a:lnTo>
                    <a:pt x="0" y="6400"/>
                  </a:lnTo>
                  <a:lnTo>
                    <a:pt x="784" y="4274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h4879"/>
            <p:cNvSpPr/>
            <p:nvPr/>
          </p:nvSpPr>
          <p:spPr>
            <a:xfrm>
              <a:off x="7566168" y="3395373"/>
              <a:ext cx="33402" cy="34721"/>
            </a:xfrm>
            <a:custGeom>
              <a:avLst/>
              <a:pathLst>
                <a:path w="33402" h="34721">
                  <a:moveTo>
                    <a:pt x="19010" y="2031"/>
                  </a:moveTo>
                  <a:lnTo>
                    <a:pt x="23342" y="321"/>
                  </a:lnTo>
                  <a:lnTo>
                    <a:pt x="25701" y="2164"/>
                  </a:lnTo>
                  <a:lnTo>
                    <a:pt x="24264" y="4492"/>
                  </a:lnTo>
                  <a:lnTo>
                    <a:pt x="24974" y="6433"/>
                  </a:lnTo>
                  <a:lnTo>
                    <a:pt x="33402" y="12927"/>
                  </a:lnTo>
                  <a:lnTo>
                    <a:pt x="32851" y="16225"/>
                  </a:lnTo>
                  <a:lnTo>
                    <a:pt x="33364" y="18921"/>
                  </a:lnTo>
                  <a:lnTo>
                    <a:pt x="31859" y="25972"/>
                  </a:lnTo>
                  <a:lnTo>
                    <a:pt x="28142" y="30924"/>
                  </a:lnTo>
                  <a:lnTo>
                    <a:pt x="18271" y="34721"/>
                  </a:lnTo>
                  <a:lnTo>
                    <a:pt x="14799" y="34217"/>
                  </a:lnTo>
                  <a:lnTo>
                    <a:pt x="14366" y="34117"/>
                  </a:lnTo>
                  <a:lnTo>
                    <a:pt x="12432" y="33888"/>
                  </a:lnTo>
                  <a:lnTo>
                    <a:pt x="3982" y="22281"/>
                  </a:lnTo>
                  <a:lnTo>
                    <a:pt x="4141" y="21466"/>
                  </a:lnTo>
                  <a:lnTo>
                    <a:pt x="2512" y="11804"/>
                  </a:lnTo>
                  <a:lnTo>
                    <a:pt x="0" y="5791"/>
                  </a:lnTo>
                  <a:lnTo>
                    <a:pt x="3978" y="4650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h4880"/>
            <p:cNvSpPr/>
            <p:nvPr/>
          </p:nvSpPr>
          <p:spPr>
            <a:xfrm>
              <a:off x="7492087" y="3267476"/>
              <a:ext cx="19338" cy="20658"/>
            </a:xfrm>
            <a:custGeom>
              <a:avLst/>
              <a:pathLst>
                <a:path w="19338" h="20658">
                  <a:moveTo>
                    <a:pt x="8908" y="977"/>
                  </a:moveTo>
                  <a:lnTo>
                    <a:pt x="15001" y="8097"/>
                  </a:lnTo>
                  <a:lnTo>
                    <a:pt x="17392" y="6759"/>
                  </a:lnTo>
                  <a:lnTo>
                    <a:pt x="19338" y="10906"/>
                  </a:lnTo>
                  <a:lnTo>
                    <a:pt x="19036" y="12756"/>
                  </a:lnTo>
                  <a:lnTo>
                    <a:pt x="16058" y="16030"/>
                  </a:lnTo>
                  <a:lnTo>
                    <a:pt x="14642" y="20658"/>
                  </a:lnTo>
                  <a:lnTo>
                    <a:pt x="12963" y="19778"/>
                  </a:lnTo>
                  <a:lnTo>
                    <a:pt x="11689" y="16312"/>
                  </a:lnTo>
                  <a:lnTo>
                    <a:pt x="10624" y="15619"/>
                  </a:lnTo>
                  <a:lnTo>
                    <a:pt x="7859" y="15678"/>
                  </a:lnTo>
                  <a:lnTo>
                    <a:pt x="5670" y="13724"/>
                  </a:lnTo>
                  <a:lnTo>
                    <a:pt x="2501" y="13416"/>
                  </a:lnTo>
                  <a:lnTo>
                    <a:pt x="0" y="8830"/>
                  </a:lnTo>
                  <a:lnTo>
                    <a:pt x="1140" y="7140"/>
                  </a:lnTo>
                  <a:lnTo>
                    <a:pt x="2253" y="6193"/>
                  </a:lnTo>
                  <a:lnTo>
                    <a:pt x="456" y="3272"/>
                  </a:lnTo>
                  <a:lnTo>
                    <a:pt x="329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h4881"/>
            <p:cNvSpPr/>
            <p:nvPr/>
          </p:nvSpPr>
          <p:spPr>
            <a:xfrm>
              <a:off x="7512186" y="3422830"/>
              <a:ext cx="16687" cy="14762"/>
            </a:xfrm>
            <a:custGeom>
              <a:avLst/>
              <a:pathLst>
                <a:path w="16687" h="14762">
                  <a:moveTo>
                    <a:pt x="11906" y="1034"/>
                  </a:moveTo>
                  <a:lnTo>
                    <a:pt x="14187" y="4387"/>
                  </a:lnTo>
                  <a:lnTo>
                    <a:pt x="15861" y="4597"/>
                  </a:lnTo>
                  <a:lnTo>
                    <a:pt x="16447" y="6256"/>
                  </a:lnTo>
                  <a:lnTo>
                    <a:pt x="13525" y="8248"/>
                  </a:lnTo>
                  <a:lnTo>
                    <a:pt x="16687" y="12379"/>
                  </a:lnTo>
                  <a:lnTo>
                    <a:pt x="16164" y="14762"/>
                  </a:lnTo>
                  <a:lnTo>
                    <a:pt x="11215" y="12942"/>
                  </a:lnTo>
                  <a:lnTo>
                    <a:pt x="1214" y="11897"/>
                  </a:lnTo>
                  <a:lnTo>
                    <a:pt x="0" y="8080"/>
                  </a:lnTo>
                  <a:lnTo>
                    <a:pt x="898" y="6875"/>
                  </a:lnTo>
                  <a:lnTo>
                    <a:pt x="4018" y="4835"/>
                  </a:lnTo>
                  <a:lnTo>
                    <a:pt x="7887" y="5692"/>
                  </a:lnTo>
                  <a:lnTo>
                    <a:pt x="9103" y="189"/>
                  </a:lnTo>
                  <a:lnTo>
                    <a:pt x="1035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h4882"/>
            <p:cNvSpPr/>
            <p:nvPr/>
          </p:nvSpPr>
          <p:spPr>
            <a:xfrm>
              <a:off x="7531851" y="3323442"/>
              <a:ext cx="9768" cy="8195"/>
            </a:xfrm>
            <a:custGeom>
              <a:avLst/>
              <a:pathLst>
                <a:path w="9768" h="8195">
                  <a:moveTo>
                    <a:pt x="9768" y="4112"/>
                  </a:moveTo>
                  <a:lnTo>
                    <a:pt x="9606" y="5188"/>
                  </a:lnTo>
                  <a:lnTo>
                    <a:pt x="4195" y="8195"/>
                  </a:lnTo>
                  <a:lnTo>
                    <a:pt x="0" y="7752"/>
                  </a:lnTo>
                  <a:lnTo>
                    <a:pt x="1511" y="6245"/>
                  </a:lnTo>
                  <a:lnTo>
                    <a:pt x="677" y="2767"/>
                  </a:lnTo>
                  <a:lnTo>
                    <a:pt x="117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h4883"/>
            <p:cNvSpPr/>
            <p:nvPr/>
          </p:nvSpPr>
          <p:spPr>
            <a:xfrm>
              <a:off x="7503962" y="3291664"/>
              <a:ext cx="33915" cy="17692"/>
            </a:xfrm>
            <a:custGeom>
              <a:avLst/>
              <a:pathLst>
                <a:path w="33915" h="17692">
                  <a:moveTo>
                    <a:pt x="33915" y="333"/>
                  </a:moveTo>
                  <a:lnTo>
                    <a:pt x="32945" y="3611"/>
                  </a:lnTo>
                  <a:lnTo>
                    <a:pt x="30296" y="4101"/>
                  </a:lnTo>
                  <a:lnTo>
                    <a:pt x="28362" y="6316"/>
                  </a:lnTo>
                  <a:lnTo>
                    <a:pt x="27802" y="7372"/>
                  </a:lnTo>
                  <a:lnTo>
                    <a:pt x="31097" y="9386"/>
                  </a:lnTo>
                  <a:lnTo>
                    <a:pt x="26717" y="13845"/>
                  </a:lnTo>
                  <a:lnTo>
                    <a:pt x="23505" y="14941"/>
                  </a:lnTo>
                  <a:lnTo>
                    <a:pt x="18535" y="14438"/>
                  </a:lnTo>
                  <a:lnTo>
                    <a:pt x="11570" y="17692"/>
                  </a:lnTo>
                  <a:lnTo>
                    <a:pt x="8880" y="16544"/>
                  </a:lnTo>
                  <a:lnTo>
                    <a:pt x="7605" y="14068"/>
                  </a:lnTo>
                  <a:lnTo>
                    <a:pt x="14149" y="10363"/>
                  </a:lnTo>
                  <a:lnTo>
                    <a:pt x="13376" y="9262"/>
                  </a:lnTo>
                  <a:lnTo>
                    <a:pt x="4565" y="9460"/>
                  </a:lnTo>
                  <a:lnTo>
                    <a:pt x="1916" y="11727"/>
                  </a:lnTo>
                  <a:lnTo>
                    <a:pt x="0" y="9414"/>
                  </a:lnTo>
                  <a:lnTo>
                    <a:pt x="7390" y="4526"/>
                  </a:lnTo>
                  <a:lnTo>
                    <a:pt x="14846" y="8025"/>
                  </a:lnTo>
                  <a:lnTo>
                    <a:pt x="18296" y="4765"/>
                  </a:lnTo>
                  <a:lnTo>
                    <a:pt x="3060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h4884"/>
            <p:cNvSpPr/>
            <p:nvPr/>
          </p:nvSpPr>
          <p:spPr>
            <a:xfrm>
              <a:off x="7375531" y="3314970"/>
              <a:ext cx="33662" cy="17185"/>
            </a:xfrm>
            <a:custGeom>
              <a:avLst/>
              <a:pathLst>
                <a:path w="33662" h="17185">
                  <a:moveTo>
                    <a:pt x="23851" y="1464"/>
                  </a:moveTo>
                  <a:lnTo>
                    <a:pt x="26732" y="4701"/>
                  </a:lnTo>
                  <a:lnTo>
                    <a:pt x="30231" y="3367"/>
                  </a:lnTo>
                  <a:lnTo>
                    <a:pt x="31585" y="3666"/>
                  </a:lnTo>
                  <a:lnTo>
                    <a:pt x="33007" y="7127"/>
                  </a:lnTo>
                  <a:lnTo>
                    <a:pt x="33183" y="10722"/>
                  </a:lnTo>
                  <a:lnTo>
                    <a:pt x="33662" y="12684"/>
                  </a:lnTo>
                  <a:lnTo>
                    <a:pt x="31815" y="12252"/>
                  </a:lnTo>
                  <a:lnTo>
                    <a:pt x="32040" y="11607"/>
                  </a:lnTo>
                  <a:lnTo>
                    <a:pt x="29907" y="9927"/>
                  </a:lnTo>
                  <a:lnTo>
                    <a:pt x="25976" y="9942"/>
                  </a:lnTo>
                  <a:lnTo>
                    <a:pt x="23873" y="10802"/>
                  </a:lnTo>
                  <a:lnTo>
                    <a:pt x="23257" y="14409"/>
                  </a:lnTo>
                  <a:lnTo>
                    <a:pt x="23734" y="17185"/>
                  </a:lnTo>
                  <a:lnTo>
                    <a:pt x="20503" y="13394"/>
                  </a:lnTo>
                  <a:lnTo>
                    <a:pt x="16631" y="14432"/>
                  </a:lnTo>
                  <a:lnTo>
                    <a:pt x="15961" y="14038"/>
                  </a:lnTo>
                  <a:lnTo>
                    <a:pt x="14928" y="10169"/>
                  </a:lnTo>
                  <a:lnTo>
                    <a:pt x="7930" y="5748"/>
                  </a:lnTo>
                  <a:lnTo>
                    <a:pt x="3445" y="8339"/>
                  </a:lnTo>
                  <a:lnTo>
                    <a:pt x="1476" y="8042"/>
                  </a:lnTo>
                  <a:lnTo>
                    <a:pt x="0" y="3708"/>
                  </a:lnTo>
                  <a:lnTo>
                    <a:pt x="1411" y="2841"/>
                  </a:lnTo>
                  <a:lnTo>
                    <a:pt x="5197" y="2896"/>
                  </a:lnTo>
                  <a:lnTo>
                    <a:pt x="8810" y="807"/>
                  </a:lnTo>
                  <a:lnTo>
                    <a:pt x="12173" y="281"/>
                  </a:lnTo>
                  <a:lnTo>
                    <a:pt x="1774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h4885"/>
            <p:cNvSpPr/>
            <p:nvPr/>
          </p:nvSpPr>
          <p:spPr>
            <a:xfrm>
              <a:off x="7346865" y="3233954"/>
              <a:ext cx="36793" cy="20911"/>
            </a:xfrm>
            <a:custGeom>
              <a:avLst/>
              <a:pathLst>
                <a:path w="36793" h="20911">
                  <a:moveTo>
                    <a:pt x="25958" y="332"/>
                  </a:moveTo>
                  <a:lnTo>
                    <a:pt x="30617" y="3303"/>
                  </a:lnTo>
                  <a:lnTo>
                    <a:pt x="32963" y="6758"/>
                  </a:lnTo>
                  <a:lnTo>
                    <a:pt x="36554" y="9682"/>
                  </a:lnTo>
                  <a:lnTo>
                    <a:pt x="36793" y="11157"/>
                  </a:lnTo>
                  <a:lnTo>
                    <a:pt x="28861" y="16095"/>
                  </a:lnTo>
                  <a:lnTo>
                    <a:pt x="28585" y="17742"/>
                  </a:lnTo>
                  <a:lnTo>
                    <a:pt x="22708" y="17233"/>
                  </a:lnTo>
                  <a:lnTo>
                    <a:pt x="22163" y="19944"/>
                  </a:lnTo>
                  <a:lnTo>
                    <a:pt x="20641" y="20911"/>
                  </a:lnTo>
                  <a:lnTo>
                    <a:pt x="16670" y="18974"/>
                  </a:lnTo>
                  <a:lnTo>
                    <a:pt x="14904" y="16524"/>
                  </a:lnTo>
                  <a:lnTo>
                    <a:pt x="12220" y="14988"/>
                  </a:lnTo>
                  <a:lnTo>
                    <a:pt x="11301" y="15050"/>
                  </a:lnTo>
                  <a:lnTo>
                    <a:pt x="8049" y="19429"/>
                  </a:lnTo>
                  <a:lnTo>
                    <a:pt x="7906" y="17759"/>
                  </a:lnTo>
                  <a:lnTo>
                    <a:pt x="6319" y="20392"/>
                  </a:lnTo>
                  <a:lnTo>
                    <a:pt x="3239" y="19985"/>
                  </a:lnTo>
                  <a:lnTo>
                    <a:pt x="3440" y="17723"/>
                  </a:lnTo>
                  <a:lnTo>
                    <a:pt x="6402" y="15280"/>
                  </a:lnTo>
                  <a:lnTo>
                    <a:pt x="1466" y="13316"/>
                  </a:lnTo>
                  <a:lnTo>
                    <a:pt x="0" y="10864"/>
                  </a:lnTo>
                  <a:lnTo>
                    <a:pt x="2591" y="10175"/>
                  </a:lnTo>
                  <a:lnTo>
                    <a:pt x="4260" y="10600"/>
                  </a:lnTo>
                  <a:lnTo>
                    <a:pt x="5551" y="13297"/>
                  </a:lnTo>
                  <a:lnTo>
                    <a:pt x="7576" y="15104"/>
                  </a:lnTo>
                  <a:lnTo>
                    <a:pt x="11013" y="14277"/>
                  </a:lnTo>
                  <a:lnTo>
                    <a:pt x="11561" y="11275"/>
                  </a:lnTo>
                  <a:lnTo>
                    <a:pt x="8955" y="7775"/>
                  </a:lnTo>
                  <a:lnTo>
                    <a:pt x="10328" y="6503"/>
                  </a:lnTo>
                  <a:lnTo>
                    <a:pt x="11749" y="6464"/>
                  </a:lnTo>
                  <a:lnTo>
                    <a:pt x="12202" y="7646"/>
                  </a:lnTo>
                  <a:lnTo>
                    <a:pt x="17000" y="9260"/>
                  </a:lnTo>
                  <a:lnTo>
                    <a:pt x="22350" y="4711"/>
                  </a:lnTo>
                  <a:lnTo>
                    <a:pt x="21769" y="11486"/>
                  </a:lnTo>
                  <a:lnTo>
                    <a:pt x="22314" y="13106"/>
                  </a:lnTo>
                  <a:lnTo>
                    <a:pt x="30144" y="14549"/>
                  </a:lnTo>
                  <a:lnTo>
                    <a:pt x="30896" y="11269"/>
                  </a:lnTo>
                  <a:lnTo>
                    <a:pt x="29706" y="5454"/>
                  </a:lnTo>
                  <a:lnTo>
                    <a:pt x="28975" y="4539"/>
                  </a:lnTo>
                  <a:lnTo>
                    <a:pt x="27136" y="5282"/>
                  </a:lnTo>
                  <a:lnTo>
                    <a:pt x="24175" y="2466"/>
                  </a:lnTo>
                  <a:lnTo>
                    <a:pt x="2557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h4886"/>
            <p:cNvSpPr/>
            <p:nvPr/>
          </p:nvSpPr>
          <p:spPr>
            <a:xfrm>
              <a:off x="7393273" y="3307617"/>
              <a:ext cx="6146" cy="8817"/>
            </a:xfrm>
            <a:custGeom>
              <a:avLst/>
              <a:pathLst>
                <a:path w="6146" h="8817">
                  <a:moveTo>
                    <a:pt x="6146" y="2000"/>
                  </a:moveTo>
                  <a:lnTo>
                    <a:pt x="6109" y="8817"/>
                  </a:lnTo>
                  <a:lnTo>
                    <a:pt x="0" y="7353"/>
                  </a:lnTo>
                  <a:lnTo>
                    <a:pt x="70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h4887"/>
            <p:cNvSpPr/>
            <p:nvPr/>
          </p:nvSpPr>
          <p:spPr>
            <a:xfrm>
              <a:off x="7488934" y="3385633"/>
              <a:ext cx="3270" cy="4449"/>
            </a:xfrm>
            <a:custGeom>
              <a:avLst/>
              <a:pathLst>
                <a:path w="3270" h="4449">
                  <a:moveTo>
                    <a:pt x="1163" y="0"/>
                  </a:moveTo>
                  <a:lnTo>
                    <a:pt x="3270" y="3280"/>
                  </a:lnTo>
                  <a:lnTo>
                    <a:pt x="1331" y="4449"/>
                  </a:lnTo>
                  <a:lnTo>
                    <a:pt x="1274" y="2386"/>
                  </a:lnTo>
                  <a:lnTo>
                    <a:pt x="0" y="1844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h4888"/>
            <p:cNvSpPr/>
            <p:nvPr/>
          </p:nvSpPr>
          <p:spPr>
            <a:xfrm>
              <a:off x="7503731" y="3383611"/>
              <a:ext cx="10893" cy="5336"/>
            </a:xfrm>
            <a:custGeom>
              <a:avLst/>
              <a:pathLst>
                <a:path w="10893" h="5336">
                  <a:moveTo>
                    <a:pt x="10567" y="3460"/>
                  </a:moveTo>
                  <a:lnTo>
                    <a:pt x="10893" y="4646"/>
                  </a:lnTo>
                  <a:lnTo>
                    <a:pt x="7532" y="5336"/>
                  </a:lnTo>
                  <a:lnTo>
                    <a:pt x="635" y="4086"/>
                  </a:lnTo>
                  <a:lnTo>
                    <a:pt x="0" y="3010"/>
                  </a:lnTo>
                  <a:lnTo>
                    <a:pt x="3744" y="2686"/>
                  </a:lnTo>
                  <a:lnTo>
                    <a:pt x="3805" y="3664"/>
                  </a:lnTo>
                  <a:lnTo>
                    <a:pt x="6453" y="4809"/>
                  </a:lnTo>
                  <a:lnTo>
                    <a:pt x="7123" y="28"/>
                  </a:lnTo>
                  <a:lnTo>
                    <a:pt x="769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h4889"/>
            <p:cNvSpPr/>
            <p:nvPr/>
          </p:nvSpPr>
          <p:spPr>
            <a:xfrm>
              <a:off x="7309469" y="3445258"/>
              <a:ext cx="13974" cy="15305"/>
            </a:xfrm>
            <a:custGeom>
              <a:avLst/>
              <a:pathLst>
                <a:path w="13974" h="15305">
                  <a:moveTo>
                    <a:pt x="11053" y="126"/>
                  </a:moveTo>
                  <a:lnTo>
                    <a:pt x="12405" y="3357"/>
                  </a:lnTo>
                  <a:lnTo>
                    <a:pt x="13974" y="9359"/>
                  </a:lnTo>
                  <a:lnTo>
                    <a:pt x="11983" y="11914"/>
                  </a:lnTo>
                  <a:lnTo>
                    <a:pt x="1964" y="15305"/>
                  </a:lnTo>
                  <a:lnTo>
                    <a:pt x="763" y="14624"/>
                  </a:lnTo>
                  <a:lnTo>
                    <a:pt x="0" y="10286"/>
                  </a:lnTo>
                  <a:lnTo>
                    <a:pt x="1638" y="4006"/>
                  </a:lnTo>
                  <a:lnTo>
                    <a:pt x="7087" y="3602"/>
                  </a:lnTo>
                  <a:lnTo>
                    <a:pt x="6976" y="357"/>
                  </a:lnTo>
                  <a:lnTo>
                    <a:pt x="904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h4890"/>
            <p:cNvSpPr/>
            <p:nvPr/>
          </p:nvSpPr>
          <p:spPr>
            <a:xfrm>
              <a:off x="7369556" y="3314362"/>
              <a:ext cx="7451" cy="13397"/>
            </a:xfrm>
            <a:custGeom>
              <a:avLst/>
              <a:pathLst>
                <a:path w="7451" h="13397">
                  <a:moveTo>
                    <a:pt x="5975" y="4316"/>
                  </a:moveTo>
                  <a:lnTo>
                    <a:pt x="7451" y="8651"/>
                  </a:lnTo>
                  <a:lnTo>
                    <a:pt x="0" y="13397"/>
                  </a:lnTo>
                  <a:lnTo>
                    <a:pt x="29" y="2543"/>
                  </a:lnTo>
                  <a:lnTo>
                    <a:pt x="1865" y="786"/>
                  </a:lnTo>
                  <a:lnTo>
                    <a:pt x="404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h4891"/>
            <p:cNvSpPr/>
            <p:nvPr/>
          </p:nvSpPr>
          <p:spPr>
            <a:xfrm>
              <a:off x="7529288" y="3480676"/>
              <a:ext cx="16695" cy="14459"/>
            </a:xfrm>
            <a:custGeom>
              <a:avLst/>
              <a:pathLst>
                <a:path w="16695" h="14459">
                  <a:moveTo>
                    <a:pt x="11913" y="1725"/>
                  </a:moveTo>
                  <a:lnTo>
                    <a:pt x="16240" y="6323"/>
                  </a:lnTo>
                  <a:lnTo>
                    <a:pt x="16695" y="7999"/>
                  </a:lnTo>
                  <a:lnTo>
                    <a:pt x="14052" y="10450"/>
                  </a:lnTo>
                  <a:lnTo>
                    <a:pt x="13931" y="12352"/>
                  </a:lnTo>
                  <a:lnTo>
                    <a:pt x="10710" y="13886"/>
                  </a:lnTo>
                  <a:lnTo>
                    <a:pt x="9021" y="14459"/>
                  </a:lnTo>
                  <a:lnTo>
                    <a:pt x="3788" y="11695"/>
                  </a:lnTo>
                  <a:lnTo>
                    <a:pt x="0" y="10616"/>
                  </a:lnTo>
                  <a:lnTo>
                    <a:pt x="902" y="4445"/>
                  </a:lnTo>
                  <a:lnTo>
                    <a:pt x="2453" y="3155"/>
                  </a:lnTo>
                  <a:lnTo>
                    <a:pt x="5097" y="3360"/>
                  </a:lnTo>
                  <a:lnTo>
                    <a:pt x="8029" y="2125"/>
                  </a:lnTo>
                  <a:lnTo>
                    <a:pt x="965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h4892"/>
            <p:cNvSpPr/>
            <p:nvPr/>
          </p:nvSpPr>
          <p:spPr>
            <a:xfrm>
              <a:off x="7477833" y="3362612"/>
              <a:ext cx="6737" cy="3644"/>
            </a:xfrm>
            <a:custGeom>
              <a:avLst/>
              <a:pathLst>
                <a:path w="6737" h="3644">
                  <a:moveTo>
                    <a:pt x="4621" y="0"/>
                  </a:moveTo>
                  <a:lnTo>
                    <a:pt x="6737" y="1727"/>
                  </a:lnTo>
                  <a:lnTo>
                    <a:pt x="3492" y="3644"/>
                  </a:lnTo>
                  <a:lnTo>
                    <a:pt x="0" y="2574"/>
                  </a:lnTo>
                  <a:lnTo>
                    <a:pt x="919" y="23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h4893"/>
            <p:cNvSpPr/>
            <p:nvPr/>
          </p:nvSpPr>
          <p:spPr>
            <a:xfrm>
              <a:off x="7554008" y="3489922"/>
              <a:ext cx="26218" cy="22999"/>
            </a:xfrm>
            <a:custGeom>
              <a:avLst/>
              <a:pathLst>
                <a:path w="26218" h="22999">
                  <a:moveTo>
                    <a:pt x="18389" y="3840"/>
                  </a:moveTo>
                  <a:lnTo>
                    <a:pt x="21994" y="4159"/>
                  </a:lnTo>
                  <a:lnTo>
                    <a:pt x="24217" y="2420"/>
                  </a:lnTo>
                  <a:lnTo>
                    <a:pt x="26218" y="3180"/>
                  </a:lnTo>
                  <a:lnTo>
                    <a:pt x="22951" y="5541"/>
                  </a:lnTo>
                  <a:lnTo>
                    <a:pt x="22339" y="8877"/>
                  </a:lnTo>
                  <a:lnTo>
                    <a:pt x="20589" y="11377"/>
                  </a:lnTo>
                  <a:lnTo>
                    <a:pt x="20961" y="14042"/>
                  </a:lnTo>
                  <a:lnTo>
                    <a:pt x="19790" y="18037"/>
                  </a:lnTo>
                  <a:lnTo>
                    <a:pt x="16091" y="18510"/>
                  </a:lnTo>
                  <a:lnTo>
                    <a:pt x="16701" y="19613"/>
                  </a:lnTo>
                  <a:lnTo>
                    <a:pt x="16510" y="22192"/>
                  </a:lnTo>
                  <a:lnTo>
                    <a:pt x="15581" y="22999"/>
                  </a:lnTo>
                  <a:lnTo>
                    <a:pt x="9717" y="21079"/>
                  </a:lnTo>
                  <a:lnTo>
                    <a:pt x="3660" y="17988"/>
                  </a:lnTo>
                  <a:lnTo>
                    <a:pt x="3904" y="14647"/>
                  </a:lnTo>
                  <a:lnTo>
                    <a:pt x="1630" y="13516"/>
                  </a:lnTo>
                  <a:lnTo>
                    <a:pt x="0" y="13621"/>
                  </a:lnTo>
                  <a:lnTo>
                    <a:pt x="22" y="8416"/>
                  </a:lnTo>
                  <a:lnTo>
                    <a:pt x="2319" y="3001"/>
                  </a:lnTo>
                  <a:lnTo>
                    <a:pt x="5300" y="0"/>
                  </a:lnTo>
                  <a:close/>
                  <a:moveTo>
                    <a:pt x="7981" y="11512"/>
                  </a:moveTo>
                  <a:lnTo>
                    <a:pt x="8489" y="16152"/>
                  </a:lnTo>
                  <a:lnTo>
                    <a:pt x="11349" y="17733"/>
                  </a:lnTo>
                  <a:lnTo>
                    <a:pt x="15076" y="16468"/>
                  </a:lnTo>
                  <a:lnTo>
                    <a:pt x="17207" y="10774"/>
                  </a:lnTo>
                  <a:lnTo>
                    <a:pt x="12255" y="8555"/>
                  </a:lnTo>
                  <a:lnTo>
                    <a:pt x="10907" y="5270"/>
                  </a:lnTo>
                  <a:lnTo>
                    <a:pt x="6550" y="915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h4894"/>
            <p:cNvSpPr/>
            <p:nvPr/>
          </p:nvSpPr>
          <p:spPr>
            <a:xfrm>
              <a:off x="7568310" y="3304613"/>
              <a:ext cx="20622" cy="25978"/>
            </a:xfrm>
            <a:custGeom>
              <a:avLst/>
              <a:pathLst>
                <a:path w="20622" h="25978">
                  <a:moveTo>
                    <a:pt x="8030" y="0"/>
                  </a:moveTo>
                  <a:lnTo>
                    <a:pt x="15628" y="4731"/>
                  </a:lnTo>
                  <a:lnTo>
                    <a:pt x="15887" y="8349"/>
                  </a:lnTo>
                  <a:lnTo>
                    <a:pt x="19664" y="10897"/>
                  </a:lnTo>
                  <a:lnTo>
                    <a:pt x="20622" y="16070"/>
                  </a:lnTo>
                  <a:lnTo>
                    <a:pt x="19904" y="17076"/>
                  </a:lnTo>
                  <a:lnTo>
                    <a:pt x="16203" y="17774"/>
                  </a:lnTo>
                  <a:lnTo>
                    <a:pt x="13250" y="16192"/>
                  </a:lnTo>
                  <a:lnTo>
                    <a:pt x="10804" y="18083"/>
                  </a:lnTo>
                  <a:lnTo>
                    <a:pt x="10608" y="20490"/>
                  </a:lnTo>
                  <a:lnTo>
                    <a:pt x="5432" y="25978"/>
                  </a:lnTo>
                  <a:lnTo>
                    <a:pt x="3829" y="25254"/>
                  </a:lnTo>
                  <a:lnTo>
                    <a:pt x="3381" y="23246"/>
                  </a:lnTo>
                  <a:lnTo>
                    <a:pt x="0" y="19406"/>
                  </a:lnTo>
                  <a:lnTo>
                    <a:pt x="1473" y="18689"/>
                  </a:lnTo>
                  <a:lnTo>
                    <a:pt x="3098" y="16064"/>
                  </a:lnTo>
                  <a:lnTo>
                    <a:pt x="4205" y="12169"/>
                  </a:lnTo>
                  <a:lnTo>
                    <a:pt x="3557" y="10231"/>
                  </a:lnTo>
                  <a:lnTo>
                    <a:pt x="4148" y="6607"/>
                  </a:lnTo>
                  <a:lnTo>
                    <a:pt x="6095" y="16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h4895"/>
            <p:cNvSpPr/>
            <p:nvPr/>
          </p:nvSpPr>
          <p:spPr>
            <a:xfrm>
              <a:off x="7406452" y="3461393"/>
              <a:ext cx="26137" cy="22820"/>
            </a:xfrm>
            <a:custGeom>
              <a:avLst/>
              <a:pathLst>
                <a:path w="26137" h="22820">
                  <a:moveTo>
                    <a:pt x="10396" y="3082"/>
                  </a:moveTo>
                  <a:lnTo>
                    <a:pt x="12050" y="3190"/>
                  </a:lnTo>
                  <a:lnTo>
                    <a:pt x="17010" y="7020"/>
                  </a:lnTo>
                  <a:lnTo>
                    <a:pt x="16561" y="14264"/>
                  </a:lnTo>
                  <a:lnTo>
                    <a:pt x="19117" y="15988"/>
                  </a:lnTo>
                  <a:lnTo>
                    <a:pt x="23162" y="16285"/>
                  </a:lnTo>
                  <a:lnTo>
                    <a:pt x="25905" y="15215"/>
                  </a:lnTo>
                  <a:lnTo>
                    <a:pt x="26137" y="16653"/>
                  </a:lnTo>
                  <a:lnTo>
                    <a:pt x="24098" y="20298"/>
                  </a:lnTo>
                  <a:lnTo>
                    <a:pt x="15738" y="22820"/>
                  </a:lnTo>
                  <a:lnTo>
                    <a:pt x="15453" y="21544"/>
                  </a:lnTo>
                  <a:lnTo>
                    <a:pt x="11617" y="20650"/>
                  </a:lnTo>
                  <a:lnTo>
                    <a:pt x="9019" y="17448"/>
                  </a:lnTo>
                  <a:lnTo>
                    <a:pt x="2213" y="18044"/>
                  </a:lnTo>
                  <a:lnTo>
                    <a:pt x="1683" y="18453"/>
                  </a:lnTo>
                  <a:lnTo>
                    <a:pt x="2761" y="19936"/>
                  </a:lnTo>
                  <a:lnTo>
                    <a:pt x="992" y="22196"/>
                  </a:lnTo>
                  <a:lnTo>
                    <a:pt x="891" y="21648"/>
                  </a:lnTo>
                  <a:lnTo>
                    <a:pt x="0" y="13924"/>
                  </a:lnTo>
                  <a:lnTo>
                    <a:pt x="1528" y="8557"/>
                  </a:lnTo>
                  <a:lnTo>
                    <a:pt x="6189" y="6026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h4896"/>
            <p:cNvSpPr/>
            <p:nvPr/>
          </p:nvSpPr>
          <p:spPr>
            <a:xfrm>
              <a:off x="7311194" y="3328343"/>
              <a:ext cx="18995" cy="33151"/>
            </a:xfrm>
            <a:custGeom>
              <a:avLst/>
              <a:pathLst>
                <a:path w="18995" h="33151">
                  <a:moveTo>
                    <a:pt x="15316" y="692"/>
                  </a:moveTo>
                  <a:lnTo>
                    <a:pt x="14360" y="2525"/>
                  </a:lnTo>
                  <a:lnTo>
                    <a:pt x="14628" y="4480"/>
                  </a:lnTo>
                  <a:lnTo>
                    <a:pt x="16238" y="6950"/>
                  </a:lnTo>
                  <a:lnTo>
                    <a:pt x="18995" y="8782"/>
                  </a:lnTo>
                  <a:lnTo>
                    <a:pt x="18526" y="9798"/>
                  </a:lnTo>
                  <a:lnTo>
                    <a:pt x="18856" y="16273"/>
                  </a:lnTo>
                  <a:lnTo>
                    <a:pt x="17342" y="18240"/>
                  </a:lnTo>
                  <a:lnTo>
                    <a:pt x="15180" y="19081"/>
                  </a:lnTo>
                  <a:lnTo>
                    <a:pt x="11194" y="23629"/>
                  </a:lnTo>
                  <a:lnTo>
                    <a:pt x="10649" y="27927"/>
                  </a:lnTo>
                  <a:lnTo>
                    <a:pt x="7662" y="33151"/>
                  </a:lnTo>
                  <a:lnTo>
                    <a:pt x="6163" y="32332"/>
                  </a:lnTo>
                  <a:lnTo>
                    <a:pt x="5182" y="29109"/>
                  </a:lnTo>
                  <a:lnTo>
                    <a:pt x="26" y="25364"/>
                  </a:lnTo>
                  <a:lnTo>
                    <a:pt x="0" y="18555"/>
                  </a:lnTo>
                  <a:lnTo>
                    <a:pt x="1432" y="13163"/>
                  </a:lnTo>
                  <a:lnTo>
                    <a:pt x="954" y="12379"/>
                  </a:lnTo>
                  <a:lnTo>
                    <a:pt x="2948" y="12461"/>
                  </a:lnTo>
                  <a:lnTo>
                    <a:pt x="8328" y="10417"/>
                  </a:lnTo>
                  <a:lnTo>
                    <a:pt x="11602" y="3178"/>
                  </a:lnTo>
                  <a:lnTo>
                    <a:pt x="1230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h4897"/>
            <p:cNvSpPr/>
            <p:nvPr/>
          </p:nvSpPr>
          <p:spPr>
            <a:xfrm>
              <a:off x="7503662" y="3387697"/>
              <a:ext cx="7601" cy="7630"/>
            </a:xfrm>
            <a:custGeom>
              <a:avLst/>
              <a:pathLst>
                <a:path w="7601" h="7630">
                  <a:moveTo>
                    <a:pt x="7601" y="1250"/>
                  </a:moveTo>
                  <a:lnTo>
                    <a:pt x="6947" y="4421"/>
                  </a:lnTo>
                  <a:lnTo>
                    <a:pt x="3575" y="7630"/>
                  </a:lnTo>
                  <a:lnTo>
                    <a:pt x="0" y="6822"/>
                  </a:lnTo>
                  <a:lnTo>
                    <a:pt x="202" y="86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h4898"/>
            <p:cNvSpPr/>
            <p:nvPr/>
          </p:nvSpPr>
          <p:spPr>
            <a:xfrm>
              <a:off x="7375300" y="3287029"/>
              <a:ext cx="17131" cy="20540"/>
            </a:xfrm>
            <a:custGeom>
              <a:avLst/>
              <a:pathLst>
                <a:path w="17131" h="20540">
                  <a:moveTo>
                    <a:pt x="10537" y="5434"/>
                  </a:moveTo>
                  <a:lnTo>
                    <a:pt x="12880" y="8047"/>
                  </a:lnTo>
                  <a:lnTo>
                    <a:pt x="15561" y="9086"/>
                  </a:lnTo>
                  <a:lnTo>
                    <a:pt x="15504" y="13708"/>
                  </a:lnTo>
                  <a:lnTo>
                    <a:pt x="17131" y="18734"/>
                  </a:lnTo>
                  <a:lnTo>
                    <a:pt x="10778" y="20540"/>
                  </a:lnTo>
                  <a:lnTo>
                    <a:pt x="763" y="14009"/>
                  </a:lnTo>
                  <a:lnTo>
                    <a:pt x="2603" y="9474"/>
                  </a:lnTo>
                  <a:lnTo>
                    <a:pt x="1304" y="3890"/>
                  </a:lnTo>
                  <a:lnTo>
                    <a:pt x="0" y="954"/>
                  </a:lnTo>
                  <a:lnTo>
                    <a:pt x="4038" y="2655"/>
                  </a:lnTo>
                  <a:lnTo>
                    <a:pt x="891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h4899"/>
            <p:cNvSpPr/>
            <p:nvPr/>
          </p:nvSpPr>
          <p:spPr>
            <a:xfrm>
              <a:off x="7497595" y="3377871"/>
              <a:ext cx="1484" cy="2405"/>
            </a:xfrm>
            <a:custGeom>
              <a:avLst/>
              <a:pathLst>
                <a:path w="1484" h="2405">
                  <a:moveTo>
                    <a:pt x="1484" y="2405"/>
                  </a:moveTo>
                  <a:lnTo>
                    <a:pt x="0" y="1264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h4900"/>
            <p:cNvSpPr/>
            <p:nvPr/>
          </p:nvSpPr>
          <p:spPr>
            <a:xfrm>
              <a:off x="7499459" y="3376066"/>
              <a:ext cx="2862" cy="5989"/>
            </a:xfrm>
            <a:custGeom>
              <a:avLst/>
              <a:pathLst>
                <a:path w="2862" h="5989">
                  <a:moveTo>
                    <a:pt x="2677" y="5989"/>
                  </a:moveTo>
                  <a:lnTo>
                    <a:pt x="523" y="4711"/>
                  </a:lnTo>
                  <a:lnTo>
                    <a:pt x="0" y="1074"/>
                  </a:lnTo>
                  <a:lnTo>
                    <a:pt x="95" y="0"/>
                  </a:lnTo>
                  <a:lnTo>
                    <a:pt x="2862" y="79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h4901"/>
            <p:cNvSpPr/>
            <p:nvPr/>
          </p:nvSpPr>
          <p:spPr>
            <a:xfrm>
              <a:off x="7324637" y="3275226"/>
              <a:ext cx="10285" cy="8939"/>
            </a:xfrm>
            <a:custGeom>
              <a:avLst/>
              <a:pathLst>
                <a:path w="10285" h="8939">
                  <a:moveTo>
                    <a:pt x="8100" y="0"/>
                  </a:moveTo>
                  <a:lnTo>
                    <a:pt x="9860" y="1248"/>
                  </a:lnTo>
                  <a:lnTo>
                    <a:pt x="10285" y="4222"/>
                  </a:lnTo>
                  <a:lnTo>
                    <a:pt x="8682" y="7149"/>
                  </a:lnTo>
                  <a:lnTo>
                    <a:pt x="8682" y="8839"/>
                  </a:lnTo>
                  <a:lnTo>
                    <a:pt x="1716" y="8939"/>
                  </a:lnTo>
                  <a:lnTo>
                    <a:pt x="0" y="7419"/>
                  </a:lnTo>
                  <a:lnTo>
                    <a:pt x="3842" y="4248"/>
                  </a:lnTo>
                  <a:lnTo>
                    <a:pt x="3971" y="2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h4902"/>
            <p:cNvSpPr/>
            <p:nvPr/>
          </p:nvSpPr>
          <p:spPr>
            <a:xfrm>
              <a:off x="7490815" y="3467798"/>
              <a:ext cx="12174" cy="11158"/>
            </a:xfrm>
            <a:custGeom>
              <a:avLst/>
              <a:pathLst>
                <a:path w="12174" h="11158">
                  <a:moveTo>
                    <a:pt x="12174" y="5908"/>
                  </a:moveTo>
                  <a:lnTo>
                    <a:pt x="11908" y="8189"/>
                  </a:lnTo>
                  <a:lnTo>
                    <a:pt x="8284" y="11158"/>
                  </a:lnTo>
                  <a:lnTo>
                    <a:pt x="9010" y="9717"/>
                  </a:lnTo>
                  <a:lnTo>
                    <a:pt x="6135" y="8978"/>
                  </a:lnTo>
                  <a:lnTo>
                    <a:pt x="5564" y="10799"/>
                  </a:lnTo>
                  <a:lnTo>
                    <a:pt x="2426" y="5058"/>
                  </a:lnTo>
                  <a:lnTo>
                    <a:pt x="0" y="180"/>
                  </a:lnTo>
                  <a:lnTo>
                    <a:pt x="5560" y="1676"/>
                  </a:lnTo>
                  <a:lnTo>
                    <a:pt x="844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h4903"/>
            <p:cNvSpPr/>
            <p:nvPr/>
          </p:nvSpPr>
          <p:spPr>
            <a:xfrm>
              <a:off x="7465488" y="3222478"/>
              <a:ext cx="5934" cy="6261"/>
            </a:xfrm>
            <a:custGeom>
              <a:avLst/>
              <a:pathLst>
                <a:path w="5934" h="6261">
                  <a:moveTo>
                    <a:pt x="5644" y="0"/>
                  </a:moveTo>
                  <a:lnTo>
                    <a:pt x="5934" y="2434"/>
                  </a:lnTo>
                  <a:lnTo>
                    <a:pt x="1762" y="5101"/>
                  </a:lnTo>
                  <a:lnTo>
                    <a:pt x="1347" y="6248"/>
                  </a:lnTo>
                  <a:lnTo>
                    <a:pt x="0" y="6261"/>
                  </a:lnTo>
                  <a:lnTo>
                    <a:pt x="843" y="75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h4904"/>
            <p:cNvSpPr/>
            <p:nvPr/>
          </p:nvSpPr>
          <p:spPr>
            <a:xfrm>
              <a:off x="7476130" y="3249814"/>
              <a:ext cx="7918" cy="11016"/>
            </a:xfrm>
            <a:custGeom>
              <a:avLst/>
              <a:pathLst>
                <a:path w="7918" h="11016">
                  <a:moveTo>
                    <a:pt x="2779" y="0"/>
                  </a:moveTo>
                  <a:lnTo>
                    <a:pt x="5563" y="932"/>
                  </a:lnTo>
                  <a:lnTo>
                    <a:pt x="7339" y="1922"/>
                  </a:lnTo>
                  <a:lnTo>
                    <a:pt x="7918" y="8613"/>
                  </a:lnTo>
                  <a:lnTo>
                    <a:pt x="6844" y="11016"/>
                  </a:lnTo>
                  <a:lnTo>
                    <a:pt x="4433" y="10650"/>
                  </a:lnTo>
                  <a:lnTo>
                    <a:pt x="0" y="214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h4905"/>
            <p:cNvSpPr/>
            <p:nvPr/>
          </p:nvSpPr>
          <p:spPr>
            <a:xfrm>
              <a:off x="7472173" y="3413780"/>
              <a:ext cx="14271" cy="10113"/>
            </a:xfrm>
            <a:custGeom>
              <a:avLst/>
              <a:pathLst>
                <a:path w="14271" h="10113">
                  <a:moveTo>
                    <a:pt x="5835" y="2848"/>
                  </a:moveTo>
                  <a:lnTo>
                    <a:pt x="7258" y="4100"/>
                  </a:lnTo>
                  <a:lnTo>
                    <a:pt x="10631" y="5455"/>
                  </a:lnTo>
                  <a:lnTo>
                    <a:pt x="12066" y="5193"/>
                  </a:lnTo>
                  <a:lnTo>
                    <a:pt x="14271" y="6230"/>
                  </a:lnTo>
                  <a:lnTo>
                    <a:pt x="11431" y="9571"/>
                  </a:lnTo>
                  <a:lnTo>
                    <a:pt x="8985" y="10113"/>
                  </a:lnTo>
                  <a:lnTo>
                    <a:pt x="3643" y="8035"/>
                  </a:lnTo>
                  <a:lnTo>
                    <a:pt x="0" y="3342"/>
                  </a:lnTo>
                  <a:lnTo>
                    <a:pt x="456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6" name="ph4906"/>
            <p:cNvSpPr/>
            <p:nvPr/>
          </p:nvSpPr>
          <p:spPr>
            <a:xfrm>
              <a:off x="7491345" y="3402395"/>
              <a:ext cx="6816" cy="7448"/>
            </a:xfrm>
            <a:custGeom>
              <a:avLst/>
              <a:pathLst>
                <a:path w="6816" h="7448">
                  <a:moveTo>
                    <a:pt x="6816" y="3450"/>
                  </a:moveTo>
                  <a:lnTo>
                    <a:pt x="5787" y="7380"/>
                  </a:lnTo>
                  <a:lnTo>
                    <a:pt x="1064" y="7448"/>
                  </a:lnTo>
                  <a:lnTo>
                    <a:pt x="517" y="5519"/>
                  </a:lnTo>
                  <a:lnTo>
                    <a:pt x="0" y="1559"/>
                  </a:lnTo>
                  <a:lnTo>
                    <a:pt x="448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7" name="ph4907"/>
            <p:cNvSpPr/>
            <p:nvPr/>
          </p:nvSpPr>
          <p:spPr>
            <a:xfrm>
              <a:off x="7551559" y="3463101"/>
              <a:ext cx="14511" cy="14424"/>
            </a:xfrm>
            <a:custGeom>
              <a:avLst/>
              <a:pathLst>
                <a:path w="14511" h="14424">
                  <a:moveTo>
                    <a:pt x="2480" y="3199"/>
                  </a:moveTo>
                  <a:lnTo>
                    <a:pt x="5418" y="5818"/>
                  </a:lnTo>
                  <a:lnTo>
                    <a:pt x="9802" y="7026"/>
                  </a:lnTo>
                  <a:lnTo>
                    <a:pt x="12683" y="4297"/>
                  </a:lnTo>
                  <a:lnTo>
                    <a:pt x="14511" y="9062"/>
                  </a:lnTo>
                  <a:lnTo>
                    <a:pt x="14499" y="11463"/>
                  </a:lnTo>
                  <a:lnTo>
                    <a:pt x="12349" y="14424"/>
                  </a:lnTo>
                  <a:lnTo>
                    <a:pt x="2861" y="6664"/>
                  </a:lnTo>
                  <a:lnTo>
                    <a:pt x="816" y="4095"/>
                  </a:lnTo>
                  <a:lnTo>
                    <a:pt x="0" y="4059"/>
                  </a:lnTo>
                  <a:lnTo>
                    <a:pt x="88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8" name="ph4908"/>
            <p:cNvSpPr/>
            <p:nvPr/>
          </p:nvSpPr>
          <p:spPr>
            <a:xfrm>
              <a:off x="7504280" y="3472987"/>
              <a:ext cx="7188" cy="9102"/>
            </a:xfrm>
            <a:custGeom>
              <a:avLst/>
              <a:pathLst>
                <a:path w="7188" h="9102">
                  <a:moveTo>
                    <a:pt x="6171" y="0"/>
                  </a:moveTo>
                  <a:lnTo>
                    <a:pt x="7188" y="4807"/>
                  </a:lnTo>
                  <a:lnTo>
                    <a:pt x="5155" y="6104"/>
                  </a:lnTo>
                  <a:lnTo>
                    <a:pt x="4380" y="8321"/>
                  </a:lnTo>
                  <a:lnTo>
                    <a:pt x="1202" y="9102"/>
                  </a:lnTo>
                  <a:lnTo>
                    <a:pt x="0" y="6734"/>
                  </a:lnTo>
                  <a:lnTo>
                    <a:pt x="853" y="6317"/>
                  </a:lnTo>
                  <a:lnTo>
                    <a:pt x="256" y="5284"/>
                  </a:lnTo>
                  <a:lnTo>
                    <a:pt x="2404" y="2246"/>
                  </a:lnTo>
                  <a:lnTo>
                    <a:pt x="4881" y="1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h4909"/>
            <p:cNvSpPr/>
            <p:nvPr/>
          </p:nvSpPr>
          <p:spPr>
            <a:xfrm>
              <a:off x="7503098" y="3341346"/>
              <a:ext cx="17294" cy="27135"/>
            </a:xfrm>
            <a:custGeom>
              <a:avLst/>
              <a:pathLst>
                <a:path w="17294" h="27135">
                  <a:moveTo>
                    <a:pt x="15194" y="2099"/>
                  </a:moveTo>
                  <a:lnTo>
                    <a:pt x="17294" y="7012"/>
                  </a:lnTo>
                  <a:lnTo>
                    <a:pt x="16933" y="11523"/>
                  </a:lnTo>
                  <a:lnTo>
                    <a:pt x="13992" y="12711"/>
                  </a:lnTo>
                  <a:lnTo>
                    <a:pt x="16596" y="19746"/>
                  </a:lnTo>
                  <a:lnTo>
                    <a:pt x="14797" y="25591"/>
                  </a:lnTo>
                  <a:lnTo>
                    <a:pt x="7987" y="27135"/>
                  </a:lnTo>
                  <a:lnTo>
                    <a:pt x="490" y="24249"/>
                  </a:lnTo>
                  <a:lnTo>
                    <a:pt x="0" y="20582"/>
                  </a:lnTo>
                  <a:lnTo>
                    <a:pt x="628" y="18456"/>
                  </a:lnTo>
                  <a:lnTo>
                    <a:pt x="2718" y="16834"/>
                  </a:lnTo>
                  <a:lnTo>
                    <a:pt x="6910" y="1067"/>
                  </a:lnTo>
                  <a:lnTo>
                    <a:pt x="1247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0" name="ph4910"/>
            <p:cNvSpPr/>
            <p:nvPr/>
          </p:nvSpPr>
          <p:spPr>
            <a:xfrm>
              <a:off x="7491345" y="3397391"/>
              <a:ext cx="7662" cy="6562"/>
            </a:xfrm>
            <a:custGeom>
              <a:avLst/>
              <a:pathLst>
                <a:path w="7662" h="6562">
                  <a:moveTo>
                    <a:pt x="6201" y="2155"/>
                  </a:moveTo>
                  <a:lnTo>
                    <a:pt x="6525" y="1618"/>
                  </a:lnTo>
                  <a:lnTo>
                    <a:pt x="7662" y="1767"/>
                  </a:lnTo>
                  <a:lnTo>
                    <a:pt x="4485" y="5003"/>
                  </a:lnTo>
                  <a:lnTo>
                    <a:pt x="0" y="6562"/>
                  </a:lnTo>
                  <a:lnTo>
                    <a:pt x="474" y="3915"/>
                  </a:lnTo>
                  <a:lnTo>
                    <a:pt x="218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1" name="ph4911"/>
            <p:cNvSpPr/>
            <p:nvPr/>
          </p:nvSpPr>
          <p:spPr>
            <a:xfrm>
              <a:off x="7384610" y="3337491"/>
              <a:ext cx="7587" cy="12440"/>
            </a:xfrm>
            <a:custGeom>
              <a:avLst/>
              <a:pathLst>
                <a:path w="7587" h="12440">
                  <a:moveTo>
                    <a:pt x="6837" y="1427"/>
                  </a:moveTo>
                  <a:lnTo>
                    <a:pt x="7060" y="7592"/>
                  </a:lnTo>
                  <a:lnTo>
                    <a:pt x="6352" y="7286"/>
                  </a:lnTo>
                  <a:lnTo>
                    <a:pt x="7587" y="10734"/>
                  </a:lnTo>
                  <a:lnTo>
                    <a:pt x="7011" y="12332"/>
                  </a:lnTo>
                  <a:lnTo>
                    <a:pt x="6029" y="12347"/>
                  </a:lnTo>
                  <a:lnTo>
                    <a:pt x="5255" y="12440"/>
                  </a:lnTo>
                  <a:lnTo>
                    <a:pt x="0" y="9254"/>
                  </a:lnTo>
                  <a:lnTo>
                    <a:pt x="625" y="6804"/>
                  </a:lnTo>
                  <a:lnTo>
                    <a:pt x="4333" y="3856"/>
                  </a:lnTo>
                  <a:lnTo>
                    <a:pt x="3468" y="354"/>
                  </a:lnTo>
                  <a:lnTo>
                    <a:pt x="480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2" name="ph4912"/>
            <p:cNvSpPr/>
            <p:nvPr/>
          </p:nvSpPr>
          <p:spPr>
            <a:xfrm>
              <a:off x="7305020" y="3279752"/>
              <a:ext cx="8840" cy="7165"/>
            </a:xfrm>
            <a:custGeom>
              <a:avLst/>
              <a:pathLst>
                <a:path w="8840" h="7165">
                  <a:moveTo>
                    <a:pt x="8840" y="4525"/>
                  </a:moveTo>
                  <a:lnTo>
                    <a:pt x="8269" y="6280"/>
                  </a:lnTo>
                  <a:lnTo>
                    <a:pt x="6684" y="7165"/>
                  </a:lnTo>
                  <a:lnTo>
                    <a:pt x="4207" y="4504"/>
                  </a:lnTo>
                  <a:lnTo>
                    <a:pt x="893" y="4621"/>
                  </a:lnTo>
                  <a:lnTo>
                    <a:pt x="566" y="6618"/>
                  </a:lnTo>
                  <a:lnTo>
                    <a:pt x="0" y="1406"/>
                  </a:lnTo>
                  <a:lnTo>
                    <a:pt x="201" y="527"/>
                  </a:lnTo>
                  <a:lnTo>
                    <a:pt x="2194" y="1682"/>
                  </a:lnTo>
                  <a:lnTo>
                    <a:pt x="3016" y="403"/>
                  </a:lnTo>
                  <a:lnTo>
                    <a:pt x="755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ph4913"/>
            <p:cNvSpPr/>
            <p:nvPr/>
          </p:nvSpPr>
          <p:spPr>
            <a:xfrm>
              <a:off x="7367504" y="3383303"/>
              <a:ext cx="12830" cy="10170"/>
            </a:xfrm>
            <a:custGeom>
              <a:avLst/>
              <a:pathLst>
                <a:path w="12830" h="10170">
                  <a:moveTo>
                    <a:pt x="11131" y="7963"/>
                  </a:moveTo>
                  <a:lnTo>
                    <a:pt x="12830" y="7173"/>
                  </a:lnTo>
                  <a:lnTo>
                    <a:pt x="12218" y="10170"/>
                  </a:lnTo>
                  <a:lnTo>
                    <a:pt x="6725" y="7826"/>
                  </a:lnTo>
                  <a:lnTo>
                    <a:pt x="3191" y="4600"/>
                  </a:lnTo>
                  <a:lnTo>
                    <a:pt x="1012" y="5425"/>
                  </a:lnTo>
                  <a:lnTo>
                    <a:pt x="1099" y="6029"/>
                  </a:lnTo>
                  <a:lnTo>
                    <a:pt x="0" y="3592"/>
                  </a:lnTo>
                  <a:lnTo>
                    <a:pt x="1055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4" name="ph4914"/>
            <p:cNvSpPr/>
            <p:nvPr/>
          </p:nvSpPr>
          <p:spPr>
            <a:xfrm>
              <a:off x="7375451" y="3245111"/>
              <a:ext cx="19579" cy="17618"/>
            </a:xfrm>
            <a:custGeom>
              <a:avLst/>
              <a:pathLst>
                <a:path w="19579" h="17618">
                  <a:moveTo>
                    <a:pt x="9705" y="5902"/>
                  </a:moveTo>
                  <a:lnTo>
                    <a:pt x="11199" y="7231"/>
                  </a:lnTo>
                  <a:lnTo>
                    <a:pt x="19579" y="8196"/>
                  </a:lnTo>
                  <a:lnTo>
                    <a:pt x="19303" y="14346"/>
                  </a:lnTo>
                  <a:lnTo>
                    <a:pt x="15508" y="15424"/>
                  </a:lnTo>
                  <a:lnTo>
                    <a:pt x="7280" y="15567"/>
                  </a:lnTo>
                  <a:lnTo>
                    <a:pt x="6085" y="17618"/>
                  </a:lnTo>
                  <a:lnTo>
                    <a:pt x="5198" y="16947"/>
                  </a:lnTo>
                  <a:lnTo>
                    <a:pt x="4889" y="9660"/>
                  </a:lnTo>
                  <a:lnTo>
                    <a:pt x="2215" y="6968"/>
                  </a:lnTo>
                  <a:lnTo>
                    <a:pt x="0" y="6584"/>
                  </a:lnTo>
                  <a:lnTo>
                    <a:pt x="275" y="4937"/>
                  </a:lnTo>
                  <a:lnTo>
                    <a:pt x="820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5" name="ph4915"/>
            <p:cNvSpPr/>
            <p:nvPr/>
          </p:nvSpPr>
          <p:spPr>
            <a:xfrm>
              <a:off x="7466994" y="3231887"/>
              <a:ext cx="5737" cy="3065"/>
            </a:xfrm>
            <a:custGeom>
              <a:avLst/>
              <a:pathLst>
                <a:path w="5737" h="3065">
                  <a:moveTo>
                    <a:pt x="5737" y="2197"/>
                  </a:moveTo>
                  <a:lnTo>
                    <a:pt x="2460" y="3065"/>
                  </a:lnTo>
                  <a:lnTo>
                    <a:pt x="0" y="3001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6" name="ph4916"/>
            <p:cNvSpPr/>
            <p:nvPr/>
          </p:nvSpPr>
          <p:spPr>
            <a:xfrm>
              <a:off x="7484645" y="3360294"/>
              <a:ext cx="18453" cy="8799"/>
            </a:xfrm>
            <a:custGeom>
              <a:avLst/>
              <a:pathLst>
                <a:path w="18453" h="8799">
                  <a:moveTo>
                    <a:pt x="17893" y="685"/>
                  </a:moveTo>
                  <a:lnTo>
                    <a:pt x="18453" y="1634"/>
                  </a:lnTo>
                  <a:lnTo>
                    <a:pt x="16049" y="3004"/>
                  </a:lnTo>
                  <a:lnTo>
                    <a:pt x="11396" y="4203"/>
                  </a:lnTo>
                  <a:lnTo>
                    <a:pt x="2890" y="8799"/>
                  </a:lnTo>
                  <a:lnTo>
                    <a:pt x="3171" y="6757"/>
                  </a:lnTo>
                  <a:lnTo>
                    <a:pt x="3937" y="6487"/>
                  </a:lnTo>
                  <a:lnTo>
                    <a:pt x="3255" y="3976"/>
                  </a:lnTo>
                  <a:lnTo>
                    <a:pt x="0" y="3994"/>
                  </a:lnTo>
                  <a:lnTo>
                    <a:pt x="1915" y="1500"/>
                  </a:lnTo>
                  <a:lnTo>
                    <a:pt x="3088" y="436"/>
                  </a:lnTo>
                  <a:lnTo>
                    <a:pt x="2809" y="2200"/>
                  </a:lnTo>
                  <a:lnTo>
                    <a:pt x="4622" y="3462"/>
                  </a:lnTo>
                  <a:lnTo>
                    <a:pt x="1285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7" name="ph4917"/>
            <p:cNvSpPr/>
            <p:nvPr/>
          </p:nvSpPr>
          <p:spPr>
            <a:xfrm>
              <a:off x="7498598" y="3377140"/>
              <a:ext cx="1385" cy="3636"/>
            </a:xfrm>
            <a:custGeom>
              <a:avLst/>
              <a:pathLst>
                <a:path w="1385" h="3636">
                  <a:moveTo>
                    <a:pt x="1385" y="3636"/>
                  </a:moveTo>
                  <a:lnTo>
                    <a:pt x="481" y="3135"/>
                  </a:lnTo>
                  <a:lnTo>
                    <a:pt x="0" y="730"/>
                  </a:lnTo>
                  <a:lnTo>
                    <a:pt x="86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8" name="ph4918"/>
            <p:cNvSpPr/>
            <p:nvPr/>
          </p:nvSpPr>
          <p:spPr>
            <a:xfrm>
              <a:off x="7300950" y="3313163"/>
              <a:ext cx="6596" cy="6508"/>
            </a:xfrm>
            <a:custGeom>
              <a:avLst/>
              <a:pathLst>
                <a:path w="6596" h="6508">
                  <a:moveTo>
                    <a:pt x="5338" y="2173"/>
                  </a:moveTo>
                  <a:lnTo>
                    <a:pt x="6596" y="898"/>
                  </a:lnTo>
                  <a:lnTo>
                    <a:pt x="4673" y="6508"/>
                  </a:lnTo>
                  <a:lnTo>
                    <a:pt x="0" y="539"/>
                  </a:lnTo>
                  <a:lnTo>
                    <a:pt x="241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9" name="ph4919"/>
            <p:cNvSpPr/>
            <p:nvPr/>
          </p:nvSpPr>
          <p:spPr>
            <a:xfrm>
              <a:off x="7395621" y="3396003"/>
              <a:ext cx="13377" cy="6875"/>
            </a:xfrm>
            <a:custGeom>
              <a:avLst/>
              <a:pathLst>
                <a:path w="13377" h="6875">
                  <a:moveTo>
                    <a:pt x="5926" y="501"/>
                  </a:moveTo>
                  <a:lnTo>
                    <a:pt x="9324" y="0"/>
                  </a:lnTo>
                  <a:lnTo>
                    <a:pt x="9213" y="772"/>
                  </a:lnTo>
                  <a:lnTo>
                    <a:pt x="11993" y="1968"/>
                  </a:lnTo>
                  <a:lnTo>
                    <a:pt x="13377" y="3882"/>
                  </a:lnTo>
                  <a:lnTo>
                    <a:pt x="12086" y="6190"/>
                  </a:lnTo>
                  <a:lnTo>
                    <a:pt x="10635" y="6875"/>
                  </a:lnTo>
                  <a:lnTo>
                    <a:pt x="6708" y="6149"/>
                  </a:lnTo>
                  <a:lnTo>
                    <a:pt x="1185" y="5004"/>
                  </a:lnTo>
                  <a:lnTo>
                    <a:pt x="0" y="80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0" name="ph4920"/>
            <p:cNvSpPr/>
            <p:nvPr/>
          </p:nvSpPr>
          <p:spPr>
            <a:xfrm>
              <a:off x="7382400" y="3334125"/>
              <a:ext cx="7012" cy="10171"/>
            </a:xfrm>
            <a:custGeom>
              <a:avLst/>
              <a:pathLst>
                <a:path w="7012" h="10171">
                  <a:moveTo>
                    <a:pt x="7012" y="3366"/>
                  </a:moveTo>
                  <a:lnTo>
                    <a:pt x="5678" y="3721"/>
                  </a:lnTo>
                  <a:lnTo>
                    <a:pt x="6543" y="7222"/>
                  </a:lnTo>
                  <a:lnTo>
                    <a:pt x="2836" y="10171"/>
                  </a:lnTo>
                  <a:lnTo>
                    <a:pt x="0" y="5627"/>
                  </a:lnTo>
                  <a:lnTo>
                    <a:pt x="1716" y="4138"/>
                  </a:lnTo>
                  <a:lnTo>
                    <a:pt x="3409" y="3863"/>
                  </a:lnTo>
                  <a:lnTo>
                    <a:pt x="4644" y="1823"/>
                  </a:lnTo>
                  <a:lnTo>
                    <a:pt x="4645" y="113"/>
                  </a:lnTo>
                  <a:lnTo>
                    <a:pt x="629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1" name="ph4921"/>
            <p:cNvSpPr/>
            <p:nvPr/>
          </p:nvSpPr>
          <p:spPr>
            <a:xfrm>
              <a:off x="7499100" y="3463773"/>
              <a:ext cx="10749" cy="15183"/>
            </a:xfrm>
            <a:custGeom>
              <a:avLst/>
              <a:pathLst>
                <a:path w="10749" h="15183">
                  <a:moveTo>
                    <a:pt x="4883" y="2880"/>
                  </a:moveTo>
                  <a:lnTo>
                    <a:pt x="5606" y="5585"/>
                  </a:lnTo>
                  <a:lnTo>
                    <a:pt x="7960" y="3785"/>
                  </a:lnTo>
                  <a:lnTo>
                    <a:pt x="10749" y="5859"/>
                  </a:lnTo>
                  <a:lnTo>
                    <a:pt x="10061" y="9229"/>
                  </a:lnTo>
                  <a:lnTo>
                    <a:pt x="7584" y="11459"/>
                  </a:lnTo>
                  <a:lnTo>
                    <a:pt x="5436" y="14498"/>
                  </a:lnTo>
                  <a:lnTo>
                    <a:pt x="0" y="15183"/>
                  </a:lnTo>
                  <a:lnTo>
                    <a:pt x="3623" y="12214"/>
                  </a:lnTo>
                  <a:lnTo>
                    <a:pt x="3889" y="9933"/>
                  </a:lnTo>
                  <a:lnTo>
                    <a:pt x="165" y="4024"/>
                  </a:lnTo>
                  <a:lnTo>
                    <a:pt x="223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2" name="ph4922"/>
            <p:cNvSpPr/>
            <p:nvPr/>
          </p:nvSpPr>
          <p:spPr>
            <a:xfrm>
              <a:off x="7384002" y="3441241"/>
              <a:ext cx="30399" cy="34077"/>
            </a:xfrm>
            <a:custGeom>
              <a:avLst/>
              <a:pathLst>
                <a:path w="30399" h="34077">
                  <a:moveTo>
                    <a:pt x="22754" y="533"/>
                  </a:moveTo>
                  <a:lnTo>
                    <a:pt x="26151" y="0"/>
                  </a:lnTo>
                  <a:lnTo>
                    <a:pt x="28538" y="2311"/>
                  </a:lnTo>
                  <a:lnTo>
                    <a:pt x="29787" y="4718"/>
                  </a:lnTo>
                  <a:lnTo>
                    <a:pt x="26717" y="8110"/>
                  </a:lnTo>
                  <a:lnTo>
                    <a:pt x="28637" y="16559"/>
                  </a:lnTo>
                  <a:lnTo>
                    <a:pt x="29290" y="18560"/>
                  </a:lnTo>
                  <a:lnTo>
                    <a:pt x="30082" y="18855"/>
                  </a:lnTo>
                  <a:lnTo>
                    <a:pt x="30399" y="20152"/>
                  </a:lnTo>
                  <a:lnTo>
                    <a:pt x="28638" y="26178"/>
                  </a:lnTo>
                  <a:lnTo>
                    <a:pt x="23978" y="28709"/>
                  </a:lnTo>
                  <a:lnTo>
                    <a:pt x="22449" y="34077"/>
                  </a:lnTo>
                  <a:lnTo>
                    <a:pt x="17610" y="31192"/>
                  </a:lnTo>
                  <a:lnTo>
                    <a:pt x="8764" y="31806"/>
                  </a:lnTo>
                  <a:lnTo>
                    <a:pt x="3893" y="28663"/>
                  </a:lnTo>
                  <a:lnTo>
                    <a:pt x="1772" y="28277"/>
                  </a:lnTo>
                  <a:lnTo>
                    <a:pt x="0" y="21745"/>
                  </a:lnTo>
                  <a:lnTo>
                    <a:pt x="9690" y="15906"/>
                  </a:lnTo>
                  <a:lnTo>
                    <a:pt x="9757" y="12709"/>
                  </a:lnTo>
                  <a:lnTo>
                    <a:pt x="4969" y="3725"/>
                  </a:lnTo>
                  <a:lnTo>
                    <a:pt x="8277" y="2310"/>
                  </a:lnTo>
                  <a:lnTo>
                    <a:pt x="18280" y="262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3" name="ph4923"/>
            <p:cNvSpPr/>
            <p:nvPr/>
          </p:nvSpPr>
          <p:spPr>
            <a:xfrm>
              <a:off x="7481521" y="3410647"/>
              <a:ext cx="10612" cy="8585"/>
            </a:xfrm>
            <a:custGeom>
              <a:avLst/>
              <a:pathLst>
                <a:path w="10612" h="8585">
                  <a:moveTo>
                    <a:pt x="5530" y="1787"/>
                  </a:moveTo>
                  <a:lnTo>
                    <a:pt x="9414" y="1240"/>
                  </a:lnTo>
                  <a:lnTo>
                    <a:pt x="10612" y="1275"/>
                  </a:lnTo>
                  <a:lnTo>
                    <a:pt x="10141" y="4322"/>
                  </a:lnTo>
                  <a:lnTo>
                    <a:pt x="5631" y="8585"/>
                  </a:lnTo>
                  <a:lnTo>
                    <a:pt x="2021" y="3652"/>
                  </a:lnTo>
                  <a:lnTo>
                    <a:pt x="2675" y="3398"/>
                  </a:lnTo>
                  <a:lnTo>
                    <a:pt x="0" y="1146"/>
                  </a:lnTo>
                  <a:lnTo>
                    <a:pt x="184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4" name="ph4924"/>
            <p:cNvSpPr/>
            <p:nvPr/>
          </p:nvSpPr>
          <p:spPr>
            <a:xfrm>
              <a:off x="7474095" y="3320992"/>
              <a:ext cx="16037" cy="14278"/>
            </a:xfrm>
            <a:custGeom>
              <a:avLst/>
              <a:pathLst>
                <a:path w="16037" h="14278">
                  <a:moveTo>
                    <a:pt x="9460" y="63"/>
                  </a:moveTo>
                  <a:lnTo>
                    <a:pt x="12516" y="1778"/>
                  </a:lnTo>
                  <a:lnTo>
                    <a:pt x="15046" y="1758"/>
                  </a:lnTo>
                  <a:lnTo>
                    <a:pt x="16037" y="2450"/>
                  </a:lnTo>
                  <a:lnTo>
                    <a:pt x="13961" y="14048"/>
                  </a:lnTo>
                  <a:lnTo>
                    <a:pt x="7133" y="11213"/>
                  </a:lnTo>
                  <a:lnTo>
                    <a:pt x="6798" y="12788"/>
                  </a:lnTo>
                  <a:lnTo>
                    <a:pt x="3939" y="14278"/>
                  </a:lnTo>
                  <a:lnTo>
                    <a:pt x="0" y="5992"/>
                  </a:lnTo>
                  <a:lnTo>
                    <a:pt x="2303" y="1972"/>
                  </a:lnTo>
                  <a:lnTo>
                    <a:pt x="592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5" name="ph4925"/>
            <p:cNvSpPr/>
            <p:nvPr/>
          </p:nvSpPr>
          <p:spPr>
            <a:xfrm>
              <a:off x="7474487" y="3390757"/>
              <a:ext cx="9716" cy="10791"/>
            </a:xfrm>
            <a:custGeom>
              <a:avLst/>
              <a:pathLst>
                <a:path w="9716" h="10791">
                  <a:moveTo>
                    <a:pt x="7625" y="2455"/>
                  </a:moveTo>
                  <a:lnTo>
                    <a:pt x="9716" y="5536"/>
                  </a:lnTo>
                  <a:lnTo>
                    <a:pt x="5376" y="10791"/>
                  </a:lnTo>
                  <a:lnTo>
                    <a:pt x="1922" y="9936"/>
                  </a:lnTo>
                  <a:lnTo>
                    <a:pt x="799" y="8308"/>
                  </a:lnTo>
                  <a:lnTo>
                    <a:pt x="0" y="2370"/>
                  </a:lnTo>
                  <a:lnTo>
                    <a:pt x="359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h4926"/>
            <p:cNvSpPr/>
            <p:nvPr/>
          </p:nvSpPr>
          <p:spPr>
            <a:xfrm>
              <a:off x="7497222" y="3374238"/>
              <a:ext cx="2335" cy="4897"/>
            </a:xfrm>
            <a:custGeom>
              <a:avLst/>
              <a:pathLst>
                <a:path w="2335" h="4897">
                  <a:moveTo>
                    <a:pt x="2335" y="1851"/>
                  </a:moveTo>
                  <a:lnTo>
                    <a:pt x="2237" y="2902"/>
                  </a:lnTo>
                  <a:lnTo>
                    <a:pt x="1375" y="3633"/>
                  </a:lnTo>
                  <a:lnTo>
                    <a:pt x="372" y="4897"/>
                  </a:lnTo>
                  <a:lnTo>
                    <a:pt x="0" y="4125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h4927"/>
            <p:cNvSpPr/>
            <p:nvPr/>
          </p:nvSpPr>
          <p:spPr>
            <a:xfrm>
              <a:off x="7499554" y="3374927"/>
              <a:ext cx="2797" cy="1929"/>
            </a:xfrm>
            <a:custGeom>
              <a:avLst/>
              <a:pathLst>
                <a:path w="2797" h="1929">
                  <a:moveTo>
                    <a:pt x="0" y="1138"/>
                  </a:moveTo>
                  <a:lnTo>
                    <a:pt x="2797" y="0"/>
                  </a:lnTo>
                  <a:lnTo>
                    <a:pt x="2766" y="192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h4928"/>
            <p:cNvSpPr/>
            <p:nvPr/>
          </p:nvSpPr>
          <p:spPr>
            <a:xfrm>
              <a:off x="7378592" y="3339753"/>
              <a:ext cx="6644" cy="7083"/>
            </a:xfrm>
            <a:custGeom>
              <a:avLst/>
              <a:pathLst>
                <a:path w="6644" h="7083">
                  <a:moveTo>
                    <a:pt x="6644" y="4543"/>
                  </a:moveTo>
                  <a:lnTo>
                    <a:pt x="6018" y="6992"/>
                  </a:lnTo>
                  <a:lnTo>
                    <a:pt x="2332" y="7083"/>
                  </a:lnTo>
                  <a:lnTo>
                    <a:pt x="511" y="5683"/>
                  </a:lnTo>
                  <a:lnTo>
                    <a:pt x="0" y="3516"/>
                  </a:lnTo>
                  <a:lnTo>
                    <a:pt x="699" y="655"/>
                  </a:lnTo>
                  <a:lnTo>
                    <a:pt x="38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h4929"/>
            <p:cNvSpPr/>
            <p:nvPr/>
          </p:nvSpPr>
          <p:spPr>
            <a:xfrm>
              <a:off x="7507167" y="3483982"/>
              <a:ext cx="9670" cy="17593"/>
            </a:xfrm>
            <a:custGeom>
              <a:avLst/>
              <a:pathLst>
                <a:path w="9670" h="17593">
                  <a:moveTo>
                    <a:pt x="9450" y="7061"/>
                  </a:moveTo>
                  <a:lnTo>
                    <a:pt x="9670" y="9693"/>
                  </a:lnTo>
                  <a:lnTo>
                    <a:pt x="8793" y="13389"/>
                  </a:lnTo>
                  <a:lnTo>
                    <a:pt x="5184" y="17426"/>
                  </a:lnTo>
                  <a:lnTo>
                    <a:pt x="3598" y="17593"/>
                  </a:lnTo>
                  <a:lnTo>
                    <a:pt x="1714" y="6744"/>
                  </a:lnTo>
                  <a:lnTo>
                    <a:pt x="0" y="2633"/>
                  </a:lnTo>
                  <a:lnTo>
                    <a:pt x="260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h4930"/>
            <p:cNvSpPr/>
            <p:nvPr/>
          </p:nvSpPr>
          <p:spPr>
            <a:xfrm>
              <a:off x="7624159" y="3422325"/>
              <a:ext cx="51834" cy="42657"/>
            </a:xfrm>
            <a:custGeom>
              <a:avLst/>
              <a:pathLst>
                <a:path w="51834" h="42657">
                  <a:moveTo>
                    <a:pt x="43418" y="8167"/>
                  </a:moveTo>
                  <a:lnTo>
                    <a:pt x="48153" y="7835"/>
                  </a:lnTo>
                  <a:lnTo>
                    <a:pt x="49756" y="11398"/>
                  </a:lnTo>
                  <a:lnTo>
                    <a:pt x="51834" y="21755"/>
                  </a:lnTo>
                  <a:lnTo>
                    <a:pt x="49957" y="28952"/>
                  </a:lnTo>
                  <a:lnTo>
                    <a:pt x="48448" y="31123"/>
                  </a:lnTo>
                  <a:lnTo>
                    <a:pt x="34664" y="39854"/>
                  </a:lnTo>
                  <a:lnTo>
                    <a:pt x="26775" y="42657"/>
                  </a:lnTo>
                  <a:lnTo>
                    <a:pt x="26142" y="30615"/>
                  </a:lnTo>
                  <a:lnTo>
                    <a:pt x="24226" y="28103"/>
                  </a:lnTo>
                  <a:lnTo>
                    <a:pt x="18271" y="25248"/>
                  </a:lnTo>
                  <a:lnTo>
                    <a:pt x="12007" y="19237"/>
                  </a:lnTo>
                  <a:lnTo>
                    <a:pt x="7099" y="18404"/>
                  </a:lnTo>
                  <a:lnTo>
                    <a:pt x="6563" y="13655"/>
                  </a:lnTo>
                  <a:lnTo>
                    <a:pt x="0" y="11764"/>
                  </a:lnTo>
                  <a:lnTo>
                    <a:pt x="1912" y="8637"/>
                  </a:lnTo>
                  <a:lnTo>
                    <a:pt x="5501" y="8508"/>
                  </a:lnTo>
                  <a:lnTo>
                    <a:pt x="17115" y="14784"/>
                  </a:lnTo>
                  <a:lnTo>
                    <a:pt x="18736" y="13732"/>
                  </a:lnTo>
                  <a:lnTo>
                    <a:pt x="22734" y="8452"/>
                  </a:lnTo>
                  <a:lnTo>
                    <a:pt x="22727" y="7144"/>
                  </a:lnTo>
                  <a:lnTo>
                    <a:pt x="23983" y="5690"/>
                  </a:lnTo>
                  <a:lnTo>
                    <a:pt x="27872" y="6597"/>
                  </a:lnTo>
                  <a:lnTo>
                    <a:pt x="3346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h4931"/>
            <p:cNvSpPr/>
            <p:nvPr/>
          </p:nvSpPr>
          <p:spPr>
            <a:xfrm>
              <a:off x="7352918" y="3387903"/>
              <a:ext cx="26804" cy="14713"/>
            </a:xfrm>
            <a:custGeom>
              <a:avLst/>
              <a:pathLst>
                <a:path w="26804" h="14713">
                  <a:moveTo>
                    <a:pt x="17777" y="0"/>
                  </a:moveTo>
                  <a:lnTo>
                    <a:pt x="21311" y="3225"/>
                  </a:lnTo>
                  <a:lnTo>
                    <a:pt x="26804" y="5570"/>
                  </a:lnTo>
                  <a:lnTo>
                    <a:pt x="26694" y="9365"/>
                  </a:lnTo>
                  <a:lnTo>
                    <a:pt x="26021" y="11726"/>
                  </a:lnTo>
                  <a:lnTo>
                    <a:pt x="24301" y="11876"/>
                  </a:lnTo>
                  <a:lnTo>
                    <a:pt x="18881" y="12382"/>
                  </a:lnTo>
                  <a:lnTo>
                    <a:pt x="14662" y="14626"/>
                  </a:lnTo>
                  <a:lnTo>
                    <a:pt x="452" y="14713"/>
                  </a:lnTo>
                  <a:lnTo>
                    <a:pt x="0" y="11899"/>
                  </a:lnTo>
                  <a:lnTo>
                    <a:pt x="2446" y="11519"/>
                  </a:lnTo>
                  <a:lnTo>
                    <a:pt x="5022" y="6927"/>
                  </a:lnTo>
                  <a:lnTo>
                    <a:pt x="11569" y="5056"/>
                  </a:lnTo>
                  <a:lnTo>
                    <a:pt x="11093" y="6713"/>
                  </a:lnTo>
                  <a:lnTo>
                    <a:pt x="12343" y="6941"/>
                  </a:lnTo>
                  <a:lnTo>
                    <a:pt x="14757" y="5279"/>
                  </a:lnTo>
                  <a:lnTo>
                    <a:pt x="16181" y="2189"/>
                  </a:lnTo>
                  <a:lnTo>
                    <a:pt x="15685" y="1428"/>
                  </a:lnTo>
                  <a:lnTo>
                    <a:pt x="15599" y="82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h4932"/>
            <p:cNvSpPr/>
            <p:nvPr/>
          </p:nvSpPr>
          <p:spPr>
            <a:xfrm>
              <a:off x="7500718" y="3418430"/>
              <a:ext cx="6667" cy="4441"/>
            </a:xfrm>
            <a:custGeom>
              <a:avLst/>
              <a:pathLst>
                <a:path w="6667" h="4441">
                  <a:moveTo>
                    <a:pt x="5111" y="1122"/>
                  </a:moveTo>
                  <a:lnTo>
                    <a:pt x="6667" y="4286"/>
                  </a:lnTo>
                  <a:lnTo>
                    <a:pt x="1012" y="4441"/>
                  </a:lnTo>
                  <a:lnTo>
                    <a:pt x="0" y="1602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h4933"/>
            <p:cNvSpPr/>
            <p:nvPr/>
          </p:nvSpPr>
          <p:spPr>
            <a:xfrm>
              <a:off x="7597448" y="3357693"/>
              <a:ext cx="16581" cy="24689"/>
            </a:xfrm>
            <a:custGeom>
              <a:avLst/>
              <a:pathLst>
                <a:path w="16581" h="24689">
                  <a:moveTo>
                    <a:pt x="13224" y="2403"/>
                  </a:moveTo>
                  <a:lnTo>
                    <a:pt x="10855" y="5854"/>
                  </a:lnTo>
                  <a:lnTo>
                    <a:pt x="16581" y="13168"/>
                  </a:lnTo>
                  <a:lnTo>
                    <a:pt x="11501" y="14277"/>
                  </a:lnTo>
                  <a:lnTo>
                    <a:pt x="8396" y="16608"/>
                  </a:lnTo>
                  <a:lnTo>
                    <a:pt x="7890" y="18834"/>
                  </a:lnTo>
                  <a:lnTo>
                    <a:pt x="10026" y="20414"/>
                  </a:lnTo>
                  <a:lnTo>
                    <a:pt x="5802" y="24689"/>
                  </a:lnTo>
                  <a:lnTo>
                    <a:pt x="4645" y="24045"/>
                  </a:lnTo>
                  <a:lnTo>
                    <a:pt x="5587" y="21742"/>
                  </a:lnTo>
                  <a:lnTo>
                    <a:pt x="2837" y="19850"/>
                  </a:lnTo>
                  <a:lnTo>
                    <a:pt x="3985" y="17527"/>
                  </a:lnTo>
                  <a:lnTo>
                    <a:pt x="5398" y="17888"/>
                  </a:lnTo>
                  <a:lnTo>
                    <a:pt x="5818" y="14791"/>
                  </a:lnTo>
                  <a:lnTo>
                    <a:pt x="3677" y="9203"/>
                  </a:lnTo>
                  <a:lnTo>
                    <a:pt x="2200" y="8979"/>
                  </a:lnTo>
                  <a:lnTo>
                    <a:pt x="0" y="6966"/>
                  </a:lnTo>
                  <a:lnTo>
                    <a:pt x="1865" y="5896"/>
                  </a:lnTo>
                  <a:lnTo>
                    <a:pt x="7330" y="6162"/>
                  </a:lnTo>
                  <a:lnTo>
                    <a:pt x="10249" y="4858"/>
                  </a:lnTo>
                  <a:lnTo>
                    <a:pt x="11350" y="3950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h4934"/>
            <p:cNvSpPr/>
            <p:nvPr/>
          </p:nvSpPr>
          <p:spPr>
            <a:xfrm>
              <a:off x="7440835" y="3296510"/>
              <a:ext cx="11287" cy="14249"/>
            </a:xfrm>
            <a:custGeom>
              <a:avLst/>
              <a:pathLst>
                <a:path w="11287" h="14249">
                  <a:moveTo>
                    <a:pt x="10873" y="5316"/>
                  </a:moveTo>
                  <a:lnTo>
                    <a:pt x="11287" y="12828"/>
                  </a:lnTo>
                  <a:lnTo>
                    <a:pt x="7888" y="13535"/>
                  </a:lnTo>
                  <a:lnTo>
                    <a:pt x="0" y="14249"/>
                  </a:lnTo>
                  <a:lnTo>
                    <a:pt x="2007" y="12306"/>
                  </a:lnTo>
                  <a:lnTo>
                    <a:pt x="1312" y="6114"/>
                  </a:lnTo>
                  <a:lnTo>
                    <a:pt x="5039" y="1025"/>
                  </a:lnTo>
                  <a:lnTo>
                    <a:pt x="600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h4935"/>
            <p:cNvSpPr/>
            <p:nvPr/>
          </p:nvSpPr>
          <p:spPr>
            <a:xfrm>
              <a:off x="7475543" y="3239085"/>
              <a:ext cx="5589" cy="3009"/>
            </a:xfrm>
            <a:custGeom>
              <a:avLst/>
              <a:pathLst>
                <a:path w="5589" h="3009">
                  <a:moveTo>
                    <a:pt x="5589" y="0"/>
                  </a:moveTo>
                  <a:lnTo>
                    <a:pt x="3730" y="749"/>
                  </a:lnTo>
                  <a:lnTo>
                    <a:pt x="3286" y="3009"/>
                  </a:lnTo>
                  <a:lnTo>
                    <a:pt x="0" y="204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h4936"/>
            <p:cNvSpPr/>
            <p:nvPr/>
          </p:nvSpPr>
          <p:spPr>
            <a:xfrm>
              <a:off x="7355288" y="3343269"/>
              <a:ext cx="30753" cy="29929"/>
            </a:xfrm>
            <a:custGeom>
              <a:avLst/>
              <a:pathLst>
                <a:path w="30753" h="29929">
                  <a:moveTo>
                    <a:pt x="23303" y="0"/>
                  </a:moveTo>
                  <a:lnTo>
                    <a:pt x="23814" y="2167"/>
                  </a:lnTo>
                  <a:lnTo>
                    <a:pt x="25635" y="3566"/>
                  </a:lnTo>
                  <a:lnTo>
                    <a:pt x="29401" y="3556"/>
                  </a:lnTo>
                  <a:lnTo>
                    <a:pt x="25704" y="8944"/>
                  </a:lnTo>
                  <a:lnTo>
                    <a:pt x="25889" y="12207"/>
                  </a:lnTo>
                  <a:lnTo>
                    <a:pt x="26495" y="12352"/>
                  </a:lnTo>
                  <a:lnTo>
                    <a:pt x="26274" y="16400"/>
                  </a:lnTo>
                  <a:lnTo>
                    <a:pt x="30753" y="22427"/>
                  </a:lnTo>
                  <a:lnTo>
                    <a:pt x="27398" y="24691"/>
                  </a:lnTo>
                  <a:lnTo>
                    <a:pt x="25049" y="24704"/>
                  </a:lnTo>
                  <a:lnTo>
                    <a:pt x="22660" y="26874"/>
                  </a:lnTo>
                  <a:lnTo>
                    <a:pt x="21532" y="29650"/>
                  </a:lnTo>
                  <a:lnTo>
                    <a:pt x="18310" y="29201"/>
                  </a:lnTo>
                  <a:lnTo>
                    <a:pt x="14043" y="20565"/>
                  </a:lnTo>
                  <a:lnTo>
                    <a:pt x="12135" y="20190"/>
                  </a:lnTo>
                  <a:lnTo>
                    <a:pt x="8455" y="23770"/>
                  </a:lnTo>
                  <a:lnTo>
                    <a:pt x="6015" y="24064"/>
                  </a:lnTo>
                  <a:lnTo>
                    <a:pt x="3664" y="25683"/>
                  </a:lnTo>
                  <a:lnTo>
                    <a:pt x="2011" y="29929"/>
                  </a:lnTo>
                  <a:lnTo>
                    <a:pt x="0" y="21882"/>
                  </a:lnTo>
                  <a:lnTo>
                    <a:pt x="2413" y="19712"/>
                  </a:lnTo>
                  <a:lnTo>
                    <a:pt x="2028" y="16636"/>
                  </a:lnTo>
                  <a:lnTo>
                    <a:pt x="530" y="16323"/>
                  </a:lnTo>
                  <a:lnTo>
                    <a:pt x="5071" y="14929"/>
                  </a:lnTo>
                  <a:lnTo>
                    <a:pt x="6151" y="6773"/>
                  </a:lnTo>
                  <a:lnTo>
                    <a:pt x="8510" y="7110"/>
                  </a:lnTo>
                  <a:lnTo>
                    <a:pt x="20060" y="342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h4937"/>
            <p:cNvSpPr/>
            <p:nvPr/>
          </p:nvSpPr>
          <p:spPr>
            <a:xfrm>
              <a:off x="7467935" y="3421816"/>
              <a:ext cx="13224" cy="13615"/>
            </a:xfrm>
            <a:custGeom>
              <a:avLst/>
              <a:pathLst>
                <a:path w="13224" h="13615">
                  <a:moveTo>
                    <a:pt x="13224" y="2077"/>
                  </a:moveTo>
                  <a:lnTo>
                    <a:pt x="12407" y="12368"/>
                  </a:lnTo>
                  <a:lnTo>
                    <a:pt x="9136" y="13615"/>
                  </a:lnTo>
                  <a:lnTo>
                    <a:pt x="3223" y="11922"/>
                  </a:lnTo>
                  <a:lnTo>
                    <a:pt x="0" y="551"/>
                  </a:lnTo>
                  <a:lnTo>
                    <a:pt x="788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h4938"/>
            <p:cNvSpPr/>
            <p:nvPr/>
          </p:nvSpPr>
          <p:spPr>
            <a:xfrm>
              <a:off x="7481326" y="3368857"/>
              <a:ext cx="9022" cy="10987"/>
            </a:xfrm>
            <a:custGeom>
              <a:avLst/>
              <a:pathLst>
                <a:path w="9022" h="10987">
                  <a:moveTo>
                    <a:pt x="6224" y="357"/>
                  </a:moveTo>
                  <a:lnTo>
                    <a:pt x="7770" y="1714"/>
                  </a:lnTo>
                  <a:lnTo>
                    <a:pt x="7687" y="2692"/>
                  </a:lnTo>
                  <a:lnTo>
                    <a:pt x="9022" y="5949"/>
                  </a:lnTo>
                  <a:lnTo>
                    <a:pt x="7253" y="10171"/>
                  </a:lnTo>
                  <a:lnTo>
                    <a:pt x="7672" y="10987"/>
                  </a:lnTo>
                  <a:lnTo>
                    <a:pt x="5965" y="9884"/>
                  </a:lnTo>
                  <a:lnTo>
                    <a:pt x="5042" y="7801"/>
                  </a:lnTo>
                  <a:lnTo>
                    <a:pt x="3708" y="6802"/>
                  </a:lnTo>
                  <a:lnTo>
                    <a:pt x="2866" y="6468"/>
                  </a:lnTo>
                  <a:lnTo>
                    <a:pt x="1940" y="7214"/>
                  </a:lnTo>
                  <a:lnTo>
                    <a:pt x="0" y="5021"/>
                  </a:lnTo>
                  <a:lnTo>
                    <a:pt x="2382" y="4743"/>
                  </a:lnTo>
                  <a:lnTo>
                    <a:pt x="444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h4939"/>
            <p:cNvSpPr/>
            <p:nvPr/>
          </p:nvSpPr>
          <p:spPr>
            <a:xfrm>
              <a:off x="7365972" y="3269543"/>
              <a:ext cx="16688" cy="11055"/>
            </a:xfrm>
            <a:custGeom>
              <a:avLst/>
              <a:pathLst>
                <a:path w="16688" h="11055">
                  <a:moveTo>
                    <a:pt x="202" y="0"/>
                  </a:moveTo>
                  <a:lnTo>
                    <a:pt x="12311" y="737"/>
                  </a:lnTo>
                  <a:lnTo>
                    <a:pt x="16688" y="5164"/>
                  </a:lnTo>
                  <a:lnTo>
                    <a:pt x="12395" y="11055"/>
                  </a:lnTo>
                  <a:lnTo>
                    <a:pt x="4278" y="10224"/>
                  </a:lnTo>
                  <a:lnTo>
                    <a:pt x="2759" y="9003"/>
                  </a:lnTo>
                  <a:lnTo>
                    <a:pt x="3204" y="7813"/>
                  </a:lnTo>
                  <a:lnTo>
                    <a:pt x="2632" y="5884"/>
                  </a:lnTo>
                  <a:lnTo>
                    <a:pt x="0" y="318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ph4940"/>
            <p:cNvSpPr/>
            <p:nvPr/>
          </p:nvSpPr>
          <p:spPr>
            <a:xfrm>
              <a:off x="7288959" y="3460303"/>
              <a:ext cx="14028" cy="11923"/>
            </a:xfrm>
            <a:custGeom>
              <a:avLst/>
              <a:pathLst>
                <a:path w="14028" h="11923">
                  <a:moveTo>
                    <a:pt x="3073" y="0"/>
                  </a:moveTo>
                  <a:lnTo>
                    <a:pt x="5845" y="3685"/>
                  </a:lnTo>
                  <a:lnTo>
                    <a:pt x="9202" y="986"/>
                  </a:lnTo>
                  <a:lnTo>
                    <a:pt x="10994" y="2753"/>
                  </a:lnTo>
                  <a:lnTo>
                    <a:pt x="12694" y="3026"/>
                  </a:lnTo>
                  <a:lnTo>
                    <a:pt x="14028" y="2077"/>
                  </a:lnTo>
                  <a:lnTo>
                    <a:pt x="13909" y="8497"/>
                  </a:lnTo>
                  <a:lnTo>
                    <a:pt x="6512" y="11095"/>
                  </a:lnTo>
                  <a:lnTo>
                    <a:pt x="3800" y="11923"/>
                  </a:lnTo>
                  <a:lnTo>
                    <a:pt x="279" y="11570"/>
                  </a:lnTo>
                  <a:lnTo>
                    <a:pt x="0" y="7195"/>
                  </a:lnTo>
                  <a:lnTo>
                    <a:pt x="2019" y="4258"/>
                  </a:lnTo>
                  <a:lnTo>
                    <a:pt x="774" y="1570"/>
                  </a:lnTo>
                  <a:lnTo>
                    <a:pt x="973" y="8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1" name="ph4941"/>
            <p:cNvSpPr/>
            <p:nvPr/>
          </p:nvSpPr>
          <p:spPr>
            <a:xfrm>
              <a:off x="7526135" y="3469484"/>
              <a:ext cx="15088" cy="14552"/>
            </a:xfrm>
            <a:custGeom>
              <a:avLst/>
              <a:pathLst>
                <a:path w="15088" h="14552">
                  <a:moveTo>
                    <a:pt x="6746" y="4820"/>
                  </a:moveTo>
                  <a:lnTo>
                    <a:pt x="8771" y="3829"/>
                  </a:lnTo>
                  <a:lnTo>
                    <a:pt x="9910" y="7787"/>
                  </a:lnTo>
                  <a:lnTo>
                    <a:pt x="15088" y="10495"/>
                  </a:lnTo>
                  <a:lnTo>
                    <a:pt x="15066" y="12918"/>
                  </a:lnTo>
                  <a:lnTo>
                    <a:pt x="12807" y="11192"/>
                  </a:lnTo>
                  <a:lnTo>
                    <a:pt x="11182" y="13318"/>
                  </a:lnTo>
                  <a:lnTo>
                    <a:pt x="8250" y="14552"/>
                  </a:lnTo>
                  <a:lnTo>
                    <a:pt x="5606" y="14348"/>
                  </a:lnTo>
                  <a:lnTo>
                    <a:pt x="2522" y="6362"/>
                  </a:lnTo>
                  <a:lnTo>
                    <a:pt x="0" y="3538"/>
                  </a:lnTo>
                  <a:lnTo>
                    <a:pt x="1057" y="715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2" name="ph4942"/>
            <p:cNvSpPr/>
            <p:nvPr/>
          </p:nvSpPr>
          <p:spPr>
            <a:xfrm>
              <a:off x="7463460" y="3433738"/>
              <a:ext cx="8244" cy="14433"/>
            </a:xfrm>
            <a:custGeom>
              <a:avLst/>
              <a:pathLst>
                <a:path w="8244" h="14433">
                  <a:moveTo>
                    <a:pt x="7698" y="0"/>
                  </a:moveTo>
                  <a:lnTo>
                    <a:pt x="7155" y="7749"/>
                  </a:lnTo>
                  <a:lnTo>
                    <a:pt x="8244" y="8245"/>
                  </a:lnTo>
                  <a:lnTo>
                    <a:pt x="6611" y="8410"/>
                  </a:lnTo>
                  <a:lnTo>
                    <a:pt x="4131" y="8315"/>
                  </a:lnTo>
                  <a:lnTo>
                    <a:pt x="1777" y="14433"/>
                  </a:lnTo>
                  <a:lnTo>
                    <a:pt x="757" y="13575"/>
                  </a:lnTo>
                  <a:lnTo>
                    <a:pt x="3065" y="6523"/>
                  </a:lnTo>
                  <a:lnTo>
                    <a:pt x="0" y="128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3" name="ph4943"/>
            <p:cNvSpPr/>
            <p:nvPr/>
          </p:nvSpPr>
          <p:spPr>
            <a:xfrm>
              <a:off x="7560244" y="3322062"/>
              <a:ext cx="14604" cy="22598"/>
            </a:xfrm>
            <a:custGeom>
              <a:avLst/>
              <a:pathLst>
                <a:path w="14604" h="22598">
                  <a:moveTo>
                    <a:pt x="5304" y="75"/>
                  </a:moveTo>
                  <a:lnTo>
                    <a:pt x="8066" y="1958"/>
                  </a:lnTo>
                  <a:lnTo>
                    <a:pt x="11447" y="5797"/>
                  </a:lnTo>
                  <a:lnTo>
                    <a:pt x="11895" y="7806"/>
                  </a:lnTo>
                  <a:lnTo>
                    <a:pt x="13498" y="8530"/>
                  </a:lnTo>
                  <a:lnTo>
                    <a:pt x="14604" y="11068"/>
                  </a:lnTo>
                  <a:lnTo>
                    <a:pt x="13751" y="13492"/>
                  </a:lnTo>
                  <a:lnTo>
                    <a:pt x="8829" y="13978"/>
                  </a:lnTo>
                  <a:lnTo>
                    <a:pt x="8117" y="16969"/>
                  </a:lnTo>
                  <a:lnTo>
                    <a:pt x="6124" y="17639"/>
                  </a:lnTo>
                  <a:lnTo>
                    <a:pt x="5514" y="19172"/>
                  </a:lnTo>
                  <a:lnTo>
                    <a:pt x="6389" y="19445"/>
                  </a:lnTo>
                  <a:lnTo>
                    <a:pt x="2126" y="22598"/>
                  </a:lnTo>
                  <a:lnTo>
                    <a:pt x="0" y="19666"/>
                  </a:lnTo>
                  <a:lnTo>
                    <a:pt x="225" y="15717"/>
                  </a:lnTo>
                  <a:lnTo>
                    <a:pt x="210" y="15415"/>
                  </a:lnTo>
                  <a:lnTo>
                    <a:pt x="2616" y="17297"/>
                  </a:lnTo>
                  <a:lnTo>
                    <a:pt x="4113" y="17225"/>
                  </a:lnTo>
                  <a:lnTo>
                    <a:pt x="5077" y="15178"/>
                  </a:lnTo>
                  <a:lnTo>
                    <a:pt x="4685" y="12840"/>
                  </a:lnTo>
                  <a:lnTo>
                    <a:pt x="5809" y="7787"/>
                  </a:lnTo>
                  <a:lnTo>
                    <a:pt x="3859" y="3932"/>
                  </a:lnTo>
                  <a:lnTo>
                    <a:pt x="226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4" name="ph4944"/>
            <p:cNvSpPr/>
            <p:nvPr/>
          </p:nvSpPr>
          <p:spPr>
            <a:xfrm>
              <a:off x="7494079" y="3387329"/>
              <a:ext cx="6444" cy="2891"/>
            </a:xfrm>
            <a:custGeom>
              <a:avLst/>
              <a:pathLst>
                <a:path w="6444" h="2891">
                  <a:moveTo>
                    <a:pt x="6444" y="2401"/>
                  </a:moveTo>
                  <a:lnTo>
                    <a:pt x="562" y="2891"/>
                  </a:lnTo>
                  <a:lnTo>
                    <a:pt x="0" y="2331"/>
                  </a:lnTo>
                  <a:lnTo>
                    <a:pt x="867" y="412"/>
                  </a:lnTo>
                  <a:lnTo>
                    <a:pt x="312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5" name="ph4945"/>
            <p:cNvSpPr/>
            <p:nvPr/>
          </p:nvSpPr>
          <p:spPr>
            <a:xfrm>
              <a:off x="7510635" y="3329722"/>
              <a:ext cx="11550" cy="13724"/>
            </a:xfrm>
            <a:custGeom>
              <a:avLst/>
              <a:pathLst>
                <a:path w="11550" h="13724">
                  <a:moveTo>
                    <a:pt x="11550" y="2238"/>
                  </a:moveTo>
                  <a:lnTo>
                    <a:pt x="8301" y="10335"/>
                  </a:lnTo>
                  <a:lnTo>
                    <a:pt x="7658" y="13724"/>
                  </a:lnTo>
                  <a:lnTo>
                    <a:pt x="4939" y="11624"/>
                  </a:lnTo>
                  <a:lnTo>
                    <a:pt x="1344" y="8674"/>
                  </a:lnTo>
                  <a:lnTo>
                    <a:pt x="0" y="5403"/>
                  </a:lnTo>
                  <a:lnTo>
                    <a:pt x="1304" y="3064"/>
                  </a:lnTo>
                  <a:lnTo>
                    <a:pt x="1971" y="2491"/>
                  </a:lnTo>
                  <a:lnTo>
                    <a:pt x="7651" y="3777"/>
                  </a:lnTo>
                  <a:lnTo>
                    <a:pt x="10871" y="1204"/>
                  </a:lnTo>
                  <a:lnTo>
                    <a:pt x="1137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ph4946"/>
            <p:cNvSpPr/>
            <p:nvPr/>
          </p:nvSpPr>
          <p:spPr>
            <a:xfrm>
              <a:off x="7363456" y="3301038"/>
              <a:ext cx="24275" cy="17640"/>
            </a:xfrm>
            <a:custGeom>
              <a:avLst/>
              <a:pathLst>
                <a:path w="24275" h="17640">
                  <a:moveTo>
                    <a:pt x="22622" y="6531"/>
                  </a:moveTo>
                  <a:lnTo>
                    <a:pt x="22914" y="9460"/>
                  </a:lnTo>
                  <a:lnTo>
                    <a:pt x="24275" y="11062"/>
                  </a:lnTo>
                  <a:lnTo>
                    <a:pt x="24249" y="14213"/>
                  </a:lnTo>
                  <a:lnTo>
                    <a:pt x="20885" y="14739"/>
                  </a:lnTo>
                  <a:lnTo>
                    <a:pt x="17272" y="16828"/>
                  </a:lnTo>
                  <a:lnTo>
                    <a:pt x="13486" y="16773"/>
                  </a:lnTo>
                  <a:lnTo>
                    <a:pt x="12075" y="17640"/>
                  </a:lnTo>
                  <a:lnTo>
                    <a:pt x="10140" y="13323"/>
                  </a:lnTo>
                  <a:lnTo>
                    <a:pt x="7964" y="14110"/>
                  </a:lnTo>
                  <a:lnTo>
                    <a:pt x="6129" y="15867"/>
                  </a:lnTo>
                  <a:lnTo>
                    <a:pt x="999" y="10569"/>
                  </a:lnTo>
                  <a:lnTo>
                    <a:pt x="0" y="6617"/>
                  </a:lnTo>
                  <a:lnTo>
                    <a:pt x="3525" y="8464"/>
                  </a:lnTo>
                  <a:lnTo>
                    <a:pt x="8602" y="7375"/>
                  </a:lnTo>
                  <a:lnTo>
                    <a:pt x="10361" y="2745"/>
                  </a:lnTo>
                  <a:lnTo>
                    <a:pt x="8397" y="1824"/>
                  </a:lnTo>
                  <a:lnTo>
                    <a:pt x="1260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7" name="ph4947"/>
            <p:cNvSpPr/>
            <p:nvPr/>
          </p:nvSpPr>
          <p:spPr>
            <a:xfrm>
              <a:off x="7502647" y="3377699"/>
              <a:ext cx="6901" cy="6089"/>
            </a:xfrm>
            <a:custGeom>
              <a:avLst/>
              <a:pathLst>
                <a:path w="6901" h="6089">
                  <a:moveTo>
                    <a:pt x="6687" y="1654"/>
                  </a:moveTo>
                  <a:lnTo>
                    <a:pt x="6901" y="4123"/>
                  </a:lnTo>
                  <a:lnTo>
                    <a:pt x="6003" y="3676"/>
                  </a:lnTo>
                  <a:lnTo>
                    <a:pt x="2365" y="6089"/>
                  </a:lnTo>
                  <a:lnTo>
                    <a:pt x="0" y="5872"/>
                  </a:lnTo>
                  <a:lnTo>
                    <a:pt x="332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8" name="ph4948"/>
            <p:cNvSpPr/>
            <p:nvPr/>
          </p:nvSpPr>
          <p:spPr>
            <a:xfrm>
              <a:off x="7426429" y="3297939"/>
              <a:ext cx="10553" cy="11677"/>
            </a:xfrm>
            <a:custGeom>
              <a:avLst/>
              <a:pathLst>
                <a:path w="10553" h="11677">
                  <a:moveTo>
                    <a:pt x="10164" y="3498"/>
                  </a:moveTo>
                  <a:lnTo>
                    <a:pt x="10553" y="11677"/>
                  </a:lnTo>
                  <a:lnTo>
                    <a:pt x="5883" y="11466"/>
                  </a:lnTo>
                  <a:lnTo>
                    <a:pt x="0" y="10266"/>
                  </a:lnTo>
                  <a:lnTo>
                    <a:pt x="1570" y="4918"/>
                  </a:lnTo>
                  <a:lnTo>
                    <a:pt x="7902" y="644"/>
                  </a:lnTo>
                  <a:lnTo>
                    <a:pt x="876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9" name="ph4949"/>
            <p:cNvSpPr/>
            <p:nvPr/>
          </p:nvSpPr>
          <p:spPr>
            <a:xfrm>
              <a:off x="7507476" y="3383180"/>
              <a:ext cx="3379" cy="5240"/>
            </a:xfrm>
            <a:custGeom>
              <a:avLst/>
              <a:pathLst>
                <a:path w="3379" h="5240">
                  <a:moveTo>
                    <a:pt x="3379" y="460"/>
                  </a:moveTo>
                  <a:lnTo>
                    <a:pt x="2709" y="5240"/>
                  </a:lnTo>
                  <a:lnTo>
                    <a:pt x="61" y="4095"/>
                  </a:lnTo>
                  <a:lnTo>
                    <a:pt x="0" y="3118"/>
                  </a:lnTo>
                  <a:lnTo>
                    <a:pt x="149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h4950"/>
            <p:cNvSpPr/>
            <p:nvPr/>
          </p:nvSpPr>
          <p:spPr>
            <a:xfrm>
              <a:off x="7392398" y="3287237"/>
              <a:ext cx="5067" cy="6360"/>
            </a:xfrm>
            <a:custGeom>
              <a:avLst/>
              <a:pathLst>
                <a:path w="5067" h="6360">
                  <a:moveTo>
                    <a:pt x="3649" y="0"/>
                  </a:moveTo>
                  <a:lnTo>
                    <a:pt x="5067" y="4806"/>
                  </a:lnTo>
                  <a:lnTo>
                    <a:pt x="2049" y="6360"/>
                  </a:lnTo>
                  <a:lnTo>
                    <a:pt x="0" y="176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h4951"/>
            <p:cNvSpPr/>
            <p:nvPr/>
          </p:nvSpPr>
          <p:spPr>
            <a:xfrm>
              <a:off x="7675373" y="3335871"/>
              <a:ext cx="46189" cy="54023"/>
            </a:xfrm>
            <a:custGeom>
              <a:avLst/>
              <a:pathLst>
                <a:path w="46189" h="54023">
                  <a:moveTo>
                    <a:pt x="17510" y="6334"/>
                  </a:moveTo>
                  <a:lnTo>
                    <a:pt x="16520" y="5347"/>
                  </a:lnTo>
                  <a:lnTo>
                    <a:pt x="15873" y="10563"/>
                  </a:lnTo>
                  <a:lnTo>
                    <a:pt x="16644" y="15950"/>
                  </a:lnTo>
                  <a:lnTo>
                    <a:pt x="19444" y="17282"/>
                  </a:lnTo>
                  <a:lnTo>
                    <a:pt x="20496" y="15575"/>
                  </a:lnTo>
                  <a:lnTo>
                    <a:pt x="28103" y="21299"/>
                  </a:lnTo>
                  <a:lnTo>
                    <a:pt x="28271" y="25240"/>
                  </a:lnTo>
                  <a:lnTo>
                    <a:pt x="30824" y="25847"/>
                  </a:lnTo>
                  <a:lnTo>
                    <a:pt x="35294" y="24135"/>
                  </a:lnTo>
                  <a:lnTo>
                    <a:pt x="37887" y="26124"/>
                  </a:lnTo>
                  <a:lnTo>
                    <a:pt x="39883" y="20349"/>
                  </a:lnTo>
                  <a:lnTo>
                    <a:pt x="42858" y="20721"/>
                  </a:lnTo>
                  <a:lnTo>
                    <a:pt x="44536" y="24690"/>
                  </a:lnTo>
                  <a:lnTo>
                    <a:pt x="41864" y="30411"/>
                  </a:lnTo>
                  <a:lnTo>
                    <a:pt x="41622" y="34758"/>
                  </a:lnTo>
                  <a:lnTo>
                    <a:pt x="46189" y="36473"/>
                  </a:lnTo>
                  <a:lnTo>
                    <a:pt x="44636" y="39890"/>
                  </a:lnTo>
                  <a:lnTo>
                    <a:pt x="42932" y="40224"/>
                  </a:lnTo>
                  <a:lnTo>
                    <a:pt x="42366" y="43086"/>
                  </a:lnTo>
                  <a:lnTo>
                    <a:pt x="31421" y="51917"/>
                  </a:lnTo>
                  <a:lnTo>
                    <a:pt x="26661" y="54023"/>
                  </a:lnTo>
                  <a:lnTo>
                    <a:pt x="22059" y="52626"/>
                  </a:lnTo>
                  <a:lnTo>
                    <a:pt x="17334" y="50502"/>
                  </a:lnTo>
                  <a:lnTo>
                    <a:pt x="10754" y="49973"/>
                  </a:lnTo>
                  <a:lnTo>
                    <a:pt x="7443" y="43247"/>
                  </a:lnTo>
                  <a:lnTo>
                    <a:pt x="8965" y="41763"/>
                  </a:lnTo>
                  <a:lnTo>
                    <a:pt x="8035" y="40773"/>
                  </a:lnTo>
                  <a:lnTo>
                    <a:pt x="6116" y="40562"/>
                  </a:lnTo>
                  <a:lnTo>
                    <a:pt x="4246" y="36818"/>
                  </a:lnTo>
                  <a:lnTo>
                    <a:pt x="7019" y="30629"/>
                  </a:lnTo>
                  <a:lnTo>
                    <a:pt x="1760" y="31149"/>
                  </a:lnTo>
                  <a:lnTo>
                    <a:pt x="0" y="30057"/>
                  </a:lnTo>
                  <a:lnTo>
                    <a:pt x="298" y="25565"/>
                  </a:lnTo>
                  <a:lnTo>
                    <a:pt x="7305" y="24812"/>
                  </a:lnTo>
                  <a:lnTo>
                    <a:pt x="9925" y="25723"/>
                  </a:lnTo>
                  <a:lnTo>
                    <a:pt x="10054" y="27028"/>
                  </a:lnTo>
                  <a:lnTo>
                    <a:pt x="14942" y="26811"/>
                  </a:lnTo>
                  <a:lnTo>
                    <a:pt x="19239" y="25035"/>
                  </a:lnTo>
                  <a:lnTo>
                    <a:pt x="19285" y="24129"/>
                  </a:lnTo>
                  <a:lnTo>
                    <a:pt x="19085" y="22427"/>
                  </a:lnTo>
                  <a:lnTo>
                    <a:pt x="17452" y="21259"/>
                  </a:lnTo>
                  <a:lnTo>
                    <a:pt x="15590" y="21355"/>
                  </a:lnTo>
                  <a:lnTo>
                    <a:pt x="14797" y="22665"/>
                  </a:lnTo>
                  <a:lnTo>
                    <a:pt x="5903" y="22451"/>
                  </a:lnTo>
                  <a:lnTo>
                    <a:pt x="5407" y="19007"/>
                  </a:lnTo>
                  <a:lnTo>
                    <a:pt x="10120" y="16681"/>
                  </a:lnTo>
                  <a:lnTo>
                    <a:pt x="13097" y="15805"/>
                  </a:lnTo>
                  <a:lnTo>
                    <a:pt x="13690" y="16486"/>
                  </a:lnTo>
                  <a:lnTo>
                    <a:pt x="14309" y="90"/>
                  </a:lnTo>
                  <a:lnTo>
                    <a:pt x="16477" y="0"/>
                  </a:lnTo>
                  <a:lnTo>
                    <a:pt x="18019" y="492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h4952"/>
            <p:cNvSpPr/>
            <p:nvPr/>
          </p:nvSpPr>
          <p:spPr>
            <a:xfrm>
              <a:off x="7711935" y="3341735"/>
              <a:ext cx="8404" cy="7796"/>
            </a:xfrm>
            <a:custGeom>
              <a:avLst/>
              <a:pathLst>
                <a:path w="8404" h="7796">
                  <a:moveTo>
                    <a:pt x="2432" y="1075"/>
                  </a:moveTo>
                  <a:lnTo>
                    <a:pt x="5484" y="2117"/>
                  </a:lnTo>
                  <a:lnTo>
                    <a:pt x="8404" y="6176"/>
                  </a:lnTo>
                  <a:lnTo>
                    <a:pt x="2064" y="7796"/>
                  </a:lnTo>
                  <a:lnTo>
                    <a:pt x="0" y="932"/>
                  </a:lnTo>
                  <a:lnTo>
                    <a:pt x="397" y="446"/>
                  </a:lnTo>
                  <a:lnTo>
                    <a:pt x="197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h4953"/>
            <p:cNvSpPr/>
            <p:nvPr/>
          </p:nvSpPr>
          <p:spPr>
            <a:xfrm>
              <a:off x="7517091" y="3348231"/>
              <a:ext cx="9892" cy="21586"/>
            </a:xfrm>
            <a:custGeom>
              <a:avLst/>
              <a:pathLst>
                <a:path w="9892" h="21586">
                  <a:moveTo>
                    <a:pt x="7596" y="354"/>
                  </a:moveTo>
                  <a:lnTo>
                    <a:pt x="8783" y="1997"/>
                  </a:lnTo>
                  <a:lnTo>
                    <a:pt x="8313" y="5217"/>
                  </a:lnTo>
                  <a:lnTo>
                    <a:pt x="9892" y="21586"/>
                  </a:lnTo>
                  <a:lnTo>
                    <a:pt x="8029" y="20831"/>
                  </a:lnTo>
                  <a:lnTo>
                    <a:pt x="5895" y="21527"/>
                  </a:lnTo>
                  <a:lnTo>
                    <a:pt x="2756" y="20935"/>
                  </a:lnTo>
                  <a:lnTo>
                    <a:pt x="805" y="18706"/>
                  </a:lnTo>
                  <a:lnTo>
                    <a:pt x="2604" y="12861"/>
                  </a:lnTo>
                  <a:lnTo>
                    <a:pt x="0" y="5826"/>
                  </a:lnTo>
                  <a:lnTo>
                    <a:pt x="2941" y="4638"/>
                  </a:lnTo>
                  <a:lnTo>
                    <a:pt x="610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h4954"/>
            <p:cNvSpPr/>
            <p:nvPr/>
          </p:nvSpPr>
          <p:spPr>
            <a:xfrm>
              <a:off x="7489876" y="3173901"/>
              <a:ext cx="49460" cy="38950"/>
            </a:xfrm>
            <a:custGeom>
              <a:avLst/>
              <a:pathLst>
                <a:path w="49460" h="38950">
                  <a:moveTo>
                    <a:pt x="17857" y="1774"/>
                  </a:moveTo>
                  <a:lnTo>
                    <a:pt x="26549" y="2108"/>
                  </a:lnTo>
                  <a:lnTo>
                    <a:pt x="30918" y="3543"/>
                  </a:lnTo>
                  <a:lnTo>
                    <a:pt x="35799" y="11240"/>
                  </a:lnTo>
                  <a:lnTo>
                    <a:pt x="38996" y="20373"/>
                  </a:lnTo>
                  <a:lnTo>
                    <a:pt x="40868" y="22395"/>
                  </a:lnTo>
                  <a:lnTo>
                    <a:pt x="44378" y="23892"/>
                  </a:lnTo>
                  <a:lnTo>
                    <a:pt x="49460" y="30029"/>
                  </a:lnTo>
                  <a:lnTo>
                    <a:pt x="49267" y="30724"/>
                  </a:lnTo>
                  <a:lnTo>
                    <a:pt x="42743" y="32515"/>
                  </a:lnTo>
                  <a:lnTo>
                    <a:pt x="39213" y="27842"/>
                  </a:lnTo>
                  <a:lnTo>
                    <a:pt x="36900" y="26469"/>
                  </a:lnTo>
                  <a:lnTo>
                    <a:pt x="34345" y="26095"/>
                  </a:lnTo>
                  <a:lnTo>
                    <a:pt x="33708" y="26958"/>
                  </a:lnTo>
                  <a:lnTo>
                    <a:pt x="37022" y="29720"/>
                  </a:lnTo>
                  <a:lnTo>
                    <a:pt x="36316" y="30549"/>
                  </a:lnTo>
                  <a:lnTo>
                    <a:pt x="30657" y="26233"/>
                  </a:lnTo>
                  <a:lnTo>
                    <a:pt x="29724" y="27555"/>
                  </a:lnTo>
                  <a:lnTo>
                    <a:pt x="36751" y="35989"/>
                  </a:lnTo>
                  <a:lnTo>
                    <a:pt x="33599" y="38950"/>
                  </a:lnTo>
                  <a:lnTo>
                    <a:pt x="26718" y="30664"/>
                  </a:lnTo>
                  <a:lnTo>
                    <a:pt x="21754" y="28277"/>
                  </a:lnTo>
                  <a:lnTo>
                    <a:pt x="21033" y="29235"/>
                  </a:lnTo>
                  <a:lnTo>
                    <a:pt x="19971" y="36953"/>
                  </a:lnTo>
                  <a:lnTo>
                    <a:pt x="17124" y="37289"/>
                  </a:lnTo>
                  <a:lnTo>
                    <a:pt x="10224" y="32878"/>
                  </a:lnTo>
                  <a:lnTo>
                    <a:pt x="6429" y="32363"/>
                  </a:lnTo>
                  <a:lnTo>
                    <a:pt x="5543" y="33374"/>
                  </a:lnTo>
                  <a:lnTo>
                    <a:pt x="1995" y="31667"/>
                  </a:lnTo>
                  <a:lnTo>
                    <a:pt x="3935" y="29208"/>
                  </a:lnTo>
                  <a:lnTo>
                    <a:pt x="3679" y="25379"/>
                  </a:lnTo>
                  <a:lnTo>
                    <a:pt x="509" y="24091"/>
                  </a:lnTo>
                  <a:lnTo>
                    <a:pt x="0" y="23182"/>
                  </a:lnTo>
                  <a:lnTo>
                    <a:pt x="652" y="19817"/>
                  </a:lnTo>
                  <a:lnTo>
                    <a:pt x="2995" y="15865"/>
                  </a:lnTo>
                  <a:lnTo>
                    <a:pt x="3087" y="13901"/>
                  </a:lnTo>
                  <a:lnTo>
                    <a:pt x="4215" y="14047"/>
                  </a:lnTo>
                  <a:lnTo>
                    <a:pt x="5221" y="12887"/>
                  </a:lnTo>
                  <a:lnTo>
                    <a:pt x="6252" y="6224"/>
                  </a:lnTo>
                  <a:lnTo>
                    <a:pt x="13693" y="1729"/>
                  </a:lnTo>
                  <a:lnTo>
                    <a:pt x="1487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h4955"/>
            <p:cNvSpPr/>
            <p:nvPr/>
          </p:nvSpPr>
          <p:spPr>
            <a:xfrm>
              <a:off x="7422842" y="3357074"/>
              <a:ext cx="7200" cy="7527"/>
            </a:xfrm>
            <a:custGeom>
              <a:avLst/>
              <a:pathLst>
                <a:path w="7200" h="7527">
                  <a:moveTo>
                    <a:pt x="3414" y="2773"/>
                  </a:moveTo>
                  <a:lnTo>
                    <a:pt x="5858" y="3020"/>
                  </a:lnTo>
                  <a:lnTo>
                    <a:pt x="7200" y="6110"/>
                  </a:lnTo>
                  <a:lnTo>
                    <a:pt x="5672" y="7527"/>
                  </a:lnTo>
                  <a:lnTo>
                    <a:pt x="2492" y="5688"/>
                  </a:lnTo>
                  <a:lnTo>
                    <a:pt x="1078" y="5817"/>
                  </a:lnTo>
                  <a:lnTo>
                    <a:pt x="0" y="3855"/>
                  </a:lnTo>
                  <a:lnTo>
                    <a:pt x="17" y="1087"/>
                  </a:lnTo>
                  <a:lnTo>
                    <a:pt x="806" y="221"/>
                  </a:lnTo>
                  <a:lnTo>
                    <a:pt x="410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h4956"/>
            <p:cNvSpPr/>
            <p:nvPr/>
          </p:nvSpPr>
          <p:spPr>
            <a:xfrm>
              <a:off x="7425204" y="3309405"/>
              <a:ext cx="32966" cy="36228"/>
            </a:xfrm>
            <a:custGeom>
              <a:avLst/>
              <a:pathLst>
                <a:path w="32966" h="36228">
                  <a:moveTo>
                    <a:pt x="15630" y="1354"/>
                  </a:moveTo>
                  <a:lnTo>
                    <a:pt x="23519" y="640"/>
                  </a:lnTo>
                  <a:lnTo>
                    <a:pt x="21320" y="8321"/>
                  </a:lnTo>
                  <a:lnTo>
                    <a:pt x="18617" y="8429"/>
                  </a:lnTo>
                  <a:lnTo>
                    <a:pt x="15487" y="4939"/>
                  </a:lnTo>
                  <a:lnTo>
                    <a:pt x="13492" y="5155"/>
                  </a:lnTo>
                  <a:lnTo>
                    <a:pt x="10984" y="6664"/>
                  </a:lnTo>
                  <a:lnTo>
                    <a:pt x="9419" y="10922"/>
                  </a:lnTo>
                  <a:lnTo>
                    <a:pt x="10446" y="12859"/>
                  </a:lnTo>
                  <a:lnTo>
                    <a:pt x="11748" y="14392"/>
                  </a:lnTo>
                  <a:lnTo>
                    <a:pt x="16242" y="15419"/>
                  </a:lnTo>
                  <a:lnTo>
                    <a:pt x="19762" y="20179"/>
                  </a:lnTo>
                  <a:lnTo>
                    <a:pt x="25642" y="21096"/>
                  </a:lnTo>
                  <a:lnTo>
                    <a:pt x="29976" y="17488"/>
                  </a:lnTo>
                  <a:lnTo>
                    <a:pt x="28565" y="13831"/>
                  </a:lnTo>
                  <a:lnTo>
                    <a:pt x="30243" y="13876"/>
                  </a:lnTo>
                  <a:lnTo>
                    <a:pt x="31953" y="13325"/>
                  </a:lnTo>
                  <a:lnTo>
                    <a:pt x="32966" y="18550"/>
                  </a:lnTo>
                  <a:lnTo>
                    <a:pt x="30168" y="19005"/>
                  </a:lnTo>
                  <a:lnTo>
                    <a:pt x="27386" y="21891"/>
                  </a:lnTo>
                  <a:lnTo>
                    <a:pt x="21474" y="22133"/>
                  </a:lnTo>
                  <a:lnTo>
                    <a:pt x="19551" y="20611"/>
                  </a:lnTo>
                  <a:lnTo>
                    <a:pt x="14779" y="24780"/>
                  </a:lnTo>
                  <a:lnTo>
                    <a:pt x="17011" y="26327"/>
                  </a:lnTo>
                  <a:lnTo>
                    <a:pt x="22431" y="28050"/>
                  </a:lnTo>
                  <a:lnTo>
                    <a:pt x="20049" y="36228"/>
                  </a:lnTo>
                  <a:lnTo>
                    <a:pt x="14609" y="34465"/>
                  </a:lnTo>
                  <a:lnTo>
                    <a:pt x="13613" y="34153"/>
                  </a:lnTo>
                  <a:lnTo>
                    <a:pt x="12790" y="27968"/>
                  </a:lnTo>
                  <a:lnTo>
                    <a:pt x="11677" y="27274"/>
                  </a:lnTo>
                  <a:lnTo>
                    <a:pt x="8858" y="28678"/>
                  </a:lnTo>
                  <a:lnTo>
                    <a:pt x="7951" y="28403"/>
                  </a:lnTo>
                  <a:lnTo>
                    <a:pt x="4471" y="22656"/>
                  </a:lnTo>
                  <a:lnTo>
                    <a:pt x="365" y="18982"/>
                  </a:lnTo>
                  <a:lnTo>
                    <a:pt x="0" y="17350"/>
                  </a:lnTo>
                  <a:lnTo>
                    <a:pt x="85" y="14831"/>
                  </a:lnTo>
                  <a:lnTo>
                    <a:pt x="158" y="8456"/>
                  </a:lnTo>
                  <a:lnTo>
                    <a:pt x="3022" y="6314"/>
                  </a:lnTo>
                  <a:lnTo>
                    <a:pt x="6994" y="1680"/>
                  </a:lnTo>
                  <a:lnTo>
                    <a:pt x="7108" y="0"/>
                  </a:lnTo>
                  <a:lnTo>
                    <a:pt x="11778" y="21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ph4957"/>
            <p:cNvSpPr/>
            <p:nvPr/>
          </p:nvSpPr>
          <p:spPr>
            <a:xfrm>
              <a:off x="7612316" y="3466807"/>
              <a:ext cx="16781" cy="34647"/>
            </a:xfrm>
            <a:custGeom>
              <a:avLst/>
              <a:pathLst>
                <a:path w="16781" h="34647">
                  <a:moveTo>
                    <a:pt x="16781" y="437"/>
                  </a:moveTo>
                  <a:lnTo>
                    <a:pt x="14427" y="7855"/>
                  </a:lnTo>
                  <a:lnTo>
                    <a:pt x="11754" y="7279"/>
                  </a:lnTo>
                  <a:lnTo>
                    <a:pt x="6001" y="9949"/>
                  </a:lnTo>
                  <a:lnTo>
                    <a:pt x="5742" y="10893"/>
                  </a:lnTo>
                  <a:lnTo>
                    <a:pt x="11086" y="14630"/>
                  </a:lnTo>
                  <a:lnTo>
                    <a:pt x="12995" y="18347"/>
                  </a:lnTo>
                  <a:lnTo>
                    <a:pt x="12583" y="20219"/>
                  </a:lnTo>
                  <a:lnTo>
                    <a:pt x="9605" y="19638"/>
                  </a:lnTo>
                  <a:lnTo>
                    <a:pt x="13654" y="29523"/>
                  </a:lnTo>
                  <a:lnTo>
                    <a:pt x="14490" y="30171"/>
                  </a:lnTo>
                  <a:lnTo>
                    <a:pt x="13204" y="34647"/>
                  </a:lnTo>
                  <a:lnTo>
                    <a:pt x="9461" y="34327"/>
                  </a:lnTo>
                  <a:lnTo>
                    <a:pt x="3873" y="25672"/>
                  </a:lnTo>
                  <a:lnTo>
                    <a:pt x="3245" y="9448"/>
                  </a:lnTo>
                  <a:lnTo>
                    <a:pt x="0" y="404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8" name="ph4958"/>
            <p:cNvSpPr/>
            <p:nvPr/>
          </p:nvSpPr>
          <p:spPr>
            <a:xfrm>
              <a:off x="7546099" y="3276641"/>
              <a:ext cx="25384" cy="20720"/>
            </a:xfrm>
            <a:custGeom>
              <a:avLst/>
              <a:pathLst>
                <a:path w="25384" h="20720">
                  <a:moveTo>
                    <a:pt x="24291" y="2651"/>
                  </a:moveTo>
                  <a:lnTo>
                    <a:pt x="25384" y="7708"/>
                  </a:lnTo>
                  <a:lnTo>
                    <a:pt x="21947" y="10142"/>
                  </a:lnTo>
                  <a:lnTo>
                    <a:pt x="23772" y="13830"/>
                  </a:lnTo>
                  <a:lnTo>
                    <a:pt x="23111" y="17181"/>
                  </a:lnTo>
                  <a:lnTo>
                    <a:pt x="22108" y="17588"/>
                  </a:lnTo>
                  <a:lnTo>
                    <a:pt x="19801" y="18598"/>
                  </a:lnTo>
                  <a:lnTo>
                    <a:pt x="16086" y="18340"/>
                  </a:lnTo>
                  <a:lnTo>
                    <a:pt x="5746" y="20720"/>
                  </a:lnTo>
                  <a:lnTo>
                    <a:pt x="834" y="19905"/>
                  </a:lnTo>
                  <a:lnTo>
                    <a:pt x="140" y="19333"/>
                  </a:lnTo>
                  <a:lnTo>
                    <a:pt x="0" y="16258"/>
                  </a:lnTo>
                  <a:lnTo>
                    <a:pt x="2963" y="12746"/>
                  </a:lnTo>
                  <a:lnTo>
                    <a:pt x="3132" y="14091"/>
                  </a:lnTo>
                  <a:lnTo>
                    <a:pt x="4817" y="15292"/>
                  </a:lnTo>
                  <a:lnTo>
                    <a:pt x="13938" y="15561"/>
                  </a:lnTo>
                  <a:lnTo>
                    <a:pt x="15366" y="10533"/>
                  </a:lnTo>
                  <a:lnTo>
                    <a:pt x="15151" y="2271"/>
                  </a:lnTo>
                  <a:lnTo>
                    <a:pt x="15199" y="1260"/>
                  </a:lnTo>
                  <a:lnTo>
                    <a:pt x="2176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9" name="ph4959"/>
            <p:cNvSpPr/>
            <p:nvPr/>
          </p:nvSpPr>
          <p:spPr>
            <a:xfrm>
              <a:off x="7694558" y="3388690"/>
              <a:ext cx="34210" cy="26151"/>
            </a:xfrm>
            <a:custGeom>
              <a:avLst/>
              <a:pathLst>
                <a:path w="34210" h="26151">
                  <a:moveTo>
                    <a:pt x="33127" y="263"/>
                  </a:moveTo>
                  <a:lnTo>
                    <a:pt x="32023" y="6203"/>
                  </a:lnTo>
                  <a:lnTo>
                    <a:pt x="34210" y="7996"/>
                  </a:lnTo>
                  <a:lnTo>
                    <a:pt x="33081" y="9119"/>
                  </a:lnTo>
                  <a:lnTo>
                    <a:pt x="29458" y="5710"/>
                  </a:lnTo>
                  <a:lnTo>
                    <a:pt x="17812" y="16976"/>
                  </a:lnTo>
                  <a:lnTo>
                    <a:pt x="20527" y="19635"/>
                  </a:lnTo>
                  <a:lnTo>
                    <a:pt x="18552" y="23502"/>
                  </a:lnTo>
                  <a:lnTo>
                    <a:pt x="15056" y="26151"/>
                  </a:lnTo>
                  <a:lnTo>
                    <a:pt x="0" y="26077"/>
                  </a:lnTo>
                  <a:lnTo>
                    <a:pt x="1824" y="19783"/>
                  </a:lnTo>
                  <a:lnTo>
                    <a:pt x="746" y="17098"/>
                  </a:lnTo>
                  <a:lnTo>
                    <a:pt x="2861" y="14995"/>
                  </a:lnTo>
                  <a:lnTo>
                    <a:pt x="3205" y="13095"/>
                  </a:lnTo>
                  <a:lnTo>
                    <a:pt x="4354" y="13938"/>
                  </a:lnTo>
                  <a:lnTo>
                    <a:pt x="12020" y="11862"/>
                  </a:lnTo>
                  <a:lnTo>
                    <a:pt x="13420" y="9357"/>
                  </a:lnTo>
                  <a:lnTo>
                    <a:pt x="14088" y="7861"/>
                  </a:lnTo>
                  <a:lnTo>
                    <a:pt x="16510" y="6391"/>
                  </a:lnTo>
                  <a:lnTo>
                    <a:pt x="17809" y="7150"/>
                  </a:lnTo>
                  <a:lnTo>
                    <a:pt x="20412" y="6644"/>
                  </a:lnTo>
                  <a:lnTo>
                    <a:pt x="3161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0" name="ph4960"/>
            <p:cNvSpPr/>
            <p:nvPr/>
          </p:nvSpPr>
          <p:spPr>
            <a:xfrm>
              <a:off x="7304065" y="3269103"/>
              <a:ext cx="20950" cy="26792"/>
            </a:xfrm>
            <a:custGeom>
              <a:avLst/>
              <a:pathLst>
                <a:path w="20950" h="26792">
                  <a:moveTo>
                    <a:pt x="5911" y="0"/>
                  </a:moveTo>
                  <a:lnTo>
                    <a:pt x="6441" y="456"/>
                  </a:lnTo>
                  <a:lnTo>
                    <a:pt x="6438" y="2607"/>
                  </a:lnTo>
                  <a:lnTo>
                    <a:pt x="7262" y="3681"/>
                  </a:lnTo>
                  <a:lnTo>
                    <a:pt x="11743" y="5092"/>
                  </a:lnTo>
                  <a:lnTo>
                    <a:pt x="13458" y="4174"/>
                  </a:lnTo>
                  <a:lnTo>
                    <a:pt x="17696" y="8860"/>
                  </a:lnTo>
                  <a:lnTo>
                    <a:pt x="15858" y="10269"/>
                  </a:lnTo>
                  <a:lnTo>
                    <a:pt x="13362" y="9944"/>
                  </a:lnTo>
                  <a:lnTo>
                    <a:pt x="11676" y="11896"/>
                  </a:lnTo>
                  <a:lnTo>
                    <a:pt x="17728" y="19941"/>
                  </a:lnTo>
                  <a:lnTo>
                    <a:pt x="19795" y="22445"/>
                  </a:lnTo>
                  <a:lnTo>
                    <a:pt x="20950" y="23755"/>
                  </a:lnTo>
                  <a:lnTo>
                    <a:pt x="18435" y="25228"/>
                  </a:lnTo>
                  <a:lnTo>
                    <a:pt x="18256" y="26792"/>
                  </a:lnTo>
                  <a:lnTo>
                    <a:pt x="11060" y="25834"/>
                  </a:lnTo>
                  <a:lnTo>
                    <a:pt x="12098" y="22179"/>
                  </a:lnTo>
                  <a:lnTo>
                    <a:pt x="12320" y="18779"/>
                  </a:lnTo>
                  <a:lnTo>
                    <a:pt x="10231" y="18401"/>
                  </a:lnTo>
                  <a:lnTo>
                    <a:pt x="9224" y="16929"/>
                  </a:lnTo>
                  <a:lnTo>
                    <a:pt x="9795" y="15174"/>
                  </a:lnTo>
                  <a:lnTo>
                    <a:pt x="8514" y="10649"/>
                  </a:lnTo>
                  <a:lnTo>
                    <a:pt x="3971" y="11052"/>
                  </a:lnTo>
                  <a:lnTo>
                    <a:pt x="3149" y="12331"/>
                  </a:lnTo>
                  <a:lnTo>
                    <a:pt x="1156" y="11176"/>
                  </a:lnTo>
                  <a:lnTo>
                    <a:pt x="0" y="5271"/>
                  </a:lnTo>
                  <a:lnTo>
                    <a:pt x="1540" y="4027"/>
                  </a:lnTo>
                  <a:lnTo>
                    <a:pt x="3767" y="3800"/>
                  </a:lnTo>
                  <a:lnTo>
                    <a:pt x="5056" y="882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1" name="ph4961"/>
            <p:cNvSpPr/>
            <p:nvPr/>
          </p:nvSpPr>
          <p:spPr>
            <a:xfrm>
              <a:off x="7653564" y="3384427"/>
              <a:ext cx="31620" cy="46066"/>
            </a:xfrm>
            <a:custGeom>
              <a:avLst/>
              <a:pathLst>
                <a:path w="31620" h="46066">
                  <a:moveTo>
                    <a:pt x="19004" y="0"/>
                  </a:moveTo>
                  <a:lnTo>
                    <a:pt x="22837" y="4185"/>
                  </a:lnTo>
                  <a:lnTo>
                    <a:pt x="24369" y="6991"/>
                  </a:lnTo>
                  <a:lnTo>
                    <a:pt x="30274" y="22326"/>
                  </a:lnTo>
                  <a:lnTo>
                    <a:pt x="31620" y="28906"/>
                  </a:lnTo>
                  <a:lnTo>
                    <a:pt x="29516" y="29881"/>
                  </a:lnTo>
                  <a:lnTo>
                    <a:pt x="23672" y="35624"/>
                  </a:lnTo>
                  <a:lnTo>
                    <a:pt x="22754" y="40410"/>
                  </a:lnTo>
                  <a:lnTo>
                    <a:pt x="19547" y="42178"/>
                  </a:lnTo>
                  <a:lnTo>
                    <a:pt x="17186" y="40368"/>
                  </a:lnTo>
                  <a:lnTo>
                    <a:pt x="14405" y="41951"/>
                  </a:lnTo>
                  <a:lnTo>
                    <a:pt x="14013" y="46066"/>
                  </a:lnTo>
                  <a:lnTo>
                    <a:pt x="4056" y="37898"/>
                  </a:lnTo>
                  <a:lnTo>
                    <a:pt x="22" y="33588"/>
                  </a:lnTo>
                  <a:lnTo>
                    <a:pt x="0" y="28224"/>
                  </a:lnTo>
                  <a:lnTo>
                    <a:pt x="2372" y="23970"/>
                  </a:lnTo>
                  <a:lnTo>
                    <a:pt x="13545" y="26594"/>
                  </a:lnTo>
                  <a:lnTo>
                    <a:pt x="20633" y="21176"/>
                  </a:lnTo>
                  <a:lnTo>
                    <a:pt x="22379" y="7717"/>
                  </a:lnTo>
                  <a:lnTo>
                    <a:pt x="18351" y="2182"/>
                  </a:lnTo>
                  <a:lnTo>
                    <a:pt x="17070" y="282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2" name="ph4962"/>
            <p:cNvSpPr/>
            <p:nvPr/>
          </p:nvSpPr>
          <p:spPr>
            <a:xfrm>
              <a:off x="7335079" y="3480165"/>
              <a:ext cx="20154" cy="33378"/>
            </a:xfrm>
            <a:custGeom>
              <a:avLst/>
              <a:pathLst>
                <a:path w="20154" h="33378">
                  <a:moveTo>
                    <a:pt x="13038" y="312"/>
                  </a:moveTo>
                  <a:lnTo>
                    <a:pt x="14826" y="1834"/>
                  </a:lnTo>
                  <a:lnTo>
                    <a:pt x="18581" y="2431"/>
                  </a:lnTo>
                  <a:lnTo>
                    <a:pt x="20154" y="6320"/>
                  </a:lnTo>
                  <a:lnTo>
                    <a:pt x="16813" y="16015"/>
                  </a:lnTo>
                  <a:lnTo>
                    <a:pt x="13636" y="33378"/>
                  </a:lnTo>
                  <a:lnTo>
                    <a:pt x="2879" y="26734"/>
                  </a:lnTo>
                  <a:lnTo>
                    <a:pt x="2523" y="24812"/>
                  </a:lnTo>
                  <a:lnTo>
                    <a:pt x="5781" y="18106"/>
                  </a:lnTo>
                  <a:lnTo>
                    <a:pt x="5212" y="9023"/>
                  </a:lnTo>
                  <a:lnTo>
                    <a:pt x="376" y="5477"/>
                  </a:lnTo>
                  <a:lnTo>
                    <a:pt x="0" y="4347"/>
                  </a:lnTo>
                  <a:lnTo>
                    <a:pt x="1469" y="360"/>
                  </a:lnTo>
                  <a:lnTo>
                    <a:pt x="2253" y="0"/>
                  </a:lnTo>
                  <a:lnTo>
                    <a:pt x="4208" y="2356"/>
                  </a:lnTo>
                  <a:lnTo>
                    <a:pt x="7049" y="42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3" name="ph4963"/>
            <p:cNvSpPr/>
            <p:nvPr/>
          </p:nvSpPr>
          <p:spPr>
            <a:xfrm>
              <a:off x="7323781" y="3430248"/>
              <a:ext cx="21255" cy="19643"/>
            </a:xfrm>
            <a:custGeom>
              <a:avLst/>
              <a:pathLst>
                <a:path w="21255" h="19643">
                  <a:moveTo>
                    <a:pt x="13782" y="2181"/>
                  </a:moveTo>
                  <a:lnTo>
                    <a:pt x="18452" y="6834"/>
                  </a:lnTo>
                  <a:lnTo>
                    <a:pt x="21255" y="11243"/>
                  </a:lnTo>
                  <a:lnTo>
                    <a:pt x="19499" y="17214"/>
                  </a:lnTo>
                  <a:lnTo>
                    <a:pt x="18242" y="17330"/>
                  </a:lnTo>
                  <a:lnTo>
                    <a:pt x="15340" y="19643"/>
                  </a:lnTo>
                  <a:lnTo>
                    <a:pt x="14111" y="19004"/>
                  </a:lnTo>
                  <a:lnTo>
                    <a:pt x="14469" y="18158"/>
                  </a:lnTo>
                  <a:lnTo>
                    <a:pt x="12422" y="16620"/>
                  </a:lnTo>
                  <a:lnTo>
                    <a:pt x="3400" y="17671"/>
                  </a:lnTo>
                  <a:lnTo>
                    <a:pt x="0" y="16972"/>
                  </a:lnTo>
                  <a:lnTo>
                    <a:pt x="2606" y="11316"/>
                  </a:lnTo>
                  <a:lnTo>
                    <a:pt x="5110" y="9064"/>
                  </a:lnTo>
                  <a:lnTo>
                    <a:pt x="7857" y="4129"/>
                  </a:lnTo>
                  <a:lnTo>
                    <a:pt x="718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4" name="ph4964"/>
            <p:cNvSpPr/>
            <p:nvPr/>
          </p:nvSpPr>
          <p:spPr>
            <a:xfrm>
              <a:off x="7396048" y="3284207"/>
              <a:ext cx="9900" cy="10129"/>
            </a:xfrm>
            <a:custGeom>
              <a:avLst/>
              <a:pathLst>
                <a:path w="9900" h="10129">
                  <a:moveTo>
                    <a:pt x="7145" y="1442"/>
                  </a:moveTo>
                  <a:lnTo>
                    <a:pt x="8147" y="2497"/>
                  </a:lnTo>
                  <a:lnTo>
                    <a:pt x="9900" y="5770"/>
                  </a:lnTo>
                  <a:lnTo>
                    <a:pt x="6269" y="10129"/>
                  </a:lnTo>
                  <a:lnTo>
                    <a:pt x="1418" y="7836"/>
                  </a:lnTo>
                  <a:lnTo>
                    <a:pt x="0" y="3030"/>
                  </a:lnTo>
                  <a:lnTo>
                    <a:pt x="180" y="1464"/>
                  </a:lnTo>
                  <a:lnTo>
                    <a:pt x="291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5" name="ph4965"/>
            <p:cNvSpPr/>
            <p:nvPr/>
          </p:nvSpPr>
          <p:spPr>
            <a:xfrm>
              <a:off x="7479322" y="3479646"/>
              <a:ext cx="22941" cy="34869"/>
            </a:xfrm>
            <a:custGeom>
              <a:avLst/>
              <a:pathLst>
                <a:path w="22941" h="34869">
                  <a:moveTo>
                    <a:pt x="10029" y="4857"/>
                  </a:moveTo>
                  <a:lnTo>
                    <a:pt x="14612" y="6197"/>
                  </a:lnTo>
                  <a:lnTo>
                    <a:pt x="20670" y="5327"/>
                  </a:lnTo>
                  <a:lnTo>
                    <a:pt x="22941" y="3780"/>
                  </a:lnTo>
                  <a:lnTo>
                    <a:pt x="20743" y="9336"/>
                  </a:lnTo>
                  <a:lnTo>
                    <a:pt x="18618" y="18741"/>
                  </a:lnTo>
                  <a:lnTo>
                    <a:pt x="15066" y="20582"/>
                  </a:lnTo>
                  <a:lnTo>
                    <a:pt x="6835" y="24981"/>
                  </a:lnTo>
                  <a:lnTo>
                    <a:pt x="5787" y="27788"/>
                  </a:lnTo>
                  <a:lnTo>
                    <a:pt x="6950" y="29877"/>
                  </a:lnTo>
                  <a:lnTo>
                    <a:pt x="8567" y="30436"/>
                  </a:lnTo>
                  <a:lnTo>
                    <a:pt x="6221" y="34259"/>
                  </a:lnTo>
                  <a:lnTo>
                    <a:pt x="4955" y="34869"/>
                  </a:lnTo>
                  <a:lnTo>
                    <a:pt x="0" y="27018"/>
                  </a:lnTo>
                  <a:lnTo>
                    <a:pt x="3753" y="25626"/>
                  </a:lnTo>
                  <a:lnTo>
                    <a:pt x="6094" y="25910"/>
                  </a:lnTo>
                  <a:lnTo>
                    <a:pt x="8819" y="9501"/>
                  </a:lnTo>
                  <a:lnTo>
                    <a:pt x="3236" y="5357"/>
                  </a:lnTo>
                  <a:lnTo>
                    <a:pt x="513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6" name="ph4966"/>
            <p:cNvSpPr/>
            <p:nvPr/>
          </p:nvSpPr>
          <p:spPr>
            <a:xfrm>
              <a:off x="7534346" y="3372628"/>
              <a:ext cx="32853" cy="29209"/>
            </a:xfrm>
            <a:custGeom>
              <a:avLst/>
              <a:pathLst>
                <a:path w="32853" h="29209">
                  <a:moveTo>
                    <a:pt x="23264" y="5161"/>
                  </a:moveTo>
                  <a:lnTo>
                    <a:pt x="25963" y="8365"/>
                  </a:lnTo>
                  <a:lnTo>
                    <a:pt x="30896" y="14993"/>
                  </a:lnTo>
                  <a:lnTo>
                    <a:pt x="32853" y="17965"/>
                  </a:lnTo>
                  <a:lnTo>
                    <a:pt x="29771" y="20181"/>
                  </a:lnTo>
                  <a:lnTo>
                    <a:pt x="26862" y="19682"/>
                  </a:lnTo>
                  <a:lnTo>
                    <a:pt x="26778" y="18079"/>
                  </a:lnTo>
                  <a:lnTo>
                    <a:pt x="25233" y="16576"/>
                  </a:lnTo>
                  <a:lnTo>
                    <a:pt x="22691" y="15627"/>
                  </a:lnTo>
                  <a:lnTo>
                    <a:pt x="15925" y="16924"/>
                  </a:lnTo>
                  <a:lnTo>
                    <a:pt x="13137" y="26925"/>
                  </a:lnTo>
                  <a:lnTo>
                    <a:pt x="13635" y="27231"/>
                  </a:lnTo>
                  <a:lnTo>
                    <a:pt x="11924" y="29209"/>
                  </a:lnTo>
                  <a:lnTo>
                    <a:pt x="10789" y="27084"/>
                  </a:lnTo>
                  <a:lnTo>
                    <a:pt x="2980" y="23950"/>
                  </a:lnTo>
                  <a:lnTo>
                    <a:pt x="175" y="21731"/>
                  </a:lnTo>
                  <a:lnTo>
                    <a:pt x="0" y="21035"/>
                  </a:lnTo>
                  <a:lnTo>
                    <a:pt x="800" y="17300"/>
                  </a:lnTo>
                  <a:lnTo>
                    <a:pt x="6019" y="11402"/>
                  </a:lnTo>
                  <a:lnTo>
                    <a:pt x="11315" y="12501"/>
                  </a:lnTo>
                  <a:lnTo>
                    <a:pt x="11870" y="6668"/>
                  </a:lnTo>
                  <a:lnTo>
                    <a:pt x="14946" y="3017"/>
                  </a:lnTo>
                  <a:lnTo>
                    <a:pt x="2128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7" name="ph4967"/>
            <p:cNvSpPr/>
            <p:nvPr/>
          </p:nvSpPr>
          <p:spPr>
            <a:xfrm>
              <a:off x="7484285" y="3379013"/>
              <a:ext cx="12019" cy="10647"/>
            </a:xfrm>
            <a:custGeom>
              <a:avLst/>
              <a:pathLst>
                <a:path w="12019" h="10647">
                  <a:moveTo>
                    <a:pt x="10596" y="0"/>
                  </a:moveTo>
                  <a:lnTo>
                    <a:pt x="11985" y="2198"/>
                  </a:lnTo>
                  <a:lnTo>
                    <a:pt x="12019" y="3681"/>
                  </a:lnTo>
                  <a:lnTo>
                    <a:pt x="11397" y="6015"/>
                  </a:lnTo>
                  <a:lnTo>
                    <a:pt x="10662" y="8728"/>
                  </a:lnTo>
                  <a:lnTo>
                    <a:pt x="9794" y="10647"/>
                  </a:lnTo>
                  <a:lnTo>
                    <a:pt x="7920" y="9900"/>
                  </a:lnTo>
                  <a:lnTo>
                    <a:pt x="5813" y="6619"/>
                  </a:lnTo>
                  <a:lnTo>
                    <a:pt x="5043" y="4008"/>
                  </a:lnTo>
                  <a:lnTo>
                    <a:pt x="0" y="679"/>
                  </a:lnTo>
                  <a:lnTo>
                    <a:pt x="4714" y="831"/>
                  </a:lnTo>
                  <a:lnTo>
                    <a:pt x="4295" y="1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ph4968"/>
            <p:cNvSpPr/>
            <p:nvPr/>
          </p:nvSpPr>
          <p:spPr>
            <a:xfrm>
              <a:off x="7424981" y="3267040"/>
              <a:ext cx="25057" cy="17013"/>
            </a:xfrm>
            <a:custGeom>
              <a:avLst/>
              <a:pathLst>
                <a:path w="25057" h="17013">
                  <a:moveTo>
                    <a:pt x="3699" y="6357"/>
                  </a:moveTo>
                  <a:lnTo>
                    <a:pt x="4399" y="6540"/>
                  </a:lnTo>
                  <a:lnTo>
                    <a:pt x="8745" y="1532"/>
                  </a:lnTo>
                  <a:lnTo>
                    <a:pt x="13836" y="855"/>
                  </a:lnTo>
                  <a:lnTo>
                    <a:pt x="21418" y="1770"/>
                  </a:lnTo>
                  <a:lnTo>
                    <a:pt x="25057" y="5908"/>
                  </a:lnTo>
                  <a:lnTo>
                    <a:pt x="21220" y="7953"/>
                  </a:lnTo>
                  <a:lnTo>
                    <a:pt x="14246" y="14720"/>
                  </a:lnTo>
                  <a:lnTo>
                    <a:pt x="11466" y="14356"/>
                  </a:lnTo>
                  <a:lnTo>
                    <a:pt x="6882" y="17013"/>
                  </a:lnTo>
                  <a:lnTo>
                    <a:pt x="715" y="135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9" name="ph4969"/>
            <p:cNvSpPr/>
            <p:nvPr/>
          </p:nvSpPr>
          <p:spPr>
            <a:xfrm>
              <a:off x="7448923" y="3416835"/>
              <a:ext cx="15039" cy="9272"/>
            </a:xfrm>
            <a:custGeom>
              <a:avLst/>
              <a:pathLst>
                <a:path w="15039" h="9272">
                  <a:moveTo>
                    <a:pt x="10075" y="365"/>
                  </a:moveTo>
                  <a:lnTo>
                    <a:pt x="10207" y="914"/>
                  </a:lnTo>
                  <a:lnTo>
                    <a:pt x="15039" y="5778"/>
                  </a:lnTo>
                  <a:lnTo>
                    <a:pt x="3307" y="6915"/>
                  </a:lnTo>
                  <a:lnTo>
                    <a:pt x="3745" y="8334"/>
                  </a:lnTo>
                  <a:lnTo>
                    <a:pt x="2340" y="9272"/>
                  </a:lnTo>
                  <a:lnTo>
                    <a:pt x="1215" y="8834"/>
                  </a:lnTo>
                  <a:lnTo>
                    <a:pt x="0" y="6405"/>
                  </a:lnTo>
                  <a:lnTo>
                    <a:pt x="732" y="4841"/>
                  </a:lnTo>
                  <a:lnTo>
                    <a:pt x="620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ph4970"/>
            <p:cNvSpPr/>
            <p:nvPr/>
          </p:nvSpPr>
          <p:spPr>
            <a:xfrm>
              <a:off x="7477455" y="3379026"/>
              <a:ext cx="12811" cy="12266"/>
            </a:xfrm>
            <a:custGeom>
              <a:avLst/>
              <a:pathLst>
                <a:path w="12811" h="12266">
                  <a:moveTo>
                    <a:pt x="4662" y="1056"/>
                  </a:moveTo>
                  <a:lnTo>
                    <a:pt x="6829" y="666"/>
                  </a:lnTo>
                  <a:lnTo>
                    <a:pt x="11873" y="3996"/>
                  </a:lnTo>
                  <a:lnTo>
                    <a:pt x="12643" y="6607"/>
                  </a:lnTo>
                  <a:lnTo>
                    <a:pt x="11479" y="8452"/>
                  </a:lnTo>
                  <a:lnTo>
                    <a:pt x="12754" y="8994"/>
                  </a:lnTo>
                  <a:lnTo>
                    <a:pt x="12811" y="11056"/>
                  </a:lnTo>
                  <a:lnTo>
                    <a:pt x="12527" y="11923"/>
                  </a:lnTo>
                  <a:lnTo>
                    <a:pt x="11061" y="12266"/>
                  </a:lnTo>
                  <a:lnTo>
                    <a:pt x="6678" y="9613"/>
                  </a:lnTo>
                  <a:lnTo>
                    <a:pt x="6362" y="6094"/>
                  </a:lnTo>
                  <a:lnTo>
                    <a:pt x="4771" y="3782"/>
                  </a:lnTo>
                  <a:lnTo>
                    <a:pt x="2799" y="5505"/>
                  </a:lnTo>
                  <a:lnTo>
                    <a:pt x="0" y="2902"/>
                  </a:lnTo>
                  <a:lnTo>
                    <a:pt x="362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1" name="ph4971"/>
            <p:cNvSpPr/>
            <p:nvPr/>
          </p:nvSpPr>
          <p:spPr>
            <a:xfrm>
              <a:off x="7525177" y="3507229"/>
              <a:ext cx="13701" cy="12361"/>
            </a:xfrm>
            <a:custGeom>
              <a:avLst/>
              <a:pathLst>
                <a:path w="13701" h="12361">
                  <a:moveTo>
                    <a:pt x="7294" y="2373"/>
                  </a:moveTo>
                  <a:lnTo>
                    <a:pt x="13701" y="3951"/>
                  </a:lnTo>
                  <a:lnTo>
                    <a:pt x="11137" y="8513"/>
                  </a:lnTo>
                  <a:lnTo>
                    <a:pt x="13409" y="12361"/>
                  </a:lnTo>
                  <a:lnTo>
                    <a:pt x="7418" y="12355"/>
                  </a:lnTo>
                  <a:lnTo>
                    <a:pt x="6982" y="10808"/>
                  </a:lnTo>
                  <a:lnTo>
                    <a:pt x="1919" y="8292"/>
                  </a:lnTo>
                  <a:lnTo>
                    <a:pt x="679" y="8321"/>
                  </a:lnTo>
                  <a:lnTo>
                    <a:pt x="0" y="6857"/>
                  </a:lnTo>
                  <a:lnTo>
                    <a:pt x="667" y="4157"/>
                  </a:lnTo>
                  <a:lnTo>
                    <a:pt x="2532" y="1867"/>
                  </a:lnTo>
                  <a:lnTo>
                    <a:pt x="2316" y="654"/>
                  </a:lnTo>
                  <a:lnTo>
                    <a:pt x="391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ph4972"/>
            <p:cNvSpPr/>
            <p:nvPr/>
          </p:nvSpPr>
          <p:spPr>
            <a:xfrm>
              <a:off x="7476033" y="3375325"/>
              <a:ext cx="12965" cy="6602"/>
            </a:xfrm>
            <a:custGeom>
              <a:avLst/>
              <a:pathLst>
                <a:path w="12965" h="6602">
                  <a:moveTo>
                    <a:pt x="9001" y="334"/>
                  </a:moveTo>
                  <a:lnTo>
                    <a:pt x="10335" y="1333"/>
                  </a:lnTo>
                  <a:lnTo>
                    <a:pt x="11257" y="3416"/>
                  </a:lnTo>
                  <a:lnTo>
                    <a:pt x="12965" y="4519"/>
                  </a:lnTo>
                  <a:lnTo>
                    <a:pt x="8251" y="4367"/>
                  </a:lnTo>
                  <a:lnTo>
                    <a:pt x="6083" y="4756"/>
                  </a:lnTo>
                  <a:lnTo>
                    <a:pt x="5041" y="3700"/>
                  </a:lnTo>
                  <a:lnTo>
                    <a:pt x="1421" y="6602"/>
                  </a:lnTo>
                  <a:lnTo>
                    <a:pt x="0" y="6547"/>
                  </a:lnTo>
                  <a:lnTo>
                    <a:pt x="219" y="3757"/>
                  </a:lnTo>
                  <a:lnTo>
                    <a:pt x="7233" y="746"/>
                  </a:lnTo>
                  <a:lnTo>
                    <a:pt x="81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3" name="ph4973"/>
            <p:cNvSpPr/>
            <p:nvPr/>
          </p:nvSpPr>
          <p:spPr>
            <a:xfrm>
              <a:off x="7672607" y="3444081"/>
              <a:ext cx="18705" cy="18973"/>
            </a:xfrm>
            <a:custGeom>
              <a:avLst/>
              <a:pathLst>
                <a:path w="18705" h="18973">
                  <a:moveTo>
                    <a:pt x="9092" y="1173"/>
                  </a:moveTo>
                  <a:lnTo>
                    <a:pt x="13301" y="4533"/>
                  </a:lnTo>
                  <a:lnTo>
                    <a:pt x="17816" y="3825"/>
                  </a:lnTo>
                  <a:lnTo>
                    <a:pt x="18705" y="8490"/>
                  </a:lnTo>
                  <a:lnTo>
                    <a:pt x="16956" y="13107"/>
                  </a:lnTo>
                  <a:lnTo>
                    <a:pt x="12201" y="18973"/>
                  </a:lnTo>
                  <a:lnTo>
                    <a:pt x="9030" y="17836"/>
                  </a:lnTo>
                  <a:lnTo>
                    <a:pt x="0" y="9367"/>
                  </a:lnTo>
                  <a:lnTo>
                    <a:pt x="1509" y="7196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ph4974"/>
            <p:cNvSpPr/>
            <p:nvPr/>
          </p:nvSpPr>
          <p:spPr>
            <a:xfrm>
              <a:off x="7501643" y="3224171"/>
              <a:ext cx="19926" cy="14463"/>
            </a:xfrm>
            <a:custGeom>
              <a:avLst/>
              <a:pathLst>
                <a:path w="19926" h="14463">
                  <a:moveTo>
                    <a:pt x="19926" y="11988"/>
                  </a:moveTo>
                  <a:lnTo>
                    <a:pt x="19353" y="13448"/>
                  </a:lnTo>
                  <a:lnTo>
                    <a:pt x="9527" y="13308"/>
                  </a:lnTo>
                  <a:lnTo>
                    <a:pt x="8893" y="13827"/>
                  </a:lnTo>
                  <a:lnTo>
                    <a:pt x="5714" y="14463"/>
                  </a:lnTo>
                  <a:lnTo>
                    <a:pt x="4043" y="13303"/>
                  </a:lnTo>
                  <a:lnTo>
                    <a:pt x="4013" y="12310"/>
                  </a:lnTo>
                  <a:lnTo>
                    <a:pt x="6000" y="10353"/>
                  </a:lnTo>
                  <a:lnTo>
                    <a:pt x="5528" y="6771"/>
                  </a:lnTo>
                  <a:lnTo>
                    <a:pt x="3611" y="5153"/>
                  </a:lnTo>
                  <a:lnTo>
                    <a:pt x="0" y="3695"/>
                  </a:lnTo>
                  <a:lnTo>
                    <a:pt x="117" y="2190"/>
                  </a:lnTo>
                  <a:lnTo>
                    <a:pt x="1406" y="1501"/>
                  </a:lnTo>
                  <a:lnTo>
                    <a:pt x="4037" y="1846"/>
                  </a:lnTo>
                  <a:lnTo>
                    <a:pt x="5373" y="0"/>
                  </a:lnTo>
                  <a:lnTo>
                    <a:pt x="8502" y="32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5" name="ph4975"/>
            <p:cNvSpPr/>
            <p:nvPr/>
          </p:nvSpPr>
          <p:spPr>
            <a:xfrm>
              <a:off x="7525394" y="3525323"/>
              <a:ext cx="34250" cy="35513"/>
            </a:xfrm>
            <a:custGeom>
              <a:avLst/>
              <a:pathLst>
                <a:path w="34250" h="35513">
                  <a:moveTo>
                    <a:pt x="25907" y="457"/>
                  </a:moveTo>
                  <a:lnTo>
                    <a:pt x="33675" y="0"/>
                  </a:lnTo>
                  <a:lnTo>
                    <a:pt x="32858" y="3589"/>
                  </a:lnTo>
                  <a:lnTo>
                    <a:pt x="34250" y="7190"/>
                  </a:lnTo>
                  <a:lnTo>
                    <a:pt x="24677" y="7403"/>
                  </a:lnTo>
                  <a:lnTo>
                    <a:pt x="21306" y="6228"/>
                  </a:lnTo>
                  <a:lnTo>
                    <a:pt x="20035" y="7151"/>
                  </a:lnTo>
                  <a:lnTo>
                    <a:pt x="24857" y="15483"/>
                  </a:lnTo>
                  <a:lnTo>
                    <a:pt x="26151" y="23938"/>
                  </a:lnTo>
                  <a:lnTo>
                    <a:pt x="25948" y="30834"/>
                  </a:lnTo>
                  <a:lnTo>
                    <a:pt x="21536" y="31262"/>
                  </a:lnTo>
                  <a:lnTo>
                    <a:pt x="13115" y="30392"/>
                  </a:lnTo>
                  <a:lnTo>
                    <a:pt x="9205" y="32151"/>
                  </a:lnTo>
                  <a:lnTo>
                    <a:pt x="7168" y="34593"/>
                  </a:lnTo>
                  <a:lnTo>
                    <a:pt x="5316" y="35513"/>
                  </a:lnTo>
                  <a:lnTo>
                    <a:pt x="1544" y="35156"/>
                  </a:lnTo>
                  <a:lnTo>
                    <a:pt x="3860" y="30617"/>
                  </a:lnTo>
                  <a:lnTo>
                    <a:pt x="3471" y="22800"/>
                  </a:lnTo>
                  <a:lnTo>
                    <a:pt x="0" y="15645"/>
                  </a:lnTo>
                  <a:lnTo>
                    <a:pt x="3386" y="14245"/>
                  </a:lnTo>
                  <a:lnTo>
                    <a:pt x="5194" y="11523"/>
                  </a:lnTo>
                  <a:lnTo>
                    <a:pt x="5827" y="8874"/>
                  </a:lnTo>
                  <a:lnTo>
                    <a:pt x="4943" y="5317"/>
                  </a:lnTo>
                  <a:lnTo>
                    <a:pt x="16330" y="5551"/>
                  </a:lnTo>
                  <a:lnTo>
                    <a:pt x="20298" y="4686"/>
                  </a:lnTo>
                  <a:lnTo>
                    <a:pt x="22388" y="242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ph4976"/>
            <p:cNvSpPr/>
            <p:nvPr/>
          </p:nvSpPr>
          <p:spPr>
            <a:xfrm>
              <a:off x="7560310" y="3365983"/>
              <a:ext cx="20630" cy="22563"/>
            </a:xfrm>
            <a:custGeom>
              <a:avLst/>
              <a:pathLst>
                <a:path w="20630" h="22563">
                  <a:moveTo>
                    <a:pt x="5210" y="0"/>
                  </a:moveTo>
                  <a:lnTo>
                    <a:pt x="5459" y="179"/>
                  </a:lnTo>
                  <a:lnTo>
                    <a:pt x="4464" y="3465"/>
                  </a:lnTo>
                  <a:lnTo>
                    <a:pt x="6181" y="5287"/>
                  </a:lnTo>
                  <a:lnTo>
                    <a:pt x="9323" y="5316"/>
                  </a:lnTo>
                  <a:lnTo>
                    <a:pt x="10751" y="7670"/>
                  </a:lnTo>
                  <a:lnTo>
                    <a:pt x="11198" y="9252"/>
                  </a:lnTo>
                  <a:lnTo>
                    <a:pt x="14200" y="8574"/>
                  </a:lnTo>
                  <a:lnTo>
                    <a:pt x="20360" y="12329"/>
                  </a:lnTo>
                  <a:lnTo>
                    <a:pt x="20630" y="16556"/>
                  </a:lnTo>
                  <a:lnTo>
                    <a:pt x="20106" y="17456"/>
                  </a:lnTo>
                  <a:lnTo>
                    <a:pt x="16975" y="17675"/>
                  </a:lnTo>
                  <a:lnTo>
                    <a:pt x="16083" y="22563"/>
                  </a:lnTo>
                  <a:lnTo>
                    <a:pt x="12845" y="22227"/>
                  </a:lnTo>
                  <a:lnTo>
                    <a:pt x="13283" y="18334"/>
                  </a:lnTo>
                  <a:lnTo>
                    <a:pt x="11589" y="18031"/>
                  </a:lnTo>
                  <a:lnTo>
                    <a:pt x="10260" y="18524"/>
                  </a:lnTo>
                  <a:lnTo>
                    <a:pt x="7430" y="21643"/>
                  </a:lnTo>
                  <a:lnTo>
                    <a:pt x="4932" y="21638"/>
                  </a:lnTo>
                  <a:lnTo>
                    <a:pt x="0" y="15010"/>
                  </a:lnTo>
                  <a:lnTo>
                    <a:pt x="95" y="11168"/>
                  </a:lnTo>
                  <a:lnTo>
                    <a:pt x="3568" y="7997"/>
                  </a:lnTo>
                  <a:lnTo>
                    <a:pt x="2980" y="2079"/>
                  </a:lnTo>
                  <a:lnTo>
                    <a:pt x="1872" y="128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7" name="ph4977"/>
            <p:cNvSpPr/>
            <p:nvPr/>
          </p:nvSpPr>
          <p:spPr>
            <a:xfrm>
              <a:off x="7490006" y="3455558"/>
              <a:ext cx="14509" cy="13915"/>
            </a:xfrm>
            <a:custGeom>
              <a:avLst/>
              <a:pathLst>
                <a:path w="14509" h="13915">
                  <a:moveTo>
                    <a:pt x="14509" y="915"/>
                  </a:moveTo>
                  <a:lnTo>
                    <a:pt x="14232" y="3579"/>
                  </a:lnTo>
                  <a:lnTo>
                    <a:pt x="13013" y="5432"/>
                  </a:lnTo>
                  <a:lnTo>
                    <a:pt x="10613" y="3195"/>
                  </a:lnTo>
                  <a:lnTo>
                    <a:pt x="9961" y="5847"/>
                  </a:lnTo>
                  <a:lnTo>
                    <a:pt x="11328" y="8214"/>
                  </a:lnTo>
                  <a:lnTo>
                    <a:pt x="9258" y="12239"/>
                  </a:lnTo>
                  <a:lnTo>
                    <a:pt x="6369" y="13915"/>
                  </a:lnTo>
                  <a:lnTo>
                    <a:pt x="808" y="12420"/>
                  </a:lnTo>
                  <a:lnTo>
                    <a:pt x="0" y="9058"/>
                  </a:lnTo>
                  <a:lnTo>
                    <a:pt x="1046" y="9019"/>
                  </a:lnTo>
                  <a:lnTo>
                    <a:pt x="4265" y="9219"/>
                  </a:lnTo>
                  <a:lnTo>
                    <a:pt x="7668" y="5295"/>
                  </a:lnTo>
                  <a:lnTo>
                    <a:pt x="9641" y="6033"/>
                  </a:lnTo>
                  <a:lnTo>
                    <a:pt x="10178" y="2019"/>
                  </a:lnTo>
                  <a:lnTo>
                    <a:pt x="1217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ph4978"/>
            <p:cNvSpPr/>
            <p:nvPr/>
          </p:nvSpPr>
          <p:spPr>
            <a:xfrm>
              <a:off x="7477709" y="3272413"/>
              <a:ext cx="15519" cy="16115"/>
            </a:xfrm>
            <a:custGeom>
              <a:avLst/>
              <a:pathLst>
                <a:path w="15519" h="16115">
                  <a:moveTo>
                    <a:pt x="14261" y="1141"/>
                  </a:moveTo>
                  <a:lnTo>
                    <a:pt x="15519" y="2203"/>
                  </a:lnTo>
                  <a:lnTo>
                    <a:pt x="14378" y="3893"/>
                  </a:lnTo>
                  <a:lnTo>
                    <a:pt x="10586" y="3475"/>
                  </a:lnTo>
                  <a:lnTo>
                    <a:pt x="10588" y="2819"/>
                  </a:lnTo>
                  <a:lnTo>
                    <a:pt x="7336" y="4730"/>
                  </a:lnTo>
                  <a:lnTo>
                    <a:pt x="4104" y="11600"/>
                  </a:lnTo>
                  <a:lnTo>
                    <a:pt x="6388" y="14330"/>
                  </a:lnTo>
                  <a:lnTo>
                    <a:pt x="5525" y="16115"/>
                  </a:lnTo>
                  <a:lnTo>
                    <a:pt x="2047" y="14387"/>
                  </a:lnTo>
                  <a:lnTo>
                    <a:pt x="2133" y="13429"/>
                  </a:lnTo>
                  <a:lnTo>
                    <a:pt x="0" y="10824"/>
                  </a:lnTo>
                  <a:lnTo>
                    <a:pt x="630" y="7099"/>
                  </a:lnTo>
                  <a:lnTo>
                    <a:pt x="2145" y="5051"/>
                  </a:lnTo>
                  <a:lnTo>
                    <a:pt x="3068" y="3557"/>
                  </a:lnTo>
                  <a:lnTo>
                    <a:pt x="864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9" name="ph4979"/>
            <p:cNvSpPr/>
            <p:nvPr/>
          </p:nvSpPr>
          <p:spPr>
            <a:xfrm>
              <a:off x="7440027" y="3366307"/>
              <a:ext cx="28295" cy="25544"/>
            </a:xfrm>
            <a:custGeom>
              <a:avLst/>
              <a:pathLst>
                <a:path w="28295" h="25544">
                  <a:moveTo>
                    <a:pt x="23926" y="0"/>
                  </a:moveTo>
                  <a:lnTo>
                    <a:pt x="28295" y="5811"/>
                  </a:lnTo>
                  <a:lnTo>
                    <a:pt x="26468" y="11699"/>
                  </a:lnTo>
                  <a:lnTo>
                    <a:pt x="19950" y="11399"/>
                  </a:lnTo>
                  <a:lnTo>
                    <a:pt x="17650" y="12299"/>
                  </a:lnTo>
                  <a:lnTo>
                    <a:pt x="16598" y="14088"/>
                  </a:lnTo>
                  <a:lnTo>
                    <a:pt x="16831" y="18136"/>
                  </a:lnTo>
                  <a:lnTo>
                    <a:pt x="27582" y="21389"/>
                  </a:lnTo>
                  <a:lnTo>
                    <a:pt x="24134" y="23325"/>
                  </a:lnTo>
                  <a:lnTo>
                    <a:pt x="20025" y="22780"/>
                  </a:lnTo>
                  <a:lnTo>
                    <a:pt x="15654" y="23258"/>
                  </a:lnTo>
                  <a:lnTo>
                    <a:pt x="12217" y="25544"/>
                  </a:lnTo>
                  <a:lnTo>
                    <a:pt x="11397" y="24742"/>
                  </a:lnTo>
                  <a:lnTo>
                    <a:pt x="11784" y="23570"/>
                  </a:lnTo>
                  <a:lnTo>
                    <a:pt x="8456" y="22135"/>
                  </a:lnTo>
                  <a:lnTo>
                    <a:pt x="4164" y="21329"/>
                  </a:lnTo>
                  <a:lnTo>
                    <a:pt x="1392" y="21846"/>
                  </a:lnTo>
                  <a:lnTo>
                    <a:pt x="0" y="17984"/>
                  </a:lnTo>
                  <a:lnTo>
                    <a:pt x="4687" y="12805"/>
                  </a:lnTo>
                  <a:lnTo>
                    <a:pt x="9427" y="10378"/>
                  </a:lnTo>
                  <a:lnTo>
                    <a:pt x="10471" y="10435"/>
                  </a:lnTo>
                  <a:lnTo>
                    <a:pt x="10314" y="12360"/>
                  </a:lnTo>
                  <a:lnTo>
                    <a:pt x="11375" y="12331"/>
                  </a:lnTo>
                  <a:lnTo>
                    <a:pt x="13005" y="11028"/>
                  </a:lnTo>
                  <a:lnTo>
                    <a:pt x="13022" y="9040"/>
                  </a:lnTo>
                  <a:lnTo>
                    <a:pt x="15137" y="7996"/>
                  </a:lnTo>
                  <a:lnTo>
                    <a:pt x="18545" y="4353"/>
                  </a:lnTo>
                  <a:lnTo>
                    <a:pt x="21416" y="2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ph4980"/>
            <p:cNvSpPr/>
            <p:nvPr/>
          </p:nvSpPr>
          <p:spPr>
            <a:xfrm>
              <a:off x="7691809" y="3376096"/>
              <a:ext cx="29218" cy="26532"/>
            </a:xfrm>
            <a:custGeom>
              <a:avLst/>
              <a:pathLst>
                <a:path w="29218" h="26532">
                  <a:moveTo>
                    <a:pt x="28566" y="943"/>
                  </a:moveTo>
                  <a:lnTo>
                    <a:pt x="29218" y="4895"/>
                  </a:lnTo>
                  <a:lnTo>
                    <a:pt x="28357" y="7960"/>
                  </a:lnTo>
                  <a:lnTo>
                    <a:pt x="27610" y="9116"/>
                  </a:lnTo>
                  <a:lnTo>
                    <a:pt x="20546" y="10466"/>
                  </a:lnTo>
                  <a:lnTo>
                    <a:pt x="16230" y="12707"/>
                  </a:lnTo>
                  <a:lnTo>
                    <a:pt x="14384" y="21511"/>
                  </a:lnTo>
                  <a:lnTo>
                    <a:pt x="16168" y="21951"/>
                  </a:lnTo>
                  <a:lnTo>
                    <a:pt x="14768" y="24455"/>
                  </a:lnTo>
                  <a:lnTo>
                    <a:pt x="7102" y="26532"/>
                  </a:lnTo>
                  <a:lnTo>
                    <a:pt x="5953" y="25689"/>
                  </a:lnTo>
                  <a:lnTo>
                    <a:pt x="0" y="15797"/>
                  </a:lnTo>
                  <a:lnTo>
                    <a:pt x="2365" y="11809"/>
                  </a:lnTo>
                  <a:lnTo>
                    <a:pt x="5622" y="12402"/>
                  </a:lnTo>
                  <a:lnTo>
                    <a:pt x="10224" y="13799"/>
                  </a:lnTo>
                  <a:lnTo>
                    <a:pt x="14984" y="11693"/>
                  </a:lnTo>
                  <a:lnTo>
                    <a:pt x="25930" y="2861"/>
                  </a:lnTo>
                  <a:lnTo>
                    <a:pt x="2649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1" name="ph4981"/>
            <p:cNvSpPr/>
            <p:nvPr/>
          </p:nvSpPr>
          <p:spPr>
            <a:xfrm>
              <a:off x="7575812" y="3461842"/>
              <a:ext cx="15432" cy="22461"/>
            </a:xfrm>
            <a:custGeom>
              <a:avLst/>
              <a:pathLst>
                <a:path w="15432" h="22461">
                  <a:moveTo>
                    <a:pt x="12975" y="1911"/>
                  </a:moveTo>
                  <a:lnTo>
                    <a:pt x="14481" y="3350"/>
                  </a:lnTo>
                  <a:lnTo>
                    <a:pt x="15432" y="5900"/>
                  </a:lnTo>
                  <a:lnTo>
                    <a:pt x="14784" y="13237"/>
                  </a:lnTo>
                  <a:lnTo>
                    <a:pt x="13998" y="14399"/>
                  </a:lnTo>
                  <a:lnTo>
                    <a:pt x="10583" y="15457"/>
                  </a:lnTo>
                  <a:lnTo>
                    <a:pt x="11156" y="17674"/>
                  </a:lnTo>
                  <a:lnTo>
                    <a:pt x="11901" y="17988"/>
                  </a:lnTo>
                  <a:lnTo>
                    <a:pt x="12602" y="16863"/>
                  </a:lnTo>
                  <a:lnTo>
                    <a:pt x="12701" y="19759"/>
                  </a:lnTo>
                  <a:lnTo>
                    <a:pt x="11649" y="22002"/>
                  </a:lnTo>
                  <a:lnTo>
                    <a:pt x="9373" y="20541"/>
                  </a:lnTo>
                  <a:lnTo>
                    <a:pt x="6726" y="20017"/>
                  </a:lnTo>
                  <a:lnTo>
                    <a:pt x="4237" y="21275"/>
                  </a:lnTo>
                  <a:lnTo>
                    <a:pt x="3769" y="22461"/>
                  </a:lnTo>
                  <a:lnTo>
                    <a:pt x="1194" y="22447"/>
                  </a:lnTo>
                  <a:lnTo>
                    <a:pt x="0" y="19407"/>
                  </a:lnTo>
                  <a:lnTo>
                    <a:pt x="533" y="16272"/>
                  </a:lnTo>
                  <a:lnTo>
                    <a:pt x="2897" y="13908"/>
                  </a:lnTo>
                  <a:lnTo>
                    <a:pt x="3392" y="12164"/>
                  </a:lnTo>
                  <a:lnTo>
                    <a:pt x="1871" y="6842"/>
                  </a:lnTo>
                  <a:lnTo>
                    <a:pt x="4293" y="3517"/>
                  </a:lnTo>
                  <a:lnTo>
                    <a:pt x="6735" y="3161"/>
                  </a:lnTo>
                  <a:lnTo>
                    <a:pt x="884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ph4982"/>
            <p:cNvSpPr/>
            <p:nvPr/>
          </p:nvSpPr>
          <p:spPr>
            <a:xfrm>
              <a:off x="7560453" y="3329850"/>
              <a:ext cx="5601" cy="5052"/>
            </a:xfrm>
            <a:custGeom>
              <a:avLst/>
              <a:pathLst>
                <a:path w="5601" h="5052">
                  <a:moveTo>
                    <a:pt x="5601" y="0"/>
                  </a:moveTo>
                  <a:lnTo>
                    <a:pt x="4476" y="5052"/>
                  </a:lnTo>
                  <a:lnTo>
                    <a:pt x="1008" y="3341"/>
                  </a:lnTo>
                  <a:lnTo>
                    <a:pt x="0" y="195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3" name="ph4983"/>
            <p:cNvSpPr/>
            <p:nvPr/>
          </p:nvSpPr>
          <p:spPr>
            <a:xfrm>
              <a:off x="7452102" y="3436754"/>
              <a:ext cx="11355" cy="13642"/>
            </a:xfrm>
            <a:custGeom>
              <a:avLst/>
              <a:pathLst>
                <a:path w="11355" h="13642">
                  <a:moveTo>
                    <a:pt x="10229" y="3308"/>
                  </a:moveTo>
                  <a:lnTo>
                    <a:pt x="11355" y="4642"/>
                  </a:lnTo>
                  <a:lnTo>
                    <a:pt x="10971" y="9009"/>
                  </a:lnTo>
                  <a:lnTo>
                    <a:pt x="4898" y="13642"/>
                  </a:lnTo>
                  <a:lnTo>
                    <a:pt x="1305" y="11225"/>
                  </a:lnTo>
                  <a:lnTo>
                    <a:pt x="0" y="8361"/>
                  </a:lnTo>
                  <a:lnTo>
                    <a:pt x="2844" y="6255"/>
                  </a:lnTo>
                  <a:lnTo>
                    <a:pt x="7221" y="5603"/>
                  </a:lnTo>
                  <a:lnTo>
                    <a:pt x="6526" y="2778"/>
                  </a:lnTo>
                  <a:lnTo>
                    <a:pt x="3038" y="1402"/>
                  </a:lnTo>
                  <a:lnTo>
                    <a:pt x="491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ph4984"/>
            <p:cNvSpPr/>
            <p:nvPr/>
          </p:nvSpPr>
          <p:spPr>
            <a:xfrm>
              <a:off x="7403540" y="3364769"/>
              <a:ext cx="9395" cy="10614"/>
            </a:xfrm>
            <a:custGeom>
              <a:avLst/>
              <a:pathLst>
                <a:path w="9395" h="10614">
                  <a:moveTo>
                    <a:pt x="7033" y="11"/>
                  </a:moveTo>
                  <a:lnTo>
                    <a:pt x="9136" y="1833"/>
                  </a:lnTo>
                  <a:lnTo>
                    <a:pt x="9395" y="7658"/>
                  </a:lnTo>
                  <a:lnTo>
                    <a:pt x="7882" y="10614"/>
                  </a:lnTo>
                  <a:lnTo>
                    <a:pt x="6402" y="8277"/>
                  </a:lnTo>
                  <a:lnTo>
                    <a:pt x="0" y="6938"/>
                  </a:lnTo>
                  <a:lnTo>
                    <a:pt x="536" y="5831"/>
                  </a:lnTo>
                  <a:lnTo>
                    <a:pt x="2231" y="3593"/>
                  </a:lnTo>
                  <a:lnTo>
                    <a:pt x="490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5" name="ph4985"/>
            <p:cNvSpPr/>
            <p:nvPr/>
          </p:nvSpPr>
          <p:spPr>
            <a:xfrm>
              <a:off x="7424981" y="3248890"/>
              <a:ext cx="38806" cy="24690"/>
            </a:xfrm>
            <a:custGeom>
              <a:avLst/>
              <a:pathLst>
                <a:path w="38806" h="24690">
                  <a:moveTo>
                    <a:pt x="15797" y="578"/>
                  </a:moveTo>
                  <a:lnTo>
                    <a:pt x="19263" y="5127"/>
                  </a:lnTo>
                  <a:lnTo>
                    <a:pt x="24848" y="9208"/>
                  </a:lnTo>
                  <a:lnTo>
                    <a:pt x="32466" y="2359"/>
                  </a:lnTo>
                  <a:lnTo>
                    <a:pt x="38806" y="14072"/>
                  </a:lnTo>
                  <a:lnTo>
                    <a:pt x="30567" y="15726"/>
                  </a:lnTo>
                  <a:lnTo>
                    <a:pt x="27071" y="19854"/>
                  </a:lnTo>
                  <a:lnTo>
                    <a:pt x="29612" y="23154"/>
                  </a:lnTo>
                  <a:lnTo>
                    <a:pt x="25057" y="24058"/>
                  </a:lnTo>
                  <a:lnTo>
                    <a:pt x="21418" y="19920"/>
                  </a:lnTo>
                  <a:lnTo>
                    <a:pt x="13836" y="19005"/>
                  </a:lnTo>
                  <a:lnTo>
                    <a:pt x="8745" y="19682"/>
                  </a:lnTo>
                  <a:lnTo>
                    <a:pt x="4399" y="24690"/>
                  </a:lnTo>
                  <a:lnTo>
                    <a:pt x="3699" y="24507"/>
                  </a:lnTo>
                  <a:lnTo>
                    <a:pt x="0" y="18149"/>
                  </a:lnTo>
                  <a:lnTo>
                    <a:pt x="5999" y="10702"/>
                  </a:lnTo>
                  <a:lnTo>
                    <a:pt x="6152" y="2169"/>
                  </a:lnTo>
                  <a:lnTo>
                    <a:pt x="8938" y="2015"/>
                  </a:lnTo>
                  <a:lnTo>
                    <a:pt x="1217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ph4986"/>
            <p:cNvSpPr/>
            <p:nvPr/>
          </p:nvSpPr>
          <p:spPr>
            <a:xfrm>
              <a:off x="7487433" y="3165487"/>
              <a:ext cx="17321" cy="22462"/>
            </a:xfrm>
            <a:custGeom>
              <a:avLst/>
              <a:pathLst>
                <a:path w="17321" h="22462">
                  <a:moveTo>
                    <a:pt x="11662" y="4700"/>
                  </a:moveTo>
                  <a:lnTo>
                    <a:pt x="17321" y="8414"/>
                  </a:lnTo>
                  <a:lnTo>
                    <a:pt x="16135" y="10143"/>
                  </a:lnTo>
                  <a:lnTo>
                    <a:pt x="8695" y="14639"/>
                  </a:lnTo>
                  <a:lnTo>
                    <a:pt x="7663" y="21302"/>
                  </a:lnTo>
                  <a:lnTo>
                    <a:pt x="6658" y="22462"/>
                  </a:lnTo>
                  <a:lnTo>
                    <a:pt x="5530" y="22316"/>
                  </a:lnTo>
                  <a:lnTo>
                    <a:pt x="1413" y="18802"/>
                  </a:lnTo>
                  <a:lnTo>
                    <a:pt x="0" y="14722"/>
                  </a:lnTo>
                  <a:lnTo>
                    <a:pt x="1009" y="12811"/>
                  </a:lnTo>
                  <a:lnTo>
                    <a:pt x="3106" y="15349"/>
                  </a:lnTo>
                  <a:lnTo>
                    <a:pt x="4123" y="13388"/>
                  </a:lnTo>
                  <a:lnTo>
                    <a:pt x="5422" y="8107"/>
                  </a:lnTo>
                  <a:lnTo>
                    <a:pt x="4059" y="4081"/>
                  </a:lnTo>
                  <a:lnTo>
                    <a:pt x="4602" y="3342"/>
                  </a:lnTo>
                  <a:lnTo>
                    <a:pt x="461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7" name="ph4987"/>
            <p:cNvSpPr/>
            <p:nvPr/>
          </p:nvSpPr>
          <p:spPr>
            <a:xfrm>
              <a:off x="7472251" y="3294270"/>
              <a:ext cx="30780" cy="28501"/>
            </a:xfrm>
            <a:custGeom>
              <a:avLst/>
              <a:pathLst>
                <a:path w="30780" h="28501">
                  <a:moveTo>
                    <a:pt x="20971" y="1748"/>
                  </a:moveTo>
                  <a:lnTo>
                    <a:pt x="21997" y="3230"/>
                  </a:lnTo>
                  <a:lnTo>
                    <a:pt x="23608" y="3331"/>
                  </a:lnTo>
                  <a:lnTo>
                    <a:pt x="25199" y="4631"/>
                  </a:lnTo>
                  <a:lnTo>
                    <a:pt x="30780" y="11985"/>
                  </a:lnTo>
                  <a:lnTo>
                    <a:pt x="29486" y="12241"/>
                  </a:lnTo>
                  <a:lnTo>
                    <a:pt x="28183" y="15330"/>
                  </a:lnTo>
                  <a:lnTo>
                    <a:pt x="29244" y="16811"/>
                  </a:lnTo>
                  <a:lnTo>
                    <a:pt x="23623" y="20837"/>
                  </a:lnTo>
                  <a:lnTo>
                    <a:pt x="21388" y="24728"/>
                  </a:lnTo>
                  <a:lnTo>
                    <a:pt x="14360" y="28501"/>
                  </a:lnTo>
                  <a:lnTo>
                    <a:pt x="11304" y="26786"/>
                  </a:lnTo>
                  <a:lnTo>
                    <a:pt x="10802" y="25564"/>
                  </a:lnTo>
                  <a:lnTo>
                    <a:pt x="7501" y="24844"/>
                  </a:lnTo>
                  <a:lnTo>
                    <a:pt x="2204" y="22015"/>
                  </a:lnTo>
                  <a:lnTo>
                    <a:pt x="499" y="14093"/>
                  </a:lnTo>
                  <a:lnTo>
                    <a:pt x="0" y="9736"/>
                  </a:lnTo>
                  <a:lnTo>
                    <a:pt x="1453" y="4850"/>
                  </a:lnTo>
                  <a:lnTo>
                    <a:pt x="3002" y="2829"/>
                  </a:lnTo>
                  <a:lnTo>
                    <a:pt x="13716" y="1725"/>
                  </a:lnTo>
                  <a:lnTo>
                    <a:pt x="1593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8" name="ph4988"/>
            <p:cNvSpPr/>
            <p:nvPr/>
          </p:nvSpPr>
          <p:spPr>
            <a:xfrm>
              <a:off x="7431864" y="3281397"/>
              <a:ext cx="11420" cy="12750"/>
            </a:xfrm>
            <a:custGeom>
              <a:avLst/>
              <a:pathLst>
                <a:path w="11420" h="12750">
                  <a:moveTo>
                    <a:pt x="7363" y="363"/>
                  </a:moveTo>
                  <a:lnTo>
                    <a:pt x="10167" y="3007"/>
                  </a:lnTo>
                  <a:lnTo>
                    <a:pt x="11420" y="11070"/>
                  </a:lnTo>
                  <a:lnTo>
                    <a:pt x="4638" y="12750"/>
                  </a:lnTo>
                  <a:lnTo>
                    <a:pt x="3833" y="9080"/>
                  </a:lnTo>
                  <a:lnTo>
                    <a:pt x="0" y="2656"/>
                  </a:lnTo>
                  <a:lnTo>
                    <a:pt x="458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9" name="ph4989"/>
            <p:cNvSpPr/>
            <p:nvPr/>
          </p:nvSpPr>
          <p:spPr>
            <a:xfrm>
              <a:off x="7435298" y="3491621"/>
              <a:ext cx="10146" cy="10157"/>
            </a:xfrm>
            <a:custGeom>
              <a:avLst/>
              <a:pathLst>
                <a:path w="10146" h="10157">
                  <a:moveTo>
                    <a:pt x="7633" y="5469"/>
                  </a:moveTo>
                  <a:lnTo>
                    <a:pt x="10111" y="8994"/>
                  </a:lnTo>
                  <a:lnTo>
                    <a:pt x="10146" y="9909"/>
                  </a:lnTo>
                  <a:lnTo>
                    <a:pt x="9445" y="10157"/>
                  </a:lnTo>
                  <a:lnTo>
                    <a:pt x="6462" y="9975"/>
                  </a:lnTo>
                  <a:lnTo>
                    <a:pt x="4960" y="7698"/>
                  </a:lnTo>
                  <a:lnTo>
                    <a:pt x="0" y="4711"/>
                  </a:lnTo>
                  <a:lnTo>
                    <a:pt x="3060" y="1806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0" name="ph4990"/>
            <p:cNvSpPr/>
            <p:nvPr/>
          </p:nvSpPr>
          <p:spPr>
            <a:xfrm>
              <a:off x="7444117" y="3286500"/>
              <a:ext cx="11248" cy="11035"/>
            </a:xfrm>
            <a:custGeom>
              <a:avLst/>
              <a:pathLst>
                <a:path w="11248" h="11035">
                  <a:moveTo>
                    <a:pt x="10882" y="5079"/>
                  </a:moveTo>
                  <a:lnTo>
                    <a:pt x="7415" y="6278"/>
                  </a:lnTo>
                  <a:lnTo>
                    <a:pt x="2722" y="10010"/>
                  </a:lnTo>
                  <a:lnTo>
                    <a:pt x="1757" y="11035"/>
                  </a:lnTo>
                  <a:lnTo>
                    <a:pt x="0" y="8915"/>
                  </a:lnTo>
                  <a:lnTo>
                    <a:pt x="4296" y="3221"/>
                  </a:lnTo>
                  <a:lnTo>
                    <a:pt x="8270" y="842"/>
                  </a:lnTo>
                  <a:lnTo>
                    <a:pt x="1124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1" name="ph4991"/>
            <p:cNvSpPr/>
            <p:nvPr/>
          </p:nvSpPr>
          <p:spPr>
            <a:xfrm>
              <a:off x="7491663" y="3409775"/>
              <a:ext cx="7382" cy="5193"/>
            </a:xfrm>
            <a:custGeom>
              <a:avLst/>
              <a:pathLst>
                <a:path w="7382" h="5193">
                  <a:moveTo>
                    <a:pt x="7368" y="1995"/>
                  </a:moveTo>
                  <a:lnTo>
                    <a:pt x="7382" y="5115"/>
                  </a:lnTo>
                  <a:lnTo>
                    <a:pt x="4198" y="2623"/>
                  </a:lnTo>
                  <a:lnTo>
                    <a:pt x="2843" y="2776"/>
                  </a:lnTo>
                  <a:lnTo>
                    <a:pt x="1224" y="4907"/>
                  </a:lnTo>
                  <a:lnTo>
                    <a:pt x="0" y="5193"/>
                  </a:lnTo>
                  <a:lnTo>
                    <a:pt x="471" y="2146"/>
                  </a:lnTo>
                  <a:lnTo>
                    <a:pt x="795" y="289"/>
                  </a:lnTo>
                  <a:lnTo>
                    <a:pt x="747" y="67"/>
                  </a:lnTo>
                  <a:lnTo>
                    <a:pt x="547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2" name="ph4992"/>
            <p:cNvSpPr/>
            <p:nvPr/>
          </p:nvSpPr>
          <p:spPr>
            <a:xfrm>
              <a:off x="7540387" y="3343666"/>
              <a:ext cx="13150" cy="9360"/>
            </a:xfrm>
            <a:custGeom>
              <a:avLst/>
              <a:pathLst>
                <a:path w="13150" h="9360">
                  <a:moveTo>
                    <a:pt x="10315" y="702"/>
                  </a:moveTo>
                  <a:lnTo>
                    <a:pt x="13150" y="4790"/>
                  </a:lnTo>
                  <a:lnTo>
                    <a:pt x="12964" y="8028"/>
                  </a:lnTo>
                  <a:lnTo>
                    <a:pt x="11408" y="9360"/>
                  </a:lnTo>
                  <a:lnTo>
                    <a:pt x="3825" y="3874"/>
                  </a:lnTo>
                  <a:lnTo>
                    <a:pt x="1695" y="3396"/>
                  </a:lnTo>
                  <a:lnTo>
                    <a:pt x="667" y="3918"/>
                  </a:lnTo>
                  <a:lnTo>
                    <a:pt x="0" y="1256"/>
                  </a:lnTo>
                  <a:lnTo>
                    <a:pt x="164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3" name="ph4993"/>
            <p:cNvSpPr/>
            <p:nvPr/>
          </p:nvSpPr>
          <p:spPr>
            <a:xfrm>
              <a:off x="7485977" y="3258183"/>
              <a:ext cx="6314" cy="13060"/>
            </a:xfrm>
            <a:custGeom>
              <a:avLst/>
              <a:pathLst>
                <a:path w="6314" h="13060">
                  <a:moveTo>
                    <a:pt x="3845" y="936"/>
                  </a:moveTo>
                  <a:lnTo>
                    <a:pt x="6314" y="5029"/>
                  </a:lnTo>
                  <a:lnTo>
                    <a:pt x="2568" y="7762"/>
                  </a:lnTo>
                  <a:lnTo>
                    <a:pt x="3378" y="10100"/>
                  </a:lnTo>
                  <a:lnTo>
                    <a:pt x="0" y="13060"/>
                  </a:lnTo>
                  <a:lnTo>
                    <a:pt x="79" y="9951"/>
                  </a:lnTo>
                  <a:lnTo>
                    <a:pt x="2079" y="2527"/>
                  </a:lnTo>
                  <a:lnTo>
                    <a:pt x="194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4" name="ph4994"/>
            <p:cNvSpPr/>
            <p:nvPr/>
          </p:nvSpPr>
          <p:spPr>
            <a:xfrm>
              <a:off x="7454039" y="3225760"/>
              <a:ext cx="8362" cy="11586"/>
            </a:xfrm>
            <a:custGeom>
              <a:avLst/>
              <a:pathLst>
                <a:path w="8362" h="11586">
                  <a:moveTo>
                    <a:pt x="8362" y="446"/>
                  </a:moveTo>
                  <a:lnTo>
                    <a:pt x="6354" y="3330"/>
                  </a:lnTo>
                  <a:lnTo>
                    <a:pt x="6469" y="5498"/>
                  </a:lnTo>
                  <a:lnTo>
                    <a:pt x="8252" y="6302"/>
                  </a:lnTo>
                  <a:lnTo>
                    <a:pt x="4693" y="11586"/>
                  </a:lnTo>
                  <a:lnTo>
                    <a:pt x="1334" y="8935"/>
                  </a:lnTo>
                  <a:lnTo>
                    <a:pt x="0" y="3031"/>
                  </a:lnTo>
                  <a:lnTo>
                    <a:pt x="5081" y="2395"/>
                  </a:lnTo>
                  <a:lnTo>
                    <a:pt x="783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5" name="ph4995"/>
            <p:cNvSpPr/>
            <p:nvPr/>
          </p:nvSpPr>
          <p:spPr>
            <a:xfrm>
              <a:off x="7395367" y="3402153"/>
              <a:ext cx="13563" cy="3345"/>
            </a:xfrm>
            <a:custGeom>
              <a:avLst/>
              <a:pathLst>
                <a:path w="13563" h="3345">
                  <a:moveTo>
                    <a:pt x="10889" y="726"/>
                  </a:moveTo>
                  <a:lnTo>
                    <a:pt x="13563" y="3345"/>
                  </a:lnTo>
                  <a:lnTo>
                    <a:pt x="7861" y="2331"/>
                  </a:lnTo>
                  <a:lnTo>
                    <a:pt x="662" y="3220"/>
                  </a:lnTo>
                  <a:lnTo>
                    <a:pt x="0" y="2696"/>
                  </a:lnTo>
                  <a:lnTo>
                    <a:pt x="1100" y="1277"/>
                  </a:lnTo>
                  <a:lnTo>
                    <a:pt x="5161" y="1235"/>
                  </a:lnTo>
                  <a:lnTo>
                    <a:pt x="696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6" name="ph4996"/>
            <p:cNvSpPr/>
            <p:nvPr/>
          </p:nvSpPr>
          <p:spPr>
            <a:xfrm>
              <a:off x="7527073" y="3349447"/>
              <a:ext cx="12601" cy="15076"/>
            </a:xfrm>
            <a:custGeom>
              <a:avLst/>
              <a:pathLst>
                <a:path w="12601" h="15076">
                  <a:moveTo>
                    <a:pt x="3059" y="180"/>
                  </a:moveTo>
                  <a:lnTo>
                    <a:pt x="6366" y="2731"/>
                  </a:lnTo>
                  <a:lnTo>
                    <a:pt x="12601" y="3546"/>
                  </a:lnTo>
                  <a:lnTo>
                    <a:pt x="11380" y="6083"/>
                  </a:lnTo>
                  <a:lnTo>
                    <a:pt x="12211" y="11249"/>
                  </a:lnTo>
                  <a:lnTo>
                    <a:pt x="11908" y="12743"/>
                  </a:lnTo>
                  <a:lnTo>
                    <a:pt x="10740" y="13622"/>
                  </a:lnTo>
                  <a:lnTo>
                    <a:pt x="7109" y="15076"/>
                  </a:lnTo>
                  <a:lnTo>
                    <a:pt x="4491" y="14621"/>
                  </a:lnTo>
                  <a:lnTo>
                    <a:pt x="1837" y="9761"/>
                  </a:lnTo>
                  <a:lnTo>
                    <a:pt x="0" y="1987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7" name="ph4997"/>
            <p:cNvSpPr/>
            <p:nvPr/>
          </p:nvSpPr>
          <p:spPr>
            <a:xfrm>
              <a:off x="7392412" y="3369492"/>
              <a:ext cx="6982" cy="9901"/>
            </a:xfrm>
            <a:custGeom>
              <a:avLst/>
              <a:pathLst>
                <a:path w="6982" h="9901">
                  <a:moveTo>
                    <a:pt x="4921" y="466"/>
                  </a:moveTo>
                  <a:lnTo>
                    <a:pt x="6982" y="5076"/>
                  </a:lnTo>
                  <a:lnTo>
                    <a:pt x="6845" y="8740"/>
                  </a:lnTo>
                  <a:lnTo>
                    <a:pt x="3419" y="9901"/>
                  </a:lnTo>
                  <a:lnTo>
                    <a:pt x="1408" y="6833"/>
                  </a:lnTo>
                  <a:lnTo>
                    <a:pt x="0" y="1597"/>
                  </a:lnTo>
                  <a:lnTo>
                    <a:pt x="176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8" name="ph4998"/>
            <p:cNvSpPr/>
            <p:nvPr/>
          </p:nvSpPr>
          <p:spPr>
            <a:xfrm>
              <a:off x="7404374" y="3428624"/>
              <a:ext cx="25976" cy="14927"/>
            </a:xfrm>
            <a:custGeom>
              <a:avLst/>
              <a:pathLst>
                <a:path w="25976" h="14927">
                  <a:moveTo>
                    <a:pt x="25976" y="5924"/>
                  </a:moveTo>
                  <a:lnTo>
                    <a:pt x="24590" y="6467"/>
                  </a:lnTo>
                  <a:lnTo>
                    <a:pt x="22752" y="9495"/>
                  </a:lnTo>
                  <a:lnTo>
                    <a:pt x="20045" y="10943"/>
                  </a:lnTo>
                  <a:lnTo>
                    <a:pt x="14492" y="9533"/>
                  </a:lnTo>
                  <a:lnTo>
                    <a:pt x="8165" y="14927"/>
                  </a:lnTo>
                  <a:lnTo>
                    <a:pt x="5779" y="12616"/>
                  </a:lnTo>
                  <a:lnTo>
                    <a:pt x="2995" y="9806"/>
                  </a:lnTo>
                  <a:lnTo>
                    <a:pt x="0" y="3814"/>
                  </a:lnTo>
                  <a:lnTo>
                    <a:pt x="1997" y="1944"/>
                  </a:lnTo>
                  <a:lnTo>
                    <a:pt x="5250" y="852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9" name="ph4999"/>
            <p:cNvSpPr/>
            <p:nvPr/>
          </p:nvSpPr>
          <p:spPr>
            <a:xfrm>
              <a:off x="7525712" y="3426098"/>
              <a:ext cx="32657" cy="31454"/>
            </a:xfrm>
            <a:custGeom>
              <a:avLst/>
              <a:pathLst>
                <a:path w="32657" h="31454">
                  <a:moveTo>
                    <a:pt x="12399" y="842"/>
                  </a:moveTo>
                  <a:lnTo>
                    <a:pt x="21281" y="6937"/>
                  </a:lnTo>
                  <a:lnTo>
                    <a:pt x="28143" y="9974"/>
                  </a:lnTo>
                  <a:lnTo>
                    <a:pt x="29903" y="9326"/>
                  </a:lnTo>
                  <a:lnTo>
                    <a:pt x="30839" y="10760"/>
                  </a:lnTo>
                  <a:lnTo>
                    <a:pt x="32657" y="18502"/>
                  </a:lnTo>
                  <a:lnTo>
                    <a:pt x="30577" y="18259"/>
                  </a:lnTo>
                  <a:lnTo>
                    <a:pt x="27961" y="17952"/>
                  </a:lnTo>
                  <a:lnTo>
                    <a:pt x="27061" y="30711"/>
                  </a:lnTo>
                  <a:lnTo>
                    <a:pt x="24930" y="29698"/>
                  </a:lnTo>
                  <a:lnTo>
                    <a:pt x="21149" y="28578"/>
                  </a:lnTo>
                  <a:lnTo>
                    <a:pt x="16245" y="31454"/>
                  </a:lnTo>
                  <a:lnTo>
                    <a:pt x="9258" y="25127"/>
                  </a:lnTo>
                  <a:lnTo>
                    <a:pt x="3200" y="11151"/>
                  </a:lnTo>
                  <a:lnTo>
                    <a:pt x="2639" y="11494"/>
                  </a:lnTo>
                  <a:lnTo>
                    <a:pt x="3161" y="9112"/>
                  </a:lnTo>
                  <a:lnTo>
                    <a:pt x="0" y="4980"/>
                  </a:lnTo>
                  <a:lnTo>
                    <a:pt x="2922" y="2988"/>
                  </a:lnTo>
                  <a:lnTo>
                    <a:pt x="1004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0" name="ph5000"/>
            <p:cNvSpPr/>
            <p:nvPr/>
          </p:nvSpPr>
          <p:spPr>
            <a:xfrm>
              <a:off x="7362745" y="3272727"/>
              <a:ext cx="15621" cy="18825"/>
            </a:xfrm>
            <a:custGeom>
              <a:avLst/>
              <a:pathLst>
                <a:path w="15621" h="18825">
                  <a:moveTo>
                    <a:pt x="5858" y="2699"/>
                  </a:moveTo>
                  <a:lnTo>
                    <a:pt x="6431" y="4629"/>
                  </a:lnTo>
                  <a:lnTo>
                    <a:pt x="5986" y="5819"/>
                  </a:lnTo>
                  <a:lnTo>
                    <a:pt x="7505" y="7039"/>
                  </a:lnTo>
                  <a:lnTo>
                    <a:pt x="15621" y="7871"/>
                  </a:lnTo>
                  <a:lnTo>
                    <a:pt x="13807" y="11161"/>
                  </a:lnTo>
                  <a:lnTo>
                    <a:pt x="11820" y="13001"/>
                  </a:lnTo>
                  <a:lnTo>
                    <a:pt x="12555" y="15256"/>
                  </a:lnTo>
                  <a:lnTo>
                    <a:pt x="13859" y="18191"/>
                  </a:lnTo>
                  <a:lnTo>
                    <a:pt x="7008" y="18825"/>
                  </a:lnTo>
                  <a:lnTo>
                    <a:pt x="2724" y="15509"/>
                  </a:lnTo>
                  <a:lnTo>
                    <a:pt x="0" y="8559"/>
                  </a:lnTo>
                  <a:lnTo>
                    <a:pt x="984" y="4306"/>
                  </a:lnTo>
                  <a:lnTo>
                    <a:pt x="2877" y="1768"/>
                  </a:lnTo>
                  <a:lnTo>
                    <a:pt x="322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1" name="ph5001"/>
            <p:cNvSpPr/>
            <p:nvPr/>
          </p:nvSpPr>
          <p:spPr>
            <a:xfrm>
              <a:off x="7646496" y="3518583"/>
              <a:ext cx="328" cy="178"/>
            </a:xfrm>
            <a:custGeom>
              <a:avLst/>
              <a:pathLst>
                <a:path w="328" h="178">
                  <a:moveTo>
                    <a:pt x="208" y="178"/>
                  </a:moveTo>
                  <a:lnTo>
                    <a:pt x="0" y="33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2" name="ph5002"/>
            <p:cNvSpPr/>
            <p:nvPr/>
          </p:nvSpPr>
          <p:spPr>
            <a:xfrm>
              <a:off x="7629440" y="3502345"/>
              <a:ext cx="24978" cy="21468"/>
            </a:xfrm>
            <a:custGeom>
              <a:avLst/>
              <a:pathLst>
                <a:path w="24978" h="21468">
                  <a:moveTo>
                    <a:pt x="12373" y="17557"/>
                  </a:moveTo>
                  <a:lnTo>
                    <a:pt x="6626" y="19978"/>
                  </a:lnTo>
                  <a:lnTo>
                    <a:pt x="0" y="21468"/>
                  </a:lnTo>
                  <a:lnTo>
                    <a:pt x="1175" y="10726"/>
                  </a:lnTo>
                  <a:lnTo>
                    <a:pt x="5509" y="9851"/>
                  </a:lnTo>
                  <a:lnTo>
                    <a:pt x="14397" y="5421"/>
                  </a:lnTo>
                  <a:lnTo>
                    <a:pt x="21511" y="0"/>
                  </a:lnTo>
                  <a:lnTo>
                    <a:pt x="24978" y="12949"/>
                  </a:lnTo>
                  <a:lnTo>
                    <a:pt x="18024" y="1406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3" name="ph5003"/>
            <p:cNvSpPr/>
            <p:nvPr/>
          </p:nvSpPr>
          <p:spPr>
            <a:xfrm>
              <a:off x="7586808" y="3363269"/>
              <a:ext cx="16458" cy="12313"/>
            </a:xfrm>
            <a:custGeom>
              <a:avLst/>
              <a:pathLst>
                <a:path w="16458" h="12313">
                  <a:moveTo>
                    <a:pt x="10640" y="1391"/>
                  </a:moveTo>
                  <a:lnTo>
                    <a:pt x="12841" y="3404"/>
                  </a:lnTo>
                  <a:lnTo>
                    <a:pt x="14318" y="3627"/>
                  </a:lnTo>
                  <a:lnTo>
                    <a:pt x="16458" y="9216"/>
                  </a:lnTo>
                  <a:lnTo>
                    <a:pt x="16038" y="12313"/>
                  </a:lnTo>
                  <a:lnTo>
                    <a:pt x="14625" y="11952"/>
                  </a:lnTo>
                  <a:lnTo>
                    <a:pt x="12365" y="9798"/>
                  </a:lnTo>
                  <a:lnTo>
                    <a:pt x="7858" y="7356"/>
                  </a:lnTo>
                  <a:lnTo>
                    <a:pt x="4374" y="7119"/>
                  </a:lnTo>
                  <a:lnTo>
                    <a:pt x="0" y="4410"/>
                  </a:lnTo>
                  <a:lnTo>
                    <a:pt x="3793" y="3080"/>
                  </a:lnTo>
                  <a:lnTo>
                    <a:pt x="383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4" name="ph5004"/>
            <p:cNvSpPr/>
            <p:nvPr/>
          </p:nvSpPr>
          <p:spPr>
            <a:xfrm>
              <a:off x="7323292" y="3261333"/>
              <a:ext cx="18953" cy="17008"/>
            </a:xfrm>
            <a:custGeom>
              <a:avLst/>
              <a:pathLst>
                <a:path w="18953" h="17008">
                  <a:moveTo>
                    <a:pt x="7207" y="781"/>
                  </a:moveTo>
                  <a:lnTo>
                    <a:pt x="5935" y="1891"/>
                  </a:lnTo>
                  <a:lnTo>
                    <a:pt x="6077" y="3764"/>
                  </a:lnTo>
                  <a:lnTo>
                    <a:pt x="8839" y="6875"/>
                  </a:lnTo>
                  <a:lnTo>
                    <a:pt x="10816" y="5721"/>
                  </a:lnTo>
                  <a:lnTo>
                    <a:pt x="11868" y="3843"/>
                  </a:lnTo>
                  <a:lnTo>
                    <a:pt x="14710" y="7073"/>
                  </a:lnTo>
                  <a:lnTo>
                    <a:pt x="18953" y="9075"/>
                  </a:lnTo>
                  <a:lnTo>
                    <a:pt x="18498" y="17008"/>
                  </a:lnTo>
                  <a:lnTo>
                    <a:pt x="9017" y="12416"/>
                  </a:lnTo>
                  <a:lnTo>
                    <a:pt x="8139" y="9733"/>
                  </a:lnTo>
                  <a:lnTo>
                    <a:pt x="8805" y="7354"/>
                  </a:lnTo>
                  <a:lnTo>
                    <a:pt x="5391" y="6278"/>
                  </a:lnTo>
                  <a:lnTo>
                    <a:pt x="193" y="71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5" name="ph5005"/>
            <p:cNvSpPr/>
            <p:nvPr/>
          </p:nvSpPr>
          <p:spPr>
            <a:xfrm>
              <a:off x="7509721" y="3287404"/>
              <a:ext cx="39340" cy="24534"/>
            </a:xfrm>
            <a:custGeom>
              <a:avLst/>
              <a:pathLst>
                <a:path w="39340" h="24534">
                  <a:moveTo>
                    <a:pt x="39340" y="1984"/>
                  </a:moveTo>
                  <a:lnTo>
                    <a:pt x="36377" y="5495"/>
                  </a:lnTo>
                  <a:lnTo>
                    <a:pt x="36518" y="8570"/>
                  </a:lnTo>
                  <a:lnTo>
                    <a:pt x="37211" y="9142"/>
                  </a:lnTo>
                  <a:lnTo>
                    <a:pt x="36513" y="15963"/>
                  </a:lnTo>
                  <a:lnTo>
                    <a:pt x="30926" y="19288"/>
                  </a:lnTo>
                  <a:lnTo>
                    <a:pt x="28029" y="19256"/>
                  </a:lnTo>
                  <a:lnTo>
                    <a:pt x="23907" y="21170"/>
                  </a:lnTo>
                  <a:lnTo>
                    <a:pt x="21366" y="23461"/>
                  </a:lnTo>
                  <a:lnTo>
                    <a:pt x="17642" y="23899"/>
                  </a:lnTo>
                  <a:lnTo>
                    <a:pt x="12416" y="22958"/>
                  </a:lnTo>
                  <a:lnTo>
                    <a:pt x="4944" y="24469"/>
                  </a:lnTo>
                  <a:lnTo>
                    <a:pt x="1697" y="24534"/>
                  </a:lnTo>
                  <a:lnTo>
                    <a:pt x="370" y="23709"/>
                  </a:lnTo>
                  <a:lnTo>
                    <a:pt x="0" y="21977"/>
                  </a:lnTo>
                  <a:lnTo>
                    <a:pt x="1845" y="18328"/>
                  </a:lnTo>
                  <a:lnTo>
                    <a:pt x="3120" y="20804"/>
                  </a:lnTo>
                  <a:lnTo>
                    <a:pt x="5810" y="21952"/>
                  </a:lnTo>
                  <a:lnTo>
                    <a:pt x="12776" y="18699"/>
                  </a:lnTo>
                  <a:lnTo>
                    <a:pt x="17746" y="19202"/>
                  </a:lnTo>
                  <a:lnTo>
                    <a:pt x="20957" y="18106"/>
                  </a:lnTo>
                  <a:lnTo>
                    <a:pt x="25338" y="13646"/>
                  </a:lnTo>
                  <a:lnTo>
                    <a:pt x="22043" y="11632"/>
                  </a:lnTo>
                  <a:lnTo>
                    <a:pt x="22603" y="10576"/>
                  </a:lnTo>
                  <a:lnTo>
                    <a:pt x="24536" y="8361"/>
                  </a:lnTo>
                  <a:lnTo>
                    <a:pt x="27186" y="7872"/>
                  </a:lnTo>
                  <a:lnTo>
                    <a:pt x="33273" y="3999"/>
                  </a:lnTo>
                  <a:lnTo>
                    <a:pt x="34674" y="1076"/>
                  </a:lnTo>
                  <a:lnTo>
                    <a:pt x="3740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6" name="ph5006"/>
            <p:cNvSpPr/>
            <p:nvPr/>
          </p:nvSpPr>
          <p:spPr>
            <a:xfrm>
              <a:off x="7314142" y="3326190"/>
              <a:ext cx="9354" cy="14613"/>
            </a:xfrm>
            <a:custGeom>
              <a:avLst/>
              <a:pathLst>
                <a:path w="9354" h="14613">
                  <a:moveTo>
                    <a:pt x="8519" y="674"/>
                  </a:moveTo>
                  <a:lnTo>
                    <a:pt x="9354" y="2152"/>
                  </a:lnTo>
                  <a:lnTo>
                    <a:pt x="8653" y="5330"/>
                  </a:lnTo>
                  <a:lnTo>
                    <a:pt x="5380" y="12569"/>
                  </a:lnTo>
                  <a:lnTo>
                    <a:pt x="0" y="14613"/>
                  </a:lnTo>
                  <a:lnTo>
                    <a:pt x="1920" y="8049"/>
                  </a:lnTo>
                  <a:lnTo>
                    <a:pt x="759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7" name="ph5007"/>
            <p:cNvSpPr/>
            <p:nvPr/>
          </p:nvSpPr>
          <p:spPr>
            <a:xfrm>
              <a:off x="7630464" y="3380564"/>
              <a:ext cx="20630" cy="16335"/>
            </a:xfrm>
            <a:custGeom>
              <a:avLst/>
              <a:pathLst>
                <a:path w="20630" h="16335">
                  <a:moveTo>
                    <a:pt x="11618" y="956"/>
                  </a:moveTo>
                  <a:lnTo>
                    <a:pt x="14769" y="5237"/>
                  </a:lnTo>
                  <a:lnTo>
                    <a:pt x="15895" y="5034"/>
                  </a:lnTo>
                  <a:lnTo>
                    <a:pt x="19589" y="7430"/>
                  </a:lnTo>
                  <a:lnTo>
                    <a:pt x="20630" y="9987"/>
                  </a:lnTo>
                  <a:lnTo>
                    <a:pt x="17452" y="11590"/>
                  </a:lnTo>
                  <a:lnTo>
                    <a:pt x="13885" y="11363"/>
                  </a:lnTo>
                  <a:lnTo>
                    <a:pt x="10036" y="14127"/>
                  </a:lnTo>
                  <a:lnTo>
                    <a:pt x="10528" y="16335"/>
                  </a:lnTo>
                  <a:lnTo>
                    <a:pt x="8654" y="15217"/>
                  </a:lnTo>
                  <a:lnTo>
                    <a:pt x="0" y="11242"/>
                  </a:lnTo>
                  <a:lnTo>
                    <a:pt x="899" y="7456"/>
                  </a:lnTo>
                  <a:lnTo>
                    <a:pt x="6170" y="2650"/>
                  </a:lnTo>
                  <a:lnTo>
                    <a:pt x="6310" y="1617"/>
                  </a:lnTo>
                  <a:lnTo>
                    <a:pt x="916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8" name="ph5008"/>
            <p:cNvSpPr/>
            <p:nvPr/>
          </p:nvSpPr>
          <p:spPr>
            <a:xfrm>
              <a:off x="7352855" y="3438889"/>
              <a:ext cx="40904" cy="24097"/>
            </a:xfrm>
            <a:custGeom>
              <a:avLst/>
              <a:pathLst>
                <a:path w="40904" h="24097">
                  <a:moveTo>
                    <a:pt x="25132" y="584"/>
                  </a:moveTo>
                  <a:lnTo>
                    <a:pt x="28558" y="1943"/>
                  </a:lnTo>
                  <a:lnTo>
                    <a:pt x="29550" y="1545"/>
                  </a:lnTo>
                  <a:lnTo>
                    <a:pt x="31206" y="4404"/>
                  </a:lnTo>
                  <a:lnTo>
                    <a:pt x="34416" y="4707"/>
                  </a:lnTo>
                  <a:lnTo>
                    <a:pt x="36116" y="6076"/>
                  </a:lnTo>
                  <a:lnTo>
                    <a:pt x="40904" y="15060"/>
                  </a:lnTo>
                  <a:lnTo>
                    <a:pt x="40837" y="18258"/>
                  </a:lnTo>
                  <a:lnTo>
                    <a:pt x="31147" y="24097"/>
                  </a:lnTo>
                  <a:lnTo>
                    <a:pt x="30865" y="22180"/>
                  </a:lnTo>
                  <a:lnTo>
                    <a:pt x="29496" y="20541"/>
                  </a:lnTo>
                  <a:lnTo>
                    <a:pt x="25203" y="19222"/>
                  </a:lnTo>
                  <a:lnTo>
                    <a:pt x="22653" y="20199"/>
                  </a:lnTo>
                  <a:lnTo>
                    <a:pt x="19440" y="18297"/>
                  </a:lnTo>
                  <a:lnTo>
                    <a:pt x="10760" y="19509"/>
                  </a:lnTo>
                  <a:lnTo>
                    <a:pt x="1535" y="18729"/>
                  </a:lnTo>
                  <a:lnTo>
                    <a:pt x="2646" y="11950"/>
                  </a:lnTo>
                  <a:lnTo>
                    <a:pt x="665" y="9643"/>
                  </a:lnTo>
                  <a:lnTo>
                    <a:pt x="0" y="8155"/>
                  </a:lnTo>
                  <a:lnTo>
                    <a:pt x="2464" y="6455"/>
                  </a:lnTo>
                  <a:lnTo>
                    <a:pt x="6912" y="4938"/>
                  </a:lnTo>
                  <a:lnTo>
                    <a:pt x="7610" y="3315"/>
                  </a:lnTo>
                  <a:lnTo>
                    <a:pt x="10099" y="4245"/>
                  </a:lnTo>
                  <a:lnTo>
                    <a:pt x="8112" y="546"/>
                  </a:lnTo>
                  <a:lnTo>
                    <a:pt x="1158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9" name="ph5009"/>
            <p:cNvSpPr/>
            <p:nvPr/>
          </p:nvSpPr>
          <p:spPr>
            <a:xfrm>
              <a:off x="7568046" y="3274225"/>
              <a:ext cx="33034" cy="43290"/>
            </a:xfrm>
            <a:custGeom>
              <a:avLst/>
              <a:pathLst>
                <a:path w="33034" h="43290">
                  <a:moveTo>
                    <a:pt x="18538" y="1111"/>
                  </a:moveTo>
                  <a:lnTo>
                    <a:pt x="19039" y="4044"/>
                  </a:lnTo>
                  <a:lnTo>
                    <a:pt x="21616" y="2597"/>
                  </a:lnTo>
                  <a:lnTo>
                    <a:pt x="23818" y="3916"/>
                  </a:lnTo>
                  <a:lnTo>
                    <a:pt x="25182" y="2952"/>
                  </a:lnTo>
                  <a:lnTo>
                    <a:pt x="28121" y="5878"/>
                  </a:lnTo>
                  <a:lnTo>
                    <a:pt x="27171" y="7650"/>
                  </a:lnTo>
                  <a:lnTo>
                    <a:pt x="26974" y="10830"/>
                  </a:lnTo>
                  <a:lnTo>
                    <a:pt x="29441" y="12376"/>
                  </a:lnTo>
                  <a:lnTo>
                    <a:pt x="27946" y="14087"/>
                  </a:lnTo>
                  <a:lnTo>
                    <a:pt x="27326" y="15659"/>
                  </a:lnTo>
                  <a:lnTo>
                    <a:pt x="31619" y="20553"/>
                  </a:lnTo>
                  <a:lnTo>
                    <a:pt x="33034" y="26808"/>
                  </a:lnTo>
                  <a:lnTo>
                    <a:pt x="28850" y="33673"/>
                  </a:lnTo>
                  <a:lnTo>
                    <a:pt x="28255" y="37296"/>
                  </a:lnTo>
                  <a:lnTo>
                    <a:pt x="29050" y="39465"/>
                  </a:lnTo>
                  <a:lnTo>
                    <a:pt x="28595" y="42572"/>
                  </a:lnTo>
                  <a:lnTo>
                    <a:pt x="27607" y="43290"/>
                  </a:lnTo>
                  <a:lnTo>
                    <a:pt x="21532" y="42362"/>
                  </a:lnTo>
                  <a:lnTo>
                    <a:pt x="19928" y="41286"/>
                  </a:lnTo>
                  <a:lnTo>
                    <a:pt x="16152" y="38738"/>
                  </a:lnTo>
                  <a:lnTo>
                    <a:pt x="15892" y="35120"/>
                  </a:lnTo>
                  <a:lnTo>
                    <a:pt x="8294" y="30388"/>
                  </a:lnTo>
                  <a:lnTo>
                    <a:pt x="6359" y="30550"/>
                  </a:lnTo>
                  <a:lnTo>
                    <a:pt x="2761" y="27592"/>
                  </a:lnTo>
                  <a:lnTo>
                    <a:pt x="3300" y="25476"/>
                  </a:lnTo>
                  <a:lnTo>
                    <a:pt x="2324" y="22938"/>
                  </a:lnTo>
                  <a:lnTo>
                    <a:pt x="32" y="21591"/>
                  </a:lnTo>
                  <a:lnTo>
                    <a:pt x="161" y="20005"/>
                  </a:lnTo>
                  <a:lnTo>
                    <a:pt x="1163" y="19598"/>
                  </a:lnTo>
                  <a:lnTo>
                    <a:pt x="1825" y="16247"/>
                  </a:lnTo>
                  <a:lnTo>
                    <a:pt x="0" y="12559"/>
                  </a:lnTo>
                  <a:lnTo>
                    <a:pt x="3436" y="10125"/>
                  </a:lnTo>
                  <a:lnTo>
                    <a:pt x="4867" y="7262"/>
                  </a:lnTo>
                  <a:lnTo>
                    <a:pt x="11214" y="4989"/>
                  </a:lnTo>
                  <a:lnTo>
                    <a:pt x="1746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0" name="ph5010"/>
            <p:cNvSpPr/>
            <p:nvPr/>
          </p:nvSpPr>
          <p:spPr>
            <a:xfrm>
              <a:off x="7628614" y="3382156"/>
              <a:ext cx="33741" cy="48621"/>
            </a:xfrm>
            <a:custGeom>
              <a:avLst/>
              <a:pathLst>
                <a:path w="33741" h="48621">
                  <a:moveTo>
                    <a:pt x="29183" y="3086"/>
                  </a:moveTo>
                  <a:lnTo>
                    <a:pt x="30251" y="4412"/>
                  </a:lnTo>
                  <a:lnTo>
                    <a:pt x="32049" y="6918"/>
                  </a:lnTo>
                  <a:lnTo>
                    <a:pt x="33741" y="13271"/>
                  </a:lnTo>
                  <a:lnTo>
                    <a:pt x="32417" y="15073"/>
                  </a:lnTo>
                  <a:lnTo>
                    <a:pt x="27043" y="16439"/>
                  </a:lnTo>
                  <a:lnTo>
                    <a:pt x="24029" y="18252"/>
                  </a:lnTo>
                  <a:lnTo>
                    <a:pt x="26261" y="20725"/>
                  </a:lnTo>
                  <a:lnTo>
                    <a:pt x="27321" y="26241"/>
                  </a:lnTo>
                  <a:lnTo>
                    <a:pt x="24949" y="30494"/>
                  </a:lnTo>
                  <a:lnTo>
                    <a:pt x="24971" y="35859"/>
                  </a:lnTo>
                  <a:lnTo>
                    <a:pt x="29005" y="40168"/>
                  </a:lnTo>
                  <a:lnTo>
                    <a:pt x="23416" y="46766"/>
                  </a:lnTo>
                  <a:lnTo>
                    <a:pt x="19527" y="45859"/>
                  </a:lnTo>
                  <a:lnTo>
                    <a:pt x="18272" y="47313"/>
                  </a:lnTo>
                  <a:lnTo>
                    <a:pt x="18279" y="48621"/>
                  </a:lnTo>
                  <a:lnTo>
                    <a:pt x="16826" y="47889"/>
                  </a:lnTo>
                  <a:lnTo>
                    <a:pt x="13193" y="42704"/>
                  </a:lnTo>
                  <a:lnTo>
                    <a:pt x="7296" y="39296"/>
                  </a:lnTo>
                  <a:lnTo>
                    <a:pt x="2329" y="38398"/>
                  </a:lnTo>
                  <a:lnTo>
                    <a:pt x="0" y="37116"/>
                  </a:lnTo>
                  <a:lnTo>
                    <a:pt x="6745" y="32729"/>
                  </a:lnTo>
                  <a:lnTo>
                    <a:pt x="10135" y="31503"/>
                  </a:lnTo>
                  <a:lnTo>
                    <a:pt x="14113" y="27442"/>
                  </a:lnTo>
                  <a:lnTo>
                    <a:pt x="14294" y="21811"/>
                  </a:lnTo>
                  <a:lnTo>
                    <a:pt x="13165" y="21273"/>
                  </a:lnTo>
                  <a:lnTo>
                    <a:pt x="12551" y="19103"/>
                  </a:lnTo>
                  <a:lnTo>
                    <a:pt x="14059" y="17446"/>
                  </a:lnTo>
                  <a:lnTo>
                    <a:pt x="12377" y="14744"/>
                  </a:lnTo>
                  <a:lnTo>
                    <a:pt x="11886" y="12535"/>
                  </a:lnTo>
                  <a:lnTo>
                    <a:pt x="15734" y="9771"/>
                  </a:lnTo>
                  <a:lnTo>
                    <a:pt x="19301" y="9999"/>
                  </a:lnTo>
                  <a:lnTo>
                    <a:pt x="19477" y="11490"/>
                  </a:lnTo>
                  <a:lnTo>
                    <a:pt x="22299" y="12021"/>
                  </a:lnTo>
                  <a:lnTo>
                    <a:pt x="24685" y="10908"/>
                  </a:lnTo>
                  <a:lnTo>
                    <a:pt x="26089" y="12150"/>
                  </a:lnTo>
                  <a:lnTo>
                    <a:pt x="27974" y="7145"/>
                  </a:lnTo>
                  <a:lnTo>
                    <a:pt x="25131" y="5300"/>
                  </a:lnTo>
                  <a:lnTo>
                    <a:pt x="23581" y="6858"/>
                  </a:lnTo>
                  <a:lnTo>
                    <a:pt x="21438" y="5838"/>
                  </a:lnTo>
                  <a:lnTo>
                    <a:pt x="17744" y="3442"/>
                  </a:lnTo>
                  <a:lnTo>
                    <a:pt x="22375" y="0"/>
                  </a:lnTo>
                  <a:lnTo>
                    <a:pt x="28355" y="6171"/>
                  </a:lnTo>
                  <a:close/>
                  <a:moveTo>
                    <a:pt x="15840" y="32461"/>
                  </a:moveTo>
                  <a:lnTo>
                    <a:pt x="17446" y="33070"/>
                  </a:lnTo>
                  <a:lnTo>
                    <a:pt x="19201" y="29471"/>
                  </a:lnTo>
                  <a:lnTo>
                    <a:pt x="19007" y="28586"/>
                  </a:lnTo>
                  <a:lnTo>
                    <a:pt x="17538" y="28311"/>
                  </a:lnTo>
                  <a:lnTo>
                    <a:pt x="13938" y="3016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1" name="ph5011"/>
            <p:cNvSpPr/>
            <p:nvPr/>
          </p:nvSpPr>
          <p:spPr>
            <a:xfrm>
              <a:off x="7548327" y="3323772"/>
              <a:ext cx="8425" cy="8506"/>
            </a:xfrm>
            <a:custGeom>
              <a:avLst/>
              <a:pathLst>
                <a:path w="8425" h="8506">
                  <a:moveTo>
                    <a:pt x="8425" y="3144"/>
                  </a:moveTo>
                  <a:lnTo>
                    <a:pt x="4848" y="8197"/>
                  </a:lnTo>
                  <a:lnTo>
                    <a:pt x="2207" y="8506"/>
                  </a:lnTo>
                  <a:lnTo>
                    <a:pt x="0" y="5379"/>
                  </a:lnTo>
                  <a:lnTo>
                    <a:pt x="1924" y="4608"/>
                  </a:lnTo>
                  <a:lnTo>
                    <a:pt x="4364" y="720"/>
                  </a:lnTo>
                  <a:lnTo>
                    <a:pt x="560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2" name="ph5012"/>
            <p:cNvSpPr/>
            <p:nvPr/>
          </p:nvSpPr>
          <p:spPr>
            <a:xfrm>
              <a:off x="7667577" y="3413333"/>
              <a:ext cx="25069" cy="24811"/>
            </a:xfrm>
            <a:custGeom>
              <a:avLst/>
              <a:pathLst>
                <a:path w="25069" h="24811">
                  <a:moveTo>
                    <a:pt x="17607" y="0"/>
                  </a:moveTo>
                  <a:lnTo>
                    <a:pt x="22212" y="1589"/>
                  </a:lnTo>
                  <a:lnTo>
                    <a:pt x="22936" y="13193"/>
                  </a:lnTo>
                  <a:lnTo>
                    <a:pt x="24658" y="14653"/>
                  </a:lnTo>
                  <a:lnTo>
                    <a:pt x="25069" y="15976"/>
                  </a:lnTo>
                  <a:lnTo>
                    <a:pt x="24838" y="22476"/>
                  </a:lnTo>
                  <a:lnTo>
                    <a:pt x="22987" y="24811"/>
                  </a:lnTo>
                  <a:lnTo>
                    <a:pt x="14853" y="24019"/>
                  </a:lnTo>
                  <a:lnTo>
                    <a:pt x="6338" y="20390"/>
                  </a:lnTo>
                  <a:lnTo>
                    <a:pt x="4734" y="16827"/>
                  </a:lnTo>
                  <a:lnTo>
                    <a:pt x="0" y="17159"/>
                  </a:lnTo>
                  <a:lnTo>
                    <a:pt x="391" y="13044"/>
                  </a:lnTo>
                  <a:lnTo>
                    <a:pt x="3173" y="11461"/>
                  </a:lnTo>
                  <a:lnTo>
                    <a:pt x="5533" y="13272"/>
                  </a:lnTo>
                  <a:lnTo>
                    <a:pt x="8740" y="11503"/>
                  </a:lnTo>
                  <a:lnTo>
                    <a:pt x="9658" y="6718"/>
                  </a:lnTo>
                  <a:lnTo>
                    <a:pt x="15503" y="97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3" name="ph5013"/>
            <p:cNvSpPr/>
            <p:nvPr/>
          </p:nvSpPr>
          <p:spPr>
            <a:xfrm>
              <a:off x="7537814" y="3347062"/>
              <a:ext cx="15563" cy="20326"/>
            </a:xfrm>
            <a:custGeom>
              <a:avLst/>
              <a:pathLst>
                <a:path w="15563" h="20326">
                  <a:moveTo>
                    <a:pt x="6399" y="477"/>
                  </a:moveTo>
                  <a:lnTo>
                    <a:pt x="13981" y="5964"/>
                  </a:lnTo>
                  <a:lnTo>
                    <a:pt x="15563" y="9447"/>
                  </a:lnTo>
                  <a:lnTo>
                    <a:pt x="13436" y="10513"/>
                  </a:lnTo>
                  <a:lnTo>
                    <a:pt x="10732" y="10560"/>
                  </a:lnTo>
                  <a:lnTo>
                    <a:pt x="8039" y="9237"/>
                  </a:lnTo>
                  <a:lnTo>
                    <a:pt x="5383" y="12245"/>
                  </a:lnTo>
                  <a:lnTo>
                    <a:pt x="4810" y="14156"/>
                  </a:lnTo>
                  <a:lnTo>
                    <a:pt x="13273" y="14140"/>
                  </a:lnTo>
                  <a:lnTo>
                    <a:pt x="13510" y="15089"/>
                  </a:lnTo>
                  <a:lnTo>
                    <a:pt x="3159" y="20326"/>
                  </a:lnTo>
                  <a:lnTo>
                    <a:pt x="0" y="16006"/>
                  </a:lnTo>
                  <a:lnTo>
                    <a:pt x="1168" y="15128"/>
                  </a:lnTo>
                  <a:lnTo>
                    <a:pt x="1470" y="13634"/>
                  </a:lnTo>
                  <a:lnTo>
                    <a:pt x="639" y="8468"/>
                  </a:lnTo>
                  <a:lnTo>
                    <a:pt x="1861" y="5931"/>
                  </a:lnTo>
                  <a:lnTo>
                    <a:pt x="3241" y="521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4" name="ph5014"/>
            <p:cNvSpPr/>
            <p:nvPr/>
          </p:nvSpPr>
          <p:spPr>
            <a:xfrm>
              <a:off x="7294733" y="3448077"/>
              <a:ext cx="15499" cy="21311"/>
            </a:xfrm>
            <a:custGeom>
              <a:avLst/>
              <a:pathLst>
                <a:path w="15499" h="21311">
                  <a:moveTo>
                    <a:pt x="3066" y="1514"/>
                  </a:moveTo>
                  <a:lnTo>
                    <a:pt x="4455" y="2979"/>
                  </a:lnTo>
                  <a:lnTo>
                    <a:pt x="5141" y="7385"/>
                  </a:lnTo>
                  <a:lnTo>
                    <a:pt x="14735" y="7468"/>
                  </a:lnTo>
                  <a:lnTo>
                    <a:pt x="15499" y="11805"/>
                  </a:lnTo>
                  <a:lnTo>
                    <a:pt x="14140" y="12026"/>
                  </a:lnTo>
                  <a:lnTo>
                    <a:pt x="13870" y="12883"/>
                  </a:lnTo>
                  <a:lnTo>
                    <a:pt x="12808" y="21311"/>
                  </a:lnTo>
                  <a:lnTo>
                    <a:pt x="8135" y="20723"/>
                  </a:lnTo>
                  <a:lnTo>
                    <a:pt x="8254" y="14303"/>
                  </a:lnTo>
                  <a:lnTo>
                    <a:pt x="6920" y="15252"/>
                  </a:lnTo>
                  <a:lnTo>
                    <a:pt x="5220" y="14979"/>
                  </a:lnTo>
                  <a:lnTo>
                    <a:pt x="3428" y="13212"/>
                  </a:lnTo>
                  <a:lnTo>
                    <a:pt x="727" y="12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5" name="ph5015"/>
            <p:cNvSpPr/>
            <p:nvPr/>
          </p:nvSpPr>
          <p:spPr>
            <a:xfrm>
              <a:off x="7519827" y="3394360"/>
              <a:ext cx="26443" cy="30133"/>
            </a:xfrm>
            <a:custGeom>
              <a:avLst/>
              <a:pathLst>
                <a:path w="26443" h="30133">
                  <a:moveTo>
                    <a:pt x="17499" y="2218"/>
                  </a:moveTo>
                  <a:lnTo>
                    <a:pt x="25309" y="5352"/>
                  </a:lnTo>
                  <a:lnTo>
                    <a:pt x="26443" y="7477"/>
                  </a:lnTo>
                  <a:lnTo>
                    <a:pt x="23671" y="14807"/>
                  </a:lnTo>
                  <a:lnTo>
                    <a:pt x="21343" y="12832"/>
                  </a:lnTo>
                  <a:lnTo>
                    <a:pt x="15686" y="13731"/>
                  </a:lnTo>
                  <a:lnTo>
                    <a:pt x="15298" y="21236"/>
                  </a:lnTo>
                  <a:lnTo>
                    <a:pt x="17269" y="29091"/>
                  </a:lnTo>
                  <a:lnTo>
                    <a:pt x="17156" y="29588"/>
                  </a:lnTo>
                  <a:lnTo>
                    <a:pt x="15511" y="30133"/>
                  </a:lnTo>
                  <a:lnTo>
                    <a:pt x="16032" y="26158"/>
                  </a:lnTo>
                  <a:lnTo>
                    <a:pt x="15164" y="24028"/>
                  </a:lnTo>
                  <a:lnTo>
                    <a:pt x="8995" y="21136"/>
                  </a:lnTo>
                  <a:lnTo>
                    <a:pt x="10452" y="20254"/>
                  </a:lnTo>
                  <a:lnTo>
                    <a:pt x="0" y="9378"/>
                  </a:lnTo>
                  <a:lnTo>
                    <a:pt x="1863" y="7185"/>
                  </a:lnTo>
                  <a:lnTo>
                    <a:pt x="4414" y="7836"/>
                  </a:lnTo>
                  <a:lnTo>
                    <a:pt x="7444" y="8294"/>
                  </a:lnTo>
                  <a:lnTo>
                    <a:pt x="12111" y="11334"/>
                  </a:lnTo>
                  <a:lnTo>
                    <a:pt x="13680" y="10232"/>
                  </a:lnTo>
                  <a:lnTo>
                    <a:pt x="13735" y="1804"/>
                  </a:lnTo>
                  <a:lnTo>
                    <a:pt x="1469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6" name="ph5016"/>
            <p:cNvSpPr/>
            <p:nvPr/>
          </p:nvSpPr>
          <p:spPr>
            <a:xfrm>
              <a:off x="7358992" y="3253898"/>
              <a:ext cx="11158" cy="10303"/>
            </a:xfrm>
            <a:custGeom>
              <a:avLst/>
              <a:pathLst>
                <a:path w="11158" h="10303">
                  <a:moveTo>
                    <a:pt x="9673" y="1100"/>
                  </a:moveTo>
                  <a:lnTo>
                    <a:pt x="11158" y="10303"/>
                  </a:lnTo>
                  <a:lnTo>
                    <a:pt x="3021" y="9741"/>
                  </a:lnTo>
                  <a:lnTo>
                    <a:pt x="0" y="7145"/>
                  </a:lnTo>
                  <a:lnTo>
                    <a:pt x="178" y="4871"/>
                  </a:lnTo>
                  <a:lnTo>
                    <a:pt x="1102" y="3504"/>
                  </a:lnTo>
                  <a:lnTo>
                    <a:pt x="4816" y="2323"/>
                  </a:lnTo>
                  <a:lnTo>
                    <a:pt x="6080" y="3391"/>
                  </a:lnTo>
                  <a:lnTo>
                    <a:pt x="8479" y="3607"/>
                  </a:lnTo>
                  <a:lnTo>
                    <a:pt x="8514" y="967"/>
                  </a:lnTo>
                  <a:lnTo>
                    <a:pt x="1003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7" name="ph5017"/>
            <p:cNvSpPr/>
            <p:nvPr/>
          </p:nvSpPr>
          <p:spPr>
            <a:xfrm>
              <a:off x="7490936" y="3410065"/>
              <a:ext cx="1522" cy="1857"/>
            </a:xfrm>
            <a:custGeom>
              <a:avLst/>
              <a:pathLst>
                <a:path w="1522" h="1857">
                  <a:moveTo>
                    <a:pt x="1522" y="0"/>
                  </a:moveTo>
                  <a:lnTo>
                    <a:pt x="1198" y="1857"/>
                  </a:lnTo>
                  <a:lnTo>
                    <a:pt x="0" y="182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8" name="ph5018"/>
            <p:cNvSpPr/>
            <p:nvPr/>
          </p:nvSpPr>
          <p:spPr>
            <a:xfrm>
              <a:off x="7456387" y="3305077"/>
              <a:ext cx="27168" cy="26637"/>
            </a:xfrm>
            <a:custGeom>
              <a:avLst/>
              <a:pathLst>
                <a:path w="27168" h="26637">
                  <a:moveTo>
                    <a:pt x="8334" y="1568"/>
                  </a:moveTo>
                  <a:lnTo>
                    <a:pt x="7714" y="1955"/>
                  </a:lnTo>
                  <a:lnTo>
                    <a:pt x="16363" y="3286"/>
                  </a:lnTo>
                  <a:lnTo>
                    <a:pt x="18068" y="11207"/>
                  </a:lnTo>
                  <a:lnTo>
                    <a:pt x="23365" y="14037"/>
                  </a:lnTo>
                  <a:lnTo>
                    <a:pt x="26666" y="14757"/>
                  </a:lnTo>
                  <a:lnTo>
                    <a:pt x="27168" y="15979"/>
                  </a:lnTo>
                  <a:lnTo>
                    <a:pt x="23631" y="15915"/>
                  </a:lnTo>
                  <a:lnTo>
                    <a:pt x="20010" y="17887"/>
                  </a:lnTo>
                  <a:lnTo>
                    <a:pt x="17707" y="21907"/>
                  </a:lnTo>
                  <a:lnTo>
                    <a:pt x="10579" y="26637"/>
                  </a:lnTo>
                  <a:lnTo>
                    <a:pt x="10120" y="24253"/>
                  </a:lnTo>
                  <a:lnTo>
                    <a:pt x="10676" y="21911"/>
                  </a:lnTo>
                  <a:lnTo>
                    <a:pt x="8346" y="17296"/>
                  </a:lnTo>
                  <a:lnTo>
                    <a:pt x="6759" y="10501"/>
                  </a:lnTo>
                  <a:lnTo>
                    <a:pt x="2702" y="8101"/>
                  </a:lnTo>
                  <a:lnTo>
                    <a:pt x="0" y="6745"/>
                  </a:lnTo>
                  <a:lnTo>
                    <a:pt x="885" y="3868"/>
                  </a:lnTo>
                  <a:lnTo>
                    <a:pt x="5879" y="470"/>
                  </a:lnTo>
                  <a:lnTo>
                    <a:pt x="745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9" name="ph5019"/>
            <p:cNvSpPr/>
            <p:nvPr/>
          </p:nvSpPr>
          <p:spPr>
            <a:xfrm>
              <a:off x="7406638" y="3327222"/>
              <a:ext cx="5817" cy="8056"/>
            </a:xfrm>
            <a:custGeom>
              <a:avLst/>
              <a:pathLst>
                <a:path w="5817" h="8056">
                  <a:moveTo>
                    <a:pt x="2555" y="432"/>
                  </a:moveTo>
                  <a:lnTo>
                    <a:pt x="5407" y="4890"/>
                  </a:lnTo>
                  <a:lnTo>
                    <a:pt x="5817" y="6379"/>
                  </a:lnTo>
                  <a:lnTo>
                    <a:pt x="5155" y="7086"/>
                  </a:lnTo>
                  <a:lnTo>
                    <a:pt x="1607" y="8056"/>
                  </a:lnTo>
                  <a:lnTo>
                    <a:pt x="355" y="5502"/>
                  </a:lnTo>
                  <a:lnTo>
                    <a:pt x="0" y="2140"/>
                  </a:lnTo>
                  <a:lnTo>
                    <a:pt x="70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0" name="ph5020"/>
            <p:cNvSpPr/>
            <p:nvPr/>
          </p:nvSpPr>
          <p:spPr>
            <a:xfrm>
              <a:off x="7518069" y="3515521"/>
              <a:ext cx="15037" cy="27441"/>
            </a:xfrm>
            <a:custGeom>
              <a:avLst/>
              <a:pathLst>
                <a:path w="15037" h="27441">
                  <a:moveTo>
                    <a:pt x="9027" y="0"/>
                  </a:moveTo>
                  <a:lnTo>
                    <a:pt x="14089" y="2516"/>
                  </a:lnTo>
                  <a:lnTo>
                    <a:pt x="14525" y="4063"/>
                  </a:lnTo>
                  <a:lnTo>
                    <a:pt x="15037" y="5047"/>
                  </a:lnTo>
                  <a:lnTo>
                    <a:pt x="11780" y="10370"/>
                  </a:lnTo>
                  <a:lnTo>
                    <a:pt x="12268" y="15119"/>
                  </a:lnTo>
                  <a:lnTo>
                    <a:pt x="13152" y="18675"/>
                  </a:lnTo>
                  <a:lnTo>
                    <a:pt x="12518" y="21324"/>
                  </a:lnTo>
                  <a:lnTo>
                    <a:pt x="10710" y="24047"/>
                  </a:lnTo>
                  <a:lnTo>
                    <a:pt x="7324" y="25447"/>
                  </a:lnTo>
                  <a:lnTo>
                    <a:pt x="2918" y="27441"/>
                  </a:lnTo>
                  <a:lnTo>
                    <a:pt x="0" y="21312"/>
                  </a:lnTo>
                  <a:lnTo>
                    <a:pt x="436" y="17619"/>
                  </a:lnTo>
                  <a:lnTo>
                    <a:pt x="701" y="15813"/>
                  </a:lnTo>
                  <a:lnTo>
                    <a:pt x="5853" y="7694"/>
                  </a:lnTo>
                  <a:lnTo>
                    <a:pt x="4799" y="955"/>
                  </a:lnTo>
                  <a:lnTo>
                    <a:pt x="7786" y="2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1" name="ph5021"/>
            <p:cNvSpPr/>
            <p:nvPr/>
          </p:nvSpPr>
          <p:spPr>
            <a:xfrm>
              <a:off x="7480327" y="3419212"/>
              <a:ext cx="33612" cy="38474"/>
            </a:xfrm>
            <a:custGeom>
              <a:avLst/>
              <a:pathLst>
                <a:path w="33612" h="38474">
                  <a:moveTo>
                    <a:pt x="12372" y="1615"/>
                  </a:moveTo>
                  <a:lnTo>
                    <a:pt x="15336" y="1445"/>
                  </a:lnTo>
                  <a:lnTo>
                    <a:pt x="15618" y="2638"/>
                  </a:lnTo>
                  <a:lnTo>
                    <a:pt x="14964" y="5848"/>
                  </a:lnTo>
                  <a:lnTo>
                    <a:pt x="16602" y="5782"/>
                  </a:lnTo>
                  <a:lnTo>
                    <a:pt x="15679" y="8457"/>
                  </a:lnTo>
                  <a:lnTo>
                    <a:pt x="13954" y="12636"/>
                  </a:lnTo>
                  <a:lnTo>
                    <a:pt x="18138" y="12325"/>
                  </a:lnTo>
                  <a:lnTo>
                    <a:pt x="17963" y="13676"/>
                  </a:lnTo>
                  <a:lnTo>
                    <a:pt x="25245" y="16776"/>
                  </a:lnTo>
                  <a:lnTo>
                    <a:pt x="26821" y="15939"/>
                  </a:lnTo>
                  <a:lnTo>
                    <a:pt x="26232" y="15192"/>
                  </a:lnTo>
                  <a:lnTo>
                    <a:pt x="26897" y="14233"/>
                  </a:lnTo>
                  <a:lnTo>
                    <a:pt x="31858" y="11698"/>
                  </a:lnTo>
                  <a:lnTo>
                    <a:pt x="33073" y="15516"/>
                  </a:lnTo>
                  <a:lnTo>
                    <a:pt x="32148" y="17725"/>
                  </a:lnTo>
                  <a:lnTo>
                    <a:pt x="33612" y="27377"/>
                  </a:lnTo>
                  <a:lnTo>
                    <a:pt x="31348" y="27459"/>
                  </a:lnTo>
                  <a:lnTo>
                    <a:pt x="24107" y="19528"/>
                  </a:lnTo>
                  <a:lnTo>
                    <a:pt x="21896" y="19847"/>
                  </a:lnTo>
                  <a:lnTo>
                    <a:pt x="22637" y="20654"/>
                  </a:lnTo>
                  <a:lnTo>
                    <a:pt x="22119" y="26910"/>
                  </a:lnTo>
                  <a:lnTo>
                    <a:pt x="18743" y="31123"/>
                  </a:lnTo>
                  <a:lnTo>
                    <a:pt x="19763" y="32299"/>
                  </a:lnTo>
                  <a:lnTo>
                    <a:pt x="15536" y="34642"/>
                  </a:lnTo>
                  <a:lnTo>
                    <a:pt x="10176" y="34600"/>
                  </a:lnTo>
                  <a:lnTo>
                    <a:pt x="6668" y="37654"/>
                  </a:lnTo>
                  <a:lnTo>
                    <a:pt x="3525" y="38474"/>
                  </a:lnTo>
                  <a:lnTo>
                    <a:pt x="1325" y="37886"/>
                  </a:lnTo>
                  <a:lnTo>
                    <a:pt x="694" y="37334"/>
                  </a:lnTo>
                  <a:lnTo>
                    <a:pt x="0" y="33487"/>
                  </a:lnTo>
                  <a:lnTo>
                    <a:pt x="8240" y="34326"/>
                  </a:lnTo>
                  <a:lnTo>
                    <a:pt x="13486" y="33098"/>
                  </a:lnTo>
                  <a:lnTo>
                    <a:pt x="13444" y="31524"/>
                  </a:lnTo>
                  <a:lnTo>
                    <a:pt x="10183" y="26732"/>
                  </a:lnTo>
                  <a:lnTo>
                    <a:pt x="8949" y="25599"/>
                  </a:lnTo>
                  <a:lnTo>
                    <a:pt x="10243" y="24005"/>
                  </a:lnTo>
                  <a:lnTo>
                    <a:pt x="14188" y="23267"/>
                  </a:lnTo>
                  <a:lnTo>
                    <a:pt x="14074" y="22347"/>
                  </a:lnTo>
                  <a:lnTo>
                    <a:pt x="17244" y="17384"/>
                  </a:lnTo>
                  <a:lnTo>
                    <a:pt x="13490" y="16303"/>
                  </a:lnTo>
                  <a:lnTo>
                    <a:pt x="13373" y="18672"/>
                  </a:lnTo>
                  <a:lnTo>
                    <a:pt x="14047" y="17944"/>
                  </a:lnTo>
                  <a:lnTo>
                    <a:pt x="14389" y="18822"/>
                  </a:lnTo>
                  <a:lnTo>
                    <a:pt x="13513" y="21073"/>
                  </a:lnTo>
                  <a:lnTo>
                    <a:pt x="8946" y="20719"/>
                  </a:lnTo>
                  <a:lnTo>
                    <a:pt x="10881" y="17876"/>
                  </a:lnTo>
                  <a:lnTo>
                    <a:pt x="7597" y="11671"/>
                  </a:lnTo>
                  <a:lnTo>
                    <a:pt x="5153" y="10779"/>
                  </a:lnTo>
                  <a:lnTo>
                    <a:pt x="3617" y="14979"/>
                  </a:lnTo>
                  <a:lnTo>
                    <a:pt x="2114" y="16725"/>
                  </a:lnTo>
                  <a:lnTo>
                    <a:pt x="15" y="14972"/>
                  </a:lnTo>
                  <a:lnTo>
                    <a:pt x="831" y="4681"/>
                  </a:lnTo>
                  <a:lnTo>
                    <a:pt x="3277" y="4139"/>
                  </a:lnTo>
                  <a:lnTo>
                    <a:pt x="8733" y="6735"/>
                  </a:lnTo>
                  <a:lnTo>
                    <a:pt x="13443" y="4842"/>
                  </a:lnTo>
                  <a:lnTo>
                    <a:pt x="13387" y="2695"/>
                  </a:lnTo>
                  <a:lnTo>
                    <a:pt x="11160" y="3488"/>
                  </a:lnTo>
                  <a:lnTo>
                    <a:pt x="9085" y="1239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2" name="ph5022"/>
            <p:cNvSpPr/>
            <p:nvPr/>
          </p:nvSpPr>
          <p:spPr>
            <a:xfrm>
              <a:off x="7341729" y="3261043"/>
              <a:ext cx="24445" cy="33996"/>
            </a:xfrm>
            <a:custGeom>
              <a:avLst/>
              <a:pathLst>
                <a:path w="24445" h="33996">
                  <a:moveTo>
                    <a:pt x="20284" y="2595"/>
                  </a:moveTo>
                  <a:lnTo>
                    <a:pt x="24445" y="8499"/>
                  </a:lnTo>
                  <a:lnTo>
                    <a:pt x="24243" y="11683"/>
                  </a:lnTo>
                  <a:lnTo>
                    <a:pt x="23893" y="13451"/>
                  </a:lnTo>
                  <a:lnTo>
                    <a:pt x="22001" y="15990"/>
                  </a:lnTo>
                  <a:lnTo>
                    <a:pt x="21016" y="20243"/>
                  </a:lnTo>
                  <a:lnTo>
                    <a:pt x="23741" y="27193"/>
                  </a:lnTo>
                  <a:lnTo>
                    <a:pt x="20329" y="29188"/>
                  </a:lnTo>
                  <a:lnTo>
                    <a:pt x="20357" y="31147"/>
                  </a:lnTo>
                  <a:lnTo>
                    <a:pt x="17739" y="33996"/>
                  </a:lnTo>
                  <a:lnTo>
                    <a:pt x="16977" y="31829"/>
                  </a:lnTo>
                  <a:lnTo>
                    <a:pt x="14118" y="30042"/>
                  </a:lnTo>
                  <a:lnTo>
                    <a:pt x="9573" y="29131"/>
                  </a:lnTo>
                  <a:lnTo>
                    <a:pt x="8995" y="29469"/>
                  </a:lnTo>
                  <a:lnTo>
                    <a:pt x="11186" y="29964"/>
                  </a:lnTo>
                  <a:lnTo>
                    <a:pt x="11482" y="30821"/>
                  </a:lnTo>
                  <a:lnTo>
                    <a:pt x="9833" y="32594"/>
                  </a:lnTo>
                  <a:lnTo>
                    <a:pt x="7001" y="32670"/>
                  </a:lnTo>
                  <a:lnTo>
                    <a:pt x="0" y="29291"/>
                  </a:lnTo>
                  <a:lnTo>
                    <a:pt x="137" y="27755"/>
                  </a:lnTo>
                  <a:lnTo>
                    <a:pt x="1762" y="26118"/>
                  </a:lnTo>
                  <a:lnTo>
                    <a:pt x="3854" y="27636"/>
                  </a:lnTo>
                  <a:lnTo>
                    <a:pt x="10341" y="27896"/>
                  </a:lnTo>
                  <a:lnTo>
                    <a:pt x="10756" y="27302"/>
                  </a:lnTo>
                  <a:lnTo>
                    <a:pt x="9560" y="20370"/>
                  </a:lnTo>
                  <a:lnTo>
                    <a:pt x="6978" y="17375"/>
                  </a:lnTo>
                  <a:lnTo>
                    <a:pt x="208" y="19074"/>
                  </a:lnTo>
                  <a:lnTo>
                    <a:pt x="62" y="17298"/>
                  </a:lnTo>
                  <a:lnTo>
                    <a:pt x="516" y="9365"/>
                  </a:lnTo>
                  <a:lnTo>
                    <a:pt x="3502" y="8128"/>
                  </a:lnTo>
                  <a:lnTo>
                    <a:pt x="6338" y="15078"/>
                  </a:lnTo>
                  <a:lnTo>
                    <a:pt x="8243" y="17630"/>
                  </a:lnTo>
                  <a:lnTo>
                    <a:pt x="14793" y="17359"/>
                  </a:lnTo>
                  <a:lnTo>
                    <a:pt x="11042" y="8327"/>
                  </a:lnTo>
                  <a:lnTo>
                    <a:pt x="11717" y="4306"/>
                  </a:lnTo>
                  <a:lnTo>
                    <a:pt x="12992" y="2394"/>
                  </a:lnTo>
                  <a:lnTo>
                    <a:pt x="1726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3" name="ph5023"/>
            <p:cNvSpPr/>
            <p:nvPr/>
          </p:nvSpPr>
          <p:spPr>
            <a:xfrm>
              <a:off x="7349424" y="3251713"/>
              <a:ext cx="5791" cy="10067"/>
            </a:xfrm>
            <a:custGeom>
              <a:avLst/>
              <a:pathLst>
                <a:path w="5791" h="10067">
                  <a:moveTo>
                    <a:pt x="5791" y="4237"/>
                  </a:moveTo>
                  <a:lnTo>
                    <a:pt x="2799" y="8014"/>
                  </a:lnTo>
                  <a:lnTo>
                    <a:pt x="2246" y="10067"/>
                  </a:lnTo>
                  <a:lnTo>
                    <a:pt x="0" y="4049"/>
                  </a:lnTo>
                  <a:lnTo>
                    <a:pt x="680" y="2225"/>
                  </a:lnTo>
                  <a:lnTo>
                    <a:pt x="3761" y="2632"/>
                  </a:lnTo>
                  <a:lnTo>
                    <a:pt x="5347" y="0"/>
                  </a:lnTo>
                  <a:lnTo>
                    <a:pt x="5491" y="166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4" name="ph5024"/>
            <p:cNvSpPr/>
            <p:nvPr/>
          </p:nvSpPr>
          <p:spPr>
            <a:xfrm>
              <a:off x="7580967" y="3426298"/>
              <a:ext cx="16890" cy="26026"/>
            </a:xfrm>
            <a:custGeom>
              <a:avLst/>
              <a:pathLst>
                <a:path w="16890" h="26026">
                  <a:moveTo>
                    <a:pt x="13244" y="4081"/>
                  </a:moveTo>
                  <a:lnTo>
                    <a:pt x="16890" y="7779"/>
                  </a:lnTo>
                  <a:lnTo>
                    <a:pt x="15559" y="12854"/>
                  </a:lnTo>
                  <a:lnTo>
                    <a:pt x="14704" y="14512"/>
                  </a:lnTo>
                  <a:lnTo>
                    <a:pt x="8446" y="16906"/>
                  </a:lnTo>
                  <a:lnTo>
                    <a:pt x="10299" y="18731"/>
                  </a:lnTo>
                  <a:lnTo>
                    <a:pt x="10615" y="21633"/>
                  </a:lnTo>
                  <a:lnTo>
                    <a:pt x="10867" y="25482"/>
                  </a:lnTo>
                  <a:lnTo>
                    <a:pt x="6321" y="26026"/>
                  </a:lnTo>
                  <a:lnTo>
                    <a:pt x="852" y="20671"/>
                  </a:lnTo>
                  <a:lnTo>
                    <a:pt x="637" y="18281"/>
                  </a:lnTo>
                  <a:lnTo>
                    <a:pt x="2412" y="12514"/>
                  </a:lnTo>
                  <a:lnTo>
                    <a:pt x="1573" y="4398"/>
                  </a:lnTo>
                  <a:lnTo>
                    <a:pt x="0" y="3292"/>
                  </a:lnTo>
                  <a:lnTo>
                    <a:pt x="3472" y="3796"/>
                  </a:lnTo>
                  <a:lnTo>
                    <a:pt x="1334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5" name="ph5025"/>
            <p:cNvSpPr/>
            <p:nvPr/>
          </p:nvSpPr>
          <p:spPr>
            <a:xfrm>
              <a:off x="7617396" y="3395782"/>
              <a:ext cx="25513" cy="41988"/>
            </a:xfrm>
            <a:custGeom>
              <a:avLst/>
              <a:pathLst>
                <a:path w="25513" h="41988">
                  <a:moveTo>
                    <a:pt x="25278" y="3820"/>
                  </a:moveTo>
                  <a:lnTo>
                    <a:pt x="23770" y="5477"/>
                  </a:lnTo>
                  <a:lnTo>
                    <a:pt x="24383" y="7647"/>
                  </a:lnTo>
                  <a:lnTo>
                    <a:pt x="25513" y="8185"/>
                  </a:lnTo>
                  <a:lnTo>
                    <a:pt x="25332" y="13817"/>
                  </a:lnTo>
                  <a:lnTo>
                    <a:pt x="21353" y="17877"/>
                  </a:lnTo>
                  <a:lnTo>
                    <a:pt x="17963" y="19103"/>
                  </a:lnTo>
                  <a:lnTo>
                    <a:pt x="11218" y="23490"/>
                  </a:lnTo>
                  <a:lnTo>
                    <a:pt x="13547" y="24773"/>
                  </a:lnTo>
                  <a:lnTo>
                    <a:pt x="15308" y="27033"/>
                  </a:lnTo>
                  <a:lnTo>
                    <a:pt x="15222" y="28208"/>
                  </a:lnTo>
                  <a:lnTo>
                    <a:pt x="12035" y="33754"/>
                  </a:lnTo>
                  <a:lnTo>
                    <a:pt x="12265" y="35051"/>
                  </a:lnTo>
                  <a:lnTo>
                    <a:pt x="8675" y="35181"/>
                  </a:lnTo>
                  <a:lnTo>
                    <a:pt x="5042" y="36462"/>
                  </a:lnTo>
                  <a:lnTo>
                    <a:pt x="2782" y="41988"/>
                  </a:lnTo>
                  <a:lnTo>
                    <a:pt x="0" y="36092"/>
                  </a:lnTo>
                  <a:lnTo>
                    <a:pt x="209" y="30091"/>
                  </a:lnTo>
                  <a:lnTo>
                    <a:pt x="1979" y="28185"/>
                  </a:lnTo>
                  <a:lnTo>
                    <a:pt x="3200" y="21758"/>
                  </a:lnTo>
                  <a:lnTo>
                    <a:pt x="2535" y="21944"/>
                  </a:lnTo>
                  <a:lnTo>
                    <a:pt x="2226" y="20646"/>
                  </a:lnTo>
                  <a:lnTo>
                    <a:pt x="7520" y="14576"/>
                  </a:lnTo>
                  <a:lnTo>
                    <a:pt x="7336" y="12044"/>
                  </a:lnTo>
                  <a:lnTo>
                    <a:pt x="19711" y="6541"/>
                  </a:lnTo>
                  <a:lnTo>
                    <a:pt x="19893" y="3870"/>
                  </a:lnTo>
                  <a:lnTo>
                    <a:pt x="18914" y="3363"/>
                  </a:lnTo>
                  <a:lnTo>
                    <a:pt x="19503" y="1397"/>
                  </a:lnTo>
                  <a:lnTo>
                    <a:pt x="21722" y="0"/>
                  </a:lnTo>
                  <a:lnTo>
                    <a:pt x="23596" y="111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6" name="ph5026"/>
            <p:cNvSpPr/>
            <p:nvPr/>
          </p:nvSpPr>
          <p:spPr>
            <a:xfrm>
              <a:off x="7743661" y="3419966"/>
              <a:ext cx="46452" cy="33018"/>
            </a:xfrm>
            <a:custGeom>
              <a:avLst/>
              <a:pathLst>
                <a:path w="46452" h="33018">
                  <a:moveTo>
                    <a:pt x="40249" y="5677"/>
                  </a:moveTo>
                  <a:lnTo>
                    <a:pt x="46452" y="6616"/>
                  </a:lnTo>
                  <a:lnTo>
                    <a:pt x="45568" y="8531"/>
                  </a:lnTo>
                  <a:lnTo>
                    <a:pt x="40508" y="18659"/>
                  </a:lnTo>
                  <a:lnTo>
                    <a:pt x="39326" y="23359"/>
                  </a:lnTo>
                  <a:lnTo>
                    <a:pt x="40607" y="28750"/>
                  </a:lnTo>
                  <a:lnTo>
                    <a:pt x="37067" y="26374"/>
                  </a:lnTo>
                  <a:lnTo>
                    <a:pt x="28458" y="26459"/>
                  </a:lnTo>
                  <a:lnTo>
                    <a:pt x="18780" y="27863"/>
                  </a:lnTo>
                  <a:lnTo>
                    <a:pt x="10268" y="27079"/>
                  </a:lnTo>
                  <a:lnTo>
                    <a:pt x="7438" y="30973"/>
                  </a:lnTo>
                  <a:lnTo>
                    <a:pt x="3437" y="33018"/>
                  </a:lnTo>
                  <a:lnTo>
                    <a:pt x="2571" y="29327"/>
                  </a:lnTo>
                  <a:lnTo>
                    <a:pt x="0" y="27378"/>
                  </a:lnTo>
                  <a:lnTo>
                    <a:pt x="987" y="26347"/>
                  </a:lnTo>
                  <a:lnTo>
                    <a:pt x="5098" y="25315"/>
                  </a:lnTo>
                  <a:lnTo>
                    <a:pt x="7893" y="22261"/>
                  </a:lnTo>
                  <a:lnTo>
                    <a:pt x="7486" y="21353"/>
                  </a:lnTo>
                  <a:lnTo>
                    <a:pt x="10034" y="11056"/>
                  </a:lnTo>
                  <a:lnTo>
                    <a:pt x="19833" y="5363"/>
                  </a:lnTo>
                  <a:lnTo>
                    <a:pt x="18046" y="2199"/>
                  </a:lnTo>
                  <a:lnTo>
                    <a:pt x="36902" y="5170"/>
                  </a:lnTo>
                  <a:lnTo>
                    <a:pt x="37949" y="149"/>
                  </a:lnTo>
                  <a:lnTo>
                    <a:pt x="3939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7" name="ph5027"/>
            <p:cNvSpPr/>
            <p:nvPr/>
          </p:nvSpPr>
          <p:spPr>
            <a:xfrm>
              <a:off x="7487551" y="3363299"/>
              <a:ext cx="13143" cy="17912"/>
            </a:xfrm>
            <a:custGeom>
              <a:avLst/>
              <a:pathLst>
                <a:path w="13143" h="17912">
                  <a:moveTo>
                    <a:pt x="11569" y="9712"/>
                  </a:moveTo>
                  <a:lnTo>
                    <a:pt x="10613" y="10938"/>
                  </a:lnTo>
                  <a:lnTo>
                    <a:pt x="9671" y="15063"/>
                  </a:lnTo>
                  <a:lnTo>
                    <a:pt x="8719" y="17912"/>
                  </a:lnTo>
                  <a:lnTo>
                    <a:pt x="7330" y="15714"/>
                  </a:lnTo>
                  <a:lnTo>
                    <a:pt x="1029" y="15728"/>
                  </a:lnTo>
                  <a:lnTo>
                    <a:pt x="2797" y="11506"/>
                  </a:lnTo>
                  <a:lnTo>
                    <a:pt x="4454" y="12280"/>
                  </a:lnTo>
                  <a:lnTo>
                    <a:pt x="3143" y="9945"/>
                  </a:lnTo>
                  <a:lnTo>
                    <a:pt x="2969" y="7567"/>
                  </a:lnTo>
                  <a:lnTo>
                    <a:pt x="1546" y="7272"/>
                  </a:lnTo>
                  <a:lnTo>
                    <a:pt x="0" y="5914"/>
                  </a:lnTo>
                  <a:lnTo>
                    <a:pt x="8491" y="1198"/>
                  </a:lnTo>
                  <a:lnTo>
                    <a:pt x="1314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8" name="ph5028"/>
            <p:cNvSpPr/>
            <p:nvPr/>
          </p:nvSpPr>
          <p:spPr>
            <a:xfrm>
              <a:off x="7483605" y="3400998"/>
              <a:ext cx="28379" cy="24948"/>
            </a:xfrm>
            <a:custGeom>
              <a:avLst/>
              <a:pathLst>
                <a:path w="28379" h="24948">
                  <a:moveTo>
                    <a:pt x="20137" y="543"/>
                  </a:moveTo>
                  <a:lnTo>
                    <a:pt x="20421" y="1913"/>
                  </a:lnTo>
                  <a:lnTo>
                    <a:pt x="17801" y="1134"/>
                  </a:lnTo>
                  <a:lnTo>
                    <a:pt x="17647" y="5101"/>
                  </a:lnTo>
                  <a:lnTo>
                    <a:pt x="16621" y="6758"/>
                  </a:lnTo>
                  <a:lnTo>
                    <a:pt x="20890" y="6515"/>
                  </a:lnTo>
                  <a:lnTo>
                    <a:pt x="25717" y="6424"/>
                  </a:lnTo>
                  <a:lnTo>
                    <a:pt x="23854" y="9138"/>
                  </a:lnTo>
                  <a:lnTo>
                    <a:pt x="23390" y="14422"/>
                  </a:lnTo>
                  <a:lnTo>
                    <a:pt x="24046" y="16796"/>
                  </a:lnTo>
                  <a:lnTo>
                    <a:pt x="28379" y="19661"/>
                  </a:lnTo>
                  <a:lnTo>
                    <a:pt x="25691" y="22280"/>
                  </a:lnTo>
                  <a:lnTo>
                    <a:pt x="23780" y="21718"/>
                  </a:lnTo>
                  <a:lnTo>
                    <a:pt x="22224" y="18554"/>
                  </a:lnTo>
                  <a:lnTo>
                    <a:pt x="22530" y="16171"/>
                  </a:lnTo>
                  <a:lnTo>
                    <a:pt x="21001" y="14769"/>
                  </a:lnTo>
                  <a:lnTo>
                    <a:pt x="19263" y="14657"/>
                  </a:lnTo>
                  <a:lnTo>
                    <a:pt x="17015" y="17247"/>
                  </a:lnTo>
                  <a:lnTo>
                    <a:pt x="14068" y="15266"/>
                  </a:lnTo>
                  <a:lnTo>
                    <a:pt x="10704" y="14329"/>
                  </a:lnTo>
                  <a:lnTo>
                    <a:pt x="12835" y="16790"/>
                  </a:lnTo>
                  <a:lnTo>
                    <a:pt x="12718" y="17263"/>
                  </a:lnTo>
                  <a:lnTo>
                    <a:pt x="8677" y="16067"/>
                  </a:lnTo>
                  <a:lnTo>
                    <a:pt x="10166" y="19325"/>
                  </a:lnTo>
                  <a:lnTo>
                    <a:pt x="9094" y="19829"/>
                  </a:lnTo>
                  <a:lnTo>
                    <a:pt x="6953" y="18213"/>
                  </a:lnTo>
                  <a:lnTo>
                    <a:pt x="5807" y="19453"/>
                  </a:lnTo>
                  <a:lnTo>
                    <a:pt x="7882" y="21701"/>
                  </a:lnTo>
                  <a:lnTo>
                    <a:pt x="10109" y="20908"/>
                  </a:lnTo>
                  <a:lnTo>
                    <a:pt x="10165" y="23056"/>
                  </a:lnTo>
                  <a:lnTo>
                    <a:pt x="5456" y="24948"/>
                  </a:lnTo>
                  <a:lnTo>
                    <a:pt x="0" y="22353"/>
                  </a:lnTo>
                  <a:lnTo>
                    <a:pt x="2839" y="19012"/>
                  </a:lnTo>
                  <a:lnTo>
                    <a:pt x="3547" y="18233"/>
                  </a:lnTo>
                  <a:lnTo>
                    <a:pt x="8057" y="13970"/>
                  </a:lnTo>
                  <a:lnTo>
                    <a:pt x="9281" y="13684"/>
                  </a:lnTo>
                  <a:lnTo>
                    <a:pt x="10900" y="11553"/>
                  </a:lnTo>
                  <a:lnTo>
                    <a:pt x="12256" y="11400"/>
                  </a:lnTo>
                  <a:lnTo>
                    <a:pt x="15440" y="13892"/>
                  </a:lnTo>
                  <a:lnTo>
                    <a:pt x="15425" y="10772"/>
                  </a:lnTo>
                  <a:lnTo>
                    <a:pt x="17580" y="11131"/>
                  </a:lnTo>
                  <a:lnTo>
                    <a:pt x="18782" y="10228"/>
                  </a:lnTo>
                  <a:lnTo>
                    <a:pt x="19065" y="8790"/>
                  </a:lnTo>
                  <a:lnTo>
                    <a:pt x="15405" y="6598"/>
                  </a:lnTo>
                  <a:lnTo>
                    <a:pt x="15579" y="4992"/>
                  </a:lnTo>
                  <a:lnTo>
                    <a:pt x="16370" y="4766"/>
                  </a:lnTo>
                  <a:lnTo>
                    <a:pt x="17249" y="3029"/>
                  </a:lnTo>
                  <a:lnTo>
                    <a:pt x="17276" y="689"/>
                  </a:lnTo>
                  <a:lnTo>
                    <a:pt x="17990" y="575"/>
                  </a:lnTo>
                  <a:lnTo>
                    <a:pt x="1878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9" name="ph5029"/>
            <p:cNvSpPr/>
            <p:nvPr/>
          </p:nvSpPr>
          <p:spPr>
            <a:xfrm>
              <a:off x="7356777" y="3413258"/>
              <a:ext cx="11467" cy="8322"/>
            </a:xfrm>
            <a:custGeom>
              <a:avLst/>
              <a:pathLst>
                <a:path w="11467" h="8322">
                  <a:moveTo>
                    <a:pt x="6876" y="7523"/>
                  </a:moveTo>
                  <a:lnTo>
                    <a:pt x="3597" y="8322"/>
                  </a:lnTo>
                  <a:lnTo>
                    <a:pt x="0" y="5634"/>
                  </a:lnTo>
                  <a:lnTo>
                    <a:pt x="1732" y="4834"/>
                  </a:lnTo>
                  <a:lnTo>
                    <a:pt x="1264" y="1022"/>
                  </a:lnTo>
                  <a:lnTo>
                    <a:pt x="5622" y="37"/>
                  </a:lnTo>
                  <a:lnTo>
                    <a:pt x="9077" y="670"/>
                  </a:lnTo>
                  <a:lnTo>
                    <a:pt x="11467" y="0"/>
                  </a:lnTo>
                  <a:lnTo>
                    <a:pt x="8915" y="524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0" name="ph5030"/>
            <p:cNvSpPr/>
            <p:nvPr/>
          </p:nvSpPr>
          <p:spPr>
            <a:xfrm>
              <a:off x="7320610" y="3362477"/>
              <a:ext cx="37329" cy="41988"/>
            </a:xfrm>
            <a:custGeom>
              <a:avLst/>
              <a:pathLst>
                <a:path w="37329" h="41988">
                  <a:moveTo>
                    <a:pt x="33546" y="3367"/>
                  </a:moveTo>
                  <a:lnTo>
                    <a:pt x="34678" y="2675"/>
                  </a:lnTo>
                  <a:lnTo>
                    <a:pt x="36689" y="10722"/>
                  </a:lnTo>
                  <a:lnTo>
                    <a:pt x="34362" y="12560"/>
                  </a:lnTo>
                  <a:lnTo>
                    <a:pt x="32742" y="12435"/>
                  </a:lnTo>
                  <a:lnTo>
                    <a:pt x="31063" y="15671"/>
                  </a:lnTo>
                  <a:lnTo>
                    <a:pt x="31700" y="17076"/>
                  </a:lnTo>
                  <a:lnTo>
                    <a:pt x="32248" y="16939"/>
                  </a:lnTo>
                  <a:lnTo>
                    <a:pt x="33406" y="17818"/>
                  </a:lnTo>
                  <a:lnTo>
                    <a:pt x="32727" y="20472"/>
                  </a:lnTo>
                  <a:lnTo>
                    <a:pt x="33284" y="23888"/>
                  </a:lnTo>
                  <a:lnTo>
                    <a:pt x="35029" y="26581"/>
                  </a:lnTo>
                  <a:lnTo>
                    <a:pt x="36082" y="31561"/>
                  </a:lnTo>
                  <a:lnTo>
                    <a:pt x="37329" y="32354"/>
                  </a:lnTo>
                  <a:lnTo>
                    <a:pt x="34754" y="36946"/>
                  </a:lnTo>
                  <a:lnTo>
                    <a:pt x="32307" y="37326"/>
                  </a:lnTo>
                  <a:lnTo>
                    <a:pt x="31369" y="36430"/>
                  </a:lnTo>
                  <a:lnTo>
                    <a:pt x="28069" y="35980"/>
                  </a:lnTo>
                  <a:lnTo>
                    <a:pt x="31562" y="40714"/>
                  </a:lnTo>
                  <a:lnTo>
                    <a:pt x="25441" y="41715"/>
                  </a:lnTo>
                  <a:lnTo>
                    <a:pt x="24098" y="41988"/>
                  </a:lnTo>
                  <a:lnTo>
                    <a:pt x="21820" y="40182"/>
                  </a:lnTo>
                  <a:lnTo>
                    <a:pt x="17635" y="31616"/>
                  </a:lnTo>
                  <a:lnTo>
                    <a:pt x="13598" y="29647"/>
                  </a:lnTo>
                  <a:lnTo>
                    <a:pt x="0" y="33451"/>
                  </a:lnTo>
                  <a:lnTo>
                    <a:pt x="587" y="32307"/>
                  </a:lnTo>
                  <a:lnTo>
                    <a:pt x="3222" y="27184"/>
                  </a:lnTo>
                  <a:lnTo>
                    <a:pt x="5408" y="24943"/>
                  </a:lnTo>
                  <a:lnTo>
                    <a:pt x="8247" y="25215"/>
                  </a:lnTo>
                  <a:lnTo>
                    <a:pt x="8900" y="25903"/>
                  </a:lnTo>
                  <a:lnTo>
                    <a:pt x="11368" y="26454"/>
                  </a:lnTo>
                  <a:lnTo>
                    <a:pt x="19188" y="24392"/>
                  </a:lnTo>
                  <a:lnTo>
                    <a:pt x="20611" y="23579"/>
                  </a:lnTo>
                  <a:lnTo>
                    <a:pt x="21926" y="21110"/>
                  </a:lnTo>
                  <a:lnTo>
                    <a:pt x="26402" y="21441"/>
                  </a:lnTo>
                  <a:lnTo>
                    <a:pt x="28247" y="19291"/>
                  </a:lnTo>
                  <a:lnTo>
                    <a:pt x="26749" y="10011"/>
                  </a:lnTo>
                  <a:lnTo>
                    <a:pt x="26943" y="3365"/>
                  </a:lnTo>
                  <a:lnTo>
                    <a:pt x="27410" y="1128"/>
                  </a:lnTo>
                  <a:lnTo>
                    <a:pt x="30362" y="0"/>
                  </a:lnTo>
                  <a:lnTo>
                    <a:pt x="32248" y="2841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1" name="ph5031"/>
            <p:cNvSpPr/>
            <p:nvPr/>
          </p:nvSpPr>
          <p:spPr>
            <a:xfrm>
              <a:off x="7501757" y="3503981"/>
              <a:ext cx="24099" cy="33716"/>
            </a:xfrm>
            <a:custGeom>
              <a:avLst/>
              <a:pathLst>
                <a:path w="24099" h="33716">
                  <a:moveTo>
                    <a:pt x="16392" y="1401"/>
                  </a:moveTo>
                  <a:lnTo>
                    <a:pt x="18114" y="2871"/>
                  </a:lnTo>
                  <a:lnTo>
                    <a:pt x="19512" y="5629"/>
                  </a:lnTo>
                  <a:lnTo>
                    <a:pt x="19978" y="8851"/>
                  </a:lnTo>
                  <a:lnTo>
                    <a:pt x="21820" y="10136"/>
                  </a:lnTo>
                  <a:lnTo>
                    <a:pt x="23419" y="10105"/>
                  </a:lnTo>
                  <a:lnTo>
                    <a:pt x="24099" y="11569"/>
                  </a:lnTo>
                  <a:lnTo>
                    <a:pt x="21112" y="12495"/>
                  </a:lnTo>
                  <a:lnTo>
                    <a:pt x="22165" y="19234"/>
                  </a:lnTo>
                  <a:lnTo>
                    <a:pt x="17013" y="27353"/>
                  </a:lnTo>
                  <a:lnTo>
                    <a:pt x="16748" y="29159"/>
                  </a:lnTo>
                  <a:lnTo>
                    <a:pt x="14291" y="30044"/>
                  </a:lnTo>
                  <a:lnTo>
                    <a:pt x="10531" y="28969"/>
                  </a:lnTo>
                  <a:lnTo>
                    <a:pt x="9396" y="25564"/>
                  </a:lnTo>
                  <a:lnTo>
                    <a:pt x="1635" y="33716"/>
                  </a:lnTo>
                  <a:lnTo>
                    <a:pt x="1552" y="25060"/>
                  </a:lnTo>
                  <a:lnTo>
                    <a:pt x="3534" y="15498"/>
                  </a:lnTo>
                  <a:lnTo>
                    <a:pt x="0" y="9343"/>
                  </a:lnTo>
                  <a:lnTo>
                    <a:pt x="1103" y="9802"/>
                  </a:lnTo>
                  <a:lnTo>
                    <a:pt x="6687" y="4903"/>
                  </a:lnTo>
                  <a:lnTo>
                    <a:pt x="7067" y="1221"/>
                  </a:lnTo>
                  <a:lnTo>
                    <a:pt x="994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2" name="ph5032"/>
            <p:cNvSpPr/>
            <p:nvPr/>
          </p:nvSpPr>
          <p:spPr>
            <a:xfrm>
              <a:off x="7346052" y="3398457"/>
              <a:ext cx="31167" cy="28652"/>
            </a:xfrm>
            <a:custGeom>
              <a:avLst/>
              <a:pathLst>
                <a:path w="31167" h="28652">
                  <a:moveTo>
                    <a:pt x="5927" y="449"/>
                  </a:moveTo>
                  <a:lnTo>
                    <a:pt x="6865" y="1345"/>
                  </a:lnTo>
                  <a:lnTo>
                    <a:pt x="7318" y="4159"/>
                  </a:lnTo>
                  <a:lnTo>
                    <a:pt x="21528" y="4071"/>
                  </a:lnTo>
                  <a:lnTo>
                    <a:pt x="25747" y="1827"/>
                  </a:lnTo>
                  <a:lnTo>
                    <a:pt x="31167" y="1322"/>
                  </a:lnTo>
                  <a:lnTo>
                    <a:pt x="29695" y="6370"/>
                  </a:lnTo>
                  <a:lnTo>
                    <a:pt x="22193" y="14800"/>
                  </a:lnTo>
                  <a:lnTo>
                    <a:pt x="19802" y="15471"/>
                  </a:lnTo>
                  <a:lnTo>
                    <a:pt x="16347" y="14838"/>
                  </a:lnTo>
                  <a:lnTo>
                    <a:pt x="11989" y="15823"/>
                  </a:lnTo>
                  <a:lnTo>
                    <a:pt x="12457" y="19635"/>
                  </a:lnTo>
                  <a:lnTo>
                    <a:pt x="10725" y="20435"/>
                  </a:lnTo>
                  <a:lnTo>
                    <a:pt x="14322" y="23123"/>
                  </a:lnTo>
                  <a:lnTo>
                    <a:pt x="17601" y="22324"/>
                  </a:lnTo>
                  <a:lnTo>
                    <a:pt x="13974" y="28652"/>
                  </a:lnTo>
                  <a:lnTo>
                    <a:pt x="11605" y="25858"/>
                  </a:lnTo>
                  <a:lnTo>
                    <a:pt x="12714" y="25079"/>
                  </a:lnTo>
                  <a:lnTo>
                    <a:pt x="11613" y="24184"/>
                  </a:lnTo>
                  <a:lnTo>
                    <a:pt x="10485" y="23908"/>
                  </a:lnTo>
                  <a:lnTo>
                    <a:pt x="7850" y="25046"/>
                  </a:lnTo>
                  <a:lnTo>
                    <a:pt x="7155" y="24775"/>
                  </a:lnTo>
                  <a:lnTo>
                    <a:pt x="5374" y="19596"/>
                  </a:lnTo>
                  <a:lnTo>
                    <a:pt x="5304" y="15991"/>
                  </a:lnTo>
                  <a:lnTo>
                    <a:pt x="3217" y="9428"/>
                  </a:lnTo>
                  <a:lnTo>
                    <a:pt x="0" y="5734"/>
                  </a:lnTo>
                  <a:lnTo>
                    <a:pt x="6121" y="4733"/>
                  </a:lnTo>
                  <a:lnTo>
                    <a:pt x="262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3" name="ph5033"/>
            <p:cNvSpPr/>
            <p:nvPr/>
          </p:nvSpPr>
          <p:spPr>
            <a:xfrm>
              <a:off x="7459687" y="3348221"/>
              <a:ext cx="20703" cy="14656"/>
            </a:xfrm>
            <a:custGeom>
              <a:avLst/>
              <a:pathLst>
                <a:path w="20703" h="14656">
                  <a:moveTo>
                    <a:pt x="20157" y="0"/>
                  </a:moveTo>
                  <a:lnTo>
                    <a:pt x="20703" y="4488"/>
                  </a:lnTo>
                  <a:lnTo>
                    <a:pt x="19238" y="6057"/>
                  </a:lnTo>
                  <a:lnTo>
                    <a:pt x="18801" y="8254"/>
                  </a:lnTo>
                  <a:lnTo>
                    <a:pt x="18288" y="9314"/>
                  </a:lnTo>
                  <a:lnTo>
                    <a:pt x="16584" y="9938"/>
                  </a:lnTo>
                  <a:lnTo>
                    <a:pt x="11036" y="9580"/>
                  </a:lnTo>
                  <a:lnTo>
                    <a:pt x="1615" y="14656"/>
                  </a:lnTo>
                  <a:lnTo>
                    <a:pt x="0" y="10867"/>
                  </a:lnTo>
                  <a:lnTo>
                    <a:pt x="3321" y="8485"/>
                  </a:lnTo>
                  <a:lnTo>
                    <a:pt x="3576" y="5487"/>
                  </a:lnTo>
                  <a:lnTo>
                    <a:pt x="9366" y="2992"/>
                  </a:lnTo>
                  <a:lnTo>
                    <a:pt x="14873" y="2383"/>
                  </a:lnTo>
                  <a:lnTo>
                    <a:pt x="17745" y="280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4" name="ph5034"/>
            <p:cNvSpPr/>
            <p:nvPr/>
          </p:nvSpPr>
          <p:spPr>
            <a:xfrm>
              <a:off x="7390805" y="3292043"/>
              <a:ext cx="17748" cy="17573"/>
            </a:xfrm>
            <a:custGeom>
              <a:avLst/>
              <a:pathLst>
                <a:path w="17748" h="17573">
                  <a:moveTo>
                    <a:pt x="11511" y="2293"/>
                  </a:moveTo>
                  <a:lnTo>
                    <a:pt x="15589" y="6121"/>
                  </a:lnTo>
                  <a:lnTo>
                    <a:pt x="17748" y="9542"/>
                  </a:lnTo>
                  <a:lnTo>
                    <a:pt x="14668" y="10795"/>
                  </a:lnTo>
                  <a:lnTo>
                    <a:pt x="13046" y="14417"/>
                  </a:lnTo>
                  <a:lnTo>
                    <a:pt x="8614" y="17573"/>
                  </a:lnTo>
                  <a:lnTo>
                    <a:pt x="3167" y="15573"/>
                  </a:lnTo>
                  <a:lnTo>
                    <a:pt x="1626" y="13719"/>
                  </a:lnTo>
                  <a:lnTo>
                    <a:pt x="0" y="8693"/>
                  </a:lnTo>
                  <a:lnTo>
                    <a:pt x="56" y="4071"/>
                  </a:lnTo>
                  <a:lnTo>
                    <a:pt x="3643" y="1553"/>
                  </a:lnTo>
                  <a:lnTo>
                    <a:pt x="666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5" name="ph5035"/>
            <p:cNvSpPr/>
            <p:nvPr/>
          </p:nvSpPr>
          <p:spPr>
            <a:xfrm>
              <a:off x="7386079" y="3305763"/>
              <a:ext cx="7893" cy="9488"/>
            </a:xfrm>
            <a:custGeom>
              <a:avLst/>
              <a:pathLst>
                <a:path w="7893" h="9488">
                  <a:moveTo>
                    <a:pt x="6352" y="0"/>
                  </a:moveTo>
                  <a:lnTo>
                    <a:pt x="7893" y="1853"/>
                  </a:lnTo>
                  <a:lnTo>
                    <a:pt x="7193" y="9206"/>
                  </a:lnTo>
                  <a:lnTo>
                    <a:pt x="1626" y="9488"/>
                  </a:lnTo>
                  <a:lnTo>
                    <a:pt x="1653" y="6337"/>
                  </a:lnTo>
                  <a:lnTo>
                    <a:pt x="291" y="4735"/>
                  </a:lnTo>
                  <a:lnTo>
                    <a:pt x="0" y="180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6" name="ph5036"/>
            <p:cNvSpPr/>
            <p:nvPr/>
          </p:nvSpPr>
          <p:spPr>
            <a:xfrm>
              <a:off x="7484278" y="3500228"/>
              <a:ext cx="12445" cy="22271"/>
            </a:xfrm>
            <a:custGeom>
              <a:avLst/>
              <a:pathLst>
                <a:path w="12445" h="22271">
                  <a:moveTo>
                    <a:pt x="10960" y="2292"/>
                  </a:moveTo>
                  <a:lnTo>
                    <a:pt x="10490" y="5357"/>
                  </a:lnTo>
                  <a:lnTo>
                    <a:pt x="9099" y="7748"/>
                  </a:lnTo>
                  <a:lnTo>
                    <a:pt x="9403" y="10746"/>
                  </a:lnTo>
                  <a:lnTo>
                    <a:pt x="11339" y="16967"/>
                  </a:lnTo>
                  <a:lnTo>
                    <a:pt x="12445" y="17637"/>
                  </a:lnTo>
                  <a:lnTo>
                    <a:pt x="10576" y="20531"/>
                  </a:lnTo>
                  <a:lnTo>
                    <a:pt x="8957" y="21540"/>
                  </a:lnTo>
                  <a:lnTo>
                    <a:pt x="2396" y="22271"/>
                  </a:lnTo>
                  <a:lnTo>
                    <a:pt x="0" y="14286"/>
                  </a:lnTo>
                  <a:lnTo>
                    <a:pt x="1266" y="13676"/>
                  </a:lnTo>
                  <a:lnTo>
                    <a:pt x="3611" y="9853"/>
                  </a:lnTo>
                  <a:lnTo>
                    <a:pt x="1994" y="9294"/>
                  </a:lnTo>
                  <a:lnTo>
                    <a:pt x="831" y="7205"/>
                  </a:lnTo>
                  <a:lnTo>
                    <a:pt x="1879" y="4399"/>
                  </a:lnTo>
                  <a:lnTo>
                    <a:pt x="1011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7" name="ph5037"/>
            <p:cNvSpPr/>
            <p:nvPr/>
          </p:nvSpPr>
          <p:spPr>
            <a:xfrm>
              <a:off x="7454327" y="3335319"/>
              <a:ext cx="9365" cy="23769"/>
            </a:xfrm>
            <a:custGeom>
              <a:avLst/>
              <a:pathLst>
                <a:path w="9365" h="23769">
                  <a:moveTo>
                    <a:pt x="9365" y="9584"/>
                  </a:moveTo>
                  <a:lnTo>
                    <a:pt x="8995" y="13093"/>
                  </a:lnTo>
                  <a:lnTo>
                    <a:pt x="8936" y="18389"/>
                  </a:lnTo>
                  <a:lnTo>
                    <a:pt x="8680" y="21387"/>
                  </a:lnTo>
                  <a:lnTo>
                    <a:pt x="5359" y="23769"/>
                  </a:lnTo>
                  <a:lnTo>
                    <a:pt x="687" y="20677"/>
                  </a:lnTo>
                  <a:lnTo>
                    <a:pt x="0" y="7874"/>
                  </a:lnTo>
                  <a:lnTo>
                    <a:pt x="2681" y="1601"/>
                  </a:lnTo>
                  <a:lnTo>
                    <a:pt x="437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8" name="ph5038"/>
            <p:cNvSpPr/>
            <p:nvPr/>
          </p:nvSpPr>
          <p:spPr>
            <a:xfrm>
              <a:off x="7403193" y="3279637"/>
              <a:ext cx="6162" cy="7066"/>
            </a:xfrm>
            <a:custGeom>
              <a:avLst/>
              <a:pathLst>
                <a:path w="6162" h="7066">
                  <a:moveTo>
                    <a:pt x="6162" y="6018"/>
                  </a:moveTo>
                  <a:lnTo>
                    <a:pt x="1001" y="7066"/>
                  </a:lnTo>
                  <a:lnTo>
                    <a:pt x="0" y="6012"/>
                  </a:lnTo>
                  <a:lnTo>
                    <a:pt x="2696" y="150"/>
                  </a:lnTo>
                  <a:lnTo>
                    <a:pt x="323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9" name="ph5039"/>
            <p:cNvSpPr/>
            <p:nvPr/>
          </p:nvSpPr>
          <p:spPr>
            <a:xfrm>
              <a:off x="7527022" y="3342296"/>
              <a:ext cx="14032" cy="10697"/>
            </a:xfrm>
            <a:custGeom>
              <a:avLst/>
              <a:pathLst>
                <a:path w="14032" h="10697">
                  <a:moveTo>
                    <a:pt x="13365" y="2625"/>
                  </a:moveTo>
                  <a:lnTo>
                    <a:pt x="14032" y="5287"/>
                  </a:lnTo>
                  <a:lnTo>
                    <a:pt x="12652" y="10697"/>
                  </a:lnTo>
                  <a:lnTo>
                    <a:pt x="6417" y="9882"/>
                  </a:lnTo>
                  <a:lnTo>
                    <a:pt x="3109" y="7331"/>
                  </a:lnTo>
                  <a:lnTo>
                    <a:pt x="0" y="3656"/>
                  </a:lnTo>
                  <a:lnTo>
                    <a:pt x="3111" y="2510"/>
                  </a:lnTo>
                  <a:lnTo>
                    <a:pt x="4019" y="2599"/>
                  </a:lnTo>
                  <a:lnTo>
                    <a:pt x="5510" y="1907"/>
                  </a:lnTo>
                  <a:lnTo>
                    <a:pt x="7303" y="1123"/>
                  </a:lnTo>
                  <a:lnTo>
                    <a:pt x="9860" y="1212"/>
                  </a:lnTo>
                  <a:lnTo>
                    <a:pt x="1204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0" name="ph5040"/>
            <p:cNvSpPr/>
            <p:nvPr/>
          </p:nvSpPr>
          <p:spPr>
            <a:xfrm>
              <a:off x="7503392" y="3529546"/>
              <a:ext cx="17595" cy="15101"/>
            </a:xfrm>
            <a:custGeom>
              <a:avLst/>
              <a:pathLst>
                <a:path w="17595" h="15101">
                  <a:moveTo>
                    <a:pt x="8895" y="3405"/>
                  </a:moveTo>
                  <a:lnTo>
                    <a:pt x="12656" y="4479"/>
                  </a:lnTo>
                  <a:lnTo>
                    <a:pt x="15112" y="3595"/>
                  </a:lnTo>
                  <a:lnTo>
                    <a:pt x="14676" y="7287"/>
                  </a:lnTo>
                  <a:lnTo>
                    <a:pt x="17595" y="13417"/>
                  </a:lnTo>
                  <a:lnTo>
                    <a:pt x="14488" y="13229"/>
                  </a:lnTo>
                  <a:lnTo>
                    <a:pt x="10788" y="14758"/>
                  </a:lnTo>
                  <a:lnTo>
                    <a:pt x="5231" y="15101"/>
                  </a:lnTo>
                  <a:lnTo>
                    <a:pt x="0" y="8152"/>
                  </a:lnTo>
                  <a:lnTo>
                    <a:pt x="776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1" name="ph5041"/>
            <p:cNvSpPr/>
            <p:nvPr/>
          </p:nvSpPr>
          <p:spPr>
            <a:xfrm>
              <a:off x="7728713" y="3436111"/>
              <a:ext cx="22841" cy="11233"/>
            </a:xfrm>
            <a:custGeom>
              <a:avLst/>
              <a:pathLst>
                <a:path w="22841" h="11233">
                  <a:moveTo>
                    <a:pt x="11216" y="1764"/>
                  </a:moveTo>
                  <a:lnTo>
                    <a:pt x="20582" y="4041"/>
                  </a:lnTo>
                  <a:lnTo>
                    <a:pt x="22434" y="5208"/>
                  </a:lnTo>
                  <a:lnTo>
                    <a:pt x="22841" y="6116"/>
                  </a:lnTo>
                  <a:lnTo>
                    <a:pt x="20046" y="9170"/>
                  </a:lnTo>
                  <a:lnTo>
                    <a:pt x="15934" y="10202"/>
                  </a:lnTo>
                  <a:lnTo>
                    <a:pt x="14947" y="11233"/>
                  </a:lnTo>
                  <a:lnTo>
                    <a:pt x="10253" y="8558"/>
                  </a:lnTo>
                  <a:lnTo>
                    <a:pt x="8673" y="9997"/>
                  </a:lnTo>
                  <a:lnTo>
                    <a:pt x="2427" y="10082"/>
                  </a:lnTo>
                  <a:lnTo>
                    <a:pt x="0" y="5390"/>
                  </a:lnTo>
                  <a:lnTo>
                    <a:pt x="504" y="1939"/>
                  </a:lnTo>
                  <a:lnTo>
                    <a:pt x="3630" y="348"/>
                  </a:lnTo>
                  <a:lnTo>
                    <a:pt x="4883" y="787"/>
                  </a:lnTo>
                  <a:lnTo>
                    <a:pt x="796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2" name="ph5042"/>
            <p:cNvSpPr/>
            <p:nvPr/>
          </p:nvSpPr>
          <p:spPr>
            <a:xfrm>
              <a:off x="7526984" y="3363069"/>
              <a:ext cx="28645" cy="26859"/>
            </a:xfrm>
            <a:custGeom>
              <a:avLst/>
              <a:pathLst>
                <a:path w="28645" h="26859">
                  <a:moveTo>
                    <a:pt x="10829" y="0"/>
                  </a:moveTo>
                  <a:lnTo>
                    <a:pt x="13989" y="4319"/>
                  </a:lnTo>
                  <a:lnTo>
                    <a:pt x="13500" y="4722"/>
                  </a:lnTo>
                  <a:lnTo>
                    <a:pt x="14734" y="6460"/>
                  </a:lnTo>
                  <a:lnTo>
                    <a:pt x="26782" y="6393"/>
                  </a:lnTo>
                  <a:lnTo>
                    <a:pt x="27678" y="7128"/>
                  </a:lnTo>
                  <a:lnTo>
                    <a:pt x="28645" y="9558"/>
                  </a:lnTo>
                  <a:lnTo>
                    <a:pt x="22309" y="12576"/>
                  </a:lnTo>
                  <a:lnTo>
                    <a:pt x="19233" y="16227"/>
                  </a:lnTo>
                  <a:lnTo>
                    <a:pt x="18677" y="22060"/>
                  </a:lnTo>
                  <a:lnTo>
                    <a:pt x="13382" y="20961"/>
                  </a:lnTo>
                  <a:lnTo>
                    <a:pt x="8162" y="26859"/>
                  </a:lnTo>
                  <a:lnTo>
                    <a:pt x="6999" y="26064"/>
                  </a:lnTo>
                  <a:lnTo>
                    <a:pt x="1710" y="25193"/>
                  </a:lnTo>
                  <a:lnTo>
                    <a:pt x="2661" y="22747"/>
                  </a:lnTo>
                  <a:lnTo>
                    <a:pt x="3825" y="17026"/>
                  </a:lnTo>
                  <a:lnTo>
                    <a:pt x="311" y="14059"/>
                  </a:lnTo>
                  <a:lnTo>
                    <a:pt x="0" y="6748"/>
                  </a:lnTo>
                  <a:lnTo>
                    <a:pt x="7199" y="145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3" name="ph5043"/>
            <p:cNvSpPr/>
            <p:nvPr/>
          </p:nvSpPr>
          <p:spPr>
            <a:xfrm>
              <a:off x="7560382" y="3351269"/>
              <a:ext cx="10929" cy="13712"/>
            </a:xfrm>
            <a:custGeom>
              <a:avLst/>
              <a:pathLst>
                <a:path w="10929" h="13712">
                  <a:moveTo>
                    <a:pt x="3670" y="870"/>
                  </a:moveTo>
                  <a:lnTo>
                    <a:pt x="4429" y="3314"/>
                  </a:lnTo>
                  <a:lnTo>
                    <a:pt x="7624" y="3697"/>
                  </a:lnTo>
                  <a:lnTo>
                    <a:pt x="10564" y="5564"/>
                  </a:lnTo>
                  <a:lnTo>
                    <a:pt x="10929" y="6855"/>
                  </a:lnTo>
                  <a:lnTo>
                    <a:pt x="9270" y="10394"/>
                  </a:lnTo>
                  <a:lnTo>
                    <a:pt x="5063" y="13712"/>
                  </a:lnTo>
                  <a:lnTo>
                    <a:pt x="0" y="7973"/>
                  </a:lnTo>
                  <a:lnTo>
                    <a:pt x="784" y="6149"/>
                  </a:lnTo>
                  <a:lnTo>
                    <a:pt x="170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4" name="ph5044"/>
            <p:cNvSpPr/>
            <p:nvPr/>
          </p:nvSpPr>
          <p:spPr>
            <a:xfrm>
              <a:off x="7494282" y="3427669"/>
              <a:ext cx="4220" cy="4179"/>
            </a:xfrm>
            <a:custGeom>
              <a:avLst/>
              <a:pathLst>
                <a:path w="4220" h="4179">
                  <a:moveTo>
                    <a:pt x="4220" y="2770"/>
                  </a:moveTo>
                  <a:lnTo>
                    <a:pt x="4184" y="3868"/>
                  </a:lnTo>
                  <a:lnTo>
                    <a:pt x="0" y="4179"/>
                  </a:lnTo>
                  <a:lnTo>
                    <a:pt x="172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5" name="ph5045"/>
            <p:cNvSpPr/>
            <p:nvPr/>
          </p:nvSpPr>
          <p:spPr>
            <a:xfrm>
              <a:off x="7242069" y="3068075"/>
              <a:ext cx="21938" cy="28029"/>
            </a:xfrm>
            <a:custGeom>
              <a:avLst/>
              <a:pathLst>
                <a:path w="21938" h="28029">
                  <a:moveTo>
                    <a:pt x="14923" y="694"/>
                  </a:moveTo>
                  <a:lnTo>
                    <a:pt x="17201" y="632"/>
                  </a:lnTo>
                  <a:lnTo>
                    <a:pt x="19167" y="5044"/>
                  </a:lnTo>
                  <a:lnTo>
                    <a:pt x="21900" y="9528"/>
                  </a:lnTo>
                  <a:lnTo>
                    <a:pt x="21938" y="9868"/>
                  </a:lnTo>
                  <a:lnTo>
                    <a:pt x="19636" y="9521"/>
                  </a:lnTo>
                  <a:lnTo>
                    <a:pt x="16445" y="12257"/>
                  </a:lnTo>
                  <a:lnTo>
                    <a:pt x="14402" y="16918"/>
                  </a:lnTo>
                  <a:lnTo>
                    <a:pt x="17891" y="20638"/>
                  </a:lnTo>
                  <a:lnTo>
                    <a:pt x="20387" y="20432"/>
                  </a:lnTo>
                  <a:lnTo>
                    <a:pt x="19866" y="21946"/>
                  </a:lnTo>
                  <a:lnTo>
                    <a:pt x="16858" y="24990"/>
                  </a:lnTo>
                  <a:lnTo>
                    <a:pt x="10654" y="28029"/>
                  </a:lnTo>
                  <a:lnTo>
                    <a:pt x="4845" y="27591"/>
                  </a:lnTo>
                  <a:lnTo>
                    <a:pt x="4284" y="26793"/>
                  </a:lnTo>
                  <a:lnTo>
                    <a:pt x="160" y="18900"/>
                  </a:lnTo>
                  <a:lnTo>
                    <a:pt x="729" y="9398"/>
                  </a:lnTo>
                  <a:lnTo>
                    <a:pt x="0" y="8638"/>
                  </a:lnTo>
                  <a:lnTo>
                    <a:pt x="702" y="5605"/>
                  </a:lnTo>
                  <a:lnTo>
                    <a:pt x="7" y="1406"/>
                  </a:lnTo>
                  <a:lnTo>
                    <a:pt x="1004" y="346"/>
                  </a:lnTo>
                  <a:lnTo>
                    <a:pt x="3377" y="46"/>
                  </a:lnTo>
                  <a:lnTo>
                    <a:pt x="3996" y="1453"/>
                  </a:lnTo>
                  <a:lnTo>
                    <a:pt x="8765" y="2365"/>
                  </a:lnTo>
                  <a:lnTo>
                    <a:pt x="1132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6" name="ph5046"/>
            <p:cNvSpPr/>
            <p:nvPr/>
          </p:nvSpPr>
          <p:spPr>
            <a:xfrm>
              <a:off x="7366594" y="2989202"/>
              <a:ext cx="3488" cy="7059"/>
            </a:xfrm>
            <a:custGeom>
              <a:avLst/>
              <a:pathLst>
                <a:path w="3488" h="7059">
                  <a:moveTo>
                    <a:pt x="2349" y="0"/>
                  </a:moveTo>
                  <a:lnTo>
                    <a:pt x="3488" y="2496"/>
                  </a:lnTo>
                  <a:lnTo>
                    <a:pt x="3020" y="6390"/>
                  </a:lnTo>
                  <a:lnTo>
                    <a:pt x="638" y="7059"/>
                  </a:lnTo>
                  <a:lnTo>
                    <a:pt x="0" y="5530"/>
                  </a:lnTo>
                  <a:lnTo>
                    <a:pt x="881" y="3974"/>
                  </a:lnTo>
                  <a:lnTo>
                    <a:pt x="825" y="77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7" name="ph5047"/>
            <p:cNvSpPr/>
            <p:nvPr/>
          </p:nvSpPr>
          <p:spPr>
            <a:xfrm>
              <a:off x="7194287" y="3205117"/>
              <a:ext cx="38670" cy="34503"/>
            </a:xfrm>
            <a:custGeom>
              <a:avLst/>
              <a:pathLst>
                <a:path w="38670" h="34503">
                  <a:moveTo>
                    <a:pt x="31894" y="1836"/>
                  </a:moveTo>
                  <a:lnTo>
                    <a:pt x="30407" y="7027"/>
                  </a:lnTo>
                  <a:lnTo>
                    <a:pt x="32918" y="6108"/>
                  </a:lnTo>
                  <a:lnTo>
                    <a:pt x="34278" y="4669"/>
                  </a:lnTo>
                  <a:lnTo>
                    <a:pt x="35304" y="4615"/>
                  </a:lnTo>
                  <a:lnTo>
                    <a:pt x="36038" y="5953"/>
                  </a:lnTo>
                  <a:lnTo>
                    <a:pt x="35790" y="10207"/>
                  </a:lnTo>
                  <a:lnTo>
                    <a:pt x="37494" y="11212"/>
                  </a:lnTo>
                  <a:lnTo>
                    <a:pt x="38670" y="13581"/>
                  </a:lnTo>
                  <a:lnTo>
                    <a:pt x="38332" y="17905"/>
                  </a:lnTo>
                  <a:lnTo>
                    <a:pt x="35359" y="19327"/>
                  </a:lnTo>
                  <a:lnTo>
                    <a:pt x="33192" y="22372"/>
                  </a:lnTo>
                  <a:lnTo>
                    <a:pt x="28200" y="22130"/>
                  </a:lnTo>
                  <a:lnTo>
                    <a:pt x="27826" y="29854"/>
                  </a:lnTo>
                  <a:lnTo>
                    <a:pt x="25161" y="31622"/>
                  </a:lnTo>
                  <a:lnTo>
                    <a:pt x="23678" y="34503"/>
                  </a:lnTo>
                  <a:lnTo>
                    <a:pt x="14518" y="31851"/>
                  </a:lnTo>
                  <a:lnTo>
                    <a:pt x="9132" y="31766"/>
                  </a:lnTo>
                  <a:lnTo>
                    <a:pt x="10352" y="23965"/>
                  </a:lnTo>
                  <a:lnTo>
                    <a:pt x="4935" y="21060"/>
                  </a:lnTo>
                  <a:lnTo>
                    <a:pt x="2186" y="23747"/>
                  </a:lnTo>
                  <a:lnTo>
                    <a:pt x="974" y="23879"/>
                  </a:lnTo>
                  <a:lnTo>
                    <a:pt x="947" y="16746"/>
                  </a:lnTo>
                  <a:lnTo>
                    <a:pt x="0" y="14337"/>
                  </a:lnTo>
                  <a:lnTo>
                    <a:pt x="473" y="13231"/>
                  </a:lnTo>
                  <a:lnTo>
                    <a:pt x="11781" y="1881"/>
                  </a:lnTo>
                  <a:lnTo>
                    <a:pt x="16127" y="1144"/>
                  </a:lnTo>
                  <a:lnTo>
                    <a:pt x="17777" y="3049"/>
                  </a:lnTo>
                  <a:lnTo>
                    <a:pt x="19542" y="3758"/>
                  </a:lnTo>
                  <a:lnTo>
                    <a:pt x="2821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8" name="ph5048"/>
            <p:cNvSpPr/>
            <p:nvPr/>
          </p:nvSpPr>
          <p:spPr>
            <a:xfrm>
              <a:off x="7372580" y="2984709"/>
              <a:ext cx="6200" cy="7593"/>
            </a:xfrm>
            <a:custGeom>
              <a:avLst/>
              <a:pathLst>
                <a:path w="6200" h="7593">
                  <a:moveTo>
                    <a:pt x="4959" y="5177"/>
                  </a:moveTo>
                  <a:lnTo>
                    <a:pt x="2262" y="7593"/>
                  </a:lnTo>
                  <a:lnTo>
                    <a:pt x="118" y="6037"/>
                  </a:lnTo>
                  <a:lnTo>
                    <a:pt x="0" y="4071"/>
                  </a:lnTo>
                  <a:lnTo>
                    <a:pt x="1272" y="4821"/>
                  </a:lnTo>
                  <a:lnTo>
                    <a:pt x="2929" y="1324"/>
                  </a:lnTo>
                  <a:lnTo>
                    <a:pt x="4813" y="0"/>
                  </a:lnTo>
                  <a:lnTo>
                    <a:pt x="6200" y="35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9" name="ph5049"/>
            <p:cNvSpPr/>
            <p:nvPr/>
          </p:nvSpPr>
          <p:spPr>
            <a:xfrm>
              <a:off x="7384615" y="2974540"/>
              <a:ext cx="4561" cy="6478"/>
            </a:xfrm>
            <a:custGeom>
              <a:avLst/>
              <a:pathLst>
                <a:path w="4561" h="6478">
                  <a:moveTo>
                    <a:pt x="4261" y="6478"/>
                  </a:moveTo>
                  <a:lnTo>
                    <a:pt x="0" y="6246"/>
                  </a:lnTo>
                  <a:lnTo>
                    <a:pt x="2584" y="0"/>
                  </a:lnTo>
                  <a:lnTo>
                    <a:pt x="3666" y="135"/>
                  </a:lnTo>
                  <a:lnTo>
                    <a:pt x="4561" y="429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0" name="ph5050"/>
            <p:cNvSpPr/>
            <p:nvPr/>
          </p:nvSpPr>
          <p:spPr>
            <a:xfrm>
              <a:off x="7220161" y="3245256"/>
              <a:ext cx="39597" cy="24358"/>
            </a:xfrm>
            <a:custGeom>
              <a:avLst/>
              <a:pathLst>
                <a:path w="39597" h="24358">
                  <a:moveTo>
                    <a:pt x="18838" y="279"/>
                  </a:moveTo>
                  <a:lnTo>
                    <a:pt x="19243" y="879"/>
                  </a:lnTo>
                  <a:lnTo>
                    <a:pt x="26221" y="9846"/>
                  </a:lnTo>
                  <a:lnTo>
                    <a:pt x="28081" y="10865"/>
                  </a:lnTo>
                  <a:lnTo>
                    <a:pt x="39597" y="8908"/>
                  </a:lnTo>
                  <a:lnTo>
                    <a:pt x="39558" y="12088"/>
                  </a:lnTo>
                  <a:lnTo>
                    <a:pt x="36483" y="13531"/>
                  </a:lnTo>
                  <a:lnTo>
                    <a:pt x="32705" y="11666"/>
                  </a:lnTo>
                  <a:lnTo>
                    <a:pt x="30608" y="12688"/>
                  </a:lnTo>
                  <a:lnTo>
                    <a:pt x="32216" y="17446"/>
                  </a:lnTo>
                  <a:lnTo>
                    <a:pt x="33804" y="15949"/>
                  </a:lnTo>
                  <a:lnTo>
                    <a:pt x="36337" y="15629"/>
                  </a:lnTo>
                  <a:lnTo>
                    <a:pt x="36076" y="18884"/>
                  </a:lnTo>
                  <a:lnTo>
                    <a:pt x="28704" y="24358"/>
                  </a:lnTo>
                  <a:lnTo>
                    <a:pt x="18219" y="18542"/>
                  </a:lnTo>
                  <a:lnTo>
                    <a:pt x="6939" y="15735"/>
                  </a:lnTo>
                  <a:lnTo>
                    <a:pt x="8985" y="13061"/>
                  </a:lnTo>
                  <a:lnTo>
                    <a:pt x="13024" y="13412"/>
                  </a:lnTo>
                  <a:lnTo>
                    <a:pt x="16897" y="9912"/>
                  </a:lnTo>
                  <a:lnTo>
                    <a:pt x="12242" y="9575"/>
                  </a:lnTo>
                  <a:lnTo>
                    <a:pt x="6640" y="7559"/>
                  </a:lnTo>
                  <a:lnTo>
                    <a:pt x="0" y="8756"/>
                  </a:lnTo>
                  <a:lnTo>
                    <a:pt x="1110" y="4116"/>
                  </a:lnTo>
                  <a:lnTo>
                    <a:pt x="4674" y="1163"/>
                  </a:lnTo>
                  <a:lnTo>
                    <a:pt x="7807" y="0"/>
                  </a:lnTo>
                  <a:lnTo>
                    <a:pt x="12181" y="114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1" name="ph5051"/>
            <p:cNvSpPr/>
            <p:nvPr/>
          </p:nvSpPr>
          <p:spPr>
            <a:xfrm>
              <a:off x="7318518" y="3030074"/>
              <a:ext cx="43343" cy="37065"/>
            </a:xfrm>
            <a:custGeom>
              <a:avLst/>
              <a:pathLst>
                <a:path w="43343" h="37065">
                  <a:moveTo>
                    <a:pt x="23411" y="0"/>
                  </a:moveTo>
                  <a:lnTo>
                    <a:pt x="24891" y="362"/>
                  </a:lnTo>
                  <a:lnTo>
                    <a:pt x="25297" y="2851"/>
                  </a:lnTo>
                  <a:lnTo>
                    <a:pt x="29407" y="4939"/>
                  </a:lnTo>
                  <a:lnTo>
                    <a:pt x="31893" y="3673"/>
                  </a:lnTo>
                  <a:lnTo>
                    <a:pt x="34423" y="6413"/>
                  </a:lnTo>
                  <a:lnTo>
                    <a:pt x="33881" y="8413"/>
                  </a:lnTo>
                  <a:lnTo>
                    <a:pt x="37299" y="12431"/>
                  </a:lnTo>
                  <a:lnTo>
                    <a:pt x="39777" y="13302"/>
                  </a:lnTo>
                  <a:lnTo>
                    <a:pt x="41767" y="12989"/>
                  </a:lnTo>
                  <a:lnTo>
                    <a:pt x="43017" y="14743"/>
                  </a:lnTo>
                  <a:lnTo>
                    <a:pt x="43343" y="17211"/>
                  </a:lnTo>
                  <a:lnTo>
                    <a:pt x="41217" y="18544"/>
                  </a:lnTo>
                  <a:lnTo>
                    <a:pt x="40711" y="19821"/>
                  </a:lnTo>
                  <a:lnTo>
                    <a:pt x="40026" y="22282"/>
                  </a:lnTo>
                  <a:lnTo>
                    <a:pt x="40238" y="25918"/>
                  </a:lnTo>
                  <a:lnTo>
                    <a:pt x="39788" y="26971"/>
                  </a:lnTo>
                  <a:lnTo>
                    <a:pt x="35319" y="25876"/>
                  </a:lnTo>
                  <a:lnTo>
                    <a:pt x="32559" y="26581"/>
                  </a:lnTo>
                  <a:lnTo>
                    <a:pt x="31268" y="31285"/>
                  </a:lnTo>
                  <a:lnTo>
                    <a:pt x="23003" y="37065"/>
                  </a:lnTo>
                  <a:lnTo>
                    <a:pt x="24791" y="34673"/>
                  </a:lnTo>
                  <a:lnTo>
                    <a:pt x="24586" y="33527"/>
                  </a:lnTo>
                  <a:lnTo>
                    <a:pt x="21369" y="30975"/>
                  </a:lnTo>
                  <a:lnTo>
                    <a:pt x="21779" y="25789"/>
                  </a:lnTo>
                  <a:lnTo>
                    <a:pt x="21743" y="23721"/>
                  </a:lnTo>
                  <a:lnTo>
                    <a:pt x="20193" y="21994"/>
                  </a:lnTo>
                  <a:lnTo>
                    <a:pt x="14743" y="19786"/>
                  </a:lnTo>
                  <a:lnTo>
                    <a:pt x="12045" y="20398"/>
                  </a:lnTo>
                  <a:lnTo>
                    <a:pt x="10849" y="18119"/>
                  </a:lnTo>
                  <a:lnTo>
                    <a:pt x="7626" y="14872"/>
                  </a:lnTo>
                  <a:lnTo>
                    <a:pt x="456" y="12460"/>
                  </a:lnTo>
                  <a:lnTo>
                    <a:pt x="0" y="5764"/>
                  </a:lnTo>
                  <a:lnTo>
                    <a:pt x="1279" y="5505"/>
                  </a:lnTo>
                  <a:lnTo>
                    <a:pt x="2689" y="2590"/>
                  </a:lnTo>
                  <a:lnTo>
                    <a:pt x="3779" y="2086"/>
                  </a:lnTo>
                  <a:lnTo>
                    <a:pt x="9193" y="468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2" name="ph5052"/>
            <p:cNvSpPr/>
            <p:nvPr/>
          </p:nvSpPr>
          <p:spPr>
            <a:xfrm>
              <a:off x="7315725" y="2938617"/>
              <a:ext cx="36198" cy="27499"/>
            </a:xfrm>
            <a:custGeom>
              <a:avLst/>
              <a:pathLst>
                <a:path w="36198" h="27499">
                  <a:moveTo>
                    <a:pt x="33969" y="0"/>
                  </a:moveTo>
                  <a:lnTo>
                    <a:pt x="36198" y="1527"/>
                  </a:lnTo>
                  <a:lnTo>
                    <a:pt x="34267" y="6913"/>
                  </a:lnTo>
                  <a:lnTo>
                    <a:pt x="23473" y="15577"/>
                  </a:lnTo>
                  <a:lnTo>
                    <a:pt x="20231" y="23078"/>
                  </a:lnTo>
                  <a:lnTo>
                    <a:pt x="18036" y="25923"/>
                  </a:lnTo>
                  <a:lnTo>
                    <a:pt x="14690" y="27372"/>
                  </a:lnTo>
                  <a:lnTo>
                    <a:pt x="11218" y="27499"/>
                  </a:lnTo>
                  <a:lnTo>
                    <a:pt x="7711" y="25338"/>
                  </a:lnTo>
                  <a:lnTo>
                    <a:pt x="6307" y="25247"/>
                  </a:lnTo>
                  <a:lnTo>
                    <a:pt x="3346" y="26708"/>
                  </a:lnTo>
                  <a:lnTo>
                    <a:pt x="1869" y="23725"/>
                  </a:lnTo>
                  <a:lnTo>
                    <a:pt x="3940" y="20059"/>
                  </a:lnTo>
                  <a:lnTo>
                    <a:pt x="544" y="18323"/>
                  </a:lnTo>
                  <a:lnTo>
                    <a:pt x="0" y="15625"/>
                  </a:lnTo>
                  <a:lnTo>
                    <a:pt x="2584" y="14782"/>
                  </a:lnTo>
                  <a:lnTo>
                    <a:pt x="6501" y="15867"/>
                  </a:lnTo>
                  <a:lnTo>
                    <a:pt x="8545" y="15149"/>
                  </a:lnTo>
                  <a:lnTo>
                    <a:pt x="14163" y="6423"/>
                  </a:lnTo>
                  <a:lnTo>
                    <a:pt x="19411" y="4563"/>
                  </a:lnTo>
                  <a:lnTo>
                    <a:pt x="21653" y="6196"/>
                  </a:lnTo>
                  <a:lnTo>
                    <a:pt x="31975" y="106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3" name="ph5053"/>
            <p:cNvSpPr/>
            <p:nvPr/>
          </p:nvSpPr>
          <p:spPr>
            <a:xfrm>
              <a:off x="7307853" y="3139239"/>
              <a:ext cx="29508" cy="25168"/>
            </a:xfrm>
            <a:custGeom>
              <a:avLst/>
              <a:pathLst>
                <a:path w="29508" h="25168">
                  <a:moveTo>
                    <a:pt x="3327" y="667"/>
                  </a:moveTo>
                  <a:lnTo>
                    <a:pt x="6581" y="0"/>
                  </a:lnTo>
                  <a:lnTo>
                    <a:pt x="9218" y="1474"/>
                  </a:lnTo>
                  <a:lnTo>
                    <a:pt x="16426" y="5249"/>
                  </a:lnTo>
                  <a:lnTo>
                    <a:pt x="16729" y="6777"/>
                  </a:lnTo>
                  <a:lnTo>
                    <a:pt x="15008" y="7851"/>
                  </a:lnTo>
                  <a:lnTo>
                    <a:pt x="15137" y="9460"/>
                  </a:lnTo>
                  <a:lnTo>
                    <a:pt x="18446" y="11112"/>
                  </a:lnTo>
                  <a:lnTo>
                    <a:pt x="27971" y="12634"/>
                  </a:lnTo>
                  <a:lnTo>
                    <a:pt x="29508" y="18928"/>
                  </a:lnTo>
                  <a:lnTo>
                    <a:pt x="25599" y="24351"/>
                  </a:lnTo>
                  <a:lnTo>
                    <a:pt x="24412" y="25168"/>
                  </a:lnTo>
                  <a:lnTo>
                    <a:pt x="24256" y="24587"/>
                  </a:lnTo>
                  <a:lnTo>
                    <a:pt x="22675" y="22663"/>
                  </a:lnTo>
                  <a:lnTo>
                    <a:pt x="18092" y="22273"/>
                  </a:lnTo>
                  <a:lnTo>
                    <a:pt x="14536" y="20031"/>
                  </a:lnTo>
                  <a:lnTo>
                    <a:pt x="8941" y="18639"/>
                  </a:lnTo>
                  <a:lnTo>
                    <a:pt x="8914" y="15261"/>
                  </a:lnTo>
                  <a:lnTo>
                    <a:pt x="6680" y="16644"/>
                  </a:lnTo>
                  <a:lnTo>
                    <a:pt x="540" y="11112"/>
                  </a:lnTo>
                  <a:lnTo>
                    <a:pt x="0" y="9246"/>
                  </a:lnTo>
                  <a:lnTo>
                    <a:pt x="222" y="255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4" name="ph5054"/>
            <p:cNvSpPr/>
            <p:nvPr/>
          </p:nvSpPr>
          <p:spPr>
            <a:xfrm>
              <a:off x="7372529" y="2972740"/>
              <a:ext cx="14670" cy="16790"/>
            </a:xfrm>
            <a:custGeom>
              <a:avLst/>
              <a:pathLst>
                <a:path w="14670" h="16790">
                  <a:moveTo>
                    <a:pt x="14670" y="1800"/>
                  </a:moveTo>
                  <a:lnTo>
                    <a:pt x="12086" y="8046"/>
                  </a:lnTo>
                  <a:lnTo>
                    <a:pt x="9370" y="9203"/>
                  </a:lnTo>
                  <a:lnTo>
                    <a:pt x="7367" y="9083"/>
                  </a:lnTo>
                  <a:lnTo>
                    <a:pt x="6251" y="12323"/>
                  </a:lnTo>
                  <a:lnTo>
                    <a:pt x="4864" y="11968"/>
                  </a:lnTo>
                  <a:lnTo>
                    <a:pt x="2980" y="13293"/>
                  </a:lnTo>
                  <a:lnTo>
                    <a:pt x="1323" y="16790"/>
                  </a:lnTo>
                  <a:lnTo>
                    <a:pt x="50" y="16039"/>
                  </a:lnTo>
                  <a:lnTo>
                    <a:pt x="0" y="15436"/>
                  </a:lnTo>
                  <a:lnTo>
                    <a:pt x="847" y="11667"/>
                  </a:lnTo>
                  <a:lnTo>
                    <a:pt x="3882" y="10695"/>
                  </a:lnTo>
                  <a:lnTo>
                    <a:pt x="6946" y="6563"/>
                  </a:lnTo>
                  <a:lnTo>
                    <a:pt x="11486" y="4230"/>
                  </a:lnTo>
                  <a:lnTo>
                    <a:pt x="11871" y="2552"/>
                  </a:lnTo>
                  <a:lnTo>
                    <a:pt x="10783" y="2266"/>
                  </a:lnTo>
                  <a:lnTo>
                    <a:pt x="1271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5" name="ph5055"/>
            <p:cNvSpPr/>
            <p:nvPr/>
          </p:nvSpPr>
          <p:spPr>
            <a:xfrm>
              <a:off x="7343558" y="2995322"/>
              <a:ext cx="15039" cy="8016"/>
            </a:xfrm>
            <a:custGeom>
              <a:avLst/>
              <a:pathLst>
                <a:path w="15039" h="8016">
                  <a:moveTo>
                    <a:pt x="15039" y="313"/>
                  </a:moveTo>
                  <a:lnTo>
                    <a:pt x="12006" y="7407"/>
                  </a:lnTo>
                  <a:lnTo>
                    <a:pt x="10591" y="8016"/>
                  </a:lnTo>
                  <a:lnTo>
                    <a:pt x="8574" y="7179"/>
                  </a:lnTo>
                  <a:lnTo>
                    <a:pt x="6105" y="5465"/>
                  </a:lnTo>
                  <a:lnTo>
                    <a:pt x="0" y="1549"/>
                  </a:lnTo>
                  <a:lnTo>
                    <a:pt x="7628" y="0"/>
                  </a:lnTo>
                  <a:lnTo>
                    <a:pt x="10222" y="1437"/>
                  </a:lnTo>
                  <a:lnTo>
                    <a:pt x="11348" y="551"/>
                  </a:lnTo>
                  <a:lnTo>
                    <a:pt x="11746" y="173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6" name="ph5056"/>
            <p:cNvSpPr/>
            <p:nvPr/>
          </p:nvSpPr>
          <p:spPr>
            <a:xfrm>
              <a:off x="7266525" y="3248362"/>
              <a:ext cx="26028" cy="30063"/>
            </a:xfrm>
            <a:custGeom>
              <a:avLst/>
              <a:pathLst>
                <a:path w="26028" h="30063">
                  <a:moveTo>
                    <a:pt x="7868" y="3425"/>
                  </a:moveTo>
                  <a:lnTo>
                    <a:pt x="11999" y="3382"/>
                  </a:lnTo>
                  <a:lnTo>
                    <a:pt x="14864" y="1808"/>
                  </a:lnTo>
                  <a:lnTo>
                    <a:pt x="16764" y="3885"/>
                  </a:lnTo>
                  <a:lnTo>
                    <a:pt x="16076" y="8139"/>
                  </a:lnTo>
                  <a:lnTo>
                    <a:pt x="16915" y="11682"/>
                  </a:lnTo>
                  <a:lnTo>
                    <a:pt x="19126" y="13648"/>
                  </a:lnTo>
                  <a:lnTo>
                    <a:pt x="22614" y="13452"/>
                  </a:lnTo>
                  <a:lnTo>
                    <a:pt x="25438" y="16712"/>
                  </a:lnTo>
                  <a:lnTo>
                    <a:pt x="24079" y="17018"/>
                  </a:lnTo>
                  <a:lnTo>
                    <a:pt x="24224" y="20285"/>
                  </a:lnTo>
                  <a:lnTo>
                    <a:pt x="26028" y="23141"/>
                  </a:lnTo>
                  <a:lnTo>
                    <a:pt x="21872" y="27343"/>
                  </a:lnTo>
                  <a:lnTo>
                    <a:pt x="19599" y="25931"/>
                  </a:lnTo>
                  <a:lnTo>
                    <a:pt x="15437" y="27086"/>
                  </a:lnTo>
                  <a:lnTo>
                    <a:pt x="13505" y="30063"/>
                  </a:lnTo>
                  <a:lnTo>
                    <a:pt x="10198" y="29478"/>
                  </a:lnTo>
                  <a:lnTo>
                    <a:pt x="9227" y="21403"/>
                  </a:lnTo>
                  <a:lnTo>
                    <a:pt x="10192" y="19421"/>
                  </a:lnTo>
                  <a:lnTo>
                    <a:pt x="9809" y="14894"/>
                  </a:lnTo>
                  <a:lnTo>
                    <a:pt x="6865" y="13155"/>
                  </a:lnTo>
                  <a:lnTo>
                    <a:pt x="2002" y="13264"/>
                  </a:lnTo>
                  <a:lnTo>
                    <a:pt x="2658" y="11717"/>
                  </a:lnTo>
                  <a:lnTo>
                    <a:pt x="1231" y="7037"/>
                  </a:lnTo>
                  <a:lnTo>
                    <a:pt x="0" y="5834"/>
                  </a:lnTo>
                  <a:lnTo>
                    <a:pt x="620" y="2870"/>
                  </a:lnTo>
                  <a:lnTo>
                    <a:pt x="1259" y="4046"/>
                  </a:lnTo>
                  <a:lnTo>
                    <a:pt x="1851" y="3766"/>
                  </a:lnTo>
                  <a:lnTo>
                    <a:pt x="2767" y="897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7" name="ph5057"/>
            <p:cNvSpPr/>
            <p:nvPr/>
          </p:nvSpPr>
          <p:spPr>
            <a:xfrm>
              <a:off x="7369615" y="2990747"/>
              <a:ext cx="5227" cy="6316"/>
            </a:xfrm>
            <a:custGeom>
              <a:avLst/>
              <a:pathLst>
                <a:path w="5227" h="6316">
                  <a:moveTo>
                    <a:pt x="5227" y="1555"/>
                  </a:moveTo>
                  <a:lnTo>
                    <a:pt x="4884" y="4315"/>
                  </a:lnTo>
                  <a:lnTo>
                    <a:pt x="1437" y="6316"/>
                  </a:lnTo>
                  <a:lnTo>
                    <a:pt x="0" y="4845"/>
                  </a:lnTo>
                  <a:lnTo>
                    <a:pt x="467" y="951"/>
                  </a:lnTo>
                  <a:lnTo>
                    <a:pt x="308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8" name="ph5058"/>
            <p:cNvSpPr/>
            <p:nvPr/>
          </p:nvSpPr>
          <p:spPr>
            <a:xfrm>
              <a:off x="7388876" y="2978840"/>
              <a:ext cx="435" cy="2741"/>
            </a:xfrm>
            <a:custGeom>
              <a:avLst/>
              <a:pathLst>
                <a:path w="435" h="2741">
                  <a:moveTo>
                    <a:pt x="435" y="2741"/>
                  </a:moveTo>
                  <a:lnTo>
                    <a:pt x="0" y="2179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9" name="ph5059"/>
            <p:cNvSpPr/>
            <p:nvPr/>
          </p:nvSpPr>
          <p:spPr>
            <a:xfrm>
              <a:off x="7394711" y="3009853"/>
              <a:ext cx="15352" cy="33597"/>
            </a:xfrm>
            <a:custGeom>
              <a:avLst/>
              <a:pathLst>
                <a:path w="15352" h="33597">
                  <a:moveTo>
                    <a:pt x="14723" y="0"/>
                  </a:moveTo>
                  <a:lnTo>
                    <a:pt x="13197" y="9211"/>
                  </a:lnTo>
                  <a:lnTo>
                    <a:pt x="12893" y="16970"/>
                  </a:lnTo>
                  <a:lnTo>
                    <a:pt x="11529" y="21091"/>
                  </a:lnTo>
                  <a:lnTo>
                    <a:pt x="14860" y="25214"/>
                  </a:lnTo>
                  <a:lnTo>
                    <a:pt x="15352" y="26954"/>
                  </a:lnTo>
                  <a:lnTo>
                    <a:pt x="9990" y="28150"/>
                  </a:lnTo>
                  <a:lnTo>
                    <a:pt x="6008" y="32137"/>
                  </a:lnTo>
                  <a:lnTo>
                    <a:pt x="1141" y="33597"/>
                  </a:lnTo>
                  <a:lnTo>
                    <a:pt x="0" y="32011"/>
                  </a:lnTo>
                  <a:lnTo>
                    <a:pt x="1694" y="29778"/>
                  </a:lnTo>
                  <a:lnTo>
                    <a:pt x="2258" y="31527"/>
                  </a:lnTo>
                  <a:lnTo>
                    <a:pt x="2630" y="31173"/>
                  </a:lnTo>
                  <a:lnTo>
                    <a:pt x="3854" y="27857"/>
                  </a:lnTo>
                  <a:lnTo>
                    <a:pt x="3584" y="24230"/>
                  </a:lnTo>
                  <a:lnTo>
                    <a:pt x="2128" y="23148"/>
                  </a:lnTo>
                  <a:lnTo>
                    <a:pt x="3143" y="17001"/>
                  </a:lnTo>
                  <a:lnTo>
                    <a:pt x="4462" y="13815"/>
                  </a:lnTo>
                  <a:lnTo>
                    <a:pt x="7615" y="13248"/>
                  </a:lnTo>
                  <a:lnTo>
                    <a:pt x="11567" y="8339"/>
                  </a:lnTo>
                  <a:lnTo>
                    <a:pt x="12474" y="6890"/>
                  </a:lnTo>
                  <a:lnTo>
                    <a:pt x="13046" y="69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0" name="ph5060"/>
            <p:cNvSpPr/>
            <p:nvPr/>
          </p:nvSpPr>
          <p:spPr>
            <a:xfrm>
              <a:off x="7239405" y="3237359"/>
              <a:ext cx="28602" cy="18761"/>
            </a:xfrm>
            <a:custGeom>
              <a:avLst/>
              <a:pathLst>
                <a:path w="28602" h="18761">
                  <a:moveTo>
                    <a:pt x="5278" y="0"/>
                  </a:moveTo>
                  <a:lnTo>
                    <a:pt x="6840" y="4249"/>
                  </a:lnTo>
                  <a:lnTo>
                    <a:pt x="5552" y="5964"/>
                  </a:lnTo>
                  <a:lnTo>
                    <a:pt x="5764" y="7192"/>
                  </a:lnTo>
                  <a:lnTo>
                    <a:pt x="15552" y="9384"/>
                  </a:lnTo>
                  <a:lnTo>
                    <a:pt x="15325" y="4135"/>
                  </a:lnTo>
                  <a:lnTo>
                    <a:pt x="17012" y="2885"/>
                  </a:lnTo>
                  <a:lnTo>
                    <a:pt x="19293" y="4321"/>
                  </a:lnTo>
                  <a:lnTo>
                    <a:pt x="19800" y="3131"/>
                  </a:lnTo>
                  <a:lnTo>
                    <a:pt x="22245" y="5660"/>
                  </a:lnTo>
                  <a:lnTo>
                    <a:pt x="26099" y="6763"/>
                  </a:lnTo>
                  <a:lnTo>
                    <a:pt x="28602" y="10833"/>
                  </a:lnTo>
                  <a:lnTo>
                    <a:pt x="27740" y="13873"/>
                  </a:lnTo>
                  <a:lnTo>
                    <a:pt x="27120" y="16837"/>
                  </a:lnTo>
                  <a:lnTo>
                    <a:pt x="25176" y="17036"/>
                  </a:lnTo>
                  <a:lnTo>
                    <a:pt x="23332" y="16070"/>
                  </a:lnTo>
                  <a:lnTo>
                    <a:pt x="20354" y="16804"/>
                  </a:lnTo>
                  <a:lnTo>
                    <a:pt x="8838" y="18761"/>
                  </a:lnTo>
                  <a:lnTo>
                    <a:pt x="6978" y="17742"/>
                  </a:lnTo>
                  <a:lnTo>
                    <a:pt x="0" y="8775"/>
                  </a:lnTo>
                  <a:lnTo>
                    <a:pt x="2322" y="7550"/>
                  </a:lnTo>
                  <a:lnTo>
                    <a:pt x="3596" y="5436"/>
                  </a:lnTo>
                  <a:lnTo>
                    <a:pt x="2523" y="3529"/>
                  </a:lnTo>
                  <a:lnTo>
                    <a:pt x="1633" y="353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1" name="ph5061"/>
            <p:cNvSpPr/>
            <p:nvPr/>
          </p:nvSpPr>
          <p:spPr>
            <a:xfrm>
              <a:off x="7307194" y="2935181"/>
              <a:ext cx="28093" cy="22721"/>
            </a:xfrm>
            <a:custGeom>
              <a:avLst/>
              <a:pathLst>
                <a:path w="28093" h="22721">
                  <a:moveTo>
                    <a:pt x="11918" y="0"/>
                  </a:moveTo>
                  <a:lnTo>
                    <a:pt x="15381" y="2266"/>
                  </a:lnTo>
                  <a:lnTo>
                    <a:pt x="14745" y="5851"/>
                  </a:lnTo>
                  <a:lnTo>
                    <a:pt x="17180" y="5534"/>
                  </a:lnTo>
                  <a:lnTo>
                    <a:pt x="20354" y="3670"/>
                  </a:lnTo>
                  <a:lnTo>
                    <a:pt x="25226" y="3830"/>
                  </a:lnTo>
                  <a:lnTo>
                    <a:pt x="28093" y="5262"/>
                  </a:lnTo>
                  <a:lnTo>
                    <a:pt x="27941" y="8000"/>
                  </a:lnTo>
                  <a:lnTo>
                    <a:pt x="22693" y="9859"/>
                  </a:lnTo>
                  <a:lnTo>
                    <a:pt x="17075" y="18585"/>
                  </a:lnTo>
                  <a:lnTo>
                    <a:pt x="15031" y="19304"/>
                  </a:lnTo>
                  <a:lnTo>
                    <a:pt x="11115" y="18218"/>
                  </a:lnTo>
                  <a:lnTo>
                    <a:pt x="8530" y="19062"/>
                  </a:lnTo>
                  <a:lnTo>
                    <a:pt x="9075" y="21759"/>
                  </a:lnTo>
                  <a:lnTo>
                    <a:pt x="7777" y="22721"/>
                  </a:lnTo>
                  <a:lnTo>
                    <a:pt x="5391" y="21610"/>
                  </a:lnTo>
                  <a:lnTo>
                    <a:pt x="3742" y="17227"/>
                  </a:lnTo>
                  <a:lnTo>
                    <a:pt x="1201" y="15150"/>
                  </a:lnTo>
                  <a:lnTo>
                    <a:pt x="0" y="15072"/>
                  </a:lnTo>
                  <a:lnTo>
                    <a:pt x="1478" y="11342"/>
                  </a:lnTo>
                  <a:lnTo>
                    <a:pt x="3777" y="11753"/>
                  </a:lnTo>
                  <a:lnTo>
                    <a:pt x="3265" y="13317"/>
                  </a:lnTo>
                  <a:lnTo>
                    <a:pt x="6268" y="14139"/>
                  </a:lnTo>
                  <a:lnTo>
                    <a:pt x="10553" y="12649"/>
                  </a:lnTo>
                  <a:lnTo>
                    <a:pt x="12990" y="9634"/>
                  </a:lnTo>
                  <a:lnTo>
                    <a:pt x="10029" y="3731"/>
                  </a:lnTo>
                  <a:lnTo>
                    <a:pt x="10403" y="242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2" name="ph5062"/>
            <p:cNvSpPr/>
            <p:nvPr/>
          </p:nvSpPr>
          <p:spPr>
            <a:xfrm>
              <a:off x="7358545" y="3047286"/>
              <a:ext cx="12787" cy="13443"/>
            </a:xfrm>
            <a:custGeom>
              <a:avLst/>
              <a:pathLst>
                <a:path w="12787" h="13443">
                  <a:moveTo>
                    <a:pt x="9195" y="2760"/>
                  </a:moveTo>
                  <a:lnTo>
                    <a:pt x="11622" y="5063"/>
                  </a:lnTo>
                  <a:lnTo>
                    <a:pt x="12787" y="8223"/>
                  </a:lnTo>
                  <a:lnTo>
                    <a:pt x="11319" y="9135"/>
                  </a:lnTo>
                  <a:lnTo>
                    <a:pt x="12492" y="12329"/>
                  </a:lnTo>
                  <a:lnTo>
                    <a:pt x="11140" y="13443"/>
                  </a:lnTo>
                  <a:lnTo>
                    <a:pt x="9346" y="10431"/>
                  </a:lnTo>
                  <a:lnTo>
                    <a:pt x="7125" y="8842"/>
                  </a:lnTo>
                  <a:lnTo>
                    <a:pt x="3939" y="9105"/>
                  </a:lnTo>
                  <a:lnTo>
                    <a:pt x="3047" y="10817"/>
                  </a:lnTo>
                  <a:lnTo>
                    <a:pt x="211" y="8707"/>
                  </a:lnTo>
                  <a:lnTo>
                    <a:pt x="0" y="5071"/>
                  </a:lnTo>
                  <a:lnTo>
                    <a:pt x="684" y="2610"/>
                  </a:lnTo>
                  <a:lnTo>
                    <a:pt x="1191" y="1333"/>
                  </a:lnTo>
                  <a:lnTo>
                    <a:pt x="331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3" name="ph5063"/>
            <p:cNvSpPr/>
            <p:nvPr/>
          </p:nvSpPr>
          <p:spPr>
            <a:xfrm>
              <a:off x="7263859" y="3085945"/>
              <a:ext cx="15386" cy="13086"/>
            </a:xfrm>
            <a:custGeom>
              <a:avLst/>
              <a:pathLst>
                <a:path w="15386" h="13086">
                  <a:moveTo>
                    <a:pt x="10254" y="1423"/>
                  </a:moveTo>
                  <a:lnTo>
                    <a:pt x="10040" y="4657"/>
                  </a:lnTo>
                  <a:lnTo>
                    <a:pt x="14155" y="9380"/>
                  </a:lnTo>
                  <a:lnTo>
                    <a:pt x="15386" y="13086"/>
                  </a:lnTo>
                  <a:lnTo>
                    <a:pt x="6190" y="12345"/>
                  </a:lnTo>
                  <a:lnTo>
                    <a:pt x="1610" y="11799"/>
                  </a:lnTo>
                  <a:lnTo>
                    <a:pt x="2868" y="8696"/>
                  </a:lnTo>
                  <a:lnTo>
                    <a:pt x="3637" y="7417"/>
                  </a:lnTo>
                  <a:lnTo>
                    <a:pt x="183" y="5858"/>
                  </a:lnTo>
                  <a:lnTo>
                    <a:pt x="0" y="4915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4" name="ph5064"/>
            <p:cNvSpPr/>
            <p:nvPr/>
          </p:nvSpPr>
          <p:spPr>
            <a:xfrm>
              <a:off x="7244708" y="3083143"/>
              <a:ext cx="25086" cy="24449"/>
            </a:xfrm>
            <a:custGeom>
              <a:avLst/>
              <a:pathLst>
                <a:path w="25086" h="24449">
                  <a:moveTo>
                    <a:pt x="23430" y="492"/>
                  </a:moveTo>
                  <a:lnTo>
                    <a:pt x="25086" y="2801"/>
                  </a:lnTo>
                  <a:lnTo>
                    <a:pt x="19151" y="7716"/>
                  </a:lnTo>
                  <a:lnTo>
                    <a:pt x="19334" y="8659"/>
                  </a:lnTo>
                  <a:lnTo>
                    <a:pt x="22788" y="10218"/>
                  </a:lnTo>
                  <a:lnTo>
                    <a:pt x="22020" y="11497"/>
                  </a:lnTo>
                  <a:lnTo>
                    <a:pt x="15133" y="13221"/>
                  </a:lnTo>
                  <a:lnTo>
                    <a:pt x="7543" y="17029"/>
                  </a:lnTo>
                  <a:lnTo>
                    <a:pt x="6215" y="18354"/>
                  </a:lnTo>
                  <a:lnTo>
                    <a:pt x="8256" y="18816"/>
                  </a:lnTo>
                  <a:lnTo>
                    <a:pt x="7377" y="23701"/>
                  </a:lnTo>
                  <a:lnTo>
                    <a:pt x="890" y="24449"/>
                  </a:lnTo>
                  <a:lnTo>
                    <a:pt x="0" y="22150"/>
                  </a:lnTo>
                  <a:lnTo>
                    <a:pt x="264" y="15067"/>
                  </a:lnTo>
                  <a:lnTo>
                    <a:pt x="2205" y="12523"/>
                  </a:lnTo>
                  <a:lnTo>
                    <a:pt x="8015" y="12961"/>
                  </a:lnTo>
                  <a:lnTo>
                    <a:pt x="14219" y="9922"/>
                  </a:lnTo>
                  <a:lnTo>
                    <a:pt x="17227" y="6878"/>
                  </a:lnTo>
                  <a:lnTo>
                    <a:pt x="17748" y="5364"/>
                  </a:lnTo>
                  <a:lnTo>
                    <a:pt x="20916" y="4642"/>
                  </a:lnTo>
                  <a:lnTo>
                    <a:pt x="21056" y="919"/>
                  </a:lnTo>
                  <a:lnTo>
                    <a:pt x="2196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5" name="ph5065"/>
            <p:cNvSpPr/>
            <p:nvPr/>
          </p:nvSpPr>
          <p:spPr>
            <a:xfrm>
              <a:off x="7250989" y="3172495"/>
              <a:ext cx="17565" cy="12645"/>
            </a:xfrm>
            <a:custGeom>
              <a:avLst/>
              <a:pathLst>
                <a:path w="17565" h="12645">
                  <a:moveTo>
                    <a:pt x="17565" y="61"/>
                  </a:moveTo>
                  <a:lnTo>
                    <a:pt x="12758" y="10230"/>
                  </a:lnTo>
                  <a:lnTo>
                    <a:pt x="13562" y="10950"/>
                  </a:lnTo>
                  <a:lnTo>
                    <a:pt x="13134" y="11580"/>
                  </a:lnTo>
                  <a:lnTo>
                    <a:pt x="10995" y="12521"/>
                  </a:lnTo>
                  <a:lnTo>
                    <a:pt x="6953" y="11957"/>
                  </a:lnTo>
                  <a:lnTo>
                    <a:pt x="6509" y="12645"/>
                  </a:lnTo>
                  <a:lnTo>
                    <a:pt x="0" y="9684"/>
                  </a:lnTo>
                  <a:lnTo>
                    <a:pt x="1003" y="7357"/>
                  </a:lnTo>
                  <a:lnTo>
                    <a:pt x="4376" y="5654"/>
                  </a:lnTo>
                  <a:lnTo>
                    <a:pt x="5447" y="3449"/>
                  </a:lnTo>
                  <a:lnTo>
                    <a:pt x="6963" y="3935"/>
                  </a:lnTo>
                  <a:lnTo>
                    <a:pt x="12136" y="3089"/>
                  </a:lnTo>
                  <a:lnTo>
                    <a:pt x="1652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6" name="ph5066"/>
            <p:cNvSpPr/>
            <p:nvPr/>
          </p:nvSpPr>
          <p:spPr>
            <a:xfrm>
              <a:off x="7396591" y="2997241"/>
              <a:ext cx="11167" cy="26427"/>
            </a:xfrm>
            <a:custGeom>
              <a:avLst/>
              <a:pathLst>
                <a:path w="11167" h="26427">
                  <a:moveTo>
                    <a:pt x="6475" y="0"/>
                  </a:moveTo>
                  <a:lnTo>
                    <a:pt x="8299" y="2021"/>
                  </a:lnTo>
                  <a:lnTo>
                    <a:pt x="7824" y="7961"/>
                  </a:lnTo>
                  <a:lnTo>
                    <a:pt x="6278" y="11787"/>
                  </a:lnTo>
                  <a:lnTo>
                    <a:pt x="8536" y="13541"/>
                  </a:lnTo>
                  <a:lnTo>
                    <a:pt x="11167" y="13309"/>
                  </a:lnTo>
                  <a:lnTo>
                    <a:pt x="10594" y="19502"/>
                  </a:lnTo>
                  <a:lnTo>
                    <a:pt x="9687" y="20951"/>
                  </a:lnTo>
                  <a:lnTo>
                    <a:pt x="5735" y="25859"/>
                  </a:lnTo>
                  <a:lnTo>
                    <a:pt x="2583" y="26427"/>
                  </a:lnTo>
                  <a:lnTo>
                    <a:pt x="4602" y="17411"/>
                  </a:lnTo>
                  <a:lnTo>
                    <a:pt x="1555" y="15828"/>
                  </a:lnTo>
                  <a:lnTo>
                    <a:pt x="0" y="15960"/>
                  </a:lnTo>
                  <a:lnTo>
                    <a:pt x="823" y="13491"/>
                  </a:lnTo>
                  <a:lnTo>
                    <a:pt x="171" y="12435"/>
                  </a:lnTo>
                  <a:lnTo>
                    <a:pt x="1402" y="10402"/>
                  </a:lnTo>
                  <a:lnTo>
                    <a:pt x="4901" y="8406"/>
                  </a:lnTo>
                  <a:lnTo>
                    <a:pt x="5056" y="26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7" name="ph5067"/>
            <p:cNvSpPr/>
            <p:nvPr/>
          </p:nvSpPr>
          <p:spPr>
            <a:xfrm>
              <a:off x="7340643" y="3148799"/>
              <a:ext cx="5334" cy="6513"/>
            </a:xfrm>
            <a:custGeom>
              <a:avLst/>
              <a:pathLst>
                <a:path w="5334" h="6513">
                  <a:moveTo>
                    <a:pt x="5334" y="2771"/>
                  </a:moveTo>
                  <a:lnTo>
                    <a:pt x="4186" y="6513"/>
                  </a:lnTo>
                  <a:lnTo>
                    <a:pt x="518" y="4983"/>
                  </a:lnTo>
                  <a:lnTo>
                    <a:pt x="0" y="3553"/>
                  </a:lnTo>
                  <a:lnTo>
                    <a:pt x="1152" y="1702"/>
                  </a:lnTo>
                  <a:lnTo>
                    <a:pt x="119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8" name="ph5068"/>
            <p:cNvSpPr/>
            <p:nvPr/>
          </p:nvSpPr>
          <p:spPr>
            <a:xfrm>
              <a:off x="7399673" y="3166253"/>
              <a:ext cx="18740" cy="18238"/>
            </a:xfrm>
            <a:custGeom>
              <a:avLst/>
              <a:pathLst>
                <a:path w="18740" h="18238">
                  <a:moveTo>
                    <a:pt x="11366" y="1600"/>
                  </a:moveTo>
                  <a:lnTo>
                    <a:pt x="14765" y="1339"/>
                  </a:lnTo>
                  <a:lnTo>
                    <a:pt x="17502" y="4146"/>
                  </a:lnTo>
                  <a:lnTo>
                    <a:pt x="18641" y="6624"/>
                  </a:lnTo>
                  <a:lnTo>
                    <a:pt x="18740" y="9532"/>
                  </a:lnTo>
                  <a:lnTo>
                    <a:pt x="16311" y="11457"/>
                  </a:lnTo>
                  <a:lnTo>
                    <a:pt x="18161" y="11464"/>
                  </a:lnTo>
                  <a:lnTo>
                    <a:pt x="14697" y="14151"/>
                  </a:lnTo>
                  <a:lnTo>
                    <a:pt x="10310" y="12804"/>
                  </a:lnTo>
                  <a:lnTo>
                    <a:pt x="8632" y="12417"/>
                  </a:lnTo>
                  <a:lnTo>
                    <a:pt x="1890" y="16681"/>
                  </a:lnTo>
                  <a:lnTo>
                    <a:pt x="1675" y="18238"/>
                  </a:lnTo>
                  <a:lnTo>
                    <a:pt x="0" y="18011"/>
                  </a:lnTo>
                  <a:lnTo>
                    <a:pt x="1319" y="15214"/>
                  </a:lnTo>
                  <a:lnTo>
                    <a:pt x="2900" y="14552"/>
                  </a:lnTo>
                  <a:lnTo>
                    <a:pt x="6240" y="12494"/>
                  </a:lnTo>
                  <a:lnTo>
                    <a:pt x="7739" y="10850"/>
                  </a:lnTo>
                  <a:lnTo>
                    <a:pt x="7725" y="9884"/>
                  </a:lnTo>
                  <a:lnTo>
                    <a:pt x="6209" y="7567"/>
                  </a:lnTo>
                  <a:lnTo>
                    <a:pt x="1703" y="7186"/>
                  </a:lnTo>
                  <a:lnTo>
                    <a:pt x="2733" y="3931"/>
                  </a:lnTo>
                  <a:lnTo>
                    <a:pt x="961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9" name="ph5069"/>
            <p:cNvSpPr/>
            <p:nvPr/>
          </p:nvSpPr>
          <p:spPr>
            <a:xfrm>
              <a:off x="7266306" y="3118247"/>
              <a:ext cx="6922" cy="6148"/>
            </a:xfrm>
            <a:custGeom>
              <a:avLst/>
              <a:pathLst>
                <a:path w="6922" h="6148">
                  <a:moveTo>
                    <a:pt x="3022" y="0"/>
                  </a:moveTo>
                  <a:lnTo>
                    <a:pt x="6922" y="2423"/>
                  </a:lnTo>
                  <a:lnTo>
                    <a:pt x="6774" y="6148"/>
                  </a:lnTo>
                  <a:lnTo>
                    <a:pt x="0" y="250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0" name="ph5070"/>
            <p:cNvSpPr/>
            <p:nvPr/>
          </p:nvSpPr>
          <p:spPr>
            <a:xfrm>
              <a:off x="7364598" y="3093388"/>
              <a:ext cx="18411" cy="27935"/>
            </a:xfrm>
            <a:custGeom>
              <a:avLst/>
              <a:pathLst>
                <a:path w="18411" h="27935">
                  <a:moveTo>
                    <a:pt x="4533" y="743"/>
                  </a:moveTo>
                  <a:lnTo>
                    <a:pt x="13155" y="2855"/>
                  </a:lnTo>
                  <a:lnTo>
                    <a:pt x="16967" y="1137"/>
                  </a:lnTo>
                  <a:lnTo>
                    <a:pt x="18411" y="2264"/>
                  </a:lnTo>
                  <a:lnTo>
                    <a:pt x="18387" y="5451"/>
                  </a:lnTo>
                  <a:lnTo>
                    <a:pt x="15522" y="7220"/>
                  </a:lnTo>
                  <a:lnTo>
                    <a:pt x="14487" y="9202"/>
                  </a:lnTo>
                  <a:lnTo>
                    <a:pt x="14800" y="10893"/>
                  </a:lnTo>
                  <a:lnTo>
                    <a:pt x="16688" y="12459"/>
                  </a:lnTo>
                  <a:lnTo>
                    <a:pt x="14859" y="17941"/>
                  </a:lnTo>
                  <a:lnTo>
                    <a:pt x="13222" y="20448"/>
                  </a:lnTo>
                  <a:lnTo>
                    <a:pt x="12960" y="24751"/>
                  </a:lnTo>
                  <a:lnTo>
                    <a:pt x="10422" y="27915"/>
                  </a:lnTo>
                  <a:lnTo>
                    <a:pt x="9516" y="27935"/>
                  </a:lnTo>
                  <a:lnTo>
                    <a:pt x="8962" y="25565"/>
                  </a:lnTo>
                  <a:lnTo>
                    <a:pt x="8113" y="25243"/>
                  </a:lnTo>
                  <a:lnTo>
                    <a:pt x="5935" y="26316"/>
                  </a:lnTo>
                  <a:lnTo>
                    <a:pt x="3791" y="25371"/>
                  </a:lnTo>
                  <a:lnTo>
                    <a:pt x="3434" y="22271"/>
                  </a:lnTo>
                  <a:lnTo>
                    <a:pt x="3549" y="15977"/>
                  </a:lnTo>
                  <a:lnTo>
                    <a:pt x="850" y="12829"/>
                  </a:lnTo>
                  <a:lnTo>
                    <a:pt x="3464" y="9645"/>
                  </a:lnTo>
                  <a:lnTo>
                    <a:pt x="2593" y="8366"/>
                  </a:lnTo>
                  <a:lnTo>
                    <a:pt x="0" y="7678"/>
                  </a:lnTo>
                  <a:lnTo>
                    <a:pt x="412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1" name="ph5071"/>
            <p:cNvSpPr/>
            <p:nvPr/>
          </p:nvSpPr>
          <p:spPr>
            <a:xfrm>
              <a:off x="7371053" y="2995062"/>
              <a:ext cx="4988" cy="9605"/>
            </a:xfrm>
            <a:custGeom>
              <a:avLst/>
              <a:pathLst>
                <a:path w="4988" h="9605">
                  <a:moveTo>
                    <a:pt x="3447" y="0"/>
                  </a:moveTo>
                  <a:lnTo>
                    <a:pt x="4988" y="6250"/>
                  </a:lnTo>
                  <a:lnTo>
                    <a:pt x="605" y="9605"/>
                  </a:lnTo>
                  <a:lnTo>
                    <a:pt x="0" y="200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2" name="ph5072"/>
            <p:cNvSpPr/>
            <p:nvPr/>
          </p:nvSpPr>
          <p:spPr>
            <a:xfrm>
              <a:off x="7302415" y="2956568"/>
              <a:ext cx="12556" cy="17029"/>
            </a:xfrm>
            <a:custGeom>
              <a:avLst/>
              <a:pathLst>
                <a:path w="12556" h="17029">
                  <a:moveTo>
                    <a:pt x="10170" y="223"/>
                  </a:moveTo>
                  <a:lnTo>
                    <a:pt x="12556" y="1334"/>
                  </a:lnTo>
                  <a:lnTo>
                    <a:pt x="11567" y="4588"/>
                  </a:lnTo>
                  <a:lnTo>
                    <a:pt x="8423" y="8246"/>
                  </a:lnTo>
                  <a:lnTo>
                    <a:pt x="6292" y="14942"/>
                  </a:lnTo>
                  <a:lnTo>
                    <a:pt x="4789" y="17023"/>
                  </a:lnTo>
                  <a:lnTo>
                    <a:pt x="3269" y="17029"/>
                  </a:lnTo>
                  <a:lnTo>
                    <a:pt x="3257" y="15444"/>
                  </a:lnTo>
                  <a:lnTo>
                    <a:pt x="276" y="12929"/>
                  </a:lnTo>
                  <a:lnTo>
                    <a:pt x="0" y="11766"/>
                  </a:lnTo>
                  <a:lnTo>
                    <a:pt x="985" y="11322"/>
                  </a:lnTo>
                  <a:lnTo>
                    <a:pt x="5237" y="5886"/>
                  </a:lnTo>
                  <a:lnTo>
                    <a:pt x="6020" y="1009"/>
                  </a:lnTo>
                  <a:lnTo>
                    <a:pt x="770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3" name="ph5073"/>
            <p:cNvSpPr/>
            <p:nvPr/>
          </p:nvSpPr>
          <p:spPr>
            <a:xfrm>
              <a:off x="7387094" y="3149668"/>
              <a:ext cx="23862" cy="24186"/>
            </a:xfrm>
            <a:custGeom>
              <a:avLst/>
              <a:pathLst>
                <a:path w="23862" h="24186">
                  <a:moveTo>
                    <a:pt x="17119" y="46"/>
                  </a:moveTo>
                  <a:lnTo>
                    <a:pt x="23862" y="0"/>
                  </a:lnTo>
                  <a:lnTo>
                    <a:pt x="21211" y="4542"/>
                  </a:lnTo>
                  <a:lnTo>
                    <a:pt x="23509" y="6272"/>
                  </a:lnTo>
                  <a:lnTo>
                    <a:pt x="21434" y="12618"/>
                  </a:lnTo>
                  <a:lnTo>
                    <a:pt x="17914" y="13754"/>
                  </a:lnTo>
                  <a:lnTo>
                    <a:pt x="16333" y="12895"/>
                  </a:lnTo>
                  <a:lnTo>
                    <a:pt x="13273" y="20900"/>
                  </a:lnTo>
                  <a:lnTo>
                    <a:pt x="7071" y="24186"/>
                  </a:lnTo>
                  <a:lnTo>
                    <a:pt x="6231" y="24151"/>
                  </a:lnTo>
                  <a:lnTo>
                    <a:pt x="3350" y="20209"/>
                  </a:lnTo>
                  <a:lnTo>
                    <a:pt x="1695" y="20268"/>
                  </a:lnTo>
                  <a:lnTo>
                    <a:pt x="3939" y="15426"/>
                  </a:lnTo>
                  <a:lnTo>
                    <a:pt x="1446" y="13333"/>
                  </a:lnTo>
                  <a:lnTo>
                    <a:pt x="229" y="12198"/>
                  </a:lnTo>
                  <a:lnTo>
                    <a:pt x="0" y="8320"/>
                  </a:lnTo>
                  <a:lnTo>
                    <a:pt x="1768" y="4536"/>
                  </a:lnTo>
                  <a:lnTo>
                    <a:pt x="6672" y="7130"/>
                  </a:lnTo>
                  <a:lnTo>
                    <a:pt x="8015" y="5184"/>
                  </a:lnTo>
                  <a:lnTo>
                    <a:pt x="6661" y="3870"/>
                  </a:lnTo>
                  <a:lnTo>
                    <a:pt x="8664" y="2088"/>
                  </a:lnTo>
                  <a:lnTo>
                    <a:pt x="13420" y="25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4" name="ph5074"/>
            <p:cNvSpPr/>
            <p:nvPr/>
          </p:nvSpPr>
          <p:spPr>
            <a:xfrm>
              <a:off x="7333452" y="3158167"/>
              <a:ext cx="20713" cy="23659"/>
            </a:xfrm>
            <a:custGeom>
              <a:avLst/>
              <a:pathLst>
                <a:path w="20713" h="23659">
                  <a:moveTo>
                    <a:pt x="6722" y="12"/>
                  </a:moveTo>
                  <a:lnTo>
                    <a:pt x="6759" y="2160"/>
                  </a:lnTo>
                  <a:lnTo>
                    <a:pt x="7858" y="2970"/>
                  </a:lnTo>
                  <a:lnTo>
                    <a:pt x="10225" y="3430"/>
                  </a:lnTo>
                  <a:lnTo>
                    <a:pt x="12080" y="2282"/>
                  </a:lnTo>
                  <a:lnTo>
                    <a:pt x="14083" y="4943"/>
                  </a:lnTo>
                  <a:lnTo>
                    <a:pt x="13527" y="8373"/>
                  </a:lnTo>
                  <a:lnTo>
                    <a:pt x="11614" y="12210"/>
                  </a:lnTo>
                  <a:lnTo>
                    <a:pt x="12231" y="13005"/>
                  </a:lnTo>
                  <a:lnTo>
                    <a:pt x="16132" y="12468"/>
                  </a:lnTo>
                  <a:lnTo>
                    <a:pt x="18232" y="13431"/>
                  </a:lnTo>
                  <a:lnTo>
                    <a:pt x="18337" y="14717"/>
                  </a:lnTo>
                  <a:lnTo>
                    <a:pt x="15904" y="15838"/>
                  </a:lnTo>
                  <a:lnTo>
                    <a:pt x="18112" y="18309"/>
                  </a:lnTo>
                  <a:lnTo>
                    <a:pt x="20713" y="19209"/>
                  </a:lnTo>
                  <a:lnTo>
                    <a:pt x="17682" y="23659"/>
                  </a:lnTo>
                  <a:lnTo>
                    <a:pt x="14306" y="20859"/>
                  </a:lnTo>
                  <a:lnTo>
                    <a:pt x="13867" y="21814"/>
                  </a:lnTo>
                  <a:lnTo>
                    <a:pt x="10799" y="20052"/>
                  </a:lnTo>
                  <a:lnTo>
                    <a:pt x="5190" y="19242"/>
                  </a:lnTo>
                  <a:lnTo>
                    <a:pt x="3621" y="20227"/>
                  </a:lnTo>
                  <a:lnTo>
                    <a:pt x="3089" y="18356"/>
                  </a:lnTo>
                  <a:lnTo>
                    <a:pt x="5767" y="12260"/>
                  </a:lnTo>
                  <a:lnTo>
                    <a:pt x="5619" y="9578"/>
                  </a:lnTo>
                  <a:lnTo>
                    <a:pt x="0" y="5423"/>
                  </a:lnTo>
                  <a:lnTo>
                    <a:pt x="3909" y="0"/>
                  </a:lnTo>
                  <a:lnTo>
                    <a:pt x="5137" y="6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5" name="ph5075"/>
            <p:cNvSpPr/>
            <p:nvPr/>
          </p:nvSpPr>
          <p:spPr>
            <a:xfrm>
              <a:off x="7323723" y="3101754"/>
              <a:ext cx="22344" cy="24879"/>
            </a:xfrm>
            <a:custGeom>
              <a:avLst/>
              <a:pathLst>
                <a:path w="22344" h="24879">
                  <a:moveTo>
                    <a:pt x="4251" y="382"/>
                  </a:moveTo>
                  <a:lnTo>
                    <a:pt x="10851" y="3650"/>
                  </a:lnTo>
                  <a:lnTo>
                    <a:pt x="12287" y="2680"/>
                  </a:lnTo>
                  <a:lnTo>
                    <a:pt x="17754" y="7395"/>
                  </a:lnTo>
                  <a:lnTo>
                    <a:pt x="22344" y="9124"/>
                  </a:lnTo>
                  <a:lnTo>
                    <a:pt x="18320" y="12033"/>
                  </a:lnTo>
                  <a:lnTo>
                    <a:pt x="12530" y="17922"/>
                  </a:lnTo>
                  <a:lnTo>
                    <a:pt x="9220" y="23407"/>
                  </a:lnTo>
                  <a:lnTo>
                    <a:pt x="9697" y="24879"/>
                  </a:lnTo>
                  <a:lnTo>
                    <a:pt x="5168" y="22118"/>
                  </a:lnTo>
                  <a:lnTo>
                    <a:pt x="5499" y="21764"/>
                  </a:lnTo>
                  <a:lnTo>
                    <a:pt x="2620" y="20531"/>
                  </a:lnTo>
                  <a:lnTo>
                    <a:pt x="2412" y="21250"/>
                  </a:lnTo>
                  <a:lnTo>
                    <a:pt x="1470" y="20956"/>
                  </a:lnTo>
                  <a:lnTo>
                    <a:pt x="768" y="20026"/>
                  </a:lnTo>
                  <a:lnTo>
                    <a:pt x="0" y="17742"/>
                  </a:lnTo>
                  <a:lnTo>
                    <a:pt x="1365" y="16653"/>
                  </a:lnTo>
                  <a:lnTo>
                    <a:pt x="6623" y="17667"/>
                  </a:lnTo>
                  <a:lnTo>
                    <a:pt x="7806" y="16273"/>
                  </a:lnTo>
                  <a:lnTo>
                    <a:pt x="6228" y="12959"/>
                  </a:lnTo>
                  <a:lnTo>
                    <a:pt x="4724" y="14200"/>
                  </a:lnTo>
                  <a:lnTo>
                    <a:pt x="2220" y="12873"/>
                  </a:lnTo>
                  <a:lnTo>
                    <a:pt x="1580" y="11460"/>
                  </a:lnTo>
                  <a:lnTo>
                    <a:pt x="2018" y="8954"/>
                  </a:lnTo>
                  <a:lnTo>
                    <a:pt x="3567" y="8541"/>
                  </a:lnTo>
                  <a:lnTo>
                    <a:pt x="3894" y="4708"/>
                  </a:lnTo>
                  <a:lnTo>
                    <a:pt x="260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6" name="ph5076"/>
            <p:cNvSpPr/>
            <p:nvPr/>
          </p:nvSpPr>
          <p:spPr>
            <a:xfrm>
              <a:off x="7338927" y="3143100"/>
              <a:ext cx="5334" cy="5385"/>
            </a:xfrm>
            <a:custGeom>
              <a:avLst/>
              <a:pathLst>
                <a:path w="5334" h="5385">
                  <a:moveTo>
                    <a:pt x="5334" y="1118"/>
                  </a:moveTo>
                  <a:lnTo>
                    <a:pt x="2551" y="4521"/>
                  </a:lnTo>
                  <a:lnTo>
                    <a:pt x="880" y="5385"/>
                  </a:lnTo>
                  <a:lnTo>
                    <a:pt x="0" y="4221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7" name="ph5077"/>
            <p:cNvSpPr/>
            <p:nvPr/>
          </p:nvSpPr>
          <p:spPr>
            <a:xfrm>
              <a:off x="7279106" y="3166892"/>
              <a:ext cx="10782" cy="14382"/>
            </a:xfrm>
            <a:custGeom>
              <a:avLst/>
              <a:pathLst>
                <a:path w="10782" h="14382">
                  <a:moveTo>
                    <a:pt x="10782" y="2283"/>
                  </a:moveTo>
                  <a:lnTo>
                    <a:pt x="9321" y="5589"/>
                  </a:lnTo>
                  <a:lnTo>
                    <a:pt x="9650" y="7388"/>
                  </a:lnTo>
                  <a:lnTo>
                    <a:pt x="8714" y="12335"/>
                  </a:lnTo>
                  <a:lnTo>
                    <a:pt x="7618" y="13856"/>
                  </a:lnTo>
                  <a:lnTo>
                    <a:pt x="6173" y="14382"/>
                  </a:lnTo>
                  <a:lnTo>
                    <a:pt x="5923" y="9983"/>
                  </a:lnTo>
                  <a:lnTo>
                    <a:pt x="3781" y="8660"/>
                  </a:lnTo>
                  <a:lnTo>
                    <a:pt x="3052" y="8903"/>
                  </a:lnTo>
                  <a:lnTo>
                    <a:pt x="4433" y="4494"/>
                  </a:lnTo>
                  <a:lnTo>
                    <a:pt x="1638" y="7465"/>
                  </a:lnTo>
                  <a:lnTo>
                    <a:pt x="543" y="6554"/>
                  </a:lnTo>
                  <a:lnTo>
                    <a:pt x="0" y="2346"/>
                  </a:lnTo>
                  <a:lnTo>
                    <a:pt x="7990" y="1424"/>
                  </a:lnTo>
                  <a:lnTo>
                    <a:pt x="866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8" name="ph5078"/>
            <p:cNvSpPr/>
            <p:nvPr/>
          </p:nvSpPr>
          <p:spPr>
            <a:xfrm>
              <a:off x="7366931" y="3130332"/>
              <a:ext cx="37856" cy="33499"/>
            </a:xfrm>
            <a:custGeom>
              <a:avLst/>
              <a:pathLst>
                <a:path w="37856" h="33499">
                  <a:moveTo>
                    <a:pt x="21779" y="10924"/>
                  </a:moveTo>
                  <a:lnTo>
                    <a:pt x="25564" y="12221"/>
                  </a:lnTo>
                  <a:lnTo>
                    <a:pt x="28833" y="10664"/>
                  </a:lnTo>
                  <a:lnTo>
                    <a:pt x="29261" y="13007"/>
                  </a:lnTo>
                  <a:lnTo>
                    <a:pt x="35344" y="13642"/>
                  </a:lnTo>
                  <a:lnTo>
                    <a:pt x="37856" y="18216"/>
                  </a:lnTo>
                  <a:lnTo>
                    <a:pt x="37282" y="19382"/>
                  </a:lnTo>
                  <a:lnTo>
                    <a:pt x="33584" y="19587"/>
                  </a:lnTo>
                  <a:lnTo>
                    <a:pt x="28827" y="21424"/>
                  </a:lnTo>
                  <a:lnTo>
                    <a:pt x="26824" y="23206"/>
                  </a:lnTo>
                  <a:lnTo>
                    <a:pt x="28178" y="24519"/>
                  </a:lnTo>
                  <a:lnTo>
                    <a:pt x="26836" y="26466"/>
                  </a:lnTo>
                  <a:lnTo>
                    <a:pt x="21931" y="23872"/>
                  </a:lnTo>
                  <a:lnTo>
                    <a:pt x="20163" y="27656"/>
                  </a:lnTo>
                  <a:lnTo>
                    <a:pt x="20393" y="31534"/>
                  </a:lnTo>
                  <a:lnTo>
                    <a:pt x="21609" y="32668"/>
                  </a:lnTo>
                  <a:lnTo>
                    <a:pt x="19821" y="33499"/>
                  </a:lnTo>
                  <a:lnTo>
                    <a:pt x="17283" y="28581"/>
                  </a:lnTo>
                  <a:lnTo>
                    <a:pt x="10292" y="26824"/>
                  </a:lnTo>
                  <a:lnTo>
                    <a:pt x="10307" y="25146"/>
                  </a:lnTo>
                  <a:lnTo>
                    <a:pt x="8699" y="24833"/>
                  </a:lnTo>
                  <a:lnTo>
                    <a:pt x="6224" y="22589"/>
                  </a:lnTo>
                  <a:lnTo>
                    <a:pt x="2777" y="18319"/>
                  </a:lnTo>
                  <a:lnTo>
                    <a:pt x="3484" y="14560"/>
                  </a:lnTo>
                  <a:lnTo>
                    <a:pt x="0" y="11424"/>
                  </a:lnTo>
                  <a:lnTo>
                    <a:pt x="777" y="9923"/>
                  </a:lnTo>
                  <a:lnTo>
                    <a:pt x="9319" y="10031"/>
                  </a:lnTo>
                  <a:lnTo>
                    <a:pt x="11346" y="11295"/>
                  </a:lnTo>
                  <a:lnTo>
                    <a:pt x="1648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9" name="ph5079"/>
            <p:cNvSpPr/>
            <p:nvPr/>
          </p:nvSpPr>
          <p:spPr>
            <a:xfrm>
              <a:off x="7296867" y="2950254"/>
              <a:ext cx="15718" cy="17636"/>
            </a:xfrm>
            <a:custGeom>
              <a:avLst/>
              <a:pathLst>
                <a:path w="15718" h="17636">
                  <a:moveTo>
                    <a:pt x="11528" y="77"/>
                  </a:moveTo>
                  <a:lnTo>
                    <a:pt x="14070" y="2154"/>
                  </a:lnTo>
                  <a:lnTo>
                    <a:pt x="15718" y="6537"/>
                  </a:lnTo>
                  <a:lnTo>
                    <a:pt x="13254" y="6313"/>
                  </a:lnTo>
                  <a:lnTo>
                    <a:pt x="11568" y="7323"/>
                  </a:lnTo>
                  <a:lnTo>
                    <a:pt x="10785" y="12200"/>
                  </a:lnTo>
                  <a:lnTo>
                    <a:pt x="6533" y="17636"/>
                  </a:lnTo>
                  <a:lnTo>
                    <a:pt x="839" y="12866"/>
                  </a:lnTo>
                  <a:lnTo>
                    <a:pt x="0" y="12206"/>
                  </a:lnTo>
                  <a:lnTo>
                    <a:pt x="26" y="10498"/>
                  </a:lnTo>
                  <a:lnTo>
                    <a:pt x="1742" y="10849"/>
                  </a:lnTo>
                  <a:lnTo>
                    <a:pt x="1889" y="10217"/>
                  </a:lnTo>
                  <a:lnTo>
                    <a:pt x="922" y="8158"/>
                  </a:lnTo>
                  <a:lnTo>
                    <a:pt x="2196" y="7406"/>
                  </a:lnTo>
                  <a:lnTo>
                    <a:pt x="2092" y="3379"/>
                  </a:lnTo>
                  <a:lnTo>
                    <a:pt x="8922" y="1718"/>
                  </a:lnTo>
                  <a:lnTo>
                    <a:pt x="1032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0" name="ph5080"/>
            <p:cNvSpPr/>
            <p:nvPr/>
          </p:nvSpPr>
          <p:spPr>
            <a:xfrm>
              <a:off x="7389798" y="3073485"/>
              <a:ext cx="24903" cy="22644"/>
            </a:xfrm>
            <a:custGeom>
              <a:avLst/>
              <a:pathLst>
                <a:path w="24903" h="22644">
                  <a:moveTo>
                    <a:pt x="24241" y="452"/>
                  </a:moveTo>
                  <a:lnTo>
                    <a:pt x="24903" y="2039"/>
                  </a:lnTo>
                  <a:lnTo>
                    <a:pt x="24365" y="2745"/>
                  </a:lnTo>
                  <a:lnTo>
                    <a:pt x="18957" y="1809"/>
                  </a:lnTo>
                  <a:lnTo>
                    <a:pt x="16385" y="2076"/>
                  </a:lnTo>
                  <a:lnTo>
                    <a:pt x="23484" y="3577"/>
                  </a:lnTo>
                  <a:lnTo>
                    <a:pt x="24430" y="7092"/>
                  </a:lnTo>
                  <a:lnTo>
                    <a:pt x="22225" y="8368"/>
                  </a:lnTo>
                  <a:lnTo>
                    <a:pt x="19343" y="7247"/>
                  </a:lnTo>
                  <a:lnTo>
                    <a:pt x="17539" y="11374"/>
                  </a:lnTo>
                  <a:lnTo>
                    <a:pt x="23177" y="16848"/>
                  </a:lnTo>
                  <a:lnTo>
                    <a:pt x="24697" y="18722"/>
                  </a:lnTo>
                  <a:lnTo>
                    <a:pt x="24422" y="19715"/>
                  </a:lnTo>
                  <a:lnTo>
                    <a:pt x="23073" y="20748"/>
                  </a:lnTo>
                  <a:lnTo>
                    <a:pt x="20444" y="18716"/>
                  </a:lnTo>
                  <a:lnTo>
                    <a:pt x="14500" y="16793"/>
                  </a:lnTo>
                  <a:lnTo>
                    <a:pt x="12737" y="20922"/>
                  </a:lnTo>
                  <a:lnTo>
                    <a:pt x="12490" y="21715"/>
                  </a:lnTo>
                  <a:lnTo>
                    <a:pt x="9275" y="22644"/>
                  </a:lnTo>
                  <a:lnTo>
                    <a:pt x="8990" y="20938"/>
                  </a:lnTo>
                  <a:lnTo>
                    <a:pt x="11609" y="20019"/>
                  </a:lnTo>
                  <a:lnTo>
                    <a:pt x="9856" y="16764"/>
                  </a:lnTo>
                  <a:lnTo>
                    <a:pt x="7460" y="17837"/>
                  </a:lnTo>
                  <a:lnTo>
                    <a:pt x="4182" y="17224"/>
                  </a:lnTo>
                  <a:lnTo>
                    <a:pt x="2128" y="15939"/>
                  </a:lnTo>
                  <a:lnTo>
                    <a:pt x="0" y="8566"/>
                  </a:lnTo>
                  <a:lnTo>
                    <a:pt x="942" y="7090"/>
                  </a:lnTo>
                  <a:lnTo>
                    <a:pt x="3454" y="5737"/>
                  </a:lnTo>
                  <a:lnTo>
                    <a:pt x="3804" y="3830"/>
                  </a:lnTo>
                  <a:lnTo>
                    <a:pt x="6856" y="1318"/>
                  </a:lnTo>
                  <a:lnTo>
                    <a:pt x="9524" y="2213"/>
                  </a:lnTo>
                  <a:lnTo>
                    <a:pt x="14509" y="2257"/>
                  </a:lnTo>
                  <a:lnTo>
                    <a:pt x="15959" y="1885"/>
                  </a:lnTo>
                  <a:lnTo>
                    <a:pt x="1725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1" name="ph5081"/>
            <p:cNvSpPr/>
            <p:nvPr/>
          </p:nvSpPr>
          <p:spPr>
            <a:xfrm>
              <a:off x="7308239" y="3193607"/>
              <a:ext cx="26156" cy="22471"/>
            </a:xfrm>
            <a:custGeom>
              <a:avLst/>
              <a:pathLst>
                <a:path w="26156" h="22471">
                  <a:moveTo>
                    <a:pt x="14138" y="0"/>
                  </a:moveTo>
                  <a:lnTo>
                    <a:pt x="16482" y="2119"/>
                  </a:lnTo>
                  <a:lnTo>
                    <a:pt x="20276" y="2293"/>
                  </a:lnTo>
                  <a:lnTo>
                    <a:pt x="23730" y="7690"/>
                  </a:lnTo>
                  <a:lnTo>
                    <a:pt x="26156" y="13963"/>
                  </a:lnTo>
                  <a:lnTo>
                    <a:pt x="24514" y="19789"/>
                  </a:lnTo>
                  <a:lnTo>
                    <a:pt x="25580" y="21671"/>
                  </a:lnTo>
                  <a:lnTo>
                    <a:pt x="17330" y="22471"/>
                  </a:lnTo>
                  <a:lnTo>
                    <a:pt x="4236" y="19081"/>
                  </a:lnTo>
                  <a:lnTo>
                    <a:pt x="2233" y="19475"/>
                  </a:lnTo>
                  <a:lnTo>
                    <a:pt x="187" y="18785"/>
                  </a:lnTo>
                  <a:lnTo>
                    <a:pt x="794" y="12724"/>
                  </a:lnTo>
                  <a:lnTo>
                    <a:pt x="0" y="12525"/>
                  </a:lnTo>
                  <a:lnTo>
                    <a:pt x="721" y="10978"/>
                  </a:lnTo>
                  <a:lnTo>
                    <a:pt x="7644" y="10146"/>
                  </a:lnTo>
                  <a:lnTo>
                    <a:pt x="7709" y="9274"/>
                  </a:lnTo>
                  <a:lnTo>
                    <a:pt x="4255" y="8031"/>
                  </a:lnTo>
                  <a:lnTo>
                    <a:pt x="5312" y="4768"/>
                  </a:lnTo>
                  <a:lnTo>
                    <a:pt x="6478" y="5129"/>
                  </a:lnTo>
                  <a:lnTo>
                    <a:pt x="7143" y="2103"/>
                  </a:lnTo>
                  <a:lnTo>
                    <a:pt x="10056" y="51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2" name="ph5082"/>
            <p:cNvSpPr/>
            <p:nvPr/>
          </p:nvSpPr>
          <p:spPr>
            <a:xfrm>
              <a:off x="7387885" y="2998357"/>
              <a:ext cx="8413" cy="14399"/>
            </a:xfrm>
            <a:custGeom>
              <a:avLst/>
              <a:pathLst>
                <a:path w="8413" h="14399">
                  <a:moveTo>
                    <a:pt x="8413" y="2491"/>
                  </a:moveTo>
                  <a:lnTo>
                    <a:pt x="7952" y="3633"/>
                  </a:lnTo>
                  <a:lnTo>
                    <a:pt x="4504" y="6209"/>
                  </a:lnTo>
                  <a:lnTo>
                    <a:pt x="3108" y="9309"/>
                  </a:lnTo>
                  <a:lnTo>
                    <a:pt x="2612" y="12137"/>
                  </a:lnTo>
                  <a:lnTo>
                    <a:pt x="4069" y="13986"/>
                  </a:lnTo>
                  <a:lnTo>
                    <a:pt x="904" y="14399"/>
                  </a:lnTo>
                  <a:lnTo>
                    <a:pt x="0" y="13222"/>
                  </a:lnTo>
                  <a:lnTo>
                    <a:pt x="356" y="9249"/>
                  </a:lnTo>
                  <a:lnTo>
                    <a:pt x="3922" y="899"/>
                  </a:lnTo>
                  <a:lnTo>
                    <a:pt x="634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3" name="ph5083"/>
            <p:cNvSpPr/>
            <p:nvPr/>
          </p:nvSpPr>
          <p:spPr>
            <a:xfrm>
              <a:off x="7366525" y="3069894"/>
              <a:ext cx="23159" cy="26349"/>
            </a:xfrm>
            <a:custGeom>
              <a:avLst/>
              <a:pathLst>
                <a:path w="23159" h="26349">
                  <a:moveTo>
                    <a:pt x="5445" y="4074"/>
                  </a:moveTo>
                  <a:lnTo>
                    <a:pt x="6090" y="3903"/>
                  </a:lnTo>
                  <a:lnTo>
                    <a:pt x="7203" y="5541"/>
                  </a:lnTo>
                  <a:lnTo>
                    <a:pt x="10630" y="1622"/>
                  </a:lnTo>
                  <a:lnTo>
                    <a:pt x="12380" y="995"/>
                  </a:lnTo>
                  <a:lnTo>
                    <a:pt x="13110" y="4299"/>
                  </a:lnTo>
                  <a:lnTo>
                    <a:pt x="14639" y="5598"/>
                  </a:lnTo>
                  <a:lnTo>
                    <a:pt x="17861" y="5401"/>
                  </a:lnTo>
                  <a:lnTo>
                    <a:pt x="19122" y="5991"/>
                  </a:lnTo>
                  <a:lnTo>
                    <a:pt x="23159" y="11246"/>
                  </a:lnTo>
                  <a:lnTo>
                    <a:pt x="16666" y="14449"/>
                  </a:lnTo>
                  <a:lnTo>
                    <a:pt x="13559" y="14877"/>
                  </a:lnTo>
                  <a:lnTo>
                    <a:pt x="17233" y="21093"/>
                  </a:lnTo>
                  <a:lnTo>
                    <a:pt x="17451" y="24046"/>
                  </a:lnTo>
                  <a:lnTo>
                    <a:pt x="16484" y="25758"/>
                  </a:lnTo>
                  <a:lnTo>
                    <a:pt x="15039" y="24631"/>
                  </a:lnTo>
                  <a:lnTo>
                    <a:pt x="11228" y="26349"/>
                  </a:lnTo>
                  <a:lnTo>
                    <a:pt x="2605" y="24237"/>
                  </a:lnTo>
                  <a:lnTo>
                    <a:pt x="2194" y="23493"/>
                  </a:lnTo>
                  <a:lnTo>
                    <a:pt x="5195" y="17020"/>
                  </a:lnTo>
                  <a:lnTo>
                    <a:pt x="2489" y="16095"/>
                  </a:lnTo>
                  <a:lnTo>
                    <a:pt x="4971" y="13397"/>
                  </a:lnTo>
                  <a:lnTo>
                    <a:pt x="4117" y="9613"/>
                  </a:lnTo>
                  <a:lnTo>
                    <a:pt x="0" y="8463"/>
                  </a:lnTo>
                  <a:lnTo>
                    <a:pt x="706" y="159"/>
                  </a:lnTo>
                  <a:lnTo>
                    <a:pt x="163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4" name="ph5084"/>
            <p:cNvSpPr/>
            <p:nvPr/>
          </p:nvSpPr>
          <p:spPr>
            <a:xfrm>
              <a:off x="7303001" y="3242028"/>
              <a:ext cx="14624" cy="21533"/>
            </a:xfrm>
            <a:custGeom>
              <a:avLst/>
              <a:pathLst>
                <a:path w="14624" h="21533">
                  <a:moveTo>
                    <a:pt x="11276" y="1427"/>
                  </a:moveTo>
                  <a:lnTo>
                    <a:pt x="13332" y="4566"/>
                  </a:lnTo>
                  <a:lnTo>
                    <a:pt x="14023" y="4600"/>
                  </a:lnTo>
                  <a:lnTo>
                    <a:pt x="14624" y="7112"/>
                  </a:lnTo>
                  <a:lnTo>
                    <a:pt x="12935" y="17004"/>
                  </a:lnTo>
                  <a:lnTo>
                    <a:pt x="13280" y="19412"/>
                  </a:lnTo>
                  <a:lnTo>
                    <a:pt x="10457" y="20127"/>
                  </a:lnTo>
                  <a:lnTo>
                    <a:pt x="7564" y="21533"/>
                  </a:lnTo>
                  <a:lnTo>
                    <a:pt x="3339" y="20862"/>
                  </a:lnTo>
                  <a:lnTo>
                    <a:pt x="3462" y="15298"/>
                  </a:lnTo>
                  <a:lnTo>
                    <a:pt x="2776" y="13131"/>
                  </a:lnTo>
                  <a:lnTo>
                    <a:pt x="356" y="11768"/>
                  </a:lnTo>
                  <a:lnTo>
                    <a:pt x="0" y="9423"/>
                  </a:lnTo>
                  <a:lnTo>
                    <a:pt x="1507" y="7012"/>
                  </a:lnTo>
                  <a:lnTo>
                    <a:pt x="7" y="4791"/>
                  </a:lnTo>
                  <a:lnTo>
                    <a:pt x="4348" y="3829"/>
                  </a:lnTo>
                  <a:lnTo>
                    <a:pt x="4903" y="504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5" name="ph5085"/>
            <p:cNvSpPr/>
            <p:nvPr/>
          </p:nvSpPr>
          <p:spPr>
            <a:xfrm>
              <a:off x="7332878" y="2996985"/>
              <a:ext cx="16786" cy="12647"/>
            </a:xfrm>
            <a:custGeom>
              <a:avLst/>
              <a:pathLst>
                <a:path w="16786" h="12647">
                  <a:moveTo>
                    <a:pt x="16786" y="3802"/>
                  </a:moveTo>
                  <a:lnTo>
                    <a:pt x="11670" y="8958"/>
                  </a:lnTo>
                  <a:lnTo>
                    <a:pt x="9371" y="8463"/>
                  </a:lnTo>
                  <a:lnTo>
                    <a:pt x="8607" y="9195"/>
                  </a:lnTo>
                  <a:lnTo>
                    <a:pt x="8755" y="11820"/>
                  </a:lnTo>
                  <a:lnTo>
                    <a:pt x="7719" y="12647"/>
                  </a:lnTo>
                  <a:lnTo>
                    <a:pt x="6333" y="9711"/>
                  </a:lnTo>
                  <a:lnTo>
                    <a:pt x="196" y="7412"/>
                  </a:lnTo>
                  <a:lnTo>
                    <a:pt x="0" y="4215"/>
                  </a:lnTo>
                  <a:lnTo>
                    <a:pt x="1847" y="3588"/>
                  </a:lnTo>
                  <a:lnTo>
                    <a:pt x="1062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6" name="ph5086"/>
            <p:cNvSpPr/>
            <p:nvPr/>
          </p:nvSpPr>
          <p:spPr>
            <a:xfrm>
              <a:off x="7264171" y="3154487"/>
              <a:ext cx="15479" cy="19906"/>
            </a:xfrm>
            <a:custGeom>
              <a:avLst/>
              <a:pathLst>
                <a:path w="15479" h="19906">
                  <a:moveTo>
                    <a:pt x="13583" y="1683"/>
                  </a:moveTo>
                  <a:lnTo>
                    <a:pt x="15442" y="4525"/>
                  </a:lnTo>
                  <a:lnTo>
                    <a:pt x="14067" y="5771"/>
                  </a:lnTo>
                  <a:lnTo>
                    <a:pt x="13932" y="7628"/>
                  </a:lnTo>
                  <a:lnTo>
                    <a:pt x="14935" y="14752"/>
                  </a:lnTo>
                  <a:lnTo>
                    <a:pt x="15479" y="18959"/>
                  </a:lnTo>
                  <a:lnTo>
                    <a:pt x="11174" y="19906"/>
                  </a:lnTo>
                  <a:lnTo>
                    <a:pt x="10244" y="19862"/>
                  </a:lnTo>
                  <a:lnTo>
                    <a:pt x="8182" y="16645"/>
                  </a:lnTo>
                  <a:lnTo>
                    <a:pt x="6630" y="16037"/>
                  </a:lnTo>
                  <a:lnTo>
                    <a:pt x="4265" y="17336"/>
                  </a:lnTo>
                  <a:lnTo>
                    <a:pt x="4383" y="18069"/>
                  </a:lnTo>
                  <a:lnTo>
                    <a:pt x="3347" y="18008"/>
                  </a:lnTo>
                  <a:lnTo>
                    <a:pt x="2434" y="15698"/>
                  </a:lnTo>
                  <a:lnTo>
                    <a:pt x="0" y="13522"/>
                  </a:lnTo>
                  <a:lnTo>
                    <a:pt x="790" y="10462"/>
                  </a:lnTo>
                  <a:lnTo>
                    <a:pt x="1000" y="9501"/>
                  </a:lnTo>
                  <a:lnTo>
                    <a:pt x="1142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7" name="ph5087"/>
            <p:cNvSpPr/>
            <p:nvPr/>
          </p:nvSpPr>
          <p:spPr>
            <a:xfrm>
              <a:off x="7360072" y="3115091"/>
              <a:ext cx="14041" cy="14888"/>
            </a:xfrm>
            <a:custGeom>
              <a:avLst/>
              <a:pathLst>
                <a:path w="14041" h="14888">
                  <a:moveTo>
                    <a:pt x="7959" y="567"/>
                  </a:moveTo>
                  <a:lnTo>
                    <a:pt x="8316" y="3667"/>
                  </a:lnTo>
                  <a:lnTo>
                    <a:pt x="10460" y="4612"/>
                  </a:lnTo>
                  <a:lnTo>
                    <a:pt x="12639" y="3539"/>
                  </a:lnTo>
                  <a:lnTo>
                    <a:pt x="13488" y="3861"/>
                  </a:lnTo>
                  <a:lnTo>
                    <a:pt x="14041" y="6231"/>
                  </a:lnTo>
                  <a:lnTo>
                    <a:pt x="13387" y="9989"/>
                  </a:lnTo>
                  <a:lnTo>
                    <a:pt x="13701" y="13210"/>
                  </a:lnTo>
                  <a:lnTo>
                    <a:pt x="10803" y="14888"/>
                  </a:lnTo>
                  <a:lnTo>
                    <a:pt x="2273" y="14096"/>
                  </a:lnTo>
                  <a:lnTo>
                    <a:pt x="0" y="12780"/>
                  </a:lnTo>
                  <a:lnTo>
                    <a:pt x="1906" y="6457"/>
                  </a:lnTo>
                  <a:lnTo>
                    <a:pt x="3717" y="3852"/>
                  </a:lnTo>
                  <a:lnTo>
                    <a:pt x="4351" y="4641"/>
                  </a:lnTo>
                  <a:lnTo>
                    <a:pt x="6082" y="1865"/>
                  </a:lnTo>
                  <a:lnTo>
                    <a:pt x="561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8" name="ph5088"/>
            <p:cNvSpPr/>
            <p:nvPr/>
          </p:nvSpPr>
          <p:spPr>
            <a:xfrm>
              <a:off x="7278812" y="3103432"/>
              <a:ext cx="6976" cy="7391"/>
            </a:xfrm>
            <a:custGeom>
              <a:avLst/>
              <a:pathLst>
                <a:path w="6976" h="7391">
                  <a:moveTo>
                    <a:pt x="4191" y="756"/>
                  </a:moveTo>
                  <a:lnTo>
                    <a:pt x="6251" y="2974"/>
                  </a:lnTo>
                  <a:lnTo>
                    <a:pt x="6976" y="3893"/>
                  </a:lnTo>
                  <a:lnTo>
                    <a:pt x="6403" y="7391"/>
                  </a:lnTo>
                  <a:lnTo>
                    <a:pt x="0" y="6264"/>
                  </a:lnTo>
                  <a:lnTo>
                    <a:pt x="848" y="5775"/>
                  </a:lnTo>
                  <a:lnTo>
                    <a:pt x="347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9" name="ph5089"/>
            <p:cNvSpPr/>
            <p:nvPr/>
          </p:nvSpPr>
          <p:spPr>
            <a:xfrm>
              <a:off x="7329336" y="2885717"/>
              <a:ext cx="28253" cy="34266"/>
            </a:xfrm>
            <a:custGeom>
              <a:avLst/>
              <a:pathLst>
                <a:path w="28253" h="34266">
                  <a:moveTo>
                    <a:pt x="9840" y="405"/>
                  </a:moveTo>
                  <a:lnTo>
                    <a:pt x="8535" y="3009"/>
                  </a:lnTo>
                  <a:lnTo>
                    <a:pt x="10961" y="4109"/>
                  </a:lnTo>
                  <a:lnTo>
                    <a:pt x="17508" y="1776"/>
                  </a:lnTo>
                  <a:lnTo>
                    <a:pt x="20832" y="2929"/>
                  </a:lnTo>
                  <a:lnTo>
                    <a:pt x="22292" y="4623"/>
                  </a:lnTo>
                  <a:lnTo>
                    <a:pt x="25522" y="4764"/>
                  </a:lnTo>
                  <a:lnTo>
                    <a:pt x="23997" y="12201"/>
                  </a:lnTo>
                  <a:lnTo>
                    <a:pt x="21206" y="14812"/>
                  </a:lnTo>
                  <a:lnTo>
                    <a:pt x="21985" y="23589"/>
                  </a:lnTo>
                  <a:lnTo>
                    <a:pt x="27165" y="27027"/>
                  </a:lnTo>
                  <a:lnTo>
                    <a:pt x="26090" y="29368"/>
                  </a:lnTo>
                  <a:lnTo>
                    <a:pt x="28253" y="31320"/>
                  </a:lnTo>
                  <a:lnTo>
                    <a:pt x="27830" y="34266"/>
                  </a:lnTo>
                  <a:lnTo>
                    <a:pt x="23663" y="33691"/>
                  </a:lnTo>
                  <a:lnTo>
                    <a:pt x="22668" y="30808"/>
                  </a:lnTo>
                  <a:lnTo>
                    <a:pt x="17748" y="33319"/>
                  </a:lnTo>
                  <a:lnTo>
                    <a:pt x="16205" y="30665"/>
                  </a:lnTo>
                  <a:lnTo>
                    <a:pt x="12229" y="30099"/>
                  </a:lnTo>
                  <a:lnTo>
                    <a:pt x="9483" y="30441"/>
                  </a:lnTo>
                  <a:lnTo>
                    <a:pt x="7494" y="31718"/>
                  </a:lnTo>
                  <a:lnTo>
                    <a:pt x="4281" y="22209"/>
                  </a:lnTo>
                  <a:lnTo>
                    <a:pt x="1289" y="22224"/>
                  </a:lnTo>
                  <a:lnTo>
                    <a:pt x="0" y="16419"/>
                  </a:lnTo>
                  <a:lnTo>
                    <a:pt x="3103" y="5678"/>
                  </a:lnTo>
                  <a:lnTo>
                    <a:pt x="4897" y="839"/>
                  </a:lnTo>
                  <a:lnTo>
                    <a:pt x="903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0" name="ph5090"/>
            <p:cNvSpPr/>
            <p:nvPr/>
          </p:nvSpPr>
          <p:spPr>
            <a:xfrm>
              <a:off x="7275367" y="3129125"/>
              <a:ext cx="7749" cy="8981"/>
            </a:xfrm>
            <a:custGeom>
              <a:avLst/>
              <a:pathLst>
                <a:path w="7749" h="8981">
                  <a:moveTo>
                    <a:pt x="4598" y="0"/>
                  </a:moveTo>
                  <a:lnTo>
                    <a:pt x="6491" y="489"/>
                  </a:lnTo>
                  <a:lnTo>
                    <a:pt x="7749" y="1826"/>
                  </a:lnTo>
                  <a:lnTo>
                    <a:pt x="4914" y="2693"/>
                  </a:lnTo>
                  <a:lnTo>
                    <a:pt x="4617" y="6752"/>
                  </a:lnTo>
                  <a:lnTo>
                    <a:pt x="5391" y="8981"/>
                  </a:lnTo>
                  <a:lnTo>
                    <a:pt x="3331" y="8096"/>
                  </a:lnTo>
                  <a:lnTo>
                    <a:pt x="2240" y="5960"/>
                  </a:lnTo>
                  <a:lnTo>
                    <a:pt x="280" y="5958"/>
                  </a:lnTo>
                  <a:lnTo>
                    <a:pt x="0" y="80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1" name="ph5091"/>
            <p:cNvSpPr/>
            <p:nvPr/>
          </p:nvSpPr>
          <p:spPr>
            <a:xfrm>
              <a:off x="7395764" y="3138223"/>
              <a:ext cx="18474" cy="11491"/>
            </a:xfrm>
            <a:custGeom>
              <a:avLst/>
              <a:pathLst>
                <a:path w="18474" h="11491">
                  <a:moveTo>
                    <a:pt x="7391" y="10"/>
                  </a:moveTo>
                  <a:lnTo>
                    <a:pt x="10803" y="0"/>
                  </a:lnTo>
                  <a:lnTo>
                    <a:pt x="18474" y="4909"/>
                  </a:lnTo>
                  <a:lnTo>
                    <a:pt x="17472" y="6982"/>
                  </a:lnTo>
                  <a:lnTo>
                    <a:pt x="15550" y="8343"/>
                  </a:lnTo>
                  <a:lnTo>
                    <a:pt x="15257" y="11254"/>
                  </a:lnTo>
                  <a:lnTo>
                    <a:pt x="15192" y="11444"/>
                  </a:lnTo>
                  <a:lnTo>
                    <a:pt x="8449" y="11491"/>
                  </a:lnTo>
                  <a:lnTo>
                    <a:pt x="9023" y="10325"/>
                  </a:lnTo>
                  <a:lnTo>
                    <a:pt x="6511" y="5751"/>
                  </a:lnTo>
                  <a:lnTo>
                    <a:pt x="428" y="5116"/>
                  </a:lnTo>
                  <a:lnTo>
                    <a:pt x="0" y="2773"/>
                  </a:lnTo>
                  <a:lnTo>
                    <a:pt x="1258" y="734"/>
                  </a:lnTo>
                  <a:lnTo>
                    <a:pt x="2186" y="1122"/>
                  </a:lnTo>
                  <a:lnTo>
                    <a:pt x="2577" y="2889"/>
                  </a:lnTo>
                  <a:lnTo>
                    <a:pt x="4650" y="357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2" name="ph5092"/>
            <p:cNvSpPr/>
            <p:nvPr/>
          </p:nvSpPr>
          <p:spPr>
            <a:xfrm>
              <a:off x="7434115" y="3189642"/>
              <a:ext cx="37503" cy="28822"/>
            </a:xfrm>
            <a:custGeom>
              <a:avLst/>
              <a:pathLst>
                <a:path w="37503" h="28822">
                  <a:moveTo>
                    <a:pt x="34650" y="1481"/>
                  </a:moveTo>
                  <a:lnTo>
                    <a:pt x="36344" y="1182"/>
                  </a:lnTo>
                  <a:lnTo>
                    <a:pt x="37503" y="9420"/>
                  </a:lnTo>
                  <a:lnTo>
                    <a:pt x="35090" y="11161"/>
                  </a:lnTo>
                  <a:lnTo>
                    <a:pt x="33802" y="14644"/>
                  </a:lnTo>
                  <a:lnTo>
                    <a:pt x="29120" y="17710"/>
                  </a:lnTo>
                  <a:lnTo>
                    <a:pt x="27445" y="21825"/>
                  </a:lnTo>
                  <a:lnTo>
                    <a:pt x="24729" y="24135"/>
                  </a:lnTo>
                  <a:lnTo>
                    <a:pt x="22048" y="22965"/>
                  </a:lnTo>
                  <a:lnTo>
                    <a:pt x="19445" y="27137"/>
                  </a:lnTo>
                  <a:lnTo>
                    <a:pt x="17440" y="28822"/>
                  </a:lnTo>
                  <a:lnTo>
                    <a:pt x="13638" y="28170"/>
                  </a:lnTo>
                  <a:lnTo>
                    <a:pt x="11560" y="25321"/>
                  </a:lnTo>
                  <a:lnTo>
                    <a:pt x="12859" y="22143"/>
                  </a:lnTo>
                  <a:lnTo>
                    <a:pt x="11781" y="19690"/>
                  </a:lnTo>
                  <a:lnTo>
                    <a:pt x="3634" y="23020"/>
                  </a:lnTo>
                  <a:lnTo>
                    <a:pt x="1255" y="22073"/>
                  </a:lnTo>
                  <a:lnTo>
                    <a:pt x="0" y="19790"/>
                  </a:lnTo>
                  <a:lnTo>
                    <a:pt x="2605" y="17042"/>
                  </a:lnTo>
                  <a:lnTo>
                    <a:pt x="11664" y="18851"/>
                  </a:lnTo>
                  <a:lnTo>
                    <a:pt x="12988" y="16411"/>
                  </a:lnTo>
                  <a:lnTo>
                    <a:pt x="13081" y="14459"/>
                  </a:lnTo>
                  <a:lnTo>
                    <a:pt x="18364" y="11772"/>
                  </a:lnTo>
                  <a:lnTo>
                    <a:pt x="20751" y="13211"/>
                  </a:lnTo>
                  <a:lnTo>
                    <a:pt x="23615" y="10778"/>
                  </a:lnTo>
                  <a:lnTo>
                    <a:pt x="28498" y="3870"/>
                  </a:lnTo>
                  <a:lnTo>
                    <a:pt x="3113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3" name="ph5093"/>
            <p:cNvSpPr/>
            <p:nvPr/>
          </p:nvSpPr>
          <p:spPr>
            <a:xfrm>
              <a:off x="7367238" y="2999953"/>
              <a:ext cx="14361" cy="31568"/>
            </a:xfrm>
            <a:custGeom>
              <a:avLst/>
              <a:pathLst>
                <a:path w="14361" h="31568">
                  <a:moveTo>
                    <a:pt x="13893" y="0"/>
                  </a:moveTo>
                  <a:lnTo>
                    <a:pt x="14361" y="12766"/>
                  </a:lnTo>
                  <a:lnTo>
                    <a:pt x="12540" y="16598"/>
                  </a:lnTo>
                  <a:lnTo>
                    <a:pt x="10298" y="19208"/>
                  </a:lnTo>
                  <a:lnTo>
                    <a:pt x="10189" y="22696"/>
                  </a:lnTo>
                  <a:lnTo>
                    <a:pt x="9302" y="22702"/>
                  </a:lnTo>
                  <a:lnTo>
                    <a:pt x="7537" y="24639"/>
                  </a:lnTo>
                  <a:lnTo>
                    <a:pt x="7431" y="31180"/>
                  </a:lnTo>
                  <a:lnTo>
                    <a:pt x="6732" y="31568"/>
                  </a:lnTo>
                  <a:lnTo>
                    <a:pt x="3117" y="25207"/>
                  </a:lnTo>
                  <a:lnTo>
                    <a:pt x="0" y="22137"/>
                  </a:lnTo>
                  <a:lnTo>
                    <a:pt x="18" y="20835"/>
                  </a:lnTo>
                  <a:lnTo>
                    <a:pt x="2307" y="18652"/>
                  </a:lnTo>
                  <a:lnTo>
                    <a:pt x="3337" y="13610"/>
                  </a:lnTo>
                  <a:lnTo>
                    <a:pt x="2711" y="11067"/>
                  </a:lnTo>
                  <a:lnTo>
                    <a:pt x="3120" y="5931"/>
                  </a:lnTo>
                  <a:lnTo>
                    <a:pt x="4420" y="4714"/>
                  </a:lnTo>
                  <a:lnTo>
                    <a:pt x="8803" y="135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4" name="ph5094"/>
            <p:cNvSpPr/>
            <p:nvPr/>
          </p:nvSpPr>
          <p:spPr>
            <a:xfrm>
              <a:off x="7416945" y="3207608"/>
              <a:ext cx="15892" cy="10187"/>
            </a:xfrm>
            <a:custGeom>
              <a:avLst/>
              <a:pathLst>
                <a:path w="15892" h="10187">
                  <a:moveTo>
                    <a:pt x="14841" y="3153"/>
                  </a:moveTo>
                  <a:lnTo>
                    <a:pt x="15892" y="3568"/>
                  </a:lnTo>
                  <a:lnTo>
                    <a:pt x="15165" y="6518"/>
                  </a:lnTo>
                  <a:lnTo>
                    <a:pt x="12261" y="10052"/>
                  </a:lnTo>
                  <a:lnTo>
                    <a:pt x="11253" y="10187"/>
                  </a:lnTo>
                  <a:lnTo>
                    <a:pt x="7167" y="8755"/>
                  </a:lnTo>
                  <a:lnTo>
                    <a:pt x="5636" y="6804"/>
                  </a:lnTo>
                  <a:lnTo>
                    <a:pt x="1058" y="9141"/>
                  </a:lnTo>
                  <a:lnTo>
                    <a:pt x="0" y="7516"/>
                  </a:lnTo>
                  <a:lnTo>
                    <a:pt x="4456" y="2103"/>
                  </a:lnTo>
                  <a:lnTo>
                    <a:pt x="6177" y="2774"/>
                  </a:lnTo>
                  <a:lnTo>
                    <a:pt x="1334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5" name="ph5095"/>
            <p:cNvSpPr/>
            <p:nvPr/>
          </p:nvSpPr>
          <p:spPr>
            <a:xfrm>
              <a:off x="7284054" y="3223447"/>
              <a:ext cx="19686" cy="12698"/>
            </a:xfrm>
            <a:custGeom>
              <a:avLst/>
              <a:pathLst>
                <a:path w="19686" h="12698">
                  <a:moveTo>
                    <a:pt x="19686" y="0"/>
                  </a:moveTo>
                  <a:lnTo>
                    <a:pt x="14164" y="7788"/>
                  </a:lnTo>
                  <a:lnTo>
                    <a:pt x="10382" y="12698"/>
                  </a:lnTo>
                  <a:lnTo>
                    <a:pt x="7801" y="12270"/>
                  </a:lnTo>
                  <a:lnTo>
                    <a:pt x="6018" y="10498"/>
                  </a:lnTo>
                  <a:lnTo>
                    <a:pt x="3839" y="9737"/>
                  </a:lnTo>
                  <a:lnTo>
                    <a:pt x="0" y="2840"/>
                  </a:lnTo>
                  <a:lnTo>
                    <a:pt x="412" y="2073"/>
                  </a:lnTo>
                  <a:lnTo>
                    <a:pt x="6375" y="3198"/>
                  </a:lnTo>
                  <a:lnTo>
                    <a:pt x="9772" y="150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6" name="ph5096"/>
            <p:cNvSpPr/>
            <p:nvPr/>
          </p:nvSpPr>
          <p:spPr>
            <a:xfrm>
              <a:off x="7415534" y="3080789"/>
              <a:ext cx="15471" cy="20749"/>
            </a:xfrm>
            <a:custGeom>
              <a:avLst/>
              <a:pathLst>
                <a:path w="15471" h="20749">
                  <a:moveTo>
                    <a:pt x="6209" y="525"/>
                  </a:moveTo>
                  <a:lnTo>
                    <a:pt x="7027" y="1296"/>
                  </a:lnTo>
                  <a:lnTo>
                    <a:pt x="9152" y="3067"/>
                  </a:lnTo>
                  <a:lnTo>
                    <a:pt x="12004" y="501"/>
                  </a:lnTo>
                  <a:lnTo>
                    <a:pt x="15471" y="1397"/>
                  </a:lnTo>
                  <a:lnTo>
                    <a:pt x="13895" y="1808"/>
                  </a:lnTo>
                  <a:lnTo>
                    <a:pt x="13838" y="8852"/>
                  </a:lnTo>
                  <a:lnTo>
                    <a:pt x="11385" y="15638"/>
                  </a:lnTo>
                  <a:lnTo>
                    <a:pt x="7524" y="18460"/>
                  </a:lnTo>
                  <a:lnTo>
                    <a:pt x="6245" y="19729"/>
                  </a:lnTo>
                  <a:lnTo>
                    <a:pt x="3332" y="20749"/>
                  </a:lnTo>
                  <a:lnTo>
                    <a:pt x="0" y="19721"/>
                  </a:lnTo>
                  <a:lnTo>
                    <a:pt x="1244" y="19464"/>
                  </a:lnTo>
                  <a:lnTo>
                    <a:pt x="266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7" name="ph5097"/>
            <p:cNvSpPr/>
            <p:nvPr/>
          </p:nvSpPr>
          <p:spPr>
            <a:xfrm>
              <a:off x="7286252" y="2958360"/>
              <a:ext cx="12504" cy="10600"/>
            </a:xfrm>
            <a:custGeom>
              <a:avLst/>
              <a:pathLst>
                <a:path w="12504" h="10600">
                  <a:moveTo>
                    <a:pt x="6534" y="0"/>
                  </a:moveTo>
                  <a:lnTo>
                    <a:pt x="11537" y="52"/>
                  </a:lnTo>
                  <a:lnTo>
                    <a:pt x="12504" y="2110"/>
                  </a:lnTo>
                  <a:lnTo>
                    <a:pt x="12357" y="2742"/>
                  </a:lnTo>
                  <a:lnTo>
                    <a:pt x="10641" y="2392"/>
                  </a:lnTo>
                  <a:lnTo>
                    <a:pt x="10614" y="4099"/>
                  </a:lnTo>
                  <a:lnTo>
                    <a:pt x="11454" y="4760"/>
                  </a:lnTo>
                  <a:lnTo>
                    <a:pt x="3218" y="10600"/>
                  </a:lnTo>
                  <a:lnTo>
                    <a:pt x="965" y="9683"/>
                  </a:lnTo>
                  <a:lnTo>
                    <a:pt x="0" y="4450"/>
                  </a:lnTo>
                  <a:lnTo>
                    <a:pt x="3281" y="14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8" name="ph5098"/>
            <p:cNvSpPr/>
            <p:nvPr/>
          </p:nvSpPr>
          <p:spPr>
            <a:xfrm>
              <a:off x="7259205" y="3229218"/>
              <a:ext cx="22184" cy="23190"/>
            </a:xfrm>
            <a:custGeom>
              <a:avLst/>
              <a:pathLst>
                <a:path w="22184" h="23190">
                  <a:moveTo>
                    <a:pt x="14966" y="2735"/>
                  </a:moveTo>
                  <a:lnTo>
                    <a:pt x="14451" y="13780"/>
                  </a:lnTo>
                  <a:lnTo>
                    <a:pt x="17463" y="18870"/>
                  </a:lnTo>
                  <a:lnTo>
                    <a:pt x="19210" y="20489"/>
                  </a:lnTo>
                  <a:lnTo>
                    <a:pt x="19855" y="18714"/>
                  </a:lnTo>
                  <a:lnTo>
                    <a:pt x="21621" y="19431"/>
                  </a:lnTo>
                  <a:lnTo>
                    <a:pt x="22184" y="20952"/>
                  </a:lnTo>
                  <a:lnTo>
                    <a:pt x="19318" y="22526"/>
                  </a:lnTo>
                  <a:lnTo>
                    <a:pt x="15187" y="22569"/>
                  </a:lnTo>
                  <a:lnTo>
                    <a:pt x="11912" y="19143"/>
                  </a:lnTo>
                  <a:lnTo>
                    <a:pt x="10087" y="20040"/>
                  </a:lnTo>
                  <a:lnTo>
                    <a:pt x="9171" y="22909"/>
                  </a:lnTo>
                  <a:lnTo>
                    <a:pt x="8579" y="23190"/>
                  </a:lnTo>
                  <a:lnTo>
                    <a:pt x="7940" y="22013"/>
                  </a:lnTo>
                  <a:lnTo>
                    <a:pt x="8801" y="18974"/>
                  </a:lnTo>
                  <a:lnTo>
                    <a:pt x="6298" y="14904"/>
                  </a:lnTo>
                  <a:lnTo>
                    <a:pt x="2444" y="13801"/>
                  </a:lnTo>
                  <a:lnTo>
                    <a:pt x="0" y="11272"/>
                  </a:lnTo>
                  <a:lnTo>
                    <a:pt x="8310" y="6039"/>
                  </a:lnTo>
                  <a:lnTo>
                    <a:pt x="1229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9" name="ph5099"/>
            <p:cNvSpPr/>
            <p:nvPr/>
          </p:nvSpPr>
          <p:spPr>
            <a:xfrm>
              <a:off x="7355663" y="2971067"/>
              <a:ext cx="12976" cy="16790"/>
            </a:xfrm>
            <a:custGeom>
              <a:avLst/>
              <a:pathLst>
                <a:path w="12976" h="16790">
                  <a:moveTo>
                    <a:pt x="12882" y="1014"/>
                  </a:moveTo>
                  <a:lnTo>
                    <a:pt x="12976" y="1310"/>
                  </a:lnTo>
                  <a:lnTo>
                    <a:pt x="12590" y="5006"/>
                  </a:lnTo>
                  <a:lnTo>
                    <a:pt x="9062" y="11769"/>
                  </a:lnTo>
                  <a:lnTo>
                    <a:pt x="4345" y="16790"/>
                  </a:lnTo>
                  <a:lnTo>
                    <a:pt x="1910" y="15788"/>
                  </a:lnTo>
                  <a:lnTo>
                    <a:pt x="0" y="13347"/>
                  </a:lnTo>
                  <a:lnTo>
                    <a:pt x="3672" y="7722"/>
                  </a:lnTo>
                  <a:lnTo>
                    <a:pt x="6298" y="6502"/>
                  </a:lnTo>
                  <a:lnTo>
                    <a:pt x="8354" y="1909"/>
                  </a:lnTo>
                  <a:lnTo>
                    <a:pt x="1118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0" name="ph5100"/>
            <p:cNvSpPr/>
            <p:nvPr/>
          </p:nvSpPr>
          <p:spPr>
            <a:xfrm>
              <a:off x="7279984" y="3127518"/>
              <a:ext cx="11980" cy="20372"/>
            </a:xfrm>
            <a:custGeom>
              <a:avLst/>
              <a:pathLst>
                <a:path w="11980" h="20372">
                  <a:moveTo>
                    <a:pt x="10888" y="4101"/>
                  </a:moveTo>
                  <a:lnTo>
                    <a:pt x="11567" y="4710"/>
                  </a:lnTo>
                  <a:lnTo>
                    <a:pt x="11980" y="13617"/>
                  </a:lnTo>
                  <a:lnTo>
                    <a:pt x="10752" y="19554"/>
                  </a:lnTo>
                  <a:lnTo>
                    <a:pt x="5318" y="20372"/>
                  </a:lnTo>
                  <a:lnTo>
                    <a:pt x="5376" y="16929"/>
                  </a:lnTo>
                  <a:lnTo>
                    <a:pt x="774" y="10588"/>
                  </a:lnTo>
                  <a:lnTo>
                    <a:pt x="0" y="8359"/>
                  </a:lnTo>
                  <a:lnTo>
                    <a:pt x="297" y="4299"/>
                  </a:lnTo>
                  <a:lnTo>
                    <a:pt x="3132" y="3433"/>
                  </a:lnTo>
                  <a:lnTo>
                    <a:pt x="1874" y="2096"/>
                  </a:lnTo>
                  <a:lnTo>
                    <a:pt x="566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1" name="ph5101"/>
            <p:cNvSpPr/>
            <p:nvPr/>
          </p:nvSpPr>
          <p:spPr>
            <a:xfrm>
              <a:off x="7337887" y="3255762"/>
              <a:ext cx="15559" cy="14646"/>
            </a:xfrm>
            <a:custGeom>
              <a:avLst/>
              <a:pathLst>
                <a:path w="15559" h="14646">
                  <a:moveTo>
                    <a:pt x="11537" y="0"/>
                  </a:moveTo>
                  <a:lnTo>
                    <a:pt x="13783" y="6018"/>
                  </a:lnTo>
                  <a:lnTo>
                    <a:pt x="15559" y="9588"/>
                  </a:lnTo>
                  <a:lnTo>
                    <a:pt x="14884" y="13608"/>
                  </a:lnTo>
                  <a:lnTo>
                    <a:pt x="13263" y="14471"/>
                  </a:lnTo>
                  <a:lnTo>
                    <a:pt x="7344" y="13409"/>
                  </a:lnTo>
                  <a:lnTo>
                    <a:pt x="4358" y="14646"/>
                  </a:lnTo>
                  <a:lnTo>
                    <a:pt x="115" y="12644"/>
                  </a:lnTo>
                  <a:lnTo>
                    <a:pt x="156" y="7943"/>
                  </a:lnTo>
                  <a:lnTo>
                    <a:pt x="708" y="7053"/>
                  </a:lnTo>
                  <a:lnTo>
                    <a:pt x="0" y="281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2" name="ph5102"/>
            <p:cNvSpPr/>
            <p:nvPr/>
          </p:nvSpPr>
          <p:spPr>
            <a:xfrm>
              <a:off x="7362537" y="3005885"/>
              <a:ext cx="8038" cy="16205"/>
            </a:xfrm>
            <a:custGeom>
              <a:avLst/>
              <a:pathLst>
                <a:path w="8038" h="16205">
                  <a:moveTo>
                    <a:pt x="7412" y="5136"/>
                  </a:moveTo>
                  <a:lnTo>
                    <a:pt x="8038" y="7678"/>
                  </a:lnTo>
                  <a:lnTo>
                    <a:pt x="7008" y="12720"/>
                  </a:lnTo>
                  <a:lnTo>
                    <a:pt x="4719" y="14903"/>
                  </a:lnTo>
                  <a:lnTo>
                    <a:pt x="4701" y="16205"/>
                  </a:lnTo>
                  <a:lnTo>
                    <a:pt x="0" y="14317"/>
                  </a:lnTo>
                  <a:lnTo>
                    <a:pt x="779" y="13576"/>
                  </a:lnTo>
                  <a:lnTo>
                    <a:pt x="930" y="7175"/>
                  </a:lnTo>
                  <a:lnTo>
                    <a:pt x="4405" y="1643"/>
                  </a:lnTo>
                  <a:lnTo>
                    <a:pt x="782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3" name="ph5103"/>
            <p:cNvSpPr/>
            <p:nvPr/>
          </p:nvSpPr>
          <p:spPr>
            <a:xfrm>
              <a:off x="7237985" y="3179363"/>
              <a:ext cx="24435" cy="29008"/>
            </a:xfrm>
            <a:custGeom>
              <a:avLst/>
              <a:pathLst>
                <a:path w="24435" h="29008">
                  <a:moveTo>
                    <a:pt x="7364" y="0"/>
                  </a:moveTo>
                  <a:lnTo>
                    <a:pt x="13004" y="2817"/>
                  </a:lnTo>
                  <a:lnTo>
                    <a:pt x="19513" y="5777"/>
                  </a:lnTo>
                  <a:lnTo>
                    <a:pt x="19632" y="7405"/>
                  </a:lnTo>
                  <a:lnTo>
                    <a:pt x="19420" y="11287"/>
                  </a:lnTo>
                  <a:lnTo>
                    <a:pt x="21069" y="12088"/>
                  </a:lnTo>
                  <a:lnTo>
                    <a:pt x="22338" y="13970"/>
                  </a:lnTo>
                  <a:lnTo>
                    <a:pt x="24435" y="21674"/>
                  </a:lnTo>
                  <a:lnTo>
                    <a:pt x="22948" y="24886"/>
                  </a:lnTo>
                  <a:lnTo>
                    <a:pt x="21509" y="26158"/>
                  </a:lnTo>
                  <a:lnTo>
                    <a:pt x="19305" y="25997"/>
                  </a:lnTo>
                  <a:lnTo>
                    <a:pt x="15791" y="26320"/>
                  </a:lnTo>
                  <a:lnTo>
                    <a:pt x="12052" y="29008"/>
                  </a:lnTo>
                  <a:lnTo>
                    <a:pt x="10702" y="26101"/>
                  </a:lnTo>
                  <a:lnTo>
                    <a:pt x="6451" y="23867"/>
                  </a:lnTo>
                  <a:lnTo>
                    <a:pt x="7326" y="20922"/>
                  </a:lnTo>
                  <a:lnTo>
                    <a:pt x="1512" y="23222"/>
                  </a:lnTo>
                  <a:lnTo>
                    <a:pt x="1198" y="19966"/>
                  </a:lnTo>
                  <a:lnTo>
                    <a:pt x="2330" y="16650"/>
                  </a:lnTo>
                  <a:lnTo>
                    <a:pt x="1724" y="10907"/>
                  </a:lnTo>
                  <a:lnTo>
                    <a:pt x="0" y="7044"/>
                  </a:lnTo>
                  <a:lnTo>
                    <a:pt x="357" y="4811"/>
                  </a:lnTo>
                  <a:lnTo>
                    <a:pt x="1513" y="4348"/>
                  </a:lnTo>
                  <a:lnTo>
                    <a:pt x="1132" y="1749"/>
                  </a:lnTo>
                  <a:lnTo>
                    <a:pt x="1810" y="110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4" name="ph5104"/>
            <p:cNvSpPr/>
            <p:nvPr/>
          </p:nvSpPr>
          <p:spPr>
            <a:xfrm>
              <a:off x="7432010" y="3086032"/>
              <a:ext cx="19371" cy="20402"/>
            </a:xfrm>
            <a:custGeom>
              <a:avLst/>
              <a:pathLst>
                <a:path w="19371" h="20402">
                  <a:moveTo>
                    <a:pt x="19371" y="727"/>
                  </a:moveTo>
                  <a:lnTo>
                    <a:pt x="17177" y="3985"/>
                  </a:lnTo>
                  <a:lnTo>
                    <a:pt x="17636" y="6501"/>
                  </a:lnTo>
                  <a:lnTo>
                    <a:pt x="14191" y="9054"/>
                  </a:lnTo>
                  <a:lnTo>
                    <a:pt x="11500" y="10619"/>
                  </a:lnTo>
                  <a:lnTo>
                    <a:pt x="10969" y="11839"/>
                  </a:lnTo>
                  <a:lnTo>
                    <a:pt x="12915" y="14825"/>
                  </a:lnTo>
                  <a:lnTo>
                    <a:pt x="13946" y="19617"/>
                  </a:lnTo>
                  <a:lnTo>
                    <a:pt x="13504" y="20079"/>
                  </a:lnTo>
                  <a:lnTo>
                    <a:pt x="11673" y="20402"/>
                  </a:lnTo>
                  <a:lnTo>
                    <a:pt x="8787" y="17139"/>
                  </a:lnTo>
                  <a:lnTo>
                    <a:pt x="4522" y="15993"/>
                  </a:lnTo>
                  <a:lnTo>
                    <a:pt x="147" y="16642"/>
                  </a:lnTo>
                  <a:lnTo>
                    <a:pt x="0" y="14136"/>
                  </a:lnTo>
                  <a:lnTo>
                    <a:pt x="2482" y="9745"/>
                  </a:lnTo>
                  <a:lnTo>
                    <a:pt x="4901" y="7335"/>
                  </a:lnTo>
                  <a:lnTo>
                    <a:pt x="11581" y="3895"/>
                  </a:lnTo>
                  <a:lnTo>
                    <a:pt x="16557" y="3309"/>
                  </a:lnTo>
                  <a:lnTo>
                    <a:pt x="1863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5" name="ph5105"/>
            <p:cNvSpPr/>
            <p:nvPr/>
          </p:nvSpPr>
          <p:spPr>
            <a:xfrm>
              <a:off x="7356930" y="3098915"/>
              <a:ext cx="11217" cy="16744"/>
            </a:xfrm>
            <a:custGeom>
              <a:avLst/>
              <a:pathLst>
                <a:path w="11217" h="16744">
                  <a:moveTo>
                    <a:pt x="3859" y="1601"/>
                  </a:moveTo>
                  <a:lnTo>
                    <a:pt x="7668" y="2151"/>
                  </a:lnTo>
                  <a:lnTo>
                    <a:pt x="10261" y="2839"/>
                  </a:lnTo>
                  <a:lnTo>
                    <a:pt x="11132" y="4118"/>
                  </a:lnTo>
                  <a:lnTo>
                    <a:pt x="8518" y="7302"/>
                  </a:lnTo>
                  <a:lnTo>
                    <a:pt x="11217" y="10450"/>
                  </a:lnTo>
                  <a:lnTo>
                    <a:pt x="11102" y="16744"/>
                  </a:lnTo>
                  <a:lnTo>
                    <a:pt x="8757" y="16176"/>
                  </a:lnTo>
                  <a:lnTo>
                    <a:pt x="7950" y="15569"/>
                  </a:lnTo>
                  <a:lnTo>
                    <a:pt x="6178" y="10994"/>
                  </a:lnTo>
                  <a:lnTo>
                    <a:pt x="6713" y="6523"/>
                  </a:lnTo>
                  <a:lnTo>
                    <a:pt x="4907" y="3514"/>
                  </a:lnTo>
                  <a:lnTo>
                    <a:pt x="2171" y="4997"/>
                  </a:lnTo>
                  <a:lnTo>
                    <a:pt x="0" y="3314"/>
                  </a:lnTo>
                  <a:lnTo>
                    <a:pt x="915" y="991"/>
                  </a:lnTo>
                  <a:lnTo>
                    <a:pt x="238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6" name="ph5106"/>
            <p:cNvSpPr/>
            <p:nvPr/>
          </p:nvSpPr>
          <p:spPr>
            <a:xfrm>
              <a:off x="7310470" y="3159307"/>
              <a:ext cx="6833" cy="5326"/>
            </a:xfrm>
            <a:custGeom>
              <a:avLst/>
              <a:pathLst>
                <a:path w="6833" h="5326">
                  <a:moveTo>
                    <a:pt x="5728" y="0"/>
                  </a:moveTo>
                  <a:lnTo>
                    <a:pt x="6833" y="1486"/>
                  </a:lnTo>
                  <a:lnTo>
                    <a:pt x="4329" y="3117"/>
                  </a:lnTo>
                  <a:lnTo>
                    <a:pt x="3083" y="5326"/>
                  </a:lnTo>
                  <a:lnTo>
                    <a:pt x="0" y="4991"/>
                  </a:lnTo>
                  <a:lnTo>
                    <a:pt x="2763" y="52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7" name="ph5107"/>
            <p:cNvSpPr/>
            <p:nvPr/>
          </p:nvSpPr>
          <p:spPr>
            <a:xfrm>
              <a:off x="7349598" y="3055951"/>
              <a:ext cx="32149" cy="22406"/>
            </a:xfrm>
            <a:custGeom>
              <a:avLst/>
              <a:pathLst>
                <a:path w="32149" h="22406">
                  <a:moveTo>
                    <a:pt x="8709" y="1095"/>
                  </a:moveTo>
                  <a:lnTo>
                    <a:pt x="9158" y="42"/>
                  </a:lnTo>
                  <a:lnTo>
                    <a:pt x="11994" y="2151"/>
                  </a:lnTo>
                  <a:lnTo>
                    <a:pt x="12887" y="439"/>
                  </a:lnTo>
                  <a:lnTo>
                    <a:pt x="16072" y="176"/>
                  </a:lnTo>
                  <a:lnTo>
                    <a:pt x="18293" y="1766"/>
                  </a:lnTo>
                  <a:lnTo>
                    <a:pt x="20087" y="4778"/>
                  </a:lnTo>
                  <a:lnTo>
                    <a:pt x="21439" y="3663"/>
                  </a:lnTo>
                  <a:lnTo>
                    <a:pt x="25002" y="2139"/>
                  </a:lnTo>
                  <a:lnTo>
                    <a:pt x="26732" y="2871"/>
                  </a:lnTo>
                  <a:lnTo>
                    <a:pt x="29252" y="6561"/>
                  </a:lnTo>
                  <a:lnTo>
                    <a:pt x="27896" y="7918"/>
                  </a:lnTo>
                  <a:lnTo>
                    <a:pt x="28738" y="9261"/>
                  </a:lnTo>
                  <a:lnTo>
                    <a:pt x="30312" y="8191"/>
                  </a:lnTo>
                  <a:lnTo>
                    <a:pt x="32149" y="10224"/>
                  </a:lnTo>
                  <a:lnTo>
                    <a:pt x="27182" y="13099"/>
                  </a:lnTo>
                  <a:lnTo>
                    <a:pt x="23017" y="17846"/>
                  </a:lnTo>
                  <a:lnTo>
                    <a:pt x="22373" y="18017"/>
                  </a:lnTo>
                  <a:lnTo>
                    <a:pt x="18560" y="13943"/>
                  </a:lnTo>
                  <a:lnTo>
                    <a:pt x="17634" y="14102"/>
                  </a:lnTo>
                  <a:lnTo>
                    <a:pt x="16927" y="22406"/>
                  </a:lnTo>
                  <a:lnTo>
                    <a:pt x="15583" y="21967"/>
                  </a:lnTo>
                  <a:lnTo>
                    <a:pt x="14708" y="19428"/>
                  </a:lnTo>
                  <a:lnTo>
                    <a:pt x="12579" y="18532"/>
                  </a:lnTo>
                  <a:lnTo>
                    <a:pt x="11868" y="18901"/>
                  </a:lnTo>
                  <a:lnTo>
                    <a:pt x="5290" y="10619"/>
                  </a:lnTo>
                  <a:lnTo>
                    <a:pt x="0" y="8818"/>
                  </a:lnTo>
                  <a:lnTo>
                    <a:pt x="188" y="5409"/>
                  </a:lnTo>
                  <a:lnTo>
                    <a:pt x="1479" y="705"/>
                  </a:lnTo>
                  <a:lnTo>
                    <a:pt x="424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8" name="ph5108"/>
            <p:cNvSpPr/>
            <p:nvPr/>
          </p:nvSpPr>
          <p:spPr>
            <a:xfrm>
              <a:off x="7402535" y="3073938"/>
              <a:ext cx="20885" cy="26572"/>
            </a:xfrm>
            <a:custGeom>
              <a:avLst/>
              <a:pathLst>
                <a:path w="20885" h="26572">
                  <a:moveTo>
                    <a:pt x="13400" y="574"/>
                  </a:moveTo>
                  <a:lnTo>
                    <a:pt x="15743" y="997"/>
                  </a:lnTo>
                  <a:lnTo>
                    <a:pt x="20544" y="3508"/>
                  </a:lnTo>
                  <a:lnTo>
                    <a:pt x="20885" y="7497"/>
                  </a:lnTo>
                  <a:lnTo>
                    <a:pt x="20026" y="8147"/>
                  </a:lnTo>
                  <a:lnTo>
                    <a:pt x="19207" y="7376"/>
                  </a:lnTo>
                  <a:lnTo>
                    <a:pt x="15664" y="6851"/>
                  </a:lnTo>
                  <a:lnTo>
                    <a:pt x="14242" y="26315"/>
                  </a:lnTo>
                  <a:lnTo>
                    <a:pt x="12998" y="26572"/>
                  </a:lnTo>
                  <a:lnTo>
                    <a:pt x="8722" y="24162"/>
                  </a:lnTo>
                  <a:lnTo>
                    <a:pt x="7511" y="26120"/>
                  </a:lnTo>
                  <a:lnTo>
                    <a:pt x="2839" y="25806"/>
                  </a:lnTo>
                  <a:lnTo>
                    <a:pt x="202" y="23623"/>
                  </a:lnTo>
                  <a:lnTo>
                    <a:pt x="2368" y="21856"/>
                  </a:lnTo>
                  <a:lnTo>
                    <a:pt x="2173" y="21003"/>
                  </a:lnTo>
                  <a:lnTo>
                    <a:pt x="0" y="20469"/>
                  </a:lnTo>
                  <a:lnTo>
                    <a:pt x="1763" y="16341"/>
                  </a:lnTo>
                  <a:lnTo>
                    <a:pt x="7706" y="18264"/>
                  </a:lnTo>
                  <a:lnTo>
                    <a:pt x="10336" y="20296"/>
                  </a:lnTo>
                  <a:lnTo>
                    <a:pt x="11685" y="19262"/>
                  </a:lnTo>
                  <a:lnTo>
                    <a:pt x="11960" y="18270"/>
                  </a:lnTo>
                  <a:lnTo>
                    <a:pt x="10440" y="16396"/>
                  </a:lnTo>
                  <a:lnTo>
                    <a:pt x="4802" y="10922"/>
                  </a:lnTo>
                  <a:lnTo>
                    <a:pt x="6606" y="6795"/>
                  </a:lnTo>
                  <a:lnTo>
                    <a:pt x="9488" y="7916"/>
                  </a:lnTo>
                  <a:lnTo>
                    <a:pt x="11693" y="6640"/>
                  </a:lnTo>
                  <a:lnTo>
                    <a:pt x="10747" y="3124"/>
                  </a:lnTo>
                  <a:lnTo>
                    <a:pt x="3647" y="1623"/>
                  </a:lnTo>
                  <a:lnTo>
                    <a:pt x="6220" y="1356"/>
                  </a:lnTo>
                  <a:lnTo>
                    <a:pt x="11627" y="2293"/>
                  </a:lnTo>
                  <a:lnTo>
                    <a:pt x="12165" y="1587"/>
                  </a:lnTo>
                  <a:lnTo>
                    <a:pt x="1150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9" name="ph5109"/>
            <p:cNvSpPr/>
            <p:nvPr/>
          </p:nvSpPr>
          <p:spPr>
            <a:xfrm>
              <a:off x="7346156" y="3177377"/>
              <a:ext cx="29931" cy="19896"/>
            </a:xfrm>
            <a:custGeom>
              <a:avLst/>
              <a:pathLst>
                <a:path w="29931" h="19896">
                  <a:moveTo>
                    <a:pt x="11415" y="1237"/>
                  </a:moveTo>
                  <a:lnTo>
                    <a:pt x="18413" y="5881"/>
                  </a:lnTo>
                  <a:lnTo>
                    <a:pt x="25096" y="7778"/>
                  </a:lnTo>
                  <a:lnTo>
                    <a:pt x="25476" y="9269"/>
                  </a:lnTo>
                  <a:lnTo>
                    <a:pt x="24466" y="12313"/>
                  </a:lnTo>
                  <a:lnTo>
                    <a:pt x="25539" y="14087"/>
                  </a:lnTo>
                  <a:lnTo>
                    <a:pt x="26833" y="13970"/>
                  </a:lnTo>
                  <a:lnTo>
                    <a:pt x="27229" y="14018"/>
                  </a:lnTo>
                  <a:lnTo>
                    <a:pt x="29931" y="18159"/>
                  </a:lnTo>
                  <a:lnTo>
                    <a:pt x="27392" y="19554"/>
                  </a:lnTo>
                  <a:lnTo>
                    <a:pt x="14053" y="18782"/>
                  </a:lnTo>
                  <a:lnTo>
                    <a:pt x="12836" y="19896"/>
                  </a:lnTo>
                  <a:lnTo>
                    <a:pt x="10740" y="17990"/>
                  </a:lnTo>
                  <a:lnTo>
                    <a:pt x="11333" y="17501"/>
                  </a:lnTo>
                  <a:lnTo>
                    <a:pt x="9792" y="10935"/>
                  </a:lnTo>
                  <a:lnTo>
                    <a:pt x="5255" y="11652"/>
                  </a:lnTo>
                  <a:lnTo>
                    <a:pt x="4522" y="10448"/>
                  </a:lnTo>
                  <a:lnTo>
                    <a:pt x="955" y="11218"/>
                  </a:lnTo>
                  <a:lnTo>
                    <a:pt x="0" y="5532"/>
                  </a:lnTo>
                  <a:lnTo>
                    <a:pt x="1163" y="2604"/>
                  </a:lnTo>
                  <a:lnTo>
                    <a:pt x="1602" y="1649"/>
                  </a:lnTo>
                  <a:lnTo>
                    <a:pt x="4978" y="4449"/>
                  </a:lnTo>
                  <a:lnTo>
                    <a:pt x="800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0" name="ph5110"/>
            <p:cNvSpPr/>
            <p:nvPr/>
          </p:nvSpPr>
          <p:spPr>
            <a:xfrm>
              <a:off x="7317751" y="2963865"/>
              <a:ext cx="9192" cy="6429"/>
            </a:xfrm>
            <a:custGeom>
              <a:avLst/>
              <a:pathLst>
                <a:path w="9192" h="6429">
                  <a:moveTo>
                    <a:pt x="5684" y="91"/>
                  </a:moveTo>
                  <a:lnTo>
                    <a:pt x="9192" y="2252"/>
                  </a:lnTo>
                  <a:lnTo>
                    <a:pt x="8971" y="3448"/>
                  </a:lnTo>
                  <a:lnTo>
                    <a:pt x="7617" y="4530"/>
                  </a:lnTo>
                  <a:lnTo>
                    <a:pt x="1673" y="6429"/>
                  </a:lnTo>
                  <a:lnTo>
                    <a:pt x="0" y="5997"/>
                  </a:lnTo>
                  <a:lnTo>
                    <a:pt x="1320" y="1460"/>
                  </a:lnTo>
                  <a:lnTo>
                    <a:pt x="428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1" name="ph5111"/>
            <p:cNvSpPr/>
            <p:nvPr/>
          </p:nvSpPr>
          <p:spPr>
            <a:xfrm>
              <a:off x="7300763" y="2984531"/>
              <a:ext cx="39835" cy="32259"/>
            </a:xfrm>
            <a:custGeom>
              <a:avLst/>
              <a:pathLst>
                <a:path w="39835" h="32259">
                  <a:moveTo>
                    <a:pt x="11361" y="3405"/>
                  </a:moveTo>
                  <a:lnTo>
                    <a:pt x="14159" y="4773"/>
                  </a:lnTo>
                  <a:lnTo>
                    <a:pt x="16228" y="4641"/>
                  </a:lnTo>
                  <a:lnTo>
                    <a:pt x="18933" y="1380"/>
                  </a:lnTo>
                  <a:lnTo>
                    <a:pt x="18847" y="2728"/>
                  </a:lnTo>
                  <a:lnTo>
                    <a:pt x="21457" y="7473"/>
                  </a:lnTo>
                  <a:lnTo>
                    <a:pt x="30021" y="3504"/>
                  </a:lnTo>
                  <a:lnTo>
                    <a:pt x="33020" y="1056"/>
                  </a:lnTo>
                  <a:lnTo>
                    <a:pt x="34898" y="7462"/>
                  </a:lnTo>
                  <a:lnTo>
                    <a:pt x="31774" y="13194"/>
                  </a:lnTo>
                  <a:lnTo>
                    <a:pt x="33962" y="16041"/>
                  </a:lnTo>
                  <a:lnTo>
                    <a:pt x="32115" y="16668"/>
                  </a:lnTo>
                  <a:lnTo>
                    <a:pt x="32311" y="19865"/>
                  </a:lnTo>
                  <a:lnTo>
                    <a:pt x="38448" y="22165"/>
                  </a:lnTo>
                  <a:lnTo>
                    <a:pt x="39835" y="25100"/>
                  </a:lnTo>
                  <a:lnTo>
                    <a:pt x="38318" y="28565"/>
                  </a:lnTo>
                  <a:lnTo>
                    <a:pt x="35518" y="30854"/>
                  </a:lnTo>
                  <a:lnTo>
                    <a:pt x="33186" y="31583"/>
                  </a:lnTo>
                  <a:lnTo>
                    <a:pt x="31817" y="32259"/>
                  </a:lnTo>
                  <a:lnTo>
                    <a:pt x="28912" y="30292"/>
                  </a:lnTo>
                  <a:lnTo>
                    <a:pt x="27760" y="30453"/>
                  </a:lnTo>
                  <a:lnTo>
                    <a:pt x="26171" y="32017"/>
                  </a:lnTo>
                  <a:lnTo>
                    <a:pt x="25957" y="31130"/>
                  </a:lnTo>
                  <a:lnTo>
                    <a:pt x="21795" y="29445"/>
                  </a:lnTo>
                  <a:lnTo>
                    <a:pt x="19078" y="26232"/>
                  </a:lnTo>
                  <a:lnTo>
                    <a:pt x="15281" y="25578"/>
                  </a:lnTo>
                  <a:lnTo>
                    <a:pt x="11609" y="18274"/>
                  </a:lnTo>
                  <a:lnTo>
                    <a:pt x="6339" y="16039"/>
                  </a:lnTo>
                  <a:lnTo>
                    <a:pt x="1038" y="16042"/>
                  </a:lnTo>
                  <a:lnTo>
                    <a:pt x="0" y="7942"/>
                  </a:lnTo>
                  <a:lnTo>
                    <a:pt x="2246" y="8154"/>
                  </a:lnTo>
                  <a:lnTo>
                    <a:pt x="3227" y="10818"/>
                  </a:lnTo>
                  <a:lnTo>
                    <a:pt x="4942" y="11448"/>
                  </a:lnTo>
                  <a:lnTo>
                    <a:pt x="9260" y="6661"/>
                  </a:lnTo>
                  <a:lnTo>
                    <a:pt x="8497" y="5126"/>
                  </a:lnTo>
                  <a:lnTo>
                    <a:pt x="9131" y="1556"/>
                  </a:lnTo>
                  <a:lnTo>
                    <a:pt x="1043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2" name="ph5112"/>
            <p:cNvSpPr/>
            <p:nvPr/>
          </p:nvSpPr>
          <p:spPr>
            <a:xfrm>
              <a:off x="7277895" y="3109696"/>
              <a:ext cx="9314" cy="5973"/>
            </a:xfrm>
            <a:custGeom>
              <a:avLst/>
              <a:pathLst>
                <a:path w="9314" h="5973">
                  <a:moveTo>
                    <a:pt x="7320" y="1127"/>
                  </a:moveTo>
                  <a:lnTo>
                    <a:pt x="9314" y="4847"/>
                  </a:lnTo>
                  <a:lnTo>
                    <a:pt x="8309" y="5973"/>
                  </a:lnTo>
                  <a:lnTo>
                    <a:pt x="4538" y="5557"/>
                  </a:lnTo>
                  <a:lnTo>
                    <a:pt x="0" y="3475"/>
                  </a:lnTo>
                  <a:lnTo>
                    <a:pt x="91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3" name="ph5113"/>
            <p:cNvSpPr/>
            <p:nvPr/>
          </p:nvSpPr>
          <p:spPr>
            <a:xfrm>
              <a:off x="7342069" y="3195368"/>
              <a:ext cx="18530" cy="21263"/>
            </a:xfrm>
            <a:custGeom>
              <a:avLst/>
              <a:pathLst>
                <a:path w="18530" h="21263">
                  <a:moveTo>
                    <a:pt x="16923" y="1905"/>
                  </a:moveTo>
                  <a:lnTo>
                    <a:pt x="18530" y="8933"/>
                  </a:lnTo>
                  <a:lnTo>
                    <a:pt x="18023" y="10382"/>
                  </a:lnTo>
                  <a:lnTo>
                    <a:pt x="13587" y="11044"/>
                  </a:lnTo>
                  <a:lnTo>
                    <a:pt x="14721" y="14607"/>
                  </a:lnTo>
                  <a:lnTo>
                    <a:pt x="14077" y="21263"/>
                  </a:lnTo>
                  <a:lnTo>
                    <a:pt x="9815" y="16633"/>
                  </a:lnTo>
                  <a:lnTo>
                    <a:pt x="8697" y="13041"/>
                  </a:lnTo>
                  <a:lnTo>
                    <a:pt x="7903" y="12737"/>
                  </a:lnTo>
                  <a:lnTo>
                    <a:pt x="4129" y="16547"/>
                  </a:lnTo>
                  <a:lnTo>
                    <a:pt x="2352" y="15968"/>
                  </a:lnTo>
                  <a:lnTo>
                    <a:pt x="287" y="11638"/>
                  </a:lnTo>
                  <a:lnTo>
                    <a:pt x="0" y="8201"/>
                  </a:lnTo>
                  <a:lnTo>
                    <a:pt x="2580" y="6149"/>
                  </a:lnTo>
                  <a:lnTo>
                    <a:pt x="4045" y="4902"/>
                  </a:lnTo>
                  <a:lnTo>
                    <a:pt x="6814" y="4874"/>
                  </a:lnTo>
                  <a:lnTo>
                    <a:pt x="11695" y="3143"/>
                  </a:lnTo>
                  <a:lnTo>
                    <a:pt x="1482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4" name="ph5114"/>
            <p:cNvSpPr/>
            <p:nvPr/>
          </p:nvSpPr>
          <p:spPr>
            <a:xfrm>
              <a:off x="7428199" y="3209332"/>
              <a:ext cx="23256" cy="26365"/>
            </a:xfrm>
            <a:custGeom>
              <a:avLst/>
              <a:pathLst>
                <a:path w="23256" h="26365">
                  <a:moveTo>
                    <a:pt x="18775" y="2453"/>
                  </a:moveTo>
                  <a:lnTo>
                    <a:pt x="17476" y="5631"/>
                  </a:lnTo>
                  <a:lnTo>
                    <a:pt x="13584" y="12596"/>
                  </a:lnTo>
                  <a:lnTo>
                    <a:pt x="23142" y="19758"/>
                  </a:lnTo>
                  <a:lnTo>
                    <a:pt x="23256" y="20708"/>
                  </a:lnTo>
                  <a:lnTo>
                    <a:pt x="21638" y="22538"/>
                  </a:lnTo>
                  <a:lnTo>
                    <a:pt x="21260" y="25147"/>
                  </a:lnTo>
                  <a:lnTo>
                    <a:pt x="15437" y="26320"/>
                  </a:lnTo>
                  <a:lnTo>
                    <a:pt x="12626" y="26365"/>
                  </a:lnTo>
                  <a:lnTo>
                    <a:pt x="9087" y="24178"/>
                  </a:lnTo>
                  <a:lnTo>
                    <a:pt x="5384" y="20743"/>
                  </a:lnTo>
                  <a:lnTo>
                    <a:pt x="5330" y="19860"/>
                  </a:lnTo>
                  <a:lnTo>
                    <a:pt x="4998" y="17747"/>
                  </a:lnTo>
                  <a:lnTo>
                    <a:pt x="299" y="10670"/>
                  </a:lnTo>
                  <a:lnTo>
                    <a:pt x="0" y="8463"/>
                  </a:lnTo>
                  <a:lnTo>
                    <a:pt x="1008" y="8328"/>
                  </a:lnTo>
                  <a:lnTo>
                    <a:pt x="3911" y="4795"/>
                  </a:lnTo>
                  <a:lnTo>
                    <a:pt x="4638" y="1844"/>
                  </a:lnTo>
                  <a:lnTo>
                    <a:pt x="5916" y="99"/>
                  </a:lnTo>
                  <a:lnTo>
                    <a:pt x="7171" y="2383"/>
                  </a:lnTo>
                  <a:lnTo>
                    <a:pt x="9550" y="3330"/>
                  </a:lnTo>
                  <a:lnTo>
                    <a:pt x="1769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5" name="ph5115"/>
            <p:cNvSpPr/>
            <p:nvPr/>
          </p:nvSpPr>
          <p:spPr>
            <a:xfrm>
              <a:off x="7285215" y="3105599"/>
              <a:ext cx="7909" cy="9966"/>
            </a:xfrm>
            <a:custGeom>
              <a:avLst/>
              <a:pathLst>
                <a:path w="7909" h="9966">
                  <a:moveTo>
                    <a:pt x="7553" y="1668"/>
                  </a:moveTo>
                  <a:lnTo>
                    <a:pt x="6607" y="3670"/>
                  </a:lnTo>
                  <a:lnTo>
                    <a:pt x="7909" y="4606"/>
                  </a:lnTo>
                  <a:lnTo>
                    <a:pt x="7806" y="6477"/>
                  </a:lnTo>
                  <a:lnTo>
                    <a:pt x="5410" y="9414"/>
                  </a:lnTo>
                  <a:lnTo>
                    <a:pt x="3583" y="9966"/>
                  </a:lnTo>
                  <a:lnTo>
                    <a:pt x="1993" y="8944"/>
                  </a:lnTo>
                  <a:lnTo>
                    <a:pt x="0" y="5224"/>
                  </a:lnTo>
                  <a:lnTo>
                    <a:pt x="573" y="1726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6" name="ph5116"/>
            <p:cNvSpPr/>
            <p:nvPr/>
          </p:nvSpPr>
          <p:spPr>
            <a:xfrm>
              <a:off x="7232758" y="3150018"/>
              <a:ext cx="8239" cy="23141"/>
            </a:xfrm>
            <a:custGeom>
              <a:avLst/>
              <a:pathLst>
                <a:path w="8239" h="23141">
                  <a:moveTo>
                    <a:pt x="6309" y="3861"/>
                  </a:moveTo>
                  <a:lnTo>
                    <a:pt x="5781" y="7523"/>
                  </a:lnTo>
                  <a:lnTo>
                    <a:pt x="2494" y="12169"/>
                  </a:lnTo>
                  <a:lnTo>
                    <a:pt x="7742" y="13045"/>
                  </a:lnTo>
                  <a:lnTo>
                    <a:pt x="8239" y="16672"/>
                  </a:lnTo>
                  <a:lnTo>
                    <a:pt x="7066" y="17166"/>
                  </a:lnTo>
                  <a:lnTo>
                    <a:pt x="3459" y="23141"/>
                  </a:lnTo>
                  <a:lnTo>
                    <a:pt x="1603" y="18206"/>
                  </a:lnTo>
                  <a:lnTo>
                    <a:pt x="3694" y="16647"/>
                  </a:lnTo>
                  <a:lnTo>
                    <a:pt x="4700" y="13972"/>
                  </a:lnTo>
                  <a:lnTo>
                    <a:pt x="3052" y="13215"/>
                  </a:lnTo>
                  <a:lnTo>
                    <a:pt x="1859" y="14303"/>
                  </a:lnTo>
                  <a:lnTo>
                    <a:pt x="0" y="13588"/>
                  </a:lnTo>
                  <a:lnTo>
                    <a:pt x="702" y="11538"/>
                  </a:lnTo>
                  <a:lnTo>
                    <a:pt x="3985" y="4159"/>
                  </a:lnTo>
                  <a:lnTo>
                    <a:pt x="699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7" name="ph5117"/>
            <p:cNvSpPr/>
            <p:nvPr/>
          </p:nvSpPr>
          <p:spPr>
            <a:xfrm>
              <a:off x="7217965" y="3218469"/>
              <a:ext cx="25035" cy="30902"/>
            </a:xfrm>
            <a:custGeom>
              <a:avLst/>
              <a:pathLst>
                <a:path w="25035" h="30902">
                  <a:moveTo>
                    <a:pt x="16505" y="0"/>
                  </a:moveTo>
                  <a:lnTo>
                    <a:pt x="18716" y="1811"/>
                  </a:lnTo>
                  <a:lnTo>
                    <a:pt x="20466" y="4544"/>
                  </a:lnTo>
                  <a:lnTo>
                    <a:pt x="21127" y="9551"/>
                  </a:lnTo>
                  <a:lnTo>
                    <a:pt x="18628" y="11078"/>
                  </a:lnTo>
                  <a:lnTo>
                    <a:pt x="15981" y="15254"/>
                  </a:lnTo>
                  <a:lnTo>
                    <a:pt x="17486" y="20366"/>
                  </a:lnTo>
                  <a:lnTo>
                    <a:pt x="19190" y="22788"/>
                  </a:lnTo>
                  <a:lnTo>
                    <a:pt x="23072" y="22419"/>
                  </a:lnTo>
                  <a:lnTo>
                    <a:pt x="23962" y="22419"/>
                  </a:lnTo>
                  <a:lnTo>
                    <a:pt x="25035" y="24326"/>
                  </a:lnTo>
                  <a:lnTo>
                    <a:pt x="23761" y="26440"/>
                  </a:lnTo>
                  <a:lnTo>
                    <a:pt x="21439" y="27665"/>
                  </a:lnTo>
                  <a:lnTo>
                    <a:pt x="21034" y="27065"/>
                  </a:lnTo>
                  <a:lnTo>
                    <a:pt x="14378" y="27926"/>
                  </a:lnTo>
                  <a:lnTo>
                    <a:pt x="10003" y="26786"/>
                  </a:lnTo>
                  <a:lnTo>
                    <a:pt x="6870" y="27949"/>
                  </a:lnTo>
                  <a:lnTo>
                    <a:pt x="3306" y="30902"/>
                  </a:lnTo>
                  <a:lnTo>
                    <a:pt x="3329" y="26107"/>
                  </a:lnTo>
                  <a:lnTo>
                    <a:pt x="0" y="21150"/>
                  </a:lnTo>
                  <a:lnTo>
                    <a:pt x="1482" y="18270"/>
                  </a:lnTo>
                  <a:lnTo>
                    <a:pt x="4147" y="16502"/>
                  </a:lnTo>
                  <a:lnTo>
                    <a:pt x="4522" y="8778"/>
                  </a:lnTo>
                  <a:lnTo>
                    <a:pt x="9514" y="9019"/>
                  </a:lnTo>
                  <a:lnTo>
                    <a:pt x="13759" y="7888"/>
                  </a:lnTo>
                  <a:lnTo>
                    <a:pt x="14324" y="8574"/>
                  </a:lnTo>
                  <a:lnTo>
                    <a:pt x="16421" y="8238"/>
                  </a:lnTo>
                  <a:lnTo>
                    <a:pt x="17913" y="5589"/>
                  </a:lnTo>
                  <a:lnTo>
                    <a:pt x="14653" y="4553"/>
                  </a:lnTo>
                  <a:lnTo>
                    <a:pt x="14991" y="22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8" name="ph5118"/>
            <p:cNvSpPr/>
            <p:nvPr/>
          </p:nvSpPr>
          <p:spPr>
            <a:xfrm>
              <a:off x="7296943" y="3175502"/>
              <a:ext cx="20260" cy="17008"/>
            </a:xfrm>
            <a:custGeom>
              <a:avLst/>
              <a:pathLst>
                <a:path w="20260" h="17008">
                  <a:moveTo>
                    <a:pt x="12576" y="3326"/>
                  </a:moveTo>
                  <a:lnTo>
                    <a:pt x="19721" y="6654"/>
                  </a:lnTo>
                  <a:lnTo>
                    <a:pt x="20260" y="7200"/>
                  </a:lnTo>
                  <a:lnTo>
                    <a:pt x="20003" y="9256"/>
                  </a:lnTo>
                  <a:lnTo>
                    <a:pt x="16361" y="12839"/>
                  </a:lnTo>
                  <a:lnTo>
                    <a:pt x="10262" y="15414"/>
                  </a:lnTo>
                  <a:lnTo>
                    <a:pt x="9107" y="13614"/>
                  </a:lnTo>
                  <a:lnTo>
                    <a:pt x="6202" y="12839"/>
                  </a:lnTo>
                  <a:lnTo>
                    <a:pt x="4486" y="13467"/>
                  </a:lnTo>
                  <a:lnTo>
                    <a:pt x="4727" y="15601"/>
                  </a:lnTo>
                  <a:lnTo>
                    <a:pt x="3365" y="17008"/>
                  </a:lnTo>
                  <a:lnTo>
                    <a:pt x="0" y="16108"/>
                  </a:lnTo>
                  <a:lnTo>
                    <a:pt x="4150" y="10417"/>
                  </a:lnTo>
                  <a:lnTo>
                    <a:pt x="5958" y="6276"/>
                  </a:lnTo>
                  <a:lnTo>
                    <a:pt x="3486" y="3995"/>
                  </a:lnTo>
                  <a:lnTo>
                    <a:pt x="815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9" name="ph5119"/>
            <p:cNvSpPr/>
            <p:nvPr/>
          </p:nvSpPr>
          <p:spPr>
            <a:xfrm>
              <a:off x="7353664" y="2984415"/>
              <a:ext cx="3908" cy="7441"/>
            </a:xfrm>
            <a:custGeom>
              <a:avLst/>
              <a:pathLst>
                <a:path w="3908" h="7441">
                  <a:moveTo>
                    <a:pt x="1998" y="0"/>
                  </a:moveTo>
                  <a:lnTo>
                    <a:pt x="3908" y="2440"/>
                  </a:lnTo>
                  <a:lnTo>
                    <a:pt x="1672" y="7441"/>
                  </a:lnTo>
                  <a:lnTo>
                    <a:pt x="0" y="3194"/>
                  </a:lnTo>
                  <a:lnTo>
                    <a:pt x="286" y="194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0" name="ph5120"/>
            <p:cNvSpPr/>
            <p:nvPr/>
          </p:nvSpPr>
          <p:spPr>
            <a:xfrm>
              <a:off x="7368221" y="2982143"/>
              <a:ext cx="5154" cy="6034"/>
            </a:xfrm>
            <a:custGeom>
              <a:avLst/>
              <a:pathLst>
                <a:path w="5154" h="6034">
                  <a:moveTo>
                    <a:pt x="3884" y="0"/>
                  </a:moveTo>
                  <a:lnTo>
                    <a:pt x="5154" y="2265"/>
                  </a:lnTo>
                  <a:lnTo>
                    <a:pt x="4307" y="6034"/>
                  </a:lnTo>
                  <a:lnTo>
                    <a:pt x="2759" y="5295"/>
                  </a:lnTo>
                  <a:lnTo>
                    <a:pt x="0" y="279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1" name="ph5121"/>
            <p:cNvSpPr/>
            <p:nvPr/>
          </p:nvSpPr>
          <p:spPr>
            <a:xfrm>
              <a:off x="7350363" y="2987609"/>
              <a:ext cx="6020" cy="6924"/>
            </a:xfrm>
            <a:custGeom>
              <a:avLst/>
              <a:pathLst>
                <a:path w="6020" h="6924">
                  <a:moveTo>
                    <a:pt x="3301" y="0"/>
                  </a:moveTo>
                  <a:lnTo>
                    <a:pt x="4973" y="4247"/>
                  </a:lnTo>
                  <a:lnTo>
                    <a:pt x="6020" y="5603"/>
                  </a:lnTo>
                  <a:lnTo>
                    <a:pt x="4494" y="6160"/>
                  </a:lnTo>
                  <a:lnTo>
                    <a:pt x="783" y="6924"/>
                  </a:lnTo>
                  <a:lnTo>
                    <a:pt x="0" y="5260"/>
                  </a:lnTo>
                  <a:lnTo>
                    <a:pt x="719" y="273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2" name="ph5122"/>
            <p:cNvSpPr/>
            <p:nvPr/>
          </p:nvSpPr>
          <p:spPr>
            <a:xfrm>
              <a:off x="7335824" y="3147321"/>
              <a:ext cx="4753" cy="10907"/>
            </a:xfrm>
            <a:custGeom>
              <a:avLst/>
              <a:pathLst>
                <a:path w="4753" h="10907">
                  <a:moveTo>
                    <a:pt x="3983" y="1164"/>
                  </a:moveTo>
                  <a:lnTo>
                    <a:pt x="4753" y="5801"/>
                  </a:lnTo>
                  <a:lnTo>
                    <a:pt x="4482" y="9243"/>
                  </a:lnTo>
                  <a:lnTo>
                    <a:pt x="2765" y="10907"/>
                  </a:lnTo>
                  <a:lnTo>
                    <a:pt x="1537" y="10846"/>
                  </a:lnTo>
                  <a:lnTo>
                    <a:pt x="0" y="4552"/>
                  </a:lnTo>
                  <a:lnTo>
                    <a:pt x="310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3" name="ph5123"/>
            <p:cNvSpPr/>
            <p:nvPr/>
          </p:nvSpPr>
          <p:spPr>
            <a:xfrm>
              <a:off x="7355337" y="2982837"/>
              <a:ext cx="11963" cy="11116"/>
            </a:xfrm>
            <a:custGeom>
              <a:avLst/>
              <a:pathLst>
                <a:path w="11963" h="11116">
                  <a:moveTo>
                    <a:pt x="11963" y="1991"/>
                  </a:moveTo>
                  <a:lnTo>
                    <a:pt x="9047" y="6578"/>
                  </a:lnTo>
                  <a:lnTo>
                    <a:pt x="9408" y="11116"/>
                  </a:lnTo>
                  <a:lnTo>
                    <a:pt x="1046" y="10375"/>
                  </a:lnTo>
                  <a:lnTo>
                    <a:pt x="0" y="9019"/>
                  </a:lnTo>
                  <a:lnTo>
                    <a:pt x="2236" y="4019"/>
                  </a:lnTo>
                  <a:lnTo>
                    <a:pt x="4671" y="5020"/>
                  </a:lnTo>
                  <a:lnTo>
                    <a:pt x="938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4" name="ph5124"/>
            <p:cNvSpPr/>
            <p:nvPr/>
          </p:nvSpPr>
          <p:spPr>
            <a:xfrm>
              <a:off x="7245599" y="3098290"/>
              <a:ext cx="37404" cy="18250"/>
            </a:xfrm>
            <a:custGeom>
              <a:avLst/>
              <a:pathLst>
                <a:path w="37404" h="18250">
                  <a:moveTo>
                    <a:pt x="33647" y="740"/>
                  </a:moveTo>
                  <a:lnTo>
                    <a:pt x="37404" y="5898"/>
                  </a:lnTo>
                  <a:lnTo>
                    <a:pt x="36689" y="5141"/>
                  </a:lnTo>
                  <a:lnTo>
                    <a:pt x="34061" y="10917"/>
                  </a:lnTo>
                  <a:lnTo>
                    <a:pt x="33212" y="11405"/>
                  </a:lnTo>
                  <a:lnTo>
                    <a:pt x="32296" y="14881"/>
                  </a:lnTo>
                  <a:lnTo>
                    <a:pt x="30649" y="18250"/>
                  </a:lnTo>
                  <a:lnTo>
                    <a:pt x="28603" y="15233"/>
                  </a:lnTo>
                  <a:lnTo>
                    <a:pt x="28275" y="12701"/>
                  </a:lnTo>
                  <a:lnTo>
                    <a:pt x="25537" y="11191"/>
                  </a:lnTo>
                  <a:lnTo>
                    <a:pt x="20246" y="11628"/>
                  </a:lnTo>
                  <a:lnTo>
                    <a:pt x="23161" y="14803"/>
                  </a:lnTo>
                  <a:lnTo>
                    <a:pt x="16761" y="14193"/>
                  </a:lnTo>
                  <a:lnTo>
                    <a:pt x="11154" y="12261"/>
                  </a:lnTo>
                  <a:lnTo>
                    <a:pt x="8309" y="12501"/>
                  </a:lnTo>
                  <a:lnTo>
                    <a:pt x="7603" y="11852"/>
                  </a:lnTo>
                  <a:lnTo>
                    <a:pt x="551" y="11070"/>
                  </a:lnTo>
                  <a:lnTo>
                    <a:pt x="148" y="9771"/>
                  </a:lnTo>
                  <a:lnTo>
                    <a:pt x="0" y="9302"/>
                  </a:lnTo>
                  <a:lnTo>
                    <a:pt x="6486" y="8554"/>
                  </a:lnTo>
                  <a:lnTo>
                    <a:pt x="7001" y="9669"/>
                  </a:lnTo>
                  <a:lnTo>
                    <a:pt x="8489" y="10100"/>
                  </a:lnTo>
                  <a:lnTo>
                    <a:pt x="18526" y="8654"/>
                  </a:lnTo>
                  <a:lnTo>
                    <a:pt x="24602" y="4480"/>
                  </a:lnTo>
                  <a:lnTo>
                    <a:pt x="2445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5" name="ph5125"/>
            <p:cNvSpPr/>
            <p:nvPr/>
          </p:nvSpPr>
          <p:spPr>
            <a:xfrm>
              <a:off x="7239067" y="3144049"/>
              <a:ext cx="24827" cy="19516"/>
            </a:xfrm>
            <a:custGeom>
              <a:avLst/>
              <a:pathLst>
                <a:path w="24827" h="19516">
                  <a:moveTo>
                    <a:pt x="21775" y="77"/>
                  </a:moveTo>
                  <a:lnTo>
                    <a:pt x="22500" y="2107"/>
                  </a:lnTo>
                  <a:lnTo>
                    <a:pt x="22217" y="5186"/>
                  </a:lnTo>
                  <a:lnTo>
                    <a:pt x="23854" y="5835"/>
                  </a:lnTo>
                  <a:lnTo>
                    <a:pt x="24827" y="8316"/>
                  </a:lnTo>
                  <a:lnTo>
                    <a:pt x="20096" y="7758"/>
                  </a:lnTo>
                  <a:lnTo>
                    <a:pt x="15813" y="10871"/>
                  </a:lnTo>
                  <a:lnTo>
                    <a:pt x="14741" y="17784"/>
                  </a:lnTo>
                  <a:lnTo>
                    <a:pt x="15261" y="19516"/>
                  </a:lnTo>
                  <a:lnTo>
                    <a:pt x="11345" y="17044"/>
                  </a:lnTo>
                  <a:lnTo>
                    <a:pt x="6552" y="13969"/>
                  </a:lnTo>
                  <a:lnTo>
                    <a:pt x="7179" y="12188"/>
                  </a:lnTo>
                  <a:lnTo>
                    <a:pt x="5818" y="10874"/>
                  </a:lnTo>
                  <a:lnTo>
                    <a:pt x="4002" y="9874"/>
                  </a:lnTo>
                  <a:lnTo>
                    <a:pt x="0" y="9830"/>
                  </a:lnTo>
                  <a:lnTo>
                    <a:pt x="684" y="5969"/>
                  </a:lnTo>
                  <a:lnTo>
                    <a:pt x="1438" y="4250"/>
                  </a:lnTo>
                  <a:lnTo>
                    <a:pt x="3445" y="1327"/>
                  </a:lnTo>
                  <a:lnTo>
                    <a:pt x="4113" y="4336"/>
                  </a:lnTo>
                  <a:lnTo>
                    <a:pt x="5874" y="1028"/>
                  </a:lnTo>
                  <a:lnTo>
                    <a:pt x="7079" y="700"/>
                  </a:lnTo>
                  <a:lnTo>
                    <a:pt x="10173" y="6153"/>
                  </a:lnTo>
                  <a:lnTo>
                    <a:pt x="9218" y="8270"/>
                  </a:lnTo>
                  <a:lnTo>
                    <a:pt x="10684" y="8254"/>
                  </a:lnTo>
                  <a:lnTo>
                    <a:pt x="16101" y="7301"/>
                  </a:lnTo>
                  <a:lnTo>
                    <a:pt x="19033" y="5496"/>
                  </a:lnTo>
                  <a:lnTo>
                    <a:pt x="19759" y="4728"/>
                  </a:lnTo>
                  <a:lnTo>
                    <a:pt x="19408" y="3153"/>
                  </a:lnTo>
                  <a:lnTo>
                    <a:pt x="17871" y="1497"/>
                  </a:lnTo>
                  <a:lnTo>
                    <a:pt x="18900" y="11"/>
                  </a:lnTo>
                  <a:lnTo>
                    <a:pt x="1989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6" name="ph5126"/>
            <p:cNvSpPr/>
            <p:nvPr/>
          </p:nvSpPr>
          <p:spPr>
            <a:xfrm>
              <a:off x="7388281" y="2974676"/>
              <a:ext cx="12548" cy="19966"/>
            </a:xfrm>
            <a:custGeom>
              <a:avLst/>
              <a:pathLst>
                <a:path w="12548" h="19966">
                  <a:moveTo>
                    <a:pt x="10053" y="1010"/>
                  </a:moveTo>
                  <a:lnTo>
                    <a:pt x="10981" y="1983"/>
                  </a:lnTo>
                  <a:lnTo>
                    <a:pt x="11806" y="5219"/>
                  </a:lnTo>
                  <a:lnTo>
                    <a:pt x="10766" y="8811"/>
                  </a:lnTo>
                  <a:lnTo>
                    <a:pt x="12214" y="15257"/>
                  </a:lnTo>
                  <a:lnTo>
                    <a:pt x="12548" y="19206"/>
                  </a:lnTo>
                  <a:lnTo>
                    <a:pt x="12013" y="19966"/>
                  </a:lnTo>
                  <a:lnTo>
                    <a:pt x="8944" y="19554"/>
                  </a:lnTo>
                  <a:lnTo>
                    <a:pt x="6392" y="14066"/>
                  </a:lnTo>
                  <a:lnTo>
                    <a:pt x="5920" y="12510"/>
                  </a:lnTo>
                  <a:lnTo>
                    <a:pt x="1029" y="6904"/>
                  </a:lnTo>
                  <a:lnTo>
                    <a:pt x="895" y="4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7" name="ph5127"/>
            <p:cNvSpPr/>
            <p:nvPr/>
          </p:nvSpPr>
          <p:spPr>
            <a:xfrm>
              <a:off x="7357572" y="3156874"/>
              <a:ext cx="33461" cy="34590"/>
            </a:xfrm>
            <a:custGeom>
              <a:avLst/>
              <a:pathLst>
                <a:path w="33461" h="34590">
                  <a:moveTo>
                    <a:pt x="19651" y="282"/>
                  </a:moveTo>
                  <a:lnTo>
                    <a:pt x="26641" y="2039"/>
                  </a:lnTo>
                  <a:lnTo>
                    <a:pt x="29179" y="6956"/>
                  </a:lnTo>
                  <a:lnTo>
                    <a:pt x="30968" y="6126"/>
                  </a:lnTo>
                  <a:lnTo>
                    <a:pt x="33461" y="8220"/>
                  </a:lnTo>
                  <a:lnTo>
                    <a:pt x="31217" y="13062"/>
                  </a:lnTo>
                  <a:lnTo>
                    <a:pt x="28274" y="18158"/>
                  </a:lnTo>
                  <a:lnTo>
                    <a:pt x="23277" y="21418"/>
                  </a:lnTo>
                  <a:lnTo>
                    <a:pt x="19604" y="23205"/>
                  </a:lnTo>
                  <a:lnTo>
                    <a:pt x="18007" y="21949"/>
                  </a:lnTo>
                  <a:lnTo>
                    <a:pt x="15168" y="22607"/>
                  </a:lnTo>
                  <a:lnTo>
                    <a:pt x="14376" y="29922"/>
                  </a:lnTo>
                  <a:lnTo>
                    <a:pt x="15418" y="34472"/>
                  </a:lnTo>
                  <a:lnTo>
                    <a:pt x="14124" y="34590"/>
                  </a:lnTo>
                  <a:lnTo>
                    <a:pt x="13051" y="32816"/>
                  </a:lnTo>
                  <a:lnTo>
                    <a:pt x="14060" y="29772"/>
                  </a:lnTo>
                  <a:lnTo>
                    <a:pt x="13680" y="28281"/>
                  </a:lnTo>
                  <a:lnTo>
                    <a:pt x="6997" y="26384"/>
                  </a:lnTo>
                  <a:lnTo>
                    <a:pt x="0" y="21740"/>
                  </a:lnTo>
                  <a:lnTo>
                    <a:pt x="2467" y="13931"/>
                  </a:lnTo>
                  <a:lnTo>
                    <a:pt x="4094" y="14348"/>
                  </a:lnTo>
                  <a:lnTo>
                    <a:pt x="4695" y="12772"/>
                  </a:lnTo>
                  <a:lnTo>
                    <a:pt x="5661" y="6752"/>
                  </a:lnTo>
                  <a:lnTo>
                    <a:pt x="10057" y="8044"/>
                  </a:lnTo>
                  <a:lnTo>
                    <a:pt x="16841" y="3170"/>
                  </a:lnTo>
                  <a:lnTo>
                    <a:pt x="1852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8" name="ph5128"/>
            <p:cNvSpPr/>
            <p:nvPr/>
          </p:nvSpPr>
          <p:spPr>
            <a:xfrm>
              <a:off x="7390498" y="2994231"/>
              <a:ext cx="11149" cy="18113"/>
            </a:xfrm>
            <a:custGeom>
              <a:avLst/>
              <a:pathLst>
                <a:path w="11149" h="18113">
                  <a:moveTo>
                    <a:pt x="9796" y="411"/>
                  </a:moveTo>
                  <a:lnTo>
                    <a:pt x="11149" y="3279"/>
                  </a:lnTo>
                  <a:lnTo>
                    <a:pt x="10994" y="11417"/>
                  </a:lnTo>
                  <a:lnTo>
                    <a:pt x="7495" y="13412"/>
                  </a:lnTo>
                  <a:lnTo>
                    <a:pt x="6264" y="15446"/>
                  </a:lnTo>
                  <a:lnTo>
                    <a:pt x="6916" y="16502"/>
                  </a:lnTo>
                  <a:lnTo>
                    <a:pt x="4389" y="17978"/>
                  </a:lnTo>
                  <a:lnTo>
                    <a:pt x="1457" y="18113"/>
                  </a:lnTo>
                  <a:lnTo>
                    <a:pt x="0" y="16263"/>
                  </a:lnTo>
                  <a:lnTo>
                    <a:pt x="495" y="13436"/>
                  </a:lnTo>
                  <a:lnTo>
                    <a:pt x="1891" y="10335"/>
                  </a:lnTo>
                  <a:lnTo>
                    <a:pt x="5340" y="7759"/>
                  </a:lnTo>
                  <a:lnTo>
                    <a:pt x="5801" y="6617"/>
                  </a:lnTo>
                  <a:lnTo>
                    <a:pt x="672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9" name="ph5129"/>
            <p:cNvSpPr/>
            <p:nvPr/>
          </p:nvSpPr>
          <p:spPr>
            <a:xfrm>
              <a:off x="7352133" y="2995635"/>
              <a:ext cx="12679" cy="13876"/>
            </a:xfrm>
            <a:custGeom>
              <a:avLst/>
              <a:pathLst>
                <a:path w="12679" h="13876">
                  <a:moveTo>
                    <a:pt x="12679" y="271"/>
                  </a:moveTo>
                  <a:lnTo>
                    <a:pt x="6630" y="13876"/>
                  </a:lnTo>
                  <a:lnTo>
                    <a:pt x="4021" y="13838"/>
                  </a:lnTo>
                  <a:lnTo>
                    <a:pt x="1609" y="13200"/>
                  </a:lnTo>
                  <a:lnTo>
                    <a:pt x="0" y="6866"/>
                  </a:lnTo>
                  <a:lnTo>
                    <a:pt x="2017" y="7702"/>
                  </a:lnTo>
                  <a:lnTo>
                    <a:pt x="3432" y="7093"/>
                  </a:lnTo>
                  <a:lnTo>
                    <a:pt x="646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0" name="ph5130"/>
            <p:cNvSpPr/>
            <p:nvPr/>
          </p:nvSpPr>
          <p:spPr>
            <a:xfrm>
              <a:off x="7338590" y="3147621"/>
              <a:ext cx="11731" cy="15489"/>
            </a:xfrm>
            <a:custGeom>
              <a:avLst/>
              <a:pathLst>
                <a:path w="11731" h="15489">
                  <a:moveTo>
                    <a:pt x="2888" y="0"/>
                  </a:moveTo>
                  <a:lnTo>
                    <a:pt x="3245" y="1177"/>
                  </a:lnTo>
                  <a:lnTo>
                    <a:pt x="3205" y="2880"/>
                  </a:lnTo>
                  <a:lnTo>
                    <a:pt x="2053" y="4730"/>
                  </a:lnTo>
                  <a:lnTo>
                    <a:pt x="2571" y="6161"/>
                  </a:lnTo>
                  <a:lnTo>
                    <a:pt x="6239" y="7691"/>
                  </a:lnTo>
                  <a:lnTo>
                    <a:pt x="9653" y="7754"/>
                  </a:lnTo>
                  <a:lnTo>
                    <a:pt x="10570" y="8494"/>
                  </a:lnTo>
                  <a:lnTo>
                    <a:pt x="11731" y="11813"/>
                  </a:lnTo>
                  <a:lnTo>
                    <a:pt x="11325" y="14483"/>
                  </a:lnTo>
                  <a:lnTo>
                    <a:pt x="8945" y="15489"/>
                  </a:lnTo>
                  <a:lnTo>
                    <a:pt x="6942" y="12828"/>
                  </a:lnTo>
                  <a:lnTo>
                    <a:pt x="5088" y="13976"/>
                  </a:lnTo>
                  <a:lnTo>
                    <a:pt x="2720" y="13515"/>
                  </a:lnTo>
                  <a:lnTo>
                    <a:pt x="1622" y="12706"/>
                  </a:lnTo>
                  <a:lnTo>
                    <a:pt x="1585" y="10558"/>
                  </a:lnTo>
                  <a:lnTo>
                    <a:pt x="0" y="10607"/>
                  </a:lnTo>
                  <a:lnTo>
                    <a:pt x="1717" y="8943"/>
                  </a:lnTo>
                  <a:lnTo>
                    <a:pt x="1987" y="5501"/>
                  </a:lnTo>
                  <a:lnTo>
                    <a:pt x="1217" y="86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1" name="ph5131"/>
            <p:cNvSpPr/>
            <p:nvPr/>
          </p:nvSpPr>
          <p:spPr>
            <a:xfrm>
              <a:off x="7308673" y="2937602"/>
              <a:ext cx="11512" cy="11717"/>
            </a:xfrm>
            <a:custGeom>
              <a:avLst/>
              <a:pathLst>
                <a:path w="11512" h="11717">
                  <a:moveTo>
                    <a:pt x="8551" y="1310"/>
                  </a:moveTo>
                  <a:lnTo>
                    <a:pt x="11512" y="7213"/>
                  </a:lnTo>
                  <a:lnTo>
                    <a:pt x="9074" y="10227"/>
                  </a:lnTo>
                  <a:lnTo>
                    <a:pt x="4789" y="11717"/>
                  </a:lnTo>
                  <a:lnTo>
                    <a:pt x="1787" y="10896"/>
                  </a:lnTo>
                  <a:lnTo>
                    <a:pt x="2299" y="9332"/>
                  </a:lnTo>
                  <a:lnTo>
                    <a:pt x="0" y="8921"/>
                  </a:lnTo>
                  <a:lnTo>
                    <a:pt x="706" y="8350"/>
                  </a:lnTo>
                  <a:lnTo>
                    <a:pt x="2695" y="6134"/>
                  </a:lnTo>
                  <a:lnTo>
                    <a:pt x="3442" y="2552"/>
                  </a:lnTo>
                  <a:lnTo>
                    <a:pt x="892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2" name="ph5132"/>
            <p:cNvSpPr/>
            <p:nvPr/>
          </p:nvSpPr>
          <p:spPr>
            <a:xfrm>
              <a:off x="7237378" y="3126554"/>
              <a:ext cx="21586" cy="25765"/>
            </a:xfrm>
            <a:custGeom>
              <a:avLst/>
              <a:pathLst>
                <a:path w="21586" h="25765">
                  <a:moveTo>
                    <a:pt x="16838" y="47"/>
                  </a:moveTo>
                  <a:lnTo>
                    <a:pt x="17240" y="2706"/>
                  </a:lnTo>
                  <a:lnTo>
                    <a:pt x="15447" y="5562"/>
                  </a:lnTo>
                  <a:lnTo>
                    <a:pt x="21586" y="17494"/>
                  </a:lnTo>
                  <a:lnTo>
                    <a:pt x="20589" y="17506"/>
                  </a:lnTo>
                  <a:lnTo>
                    <a:pt x="19561" y="18992"/>
                  </a:lnTo>
                  <a:lnTo>
                    <a:pt x="21097" y="20648"/>
                  </a:lnTo>
                  <a:lnTo>
                    <a:pt x="21448" y="22223"/>
                  </a:lnTo>
                  <a:lnTo>
                    <a:pt x="20722" y="22991"/>
                  </a:lnTo>
                  <a:lnTo>
                    <a:pt x="17790" y="24796"/>
                  </a:lnTo>
                  <a:lnTo>
                    <a:pt x="12373" y="25749"/>
                  </a:lnTo>
                  <a:lnTo>
                    <a:pt x="10907" y="25765"/>
                  </a:lnTo>
                  <a:lnTo>
                    <a:pt x="11863" y="23648"/>
                  </a:lnTo>
                  <a:lnTo>
                    <a:pt x="8768" y="18195"/>
                  </a:lnTo>
                  <a:lnTo>
                    <a:pt x="7563" y="18523"/>
                  </a:lnTo>
                  <a:lnTo>
                    <a:pt x="5802" y="21831"/>
                  </a:lnTo>
                  <a:lnTo>
                    <a:pt x="5134" y="18822"/>
                  </a:lnTo>
                  <a:lnTo>
                    <a:pt x="6323" y="16538"/>
                  </a:lnTo>
                  <a:lnTo>
                    <a:pt x="4940" y="14960"/>
                  </a:lnTo>
                  <a:lnTo>
                    <a:pt x="1564" y="17093"/>
                  </a:lnTo>
                  <a:lnTo>
                    <a:pt x="1432" y="19461"/>
                  </a:lnTo>
                  <a:lnTo>
                    <a:pt x="0" y="20616"/>
                  </a:lnTo>
                  <a:lnTo>
                    <a:pt x="964" y="15901"/>
                  </a:lnTo>
                  <a:lnTo>
                    <a:pt x="9606" y="915"/>
                  </a:lnTo>
                  <a:lnTo>
                    <a:pt x="1026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3" name="ph5133"/>
            <p:cNvSpPr/>
            <p:nvPr/>
          </p:nvSpPr>
          <p:spPr>
            <a:xfrm>
              <a:off x="7341478" y="3138974"/>
              <a:ext cx="13870" cy="23130"/>
            </a:xfrm>
            <a:custGeom>
              <a:avLst/>
              <a:pathLst>
                <a:path w="13870" h="23130">
                  <a:moveTo>
                    <a:pt x="11482" y="1422"/>
                  </a:moveTo>
                  <a:lnTo>
                    <a:pt x="9650" y="7286"/>
                  </a:lnTo>
                  <a:lnTo>
                    <a:pt x="9949" y="10327"/>
                  </a:lnTo>
                  <a:lnTo>
                    <a:pt x="13870" y="13086"/>
                  </a:lnTo>
                  <a:lnTo>
                    <a:pt x="12414" y="16307"/>
                  </a:lnTo>
                  <a:lnTo>
                    <a:pt x="10531" y="21713"/>
                  </a:lnTo>
                  <a:lnTo>
                    <a:pt x="8437" y="23130"/>
                  </a:lnTo>
                  <a:lnTo>
                    <a:pt x="8843" y="20460"/>
                  </a:lnTo>
                  <a:lnTo>
                    <a:pt x="7682" y="17141"/>
                  </a:lnTo>
                  <a:lnTo>
                    <a:pt x="6765" y="16401"/>
                  </a:lnTo>
                  <a:lnTo>
                    <a:pt x="3351" y="16337"/>
                  </a:lnTo>
                  <a:lnTo>
                    <a:pt x="4499" y="12596"/>
                  </a:lnTo>
                  <a:lnTo>
                    <a:pt x="357" y="9824"/>
                  </a:lnTo>
                  <a:lnTo>
                    <a:pt x="0" y="8646"/>
                  </a:lnTo>
                  <a:lnTo>
                    <a:pt x="2783" y="5243"/>
                  </a:lnTo>
                  <a:lnTo>
                    <a:pt x="4877" y="918"/>
                  </a:lnTo>
                  <a:lnTo>
                    <a:pt x="6278" y="1883"/>
                  </a:lnTo>
                  <a:lnTo>
                    <a:pt x="687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4" name="ph5134"/>
            <p:cNvSpPr/>
            <p:nvPr/>
          </p:nvSpPr>
          <p:spPr>
            <a:xfrm>
              <a:off x="7339857" y="3208106"/>
              <a:ext cx="16290" cy="25885"/>
            </a:xfrm>
            <a:custGeom>
              <a:avLst/>
              <a:pathLst>
                <a:path w="16290" h="25885">
                  <a:moveTo>
                    <a:pt x="10909" y="303"/>
                  </a:moveTo>
                  <a:lnTo>
                    <a:pt x="12027" y="3895"/>
                  </a:lnTo>
                  <a:lnTo>
                    <a:pt x="16290" y="8525"/>
                  </a:lnTo>
                  <a:lnTo>
                    <a:pt x="16020" y="12310"/>
                  </a:lnTo>
                  <a:lnTo>
                    <a:pt x="14262" y="12770"/>
                  </a:lnTo>
                  <a:lnTo>
                    <a:pt x="12064" y="15612"/>
                  </a:lnTo>
                  <a:lnTo>
                    <a:pt x="6835" y="24936"/>
                  </a:lnTo>
                  <a:lnTo>
                    <a:pt x="8021" y="25398"/>
                  </a:lnTo>
                  <a:lnTo>
                    <a:pt x="6057" y="25885"/>
                  </a:lnTo>
                  <a:lnTo>
                    <a:pt x="4502" y="24458"/>
                  </a:lnTo>
                  <a:lnTo>
                    <a:pt x="5784" y="22118"/>
                  </a:lnTo>
                  <a:lnTo>
                    <a:pt x="1772" y="14010"/>
                  </a:lnTo>
                  <a:lnTo>
                    <a:pt x="0" y="12856"/>
                  </a:lnTo>
                  <a:lnTo>
                    <a:pt x="1770" y="10447"/>
                  </a:lnTo>
                  <a:lnTo>
                    <a:pt x="510" y="9326"/>
                  </a:lnTo>
                  <a:lnTo>
                    <a:pt x="325" y="5705"/>
                  </a:lnTo>
                  <a:lnTo>
                    <a:pt x="6341" y="3809"/>
                  </a:lnTo>
                  <a:lnTo>
                    <a:pt x="1011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5" name="ph5135"/>
            <p:cNvSpPr/>
            <p:nvPr/>
          </p:nvSpPr>
          <p:spPr>
            <a:xfrm>
              <a:off x="7343643" y="2916526"/>
              <a:ext cx="33541" cy="24945"/>
            </a:xfrm>
            <a:custGeom>
              <a:avLst/>
              <a:pathLst>
                <a:path w="33541" h="24945">
                  <a:moveTo>
                    <a:pt x="9356" y="2882"/>
                  </a:moveTo>
                  <a:lnTo>
                    <a:pt x="13523" y="3458"/>
                  </a:lnTo>
                  <a:lnTo>
                    <a:pt x="18851" y="7114"/>
                  </a:lnTo>
                  <a:lnTo>
                    <a:pt x="20390" y="4603"/>
                  </a:lnTo>
                  <a:lnTo>
                    <a:pt x="24809" y="4468"/>
                  </a:lnTo>
                  <a:lnTo>
                    <a:pt x="27324" y="5408"/>
                  </a:lnTo>
                  <a:lnTo>
                    <a:pt x="33541" y="14087"/>
                  </a:lnTo>
                  <a:lnTo>
                    <a:pt x="29304" y="13905"/>
                  </a:lnTo>
                  <a:lnTo>
                    <a:pt x="28116" y="16354"/>
                  </a:lnTo>
                  <a:lnTo>
                    <a:pt x="22201" y="21802"/>
                  </a:lnTo>
                  <a:lnTo>
                    <a:pt x="20921" y="24945"/>
                  </a:lnTo>
                  <a:lnTo>
                    <a:pt x="14510" y="22013"/>
                  </a:lnTo>
                  <a:lnTo>
                    <a:pt x="13168" y="19332"/>
                  </a:lnTo>
                  <a:lnTo>
                    <a:pt x="10938" y="18747"/>
                  </a:lnTo>
                  <a:lnTo>
                    <a:pt x="9982" y="19581"/>
                  </a:lnTo>
                  <a:lnTo>
                    <a:pt x="5981" y="15938"/>
                  </a:lnTo>
                  <a:lnTo>
                    <a:pt x="2625" y="17861"/>
                  </a:lnTo>
                  <a:lnTo>
                    <a:pt x="1529" y="17377"/>
                  </a:lnTo>
                  <a:lnTo>
                    <a:pt x="0" y="14706"/>
                  </a:lnTo>
                  <a:lnTo>
                    <a:pt x="3441" y="2510"/>
                  </a:lnTo>
                  <a:lnTo>
                    <a:pt x="836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6" name="ph5136"/>
            <p:cNvSpPr/>
            <p:nvPr/>
          </p:nvSpPr>
          <p:spPr>
            <a:xfrm>
              <a:off x="7335291" y="2970713"/>
              <a:ext cx="12991" cy="13401"/>
            </a:xfrm>
            <a:custGeom>
              <a:avLst/>
              <a:pathLst>
                <a:path w="12991" h="13401">
                  <a:moveTo>
                    <a:pt x="9203" y="0"/>
                  </a:moveTo>
                  <a:lnTo>
                    <a:pt x="10198" y="2951"/>
                  </a:lnTo>
                  <a:lnTo>
                    <a:pt x="12991" y="5781"/>
                  </a:lnTo>
                  <a:lnTo>
                    <a:pt x="6666" y="11527"/>
                  </a:lnTo>
                  <a:lnTo>
                    <a:pt x="6625" y="13061"/>
                  </a:lnTo>
                  <a:lnTo>
                    <a:pt x="1654" y="13401"/>
                  </a:lnTo>
                  <a:lnTo>
                    <a:pt x="0" y="11087"/>
                  </a:lnTo>
                  <a:lnTo>
                    <a:pt x="567" y="9013"/>
                  </a:lnTo>
                  <a:lnTo>
                    <a:pt x="7118" y="3671"/>
                  </a:lnTo>
                  <a:lnTo>
                    <a:pt x="7706" y="2122"/>
                  </a:lnTo>
                  <a:lnTo>
                    <a:pt x="7282" y="105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7" name="ph5137"/>
            <p:cNvSpPr/>
            <p:nvPr/>
          </p:nvSpPr>
          <p:spPr>
            <a:xfrm>
              <a:off x="7254481" y="3162440"/>
              <a:ext cx="13037" cy="13990"/>
            </a:xfrm>
            <a:custGeom>
              <a:avLst/>
              <a:pathLst>
                <a:path w="13037" h="13990">
                  <a:moveTo>
                    <a:pt x="3935" y="0"/>
                  </a:moveTo>
                  <a:lnTo>
                    <a:pt x="5140" y="798"/>
                  </a:lnTo>
                  <a:lnTo>
                    <a:pt x="8565" y="4377"/>
                  </a:lnTo>
                  <a:lnTo>
                    <a:pt x="10480" y="2508"/>
                  </a:lnTo>
                  <a:lnTo>
                    <a:pt x="9689" y="5569"/>
                  </a:lnTo>
                  <a:lnTo>
                    <a:pt x="12124" y="7745"/>
                  </a:lnTo>
                  <a:lnTo>
                    <a:pt x="13037" y="10055"/>
                  </a:lnTo>
                  <a:lnTo>
                    <a:pt x="8644" y="13144"/>
                  </a:lnTo>
                  <a:lnTo>
                    <a:pt x="3471" y="13990"/>
                  </a:lnTo>
                  <a:lnTo>
                    <a:pt x="1955" y="13504"/>
                  </a:lnTo>
                  <a:lnTo>
                    <a:pt x="0" y="9008"/>
                  </a:lnTo>
                  <a:lnTo>
                    <a:pt x="134" y="2075"/>
                  </a:lnTo>
                  <a:lnTo>
                    <a:pt x="2188" y="9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8" name="ph5138"/>
            <p:cNvSpPr/>
            <p:nvPr/>
          </p:nvSpPr>
          <p:spPr>
            <a:xfrm>
              <a:off x="7340907" y="3187826"/>
              <a:ext cx="16582" cy="13692"/>
            </a:xfrm>
            <a:custGeom>
              <a:avLst/>
              <a:pathLst>
                <a:path w="16582" h="13692">
                  <a:moveTo>
                    <a:pt x="10505" y="1203"/>
                  </a:moveTo>
                  <a:lnTo>
                    <a:pt x="15041" y="487"/>
                  </a:lnTo>
                  <a:lnTo>
                    <a:pt x="16582" y="7053"/>
                  </a:lnTo>
                  <a:lnTo>
                    <a:pt x="15990" y="7542"/>
                  </a:lnTo>
                  <a:lnTo>
                    <a:pt x="12857" y="10685"/>
                  </a:lnTo>
                  <a:lnTo>
                    <a:pt x="7977" y="12416"/>
                  </a:lnTo>
                  <a:lnTo>
                    <a:pt x="5207" y="12444"/>
                  </a:lnTo>
                  <a:lnTo>
                    <a:pt x="3742" y="13692"/>
                  </a:lnTo>
                  <a:lnTo>
                    <a:pt x="0" y="10701"/>
                  </a:lnTo>
                  <a:lnTo>
                    <a:pt x="2244" y="2496"/>
                  </a:lnTo>
                  <a:lnTo>
                    <a:pt x="6205" y="769"/>
                  </a:lnTo>
                  <a:lnTo>
                    <a:pt x="977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9" name="ph5139"/>
            <p:cNvSpPr/>
            <p:nvPr/>
          </p:nvSpPr>
          <p:spPr>
            <a:xfrm>
              <a:off x="7257290" y="3170524"/>
              <a:ext cx="34556" cy="46472"/>
            </a:xfrm>
            <a:custGeom>
              <a:avLst/>
              <a:pathLst>
                <a:path w="34556" h="46472">
                  <a:moveTo>
                    <a:pt x="13510" y="0"/>
                  </a:moveTo>
                  <a:lnTo>
                    <a:pt x="15063" y="608"/>
                  </a:lnTo>
                  <a:lnTo>
                    <a:pt x="17125" y="3825"/>
                  </a:lnTo>
                  <a:lnTo>
                    <a:pt x="18055" y="3869"/>
                  </a:lnTo>
                  <a:lnTo>
                    <a:pt x="19332" y="5507"/>
                  </a:lnTo>
                  <a:lnTo>
                    <a:pt x="19127" y="10044"/>
                  </a:lnTo>
                  <a:lnTo>
                    <a:pt x="22328" y="15334"/>
                  </a:lnTo>
                  <a:lnTo>
                    <a:pt x="23418" y="15520"/>
                  </a:lnTo>
                  <a:lnTo>
                    <a:pt x="24798" y="14181"/>
                  </a:lnTo>
                  <a:lnTo>
                    <a:pt x="25372" y="15597"/>
                  </a:lnTo>
                  <a:lnTo>
                    <a:pt x="23067" y="18090"/>
                  </a:lnTo>
                  <a:lnTo>
                    <a:pt x="29892" y="19367"/>
                  </a:lnTo>
                  <a:lnTo>
                    <a:pt x="34556" y="24203"/>
                  </a:lnTo>
                  <a:lnTo>
                    <a:pt x="33613" y="25448"/>
                  </a:lnTo>
                  <a:lnTo>
                    <a:pt x="23948" y="29109"/>
                  </a:lnTo>
                  <a:lnTo>
                    <a:pt x="22131" y="33433"/>
                  </a:lnTo>
                  <a:lnTo>
                    <a:pt x="16309" y="40534"/>
                  </a:lnTo>
                  <a:lnTo>
                    <a:pt x="15821" y="43178"/>
                  </a:lnTo>
                  <a:lnTo>
                    <a:pt x="16917" y="45977"/>
                  </a:lnTo>
                  <a:lnTo>
                    <a:pt x="15477" y="46472"/>
                  </a:lnTo>
                  <a:lnTo>
                    <a:pt x="11261" y="45418"/>
                  </a:lnTo>
                  <a:lnTo>
                    <a:pt x="5673" y="39874"/>
                  </a:lnTo>
                  <a:lnTo>
                    <a:pt x="7626" y="37261"/>
                  </a:lnTo>
                  <a:lnTo>
                    <a:pt x="5631" y="36678"/>
                  </a:lnTo>
                  <a:lnTo>
                    <a:pt x="1723" y="37650"/>
                  </a:lnTo>
                  <a:lnTo>
                    <a:pt x="0" y="34836"/>
                  </a:lnTo>
                  <a:lnTo>
                    <a:pt x="2204" y="34997"/>
                  </a:lnTo>
                  <a:lnTo>
                    <a:pt x="3643" y="33725"/>
                  </a:lnTo>
                  <a:lnTo>
                    <a:pt x="5129" y="30513"/>
                  </a:lnTo>
                  <a:lnTo>
                    <a:pt x="3032" y="22809"/>
                  </a:lnTo>
                  <a:lnTo>
                    <a:pt x="1764" y="20927"/>
                  </a:lnTo>
                  <a:lnTo>
                    <a:pt x="5602" y="19043"/>
                  </a:lnTo>
                  <a:lnTo>
                    <a:pt x="5319" y="17330"/>
                  </a:lnTo>
                  <a:lnTo>
                    <a:pt x="3139" y="16591"/>
                  </a:lnTo>
                  <a:lnTo>
                    <a:pt x="1153" y="17294"/>
                  </a:lnTo>
                  <a:lnTo>
                    <a:pt x="327" y="16244"/>
                  </a:lnTo>
                  <a:lnTo>
                    <a:pt x="208" y="14617"/>
                  </a:lnTo>
                  <a:lnTo>
                    <a:pt x="652" y="13929"/>
                  </a:lnTo>
                  <a:lnTo>
                    <a:pt x="4694" y="14493"/>
                  </a:lnTo>
                  <a:lnTo>
                    <a:pt x="6833" y="13552"/>
                  </a:lnTo>
                  <a:lnTo>
                    <a:pt x="7261" y="12922"/>
                  </a:lnTo>
                  <a:lnTo>
                    <a:pt x="6457" y="12201"/>
                  </a:lnTo>
                  <a:lnTo>
                    <a:pt x="11263" y="2032"/>
                  </a:lnTo>
                  <a:lnTo>
                    <a:pt x="11146" y="129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0" name="ph5140"/>
            <p:cNvSpPr/>
            <p:nvPr/>
          </p:nvSpPr>
          <p:spPr>
            <a:xfrm>
              <a:off x="7336010" y="3089212"/>
              <a:ext cx="20919" cy="23964"/>
            </a:xfrm>
            <a:custGeom>
              <a:avLst/>
              <a:pathLst>
                <a:path w="20919" h="23964">
                  <a:moveTo>
                    <a:pt x="9121" y="0"/>
                  </a:moveTo>
                  <a:lnTo>
                    <a:pt x="10610" y="1831"/>
                  </a:lnTo>
                  <a:lnTo>
                    <a:pt x="10130" y="3622"/>
                  </a:lnTo>
                  <a:lnTo>
                    <a:pt x="12877" y="3517"/>
                  </a:lnTo>
                  <a:lnTo>
                    <a:pt x="15339" y="7307"/>
                  </a:lnTo>
                  <a:lnTo>
                    <a:pt x="12360" y="8373"/>
                  </a:lnTo>
                  <a:lnTo>
                    <a:pt x="14383" y="7960"/>
                  </a:lnTo>
                  <a:lnTo>
                    <a:pt x="20919" y="13016"/>
                  </a:lnTo>
                  <a:lnTo>
                    <a:pt x="18330" y="17511"/>
                  </a:lnTo>
                  <a:lnTo>
                    <a:pt x="13880" y="19031"/>
                  </a:lnTo>
                  <a:lnTo>
                    <a:pt x="13913" y="22789"/>
                  </a:lnTo>
                  <a:lnTo>
                    <a:pt x="12168" y="23964"/>
                  </a:lnTo>
                  <a:lnTo>
                    <a:pt x="10057" y="21666"/>
                  </a:lnTo>
                  <a:lnTo>
                    <a:pt x="5467" y="19936"/>
                  </a:lnTo>
                  <a:lnTo>
                    <a:pt x="0" y="15222"/>
                  </a:lnTo>
                  <a:lnTo>
                    <a:pt x="2338" y="11980"/>
                  </a:lnTo>
                  <a:lnTo>
                    <a:pt x="7800" y="8485"/>
                  </a:lnTo>
                  <a:lnTo>
                    <a:pt x="5920" y="4467"/>
                  </a:lnTo>
                  <a:lnTo>
                    <a:pt x="5215" y="230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1" name="ph5141"/>
            <p:cNvSpPr/>
            <p:nvPr/>
          </p:nvSpPr>
          <p:spPr>
            <a:xfrm>
              <a:off x="7250923" y="3094641"/>
              <a:ext cx="15804" cy="7318"/>
            </a:xfrm>
            <a:custGeom>
              <a:avLst/>
              <a:pathLst>
                <a:path w="15804" h="7318">
                  <a:moveTo>
                    <a:pt x="14546" y="3103"/>
                  </a:moveTo>
                  <a:lnTo>
                    <a:pt x="12590" y="5434"/>
                  </a:lnTo>
                  <a:lnTo>
                    <a:pt x="9711" y="6836"/>
                  </a:lnTo>
                  <a:lnTo>
                    <a:pt x="2041" y="7318"/>
                  </a:lnTo>
                  <a:lnTo>
                    <a:pt x="0" y="6856"/>
                  </a:lnTo>
                  <a:lnTo>
                    <a:pt x="1328" y="5531"/>
                  </a:lnTo>
                  <a:lnTo>
                    <a:pt x="8917" y="1723"/>
                  </a:lnTo>
                  <a:lnTo>
                    <a:pt x="1580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2" name="ph5142"/>
            <p:cNvSpPr/>
            <p:nvPr/>
          </p:nvSpPr>
          <p:spPr>
            <a:xfrm>
              <a:off x="7341916" y="2975764"/>
              <a:ext cx="11838" cy="9106"/>
            </a:xfrm>
            <a:custGeom>
              <a:avLst/>
              <a:pathLst>
                <a:path w="11838" h="9106">
                  <a:moveTo>
                    <a:pt x="11838" y="499"/>
                  </a:moveTo>
                  <a:lnTo>
                    <a:pt x="9059" y="3617"/>
                  </a:lnTo>
                  <a:lnTo>
                    <a:pt x="10719" y="6611"/>
                  </a:lnTo>
                  <a:lnTo>
                    <a:pt x="8287" y="9106"/>
                  </a:lnTo>
                  <a:lnTo>
                    <a:pt x="1785" y="8569"/>
                  </a:lnTo>
                  <a:lnTo>
                    <a:pt x="0" y="8010"/>
                  </a:lnTo>
                  <a:lnTo>
                    <a:pt x="40" y="6476"/>
                  </a:lnTo>
                  <a:lnTo>
                    <a:pt x="6365" y="730"/>
                  </a:lnTo>
                  <a:lnTo>
                    <a:pt x="736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3" name="ph5143"/>
            <p:cNvSpPr/>
            <p:nvPr/>
          </p:nvSpPr>
          <p:spPr>
            <a:xfrm>
              <a:off x="7379457" y="3105847"/>
              <a:ext cx="13560" cy="12011"/>
            </a:xfrm>
            <a:custGeom>
              <a:avLst/>
              <a:pathLst>
                <a:path w="13560" h="12011">
                  <a:moveTo>
                    <a:pt x="10923" y="6538"/>
                  </a:moveTo>
                  <a:lnTo>
                    <a:pt x="13560" y="8838"/>
                  </a:lnTo>
                  <a:lnTo>
                    <a:pt x="11389" y="11777"/>
                  </a:lnTo>
                  <a:lnTo>
                    <a:pt x="9975" y="12011"/>
                  </a:lnTo>
                  <a:lnTo>
                    <a:pt x="8110" y="10982"/>
                  </a:lnTo>
                  <a:lnTo>
                    <a:pt x="3692" y="8537"/>
                  </a:lnTo>
                  <a:lnTo>
                    <a:pt x="3850" y="6915"/>
                  </a:lnTo>
                  <a:lnTo>
                    <a:pt x="0" y="5482"/>
                  </a:lnTo>
                  <a:lnTo>
                    <a:pt x="182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4" name="ph5144"/>
            <p:cNvSpPr/>
            <p:nvPr/>
          </p:nvSpPr>
          <p:spPr>
            <a:xfrm>
              <a:off x="7411117" y="3203215"/>
              <a:ext cx="10284" cy="11909"/>
            </a:xfrm>
            <a:custGeom>
              <a:avLst/>
              <a:pathLst>
                <a:path w="10284" h="11909">
                  <a:moveTo>
                    <a:pt x="1735" y="1418"/>
                  </a:moveTo>
                  <a:lnTo>
                    <a:pt x="5126" y="697"/>
                  </a:lnTo>
                  <a:lnTo>
                    <a:pt x="5024" y="3012"/>
                  </a:lnTo>
                  <a:lnTo>
                    <a:pt x="9180" y="3537"/>
                  </a:lnTo>
                  <a:lnTo>
                    <a:pt x="10284" y="6496"/>
                  </a:lnTo>
                  <a:lnTo>
                    <a:pt x="5828" y="11909"/>
                  </a:lnTo>
                  <a:lnTo>
                    <a:pt x="2119" y="10570"/>
                  </a:lnTo>
                  <a:lnTo>
                    <a:pt x="1650" y="5520"/>
                  </a:lnTo>
                  <a:lnTo>
                    <a:pt x="0" y="306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5" name="ph5145"/>
            <p:cNvSpPr/>
            <p:nvPr/>
          </p:nvSpPr>
          <p:spPr>
            <a:xfrm>
              <a:off x="7280358" y="3173458"/>
              <a:ext cx="22543" cy="22830"/>
            </a:xfrm>
            <a:custGeom>
              <a:avLst/>
              <a:pathLst>
                <a:path w="22543" h="22830">
                  <a:moveTo>
                    <a:pt x="11942" y="0"/>
                  </a:moveTo>
                  <a:lnTo>
                    <a:pt x="20072" y="6039"/>
                  </a:lnTo>
                  <a:lnTo>
                    <a:pt x="22543" y="8319"/>
                  </a:lnTo>
                  <a:lnTo>
                    <a:pt x="20736" y="12460"/>
                  </a:lnTo>
                  <a:lnTo>
                    <a:pt x="16585" y="18151"/>
                  </a:lnTo>
                  <a:lnTo>
                    <a:pt x="13644" y="20229"/>
                  </a:lnTo>
                  <a:lnTo>
                    <a:pt x="12214" y="22830"/>
                  </a:lnTo>
                  <a:lnTo>
                    <a:pt x="10546" y="22514"/>
                  </a:lnTo>
                  <a:lnTo>
                    <a:pt x="11489" y="21269"/>
                  </a:lnTo>
                  <a:lnTo>
                    <a:pt x="6825" y="16432"/>
                  </a:lnTo>
                  <a:lnTo>
                    <a:pt x="0" y="15155"/>
                  </a:lnTo>
                  <a:lnTo>
                    <a:pt x="2305" y="12663"/>
                  </a:lnTo>
                  <a:lnTo>
                    <a:pt x="1731" y="11247"/>
                  </a:lnTo>
                  <a:lnTo>
                    <a:pt x="4922" y="7816"/>
                  </a:lnTo>
                  <a:lnTo>
                    <a:pt x="6367" y="7291"/>
                  </a:lnTo>
                  <a:lnTo>
                    <a:pt x="7462" y="5769"/>
                  </a:lnTo>
                  <a:lnTo>
                    <a:pt x="8399" y="82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6" name="ph5146"/>
            <p:cNvSpPr/>
            <p:nvPr/>
          </p:nvSpPr>
          <p:spPr>
            <a:xfrm>
              <a:off x="7250770" y="3253430"/>
              <a:ext cx="18412" cy="10710"/>
            </a:xfrm>
            <a:custGeom>
              <a:avLst/>
              <a:pathLst>
                <a:path w="18412" h="10710">
                  <a:moveTo>
                    <a:pt x="13811" y="965"/>
                  </a:moveTo>
                  <a:lnTo>
                    <a:pt x="15754" y="767"/>
                  </a:lnTo>
                  <a:lnTo>
                    <a:pt x="16986" y="1969"/>
                  </a:lnTo>
                  <a:lnTo>
                    <a:pt x="18412" y="6649"/>
                  </a:lnTo>
                  <a:lnTo>
                    <a:pt x="17757" y="8196"/>
                  </a:lnTo>
                  <a:lnTo>
                    <a:pt x="13189" y="7868"/>
                  </a:lnTo>
                  <a:lnTo>
                    <a:pt x="5467" y="10710"/>
                  </a:lnTo>
                  <a:lnTo>
                    <a:pt x="5728" y="7455"/>
                  </a:lnTo>
                  <a:lnTo>
                    <a:pt x="3195" y="7775"/>
                  </a:lnTo>
                  <a:lnTo>
                    <a:pt x="1608" y="9272"/>
                  </a:lnTo>
                  <a:lnTo>
                    <a:pt x="0" y="4514"/>
                  </a:lnTo>
                  <a:lnTo>
                    <a:pt x="2096" y="3492"/>
                  </a:lnTo>
                  <a:lnTo>
                    <a:pt x="5874" y="5357"/>
                  </a:lnTo>
                  <a:lnTo>
                    <a:pt x="8949" y="3914"/>
                  </a:lnTo>
                  <a:lnTo>
                    <a:pt x="8989" y="734"/>
                  </a:lnTo>
                  <a:lnTo>
                    <a:pt x="1196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7" name="ph5147"/>
            <p:cNvSpPr/>
            <p:nvPr/>
          </p:nvSpPr>
          <p:spPr>
            <a:xfrm>
              <a:off x="7355656" y="3195394"/>
              <a:ext cx="24671" cy="26279"/>
            </a:xfrm>
            <a:custGeom>
              <a:avLst/>
              <a:pathLst>
                <a:path w="24671" h="26279">
                  <a:moveTo>
                    <a:pt x="17893" y="1536"/>
                  </a:moveTo>
                  <a:lnTo>
                    <a:pt x="20431" y="142"/>
                  </a:lnTo>
                  <a:lnTo>
                    <a:pt x="23616" y="0"/>
                  </a:lnTo>
                  <a:lnTo>
                    <a:pt x="22656" y="2947"/>
                  </a:lnTo>
                  <a:lnTo>
                    <a:pt x="19388" y="5804"/>
                  </a:lnTo>
                  <a:lnTo>
                    <a:pt x="23757" y="14385"/>
                  </a:lnTo>
                  <a:lnTo>
                    <a:pt x="24671" y="18575"/>
                  </a:lnTo>
                  <a:lnTo>
                    <a:pt x="20939" y="20355"/>
                  </a:lnTo>
                  <a:lnTo>
                    <a:pt x="15138" y="21217"/>
                  </a:lnTo>
                  <a:lnTo>
                    <a:pt x="15229" y="23846"/>
                  </a:lnTo>
                  <a:lnTo>
                    <a:pt x="9302" y="24875"/>
                  </a:lnTo>
                  <a:lnTo>
                    <a:pt x="8031" y="26135"/>
                  </a:lnTo>
                  <a:lnTo>
                    <a:pt x="4459" y="26279"/>
                  </a:lnTo>
                  <a:lnTo>
                    <a:pt x="220" y="25021"/>
                  </a:lnTo>
                  <a:lnTo>
                    <a:pt x="490" y="21236"/>
                  </a:lnTo>
                  <a:lnTo>
                    <a:pt x="1134" y="14581"/>
                  </a:lnTo>
                  <a:lnTo>
                    <a:pt x="0" y="11018"/>
                  </a:lnTo>
                  <a:lnTo>
                    <a:pt x="4436" y="10356"/>
                  </a:lnTo>
                  <a:lnTo>
                    <a:pt x="4943" y="8906"/>
                  </a:lnTo>
                  <a:lnTo>
                    <a:pt x="3336" y="1878"/>
                  </a:lnTo>
                  <a:lnTo>
                    <a:pt x="4553" y="765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8" name="ph5148"/>
            <p:cNvSpPr/>
            <p:nvPr/>
          </p:nvSpPr>
          <p:spPr>
            <a:xfrm>
              <a:off x="7385362" y="3010733"/>
              <a:ext cx="15832" cy="30730"/>
            </a:xfrm>
            <a:custGeom>
              <a:avLst/>
              <a:pathLst>
                <a:path w="15832" h="30730">
                  <a:moveTo>
                    <a:pt x="11229" y="2468"/>
                  </a:moveTo>
                  <a:lnTo>
                    <a:pt x="12784" y="2336"/>
                  </a:lnTo>
                  <a:lnTo>
                    <a:pt x="15832" y="3919"/>
                  </a:lnTo>
                  <a:lnTo>
                    <a:pt x="13812" y="12935"/>
                  </a:lnTo>
                  <a:lnTo>
                    <a:pt x="12493" y="16121"/>
                  </a:lnTo>
                  <a:lnTo>
                    <a:pt x="11477" y="22268"/>
                  </a:lnTo>
                  <a:lnTo>
                    <a:pt x="12934" y="23350"/>
                  </a:lnTo>
                  <a:lnTo>
                    <a:pt x="12432" y="24832"/>
                  </a:lnTo>
                  <a:lnTo>
                    <a:pt x="3577" y="30730"/>
                  </a:lnTo>
                  <a:lnTo>
                    <a:pt x="741" y="28320"/>
                  </a:lnTo>
                  <a:lnTo>
                    <a:pt x="14" y="22846"/>
                  </a:lnTo>
                  <a:lnTo>
                    <a:pt x="0" y="20666"/>
                  </a:lnTo>
                  <a:lnTo>
                    <a:pt x="2790" y="17304"/>
                  </a:lnTo>
                  <a:lnTo>
                    <a:pt x="4725" y="16351"/>
                  </a:lnTo>
                  <a:lnTo>
                    <a:pt x="7909" y="14513"/>
                  </a:lnTo>
                  <a:lnTo>
                    <a:pt x="7768" y="11756"/>
                  </a:lnTo>
                  <a:lnTo>
                    <a:pt x="12193" y="5075"/>
                  </a:lnTo>
                  <a:lnTo>
                    <a:pt x="12395" y="4318"/>
                  </a:lnTo>
                  <a:lnTo>
                    <a:pt x="11269" y="3007"/>
                  </a:lnTo>
                  <a:lnTo>
                    <a:pt x="9510" y="2977"/>
                  </a:lnTo>
                  <a:lnTo>
                    <a:pt x="9526" y="1476"/>
                  </a:lnTo>
                  <a:lnTo>
                    <a:pt x="1205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9" name="ph5149"/>
            <p:cNvSpPr/>
            <p:nvPr/>
          </p:nvSpPr>
          <p:spPr>
            <a:xfrm>
              <a:off x="7330895" y="3220760"/>
              <a:ext cx="18358" cy="21192"/>
            </a:xfrm>
            <a:custGeom>
              <a:avLst/>
              <a:pathLst>
                <a:path w="18358" h="21192">
                  <a:moveTo>
                    <a:pt x="8961" y="201"/>
                  </a:moveTo>
                  <a:lnTo>
                    <a:pt x="10733" y="1355"/>
                  </a:lnTo>
                  <a:lnTo>
                    <a:pt x="14745" y="9464"/>
                  </a:lnTo>
                  <a:lnTo>
                    <a:pt x="13463" y="11803"/>
                  </a:lnTo>
                  <a:lnTo>
                    <a:pt x="15018" y="13230"/>
                  </a:lnTo>
                  <a:lnTo>
                    <a:pt x="16982" y="12743"/>
                  </a:lnTo>
                  <a:lnTo>
                    <a:pt x="18358" y="14977"/>
                  </a:lnTo>
                  <a:lnTo>
                    <a:pt x="15372" y="18122"/>
                  </a:lnTo>
                  <a:lnTo>
                    <a:pt x="10894" y="16165"/>
                  </a:lnTo>
                  <a:lnTo>
                    <a:pt x="6732" y="17215"/>
                  </a:lnTo>
                  <a:lnTo>
                    <a:pt x="1694" y="21192"/>
                  </a:lnTo>
                  <a:lnTo>
                    <a:pt x="0" y="20929"/>
                  </a:lnTo>
                  <a:lnTo>
                    <a:pt x="1400" y="12812"/>
                  </a:lnTo>
                  <a:lnTo>
                    <a:pt x="2124" y="12052"/>
                  </a:lnTo>
                  <a:lnTo>
                    <a:pt x="1430" y="8789"/>
                  </a:lnTo>
                  <a:lnTo>
                    <a:pt x="2501" y="9605"/>
                  </a:lnTo>
                  <a:lnTo>
                    <a:pt x="7204" y="3654"/>
                  </a:lnTo>
                  <a:lnTo>
                    <a:pt x="4490" y="94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0" name="ph5150"/>
            <p:cNvSpPr/>
            <p:nvPr/>
          </p:nvSpPr>
          <p:spPr>
            <a:xfrm>
              <a:off x="7402409" y="3213786"/>
              <a:ext cx="31120" cy="26377"/>
            </a:xfrm>
            <a:custGeom>
              <a:avLst/>
              <a:pathLst>
                <a:path w="31120" h="26377">
                  <a:moveTo>
                    <a:pt x="20172" y="627"/>
                  </a:moveTo>
                  <a:lnTo>
                    <a:pt x="21703" y="2578"/>
                  </a:lnTo>
                  <a:lnTo>
                    <a:pt x="25789" y="4010"/>
                  </a:lnTo>
                  <a:lnTo>
                    <a:pt x="26089" y="6216"/>
                  </a:lnTo>
                  <a:lnTo>
                    <a:pt x="30787" y="13294"/>
                  </a:lnTo>
                  <a:lnTo>
                    <a:pt x="31120" y="15406"/>
                  </a:lnTo>
                  <a:lnTo>
                    <a:pt x="28020" y="16632"/>
                  </a:lnTo>
                  <a:lnTo>
                    <a:pt x="25385" y="20496"/>
                  </a:lnTo>
                  <a:lnTo>
                    <a:pt x="23600" y="19139"/>
                  </a:lnTo>
                  <a:lnTo>
                    <a:pt x="13728" y="21797"/>
                  </a:lnTo>
                  <a:lnTo>
                    <a:pt x="8174" y="26377"/>
                  </a:lnTo>
                  <a:lnTo>
                    <a:pt x="6814" y="25207"/>
                  </a:lnTo>
                  <a:lnTo>
                    <a:pt x="2090" y="12299"/>
                  </a:lnTo>
                  <a:lnTo>
                    <a:pt x="0" y="11677"/>
                  </a:lnTo>
                  <a:lnTo>
                    <a:pt x="4358" y="8430"/>
                  </a:lnTo>
                  <a:lnTo>
                    <a:pt x="4609" y="5835"/>
                  </a:lnTo>
                  <a:lnTo>
                    <a:pt x="6107" y="3367"/>
                  </a:lnTo>
                  <a:lnTo>
                    <a:pt x="9018" y="2515"/>
                  </a:lnTo>
                  <a:lnTo>
                    <a:pt x="10076" y="83"/>
                  </a:lnTo>
                  <a:lnTo>
                    <a:pt x="10827" y="0"/>
                  </a:lnTo>
                  <a:lnTo>
                    <a:pt x="14536" y="1339"/>
                  </a:lnTo>
                  <a:lnTo>
                    <a:pt x="15594" y="296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1" name="ph5151"/>
            <p:cNvSpPr/>
            <p:nvPr/>
          </p:nvSpPr>
          <p:spPr>
            <a:xfrm>
              <a:off x="7373460" y="3111329"/>
              <a:ext cx="18060" cy="16472"/>
            </a:xfrm>
            <a:custGeom>
              <a:avLst/>
              <a:pathLst>
                <a:path w="18060" h="16472">
                  <a:moveTo>
                    <a:pt x="5996" y="0"/>
                  </a:moveTo>
                  <a:lnTo>
                    <a:pt x="9847" y="1432"/>
                  </a:lnTo>
                  <a:lnTo>
                    <a:pt x="9689" y="3055"/>
                  </a:lnTo>
                  <a:lnTo>
                    <a:pt x="14107" y="5499"/>
                  </a:lnTo>
                  <a:lnTo>
                    <a:pt x="15972" y="6529"/>
                  </a:lnTo>
                  <a:lnTo>
                    <a:pt x="17386" y="6295"/>
                  </a:lnTo>
                  <a:lnTo>
                    <a:pt x="18060" y="7911"/>
                  </a:lnTo>
                  <a:lnTo>
                    <a:pt x="15841" y="9149"/>
                  </a:lnTo>
                  <a:lnTo>
                    <a:pt x="13794" y="8141"/>
                  </a:lnTo>
                  <a:lnTo>
                    <a:pt x="11465" y="11996"/>
                  </a:lnTo>
                  <a:lnTo>
                    <a:pt x="11791" y="13531"/>
                  </a:lnTo>
                  <a:lnTo>
                    <a:pt x="12883" y="13561"/>
                  </a:lnTo>
                  <a:lnTo>
                    <a:pt x="12673" y="16302"/>
                  </a:lnTo>
                  <a:lnTo>
                    <a:pt x="11313" y="16472"/>
                  </a:lnTo>
                  <a:lnTo>
                    <a:pt x="9479" y="14654"/>
                  </a:lnTo>
                  <a:lnTo>
                    <a:pt x="7291" y="12052"/>
                  </a:lnTo>
                  <a:lnTo>
                    <a:pt x="3473" y="12287"/>
                  </a:lnTo>
                  <a:lnTo>
                    <a:pt x="0" y="13751"/>
                  </a:lnTo>
                  <a:lnTo>
                    <a:pt x="653" y="9993"/>
                  </a:lnTo>
                  <a:lnTo>
                    <a:pt x="1559" y="9974"/>
                  </a:lnTo>
                  <a:lnTo>
                    <a:pt x="4097" y="6809"/>
                  </a:lnTo>
                  <a:lnTo>
                    <a:pt x="4360" y="250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2" name="ph5152"/>
            <p:cNvSpPr/>
            <p:nvPr/>
          </p:nvSpPr>
          <p:spPr>
            <a:xfrm>
              <a:off x="7326722" y="2945531"/>
              <a:ext cx="34509" cy="24151"/>
            </a:xfrm>
            <a:custGeom>
              <a:avLst/>
              <a:pathLst>
                <a:path w="34509" h="24151">
                  <a:moveTo>
                    <a:pt x="25680" y="220"/>
                  </a:moveTo>
                  <a:lnTo>
                    <a:pt x="26122" y="2968"/>
                  </a:lnTo>
                  <a:lnTo>
                    <a:pt x="29981" y="6635"/>
                  </a:lnTo>
                  <a:lnTo>
                    <a:pt x="33592" y="7229"/>
                  </a:lnTo>
                  <a:lnTo>
                    <a:pt x="34509" y="9395"/>
                  </a:lnTo>
                  <a:lnTo>
                    <a:pt x="30689" y="12341"/>
                  </a:lnTo>
                  <a:lnTo>
                    <a:pt x="24678" y="13315"/>
                  </a:lnTo>
                  <a:lnTo>
                    <a:pt x="19270" y="15672"/>
                  </a:lnTo>
                  <a:lnTo>
                    <a:pt x="15618" y="14957"/>
                  </a:lnTo>
                  <a:lnTo>
                    <a:pt x="11478" y="16346"/>
                  </a:lnTo>
                  <a:lnTo>
                    <a:pt x="11490" y="19715"/>
                  </a:lnTo>
                  <a:lnTo>
                    <a:pt x="9941" y="18893"/>
                  </a:lnTo>
                  <a:lnTo>
                    <a:pt x="7474" y="20054"/>
                  </a:lnTo>
                  <a:lnTo>
                    <a:pt x="6977" y="22781"/>
                  </a:lnTo>
                  <a:lnTo>
                    <a:pt x="4180" y="24151"/>
                  </a:lnTo>
                  <a:lnTo>
                    <a:pt x="498" y="22482"/>
                  </a:lnTo>
                  <a:lnTo>
                    <a:pt x="0" y="21782"/>
                  </a:lnTo>
                  <a:lnTo>
                    <a:pt x="220" y="20586"/>
                  </a:lnTo>
                  <a:lnTo>
                    <a:pt x="3693" y="20458"/>
                  </a:lnTo>
                  <a:lnTo>
                    <a:pt x="7039" y="19009"/>
                  </a:lnTo>
                  <a:lnTo>
                    <a:pt x="9233" y="16165"/>
                  </a:lnTo>
                  <a:lnTo>
                    <a:pt x="12476" y="8664"/>
                  </a:lnTo>
                  <a:lnTo>
                    <a:pt x="2327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3" name="ph5153"/>
            <p:cNvSpPr/>
            <p:nvPr/>
          </p:nvSpPr>
          <p:spPr>
            <a:xfrm>
              <a:off x="7399984" y="3205798"/>
              <a:ext cx="13252" cy="19665"/>
            </a:xfrm>
            <a:custGeom>
              <a:avLst/>
              <a:pathLst>
                <a:path w="13252" h="19665">
                  <a:moveTo>
                    <a:pt x="8708" y="2555"/>
                  </a:moveTo>
                  <a:lnTo>
                    <a:pt x="12782" y="2937"/>
                  </a:lnTo>
                  <a:lnTo>
                    <a:pt x="13252" y="7987"/>
                  </a:lnTo>
                  <a:lnTo>
                    <a:pt x="12502" y="8071"/>
                  </a:lnTo>
                  <a:lnTo>
                    <a:pt x="11443" y="10503"/>
                  </a:lnTo>
                  <a:lnTo>
                    <a:pt x="8532" y="11355"/>
                  </a:lnTo>
                  <a:lnTo>
                    <a:pt x="7034" y="13822"/>
                  </a:lnTo>
                  <a:lnTo>
                    <a:pt x="6783" y="16418"/>
                  </a:lnTo>
                  <a:lnTo>
                    <a:pt x="2425" y="19665"/>
                  </a:lnTo>
                  <a:lnTo>
                    <a:pt x="300" y="15270"/>
                  </a:lnTo>
                  <a:lnTo>
                    <a:pt x="0" y="536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4" name="ph5154"/>
            <p:cNvSpPr/>
            <p:nvPr/>
          </p:nvSpPr>
          <p:spPr>
            <a:xfrm>
              <a:off x="7322378" y="3177410"/>
              <a:ext cx="24942" cy="37869"/>
            </a:xfrm>
            <a:custGeom>
              <a:avLst/>
              <a:pathLst>
                <a:path w="24942" h="37869">
                  <a:moveTo>
                    <a:pt x="21874" y="809"/>
                  </a:moveTo>
                  <a:lnTo>
                    <a:pt x="24942" y="2571"/>
                  </a:lnTo>
                  <a:lnTo>
                    <a:pt x="23778" y="5499"/>
                  </a:lnTo>
                  <a:lnTo>
                    <a:pt x="24734" y="11185"/>
                  </a:lnTo>
                  <a:lnTo>
                    <a:pt x="20773" y="12911"/>
                  </a:lnTo>
                  <a:lnTo>
                    <a:pt x="18529" y="21117"/>
                  </a:lnTo>
                  <a:lnTo>
                    <a:pt x="22271" y="24107"/>
                  </a:lnTo>
                  <a:lnTo>
                    <a:pt x="19691" y="26159"/>
                  </a:lnTo>
                  <a:lnTo>
                    <a:pt x="19978" y="29596"/>
                  </a:lnTo>
                  <a:lnTo>
                    <a:pt x="22044" y="33926"/>
                  </a:lnTo>
                  <a:lnTo>
                    <a:pt x="23820" y="34505"/>
                  </a:lnTo>
                  <a:lnTo>
                    <a:pt x="17804" y="36401"/>
                  </a:lnTo>
                  <a:lnTo>
                    <a:pt x="12681" y="37464"/>
                  </a:lnTo>
                  <a:lnTo>
                    <a:pt x="11441" y="37869"/>
                  </a:lnTo>
                  <a:lnTo>
                    <a:pt x="10375" y="35986"/>
                  </a:lnTo>
                  <a:lnTo>
                    <a:pt x="12017" y="30160"/>
                  </a:lnTo>
                  <a:lnTo>
                    <a:pt x="9591" y="23887"/>
                  </a:lnTo>
                  <a:lnTo>
                    <a:pt x="6137" y="18490"/>
                  </a:lnTo>
                  <a:lnTo>
                    <a:pt x="2343" y="18317"/>
                  </a:lnTo>
                  <a:lnTo>
                    <a:pt x="0" y="16197"/>
                  </a:lnTo>
                  <a:lnTo>
                    <a:pt x="2540" y="3236"/>
                  </a:lnTo>
                  <a:lnTo>
                    <a:pt x="4934" y="2122"/>
                  </a:lnTo>
                  <a:lnTo>
                    <a:pt x="10027" y="3292"/>
                  </a:lnTo>
                  <a:lnTo>
                    <a:pt x="14696" y="984"/>
                  </a:lnTo>
                  <a:lnTo>
                    <a:pt x="1626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5" name="ph5155"/>
            <p:cNvSpPr/>
            <p:nvPr/>
          </p:nvSpPr>
          <p:spPr>
            <a:xfrm>
              <a:off x="7285302" y="3147073"/>
              <a:ext cx="20654" cy="32424"/>
            </a:xfrm>
            <a:custGeom>
              <a:avLst/>
              <a:pathLst>
                <a:path w="20654" h="32424">
                  <a:moveTo>
                    <a:pt x="5434" y="0"/>
                  </a:moveTo>
                  <a:lnTo>
                    <a:pt x="6298" y="1054"/>
                  </a:lnTo>
                  <a:lnTo>
                    <a:pt x="15415" y="1886"/>
                  </a:lnTo>
                  <a:lnTo>
                    <a:pt x="15535" y="6183"/>
                  </a:lnTo>
                  <a:lnTo>
                    <a:pt x="13745" y="12366"/>
                  </a:lnTo>
                  <a:lnTo>
                    <a:pt x="15377" y="14267"/>
                  </a:lnTo>
                  <a:lnTo>
                    <a:pt x="14387" y="17759"/>
                  </a:lnTo>
                  <a:lnTo>
                    <a:pt x="17737" y="23957"/>
                  </a:lnTo>
                  <a:lnTo>
                    <a:pt x="20654" y="23958"/>
                  </a:lnTo>
                  <a:lnTo>
                    <a:pt x="19800" y="28428"/>
                  </a:lnTo>
                  <a:lnTo>
                    <a:pt x="15127" y="32424"/>
                  </a:lnTo>
                  <a:lnTo>
                    <a:pt x="6998" y="26384"/>
                  </a:lnTo>
                  <a:lnTo>
                    <a:pt x="3454" y="27207"/>
                  </a:lnTo>
                  <a:lnTo>
                    <a:pt x="3125" y="25409"/>
                  </a:lnTo>
                  <a:lnTo>
                    <a:pt x="4586" y="22102"/>
                  </a:lnTo>
                  <a:lnTo>
                    <a:pt x="2472" y="19819"/>
                  </a:lnTo>
                  <a:lnTo>
                    <a:pt x="3321" y="8389"/>
                  </a:lnTo>
                  <a:lnTo>
                    <a:pt x="5281" y="7573"/>
                  </a:lnTo>
                  <a:lnTo>
                    <a:pt x="8799" y="8157"/>
                  </a:lnTo>
                  <a:lnTo>
                    <a:pt x="10356" y="5440"/>
                  </a:lnTo>
                  <a:lnTo>
                    <a:pt x="9234" y="3485"/>
                  </a:lnTo>
                  <a:lnTo>
                    <a:pt x="2801" y="3151"/>
                  </a:lnTo>
                  <a:lnTo>
                    <a:pt x="1769" y="2219"/>
                  </a:lnTo>
                  <a:lnTo>
                    <a:pt x="0" y="81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6" name="ph5156"/>
            <p:cNvSpPr/>
            <p:nvPr/>
          </p:nvSpPr>
          <p:spPr>
            <a:xfrm>
              <a:off x="7373386" y="3176066"/>
              <a:ext cx="53319" cy="38550"/>
            </a:xfrm>
            <a:custGeom>
              <a:avLst/>
              <a:pathLst>
                <a:path w="53319" h="38550">
                  <a:moveTo>
                    <a:pt x="53319" y="849"/>
                  </a:moveTo>
                  <a:lnTo>
                    <a:pt x="45826" y="7142"/>
                  </a:lnTo>
                  <a:lnTo>
                    <a:pt x="42743" y="10580"/>
                  </a:lnTo>
                  <a:lnTo>
                    <a:pt x="40918" y="11214"/>
                  </a:lnTo>
                  <a:lnTo>
                    <a:pt x="39400" y="14534"/>
                  </a:lnTo>
                  <a:lnTo>
                    <a:pt x="41396" y="19422"/>
                  </a:lnTo>
                  <a:lnTo>
                    <a:pt x="39447" y="22174"/>
                  </a:lnTo>
                  <a:lnTo>
                    <a:pt x="40605" y="22929"/>
                  </a:lnTo>
                  <a:lnTo>
                    <a:pt x="42857" y="27846"/>
                  </a:lnTo>
                  <a:lnTo>
                    <a:pt x="39466" y="28567"/>
                  </a:lnTo>
                  <a:lnTo>
                    <a:pt x="38752" y="27149"/>
                  </a:lnTo>
                  <a:lnTo>
                    <a:pt x="37730" y="27455"/>
                  </a:lnTo>
                  <a:lnTo>
                    <a:pt x="39380" y="32669"/>
                  </a:lnTo>
                  <a:lnTo>
                    <a:pt x="35305" y="32287"/>
                  </a:lnTo>
                  <a:lnTo>
                    <a:pt x="28489" y="29731"/>
                  </a:lnTo>
                  <a:lnTo>
                    <a:pt x="26597" y="30267"/>
                  </a:lnTo>
                  <a:lnTo>
                    <a:pt x="26803" y="27969"/>
                  </a:lnTo>
                  <a:lnTo>
                    <a:pt x="28238" y="27774"/>
                  </a:lnTo>
                  <a:lnTo>
                    <a:pt x="28342" y="26898"/>
                  </a:lnTo>
                  <a:lnTo>
                    <a:pt x="24370" y="25400"/>
                  </a:lnTo>
                  <a:lnTo>
                    <a:pt x="21002" y="25986"/>
                  </a:lnTo>
                  <a:lnTo>
                    <a:pt x="18669" y="26985"/>
                  </a:lnTo>
                  <a:lnTo>
                    <a:pt x="15008" y="34928"/>
                  </a:lnTo>
                  <a:lnTo>
                    <a:pt x="9985" y="38550"/>
                  </a:lnTo>
                  <a:lnTo>
                    <a:pt x="6941" y="37903"/>
                  </a:lnTo>
                  <a:lnTo>
                    <a:pt x="6027" y="33713"/>
                  </a:lnTo>
                  <a:lnTo>
                    <a:pt x="1658" y="25133"/>
                  </a:lnTo>
                  <a:lnTo>
                    <a:pt x="4926" y="22275"/>
                  </a:lnTo>
                  <a:lnTo>
                    <a:pt x="5886" y="19328"/>
                  </a:lnTo>
                  <a:lnTo>
                    <a:pt x="2701" y="19470"/>
                  </a:lnTo>
                  <a:lnTo>
                    <a:pt x="0" y="15329"/>
                  </a:lnTo>
                  <a:lnTo>
                    <a:pt x="5530" y="13279"/>
                  </a:lnTo>
                  <a:lnTo>
                    <a:pt x="9344" y="10179"/>
                  </a:lnTo>
                  <a:lnTo>
                    <a:pt x="11702" y="9786"/>
                  </a:lnTo>
                  <a:lnTo>
                    <a:pt x="14688" y="11590"/>
                  </a:lnTo>
                  <a:lnTo>
                    <a:pt x="14713" y="12266"/>
                  </a:lnTo>
                  <a:lnTo>
                    <a:pt x="11912" y="15513"/>
                  </a:lnTo>
                  <a:lnTo>
                    <a:pt x="10729" y="19356"/>
                  </a:lnTo>
                  <a:lnTo>
                    <a:pt x="13467" y="22376"/>
                  </a:lnTo>
                  <a:lnTo>
                    <a:pt x="15275" y="22917"/>
                  </a:lnTo>
                  <a:lnTo>
                    <a:pt x="22662" y="17128"/>
                  </a:lnTo>
                  <a:lnTo>
                    <a:pt x="22483" y="15802"/>
                  </a:lnTo>
                  <a:lnTo>
                    <a:pt x="17192" y="11646"/>
                  </a:lnTo>
                  <a:lnTo>
                    <a:pt x="16162" y="7983"/>
                  </a:lnTo>
                  <a:lnTo>
                    <a:pt x="17394" y="6567"/>
                  </a:lnTo>
                  <a:lnTo>
                    <a:pt x="18287" y="7022"/>
                  </a:lnTo>
                  <a:lnTo>
                    <a:pt x="22545" y="10653"/>
                  </a:lnTo>
                  <a:lnTo>
                    <a:pt x="22868" y="14619"/>
                  </a:lnTo>
                  <a:lnTo>
                    <a:pt x="23897" y="15689"/>
                  </a:lnTo>
                  <a:lnTo>
                    <a:pt x="25629" y="15897"/>
                  </a:lnTo>
                  <a:lnTo>
                    <a:pt x="35037" y="7121"/>
                  </a:lnTo>
                  <a:lnTo>
                    <a:pt x="36598" y="2991"/>
                  </a:lnTo>
                  <a:lnTo>
                    <a:pt x="40984" y="4338"/>
                  </a:lnTo>
                  <a:lnTo>
                    <a:pt x="44448" y="1652"/>
                  </a:lnTo>
                  <a:lnTo>
                    <a:pt x="47501" y="2818"/>
                  </a:lnTo>
                  <a:lnTo>
                    <a:pt x="4957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7" name="ph5157"/>
            <p:cNvSpPr/>
            <p:nvPr/>
          </p:nvSpPr>
          <p:spPr>
            <a:xfrm>
              <a:off x="7290604" y="3265074"/>
              <a:ext cx="6326" cy="6429"/>
            </a:xfrm>
            <a:custGeom>
              <a:avLst/>
              <a:pathLst>
                <a:path w="6326" h="6429">
                  <a:moveTo>
                    <a:pt x="2671" y="5278"/>
                  </a:moveTo>
                  <a:lnTo>
                    <a:pt x="1948" y="6429"/>
                  </a:lnTo>
                  <a:lnTo>
                    <a:pt x="144" y="3573"/>
                  </a:lnTo>
                  <a:lnTo>
                    <a:pt x="0" y="306"/>
                  </a:lnTo>
                  <a:lnTo>
                    <a:pt x="1359" y="0"/>
                  </a:lnTo>
                  <a:lnTo>
                    <a:pt x="3829" y="6"/>
                  </a:lnTo>
                  <a:lnTo>
                    <a:pt x="6326" y="422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8" name="ph5158"/>
            <p:cNvSpPr/>
            <p:nvPr/>
          </p:nvSpPr>
          <p:spPr>
            <a:xfrm>
              <a:off x="7280827" y="3242687"/>
              <a:ext cx="18527" cy="19322"/>
            </a:xfrm>
            <a:custGeom>
              <a:avLst/>
              <a:pathLst>
                <a:path w="18527" h="19322">
                  <a:moveTo>
                    <a:pt x="18527" y="4387"/>
                  </a:moveTo>
                  <a:lnTo>
                    <a:pt x="18317" y="7170"/>
                  </a:lnTo>
                  <a:lnTo>
                    <a:pt x="16469" y="9215"/>
                  </a:lnTo>
                  <a:lnTo>
                    <a:pt x="10388" y="9643"/>
                  </a:lnTo>
                  <a:lnTo>
                    <a:pt x="2588" y="12855"/>
                  </a:lnTo>
                  <a:lnTo>
                    <a:pt x="3280" y="14091"/>
                  </a:lnTo>
                  <a:lnTo>
                    <a:pt x="5488" y="13856"/>
                  </a:lnTo>
                  <a:lnTo>
                    <a:pt x="7579" y="12369"/>
                  </a:lnTo>
                  <a:lnTo>
                    <a:pt x="9251" y="12977"/>
                  </a:lnTo>
                  <a:lnTo>
                    <a:pt x="8312" y="19127"/>
                  </a:lnTo>
                  <a:lnTo>
                    <a:pt x="4824" y="19322"/>
                  </a:lnTo>
                  <a:lnTo>
                    <a:pt x="2613" y="17357"/>
                  </a:lnTo>
                  <a:lnTo>
                    <a:pt x="1775" y="13813"/>
                  </a:lnTo>
                  <a:lnTo>
                    <a:pt x="2462" y="9560"/>
                  </a:lnTo>
                  <a:lnTo>
                    <a:pt x="562" y="7483"/>
                  </a:lnTo>
                  <a:lnTo>
                    <a:pt x="0" y="5962"/>
                  </a:lnTo>
                  <a:lnTo>
                    <a:pt x="5171" y="0"/>
                  </a:lnTo>
                  <a:lnTo>
                    <a:pt x="7284" y="1322"/>
                  </a:lnTo>
                  <a:lnTo>
                    <a:pt x="8981" y="290"/>
                  </a:lnTo>
                  <a:lnTo>
                    <a:pt x="11741" y="3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9" name="ph5159"/>
            <p:cNvSpPr/>
            <p:nvPr/>
          </p:nvSpPr>
          <p:spPr>
            <a:xfrm>
              <a:off x="7351128" y="3132466"/>
              <a:ext cx="19286" cy="24442"/>
            </a:xfrm>
            <a:custGeom>
              <a:avLst/>
              <a:pathLst>
                <a:path w="19286" h="24442">
                  <a:moveTo>
                    <a:pt x="9931" y="1037"/>
                  </a:moveTo>
                  <a:lnTo>
                    <a:pt x="9407" y="2793"/>
                  </a:lnTo>
                  <a:lnTo>
                    <a:pt x="16580" y="7788"/>
                  </a:lnTo>
                  <a:lnTo>
                    <a:pt x="15802" y="9289"/>
                  </a:lnTo>
                  <a:lnTo>
                    <a:pt x="19286" y="12425"/>
                  </a:lnTo>
                  <a:lnTo>
                    <a:pt x="18580" y="16185"/>
                  </a:lnTo>
                  <a:lnTo>
                    <a:pt x="17989" y="16953"/>
                  </a:lnTo>
                  <a:lnTo>
                    <a:pt x="11330" y="18965"/>
                  </a:lnTo>
                  <a:lnTo>
                    <a:pt x="8272" y="24442"/>
                  </a:lnTo>
                  <a:lnTo>
                    <a:pt x="2764" y="22815"/>
                  </a:lnTo>
                  <a:lnTo>
                    <a:pt x="4220" y="19594"/>
                  </a:lnTo>
                  <a:lnTo>
                    <a:pt x="298" y="16834"/>
                  </a:lnTo>
                  <a:lnTo>
                    <a:pt x="0" y="13794"/>
                  </a:lnTo>
                  <a:lnTo>
                    <a:pt x="1831" y="7930"/>
                  </a:lnTo>
                  <a:lnTo>
                    <a:pt x="3053" y="8947"/>
                  </a:lnTo>
                  <a:lnTo>
                    <a:pt x="5722" y="5039"/>
                  </a:lnTo>
                  <a:lnTo>
                    <a:pt x="6807" y="276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0" name="ph5160"/>
            <p:cNvSpPr/>
            <p:nvPr/>
          </p:nvSpPr>
          <p:spPr>
            <a:xfrm>
              <a:off x="7333949" y="3005448"/>
              <a:ext cx="32993" cy="29566"/>
            </a:xfrm>
            <a:custGeom>
              <a:avLst/>
              <a:pathLst>
                <a:path w="32993" h="29566">
                  <a:moveTo>
                    <a:pt x="10599" y="495"/>
                  </a:moveTo>
                  <a:lnTo>
                    <a:pt x="10890" y="1946"/>
                  </a:lnTo>
                  <a:lnTo>
                    <a:pt x="9670" y="5488"/>
                  </a:lnTo>
                  <a:lnTo>
                    <a:pt x="11372" y="8379"/>
                  </a:lnTo>
                  <a:lnTo>
                    <a:pt x="14712" y="7741"/>
                  </a:lnTo>
                  <a:lnTo>
                    <a:pt x="19793" y="3387"/>
                  </a:lnTo>
                  <a:lnTo>
                    <a:pt x="22204" y="4025"/>
                  </a:lnTo>
                  <a:lnTo>
                    <a:pt x="22062" y="6106"/>
                  </a:lnTo>
                  <a:lnTo>
                    <a:pt x="29529" y="2158"/>
                  </a:lnTo>
                  <a:lnTo>
                    <a:pt x="32156" y="1456"/>
                  </a:lnTo>
                  <a:lnTo>
                    <a:pt x="32993" y="2080"/>
                  </a:lnTo>
                  <a:lnTo>
                    <a:pt x="29517" y="7612"/>
                  </a:lnTo>
                  <a:lnTo>
                    <a:pt x="29366" y="14013"/>
                  </a:lnTo>
                  <a:lnTo>
                    <a:pt x="28587" y="14754"/>
                  </a:lnTo>
                  <a:lnTo>
                    <a:pt x="23949" y="16359"/>
                  </a:lnTo>
                  <a:lnTo>
                    <a:pt x="21108" y="21073"/>
                  </a:lnTo>
                  <a:lnTo>
                    <a:pt x="18691" y="27938"/>
                  </a:lnTo>
                  <a:lnTo>
                    <a:pt x="16462" y="28299"/>
                  </a:lnTo>
                  <a:lnTo>
                    <a:pt x="13976" y="29566"/>
                  </a:lnTo>
                  <a:lnTo>
                    <a:pt x="9866" y="27478"/>
                  </a:lnTo>
                  <a:lnTo>
                    <a:pt x="9460" y="24988"/>
                  </a:lnTo>
                  <a:lnTo>
                    <a:pt x="7979" y="24626"/>
                  </a:lnTo>
                  <a:lnTo>
                    <a:pt x="8105" y="22073"/>
                  </a:lnTo>
                  <a:lnTo>
                    <a:pt x="6434" y="17882"/>
                  </a:lnTo>
                  <a:lnTo>
                    <a:pt x="0" y="10667"/>
                  </a:lnTo>
                  <a:lnTo>
                    <a:pt x="2332" y="9937"/>
                  </a:lnTo>
                  <a:lnTo>
                    <a:pt x="5132" y="7649"/>
                  </a:lnTo>
                  <a:lnTo>
                    <a:pt x="6648" y="4183"/>
                  </a:lnTo>
                  <a:lnTo>
                    <a:pt x="7684" y="3357"/>
                  </a:lnTo>
                  <a:lnTo>
                    <a:pt x="7536" y="732"/>
                  </a:lnTo>
                  <a:lnTo>
                    <a:pt x="830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1" name="ph5161"/>
            <p:cNvSpPr/>
            <p:nvPr/>
          </p:nvSpPr>
          <p:spPr>
            <a:xfrm>
              <a:off x="7389966" y="3090250"/>
              <a:ext cx="35873" cy="30464"/>
            </a:xfrm>
            <a:custGeom>
              <a:avLst/>
              <a:pathLst>
                <a:path w="35873" h="30464">
                  <a:moveTo>
                    <a:pt x="11442" y="3254"/>
                  </a:moveTo>
                  <a:lnTo>
                    <a:pt x="8822" y="4173"/>
                  </a:lnTo>
                  <a:lnTo>
                    <a:pt x="9107" y="5880"/>
                  </a:lnTo>
                  <a:lnTo>
                    <a:pt x="12322" y="4950"/>
                  </a:lnTo>
                  <a:lnTo>
                    <a:pt x="12569" y="4157"/>
                  </a:lnTo>
                  <a:lnTo>
                    <a:pt x="14743" y="4691"/>
                  </a:lnTo>
                  <a:lnTo>
                    <a:pt x="14938" y="5543"/>
                  </a:lnTo>
                  <a:lnTo>
                    <a:pt x="12771" y="7310"/>
                  </a:lnTo>
                  <a:lnTo>
                    <a:pt x="15408" y="9493"/>
                  </a:lnTo>
                  <a:lnTo>
                    <a:pt x="20080" y="9807"/>
                  </a:lnTo>
                  <a:lnTo>
                    <a:pt x="21292" y="7850"/>
                  </a:lnTo>
                  <a:lnTo>
                    <a:pt x="25568" y="10260"/>
                  </a:lnTo>
                  <a:lnTo>
                    <a:pt x="28900" y="11287"/>
                  </a:lnTo>
                  <a:lnTo>
                    <a:pt x="31813" y="10268"/>
                  </a:lnTo>
                  <a:lnTo>
                    <a:pt x="33092" y="8998"/>
                  </a:lnTo>
                  <a:lnTo>
                    <a:pt x="35873" y="11599"/>
                  </a:lnTo>
                  <a:lnTo>
                    <a:pt x="34839" y="12992"/>
                  </a:lnTo>
                  <a:lnTo>
                    <a:pt x="35142" y="15528"/>
                  </a:lnTo>
                  <a:lnTo>
                    <a:pt x="31244" y="19496"/>
                  </a:lnTo>
                  <a:lnTo>
                    <a:pt x="27892" y="21710"/>
                  </a:lnTo>
                  <a:lnTo>
                    <a:pt x="26986" y="26178"/>
                  </a:lnTo>
                  <a:lnTo>
                    <a:pt x="27506" y="30464"/>
                  </a:lnTo>
                  <a:lnTo>
                    <a:pt x="21935" y="29996"/>
                  </a:lnTo>
                  <a:lnTo>
                    <a:pt x="10953" y="27461"/>
                  </a:lnTo>
                  <a:lnTo>
                    <a:pt x="3051" y="24435"/>
                  </a:lnTo>
                  <a:lnTo>
                    <a:pt x="414" y="22135"/>
                  </a:lnTo>
                  <a:lnTo>
                    <a:pt x="0" y="18649"/>
                  </a:lnTo>
                  <a:lnTo>
                    <a:pt x="566" y="16419"/>
                  </a:lnTo>
                  <a:lnTo>
                    <a:pt x="7293" y="1072"/>
                  </a:lnTo>
                  <a:lnTo>
                    <a:pt x="968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2" name="ph5162"/>
            <p:cNvSpPr/>
            <p:nvPr/>
          </p:nvSpPr>
          <p:spPr>
            <a:xfrm>
              <a:off x="7317071" y="3128748"/>
              <a:ext cx="22919" cy="23125"/>
            </a:xfrm>
            <a:custGeom>
              <a:avLst/>
              <a:pathLst>
                <a:path w="22919" h="23125">
                  <a:moveTo>
                    <a:pt x="13838" y="0"/>
                  </a:moveTo>
                  <a:lnTo>
                    <a:pt x="15846" y="1869"/>
                  </a:lnTo>
                  <a:lnTo>
                    <a:pt x="18350" y="5368"/>
                  </a:lnTo>
                  <a:lnTo>
                    <a:pt x="18868" y="6533"/>
                  </a:lnTo>
                  <a:lnTo>
                    <a:pt x="17957" y="7842"/>
                  </a:lnTo>
                  <a:lnTo>
                    <a:pt x="20726" y="8933"/>
                  </a:lnTo>
                  <a:lnTo>
                    <a:pt x="22919" y="13198"/>
                  </a:lnTo>
                  <a:lnTo>
                    <a:pt x="22548" y="14352"/>
                  </a:lnTo>
                  <a:lnTo>
                    <a:pt x="21855" y="18573"/>
                  </a:lnTo>
                  <a:lnTo>
                    <a:pt x="18753" y="23125"/>
                  </a:lnTo>
                  <a:lnTo>
                    <a:pt x="9228" y="21602"/>
                  </a:lnTo>
                  <a:lnTo>
                    <a:pt x="5919" y="19950"/>
                  </a:lnTo>
                  <a:lnTo>
                    <a:pt x="5790" y="18342"/>
                  </a:lnTo>
                  <a:lnTo>
                    <a:pt x="7511" y="17268"/>
                  </a:lnTo>
                  <a:lnTo>
                    <a:pt x="7208" y="15739"/>
                  </a:lnTo>
                  <a:lnTo>
                    <a:pt x="0" y="11964"/>
                  </a:lnTo>
                  <a:lnTo>
                    <a:pt x="3056" y="11439"/>
                  </a:lnTo>
                  <a:lnTo>
                    <a:pt x="14385" y="5604"/>
                  </a:lnTo>
                  <a:lnTo>
                    <a:pt x="14940" y="3393"/>
                  </a:lnTo>
                  <a:lnTo>
                    <a:pt x="13234" y="18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3" name="ph5163"/>
            <p:cNvSpPr/>
            <p:nvPr/>
          </p:nvSpPr>
          <p:spPr>
            <a:xfrm>
              <a:off x="7339620" y="3138428"/>
              <a:ext cx="6735" cy="5790"/>
            </a:xfrm>
            <a:custGeom>
              <a:avLst/>
              <a:pathLst>
                <a:path w="6735" h="5790">
                  <a:moveTo>
                    <a:pt x="6735" y="1465"/>
                  </a:moveTo>
                  <a:lnTo>
                    <a:pt x="4642" y="5790"/>
                  </a:lnTo>
                  <a:lnTo>
                    <a:pt x="0" y="4672"/>
                  </a:lnTo>
                  <a:lnTo>
                    <a:pt x="370" y="3518"/>
                  </a:lnTo>
                  <a:lnTo>
                    <a:pt x="2760" y="765"/>
                  </a:lnTo>
                  <a:lnTo>
                    <a:pt x="463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4" name="ph5164"/>
            <p:cNvSpPr/>
            <p:nvPr/>
          </p:nvSpPr>
          <p:spPr>
            <a:xfrm>
              <a:off x="7277754" y="3149293"/>
              <a:ext cx="17904" cy="19945"/>
            </a:xfrm>
            <a:custGeom>
              <a:avLst/>
              <a:pathLst>
                <a:path w="17904" h="19945">
                  <a:moveTo>
                    <a:pt x="10349" y="931"/>
                  </a:moveTo>
                  <a:lnTo>
                    <a:pt x="16782" y="1265"/>
                  </a:lnTo>
                  <a:lnTo>
                    <a:pt x="17904" y="3220"/>
                  </a:lnTo>
                  <a:lnTo>
                    <a:pt x="16348" y="5937"/>
                  </a:lnTo>
                  <a:lnTo>
                    <a:pt x="12829" y="5353"/>
                  </a:lnTo>
                  <a:lnTo>
                    <a:pt x="10869" y="6169"/>
                  </a:lnTo>
                  <a:lnTo>
                    <a:pt x="10020" y="17599"/>
                  </a:lnTo>
                  <a:lnTo>
                    <a:pt x="9342" y="19023"/>
                  </a:lnTo>
                  <a:lnTo>
                    <a:pt x="1351" y="19945"/>
                  </a:lnTo>
                  <a:lnTo>
                    <a:pt x="349" y="12821"/>
                  </a:lnTo>
                  <a:lnTo>
                    <a:pt x="484" y="10964"/>
                  </a:lnTo>
                  <a:lnTo>
                    <a:pt x="1858" y="9718"/>
                  </a:lnTo>
                  <a:lnTo>
                    <a:pt x="0" y="6876"/>
                  </a:lnTo>
                  <a:lnTo>
                    <a:pt x="2064" y="4753"/>
                  </a:lnTo>
                  <a:lnTo>
                    <a:pt x="6546" y="3921"/>
                  </a:lnTo>
                  <a:lnTo>
                    <a:pt x="931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5" name="ph5165"/>
            <p:cNvSpPr/>
            <p:nvPr/>
          </p:nvSpPr>
          <p:spPr>
            <a:xfrm>
              <a:off x="7356012" y="2995592"/>
              <a:ext cx="15645" cy="15962"/>
            </a:xfrm>
            <a:custGeom>
              <a:avLst/>
              <a:pathLst>
                <a:path w="15645" h="15962">
                  <a:moveTo>
                    <a:pt x="15040" y="1470"/>
                  </a:moveTo>
                  <a:lnTo>
                    <a:pt x="15645" y="9075"/>
                  </a:lnTo>
                  <a:lnTo>
                    <a:pt x="14345" y="10292"/>
                  </a:lnTo>
                  <a:lnTo>
                    <a:pt x="10930" y="11935"/>
                  </a:lnTo>
                  <a:lnTo>
                    <a:pt x="10093" y="11312"/>
                  </a:lnTo>
                  <a:lnTo>
                    <a:pt x="7466" y="12013"/>
                  </a:lnTo>
                  <a:lnTo>
                    <a:pt x="0" y="15962"/>
                  </a:lnTo>
                  <a:lnTo>
                    <a:pt x="142" y="13881"/>
                  </a:lnTo>
                  <a:lnTo>
                    <a:pt x="2751" y="13919"/>
                  </a:lnTo>
                  <a:lnTo>
                    <a:pt x="8800" y="314"/>
                  </a:lnTo>
                  <a:lnTo>
                    <a:pt x="11220" y="669"/>
                  </a:lnTo>
                  <a:lnTo>
                    <a:pt x="1360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6" name="ph5166"/>
            <p:cNvSpPr/>
            <p:nvPr/>
          </p:nvSpPr>
          <p:spPr>
            <a:xfrm>
              <a:off x="7345066" y="3155281"/>
              <a:ext cx="18167" cy="23333"/>
            </a:xfrm>
            <a:custGeom>
              <a:avLst/>
              <a:pathLst>
                <a:path w="18167" h="23333">
                  <a:moveTo>
                    <a:pt x="14334" y="1627"/>
                  </a:moveTo>
                  <a:lnTo>
                    <a:pt x="12847" y="5492"/>
                  </a:lnTo>
                  <a:lnTo>
                    <a:pt x="16164" y="6230"/>
                  </a:lnTo>
                  <a:lnTo>
                    <a:pt x="17980" y="7362"/>
                  </a:lnTo>
                  <a:lnTo>
                    <a:pt x="18167" y="8345"/>
                  </a:lnTo>
                  <a:lnTo>
                    <a:pt x="17201" y="14364"/>
                  </a:lnTo>
                  <a:lnTo>
                    <a:pt x="16600" y="15941"/>
                  </a:lnTo>
                  <a:lnTo>
                    <a:pt x="14973" y="15524"/>
                  </a:lnTo>
                  <a:lnTo>
                    <a:pt x="12505" y="23333"/>
                  </a:lnTo>
                  <a:lnTo>
                    <a:pt x="9099" y="22095"/>
                  </a:lnTo>
                  <a:lnTo>
                    <a:pt x="6498" y="21195"/>
                  </a:lnTo>
                  <a:lnTo>
                    <a:pt x="4290" y="18723"/>
                  </a:lnTo>
                  <a:lnTo>
                    <a:pt x="6722" y="17603"/>
                  </a:lnTo>
                  <a:lnTo>
                    <a:pt x="6618" y="16317"/>
                  </a:lnTo>
                  <a:lnTo>
                    <a:pt x="4518" y="15354"/>
                  </a:lnTo>
                  <a:lnTo>
                    <a:pt x="617" y="15890"/>
                  </a:lnTo>
                  <a:lnTo>
                    <a:pt x="0" y="15096"/>
                  </a:lnTo>
                  <a:lnTo>
                    <a:pt x="1913" y="11258"/>
                  </a:lnTo>
                  <a:lnTo>
                    <a:pt x="2469" y="7828"/>
                  </a:lnTo>
                  <a:lnTo>
                    <a:pt x="4848" y="6823"/>
                  </a:lnTo>
                  <a:lnTo>
                    <a:pt x="6942" y="5406"/>
                  </a:lnTo>
                  <a:lnTo>
                    <a:pt x="882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7" name="ph5167"/>
            <p:cNvSpPr/>
            <p:nvPr/>
          </p:nvSpPr>
          <p:spPr>
            <a:xfrm>
              <a:off x="7229646" y="3223023"/>
              <a:ext cx="6232" cy="4021"/>
            </a:xfrm>
            <a:custGeom>
              <a:avLst/>
              <a:pathLst>
                <a:path w="6232" h="4021">
                  <a:moveTo>
                    <a:pt x="4740" y="3685"/>
                  </a:moveTo>
                  <a:lnTo>
                    <a:pt x="2643" y="4021"/>
                  </a:lnTo>
                  <a:lnTo>
                    <a:pt x="2078" y="3334"/>
                  </a:lnTo>
                  <a:lnTo>
                    <a:pt x="0" y="1421"/>
                  </a:lnTo>
                  <a:lnTo>
                    <a:pt x="2972" y="0"/>
                  </a:lnTo>
                  <a:lnTo>
                    <a:pt x="6232" y="103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8" name="ph5168"/>
            <p:cNvSpPr/>
            <p:nvPr/>
          </p:nvSpPr>
          <p:spPr>
            <a:xfrm>
              <a:off x="7228555" y="3201148"/>
              <a:ext cx="18564" cy="18775"/>
            </a:xfrm>
            <a:custGeom>
              <a:avLst/>
              <a:pathLst>
                <a:path w="18564" h="18775">
                  <a:moveTo>
                    <a:pt x="8420" y="2228"/>
                  </a:moveTo>
                  <a:lnTo>
                    <a:pt x="10955" y="5311"/>
                  </a:lnTo>
                  <a:lnTo>
                    <a:pt x="12929" y="4896"/>
                  </a:lnTo>
                  <a:lnTo>
                    <a:pt x="18564" y="14093"/>
                  </a:lnTo>
                  <a:lnTo>
                    <a:pt x="12860" y="18775"/>
                  </a:lnTo>
                  <a:lnTo>
                    <a:pt x="5482" y="10901"/>
                  </a:lnTo>
                  <a:lnTo>
                    <a:pt x="3815" y="11448"/>
                  </a:lnTo>
                  <a:lnTo>
                    <a:pt x="3226" y="15181"/>
                  </a:lnTo>
                  <a:lnTo>
                    <a:pt x="1521" y="14176"/>
                  </a:lnTo>
                  <a:lnTo>
                    <a:pt x="1769" y="9922"/>
                  </a:lnTo>
                  <a:lnTo>
                    <a:pt x="1035" y="8584"/>
                  </a:lnTo>
                  <a:lnTo>
                    <a:pt x="9" y="8638"/>
                  </a:lnTo>
                  <a:lnTo>
                    <a:pt x="0" y="4499"/>
                  </a:lnTo>
                  <a:lnTo>
                    <a:pt x="4251" y="1529"/>
                  </a:lnTo>
                  <a:lnTo>
                    <a:pt x="485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9" name="ph5169"/>
            <p:cNvSpPr/>
            <p:nvPr/>
          </p:nvSpPr>
          <p:spPr>
            <a:xfrm>
              <a:off x="7337797" y="3137681"/>
              <a:ext cx="4582" cy="4265"/>
            </a:xfrm>
            <a:custGeom>
              <a:avLst/>
              <a:pathLst>
                <a:path w="4582" h="4265">
                  <a:moveTo>
                    <a:pt x="4582" y="1512"/>
                  </a:moveTo>
                  <a:lnTo>
                    <a:pt x="2192" y="4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0" name="ph5170"/>
            <p:cNvSpPr/>
            <p:nvPr/>
          </p:nvSpPr>
          <p:spPr>
            <a:xfrm>
              <a:off x="7441783" y="3204286"/>
              <a:ext cx="31382" cy="25754"/>
            </a:xfrm>
            <a:custGeom>
              <a:avLst/>
              <a:pathLst>
                <a:path w="31382" h="25754">
                  <a:moveTo>
                    <a:pt x="26134" y="0"/>
                  </a:moveTo>
                  <a:lnTo>
                    <a:pt x="29281" y="2601"/>
                  </a:lnTo>
                  <a:lnTo>
                    <a:pt x="31382" y="6348"/>
                  </a:lnTo>
                  <a:lnTo>
                    <a:pt x="30334" y="11027"/>
                  </a:lnTo>
                  <a:lnTo>
                    <a:pt x="27965" y="11332"/>
                  </a:lnTo>
                  <a:lnTo>
                    <a:pt x="26389" y="10109"/>
                  </a:lnTo>
                  <a:lnTo>
                    <a:pt x="24532" y="11197"/>
                  </a:lnTo>
                  <a:lnTo>
                    <a:pt x="23493" y="14943"/>
                  </a:lnTo>
                  <a:lnTo>
                    <a:pt x="24120" y="16355"/>
                  </a:lnTo>
                  <a:lnTo>
                    <a:pt x="23787" y="18819"/>
                  </a:lnTo>
                  <a:lnTo>
                    <a:pt x="21787" y="19055"/>
                  </a:lnTo>
                  <a:lnTo>
                    <a:pt x="20619" y="21919"/>
                  </a:lnTo>
                  <a:lnTo>
                    <a:pt x="20091" y="21473"/>
                  </a:lnTo>
                  <a:lnTo>
                    <a:pt x="14685" y="20076"/>
                  </a:lnTo>
                  <a:lnTo>
                    <a:pt x="12790" y="20707"/>
                  </a:lnTo>
                  <a:lnTo>
                    <a:pt x="11601" y="23572"/>
                  </a:lnTo>
                  <a:lnTo>
                    <a:pt x="9672" y="25754"/>
                  </a:lnTo>
                  <a:lnTo>
                    <a:pt x="9558" y="24804"/>
                  </a:lnTo>
                  <a:lnTo>
                    <a:pt x="0" y="17642"/>
                  </a:lnTo>
                  <a:lnTo>
                    <a:pt x="3892" y="10676"/>
                  </a:lnTo>
                  <a:lnTo>
                    <a:pt x="5970" y="13526"/>
                  </a:lnTo>
                  <a:lnTo>
                    <a:pt x="9772" y="14177"/>
                  </a:lnTo>
                  <a:lnTo>
                    <a:pt x="11777" y="12493"/>
                  </a:lnTo>
                  <a:lnTo>
                    <a:pt x="14380" y="8320"/>
                  </a:lnTo>
                  <a:lnTo>
                    <a:pt x="17061" y="9491"/>
                  </a:lnTo>
                  <a:lnTo>
                    <a:pt x="19778" y="7180"/>
                  </a:lnTo>
                  <a:lnTo>
                    <a:pt x="21452" y="306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1" name="ph5171"/>
            <p:cNvSpPr/>
            <p:nvPr/>
          </p:nvSpPr>
          <p:spPr>
            <a:xfrm>
              <a:off x="7361535" y="3033101"/>
              <a:ext cx="27403" cy="32111"/>
            </a:xfrm>
            <a:custGeom>
              <a:avLst/>
              <a:pathLst>
                <a:path w="27403" h="32111">
                  <a:moveTo>
                    <a:pt x="23840" y="478"/>
                  </a:moveTo>
                  <a:lnTo>
                    <a:pt x="24567" y="5952"/>
                  </a:lnTo>
                  <a:lnTo>
                    <a:pt x="27403" y="8362"/>
                  </a:lnTo>
                  <a:lnTo>
                    <a:pt x="24770" y="15014"/>
                  </a:lnTo>
                  <a:lnTo>
                    <a:pt x="24486" y="24353"/>
                  </a:lnTo>
                  <a:lnTo>
                    <a:pt x="21122" y="24377"/>
                  </a:lnTo>
                  <a:lnTo>
                    <a:pt x="20206" y="23162"/>
                  </a:lnTo>
                  <a:lnTo>
                    <a:pt x="17126" y="27641"/>
                  </a:lnTo>
                  <a:lnTo>
                    <a:pt x="18640" y="29208"/>
                  </a:lnTo>
                  <a:lnTo>
                    <a:pt x="18375" y="31041"/>
                  </a:lnTo>
                  <a:lnTo>
                    <a:pt x="16801" y="32111"/>
                  </a:lnTo>
                  <a:lnTo>
                    <a:pt x="15959" y="30768"/>
                  </a:lnTo>
                  <a:lnTo>
                    <a:pt x="17315" y="29411"/>
                  </a:lnTo>
                  <a:lnTo>
                    <a:pt x="14794" y="25721"/>
                  </a:lnTo>
                  <a:lnTo>
                    <a:pt x="13064" y="24989"/>
                  </a:lnTo>
                  <a:lnTo>
                    <a:pt x="9502" y="26513"/>
                  </a:lnTo>
                  <a:lnTo>
                    <a:pt x="8328" y="23319"/>
                  </a:lnTo>
                  <a:lnTo>
                    <a:pt x="9796" y="22408"/>
                  </a:lnTo>
                  <a:lnTo>
                    <a:pt x="8632" y="19248"/>
                  </a:lnTo>
                  <a:lnTo>
                    <a:pt x="6205" y="16945"/>
                  </a:lnTo>
                  <a:lnTo>
                    <a:pt x="326" y="14184"/>
                  </a:lnTo>
                  <a:lnTo>
                    <a:pt x="0" y="11716"/>
                  </a:lnTo>
                  <a:lnTo>
                    <a:pt x="5004" y="9054"/>
                  </a:lnTo>
                  <a:lnTo>
                    <a:pt x="8544" y="8955"/>
                  </a:lnTo>
                  <a:lnTo>
                    <a:pt x="10387" y="3651"/>
                  </a:lnTo>
                  <a:lnTo>
                    <a:pt x="11691" y="2562"/>
                  </a:lnTo>
                  <a:lnTo>
                    <a:pt x="12019" y="9317"/>
                  </a:lnTo>
                  <a:lnTo>
                    <a:pt x="16844" y="4041"/>
                  </a:lnTo>
                  <a:lnTo>
                    <a:pt x="2267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2" name="ph5172"/>
            <p:cNvSpPr/>
            <p:nvPr/>
          </p:nvSpPr>
          <p:spPr>
            <a:xfrm>
              <a:off x="7265845" y="3109482"/>
              <a:ext cx="8357" cy="4643"/>
            </a:xfrm>
            <a:custGeom>
              <a:avLst/>
              <a:pathLst>
                <a:path w="8357" h="4643">
                  <a:moveTo>
                    <a:pt x="5290" y="0"/>
                  </a:moveTo>
                  <a:lnTo>
                    <a:pt x="8029" y="1510"/>
                  </a:lnTo>
                  <a:lnTo>
                    <a:pt x="8357" y="4041"/>
                  </a:lnTo>
                  <a:lnTo>
                    <a:pt x="6906" y="4643"/>
                  </a:lnTo>
                  <a:lnTo>
                    <a:pt x="2915" y="3611"/>
                  </a:lnTo>
                  <a:lnTo>
                    <a:pt x="0" y="43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3" name="ph5173"/>
            <p:cNvSpPr/>
            <p:nvPr/>
          </p:nvSpPr>
          <p:spPr>
            <a:xfrm>
              <a:off x="7453512" y="3181908"/>
              <a:ext cx="19438" cy="13436"/>
            </a:xfrm>
            <a:custGeom>
              <a:avLst/>
              <a:pathLst>
                <a:path w="19438" h="13436">
                  <a:moveTo>
                    <a:pt x="15395" y="3673"/>
                  </a:moveTo>
                  <a:lnTo>
                    <a:pt x="16287" y="3295"/>
                  </a:lnTo>
                  <a:lnTo>
                    <a:pt x="16214" y="4779"/>
                  </a:lnTo>
                  <a:lnTo>
                    <a:pt x="18884" y="5895"/>
                  </a:lnTo>
                  <a:lnTo>
                    <a:pt x="19438" y="7451"/>
                  </a:lnTo>
                  <a:lnTo>
                    <a:pt x="16946" y="8916"/>
                  </a:lnTo>
                  <a:lnTo>
                    <a:pt x="15252" y="9215"/>
                  </a:lnTo>
                  <a:lnTo>
                    <a:pt x="11738" y="7733"/>
                  </a:lnTo>
                  <a:lnTo>
                    <a:pt x="9100" y="11604"/>
                  </a:lnTo>
                  <a:lnTo>
                    <a:pt x="6346" y="13436"/>
                  </a:lnTo>
                  <a:lnTo>
                    <a:pt x="502" y="6340"/>
                  </a:lnTo>
                  <a:lnTo>
                    <a:pt x="0" y="3523"/>
                  </a:lnTo>
                  <a:lnTo>
                    <a:pt x="530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4" name="ph5174"/>
            <p:cNvSpPr/>
            <p:nvPr/>
          </p:nvSpPr>
          <p:spPr>
            <a:xfrm>
              <a:off x="7275345" y="3173446"/>
              <a:ext cx="9934" cy="12597"/>
            </a:xfrm>
            <a:custGeom>
              <a:avLst/>
              <a:pathLst>
                <a:path w="9934" h="12597">
                  <a:moveTo>
                    <a:pt x="4304" y="0"/>
                  </a:moveTo>
                  <a:lnTo>
                    <a:pt x="5399" y="911"/>
                  </a:lnTo>
                  <a:lnTo>
                    <a:pt x="6707" y="773"/>
                  </a:lnTo>
                  <a:lnTo>
                    <a:pt x="6813" y="2349"/>
                  </a:lnTo>
                  <a:lnTo>
                    <a:pt x="7542" y="2106"/>
                  </a:lnTo>
                  <a:lnTo>
                    <a:pt x="9684" y="3429"/>
                  </a:lnTo>
                  <a:lnTo>
                    <a:pt x="9934" y="7828"/>
                  </a:lnTo>
                  <a:lnTo>
                    <a:pt x="6743" y="11258"/>
                  </a:lnTo>
                  <a:lnTo>
                    <a:pt x="5363" y="12597"/>
                  </a:lnTo>
                  <a:lnTo>
                    <a:pt x="4273" y="12412"/>
                  </a:lnTo>
                  <a:lnTo>
                    <a:pt x="1071" y="7121"/>
                  </a:lnTo>
                  <a:lnTo>
                    <a:pt x="1277" y="2584"/>
                  </a:lnTo>
                  <a:lnTo>
                    <a:pt x="0" y="94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5" name="ph5175"/>
            <p:cNvSpPr/>
            <p:nvPr/>
          </p:nvSpPr>
          <p:spPr>
            <a:xfrm>
              <a:off x="7350203" y="2973060"/>
              <a:ext cx="9217" cy="13297"/>
            </a:xfrm>
            <a:custGeom>
              <a:avLst/>
              <a:pathLst>
                <a:path w="9217" h="13297">
                  <a:moveTo>
                    <a:pt x="5984" y="0"/>
                  </a:moveTo>
                  <a:lnTo>
                    <a:pt x="9217" y="2370"/>
                  </a:lnTo>
                  <a:lnTo>
                    <a:pt x="9132" y="5728"/>
                  </a:lnTo>
                  <a:lnTo>
                    <a:pt x="5459" y="11354"/>
                  </a:lnTo>
                  <a:lnTo>
                    <a:pt x="3747" y="13297"/>
                  </a:lnTo>
                  <a:lnTo>
                    <a:pt x="0" y="11809"/>
                  </a:lnTo>
                  <a:lnTo>
                    <a:pt x="2432" y="9314"/>
                  </a:lnTo>
                  <a:lnTo>
                    <a:pt x="772" y="6321"/>
                  </a:lnTo>
                  <a:lnTo>
                    <a:pt x="3551" y="320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6" name="ph5176"/>
            <p:cNvSpPr/>
            <p:nvPr/>
          </p:nvSpPr>
          <p:spPr>
            <a:xfrm>
              <a:off x="7368944" y="2987438"/>
              <a:ext cx="3754" cy="4260"/>
            </a:xfrm>
            <a:custGeom>
              <a:avLst/>
              <a:pathLst>
                <a:path w="3754" h="4260">
                  <a:moveTo>
                    <a:pt x="3636" y="1341"/>
                  </a:moveTo>
                  <a:lnTo>
                    <a:pt x="3754" y="3308"/>
                  </a:lnTo>
                  <a:lnTo>
                    <a:pt x="1139" y="4260"/>
                  </a:lnTo>
                  <a:lnTo>
                    <a:pt x="0" y="1764"/>
                  </a:lnTo>
                  <a:lnTo>
                    <a:pt x="2036" y="0"/>
                  </a:lnTo>
                  <a:lnTo>
                    <a:pt x="3585" y="73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7" name="ph5177"/>
            <p:cNvSpPr/>
            <p:nvPr/>
          </p:nvSpPr>
          <p:spPr>
            <a:xfrm>
              <a:off x="7364726" y="2972377"/>
              <a:ext cx="9469" cy="12558"/>
            </a:xfrm>
            <a:custGeom>
              <a:avLst/>
              <a:pathLst>
                <a:path w="9469" h="12558">
                  <a:moveTo>
                    <a:pt x="6420" y="6853"/>
                  </a:moveTo>
                  <a:lnTo>
                    <a:pt x="9469" y="8962"/>
                  </a:lnTo>
                  <a:lnTo>
                    <a:pt x="8809" y="10001"/>
                  </a:lnTo>
                  <a:lnTo>
                    <a:pt x="7380" y="9765"/>
                  </a:lnTo>
                  <a:lnTo>
                    <a:pt x="3495" y="12558"/>
                  </a:lnTo>
                  <a:lnTo>
                    <a:pt x="2574" y="12451"/>
                  </a:lnTo>
                  <a:lnTo>
                    <a:pt x="0" y="10459"/>
                  </a:lnTo>
                  <a:lnTo>
                    <a:pt x="3527" y="3696"/>
                  </a:lnTo>
                  <a:lnTo>
                    <a:pt x="3913" y="0"/>
                  </a:lnTo>
                  <a:lnTo>
                    <a:pt x="5990" y="181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8" name="ph5178"/>
            <p:cNvSpPr/>
            <p:nvPr/>
          </p:nvSpPr>
          <p:spPr>
            <a:xfrm>
              <a:off x="7210414" y="3192956"/>
              <a:ext cx="22999" cy="19188"/>
            </a:xfrm>
            <a:custGeom>
              <a:avLst/>
              <a:pathLst>
                <a:path w="22999" h="19188">
                  <a:moveTo>
                    <a:pt x="15853" y="191"/>
                  </a:moveTo>
                  <a:lnTo>
                    <a:pt x="18929" y="4666"/>
                  </a:lnTo>
                  <a:lnTo>
                    <a:pt x="22219" y="5852"/>
                  </a:lnTo>
                  <a:lnTo>
                    <a:pt x="22999" y="8192"/>
                  </a:lnTo>
                  <a:lnTo>
                    <a:pt x="22392" y="9721"/>
                  </a:lnTo>
                  <a:lnTo>
                    <a:pt x="18141" y="12691"/>
                  </a:lnTo>
                  <a:lnTo>
                    <a:pt x="18151" y="16830"/>
                  </a:lnTo>
                  <a:lnTo>
                    <a:pt x="16791" y="18270"/>
                  </a:lnTo>
                  <a:lnTo>
                    <a:pt x="14280" y="19188"/>
                  </a:lnTo>
                  <a:lnTo>
                    <a:pt x="15767" y="13997"/>
                  </a:lnTo>
                  <a:lnTo>
                    <a:pt x="12092" y="12161"/>
                  </a:lnTo>
                  <a:lnTo>
                    <a:pt x="3415" y="15919"/>
                  </a:lnTo>
                  <a:lnTo>
                    <a:pt x="1650" y="15210"/>
                  </a:lnTo>
                  <a:lnTo>
                    <a:pt x="0" y="13305"/>
                  </a:lnTo>
                  <a:lnTo>
                    <a:pt x="2908" y="8603"/>
                  </a:lnTo>
                  <a:lnTo>
                    <a:pt x="8063" y="5966"/>
                  </a:lnTo>
                  <a:lnTo>
                    <a:pt x="12012" y="2122"/>
                  </a:lnTo>
                  <a:lnTo>
                    <a:pt x="1283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9" name="ph5179"/>
            <p:cNvSpPr/>
            <p:nvPr/>
          </p:nvSpPr>
          <p:spPr>
            <a:xfrm>
              <a:off x="7371949" y="3169877"/>
              <a:ext cx="24099" cy="29106"/>
            </a:xfrm>
            <a:custGeom>
              <a:avLst/>
              <a:pathLst>
                <a:path w="24099" h="29106">
                  <a:moveTo>
                    <a:pt x="18495" y="0"/>
                  </a:moveTo>
                  <a:lnTo>
                    <a:pt x="21376" y="3941"/>
                  </a:lnTo>
                  <a:lnTo>
                    <a:pt x="22216" y="3976"/>
                  </a:lnTo>
                  <a:lnTo>
                    <a:pt x="22446" y="8981"/>
                  </a:lnTo>
                  <a:lnTo>
                    <a:pt x="20105" y="8440"/>
                  </a:lnTo>
                  <a:lnTo>
                    <a:pt x="19255" y="9040"/>
                  </a:lnTo>
                  <a:lnTo>
                    <a:pt x="20402" y="11672"/>
                  </a:lnTo>
                  <a:lnTo>
                    <a:pt x="19725" y="13210"/>
                  </a:lnTo>
                  <a:lnTo>
                    <a:pt x="18832" y="12756"/>
                  </a:lnTo>
                  <a:lnTo>
                    <a:pt x="17600" y="14172"/>
                  </a:lnTo>
                  <a:lnTo>
                    <a:pt x="18629" y="17835"/>
                  </a:lnTo>
                  <a:lnTo>
                    <a:pt x="23920" y="21990"/>
                  </a:lnTo>
                  <a:lnTo>
                    <a:pt x="24099" y="23316"/>
                  </a:lnTo>
                  <a:lnTo>
                    <a:pt x="16712" y="29106"/>
                  </a:lnTo>
                  <a:lnTo>
                    <a:pt x="14904" y="28565"/>
                  </a:lnTo>
                  <a:lnTo>
                    <a:pt x="12166" y="25544"/>
                  </a:lnTo>
                  <a:lnTo>
                    <a:pt x="13349" y="21702"/>
                  </a:lnTo>
                  <a:lnTo>
                    <a:pt x="16150" y="18454"/>
                  </a:lnTo>
                  <a:lnTo>
                    <a:pt x="16126" y="17779"/>
                  </a:lnTo>
                  <a:lnTo>
                    <a:pt x="13140" y="15974"/>
                  </a:lnTo>
                  <a:lnTo>
                    <a:pt x="10781" y="16367"/>
                  </a:lnTo>
                  <a:lnTo>
                    <a:pt x="6968" y="19467"/>
                  </a:lnTo>
                  <a:lnTo>
                    <a:pt x="1437" y="21517"/>
                  </a:lnTo>
                  <a:lnTo>
                    <a:pt x="1041" y="21469"/>
                  </a:lnTo>
                  <a:lnTo>
                    <a:pt x="0" y="16918"/>
                  </a:lnTo>
                  <a:lnTo>
                    <a:pt x="792" y="9604"/>
                  </a:lnTo>
                  <a:lnTo>
                    <a:pt x="3631" y="8946"/>
                  </a:lnTo>
                  <a:lnTo>
                    <a:pt x="5228" y="10201"/>
                  </a:lnTo>
                  <a:lnTo>
                    <a:pt x="8900" y="8415"/>
                  </a:lnTo>
                  <a:lnTo>
                    <a:pt x="13897" y="5155"/>
                  </a:lnTo>
                  <a:lnTo>
                    <a:pt x="16841" y="5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0" name="ph5180"/>
            <p:cNvSpPr/>
            <p:nvPr/>
          </p:nvSpPr>
          <p:spPr>
            <a:xfrm>
              <a:off x="7271495" y="3223870"/>
              <a:ext cx="16398" cy="25837"/>
            </a:xfrm>
            <a:custGeom>
              <a:avLst/>
              <a:pathLst>
                <a:path w="16398" h="25837">
                  <a:moveTo>
                    <a:pt x="12558" y="2417"/>
                  </a:moveTo>
                  <a:lnTo>
                    <a:pt x="16398" y="9314"/>
                  </a:lnTo>
                  <a:lnTo>
                    <a:pt x="15098" y="9584"/>
                  </a:lnTo>
                  <a:lnTo>
                    <a:pt x="12375" y="12952"/>
                  </a:lnTo>
                  <a:lnTo>
                    <a:pt x="13413" y="17263"/>
                  </a:lnTo>
                  <a:lnTo>
                    <a:pt x="14502" y="18816"/>
                  </a:lnTo>
                  <a:lnTo>
                    <a:pt x="9331" y="24779"/>
                  </a:lnTo>
                  <a:lnTo>
                    <a:pt x="7565" y="24062"/>
                  </a:lnTo>
                  <a:lnTo>
                    <a:pt x="6920" y="25837"/>
                  </a:lnTo>
                  <a:lnTo>
                    <a:pt x="5173" y="24218"/>
                  </a:lnTo>
                  <a:lnTo>
                    <a:pt x="2161" y="19127"/>
                  </a:lnTo>
                  <a:lnTo>
                    <a:pt x="2676" y="8083"/>
                  </a:lnTo>
                  <a:lnTo>
                    <a:pt x="0" y="5347"/>
                  </a:lnTo>
                  <a:lnTo>
                    <a:pt x="583" y="2405"/>
                  </a:lnTo>
                  <a:lnTo>
                    <a:pt x="5554" y="3157"/>
                  </a:lnTo>
                  <a:lnTo>
                    <a:pt x="927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1" name="ph5181"/>
            <p:cNvSpPr/>
            <p:nvPr/>
          </p:nvSpPr>
          <p:spPr>
            <a:xfrm>
              <a:off x="7373227" y="2988743"/>
              <a:ext cx="23998" cy="53675"/>
            </a:xfrm>
            <a:custGeom>
              <a:avLst/>
              <a:pathLst>
                <a:path w="23998" h="53675">
                  <a:moveTo>
                    <a:pt x="23998" y="5488"/>
                  </a:moveTo>
                  <a:lnTo>
                    <a:pt x="23072" y="12105"/>
                  </a:lnTo>
                  <a:lnTo>
                    <a:pt x="21001" y="9614"/>
                  </a:lnTo>
                  <a:lnTo>
                    <a:pt x="18581" y="10513"/>
                  </a:lnTo>
                  <a:lnTo>
                    <a:pt x="15015" y="18863"/>
                  </a:lnTo>
                  <a:lnTo>
                    <a:pt x="14658" y="22837"/>
                  </a:lnTo>
                  <a:lnTo>
                    <a:pt x="15563" y="24013"/>
                  </a:lnTo>
                  <a:lnTo>
                    <a:pt x="15890" y="27596"/>
                  </a:lnTo>
                  <a:lnTo>
                    <a:pt x="16860" y="38342"/>
                  </a:lnTo>
                  <a:lnTo>
                    <a:pt x="14925" y="39295"/>
                  </a:lnTo>
                  <a:lnTo>
                    <a:pt x="12134" y="42656"/>
                  </a:lnTo>
                  <a:lnTo>
                    <a:pt x="12148" y="44836"/>
                  </a:lnTo>
                  <a:lnTo>
                    <a:pt x="10983" y="44357"/>
                  </a:lnTo>
                  <a:lnTo>
                    <a:pt x="5153" y="48399"/>
                  </a:lnTo>
                  <a:lnTo>
                    <a:pt x="327" y="53675"/>
                  </a:lnTo>
                  <a:lnTo>
                    <a:pt x="0" y="46920"/>
                  </a:lnTo>
                  <a:lnTo>
                    <a:pt x="3632" y="45171"/>
                  </a:lnTo>
                  <a:lnTo>
                    <a:pt x="5059" y="43603"/>
                  </a:lnTo>
                  <a:lnTo>
                    <a:pt x="6927" y="36997"/>
                  </a:lnTo>
                  <a:lnTo>
                    <a:pt x="6486" y="34546"/>
                  </a:lnTo>
                  <a:lnTo>
                    <a:pt x="4200" y="33906"/>
                  </a:lnTo>
                  <a:lnTo>
                    <a:pt x="4309" y="30418"/>
                  </a:lnTo>
                  <a:lnTo>
                    <a:pt x="6551" y="27808"/>
                  </a:lnTo>
                  <a:lnTo>
                    <a:pt x="8372" y="23976"/>
                  </a:lnTo>
                  <a:lnTo>
                    <a:pt x="7904" y="11210"/>
                  </a:lnTo>
                  <a:lnTo>
                    <a:pt x="12460" y="10562"/>
                  </a:lnTo>
                  <a:lnTo>
                    <a:pt x="18192" y="7391"/>
                  </a:lnTo>
                  <a:lnTo>
                    <a:pt x="19591" y="5626"/>
                  </a:lnTo>
                  <a:lnTo>
                    <a:pt x="2144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2" name="ph5182"/>
            <p:cNvSpPr/>
            <p:nvPr/>
          </p:nvSpPr>
          <p:spPr>
            <a:xfrm>
              <a:off x="7372616" y="3034083"/>
              <a:ext cx="33048" cy="47057"/>
            </a:xfrm>
            <a:custGeom>
              <a:avLst/>
              <a:pathLst>
                <a:path w="33048" h="47057">
                  <a:moveTo>
                    <a:pt x="25950" y="3626"/>
                  </a:moveTo>
                  <a:lnTo>
                    <a:pt x="24726" y="6943"/>
                  </a:lnTo>
                  <a:lnTo>
                    <a:pt x="24354" y="7296"/>
                  </a:lnTo>
                  <a:lnTo>
                    <a:pt x="23790" y="5547"/>
                  </a:lnTo>
                  <a:lnTo>
                    <a:pt x="22095" y="7780"/>
                  </a:lnTo>
                  <a:lnTo>
                    <a:pt x="23237" y="9366"/>
                  </a:lnTo>
                  <a:lnTo>
                    <a:pt x="21745" y="13672"/>
                  </a:lnTo>
                  <a:lnTo>
                    <a:pt x="22746" y="20196"/>
                  </a:lnTo>
                  <a:lnTo>
                    <a:pt x="25503" y="25473"/>
                  </a:lnTo>
                  <a:lnTo>
                    <a:pt x="31771" y="26308"/>
                  </a:lnTo>
                  <a:lnTo>
                    <a:pt x="32735" y="27365"/>
                  </a:lnTo>
                  <a:lnTo>
                    <a:pt x="33048" y="31770"/>
                  </a:lnTo>
                  <a:lnTo>
                    <a:pt x="31835" y="34254"/>
                  </a:lnTo>
                  <a:lnTo>
                    <a:pt x="27786" y="34838"/>
                  </a:lnTo>
                  <a:lnTo>
                    <a:pt x="27200" y="36562"/>
                  </a:lnTo>
                  <a:lnTo>
                    <a:pt x="27359" y="37691"/>
                  </a:lnTo>
                  <a:lnTo>
                    <a:pt x="30165" y="38157"/>
                  </a:lnTo>
                  <a:lnTo>
                    <a:pt x="31691" y="41659"/>
                  </a:lnTo>
                  <a:lnTo>
                    <a:pt x="26707" y="41615"/>
                  </a:lnTo>
                  <a:lnTo>
                    <a:pt x="24038" y="40720"/>
                  </a:lnTo>
                  <a:lnTo>
                    <a:pt x="20986" y="43232"/>
                  </a:lnTo>
                  <a:lnTo>
                    <a:pt x="20637" y="45139"/>
                  </a:lnTo>
                  <a:lnTo>
                    <a:pt x="18125" y="46492"/>
                  </a:lnTo>
                  <a:lnTo>
                    <a:pt x="17069" y="47057"/>
                  </a:lnTo>
                  <a:lnTo>
                    <a:pt x="13032" y="41802"/>
                  </a:lnTo>
                  <a:lnTo>
                    <a:pt x="11771" y="41212"/>
                  </a:lnTo>
                  <a:lnTo>
                    <a:pt x="8549" y="41409"/>
                  </a:lnTo>
                  <a:lnTo>
                    <a:pt x="7020" y="40109"/>
                  </a:lnTo>
                  <a:lnTo>
                    <a:pt x="6290" y="36806"/>
                  </a:lnTo>
                  <a:lnTo>
                    <a:pt x="4539" y="37433"/>
                  </a:lnTo>
                  <a:lnTo>
                    <a:pt x="1113" y="41352"/>
                  </a:lnTo>
                  <a:lnTo>
                    <a:pt x="0" y="39714"/>
                  </a:lnTo>
                  <a:lnTo>
                    <a:pt x="4165" y="34967"/>
                  </a:lnTo>
                  <a:lnTo>
                    <a:pt x="9132" y="32092"/>
                  </a:lnTo>
                  <a:lnTo>
                    <a:pt x="7295" y="30059"/>
                  </a:lnTo>
                  <a:lnTo>
                    <a:pt x="7560" y="28225"/>
                  </a:lnTo>
                  <a:lnTo>
                    <a:pt x="6046" y="26659"/>
                  </a:lnTo>
                  <a:lnTo>
                    <a:pt x="9126" y="22179"/>
                  </a:lnTo>
                  <a:lnTo>
                    <a:pt x="10042" y="23394"/>
                  </a:lnTo>
                  <a:lnTo>
                    <a:pt x="13406" y="23370"/>
                  </a:lnTo>
                  <a:lnTo>
                    <a:pt x="13690" y="14032"/>
                  </a:lnTo>
                  <a:lnTo>
                    <a:pt x="16323" y="7379"/>
                  </a:lnTo>
                  <a:lnTo>
                    <a:pt x="25178" y="1482"/>
                  </a:lnTo>
                  <a:lnTo>
                    <a:pt x="2568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3" name="ph5183"/>
            <p:cNvSpPr/>
            <p:nvPr/>
          </p:nvSpPr>
          <p:spPr>
            <a:xfrm>
              <a:off x="7328616" y="3213811"/>
              <a:ext cx="13011" cy="16553"/>
            </a:xfrm>
            <a:custGeom>
              <a:avLst/>
              <a:pathLst>
                <a:path w="13011" h="16553">
                  <a:moveTo>
                    <a:pt x="11566" y="0"/>
                  </a:moveTo>
                  <a:lnTo>
                    <a:pt x="11751" y="3620"/>
                  </a:lnTo>
                  <a:lnTo>
                    <a:pt x="13011" y="4742"/>
                  </a:lnTo>
                  <a:lnTo>
                    <a:pt x="11240" y="7150"/>
                  </a:lnTo>
                  <a:lnTo>
                    <a:pt x="8735" y="6948"/>
                  </a:lnTo>
                  <a:lnTo>
                    <a:pt x="6769" y="7893"/>
                  </a:lnTo>
                  <a:lnTo>
                    <a:pt x="9484" y="10603"/>
                  </a:lnTo>
                  <a:lnTo>
                    <a:pt x="4781" y="16553"/>
                  </a:lnTo>
                  <a:lnTo>
                    <a:pt x="3709" y="15738"/>
                  </a:lnTo>
                  <a:lnTo>
                    <a:pt x="1366" y="16433"/>
                  </a:lnTo>
                  <a:lnTo>
                    <a:pt x="0" y="12490"/>
                  </a:lnTo>
                  <a:lnTo>
                    <a:pt x="8716" y="2150"/>
                  </a:lnTo>
                  <a:lnTo>
                    <a:pt x="6443" y="106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4" name="ph5184"/>
            <p:cNvSpPr/>
            <p:nvPr/>
          </p:nvSpPr>
          <p:spPr>
            <a:xfrm>
              <a:off x="7348370" y="3096520"/>
              <a:ext cx="2979" cy="1065"/>
            </a:xfrm>
            <a:custGeom>
              <a:avLst/>
              <a:pathLst>
                <a:path w="2979" h="1065">
                  <a:moveTo>
                    <a:pt x="2023" y="652"/>
                  </a:moveTo>
                  <a:lnTo>
                    <a:pt x="0" y="1065"/>
                  </a:lnTo>
                  <a:lnTo>
                    <a:pt x="297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5" name="ph5185"/>
            <p:cNvSpPr/>
            <p:nvPr/>
          </p:nvSpPr>
          <p:spPr>
            <a:xfrm>
              <a:off x="7346140" y="3091044"/>
              <a:ext cx="2747" cy="1791"/>
            </a:xfrm>
            <a:custGeom>
              <a:avLst/>
              <a:pathLst>
                <a:path w="2747" h="1791">
                  <a:moveTo>
                    <a:pt x="480" y="0"/>
                  </a:moveTo>
                  <a:lnTo>
                    <a:pt x="1951" y="1368"/>
                  </a:lnTo>
                  <a:lnTo>
                    <a:pt x="2747" y="1686"/>
                  </a:lnTo>
                  <a:lnTo>
                    <a:pt x="0" y="179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6" name="ph5186"/>
            <p:cNvSpPr/>
            <p:nvPr/>
          </p:nvSpPr>
          <p:spPr>
            <a:xfrm>
              <a:off x="7389117" y="3013711"/>
              <a:ext cx="8639" cy="13373"/>
            </a:xfrm>
            <a:custGeom>
              <a:avLst/>
              <a:pathLst>
                <a:path w="8639" h="13373">
                  <a:moveTo>
                    <a:pt x="7514" y="29"/>
                  </a:moveTo>
                  <a:lnTo>
                    <a:pt x="8639" y="1340"/>
                  </a:lnTo>
                  <a:lnTo>
                    <a:pt x="8438" y="2098"/>
                  </a:lnTo>
                  <a:lnTo>
                    <a:pt x="4012" y="8778"/>
                  </a:lnTo>
                  <a:lnTo>
                    <a:pt x="4153" y="11535"/>
                  </a:lnTo>
                  <a:lnTo>
                    <a:pt x="969" y="13373"/>
                  </a:lnTo>
                  <a:lnTo>
                    <a:pt x="0" y="2627"/>
                  </a:lnTo>
                  <a:lnTo>
                    <a:pt x="575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7" name="ph5187"/>
            <p:cNvSpPr/>
            <p:nvPr/>
          </p:nvSpPr>
          <p:spPr>
            <a:xfrm>
              <a:off x="7252826" y="3129261"/>
              <a:ext cx="34246" cy="25536"/>
            </a:xfrm>
            <a:custGeom>
              <a:avLst/>
              <a:pathLst>
                <a:path w="34246" h="25536">
                  <a:moveTo>
                    <a:pt x="5462" y="3123"/>
                  </a:moveTo>
                  <a:lnTo>
                    <a:pt x="13063" y="3587"/>
                  </a:lnTo>
                  <a:lnTo>
                    <a:pt x="15250" y="8352"/>
                  </a:lnTo>
                  <a:lnTo>
                    <a:pt x="17449" y="8254"/>
                  </a:lnTo>
                  <a:lnTo>
                    <a:pt x="21244" y="5908"/>
                  </a:lnTo>
                  <a:lnTo>
                    <a:pt x="22822" y="5823"/>
                  </a:lnTo>
                  <a:lnTo>
                    <a:pt x="24782" y="5824"/>
                  </a:lnTo>
                  <a:lnTo>
                    <a:pt x="25873" y="7960"/>
                  </a:lnTo>
                  <a:lnTo>
                    <a:pt x="27933" y="8845"/>
                  </a:lnTo>
                  <a:lnTo>
                    <a:pt x="32535" y="15187"/>
                  </a:lnTo>
                  <a:lnTo>
                    <a:pt x="32476" y="18629"/>
                  </a:lnTo>
                  <a:lnTo>
                    <a:pt x="34246" y="20032"/>
                  </a:lnTo>
                  <a:lnTo>
                    <a:pt x="31475" y="23953"/>
                  </a:lnTo>
                  <a:lnTo>
                    <a:pt x="26993" y="24785"/>
                  </a:lnTo>
                  <a:lnTo>
                    <a:pt x="26854" y="20767"/>
                  </a:lnTo>
                  <a:lnTo>
                    <a:pt x="23974" y="18592"/>
                  </a:lnTo>
                  <a:lnTo>
                    <a:pt x="21463" y="18646"/>
                  </a:lnTo>
                  <a:lnTo>
                    <a:pt x="16706" y="20534"/>
                  </a:lnTo>
                  <a:lnTo>
                    <a:pt x="17991" y="23321"/>
                  </a:lnTo>
                  <a:lnTo>
                    <a:pt x="16986" y="25536"/>
                  </a:lnTo>
                  <a:lnTo>
                    <a:pt x="12778" y="21819"/>
                  </a:lnTo>
                  <a:lnTo>
                    <a:pt x="10096" y="20623"/>
                  </a:lnTo>
                  <a:lnTo>
                    <a:pt x="8459" y="19974"/>
                  </a:lnTo>
                  <a:lnTo>
                    <a:pt x="8742" y="16895"/>
                  </a:lnTo>
                  <a:lnTo>
                    <a:pt x="8017" y="14865"/>
                  </a:lnTo>
                  <a:lnTo>
                    <a:pt x="6138" y="14788"/>
                  </a:lnTo>
                  <a:lnTo>
                    <a:pt x="0" y="2855"/>
                  </a:lnTo>
                  <a:lnTo>
                    <a:pt x="179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8" name="ph5188"/>
            <p:cNvSpPr/>
            <p:nvPr/>
          </p:nvSpPr>
          <p:spPr>
            <a:xfrm>
              <a:off x="7388790" y="3012209"/>
              <a:ext cx="6097" cy="4129"/>
            </a:xfrm>
            <a:custGeom>
              <a:avLst/>
              <a:pathLst>
                <a:path w="6097" h="4129">
                  <a:moveTo>
                    <a:pt x="3165" y="134"/>
                  </a:moveTo>
                  <a:lnTo>
                    <a:pt x="6097" y="0"/>
                  </a:lnTo>
                  <a:lnTo>
                    <a:pt x="6081" y="1501"/>
                  </a:lnTo>
                  <a:lnTo>
                    <a:pt x="327" y="4129"/>
                  </a:lnTo>
                  <a:lnTo>
                    <a:pt x="0" y="546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9" name="ph5189"/>
            <p:cNvSpPr/>
            <p:nvPr/>
          </p:nvSpPr>
          <p:spPr>
            <a:xfrm>
              <a:off x="7253284" y="3120753"/>
              <a:ext cx="22364" cy="16861"/>
            </a:xfrm>
            <a:custGeom>
              <a:avLst/>
              <a:pathLst>
                <a:path w="22364" h="16861">
                  <a:moveTo>
                    <a:pt x="13022" y="0"/>
                  </a:moveTo>
                  <a:lnTo>
                    <a:pt x="19796" y="3642"/>
                  </a:lnTo>
                  <a:lnTo>
                    <a:pt x="20142" y="8798"/>
                  </a:lnTo>
                  <a:lnTo>
                    <a:pt x="22083" y="9180"/>
                  </a:lnTo>
                  <a:lnTo>
                    <a:pt x="22364" y="14331"/>
                  </a:lnTo>
                  <a:lnTo>
                    <a:pt x="20786" y="14417"/>
                  </a:lnTo>
                  <a:lnTo>
                    <a:pt x="16990" y="16762"/>
                  </a:lnTo>
                  <a:lnTo>
                    <a:pt x="14791" y="16861"/>
                  </a:lnTo>
                  <a:lnTo>
                    <a:pt x="12605" y="12096"/>
                  </a:lnTo>
                  <a:lnTo>
                    <a:pt x="5004" y="11631"/>
                  </a:lnTo>
                  <a:lnTo>
                    <a:pt x="1334" y="8508"/>
                  </a:lnTo>
                  <a:lnTo>
                    <a:pt x="933" y="5848"/>
                  </a:lnTo>
                  <a:lnTo>
                    <a:pt x="0" y="3518"/>
                  </a:lnTo>
                  <a:lnTo>
                    <a:pt x="6041" y="5482"/>
                  </a:lnTo>
                  <a:lnTo>
                    <a:pt x="10229" y="485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0" name="ph5190"/>
            <p:cNvSpPr/>
            <p:nvPr/>
          </p:nvSpPr>
          <p:spPr>
            <a:xfrm>
              <a:off x="7313248" y="3171139"/>
              <a:ext cx="13533" cy="5786"/>
            </a:xfrm>
            <a:custGeom>
              <a:avLst/>
              <a:pathLst>
                <a:path w="13533" h="5786">
                  <a:moveTo>
                    <a:pt x="12549" y="0"/>
                  </a:moveTo>
                  <a:lnTo>
                    <a:pt x="13533" y="1430"/>
                  </a:lnTo>
                  <a:lnTo>
                    <a:pt x="11453" y="3438"/>
                  </a:lnTo>
                  <a:lnTo>
                    <a:pt x="9025" y="3095"/>
                  </a:lnTo>
                  <a:lnTo>
                    <a:pt x="6384" y="4689"/>
                  </a:lnTo>
                  <a:lnTo>
                    <a:pt x="1722" y="5786"/>
                  </a:lnTo>
                  <a:lnTo>
                    <a:pt x="0" y="4557"/>
                  </a:lnTo>
                  <a:lnTo>
                    <a:pt x="6253" y="42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1" name="ph5191"/>
            <p:cNvSpPr/>
            <p:nvPr/>
          </p:nvSpPr>
          <p:spPr>
            <a:xfrm>
              <a:off x="7242601" y="3147853"/>
              <a:ext cx="37218" cy="24963"/>
            </a:xfrm>
            <a:custGeom>
              <a:avLst/>
              <a:pathLst>
                <a:path w="37218" h="24963">
                  <a:moveTo>
                    <a:pt x="34199" y="0"/>
                  </a:moveTo>
                  <a:lnTo>
                    <a:pt x="37078" y="2175"/>
                  </a:lnTo>
                  <a:lnTo>
                    <a:pt x="37218" y="6193"/>
                  </a:lnTo>
                  <a:lnTo>
                    <a:pt x="35153" y="8316"/>
                  </a:lnTo>
                  <a:lnTo>
                    <a:pt x="32997" y="6633"/>
                  </a:lnTo>
                  <a:lnTo>
                    <a:pt x="22570" y="16135"/>
                  </a:lnTo>
                  <a:lnTo>
                    <a:pt x="22360" y="17095"/>
                  </a:lnTo>
                  <a:lnTo>
                    <a:pt x="20445" y="18963"/>
                  </a:lnTo>
                  <a:lnTo>
                    <a:pt x="17020" y="15385"/>
                  </a:lnTo>
                  <a:lnTo>
                    <a:pt x="15815" y="14586"/>
                  </a:lnTo>
                  <a:lnTo>
                    <a:pt x="14068" y="14683"/>
                  </a:lnTo>
                  <a:lnTo>
                    <a:pt x="12014" y="16662"/>
                  </a:lnTo>
                  <a:lnTo>
                    <a:pt x="11880" y="23594"/>
                  </a:lnTo>
                  <a:lnTo>
                    <a:pt x="9292" y="24507"/>
                  </a:lnTo>
                  <a:lnTo>
                    <a:pt x="1494" y="24963"/>
                  </a:lnTo>
                  <a:lnTo>
                    <a:pt x="0" y="22402"/>
                  </a:lnTo>
                  <a:lnTo>
                    <a:pt x="2386" y="19453"/>
                  </a:lnTo>
                  <a:lnTo>
                    <a:pt x="3161" y="20678"/>
                  </a:lnTo>
                  <a:lnTo>
                    <a:pt x="8027" y="19133"/>
                  </a:lnTo>
                  <a:lnTo>
                    <a:pt x="6472" y="15780"/>
                  </a:lnTo>
                  <a:lnTo>
                    <a:pt x="7811" y="13240"/>
                  </a:lnTo>
                  <a:lnTo>
                    <a:pt x="11727" y="15712"/>
                  </a:lnTo>
                  <a:lnTo>
                    <a:pt x="11207" y="13980"/>
                  </a:lnTo>
                  <a:lnTo>
                    <a:pt x="12280" y="7067"/>
                  </a:lnTo>
                  <a:lnTo>
                    <a:pt x="16562" y="3954"/>
                  </a:lnTo>
                  <a:lnTo>
                    <a:pt x="21293" y="4512"/>
                  </a:lnTo>
                  <a:lnTo>
                    <a:pt x="20321" y="2031"/>
                  </a:lnTo>
                  <a:lnTo>
                    <a:pt x="23003" y="3227"/>
                  </a:lnTo>
                  <a:lnTo>
                    <a:pt x="27210" y="6943"/>
                  </a:lnTo>
                  <a:lnTo>
                    <a:pt x="28216" y="4729"/>
                  </a:lnTo>
                  <a:lnTo>
                    <a:pt x="26930" y="1942"/>
                  </a:lnTo>
                  <a:lnTo>
                    <a:pt x="31688" y="5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2" name="ph5192"/>
            <p:cNvSpPr/>
            <p:nvPr/>
          </p:nvSpPr>
          <p:spPr>
            <a:xfrm>
              <a:off x="7236218" y="3167185"/>
              <a:ext cx="20218" cy="16989"/>
            </a:xfrm>
            <a:custGeom>
              <a:avLst/>
              <a:pathLst>
                <a:path w="20218" h="16989">
                  <a:moveTo>
                    <a:pt x="3606" y="0"/>
                  </a:moveTo>
                  <a:lnTo>
                    <a:pt x="6383" y="3070"/>
                  </a:lnTo>
                  <a:lnTo>
                    <a:pt x="7877" y="5631"/>
                  </a:lnTo>
                  <a:lnTo>
                    <a:pt x="15675" y="5175"/>
                  </a:lnTo>
                  <a:lnTo>
                    <a:pt x="18263" y="4263"/>
                  </a:lnTo>
                  <a:lnTo>
                    <a:pt x="20218" y="8759"/>
                  </a:lnTo>
                  <a:lnTo>
                    <a:pt x="19148" y="10964"/>
                  </a:lnTo>
                  <a:lnTo>
                    <a:pt x="15774" y="12667"/>
                  </a:lnTo>
                  <a:lnTo>
                    <a:pt x="14771" y="14995"/>
                  </a:lnTo>
                  <a:lnTo>
                    <a:pt x="9131" y="12177"/>
                  </a:lnTo>
                  <a:lnTo>
                    <a:pt x="3577" y="13280"/>
                  </a:lnTo>
                  <a:lnTo>
                    <a:pt x="2899" y="13927"/>
                  </a:lnTo>
                  <a:lnTo>
                    <a:pt x="3280" y="16526"/>
                  </a:lnTo>
                  <a:lnTo>
                    <a:pt x="2124" y="16989"/>
                  </a:lnTo>
                  <a:lnTo>
                    <a:pt x="1223" y="14438"/>
                  </a:lnTo>
                  <a:lnTo>
                    <a:pt x="1935" y="14248"/>
                  </a:lnTo>
                  <a:lnTo>
                    <a:pt x="2171" y="12909"/>
                  </a:lnTo>
                  <a:lnTo>
                    <a:pt x="0" y="597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3" name="ph5193"/>
            <p:cNvSpPr/>
            <p:nvPr/>
          </p:nvSpPr>
          <p:spPr>
            <a:xfrm>
              <a:off x="7273111" y="3195973"/>
              <a:ext cx="37874" cy="30672"/>
            </a:xfrm>
            <a:custGeom>
              <a:avLst/>
              <a:pathLst>
                <a:path w="37874" h="30672">
                  <a:moveTo>
                    <a:pt x="19460" y="315"/>
                  </a:moveTo>
                  <a:lnTo>
                    <a:pt x="21297" y="7997"/>
                  </a:lnTo>
                  <a:lnTo>
                    <a:pt x="20430" y="9318"/>
                  </a:lnTo>
                  <a:lnTo>
                    <a:pt x="22006" y="11271"/>
                  </a:lnTo>
                  <a:lnTo>
                    <a:pt x="28995" y="11987"/>
                  </a:lnTo>
                  <a:lnTo>
                    <a:pt x="35314" y="16419"/>
                  </a:lnTo>
                  <a:lnTo>
                    <a:pt x="37361" y="17110"/>
                  </a:lnTo>
                  <a:lnTo>
                    <a:pt x="37874" y="19881"/>
                  </a:lnTo>
                  <a:lnTo>
                    <a:pt x="37187" y="22027"/>
                  </a:lnTo>
                  <a:lnTo>
                    <a:pt x="34454" y="24272"/>
                  </a:lnTo>
                  <a:lnTo>
                    <a:pt x="33931" y="25820"/>
                  </a:lnTo>
                  <a:lnTo>
                    <a:pt x="32060" y="25062"/>
                  </a:lnTo>
                  <a:lnTo>
                    <a:pt x="30536" y="25839"/>
                  </a:lnTo>
                  <a:lnTo>
                    <a:pt x="30628" y="27474"/>
                  </a:lnTo>
                  <a:lnTo>
                    <a:pt x="20714" y="28983"/>
                  </a:lnTo>
                  <a:lnTo>
                    <a:pt x="17318" y="30672"/>
                  </a:lnTo>
                  <a:lnTo>
                    <a:pt x="11354" y="29548"/>
                  </a:lnTo>
                  <a:lnTo>
                    <a:pt x="10942" y="30315"/>
                  </a:lnTo>
                  <a:lnTo>
                    <a:pt x="7663" y="27897"/>
                  </a:lnTo>
                  <a:lnTo>
                    <a:pt x="5755" y="26768"/>
                  </a:lnTo>
                  <a:lnTo>
                    <a:pt x="1074" y="27566"/>
                  </a:lnTo>
                  <a:lnTo>
                    <a:pt x="2395" y="21827"/>
                  </a:lnTo>
                  <a:lnTo>
                    <a:pt x="1096" y="20528"/>
                  </a:lnTo>
                  <a:lnTo>
                    <a:pt x="0" y="17729"/>
                  </a:lnTo>
                  <a:lnTo>
                    <a:pt x="488" y="15085"/>
                  </a:lnTo>
                  <a:lnTo>
                    <a:pt x="6310" y="7985"/>
                  </a:lnTo>
                  <a:lnTo>
                    <a:pt x="8127" y="3660"/>
                  </a:lnTo>
                  <a:lnTo>
                    <a:pt x="1779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4" name="ph5194"/>
            <p:cNvSpPr/>
            <p:nvPr/>
          </p:nvSpPr>
          <p:spPr>
            <a:xfrm>
              <a:off x="7343558" y="2990347"/>
              <a:ext cx="11348" cy="6524"/>
            </a:xfrm>
            <a:custGeom>
              <a:avLst/>
              <a:pathLst>
                <a:path w="11348" h="6524">
                  <a:moveTo>
                    <a:pt x="6804" y="2522"/>
                  </a:moveTo>
                  <a:lnTo>
                    <a:pt x="7588" y="4186"/>
                  </a:lnTo>
                  <a:lnTo>
                    <a:pt x="11298" y="3422"/>
                  </a:lnTo>
                  <a:lnTo>
                    <a:pt x="11348" y="5526"/>
                  </a:lnTo>
                  <a:lnTo>
                    <a:pt x="10222" y="6412"/>
                  </a:lnTo>
                  <a:lnTo>
                    <a:pt x="7628" y="4974"/>
                  </a:lnTo>
                  <a:lnTo>
                    <a:pt x="0" y="6524"/>
                  </a:lnTo>
                  <a:lnTo>
                    <a:pt x="2042" y="1866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5" name="ph5195"/>
            <p:cNvSpPr/>
            <p:nvPr/>
          </p:nvSpPr>
          <p:spPr>
            <a:xfrm>
              <a:off x="7370794" y="3201467"/>
              <a:ext cx="31613" cy="42169"/>
            </a:xfrm>
            <a:custGeom>
              <a:avLst/>
              <a:pathLst>
                <a:path w="31613" h="42169">
                  <a:moveTo>
                    <a:pt x="30934" y="1497"/>
                  </a:moveTo>
                  <a:lnTo>
                    <a:pt x="30830" y="2373"/>
                  </a:lnTo>
                  <a:lnTo>
                    <a:pt x="29395" y="2568"/>
                  </a:lnTo>
                  <a:lnTo>
                    <a:pt x="29189" y="4867"/>
                  </a:lnTo>
                  <a:lnTo>
                    <a:pt x="29490" y="19602"/>
                  </a:lnTo>
                  <a:lnTo>
                    <a:pt x="31613" y="24053"/>
                  </a:lnTo>
                  <a:lnTo>
                    <a:pt x="31448" y="27231"/>
                  </a:lnTo>
                  <a:lnTo>
                    <a:pt x="22472" y="28811"/>
                  </a:lnTo>
                  <a:lnTo>
                    <a:pt x="18559" y="27369"/>
                  </a:lnTo>
                  <a:lnTo>
                    <a:pt x="13712" y="22955"/>
                  </a:lnTo>
                  <a:lnTo>
                    <a:pt x="8953" y="21108"/>
                  </a:lnTo>
                  <a:lnTo>
                    <a:pt x="8286" y="22667"/>
                  </a:lnTo>
                  <a:lnTo>
                    <a:pt x="9010" y="26281"/>
                  </a:lnTo>
                  <a:lnTo>
                    <a:pt x="8186" y="26886"/>
                  </a:lnTo>
                  <a:lnTo>
                    <a:pt x="5307" y="26535"/>
                  </a:lnTo>
                  <a:lnTo>
                    <a:pt x="6049" y="30735"/>
                  </a:lnTo>
                  <a:lnTo>
                    <a:pt x="13596" y="31318"/>
                  </a:lnTo>
                  <a:lnTo>
                    <a:pt x="15698" y="30094"/>
                  </a:lnTo>
                  <a:lnTo>
                    <a:pt x="19392" y="32673"/>
                  </a:lnTo>
                  <a:lnTo>
                    <a:pt x="17634" y="37236"/>
                  </a:lnTo>
                  <a:lnTo>
                    <a:pt x="15080" y="37343"/>
                  </a:lnTo>
                  <a:lnTo>
                    <a:pt x="12471" y="38464"/>
                  </a:lnTo>
                  <a:lnTo>
                    <a:pt x="11999" y="39662"/>
                  </a:lnTo>
                  <a:lnTo>
                    <a:pt x="12626" y="42169"/>
                  </a:lnTo>
                  <a:lnTo>
                    <a:pt x="9035" y="39245"/>
                  </a:lnTo>
                  <a:lnTo>
                    <a:pt x="6688" y="35790"/>
                  </a:lnTo>
                  <a:lnTo>
                    <a:pt x="8364" y="33502"/>
                  </a:lnTo>
                  <a:lnTo>
                    <a:pt x="5633" y="31781"/>
                  </a:lnTo>
                  <a:lnTo>
                    <a:pt x="3181" y="31450"/>
                  </a:lnTo>
                  <a:lnTo>
                    <a:pt x="4146" y="29715"/>
                  </a:lnTo>
                  <a:lnTo>
                    <a:pt x="2579" y="19328"/>
                  </a:lnTo>
                  <a:lnTo>
                    <a:pt x="1178" y="17573"/>
                  </a:lnTo>
                  <a:lnTo>
                    <a:pt x="91" y="17774"/>
                  </a:lnTo>
                  <a:lnTo>
                    <a:pt x="0" y="15144"/>
                  </a:lnTo>
                  <a:lnTo>
                    <a:pt x="5801" y="14283"/>
                  </a:lnTo>
                  <a:lnTo>
                    <a:pt x="9533" y="12502"/>
                  </a:lnTo>
                  <a:lnTo>
                    <a:pt x="12577" y="13150"/>
                  </a:lnTo>
                  <a:lnTo>
                    <a:pt x="17600" y="9528"/>
                  </a:lnTo>
                  <a:lnTo>
                    <a:pt x="21260" y="1584"/>
                  </a:lnTo>
                  <a:lnTo>
                    <a:pt x="23594" y="585"/>
                  </a:lnTo>
                  <a:lnTo>
                    <a:pt x="2696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6" name="ph5196"/>
            <p:cNvSpPr/>
            <p:nvPr/>
          </p:nvSpPr>
          <p:spPr>
            <a:xfrm>
              <a:off x="7342103" y="3124963"/>
              <a:ext cx="11189" cy="12243"/>
            </a:xfrm>
            <a:custGeom>
              <a:avLst/>
              <a:pathLst>
                <a:path w="11189" h="12243">
                  <a:moveTo>
                    <a:pt x="4192" y="2616"/>
                  </a:moveTo>
                  <a:lnTo>
                    <a:pt x="3662" y="3349"/>
                  </a:lnTo>
                  <a:lnTo>
                    <a:pt x="7016" y="4314"/>
                  </a:lnTo>
                  <a:lnTo>
                    <a:pt x="11189" y="8278"/>
                  </a:lnTo>
                  <a:lnTo>
                    <a:pt x="8985" y="12243"/>
                  </a:lnTo>
                  <a:lnTo>
                    <a:pt x="4315" y="10047"/>
                  </a:lnTo>
                  <a:lnTo>
                    <a:pt x="5619" y="7810"/>
                  </a:lnTo>
                  <a:lnTo>
                    <a:pt x="4064" y="6859"/>
                  </a:lnTo>
                  <a:lnTo>
                    <a:pt x="4213" y="5280"/>
                  </a:lnTo>
                  <a:lnTo>
                    <a:pt x="0" y="2472"/>
                  </a:lnTo>
                  <a:lnTo>
                    <a:pt x="147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7" name="ph5197"/>
            <p:cNvSpPr/>
            <p:nvPr/>
          </p:nvSpPr>
          <p:spPr>
            <a:xfrm>
              <a:off x="7281195" y="3119423"/>
              <a:ext cx="16110" cy="12197"/>
            </a:xfrm>
            <a:custGeom>
              <a:avLst/>
              <a:pathLst>
                <a:path w="16110" h="12197">
                  <a:moveTo>
                    <a:pt x="10427" y="1148"/>
                  </a:moveTo>
                  <a:lnTo>
                    <a:pt x="9994" y="2301"/>
                  </a:lnTo>
                  <a:lnTo>
                    <a:pt x="16110" y="5208"/>
                  </a:lnTo>
                  <a:lnTo>
                    <a:pt x="13942" y="6288"/>
                  </a:lnTo>
                  <a:lnTo>
                    <a:pt x="9677" y="12197"/>
                  </a:lnTo>
                  <a:lnTo>
                    <a:pt x="4454" y="8095"/>
                  </a:lnTo>
                  <a:lnTo>
                    <a:pt x="1597" y="4873"/>
                  </a:lnTo>
                  <a:lnTo>
                    <a:pt x="0" y="3679"/>
                  </a:lnTo>
                  <a:lnTo>
                    <a:pt x="6325" y="2915"/>
                  </a:lnTo>
                  <a:lnTo>
                    <a:pt x="7792" y="724"/>
                  </a:lnTo>
                  <a:lnTo>
                    <a:pt x="1000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8" name="ph5198"/>
            <p:cNvSpPr/>
            <p:nvPr/>
          </p:nvSpPr>
          <p:spPr>
            <a:xfrm>
              <a:off x="7412787" y="3183208"/>
              <a:ext cx="13329" cy="15786"/>
            </a:xfrm>
            <a:custGeom>
              <a:avLst/>
              <a:pathLst>
                <a:path w="13329" h="15786">
                  <a:moveTo>
                    <a:pt x="10900" y="2571"/>
                  </a:moveTo>
                  <a:lnTo>
                    <a:pt x="13329" y="9169"/>
                  </a:lnTo>
                  <a:lnTo>
                    <a:pt x="12560" y="10489"/>
                  </a:lnTo>
                  <a:lnTo>
                    <a:pt x="10046" y="10121"/>
                  </a:lnTo>
                  <a:lnTo>
                    <a:pt x="8266" y="11231"/>
                  </a:lnTo>
                  <a:lnTo>
                    <a:pt x="1204" y="15786"/>
                  </a:lnTo>
                  <a:lnTo>
                    <a:pt x="46" y="15032"/>
                  </a:lnTo>
                  <a:lnTo>
                    <a:pt x="1995" y="12280"/>
                  </a:lnTo>
                  <a:lnTo>
                    <a:pt x="0" y="7391"/>
                  </a:lnTo>
                  <a:lnTo>
                    <a:pt x="1517" y="4072"/>
                  </a:lnTo>
                  <a:lnTo>
                    <a:pt x="3342" y="3437"/>
                  </a:lnTo>
                  <a:lnTo>
                    <a:pt x="64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9" name="ph5199"/>
            <p:cNvSpPr/>
            <p:nvPr/>
          </p:nvSpPr>
          <p:spPr>
            <a:xfrm>
              <a:off x="7279966" y="3124296"/>
              <a:ext cx="5683" cy="5319"/>
            </a:xfrm>
            <a:custGeom>
              <a:avLst/>
              <a:pathLst>
                <a:path w="5683" h="5319">
                  <a:moveTo>
                    <a:pt x="5683" y="3222"/>
                  </a:moveTo>
                  <a:lnTo>
                    <a:pt x="1892" y="5319"/>
                  </a:lnTo>
                  <a:lnTo>
                    <a:pt x="0" y="4829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0" name="ph5200"/>
            <p:cNvSpPr/>
            <p:nvPr/>
          </p:nvSpPr>
          <p:spPr>
            <a:xfrm>
              <a:off x="7273080" y="3118506"/>
              <a:ext cx="9712" cy="11427"/>
            </a:xfrm>
            <a:custGeom>
              <a:avLst/>
              <a:pathLst>
                <a:path w="9712" h="11427">
                  <a:moveTo>
                    <a:pt x="3520" y="387"/>
                  </a:moveTo>
                  <a:lnTo>
                    <a:pt x="5126" y="0"/>
                  </a:lnTo>
                  <a:lnTo>
                    <a:pt x="6060" y="2333"/>
                  </a:lnTo>
                  <a:lnTo>
                    <a:pt x="2531" y="3384"/>
                  </a:lnTo>
                  <a:lnTo>
                    <a:pt x="3482" y="6395"/>
                  </a:lnTo>
                  <a:lnTo>
                    <a:pt x="4911" y="6833"/>
                  </a:lnTo>
                  <a:lnTo>
                    <a:pt x="8114" y="4596"/>
                  </a:lnTo>
                  <a:lnTo>
                    <a:pt x="9712" y="5789"/>
                  </a:lnTo>
                  <a:lnTo>
                    <a:pt x="6885" y="10619"/>
                  </a:lnTo>
                  <a:lnTo>
                    <a:pt x="2287" y="11427"/>
                  </a:lnTo>
                  <a:lnTo>
                    <a:pt x="345" y="11044"/>
                  </a:lnTo>
                  <a:lnTo>
                    <a:pt x="0" y="5888"/>
                  </a:lnTo>
                  <a:lnTo>
                    <a:pt x="147" y="216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1" name="ph5201"/>
            <p:cNvSpPr/>
            <p:nvPr/>
          </p:nvSpPr>
          <p:spPr>
            <a:xfrm>
              <a:off x="7345132" y="3085476"/>
              <a:ext cx="26589" cy="16752"/>
            </a:xfrm>
            <a:custGeom>
              <a:avLst/>
              <a:pathLst>
                <a:path w="26589" h="16752">
                  <a:moveTo>
                    <a:pt x="23883" y="513"/>
                  </a:moveTo>
                  <a:lnTo>
                    <a:pt x="26589" y="1438"/>
                  </a:lnTo>
                  <a:lnTo>
                    <a:pt x="23587" y="7911"/>
                  </a:lnTo>
                  <a:lnTo>
                    <a:pt x="19466" y="15590"/>
                  </a:lnTo>
                  <a:lnTo>
                    <a:pt x="15657" y="15039"/>
                  </a:lnTo>
                  <a:lnTo>
                    <a:pt x="14184" y="13438"/>
                  </a:lnTo>
                  <a:lnTo>
                    <a:pt x="12713" y="14429"/>
                  </a:lnTo>
                  <a:lnTo>
                    <a:pt x="11798" y="16752"/>
                  </a:lnTo>
                  <a:lnTo>
                    <a:pt x="5321" y="11608"/>
                  </a:lnTo>
                  <a:lnTo>
                    <a:pt x="6217" y="11044"/>
                  </a:lnTo>
                  <a:lnTo>
                    <a:pt x="3755" y="7253"/>
                  </a:lnTo>
                  <a:lnTo>
                    <a:pt x="2960" y="6935"/>
                  </a:lnTo>
                  <a:lnTo>
                    <a:pt x="1489" y="5567"/>
                  </a:lnTo>
                  <a:lnTo>
                    <a:pt x="0" y="3736"/>
                  </a:lnTo>
                  <a:lnTo>
                    <a:pt x="2122" y="1381"/>
                  </a:lnTo>
                  <a:lnTo>
                    <a:pt x="9138" y="3521"/>
                  </a:lnTo>
                  <a:lnTo>
                    <a:pt x="12469" y="3391"/>
                  </a:lnTo>
                  <a:lnTo>
                    <a:pt x="14728" y="1006"/>
                  </a:lnTo>
                  <a:lnTo>
                    <a:pt x="18379" y="3373"/>
                  </a:lnTo>
                  <a:lnTo>
                    <a:pt x="21022" y="2474"/>
                  </a:lnTo>
                  <a:lnTo>
                    <a:pt x="2237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2" name="ph5202"/>
            <p:cNvSpPr/>
            <p:nvPr/>
          </p:nvSpPr>
          <p:spPr>
            <a:xfrm>
              <a:off x="7385241" y="2961289"/>
              <a:ext cx="21116" cy="14397"/>
            </a:xfrm>
            <a:custGeom>
              <a:avLst/>
              <a:pathLst>
                <a:path w="21116" h="14397">
                  <a:moveTo>
                    <a:pt x="13019" y="0"/>
                  </a:moveTo>
                  <a:lnTo>
                    <a:pt x="13324" y="3488"/>
                  </a:lnTo>
                  <a:lnTo>
                    <a:pt x="21116" y="6164"/>
                  </a:lnTo>
                  <a:lnTo>
                    <a:pt x="19483" y="12565"/>
                  </a:lnTo>
                  <a:lnTo>
                    <a:pt x="17342" y="13752"/>
                  </a:lnTo>
                  <a:lnTo>
                    <a:pt x="15206" y="13142"/>
                  </a:lnTo>
                  <a:lnTo>
                    <a:pt x="13093" y="14397"/>
                  </a:lnTo>
                  <a:lnTo>
                    <a:pt x="3040" y="13387"/>
                  </a:lnTo>
                  <a:lnTo>
                    <a:pt x="1957" y="13251"/>
                  </a:lnTo>
                  <a:lnTo>
                    <a:pt x="0" y="11451"/>
                  </a:lnTo>
                  <a:lnTo>
                    <a:pt x="2957" y="8938"/>
                  </a:lnTo>
                  <a:lnTo>
                    <a:pt x="2549" y="4350"/>
                  </a:lnTo>
                  <a:lnTo>
                    <a:pt x="3158" y="2475"/>
                  </a:lnTo>
                  <a:lnTo>
                    <a:pt x="4510" y="133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3" name="ph5203"/>
            <p:cNvSpPr/>
            <p:nvPr/>
          </p:nvSpPr>
          <p:spPr>
            <a:xfrm>
              <a:off x="7283910" y="3000571"/>
              <a:ext cx="43959" cy="39770"/>
            </a:xfrm>
            <a:custGeom>
              <a:avLst/>
              <a:pathLst>
                <a:path w="43959" h="39770">
                  <a:moveTo>
                    <a:pt x="23191" y="0"/>
                  </a:moveTo>
                  <a:lnTo>
                    <a:pt x="28461" y="2235"/>
                  </a:lnTo>
                  <a:lnTo>
                    <a:pt x="32133" y="9538"/>
                  </a:lnTo>
                  <a:lnTo>
                    <a:pt x="35930" y="10193"/>
                  </a:lnTo>
                  <a:lnTo>
                    <a:pt x="38648" y="13406"/>
                  </a:lnTo>
                  <a:lnTo>
                    <a:pt x="42809" y="15090"/>
                  </a:lnTo>
                  <a:lnTo>
                    <a:pt x="43024" y="15978"/>
                  </a:lnTo>
                  <a:lnTo>
                    <a:pt x="43959" y="17462"/>
                  </a:lnTo>
                  <a:lnTo>
                    <a:pt x="40361" y="24055"/>
                  </a:lnTo>
                  <a:lnTo>
                    <a:pt x="40775" y="27410"/>
                  </a:lnTo>
                  <a:lnTo>
                    <a:pt x="37887" y="29316"/>
                  </a:lnTo>
                  <a:lnTo>
                    <a:pt x="38387" y="31589"/>
                  </a:lnTo>
                  <a:lnTo>
                    <a:pt x="37297" y="32094"/>
                  </a:lnTo>
                  <a:lnTo>
                    <a:pt x="35887" y="35009"/>
                  </a:lnTo>
                  <a:lnTo>
                    <a:pt x="34607" y="35268"/>
                  </a:lnTo>
                  <a:lnTo>
                    <a:pt x="31163" y="32788"/>
                  </a:lnTo>
                  <a:lnTo>
                    <a:pt x="28386" y="36769"/>
                  </a:lnTo>
                  <a:lnTo>
                    <a:pt x="19262" y="39770"/>
                  </a:lnTo>
                  <a:lnTo>
                    <a:pt x="9724" y="39055"/>
                  </a:lnTo>
                  <a:lnTo>
                    <a:pt x="8255" y="36825"/>
                  </a:lnTo>
                  <a:lnTo>
                    <a:pt x="7806" y="33463"/>
                  </a:lnTo>
                  <a:lnTo>
                    <a:pt x="14953" y="30271"/>
                  </a:lnTo>
                  <a:lnTo>
                    <a:pt x="15044" y="27466"/>
                  </a:lnTo>
                  <a:lnTo>
                    <a:pt x="12651" y="25982"/>
                  </a:lnTo>
                  <a:lnTo>
                    <a:pt x="10152" y="25762"/>
                  </a:lnTo>
                  <a:lnTo>
                    <a:pt x="8227" y="22963"/>
                  </a:lnTo>
                  <a:lnTo>
                    <a:pt x="5912" y="17174"/>
                  </a:lnTo>
                  <a:lnTo>
                    <a:pt x="3866" y="16751"/>
                  </a:lnTo>
                  <a:lnTo>
                    <a:pt x="0" y="15860"/>
                  </a:lnTo>
                  <a:lnTo>
                    <a:pt x="7008" y="7739"/>
                  </a:lnTo>
                  <a:lnTo>
                    <a:pt x="7856" y="6259"/>
                  </a:lnTo>
                  <a:lnTo>
                    <a:pt x="7481" y="3381"/>
                  </a:lnTo>
                  <a:lnTo>
                    <a:pt x="11051" y="1202"/>
                  </a:lnTo>
                  <a:lnTo>
                    <a:pt x="16232" y="1628"/>
                  </a:lnTo>
                  <a:lnTo>
                    <a:pt x="17890" y="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4" name="ph5204"/>
            <p:cNvSpPr/>
            <p:nvPr/>
          </p:nvSpPr>
          <p:spPr>
            <a:xfrm>
              <a:off x="7407716" y="2968565"/>
              <a:ext cx="22817" cy="23653"/>
            </a:xfrm>
            <a:custGeom>
              <a:avLst/>
              <a:pathLst>
                <a:path w="22817" h="23653">
                  <a:moveTo>
                    <a:pt x="3580" y="1039"/>
                  </a:moveTo>
                  <a:lnTo>
                    <a:pt x="17551" y="4656"/>
                  </a:lnTo>
                  <a:lnTo>
                    <a:pt x="19297" y="3444"/>
                  </a:lnTo>
                  <a:lnTo>
                    <a:pt x="18413" y="4922"/>
                  </a:lnTo>
                  <a:lnTo>
                    <a:pt x="19229" y="6474"/>
                  </a:lnTo>
                  <a:lnTo>
                    <a:pt x="22817" y="6460"/>
                  </a:lnTo>
                  <a:lnTo>
                    <a:pt x="20645" y="8749"/>
                  </a:lnTo>
                  <a:lnTo>
                    <a:pt x="15717" y="13754"/>
                  </a:lnTo>
                  <a:lnTo>
                    <a:pt x="12309" y="19350"/>
                  </a:lnTo>
                  <a:lnTo>
                    <a:pt x="5545" y="17438"/>
                  </a:lnTo>
                  <a:lnTo>
                    <a:pt x="1727" y="23301"/>
                  </a:lnTo>
                  <a:lnTo>
                    <a:pt x="852" y="23653"/>
                  </a:lnTo>
                  <a:lnTo>
                    <a:pt x="0" y="20601"/>
                  </a:lnTo>
                  <a:lnTo>
                    <a:pt x="454" y="16174"/>
                  </a:lnTo>
                  <a:lnTo>
                    <a:pt x="1857" y="14555"/>
                  </a:lnTo>
                  <a:lnTo>
                    <a:pt x="5066" y="13563"/>
                  </a:lnTo>
                  <a:lnTo>
                    <a:pt x="5533" y="12605"/>
                  </a:lnTo>
                  <a:lnTo>
                    <a:pt x="2782" y="6627"/>
                  </a:lnTo>
                  <a:lnTo>
                    <a:pt x="1653" y="634"/>
                  </a:lnTo>
                  <a:lnTo>
                    <a:pt x="223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5" name="ph5205"/>
            <p:cNvSpPr/>
            <p:nvPr/>
          </p:nvSpPr>
          <p:spPr>
            <a:xfrm>
              <a:off x="7291846" y="3253776"/>
              <a:ext cx="18719" cy="21853"/>
            </a:xfrm>
            <a:custGeom>
              <a:avLst/>
              <a:pathLst>
                <a:path w="18719" h="21853">
                  <a:moveTo>
                    <a:pt x="14617" y="3551"/>
                  </a:moveTo>
                  <a:lnTo>
                    <a:pt x="14494" y="9114"/>
                  </a:lnTo>
                  <a:lnTo>
                    <a:pt x="18719" y="9786"/>
                  </a:lnTo>
                  <a:lnTo>
                    <a:pt x="17275" y="16209"/>
                  </a:lnTo>
                  <a:lnTo>
                    <a:pt x="15986" y="19127"/>
                  </a:lnTo>
                  <a:lnTo>
                    <a:pt x="13758" y="19354"/>
                  </a:lnTo>
                  <a:lnTo>
                    <a:pt x="12218" y="20598"/>
                  </a:lnTo>
                  <a:lnTo>
                    <a:pt x="11912" y="21559"/>
                  </a:lnTo>
                  <a:lnTo>
                    <a:pt x="7286" y="21853"/>
                  </a:lnTo>
                  <a:lnTo>
                    <a:pt x="5351" y="17936"/>
                  </a:lnTo>
                  <a:lnTo>
                    <a:pt x="5084" y="15527"/>
                  </a:lnTo>
                  <a:lnTo>
                    <a:pt x="2587" y="11305"/>
                  </a:lnTo>
                  <a:lnTo>
                    <a:pt x="1006" y="8844"/>
                  </a:lnTo>
                  <a:lnTo>
                    <a:pt x="0" y="887"/>
                  </a:lnTo>
                  <a:lnTo>
                    <a:pt x="4170" y="0"/>
                  </a:lnTo>
                  <a:lnTo>
                    <a:pt x="5851" y="1308"/>
                  </a:lnTo>
                  <a:lnTo>
                    <a:pt x="5065" y="1993"/>
                  </a:lnTo>
                  <a:lnTo>
                    <a:pt x="5487" y="2869"/>
                  </a:lnTo>
                  <a:lnTo>
                    <a:pt x="11082" y="1187"/>
                  </a:lnTo>
                  <a:lnTo>
                    <a:pt x="11511" y="20"/>
                  </a:lnTo>
                  <a:lnTo>
                    <a:pt x="13931" y="138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6" name="ph5206"/>
            <p:cNvSpPr/>
            <p:nvPr/>
          </p:nvSpPr>
          <p:spPr>
            <a:xfrm>
              <a:off x="7307565" y="3212689"/>
              <a:ext cx="29766" cy="35888"/>
            </a:xfrm>
            <a:custGeom>
              <a:avLst/>
              <a:pathLst>
                <a:path w="29766" h="35888">
                  <a:moveTo>
                    <a:pt x="26253" y="2590"/>
                  </a:moveTo>
                  <a:lnTo>
                    <a:pt x="27494" y="2185"/>
                  </a:lnTo>
                  <a:lnTo>
                    <a:pt x="29766" y="3272"/>
                  </a:lnTo>
                  <a:lnTo>
                    <a:pt x="21050" y="13612"/>
                  </a:lnTo>
                  <a:lnTo>
                    <a:pt x="22416" y="17555"/>
                  </a:lnTo>
                  <a:lnTo>
                    <a:pt x="24760" y="16861"/>
                  </a:lnTo>
                  <a:lnTo>
                    <a:pt x="25454" y="20124"/>
                  </a:lnTo>
                  <a:lnTo>
                    <a:pt x="24730" y="20883"/>
                  </a:lnTo>
                  <a:lnTo>
                    <a:pt x="23330" y="29000"/>
                  </a:lnTo>
                  <a:lnTo>
                    <a:pt x="25024" y="29263"/>
                  </a:lnTo>
                  <a:lnTo>
                    <a:pt x="26669" y="31708"/>
                  </a:lnTo>
                  <a:lnTo>
                    <a:pt x="23161" y="35325"/>
                  </a:lnTo>
                  <a:lnTo>
                    <a:pt x="21744" y="34965"/>
                  </a:lnTo>
                  <a:lnTo>
                    <a:pt x="20128" y="35888"/>
                  </a:lnTo>
                  <a:lnTo>
                    <a:pt x="15859" y="34834"/>
                  </a:lnTo>
                  <a:lnTo>
                    <a:pt x="15642" y="32370"/>
                  </a:lnTo>
                  <a:lnTo>
                    <a:pt x="16897" y="32468"/>
                  </a:lnTo>
                  <a:lnTo>
                    <a:pt x="17809" y="29262"/>
                  </a:lnTo>
                  <a:lnTo>
                    <a:pt x="17020" y="27879"/>
                  </a:lnTo>
                  <a:lnTo>
                    <a:pt x="13660" y="28319"/>
                  </a:lnTo>
                  <a:lnTo>
                    <a:pt x="13769" y="27384"/>
                  </a:lnTo>
                  <a:lnTo>
                    <a:pt x="8839" y="23092"/>
                  </a:lnTo>
                  <a:lnTo>
                    <a:pt x="2779" y="24104"/>
                  </a:lnTo>
                  <a:lnTo>
                    <a:pt x="872" y="22223"/>
                  </a:lnTo>
                  <a:lnTo>
                    <a:pt x="1369" y="22333"/>
                  </a:lnTo>
                  <a:lnTo>
                    <a:pt x="1572" y="20698"/>
                  </a:lnTo>
                  <a:lnTo>
                    <a:pt x="963" y="17732"/>
                  </a:lnTo>
                  <a:lnTo>
                    <a:pt x="1914" y="10755"/>
                  </a:lnTo>
                  <a:lnTo>
                    <a:pt x="0" y="7555"/>
                  </a:lnTo>
                  <a:lnTo>
                    <a:pt x="2733" y="5311"/>
                  </a:lnTo>
                  <a:lnTo>
                    <a:pt x="3420" y="3164"/>
                  </a:lnTo>
                  <a:lnTo>
                    <a:pt x="2907" y="394"/>
                  </a:lnTo>
                  <a:lnTo>
                    <a:pt x="4909" y="0"/>
                  </a:lnTo>
                  <a:lnTo>
                    <a:pt x="18003" y="338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7" name="ph5207"/>
            <p:cNvSpPr/>
            <p:nvPr/>
          </p:nvSpPr>
          <p:spPr>
            <a:xfrm>
              <a:off x="7348179" y="3112001"/>
              <a:ext cx="17976" cy="21239"/>
            </a:xfrm>
            <a:custGeom>
              <a:avLst/>
              <a:pathLst>
                <a:path w="17976" h="21239">
                  <a:moveTo>
                    <a:pt x="7142" y="5555"/>
                  </a:moveTo>
                  <a:lnTo>
                    <a:pt x="9675" y="6642"/>
                  </a:lnTo>
                  <a:lnTo>
                    <a:pt x="13785" y="5070"/>
                  </a:lnTo>
                  <a:lnTo>
                    <a:pt x="16701" y="2482"/>
                  </a:lnTo>
                  <a:lnTo>
                    <a:pt x="17508" y="3089"/>
                  </a:lnTo>
                  <a:lnTo>
                    <a:pt x="17976" y="4954"/>
                  </a:lnTo>
                  <a:lnTo>
                    <a:pt x="16245" y="7731"/>
                  </a:lnTo>
                  <a:lnTo>
                    <a:pt x="15610" y="6942"/>
                  </a:lnTo>
                  <a:lnTo>
                    <a:pt x="13800" y="9546"/>
                  </a:lnTo>
                  <a:lnTo>
                    <a:pt x="11893" y="15870"/>
                  </a:lnTo>
                  <a:lnTo>
                    <a:pt x="9727" y="20464"/>
                  </a:lnTo>
                  <a:lnTo>
                    <a:pt x="9757" y="20741"/>
                  </a:lnTo>
                  <a:lnTo>
                    <a:pt x="5114" y="21239"/>
                  </a:lnTo>
                  <a:lnTo>
                    <a:pt x="941" y="17275"/>
                  </a:lnTo>
                  <a:lnTo>
                    <a:pt x="1565" y="4245"/>
                  </a:lnTo>
                  <a:lnTo>
                    <a:pt x="0" y="1175"/>
                  </a:lnTo>
                  <a:lnTo>
                    <a:pt x="174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8" name="ph5208"/>
            <p:cNvSpPr/>
            <p:nvPr/>
          </p:nvSpPr>
          <p:spPr>
            <a:xfrm>
              <a:off x="7235252" y="3153880"/>
              <a:ext cx="12127" cy="16375"/>
            </a:xfrm>
            <a:custGeom>
              <a:avLst/>
              <a:pathLst>
                <a:path w="12127" h="16375">
                  <a:moveTo>
                    <a:pt x="7816" y="44"/>
                  </a:moveTo>
                  <a:lnTo>
                    <a:pt x="9633" y="1043"/>
                  </a:lnTo>
                  <a:lnTo>
                    <a:pt x="10994" y="2357"/>
                  </a:lnTo>
                  <a:lnTo>
                    <a:pt x="10367" y="4138"/>
                  </a:lnTo>
                  <a:lnTo>
                    <a:pt x="10652" y="6427"/>
                  </a:lnTo>
                  <a:lnTo>
                    <a:pt x="12127" y="7396"/>
                  </a:lnTo>
                  <a:lnTo>
                    <a:pt x="9734" y="13426"/>
                  </a:lnTo>
                  <a:lnTo>
                    <a:pt x="7348" y="16375"/>
                  </a:lnTo>
                  <a:lnTo>
                    <a:pt x="4572" y="13304"/>
                  </a:lnTo>
                  <a:lnTo>
                    <a:pt x="5745" y="12811"/>
                  </a:lnTo>
                  <a:lnTo>
                    <a:pt x="5248" y="9183"/>
                  </a:lnTo>
                  <a:lnTo>
                    <a:pt x="0" y="8307"/>
                  </a:lnTo>
                  <a:lnTo>
                    <a:pt x="3286" y="3661"/>
                  </a:lnTo>
                  <a:lnTo>
                    <a:pt x="381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9" name="ph5209"/>
            <p:cNvSpPr/>
            <p:nvPr/>
          </p:nvSpPr>
          <p:spPr>
            <a:xfrm>
              <a:off x="7332538" y="2983775"/>
              <a:ext cx="13063" cy="16798"/>
            </a:xfrm>
            <a:custGeom>
              <a:avLst/>
              <a:pathLst>
                <a:path w="13063" h="16798">
                  <a:moveTo>
                    <a:pt x="11164" y="558"/>
                  </a:moveTo>
                  <a:lnTo>
                    <a:pt x="9749" y="2078"/>
                  </a:lnTo>
                  <a:lnTo>
                    <a:pt x="8904" y="6317"/>
                  </a:lnTo>
                  <a:lnTo>
                    <a:pt x="13063" y="8438"/>
                  </a:lnTo>
                  <a:lnTo>
                    <a:pt x="10964" y="13209"/>
                  </a:lnTo>
                  <a:lnTo>
                    <a:pt x="2187" y="16798"/>
                  </a:lnTo>
                  <a:lnTo>
                    <a:pt x="0" y="13950"/>
                  </a:lnTo>
                  <a:lnTo>
                    <a:pt x="3123" y="8218"/>
                  </a:lnTo>
                  <a:lnTo>
                    <a:pt x="1246" y="1812"/>
                  </a:lnTo>
                  <a:lnTo>
                    <a:pt x="2850" y="276"/>
                  </a:lnTo>
                  <a:lnTo>
                    <a:pt x="4408" y="339"/>
                  </a:lnTo>
                  <a:lnTo>
                    <a:pt x="937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0" name="ph5210"/>
            <p:cNvSpPr/>
            <p:nvPr/>
          </p:nvSpPr>
          <p:spPr>
            <a:xfrm>
              <a:off x="7300763" y="2982694"/>
              <a:ext cx="10432" cy="13285"/>
            </a:xfrm>
            <a:custGeom>
              <a:avLst/>
              <a:pathLst>
                <a:path w="10432" h="13285">
                  <a:moveTo>
                    <a:pt x="5356" y="0"/>
                  </a:moveTo>
                  <a:lnTo>
                    <a:pt x="10432" y="1837"/>
                  </a:lnTo>
                  <a:lnTo>
                    <a:pt x="9131" y="3393"/>
                  </a:lnTo>
                  <a:lnTo>
                    <a:pt x="8497" y="6963"/>
                  </a:lnTo>
                  <a:lnTo>
                    <a:pt x="9260" y="8499"/>
                  </a:lnTo>
                  <a:lnTo>
                    <a:pt x="4942" y="13285"/>
                  </a:lnTo>
                  <a:lnTo>
                    <a:pt x="3227" y="12655"/>
                  </a:lnTo>
                  <a:lnTo>
                    <a:pt x="2246" y="9991"/>
                  </a:lnTo>
                  <a:lnTo>
                    <a:pt x="0" y="9779"/>
                  </a:lnTo>
                  <a:lnTo>
                    <a:pt x="1788" y="311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1" name="ph5211"/>
            <p:cNvSpPr/>
            <p:nvPr/>
          </p:nvSpPr>
          <p:spPr>
            <a:xfrm>
              <a:off x="7280745" y="3171386"/>
              <a:ext cx="2794" cy="4409"/>
            </a:xfrm>
            <a:custGeom>
              <a:avLst/>
              <a:pathLst>
                <a:path w="2794" h="4409">
                  <a:moveTo>
                    <a:pt x="1414" y="4409"/>
                  </a:moveTo>
                  <a:lnTo>
                    <a:pt x="1308" y="2833"/>
                  </a:lnTo>
                  <a:lnTo>
                    <a:pt x="0" y="2971"/>
                  </a:lnTo>
                  <a:lnTo>
                    <a:pt x="279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2" name="ph5212"/>
            <p:cNvSpPr/>
            <p:nvPr/>
          </p:nvSpPr>
          <p:spPr>
            <a:xfrm>
              <a:off x="7256471" y="3077596"/>
              <a:ext cx="11667" cy="11117"/>
            </a:xfrm>
            <a:custGeom>
              <a:avLst/>
              <a:pathLst>
                <a:path w="11667" h="11117">
                  <a:moveTo>
                    <a:pt x="7536" y="346"/>
                  </a:moveTo>
                  <a:lnTo>
                    <a:pt x="11667" y="6039"/>
                  </a:lnTo>
                  <a:lnTo>
                    <a:pt x="10197" y="5547"/>
                  </a:lnTo>
                  <a:lnTo>
                    <a:pt x="9292" y="6466"/>
                  </a:lnTo>
                  <a:lnTo>
                    <a:pt x="9153" y="10190"/>
                  </a:lnTo>
                  <a:lnTo>
                    <a:pt x="5984" y="10911"/>
                  </a:lnTo>
                  <a:lnTo>
                    <a:pt x="3488" y="11117"/>
                  </a:lnTo>
                  <a:lnTo>
                    <a:pt x="0" y="7397"/>
                  </a:lnTo>
                  <a:lnTo>
                    <a:pt x="2042" y="2736"/>
                  </a:lnTo>
                  <a:lnTo>
                    <a:pt x="523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3" name="ph5213"/>
            <p:cNvSpPr/>
            <p:nvPr/>
          </p:nvSpPr>
          <p:spPr>
            <a:xfrm>
              <a:off x="7351671" y="3248942"/>
              <a:ext cx="15835" cy="16408"/>
            </a:xfrm>
            <a:custGeom>
              <a:avLst/>
              <a:pathLst>
                <a:path w="15835" h="16408">
                  <a:moveTo>
                    <a:pt x="10099" y="1535"/>
                  </a:moveTo>
                  <a:lnTo>
                    <a:pt x="11865" y="3986"/>
                  </a:lnTo>
                  <a:lnTo>
                    <a:pt x="15835" y="5923"/>
                  </a:lnTo>
                  <a:lnTo>
                    <a:pt x="15800" y="8562"/>
                  </a:lnTo>
                  <a:lnTo>
                    <a:pt x="13401" y="8346"/>
                  </a:lnTo>
                  <a:lnTo>
                    <a:pt x="12137" y="7279"/>
                  </a:lnTo>
                  <a:lnTo>
                    <a:pt x="8423" y="8460"/>
                  </a:lnTo>
                  <a:lnTo>
                    <a:pt x="7500" y="9827"/>
                  </a:lnTo>
                  <a:lnTo>
                    <a:pt x="7321" y="12101"/>
                  </a:lnTo>
                  <a:lnTo>
                    <a:pt x="3050" y="14495"/>
                  </a:lnTo>
                  <a:lnTo>
                    <a:pt x="1775" y="16408"/>
                  </a:lnTo>
                  <a:lnTo>
                    <a:pt x="0" y="12838"/>
                  </a:lnTo>
                  <a:lnTo>
                    <a:pt x="552" y="10786"/>
                  </a:lnTo>
                  <a:lnTo>
                    <a:pt x="3545" y="7008"/>
                  </a:lnTo>
                  <a:lnTo>
                    <a:pt x="3244" y="4441"/>
                  </a:lnTo>
                  <a:lnTo>
                    <a:pt x="6496" y="62"/>
                  </a:lnTo>
                  <a:lnTo>
                    <a:pt x="741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4" name="ph5214"/>
            <p:cNvSpPr/>
            <p:nvPr/>
          </p:nvSpPr>
          <p:spPr>
            <a:xfrm>
              <a:off x="7379085" y="3080576"/>
              <a:ext cx="18174" cy="31809"/>
            </a:xfrm>
            <a:custGeom>
              <a:avLst/>
              <a:pathLst>
                <a:path w="18174" h="31809">
                  <a:moveTo>
                    <a:pt x="10713" y="1475"/>
                  </a:moveTo>
                  <a:lnTo>
                    <a:pt x="12842" y="8848"/>
                  </a:lnTo>
                  <a:lnTo>
                    <a:pt x="14895" y="10133"/>
                  </a:lnTo>
                  <a:lnTo>
                    <a:pt x="18174" y="10747"/>
                  </a:lnTo>
                  <a:lnTo>
                    <a:pt x="11448" y="26094"/>
                  </a:lnTo>
                  <a:lnTo>
                    <a:pt x="10881" y="28323"/>
                  </a:lnTo>
                  <a:lnTo>
                    <a:pt x="11295" y="31809"/>
                  </a:lnTo>
                  <a:lnTo>
                    <a:pt x="2201" y="25271"/>
                  </a:lnTo>
                  <a:lnTo>
                    <a:pt x="313" y="23705"/>
                  </a:lnTo>
                  <a:lnTo>
                    <a:pt x="0" y="22013"/>
                  </a:lnTo>
                  <a:lnTo>
                    <a:pt x="1035" y="20032"/>
                  </a:lnTo>
                  <a:lnTo>
                    <a:pt x="3900" y="18262"/>
                  </a:lnTo>
                  <a:lnTo>
                    <a:pt x="3924" y="15076"/>
                  </a:lnTo>
                  <a:lnTo>
                    <a:pt x="4891" y="13364"/>
                  </a:lnTo>
                  <a:lnTo>
                    <a:pt x="4673" y="10411"/>
                  </a:lnTo>
                  <a:lnTo>
                    <a:pt x="1000" y="4195"/>
                  </a:lnTo>
                  <a:lnTo>
                    <a:pt x="4107" y="3767"/>
                  </a:lnTo>
                  <a:lnTo>
                    <a:pt x="10600" y="564"/>
                  </a:lnTo>
                  <a:lnTo>
                    <a:pt x="1165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5" name="ph5215"/>
            <p:cNvSpPr/>
            <p:nvPr/>
          </p:nvSpPr>
          <p:spPr>
            <a:xfrm>
              <a:off x="7245684" y="3109361"/>
              <a:ext cx="23644" cy="17239"/>
            </a:xfrm>
            <a:custGeom>
              <a:avLst/>
              <a:pathLst>
                <a:path w="23644" h="17239">
                  <a:moveTo>
                    <a:pt x="7517" y="781"/>
                  </a:moveTo>
                  <a:lnTo>
                    <a:pt x="8223" y="1430"/>
                  </a:lnTo>
                  <a:lnTo>
                    <a:pt x="11319" y="4778"/>
                  </a:lnTo>
                  <a:lnTo>
                    <a:pt x="16430" y="7784"/>
                  </a:lnTo>
                  <a:lnTo>
                    <a:pt x="19208" y="7358"/>
                  </a:lnTo>
                  <a:lnTo>
                    <a:pt x="23644" y="8885"/>
                  </a:lnTo>
                  <a:lnTo>
                    <a:pt x="20622" y="11391"/>
                  </a:lnTo>
                  <a:lnTo>
                    <a:pt x="17829" y="16250"/>
                  </a:lnTo>
                  <a:lnTo>
                    <a:pt x="13641" y="16873"/>
                  </a:lnTo>
                  <a:lnTo>
                    <a:pt x="7599" y="14910"/>
                  </a:lnTo>
                  <a:lnTo>
                    <a:pt x="8532" y="17239"/>
                  </a:lnTo>
                  <a:lnTo>
                    <a:pt x="1956" y="17192"/>
                  </a:lnTo>
                  <a:lnTo>
                    <a:pt x="2872" y="15508"/>
                  </a:lnTo>
                  <a:lnTo>
                    <a:pt x="1478" y="11242"/>
                  </a:lnTo>
                  <a:lnTo>
                    <a:pt x="317" y="10003"/>
                  </a:lnTo>
                  <a:lnTo>
                    <a:pt x="1309" y="8599"/>
                  </a:lnTo>
                  <a:lnTo>
                    <a:pt x="1507" y="4876"/>
                  </a:lnTo>
                  <a:lnTo>
                    <a:pt x="0" y="3705"/>
                  </a:lnTo>
                  <a:lnTo>
                    <a:pt x="46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6" name="ph5216"/>
            <p:cNvSpPr/>
            <p:nvPr/>
          </p:nvSpPr>
          <p:spPr>
            <a:xfrm>
              <a:off x="7303009" y="3234912"/>
              <a:ext cx="18325" cy="11907"/>
            </a:xfrm>
            <a:custGeom>
              <a:avLst/>
              <a:pathLst>
                <a:path w="18325" h="11907">
                  <a:moveTo>
                    <a:pt x="13396" y="869"/>
                  </a:moveTo>
                  <a:lnTo>
                    <a:pt x="18325" y="5161"/>
                  </a:lnTo>
                  <a:lnTo>
                    <a:pt x="18216" y="6096"/>
                  </a:lnTo>
                  <a:lnTo>
                    <a:pt x="13324" y="11682"/>
                  </a:lnTo>
                  <a:lnTo>
                    <a:pt x="11268" y="8544"/>
                  </a:lnTo>
                  <a:lnTo>
                    <a:pt x="5797" y="7116"/>
                  </a:lnTo>
                  <a:lnTo>
                    <a:pt x="4896" y="7620"/>
                  </a:lnTo>
                  <a:lnTo>
                    <a:pt x="4341" y="10945"/>
                  </a:lnTo>
                  <a:lnTo>
                    <a:pt x="0" y="11907"/>
                  </a:lnTo>
                  <a:lnTo>
                    <a:pt x="228" y="6985"/>
                  </a:lnTo>
                  <a:lnTo>
                    <a:pt x="1787" y="5092"/>
                  </a:lnTo>
                  <a:lnTo>
                    <a:pt x="1696" y="2705"/>
                  </a:lnTo>
                  <a:lnTo>
                    <a:pt x="5428" y="0"/>
                  </a:lnTo>
                  <a:lnTo>
                    <a:pt x="7336" y="188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7" name="ph5217"/>
            <p:cNvSpPr/>
            <p:nvPr/>
          </p:nvSpPr>
          <p:spPr>
            <a:xfrm>
              <a:off x="7275612" y="3113172"/>
              <a:ext cx="17459" cy="12167"/>
            </a:xfrm>
            <a:custGeom>
              <a:avLst/>
              <a:pathLst>
                <a:path w="17459" h="12167">
                  <a:moveTo>
                    <a:pt x="6820" y="2081"/>
                  </a:moveTo>
                  <a:lnTo>
                    <a:pt x="10591" y="2498"/>
                  </a:lnTo>
                  <a:lnTo>
                    <a:pt x="11597" y="1371"/>
                  </a:lnTo>
                  <a:lnTo>
                    <a:pt x="13186" y="2393"/>
                  </a:lnTo>
                  <a:lnTo>
                    <a:pt x="12683" y="4344"/>
                  </a:lnTo>
                  <a:lnTo>
                    <a:pt x="13596" y="5001"/>
                  </a:lnTo>
                  <a:lnTo>
                    <a:pt x="14397" y="3862"/>
                  </a:lnTo>
                  <a:lnTo>
                    <a:pt x="17459" y="4931"/>
                  </a:lnTo>
                  <a:lnTo>
                    <a:pt x="16011" y="7399"/>
                  </a:lnTo>
                  <a:lnTo>
                    <a:pt x="15589" y="6250"/>
                  </a:lnTo>
                  <a:lnTo>
                    <a:pt x="13375" y="6974"/>
                  </a:lnTo>
                  <a:lnTo>
                    <a:pt x="11908" y="9166"/>
                  </a:lnTo>
                  <a:lnTo>
                    <a:pt x="5583" y="9930"/>
                  </a:lnTo>
                  <a:lnTo>
                    <a:pt x="2380" y="12167"/>
                  </a:lnTo>
                  <a:lnTo>
                    <a:pt x="950" y="11729"/>
                  </a:lnTo>
                  <a:lnTo>
                    <a:pt x="0" y="8718"/>
                  </a:lnTo>
                  <a:lnTo>
                    <a:pt x="3528" y="7667"/>
                  </a:lnTo>
                  <a:lnTo>
                    <a:pt x="2594" y="5333"/>
                  </a:lnTo>
                  <a:lnTo>
                    <a:pt x="989" y="5721"/>
                  </a:lnTo>
                  <a:lnTo>
                    <a:pt x="636" y="3368"/>
                  </a:lnTo>
                  <a:lnTo>
                    <a:pt x="228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8" name="ph5218"/>
            <p:cNvSpPr/>
            <p:nvPr/>
          </p:nvSpPr>
          <p:spPr>
            <a:xfrm>
              <a:off x="7315937" y="3240568"/>
              <a:ext cx="17969" cy="21980"/>
            </a:xfrm>
            <a:custGeom>
              <a:avLst/>
              <a:pathLst>
                <a:path w="17969" h="21980">
                  <a:moveTo>
                    <a:pt x="9437" y="1382"/>
                  </a:moveTo>
                  <a:lnTo>
                    <a:pt x="8525" y="4588"/>
                  </a:lnTo>
                  <a:lnTo>
                    <a:pt x="7270" y="4491"/>
                  </a:lnTo>
                  <a:lnTo>
                    <a:pt x="7487" y="6954"/>
                  </a:lnTo>
                  <a:lnTo>
                    <a:pt x="11757" y="8008"/>
                  </a:lnTo>
                  <a:lnTo>
                    <a:pt x="13373" y="7085"/>
                  </a:lnTo>
                  <a:lnTo>
                    <a:pt x="12886" y="10463"/>
                  </a:lnTo>
                  <a:lnTo>
                    <a:pt x="14953" y="11398"/>
                  </a:lnTo>
                  <a:lnTo>
                    <a:pt x="17644" y="15034"/>
                  </a:lnTo>
                  <a:lnTo>
                    <a:pt x="17313" y="20870"/>
                  </a:lnTo>
                  <a:lnTo>
                    <a:pt x="17969" y="21980"/>
                  </a:lnTo>
                  <a:lnTo>
                    <a:pt x="14563" y="21546"/>
                  </a:lnTo>
                  <a:lnTo>
                    <a:pt x="7355" y="20764"/>
                  </a:lnTo>
                  <a:lnTo>
                    <a:pt x="345" y="20871"/>
                  </a:lnTo>
                  <a:lnTo>
                    <a:pt x="0" y="18464"/>
                  </a:lnTo>
                  <a:lnTo>
                    <a:pt x="1688" y="8571"/>
                  </a:lnTo>
                  <a:lnTo>
                    <a:pt x="1087" y="6060"/>
                  </a:lnTo>
                  <a:lnTo>
                    <a:pt x="396" y="6025"/>
                  </a:lnTo>
                  <a:lnTo>
                    <a:pt x="5288" y="439"/>
                  </a:lnTo>
                  <a:lnTo>
                    <a:pt x="864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9" name="ph5219"/>
            <p:cNvSpPr/>
            <p:nvPr/>
          </p:nvSpPr>
          <p:spPr>
            <a:xfrm>
              <a:off x="7357914" y="3148651"/>
              <a:ext cx="19324" cy="16266"/>
            </a:xfrm>
            <a:custGeom>
              <a:avLst/>
              <a:pathLst>
                <a:path w="19324" h="16266">
                  <a:moveTo>
                    <a:pt x="15240" y="4270"/>
                  </a:moveTo>
                  <a:lnTo>
                    <a:pt x="17716" y="6514"/>
                  </a:lnTo>
                  <a:lnTo>
                    <a:pt x="19324" y="6827"/>
                  </a:lnTo>
                  <a:lnTo>
                    <a:pt x="19308" y="8504"/>
                  </a:lnTo>
                  <a:lnTo>
                    <a:pt x="18183" y="8222"/>
                  </a:lnTo>
                  <a:lnTo>
                    <a:pt x="16499" y="11392"/>
                  </a:lnTo>
                  <a:lnTo>
                    <a:pt x="9715" y="16266"/>
                  </a:lnTo>
                  <a:lnTo>
                    <a:pt x="5319" y="14975"/>
                  </a:lnTo>
                  <a:lnTo>
                    <a:pt x="5132" y="13992"/>
                  </a:lnTo>
                  <a:lnTo>
                    <a:pt x="3316" y="12860"/>
                  </a:lnTo>
                  <a:lnTo>
                    <a:pt x="0" y="12122"/>
                  </a:lnTo>
                  <a:lnTo>
                    <a:pt x="1486" y="8257"/>
                  </a:lnTo>
                  <a:lnTo>
                    <a:pt x="4544" y="2780"/>
                  </a:lnTo>
                  <a:lnTo>
                    <a:pt x="11203" y="768"/>
                  </a:lnTo>
                  <a:lnTo>
                    <a:pt x="1179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0" name="ph5220"/>
            <p:cNvSpPr/>
            <p:nvPr/>
          </p:nvSpPr>
          <p:spPr>
            <a:xfrm>
              <a:off x="7406114" y="3120992"/>
              <a:ext cx="14893" cy="22140"/>
            </a:xfrm>
            <a:custGeom>
              <a:avLst/>
              <a:pathLst>
                <a:path w="14893" h="22140">
                  <a:moveTo>
                    <a:pt x="9968" y="4177"/>
                  </a:moveTo>
                  <a:lnTo>
                    <a:pt x="13189" y="11026"/>
                  </a:lnTo>
                  <a:lnTo>
                    <a:pt x="14264" y="14259"/>
                  </a:lnTo>
                  <a:lnTo>
                    <a:pt x="14893" y="15454"/>
                  </a:lnTo>
                  <a:lnTo>
                    <a:pt x="14636" y="17514"/>
                  </a:lnTo>
                  <a:lnTo>
                    <a:pt x="11369" y="18048"/>
                  </a:lnTo>
                  <a:lnTo>
                    <a:pt x="8230" y="21239"/>
                  </a:lnTo>
                  <a:lnTo>
                    <a:pt x="8124" y="22140"/>
                  </a:lnTo>
                  <a:lnTo>
                    <a:pt x="452" y="17230"/>
                  </a:lnTo>
                  <a:lnTo>
                    <a:pt x="0" y="7623"/>
                  </a:lnTo>
                  <a:lnTo>
                    <a:pt x="4482" y="6439"/>
                  </a:lnTo>
                  <a:lnTo>
                    <a:pt x="7464" y="4692"/>
                  </a:lnTo>
                  <a:lnTo>
                    <a:pt x="8556" y="2172"/>
                  </a:lnTo>
                  <a:lnTo>
                    <a:pt x="1108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1" name="ph5221"/>
            <p:cNvSpPr/>
            <p:nvPr/>
          </p:nvSpPr>
          <p:spPr>
            <a:xfrm>
              <a:off x="7423058" y="3081610"/>
              <a:ext cx="27587" cy="21375"/>
            </a:xfrm>
            <a:custGeom>
              <a:avLst/>
              <a:pathLst>
                <a:path w="27587" h="21375">
                  <a:moveTo>
                    <a:pt x="24512" y="3540"/>
                  </a:moveTo>
                  <a:lnTo>
                    <a:pt x="27587" y="4421"/>
                  </a:lnTo>
                  <a:lnTo>
                    <a:pt x="25509" y="7731"/>
                  </a:lnTo>
                  <a:lnTo>
                    <a:pt x="20533" y="8316"/>
                  </a:lnTo>
                  <a:lnTo>
                    <a:pt x="13853" y="11757"/>
                  </a:lnTo>
                  <a:lnTo>
                    <a:pt x="11434" y="14167"/>
                  </a:lnTo>
                  <a:lnTo>
                    <a:pt x="8951" y="18557"/>
                  </a:lnTo>
                  <a:lnTo>
                    <a:pt x="9099" y="21064"/>
                  </a:lnTo>
                  <a:lnTo>
                    <a:pt x="4093" y="21375"/>
                  </a:lnTo>
                  <a:lnTo>
                    <a:pt x="2781" y="20239"/>
                  </a:lnTo>
                  <a:lnTo>
                    <a:pt x="0" y="17638"/>
                  </a:lnTo>
                  <a:lnTo>
                    <a:pt x="3860" y="14816"/>
                  </a:lnTo>
                  <a:lnTo>
                    <a:pt x="6314" y="8030"/>
                  </a:lnTo>
                  <a:lnTo>
                    <a:pt x="6371" y="986"/>
                  </a:lnTo>
                  <a:lnTo>
                    <a:pt x="7946" y="575"/>
                  </a:lnTo>
                  <a:lnTo>
                    <a:pt x="9319" y="202"/>
                  </a:lnTo>
                  <a:lnTo>
                    <a:pt x="10301" y="1982"/>
                  </a:lnTo>
                  <a:lnTo>
                    <a:pt x="13579" y="2481"/>
                  </a:lnTo>
                  <a:lnTo>
                    <a:pt x="17336" y="539"/>
                  </a:lnTo>
                  <a:lnTo>
                    <a:pt x="2068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2" name="ph5222"/>
            <p:cNvSpPr/>
            <p:nvPr/>
          </p:nvSpPr>
          <p:spPr>
            <a:xfrm>
              <a:off x="7357906" y="3123382"/>
              <a:ext cx="25507" cy="18245"/>
            </a:xfrm>
            <a:custGeom>
              <a:avLst/>
              <a:pathLst>
                <a:path w="25507" h="18245">
                  <a:moveTo>
                    <a:pt x="25034" y="2602"/>
                  </a:moveTo>
                  <a:lnTo>
                    <a:pt x="25507" y="6949"/>
                  </a:lnTo>
                  <a:lnTo>
                    <a:pt x="20371" y="18245"/>
                  </a:lnTo>
                  <a:lnTo>
                    <a:pt x="18344" y="16981"/>
                  </a:lnTo>
                  <a:lnTo>
                    <a:pt x="9802" y="16873"/>
                  </a:lnTo>
                  <a:lnTo>
                    <a:pt x="2630" y="11878"/>
                  </a:lnTo>
                  <a:lnTo>
                    <a:pt x="3154" y="10122"/>
                  </a:lnTo>
                  <a:lnTo>
                    <a:pt x="0" y="9084"/>
                  </a:lnTo>
                  <a:lnTo>
                    <a:pt x="2166" y="4490"/>
                  </a:lnTo>
                  <a:lnTo>
                    <a:pt x="4440" y="5805"/>
                  </a:lnTo>
                  <a:lnTo>
                    <a:pt x="12969" y="6598"/>
                  </a:lnTo>
                  <a:lnTo>
                    <a:pt x="15867" y="4919"/>
                  </a:lnTo>
                  <a:lnTo>
                    <a:pt x="15554" y="1698"/>
                  </a:lnTo>
                  <a:lnTo>
                    <a:pt x="19027" y="234"/>
                  </a:lnTo>
                  <a:lnTo>
                    <a:pt x="2284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3" name="ph5223"/>
            <p:cNvSpPr/>
            <p:nvPr/>
          </p:nvSpPr>
          <p:spPr>
            <a:xfrm>
              <a:off x="7290737" y="3097285"/>
              <a:ext cx="31207" cy="51674"/>
            </a:xfrm>
            <a:custGeom>
              <a:avLst/>
              <a:pathLst>
                <a:path w="31207" h="51674">
                  <a:moveTo>
                    <a:pt x="30065" y="5322"/>
                  </a:moveTo>
                  <a:lnTo>
                    <a:pt x="31207" y="11161"/>
                  </a:lnTo>
                  <a:lnTo>
                    <a:pt x="25717" y="20815"/>
                  </a:lnTo>
                  <a:lnTo>
                    <a:pt x="23275" y="19724"/>
                  </a:lnTo>
                  <a:lnTo>
                    <a:pt x="22350" y="20620"/>
                  </a:lnTo>
                  <a:lnTo>
                    <a:pt x="18277" y="31488"/>
                  </a:lnTo>
                  <a:lnTo>
                    <a:pt x="18403" y="34678"/>
                  </a:lnTo>
                  <a:lnTo>
                    <a:pt x="19801" y="37783"/>
                  </a:lnTo>
                  <a:lnTo>
                    <a:pt x="23697" y="41953"/>
                  </a:lnTo>
                  <a:lnTo>
                    <a:pt x="20443" y="42620"/>
                  </a:lnTo>
                  <a:lnTo>
                    <a:pt x="17338" y="44503"/>
                  </a:lnTo>
                  <a:lnTo>
                    <a:pt x="17116" y="51200"/>
                  </a:lnTo>
                  <a:lnTo>
                    <a:pt x="9981" y="51674"/>
                  </a:lnTo>
                  <a:lnTo>
                    <a:pt x="864" y="50842"/>
                  </a:lnTo>
                  <a:lnTo>
                    <a:pt x="0" y="49788"/>
                  </a:lnTo>
                  <a:lnTo>
                    <a:pt x="1227" y="43850"/>
                  </a:lnTo>
                  <a:lnTo>
                    <a:pt x="815" y="34943"/>
                  </a:lnTo>
                  <a:lnTo>
                    <a:pt x="135" y="34335"/>
                  </a:lnTo>
                  <a:lnTo>
                    <a:pt x="4400" y="28426"/>
                  </a:lnTo>
                  <a:lnTo>
                    <a:pt x="6568" y="27346"/>
                  </a:lnTo>
                  <a:lnTo>
                    <a:pt x="452" y="24438"/>
                  </a:lnTo>
                  <a:lnTo>
                    <a:pt x="886" y="23286"/>
                  </a:lnTo>
                  <a:lnTo>
                    <a:pt x="2334" y="20819"/>
                  </a:lnTo>
                  <a:lnTo>
                    <a:pt x="5042" y="19538"/>
                  </a:lnTo>
                  <a:lnTo>
                    <a:pt x="6809" y="12854"/>
                  </a:lnTo>
                  <a:lnTo>
                    <a:pt x="11351" y="13050"/>
                  </a:lnTo>
                  <a:lnTo>
                    <a:pt x="10262" y="14132"/>
                  </a:lnTo>
                  <a:lnTo>
                    <a:pt x="10565" y="15550"/>
                  </a:lnTo>
                  <a:lnTo>
                    <a:pt x="14380" y="16917"/>
                  </a:lnTo>
                  <a:lnTo>
                    <a:pt x="21055" y="11779"/>
                  </a:lnTo>
                  <a:lnTo>
                    <a:pt x="22211" y="9101"/>
                  </a:lnTo>
                  <a:lnTo>
                    <a:pt x="29371" y="2750"/>
                  </a:lnTo>
                  <a:lnTo>
                    <a:pt x="3052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4" name="ph5224"/>
            <p:cNvSpPr/>
            <p:nvPr/>
          </p:nvSpPr>
          <p:spPr>
            <a:xfrm>
              <a:off x="7351089" y="3132743"/>
              <a:ext cx="6847" cy="8670"/>
            </a:xfrm>
            <a:custGeom>
              <a:avLst/>
              <a:pathLst>
                <a:path w="6847" h="8670">
                  <a:moveTo>
                    <a:pt x="6847" y="0"/>
                  </a:moveTo>
                  <a:lnTo>
                    <a:pt x="5762" y="4763"/>
                  </a:lnTo>
                  <a:lnTo>
                    <a:pt x="3093" y="8670"/>
                  </a:lnTo>
                  <a:lnTo>
                    <a:pt x="1855" y="7580"/>
                  </a:lnTo>
                  <a:lnTo>
                    <a:pt x="0" y="4463"/>
                  </a:lnTo>
                  <a:lnTo>
                    <a:pt x="2204" y="49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5" name="ph5225"/>
            <p:cNvSpPr/>
            <p:nvPr/>
          </p:nvSpPr>
          <p:spPr>
            <a:xfrm>
              <a:off x="7465276" y="3188661"/>
              <a:ext cx="22798" cy="34570"/>
            </a:xfrm>
            <a:custGeom>
              <a:avLst/>
              <a:pathLst>
                <a:path w="22798" h="34570">
                  <a:moveTo>
                    <a:pt x="13791" y="444"/>
                  </a:moveTo>
                  <a:lnTo>
                    <a:pt x="15625" y="8673"/>
                  </a:lnTo>
                  <a:lnTo>
                    <a:pt x="18424" y="11302"/>
                  </a:lnTo>
                  <a:lnTo>
                    <a:pt x="22798" y="11351"/>
                  </a:lnTo>
                  <a:lnTo>
                    <a:pt x="22390" y="13002"/>
                  </a:lnTo>
                  <a:lnTo>
                    <a:pt x="19150" y="13591"/>
                  </a:lnTo>
                  <a:lnTo>
                    <a:pt x="12566" y="22092"/>
                  </a:lnTo>
                  <a:lnTo>
                    <a:pt x="8355" y="33091"/>
                  </a:lnTo>
                  <a:lnTo>
                    <a:pt x="7242" y="33863"/>
                  </a:lnTo>
                  <a:lnTo>
                    <a:pt x="5857" y="33816"/>
                  </a:lnTo>
                  <a:lnTo>
                    <a:pt x="1055" y="34570"/>
                  </a:lnTo>
                  <a:lnTo>
                    <a:pt x="294" y="34444"/>
                  </a:lnTo>
                  <a:lnTo>
                    <a:pt x="627" y="31980"/>
                  </a:lnTo>
                  <a:lnTo>
                    <a:pt x="0" y="30568"/>
                  </a:lnTo>
                  <a:lnTo>
                    <a:pt x="1038" y="26822"/>
                  </a:lnTo>
                  <a:lnTo>
                    <a:pt x="2896" y="25734"/>
                  </a:lnTo>
                  <a:lnTo>
                    <a:pt x="4472" y="26957"/>
                  </a:lnTo>
                  <a:lnTo>
                    <a:pt x="6841" y="26652"/>
                  </a:lnTo>
                  <a:lnTo>
                    <a:pt x="7889" y="21973"/>
                  </a:lnTo>
                  <a:lnTo>
                    <a:pt x="5788" y="18226"/>
                  </a:lnTo>
                  <a:lnTo>
                    <a:pt x="2641" y="15625"/>
                  </a:lnTo>
                  <a:lnTo>
                    <a:pt x="3929" y="12141"/>
                  </a:lnTo>
                  <a:lnTo>
                    <a:pt x="6342" y="10401"/>
                  </a:lnTo>
                  <a:lnTo>
                    <a:pt x="5183" y="2163"/>
                  </a:lnTo>
                  <a:lnTo>
                    <a:pt x="7675" y="698"/>
                  </a:lnTo>
                  <a:lnTo>
                    <a:pt x="981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6" name="ph5226"/>
            <p:cNvSpPr/>
            <p:nvPr/>
          </p:nvSpPr>
          <p:spPr>
            <a:xfrm>
              <a:off x="7309520" y="3174235"/>
              <a:ext cx="15681" cy="7921"/>
            </a:xfrm>
            <a:custGeom>
              <a:avLst/>
              <a:pathLst>
                <a:path w="15681" h="7921">
                  <a:moveTo>
                    <a:pt x="12752" y="0"/>
                  </a:moveTo>
                  <a:lnTo>
                    <a:pt x="15181" y="342"/>
                  </a:lnTo>
                  <a:lnTo>
                    <a:pt x="15681" y="2013"/>
                  </a:lnTo>
                  <a:lnTo>
                    <a:pt x="12785" y="5154"/>
                  </a:lnTo>
                  <a:lnTo>
                    <a:pt x="9150" y="6403"/>
                  </a:lnTo>
                  <a:lnTo>
                    <a:pt x="7145" y="7921"/>
                  </a:lnTo>
                  <a:lnTo>
                    <a:pt x="0" y="4593"/>
                  </a:lnTo>
                  <a:lnTo>
                    <a:pt x="3727" y="1462"/>
                  </a:lnTo>
                  <a:lnTo>
                    <a:pt x="5450" y="2690"/>
                  </a:lnTo>
                  <a:lnTo>
                    <a:pt x="10111" y="159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7" name="ph5227"/>
            <p:cNvSpPr/>
            <p:nvPr/>
          </p:nvSpPr>
          <p:spPr>
            <a:xfrm>
              <a:off x="7391204" y="3177112"/>
              <a:ext cx="18779" cy="14851"/>
            </a:xfrm>
            <a:custGeom>
              <a:avLst/>
              <a:pathLst>
                <a:path w="18779" h="14851">
                  <a:moveTo>
                    <a:pt x="7281" y="0"/>
                  </a:moveTo>
                  <a:lnTo>
                    <a:pt x="8388" y="915"/>
                  </a:lnTo>
                  <a:lnTo>
                    <a:pt x="8818" y="2674"/>
                  </a:lnTo>
                  <a:lnTo>
                    <a:pt x="11369" y="3693"/>
                  </a:lnTo>
                  <a:lnTo>
                    <a:pt x="9788" y="4355"/>
                  </a:lnTo>
                  <a:lnTo>
                    <a:pt x="8468" y="7152"/>
                  </a:lnTo>
                  <a:lnTo>
                    <a:pt x="10143" y="7379"/>
                  </a:lnTo>
                  <a:lnTo>
                    <a:pt x="10358" y="5822"/>
                  </a:lnTo>
                  <a:lnTo>
                    <a:pt x="17100" y="1558"/>
                  </a:lnTo>
                  <a:lnTo>
                    <a:pt x="18779" y="1945"/>
                  </a:lnTo>
                  <a:lnTo>
                    <a:pt x="17219" y="6075"/>
                  </a:lnTo>
                  <a:lnTo>
                    <a:pt x="7811" y="14851"/>
                  </a:lnTo>
                  <a:lnTo>
                    <a:pt x="6078" y="14643"/>
                  </a:lnTo>
                  <a:lnTo>
                    <a:pt x="5050" y="13573"/>
                  </a:lnTo>
                  <a:lnTo>
                    <a:pt x="4727" y="9606"/>
                  </a:lnTo>
                  <a:lnTo>
                    <a:pt x="469" y="5976"/>
                  </a:lnTo>
                  <a:lnTo>
                    <a:pt x="1146" y="4437"/>
                  </a:lnTo>
                  <a:lnTo>
                    <a:pt x="0" y="1805"/>
                  </a:lnTo>
                  <a:lnTo>
                    <a:pt x="849" y="1205"/>
                  </a:lnTo>
                  <a:lnTo>
                    <a:pt x="3190" y="174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8" name="ph5228"/>
            <p:cNvSpPr/>
            <p:nvPr/>
          </p:nvSpPr>
          <p:spPr>
            <a:xfrm>
              <a:off x="7299048" y="3148485"/>
              <a:ext cx="19836" cy="22546"/>
            </a:xfrm>
            <a:custGeom>
              <a:avLst/>
              <a:pathLst>
                <a:path w="19836" h="22546">
                  <a:moveTo>
                    <a:pt x="8805" y="0"/>
                  </a:moveTo>
                  <a:lnTo>
                    <a:pt x="9345" y="1866"/>
                  </a:lnTo>
                  <a:lnTo>
                    <a:pt x="15485" y="7397"/>
                  </a:lnTo>
                  <a:lnTo>
                    <a:pt x="17719" y="6014"/>
                  </a:lnTo>
                  <a:lnTo>
                    <a:pt x="17746" y="9393"/>
                  </a:lnTo>
                  <a:lnTo>
                    <a:pt x="17151" y="10821"/>
                  </a:lnTo>
                  <a:lnTo>
                    <a:pt x="14185" y="11348"/>
                  </a:lnTo>
                  <a:lnTo>
                    <a:pt x="11422" y="15812"/>
                  </a:lnTo>
                  <a:lnTo>
                    <a:pt x="14506" y="16147"/>
                  </a:lnTo>
                  <a:lnTo>
                    <a:pt x="15751" y="13939"/>
                  </a:lnTo>
                  <a:lnTo>
                    <a:pt x="17627" y="15625"/>
                  </a:lnTo>
                  <a:lnTo>
                    <a:pt x="19403" y="15520"/>
                  </a:lnTo>
                  <a:lnTo>
                    <a:pt x="19836" y="16960"/>
                  </a:lnTo>
                  <a:lnTo>
                    <a:pt x="19150" y="18323"/>
                  </a:lnTo>
                  <a:lnTo>
                    <a:pt x="14668" y="19604"/>
                  </a:lnTo>
                  <a:lnTo>
                    <a:pt x="10888" y="18656"/>
                  </a:lnTo>
                  <a:lnTo>
                    <a:pt x="7815" y="20111"/>
                  </a:lnTo>
                  <a:lnTo>
                    <a:pt x="6908" y="22546"/>
                  </a:lnTo>
                  <a:lnTo>
                    <a:pt x="3992" y="22545"/>
                  </a:lnTo>
                  <a:lnTo>
                    <a:pt x="642" y="16347"/>
                  </a:lnTo>
                  <a:lnTo>
                    <a:pt x="1632" y="12855"/>
                  </a:lnTo>
                  <a:lnTo>
                    <a:pt x="0" y="10954"/>
                  </a:lnTo>
                  <a:lnTo>
                    <a:pt x="1790" y="4771"/>
                  </a:lnTo>
                  <a:lnTo>
                    <a:pt x="1670" y="47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9" name="ph5229"/>
            <p:cNvSpPr/>
            <p:nvPr/>
          </p:nvSpPr>
          <p:spPr>
            <a:xfrm>
              <a:off x="7413991" y="3184996"/>
              <a:ext cx="48621" cy="26180"/>
            </a:xfrm>
            <a:custGeom>
              <a:avLst/>
              <a:pathLst>
                <a:path w="48621" h="26180">
                  <a:moveTo>
                    <a:pt x="39521" y="435"/>
                  </a:moveTo>
                  <a:lnTo>
                    <a:pt x="40023" y="3252"/>
                  </a:lnTo>
                  <a:lnTo>
                    <a:pt x="45868" y="10348"/>
                  </a:lnTo>
                  <a:lnTo>
                    <a:pt x="48621" y="8516"/>
                  </a:lnTo>
                  <a:lnTo>
                    <a:pt x="43739" y="15424"/>
                  </a:lnTo>
                  <a:lnTo>
                    <a:pt x="40875" y="17857"/>
                  </a:lnTo>
                  <a:lnTo>
                    <a:pt x="38488" y="16418"/>
                  </a:lnTo>
                  <a:lnTo>
                    <a:pt x="33204" y="19105"/>
                  </a:lnTo>
                  <a:lnTo>
                    <a:pt x="33111" y="21057"/>
                  </a:lnTo>
                  <a:lnTo>
                    <a:pt x="31788" y="23496"/>
                  </a:lnTo>
                  <a:lnTo>
                    <a:pt x="22728" y="21688"/>
                  </a:lnTo>
                  <a:lnTo>
                    <a:pt x="20123" y="24435"/>
                  </a:lnTo>
                  <a:lnTo>
                    <a:pt x="18846" y="26180"/>
                  </a:lnTo>
                  <a:lnTo>
                    <a:pt x="17795" y="25766"/>
                  </a:lnTo>
                  <a:lnTo>
                    <a:pt x="16297" y="22612"/>
                  </a:lnTo>
                  <a:lnTo>
                    <a:pt x="9132" y="25386"/>
                  </a:lnTo>
                  <a:lnTo>
                    <a:pt x="7410" y="24716"/>
                  </a:lnTo>
                  <a:lnTo>
                    <a:pt x="6306" y="21756"/>
                  </a:lnTo>
                  <a:lnTo>
                    <a:pt x="2150" y="21231"/>
                  </a:lnTo>
                  <a:lnTo>
                    <a:pt x="2252" y="18916"/>
                  </a:lnTo>
                  <a:lnTo>
                    <a:pt x="0" y="13999"/>
                  </a:lnTo>
                  <a:lnTo>
                    <a:pt x="7062" y="9443"/>
                  </a:lnTo>
                  <a:lnTo>
                    <a:pt x="8350" y="11019"/>
                  </a:lnTo>
                  <a:lnTo>
                    <a:pt x="9878" y="11410"/>
                  </a:lnTo>
                  <a:lnTo>
                    <a:pt x="14219" y="10109"/>
                  </a:lnTo>
                  <a:lnTo>
                    <a:pt x="16555" y="13748"/>
                  </a:lnTo>
                  <a:lnTo>
                    <a:pt x="18600" y="13379"/>
                  </a:lnTo>
                  <a:lnTo>
                    <a:pt x="24108" y="9828"/>
                  </a:lnTo>
                  <a:lnTo>
                    <a:pt x="25781" y="13251"/>
                  </a:lnTo>
                  <a:lnTo>
                    <a:pt x="27513" y="12520"/>
                  </a:lnTo>
                  <a:lnTo>
                    <a:pt x="29188" y="9304"/>
                  </a:lnTo>
                  <a:lnTo>
                    <a:pt x="29368" y="10515"/>
                  </a:lnTo>
                  <a:lnTo>
                    <a:pt x="3917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0" name="ph5230"/>
            <p:cNvSpPr/>
            <p:nvPr/>
          </p:nvSpPr>
          <p:spPr>
            <a:xfrm>
              <a:off x="7341442" y="2984334"/>
              <a:ext cx="12507" cy="7879"/>
            </a:xfrm>
            <a:custGeom>
              <a:avLst/>
              <a:pathLst>
                <a:path w="12507" h="7879">
                  <a:moveTo>
                    <a:pt x="8760" y="536"/>
                  </a:moveTo>
                  <a:lnTo>
                    <a:pt x="12507" y="2024"/>
                  </a:lnTo>
                  <a:lnTo>
                    <a:pt x="12221" y="3275"/>
                  </a:lnTo>
                  <a:lnTo>
                    <a:pt x="9639" y="6013"/>
                  </a:lnTo>
                  <a:lnTo>
                    <a:pt x="4158" y="7879"/>
                  </a:lnTo>
                  <a:lnTo>
                    <a:pt x="0" y="5759"/>
                  </a:lnTo>
                  <a:lnTo>
                    <a:pt x="844" y="1520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1" name="ph5231"/>
            <p:cNvSpPr/>
            <p:nvPr/>
          </p:nvSpPr>
          <p:spPr>
            <a:xfrm>
              <a:off x="7309014" y="3108447"/>
              <a:ext cx="20208" cy="20326"/>
            </a:xfrm>
            <a:custGeom>
              <a:avLst/>
              <a:pathLst>
                <a:path w="20208" h="20326">
                  <a:moveTo>
                    <a:pt x="13712" y="30"/>
                  </a:moveTo>
                  <a:lnTo>
                    <a:pt x="16074" y="9960"/>
                  </a:lnTo>
                  <a:lnTo>
                    <a:pt x="14708" y="11049"/>
                  </a:lnTo>
                  <a:lnTo>
                    <a:pt x="15477" y="13333"/>
                  </a:lnTo>
                  <a:lnTo>
                    <a:pt x="16179" y="14263"/>
                  </a:lnTo>
                  <a:lnTo>
                    <a:pt x="17121" y="14557"/>
                  </a:lnTo>
                  <a:lnTo>
                    <a:pt x="17329" y="13839"/>
                  </a:lnTo>
                  <a:lnTo>
                    <a:pt x="20208" y="15071"/>
                  </a:lnTo>
                  <a:lnTo>
                    <a:pt x="19877" y="15425"/>
                  </a:lnTo>
                  <a:lnTo>
                    <a:pt x="15588" y="18448"/>
                  </a:lnTo>
                  <a:lnTo>
                    <a:pt x="0" y="20326"/>
                  </a:lnTo>
                  <a:lnTo>
                    <a:pt x="4072" y="9458"/>
                  </a:lnTo>
                  <a:lnTo>
                    <a:pt x="4998" y="8563"/>
                  </a:lnTo>
                  <a:lnTo>
                    <a:pt x="7440" y="9653"/>
                  </a:lnTo>
                  <a:lnTo>
                    <a:pt x="1292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2" name="ph5232"/>
            <p:cNvSpPr/>
            <p:nvPr/>
          </p:nvSpPr>
          <p:spPr>
            <a:xfrm>
              <a:off x="7321798" y="3014824"/>
              <a:ext cx="20256" cy="19940"/>
            </a:xfrm>
            <a:custGeom>
              <a:avLst/>
              <a:pathLst>
                <a:path w="20256" h="19940">
                  <a:moveTo>
                    <a:pt x="7877" y="0"/>
                  </a:moveTo>
                  <a:lnTo>
                    <a:pt x="10782" y="1966"/>
                  </a:lnTo>
                  <a:lnTo>
                    <a:pt x="12151" y="1291"/>
                  </a:lnTo>
                  <a:lnTo>
                    <a:pt x="18585" y="8506"/>
                  </a:lnTo>
                  <a:lnTo>
                    <a:pt x="20256" y="12697"/>
                  </a:lnTo>
                  <a:lnTo>
                    <a:pt x="20131" y="15250"/>
                  </a:lnTo>
                  <a:lnTo>
                    <a:pt x="5913" y="19940"/>
                  </a:lnTo>
                  <a:lnTo>
                    <a:pt x="499" y="17336"/>
                  </a:lnTo>
                  <a:lnTo>
                    <a:pt x="0" y="15063"/>
                  </a:lnTo>
                  <a:lnTo>
                    <a:pt x="2887" y="13157"/>
                  </a:lnTo>
                  <a:lnTo>
                    <a:pt x="2473" y="9802"/>
                  </a:lnTo>
                  <a:lnTo>
                    <a:pt x="6071" y="3209"/>
                  </a:lnTo>
                  <a:lnTo>
                    <a:pt x="5136" y="1725"/>
                  </a:lnTo>
                  <a:lnTo>
                    <a:pt x="6725" y="16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3" name="ph5233"/>
            <p:cNvSpPr/>
            <p:nvPr/>
          </p:nvSpPr>
          <p:spPr>
            <a:xfrm>
              <a:off x="7257405" y="3186768"/>
              <a:ext cx="5487" cy="4683"/>
            </a:xfrm>
            <a:custGeom>
              <a:avLst/>
              <a:pathLst>
                <a:path w="5487" h="4683">
                  <a:moveTo>
                    <a:pt x="5204" y="1086"/>
                  </a:moveTo>
                  <a:lnTo>
                    <a:pt x="5487" y="2799"/>
                  </a:lnTo>
                  <a:lnTo>
                    <a:pt x="1649" y="4683"/>
                  </a:lnTo>
                  <a:lnTo>
                    <a:pt x="0" y="3882"/>
                  </a:lnTo>
                  <a:lnTo>
                    <a:pt x="212" y="0"/>
                  </a:lnTo>
                  <a:lnTo>
                    <a:pt x="1038" y="1050"/>
                  </a:lnTo>
                  <a:lnTo>
                    <a:pt x="3024" y="34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4" name="ph5234"/>
            <p:cNvSpPr/>
            <p:nvPr/>
          </p:nvSpPr>
          <p:spPr>
            <a:xfrm>
              <a:off x="7253908" y="3110552"/>
              <a:ext cx="22693" cy="10117"/>
            </a:xfrm>
            <a:custGeom>
              <a:avLst/>
              <a:pathLst>
                <a:path w="22693" h="10117">
                  <a:moveTo>
                    <a:pt x="2844" y="0"/>
                  </a:moveTo>
                  <a:lnTo>
                    <a:pt x="8452" y="1931"/>
                  </a:lnTo>
                  <a:lnTo>
                    <a:pt x="14852" y="2541"/>
                  </a:lnTo>
                  <a:lnTo>
                    <a:pt x="18843" y="3573"/>
                  </a:lnTo>
                  <a:lnTo>
                    <a:pt x="20294" y="2971"/>
                  </a:lnTo>
                  <a:lnTo>
                    <a:pt x="22339" y="5988"/>
                  </a:lnTo>
                  <a:lnTo>
                    <a:pt x="22693" y="8341"/>
                  </a:lnTo>
                  <a:lnTo>
                    <a:pt x="19320" y="10117"/>
                  </a:lnTo>
                  <a:lnTo>
                    <a:pt x="15420" y="7694"/>
                  </a:lnTo>
                  <a:lnTo>
                    <a:pt x="10984" y="6167"/>
                  </a:lnTo>
                  <a:lnTo>
                    <a:pt x="8207" y="6593"/>
                  </a:lnTo>
                  <a:lnTo>
                    <a:pt x="3096" y="3587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5" name="ph5235"/>
            <p:cNvSpPr/>
            <p:nvPr/>
          </p:nvSpPr>
          <p:spPr>
            <a:xfrm>
              <a:off x="7376102" y="3222575"/>
              <a:ext cx="34482" cy="30733"/>
            </a:xfrm>
            <a:custGeom>
              <a:avLst/>
              <a:pathLst>
                <a:path w="34482" h="30733">
                  <a:moveTo>
                    <a:pt x="13251" y="6261"/>
                  </a:moveTo>
                  <a:lnTo>
                    <a:pt x="17164" y="7702"/>
                  </a:lnTo>
                  <a:lnTo>
                    <a:pt x="26140" y="6122"/>
                  </a:lnTo>
                  <a:lnTo>
                    <a:pt x="26305" y="2944"/>
                  </a:lnTo>
                  <a:lnTo>
                    <a:pt x="28397" y="3510"/>
                  </a:lnTo>
                  <a:lnTo>
                    <a:pt x="33121" y="16417"/>
                  </a:lnTo>
                  <a:lnTo>
                    <a:pt x="34482" y="17588"/>
                  </a:lnTo>
                  <a:lnTo>
                    <a:pt x="32554" y="20639"/>
                  </a:lnTo>
                  <a:lnTo>
                    <a:pt x="31293" y="21492"/>
                  </a:lnTo>
                  <a:lnTo>
                    <a:pt x="28248" y="19862"/>
                  </a:lnTo>
                  <a:lnTo>
                    <a:pt x="27222" y="20565"/>
                  </a:lnTo>
                  <a:lnTo>
                    <a:pt x="20749" y="30503"/>
                  </a:lnTo>
                  <a:lnTo>
                    <a:pt x="18928" y="30733"/>
                  </a:lnTo>
                  <a:lnTo>
                    <a:pt x="10548" y="29767"/>
                  </a:lnTo>
                  <a:lnTo>
                    <a:pt x="9054" y="28439"/>
                  </a:lnTo>
                  <a:lnTo>
                    <a:pt x="7556" y="22536"/>
                  </a:lnTo>
                  <a:lnTo>
                    <a:pt x="7318" y="21060"/>
                  </a:lnTo>
                  <a:lnTo>
                    <a:pt x="6692" y="18554"/>
                  </a:lnTo>
                  <a:lnTo>
                    <a:pt x="7163" y="17356"/>
                  </a:lnTo>
                  <a:lnTo>
                    <a:pt x="9772" y="16234"/>
                  </a:lnTo>
                  <a:lnTo>
                    <a:pt x="12327" y="16127"/>
                  </a:lnTo>
                  <a:lnTo>
                    <a:pt x="14084" y="11564"/>
                  </a:lnTo>
                  <a:lnTo>
                    <a:pt x="10390" y="8986"/>
                  </a:lnTo>
                  <a:lnTo>
                    <a:pt x="8288" y="10209"/>
                  </a:lnTo>
                  <a:lnTo>
                    <a:pt x="742" y="9627"/>
                  </a:lnTo>
                  <a:lnTo>
                    <a:pt x="0" y="5426"/>
                  </a:lnTo>
                  <a:lnTo>
                    <a:pt x="2878" y="5778"/>
                  </a:lnTo>
                  <a:lnTo>
                    <a:pt x="3702" y="5173"/>
                  </a:lnTo>
                  <a:lnTo>
                    <a:pt x="2979" y="1558"/>
                  </a:lnTo>
                  <a:lnTo>
                    <a:pt x="3645" y="0"/>
                  </a:lnTo>
                  <a:lnTo>
                    <a:pt x="8404" y="184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6" name="ph5236"/>
            <p:cNvSpPr/>
            <p:nvPr/>
          </p:nvSpPr>
          <p:spPr>
            <a:xfrm>
              <a:off x="7372824" y="3232917"/>
              <a:ext cx="6334" cy="4339"/>
            </a:xfrm>
            <a:custGeom>
              <a:avLst/>
              <a:pathLst>
                <a:path w="6334" h="4339">
                  <a:moveTo>
                    <a:pt x="6334" y="2051"/>
                  </a:moveTo>
                  <a:lnTo>
                    <a:pt x="4659" y="4339"/>
                  </a:lnTo>
                  <a:lnTo>
                    <a:pt x="0" y="1368"/>
                  </a:lnTo>
                  <a:lnTo>
                    <a:pt x="1151" y="0"/>
                  </a:lnTo>
                  <a:lnTo>
                    <a:pt x="3603" y="33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7" name="ph5237"/>
            <p:cNvSpPr/>
            <p:nvPr/>
          </p:nvSpPr>
          <p:spPr>
            <a:xfrm>
              <a:off x="7244987" y="3158019"/>
              <a:ext cx="5640" cy="10513"/>
            </a:xfrm>
            <a:custGeom>
              <a:avLst/>
              <a:pathLst>
                <a:path w="5640" h="10513">
                  <a:moveTo>
                    <a:pt x="5425" y="3074"/>
                  </a:moveTo>
                  <a:lnTo>
                    <a:pt x="4085" y="5615"/>
                  </a:lnTo>
                  <a:lnTo>
                    <a:pt x="5640" y="8968"/>
                  </a:lnTo>
                  <a:lnTo>
                    <a:pt x="775" y="10513"/>
                  </a:lnTo>
                  <a:lnTo>
                    <a:pt x="0" y="9288"/>
                  </a:lnTo>
                  <a:lnTo>
                    <a:pt x="2392" y="3257"/>
                  </a:lnTo>
                  <a:lnTo>
                    <a:pt x="917" y="2288"/>
                  </a:lnTo>
                  <a:lnTo>
                    <a:pt x="63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8" name="ph5238"/>
            <p:cNvSpPr/>
            <p:nvPr/>
          </p:nvSpPr>
          <p:spPr>
            <a:xfrm>
              <a:off x="7349891" y="3102229"/>
              <a:ext cx="14989" cy="16415"/>
            </a:xfrm>
            <a:custGeom>
              <a:avLst/>
              <a:pathLst>
                <a:path w="14989" h="16415">
                  <a:moveTo>
                    <a:pt x="9210" y="1683"/>
                  </a:moveTo>
                  <a:lnTo>
                    <a:pt x="11945" y="200"/>
                  </a:lnTo>
                  <a:lnTo>
                    <a:pt x="13751" y="3209"/>
                  </a:lnTo>
                  <a:lnTo>
                    <a:pt x="13217" y="7680"/>
                  </a:lnTo>
                  <a:lnTo>
                    <a:pt x="14989" y="12254"/>
                  </a:lnTo>
                  <a:lnTo>
                    <a:pt x="12072" y="14842"/>
                  </a:lnTo>
                  <a:lnTo>
                    <a:pt x="7962" y="16415"/>
                  </a:lnTo>
                  <a:lnTo>
                    <a:pt x="5430" y="15327"/>
                  </a:lnTo>
                  <a:lnTo>
                    <a:pt x="32" y="9772"/>
                  </a:lnTo>
                  <a:lnTo>
                    <a:pt x="0" y="6015"/>
                  </a:lnTo>
                  <a:lnTo>
                    <a:pt x="4449" y="4494"/>
                  </a:lnTo>
                  <a:lnTo>
                    <a:pt x="703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9" name="ph5239"/>
            <p:cNvSpPr/>
            <p:nvPr/>
          </p:nvSpPr>
          <p:spPr>
            <a:xfrm>
              <a:off x="7294002" y="3163590"/>
              <a:ext cx="45217" cy="32712"/>
            </a:xfrm>
            <a:custGeom>
              <a:avLst/>
              <a:pathLst>
                <a:path w="45217" h="32712">
                  <a:moveTo>
                    <a:pt x="45069" y="4155"/>
                  </a:moveTo>
                  <a:lnTo>
                    <a:pt x="45217" y="6837"/>
                  </a:lnTo>
                  <a:lnTo>
                    <a:pt x="42539" y="12933"/>
                  </a:lnTo>
                  <a:lnTo>
                    <a:pt x="43071" y="14803"/>
                  </a:lnTo>
                  <a:lnTo>
                    <a:pt x="38402" y="17112"/>
                  </a:lnTo>
                  <a:lnTo>
                    <a:pt x="33310" y="15942"/>
                  </a:lnTo>
                  <a:lnTo>
                    <a:pt x="30916" y="17055"/>
                  </a:lnTo>
                  <a:lnTo>
                    <a:pt x="28375" y="30016"/>
                  </a:lnTo>
                  <a:lnTo>
                    <a:pt x="24292" y="30533"/>
                  </a:lnTo>
                  <a:lnTo>
                    <a:pt x="20037" y="28714"/>
                  </a:lnTo>
                  <a:lnTo>
                    <a:pt x="12987" y="30945"/>
                  </a:lnTo>
                  <a:lnTo>
                    <a:pt x="12419" y="30193"/>
                  </a:lnTo>
                  <a:lnTo>
                    <a:pt x="5669" y="30684"/>
                  </a:lnTo>
                  <a:lnTo>
                    <a:pt x="4292" y="32493"/>
                  </a:lnTo>
                  <a:lnTo>
                    <a:pt x="2137" y="32712"/>
                  </a:lnTo>
                  <a:lnTo>
                    <a:pt x="2403" y="30555"/>
                  </a:lnTo>
                  <a:lnTo>
                    <a:pt x="0" y="30097"/>
                  </a:lnTo>
                  <a:lnTo>
                    <a:pt x="2941" y="28019"/>
                  </a:lnTo>
                  <a:lnTo>
                    <a:pt x="6307" y="28920"/>
                  </a:lnTo>
                  <a:lnTo>
                    <a:pt x="7669" y="27513"/>
                  </a:lnTo>
                  <a:lnTo>
                    <a:pt x="7427" y="25378"/>
                  </a:lnTo>
                  <a:lnTo>
                    <a:pt x="9143" y="24750"/>
                  </a:lnTo>
                  <a:lnTo>
                    <a:pt x="12048" y="25525"/>
                  </a:lnTo>
                  <a:lnTo>
                    <a:pt x="13203" y="27325"/>
                  </a:lnTo>
                  <a:lnTo>
                    <a:pt x="19303" y="24750"/>
                  </a:lnTo>
                  <a:lnTo>
                    <a:pt x="22944" y="21167"/>
                  </a:lnTo>
                  <a:lnTo>
                    <a:pt x="23202" y="19111"/>
                  </a:lnTo>
                  <a:lnTo>
                    <a:pt x="22663" y="18565"/>
                  </a:lnTo>
                  <a:lnTo>
                    <a:pt x="24668" y="17047"/>
                  </a:lnTo>
                  <a:lnTo>
                    <a:pt x="28303" y="15798"/>
                  </a:lnTo>
                  <a:lnTo>
                    <a:pt x="31199" y="12657"/>
                  </a:lnTo>
                  <a:lnTo>
                    <a:pt x="30699" y="10986"/>
                  </a:lnTo>
                  <a:lnTo>
                    <a:pt x="32779" y="8979"/>
                  </a:lnTo>
                  <a:lnTo>
                    <a:pt x="34598" y="9804"/>
                  </a:lnTo>
                  <a:lnTo>
                    <a:pt x="38810" y="4986"/>
                  </a:lnTo>
                  <a:lnTo>
                    <a:pt x="39718" y="3312"/>
                  </a:lnTo>
                  <a:lnTo>
                    <a:pt x="38263" y="816"/>
                  </a:lnTo>
                  <a:lnTo>
                    <a:pt x="3944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0" name="ph5240"/>
            <p:cNvSpPr/>
            <p:nvPr/>
          </p:nvSpPr>
          <p:spPr>
            <a:xfrm>
              <a:off x="7373970" y="3022650"/>
              <a:ext cx="6184" cy="11264"/>
            </a:xfrm>
            <a:custGeom>
              <a:avLst/>
              <a:pathLst>
                <a:path w="6184" h="11264">
                  <a:moveTo>
                    <a:pt x="2569" y="6"/>
                  </a:moveTo>
                  <a:lnTo>
                    <a:pt x="3457" y="0"/>
                  </a:lnTo>
                  <a:lnTo>
                    <a:pt x="5743" y="639"/>
                  </a:lnTo>
                  <a:lnTo>
                    <a:pt x="6184" y="3090"/>
                  </a:lnTo>
                  <a:lnTo>
                    <a:pt x="4316" y="9696"/>
                  </a:lnTo>
                  <a:lnTo>
                    <a:pt x="2889" y="11264"/>
                  </a:lnTo>
                  <a:lnTo>
                    <a:pt x="0" y="8871"/>
                  </a:lnTo>
                  <a:lnTo>
                    <a:pt x="698" y="8484"/>
                  </a:lnTo>
                  <a:lnTo>
                    <a:pt x="805" y="194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1" name="ph5241"/>
            <p:cNvSpPr/>
            <p:nvPr/>
          </p:nvSpPr>
          <p:spPr>
            <a:xfrm>
              <a:off x="7350412" y="3020202"/>
              <a:ext cx="26447" cy="24615"/>
            </a:xfrm>
            <a:custGeom>
              <a:avLst/>
              <a:pathLst>
                <a:path w="26447" h="24615">
                  <a:moveTo>
                    <a:pt x="12124" y="0"/>
                  </a:moveTo>
                  <a:lnTo>
                    <a:pt x="16825" y="1888"/>
                  </a:lnTo>
                  <a:lnTo>
                    <a:pt x="19942" y="4958"/>
                  </a:lnTo>
                  <a:lnTo>
                    <a:pt x="23557" y="11318"/>
                  </a:lnTo>
                  <a:lnTo>
                    <a:pt x="26447" y="13712"/>
                  </a:lnTo>
                  <a:lnTo>
                    <a:pt x="22814" y="15461"/>
                  </a:lnTo>
                  <a:lnTo>
                    <a:pt x="21511" y="16549"/>
                  </a:lnTo>
                  <a:lnTo>
                    <a:pt x="19667" y="21853"/>
                  </a:lnTo>
                  <a:lnTo>
                    <a:pt x="16127" y="21952"/>
                  </a:lnTo>
                  <a:lnTo>
                    <a:pt x="11123" y="24615"/>
                  </a:lnTo>
                  <a:lnTo>
                    <a:pt x="9873" y="22861"/>
                  </a:lnTo>
                  <a:lnTo>
                    <a:pt x="7883" y="23174"/>
                  </a:lnTo>
                  <a:lnTo>
                    <a:pt x="5405" y="22303"/>
                  </a:lnTo>
                  <a:lnTo>
                    <a:pt x="1987" y="18285"/>
                  </a:lnTo>
                  <a:lnTo>
                    <a:pt x="2529" y="16285"/>
                  </a:lnTo>
                  <a:lnTo>
                    <a:pt x="0" y="13545"/>
                  </a:lnTo>
                  <a:lnTo>
                    <a:pt x="2228" y="13183"/>
                  </a:lnTo>
                  <a:lnTo>
                    <a:pt x="4646" y="6319"/>
                  </a:lnTo>
                  <a:lnTo>
                    <a:pt x="7486" y="160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2" name="ph5242"/>
            <p:cNvSpPr/>
            <p:nvPr/>
          </p:nvSpPr>
          <p:spPr>
            <a:xfrm>
              <a:off x="7320802" y="3097285"/>
              <a:ext cx="10727" cy="22136"/>
            </a:xfrm>
            <a:custGeom>
              <a:avLst/>
              <a:pathLst>
                <a:path w="10727" h="22136">
                  <a:moveTo>
                    <a:pt x="5529" y="4469"/>
                  </a:moveTo>
                  <a:lnTo>
                    <a:pt x="6815" y="9177"/>
                  </a:lnTo>
                  <a:lnTo>
                    <a:pt x="6488" y="13010"/>
                  </a:lnTo>
                  <a:lnTo>
                    <a:pt x="4939" y="13423"/>
                  </a:lnTo>
                  <a:lnTo>
                    <a:pt x="4500" y="15929"/>
                  </a:lnTo>
                  <a:lnTo>
                    <a:pt x="5141" y="17342"/>
                  </a:lnTo>
                  <a:lnTo>
                    <a:pt x="7645" y="18669"/>
                  </a:lnTo>
                  <a:lnTo>
                    <a:pt x="9149" y="17428"/>
                  </a:lnTo>
                  <a:lnTo>
                    <a:pt x="10727" y="20742"/>
                  </a:lnTo>
                  <a:lnTo>
                    <a:pt x="9544" y="22136"/>
                  </a:lnTo>
                  <a:lnTo>
                    <a:pt x="4286" y="21122"/>
                  </a:lnTo>
                  <a:lnTo>
                    <a:pt x="1924" y="11192"/>
                  </a:lnTo>
                  <a:lnTo>
                    <a:pt x="1141" y="11161"/>
                  </a:lnTo>
                  <a:lnTo>
                    <a:pt x="0" y="5322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3" name="ph5243"/>
            <p:cNvSpPr/>
            <p:nvPr/>
          </p:nvSpPr>
          <p:spPr>
            <a:xfrm>
              <a:off x="7319611" y="2977450"/>
              <a:ext cx="15777" cy="14554"/>
            </a:xfrm>
            <a:custGeom>
              <a:avLst/>
              <a:pathLst>
                <a:path w="15777" h="14554">
                  <a:moveTo>
                    <a:pt x="15777" y="6601"/>
                  </a:moveTo>
                  <a:lnTo>
                    <a:pt x="14172" y="8137"/>
                  </a:lnTo>
                  <a:lnTo>
                    <a:pt x="11173" y="10585"/>
                  </a:lnTo>
                  <a:lnTo>
                    <a:pt x="2609" y="14554"/>
                  </a:lnTo>
                  <a:lnTo>
                    <a:pt x="0" y="9809"/>
                  </a:lnTo>
                  <a:lnTo>
                    <a:pt x="85" y="8461"/>
                  </a:lnTo>
                  <a:lnTo>
                    <a:pt x="3174" y="6201"/>
                  </a:lnTo>
                  <a:lnTo>
                    <a:pt x="412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4" name="ph5244"/>
            <p:cNvSpPr/>
            <p:nvPr/>
          </p:nvSpPr>
          <p:spPr>
            <a:xfrm>
              <a:off x="7252085" y="3097745"/>
              <a:ext cx="18116" cy="10646"/>
            </a:xfrm>
            <a:custGeom>
              <a:avLst/>
              <a:pathLst>
                <a:path w="18116" h="10646">
                  <a:moveTo>
                    <a:pt x="17964" y="545"/>
                  </a:moveTo>
                  <a:lnTo>
                    <a:pt x="18116" y="5026"/>
                  </a:lnTo>
                  <a:lnTo>
                    <a:pt x="12040" y="9200"/>
                  </a:lnTo>
                  <a:lnTo>
                    <a:pt x="2002" y="10646"/>
                  </a:lnTo>
                  <a:lnTo>
                    <a:pt x="514" y="10215"/>
                  </a:lnTo>
                  <a:lnTo>
                    <a:pt x="0" y="9100"/>
                  </a:lnTo>
                  <a:lnTo>
                    <a:pt x="879" y="4215"/>
                  </a:lnTo>
                  <a:lnTo>
                    <a:pt x="8549" y="3733"/>
                  </a:lnTo>
                  <a:lnTo>
                    <a:pt x="11428" y="2331"/>
                  </a:lnTo>
                  <a:lnTo>
                    <a:pt x="1338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5" name="ph5245"/>
            <p:cNvSpPr/>
            <p:nvPr/>
          </p:nvSpPr>
          <p:spPr>
            <a:xfrm>
              <a:off x="7227479" y="3224445"/>
              <a:ext cx="4245" cy="3044"/>
            </a:xfrm>
            <a:custGeom>
              <a:avLst/>
              <a:pathLst>
                <a:path w="4245" h="3044">
                  <a:moveTo>
                    <a:pt x="0" y="3044"/>
                  </a:moveTo>
                  <a:lnTo>
                    <a:pt x="2166" y="0"/>
                  </a:lnTo>
                  <a:lnTo>
                    <a:pt x="4245" y="191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6" name="ph5246"/>
            <p:cNvSpPr/>
            <p:nvPr/>
          </p:nvSpPr>
          <p:spPr>
            <a:xfrm>
              <a:off x="7231781" y="3200286"/>
              <a:ext cx="48993" cy="46458"/>
            </a:xfrm>
            <a:custGeom>
              <a:avLst/>
              <a:pathLst>
                <a:path w="48993" h="46458">
                  <a:moveTo>
                    <a:pt x="16906" y="5178"/>
                  </a:moveTo>
                  <a:lnTo>
                    <a:pt x="18255" y="8085"/>
                  </a:lnTo>
                  <a:lnTo>
                    <a:pt x="21994" y="5398"/>
                  </a:lnTo>
                  <a:lnTo>
                    <a:pt x="25508" y="5074"/>
                  </a:lnTo>
                  <a:lnTo>
                    <a:pt x="27232" y="7888"/>
                  </a:lnTo>
                  <a:lnTo>
                    <a:pt x="31140" y="6915"/>
                  </a:lnTo>
                  <a:lnTo>
                    <a:pt x="33135" y="7498"/>
                  </a:lnTo>
                  <a:lnTo>
                    <a:pt x="31182" y="10112"/>
                  </a:lnTo>
                  <a:lnTo>
                    <a:pt x="36770" y="15656"/>
                  </a:lnTo>
                  <a:lnTo>
                    <a:pt x="40986" y="16710"/>
                  </a:lnTo>
                  <a:lnTo>
                    <a:pt x="42426" y="16215"/>
                  </a:lnTo>
                  <a:lnTo>
                    <a:pt x="43725" y="17514"/>
                  </a:lnTo>
                  <a:lnTo>
                    <a:pt x="42404" y="23253"/>
                  </a:lnTo>
                  <a:lnTo>
                    <a:pt x="47085" y="22455"/>
                  </a:lnTo>
                  <a:lnTo>
                    <a:pt x="48993" y="23584"/>
                  </a:lnTo>
                  <a:lnTo>
                    <a:pt x="45268" y="26742"/>
                  </a:lnTo>
                  <a:lnTo>
                    <a:pt x="40297" y="25990"/>
                  </a:lnTo>
                  <a:lnTo>
                    <a:pt x="39713" y="28932"/>
                  </a:lnTo>
                  <a:lnTo>
                    <a:pt x="35733" y="34972"/>
                  </a:lnTo>
                  <a:lnTo>
                    <a:pt x="27423" y="40205"/>
                  </a:lnTo>
                  <a:lnTo>
                    <a:pt x="26916" y="41394"/>
                  </a:lnTo>
                  <a:lnTo>
                    <a:pt x="24635" y="39959"/>
                  </a:lnTo>
                  <a:lnTo>
                    <a:pt x="22948" y="41208"/>
                  </a:lnTo>
                  <a:lnTo>
                    <a:pt x="23175" y="46458"/>
                  </a:lnTo>
                  <a:lnTo>
                    <a:pt x="13387" y="44265"/>
                  </a:lnTo>
                  <a:lnTo>
                    <a:pt x="13175" y="43037"/>
                  </a:lnTo>
                  <a:lnTo>
                    <a:pt x="14463" y="41323"/>
                  </a:lnTo>
                  <a:lnTo>
                    <a:pt x="12901" y="37073"/>
                  </a:lnTo>
                  <a:lnTo>
                    <a:pt x="9256" y="40603"/>
                  </a:lnTo>
                  <a:lnTo>
                    <a:pt x="5374" y="40971"/>
                  </a:lnTo>
                  <a:lnTo>
                    <a:pt x="3670" y="38550"/>
                  </a:lnTo>
                  <a:lnTo>
                    <a:pt x="2165" y="33438"/>
                  </a:lnTo>
                  <a:lnTo>
                    <a:pt x="4812" y="29262"/>
                  </a:lnTo>
                  <a:lnTo>
                    <a:pt x="7311" y="27735"/>
                  </a:lnTo>
                  <a:lnTo>
                    <a:pt x="6650" y="22728"/>
                  </a:lnTo>
                  <a:lnTo>
                    <a:pt x="4900" y="19995"/>
                  </a:lnTo>
                  <a:lnTo>
                    <a:pt x="2688" y="18183"/>
                  </a:lnTo>
                  <a:lnTo>
                    <a:pt x="1175" y="18412"/>
                  </a:lnTo>
                  <a:lnTo>
                    <a:pt x="0" y="16043"/>
                  </a:lnTo>
                  <a:lnTo>
                    <a:pt x="589" y="12310"/>
                  </a:lnTo>
                  <a:lnTo>
                    <a:pt x="2256" y="11764"/>
                  </a:lnTo>
                  <a:lnTo>
                    <a:pt x="9634" y="19638"/>
                  </a:lnTo>
                  <a:lnTo>
                    <a:pt x="15338" y="14955"/>
                  </a:lnTo>
                  <a:lnTo>
                    <a:pt x="9703" y="5759"/>
                  </a:lnTo>
                  <a:lnTo>
                    <a:pt x="7729" y="6174"/>
                  </a:lnTo>
                  <a:lnTo>
                    <a:pt x="5193" y="3090"/>
                  </a:lnTo>
                  <a:lnTo>
                    <a:pt x="7716" y="2299"/>
                  </a:lnTo>
                  <a:lnTo>
                    <a:pt x="13529" y="0"/>
                  </a:lnTo>
                  <a:lnTo>
                    <a:pt x="12654" y="294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7" name="ph5247"/>
            <p:cNvSpPr/>
            <p:nvPr/>
          </p:nvSpPr>
          <p:spPr>
            <a:xfrm>
              <a:off x="7415985" y="3171346"/>
              <a:ext cx="27194" cy="27399"/>
            </a:xfrm>
            <a:custGeom>
              <a:avLst/>
              <a:pathLst>
                <a:path w="27194" h="27399">
                  <a:moveTo>
                    <a:pt x="7067" y="0"/>
                  </a:moveTo>
                  <a:lnTo>
                    <a:pt x="8196" y="583"/>
                  </a:lnTo>
                  <a:lnTo>
                    <a:pt x="9672" y="2281"/>
                  </a:lnTo>
                  <a:lnTo>
                    <a:pt x="14808" y="3724"/>
                  </a:lnTo>
                  <a:lnTo>
                    <a:pt x="18933" y="6202"/>
                  </a:lnTo>
                  <a:lnTo>
                    <a:pt x="18761" y="9155"/>
                  </a:lnTo>
                  <a:lnTo>
                    <a:pt x="22973" y="15533"/>
                  </a:lnTo>
                  <a:lnTo>
                    <a:pt x="27194" y="22954"/>
                  </a:lnTo>
                  <a:lnTo>
                    <a:pt x="25519" y="26170"/>
                  </a:lnTo>
                  <a:lnTo>
                    <a:pt x="23787" y="26901"/>
                  </a:lnTo>
                  <a:lnTo>
                    <a:pt x="22114" y="23479"/>
                  </a:lnTo>
                  <a:lnTo>
                    <a:pt x="16606" y="27029"/>
                  </a:lnTo>
                  <a:lnTo>
                    <a:pt x="14561" y="27399"/>
                  </a:lnTo>
                  <a:lnTo>
                    <a:pt x="12226" y="23759"/>
                  </a:lnTo>
                  <a:lnTo>
                    <a:pt x="7885" y="25061"/>
                  </a:lnTo>
                  <a:lnTo>
                    <a:pt x="6357" y="24669"/>
                  </a:lnTo>
                  <a:lnTo>
                    <a:pt x="5068" y="23094"/>
                  </a:lnTo>
                  <a:lnTo>
                    <a:pt x="6848" y="21984"/>
                  </a:lnTo>
                  <a:lnTo>
                    <a:pt x="9362" y="22352"/>
                  </a:lnTo>
                  <a:lnTo>
                    <a:pt x="10131" y="21032"/>
                  </a:lnTo>
                  <a:lnTo>
                    <a:pt x="7702" y="14434"/>
                  </a:lnTo>
                  <a:lnTo>
                    <a:pt x="3227" y="11862"/>
                  </a:lnTo>
                  <a:lnTo>
                    <a:pt x="10720" y="5569"/>
                  </a:lnTo>
                  <a:lnTo>
                    <a:pt x="6980" y="4720"/>
                  </a:lnTo>
                  <a:lnTo>
                    <a:pt x="4902" y="7538"/>
                  </a:lnTo>
                  <a:lnTo>
                    <a:pt x="1849" y="6372"/>
                  </a:lnTo>
                  <a:lnTo>
                    <a:pt x="0" y="6365"/>
                  </a:lnTo>
                  <a:lnTo>
                    <a:pt x="2428" y="4440"/>
                  </a:lnTo>
                  <a:lnTo>
                    <a:pt x="2330" y="153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8" name="ph5248"/>
            <p:cNvSpPr/>
            <p:nvPr/>
          </p:nvSpPr>
          <p:spPr>
            <a:xfrm>
              <a:off x="7330305" y="3110878"/>
              <a:ext cx="19438" cy="28314"/>
            </a:xfrm>
            <a:custGeom>
              <a:avLst/>
              <a:pathLst>
                <a:path w="19438" h="28314">
                  <a:moveTo>
                    <a:pt x="17873" y="2298"/>
                  </a:moveTo>
                  <a:lnTo>
                    <a:pt x="19438" y="5368"/>
                  </a:lnTo>
                  <a:lnTo>
                    <a:pt x="18815" y="18398"/>
                  </a:lnTo>
                  <a:lnTo>
                    <a:pt x="15461" y="17433"/>
                  </a:lnTo>
                  <a:lnTo>
                    <a:pt x="15990" y="16700"/>
                  </a:lnTo>
                  <a:lnTo>
                    <a:pt x="13274" y="14084"/>
                  </a:lnTo>
                  <a:lnTo>
                    <a:pt x="11798" y="16556"/>
                  </a:lnTo>
                  <a:lnTo>
                    <a:pt x="16011" y="19364"/>
                  </a:lnTo>
                  <a:lnTo>
                    <a:pt x="15862" y="20944"/>
                  </a:lnTo>
                  <a:lnTo>
                    <a:pt x="16042" y="22422"/>
                  </a:lnTo>
                  <a:lnTo>
                    <a:pt x="13945" y="27549"/>
                  </a:lnTo>
                  <a:lnTo>
                    <a:pt x="12074" y="28314"/>
                  </a:lnTo>
                  <a:lnTo>
                    <a:pt x="7492" y="26802"/>
                  </a:lnTo>
                  <a:lnTo>
                    <a:pt x="4722" y="25711"/>
                  </a:lnTo>
                  <a:lnTo>
                    <a:pt x="5634" y="24402"/>
                  </a:lnTo>
                  <a:lnTo>
                    <a:pt x="5116" y="23237"/>
                  </a:lnTo>
                  <a:lnTo>
                    <a:pt x="2611" y="19739"/>
                  </a:lnTo>
                  <a:lnTo>
                    <a:pt x="604" y="17869"/>
                  </a:lnTo>
                  <a:lnTo>
                    <a:pt x="0" y="18057"/>
                  </a:lnTo>
                  <a:lnTo>
                    <a:pt x="3115" y="15754"/>
                  </a:lnTo>
                  <a:lnTo>
                    <a:pt x="2638" y="14283"/>
                  </a:lnTo>
                  <a:lnTo>
                    <a:pt x="5948" y="8798"/>
                  </a:lnTo>
                  <a:lnTo>
                    <a:pt x="11738" y="2909"/>
                  </a:lnTo>
                  <a:lnTo>
                    <a:pt x="1576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9" name="ph5249"/>
            <p:cNvSpPr/>
            <p:nvPr/>
          </p:nvSpPr>
          <p:spPr>
            <a:xfrm>
              <a:off x="7394165" y="3162286"/>
              <a:ext cx="15122" cy="18519"/>
            </a:xfrm>
            <a:custGeom>
              <a:avLst/>
              <a:pathLst>
                <a:path w="15122" h="18519">
                  <a:moveTo>
                    <a:pt x="14363" y="0"/>
                  </a:moveTo>
                  <a:lnTo>
                    <a:pt x="15122" y="3966"/>
                  </a:lnTo>
                  <a:lnTo>
                    <a:pt x="8241" y="7898"/>
                  </a:lnTo>
                  <a:lnTo>
                    <a:pt x="7211" y="11153"/>
                  </a:lnTo>
                  <a:lnTo>
                    <a:pt x="11717" y="11534"/>
                  </a:lnTo>
                  <a:lnTo>
                    <a:pt x="13233" y="13851"/>
                  </a:lnTo>
                  <a:lnTo>
                    <a:pt x="13247" y="14817"/>
                  </a:lnTo>
                  <a:lnTo>
                    <a:pt x="11748" y="16461"/>
                  </a:lnTo>
                  <a:lnTo>
                    <a:pt x="8408" y="18519"/>
                  </a:lnTo>
                  <a:lnTo>
                    <a:pt x="5857" y="17500"/>
                  </a:lnTo>
                  <a:lnTo>
                    <a:pt x="5427" y="15741"/>
                  </a:lnTo>
                  <a:lnTo>
                    <a:pt x="4320" y="14825"/>
                  </a:lnTo>
                  <a:lnTo>
                    <a:pt x="229" y="16572"/>
                  </a:lnTo>
                  <a:lnTo>
                    <a:pt x="0" y="11567"/>
                  </a:lnTo>
                  <a:lnTo>
                    <a:pt x="6202" y="8282"/>
                  </a:lnTo>
                  <a:lnTo>
                    <a:pt x="9262" y="277"/>
                  </a:lnTo>
                  <a:lnTo>
                    <a:pt x="10843" y="113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0" name="ph5250"/>
            <p:cNvSpPr/>
            <p:nvPr/>
          </p:nvSpPr>
          <p:spPr>
            <a:xfrm>
              <a:off x="7354857" y="2993213"/>
              <a:ext cx="12375" cy="3845"/>
            </a:xfrm>
            <a:custGeom>
              <a:avLst/>
              <a:pathLst>
                <a:path w="12375" h="3845">
                  <a:moveTo>
                    <a:pt x="9887" y="740"/>
                  </a:moveTo>
                  <a:lnTo>
                    <a:pt x="11737" y="1520"/>
                  </a:lnTo>
                  <a:lnTo>
                    <a:pt x="12375" y="3048"/>
                  </a:lnTo>
                  <a:lnTo>
                    <a:pt x="9955" y="2694"/>
                  </a:lnTo>
                  <a:lnTo>
                    <a:pt x="3740" y="2422"/>
                  </a:lnTo>
                  <a:lnTo>
                    <a:pt x="447" y="3845"/>
                  </a:lnTo>
                  <a:lnTo>
                    <a:pt x="50" y="2660"/>
                  </a:lnTo>
                  <a:lnTo>
                    <a:pt x="0" y="556"/>
                  </a:lnTo>
                  <a:lnTo>
                    <a:pt x="152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1" name="ph5251"/>
            <p:cNvSpPr/>
            <p:nvPr/>
          </p:nvSpPr>
          <p:spPr>
            <a:xfrm>
              <a:off x="7285063" y="3103538"/>
              <a:ext cx="4460" cy="3787"/>
            </a:xfrm>
            <a:custGeom>
              <a:avLst/>
              <a:pathLst>
                <a:path w="4460" h="3787">
                  <a:moveTo>
                    <a:pt x="2112" y="196"/>
                  </a:moveTo>
                  <a:lnTo>
                    <a:pt x="4460" y="2061"/>
                  </a:lnTo>
                  <a:lnTo>
                    <a:pt x="725" y="3787"/>
                  </a:lnTo>
                  <a:lnTo>
                    <a:pt x="0" y="2868"/>
                  </a:lnTo>
                  <a:lnTo>
                    <a:pt x="137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2" name="ph5252"/>
            <p:cNvSpPr/>
            <p:nvPr/>
          </p:nvSpPr>
          <p:spPr>
            <a:xfrm>
              <a:off x="7382940" y="3114686"/>
              <a:ext cx="34464" cy="27867"/>
            </a:xfrm>
            <a:custGeom>
              <a:avLst/>
              <a:pathLst>
                <a:path w="34464" h="27867">
                  <a:moveTo>
                    <a:pt x="10077" y="0"/>
                  </a:moveTo>
                  <a:lnTo>
                    <a:pt x="17979" y="3025"/>
                  </a:lnTo>
                  <a:lnTo>
                    <a:pt x="28961" y="5560"/>
                  </a:lnTo>
                  <a:lnTo>
                    <a:pt x="34464" y="6097"/>
                  </a:lnTo>
                  <a:lnTo>
                    <a:pt x="34257" y="6306"/>
                  </a:lnTo>
                  <a:lnTo>
                    <a:pt x="31730" y="8478"/>
                  </a:lnTo>
                  <a:lnTo>
                    <a:pt x="30638" y="10998"/>
                  </a:lnTo>
                  <a:lnTo>
                    <a:pt x="27657" y="12745"/>
                  </a:lnTo>
                  <a:lnTo>
                    <a:pt x="23174" y="13930"/>
                  </a:lnTo>
                  <a:lnTo>
                    <a:pt x="23627" y="23536"/>
                  </a:lnTo>
                  <a:lnTo>
                    <a:pt x="20215" y="23547"/>
                  </a:lnTo>
                  <a:lnTo>
                    <a:pt x="17474" y="27110"/>
                  </a:lnTo>
                  <a:lnTo>
                    <a:pt x="15401" y="26426"/>
                  </a:lnTo>
                  <a:lnTo>
                    <a:pt x="15010" y="24659"/>
                  </a:lnTo>
                  <a:lnTo>
                    <a:pt x="14082" y="24271"/>
                  </a:lnTo>
                  <a:lnTo>
                    <a:pt x="12823" y="26310"/>
                  </a:lnTo>
                  <a:lnTo>
                    <a:pt x="9555" y="27867"/>
                  </a:lnTo>
                  <a:lnTo>
                    <a:pt x="5770" y="26569"/>
                  </a:lnTo>
                  <a:lnTo>
                    <a:pt x="473" y="15645"/>
                  </a:lnTo>
                  <a:lnTo>
                    <a:pt x="0" y="11298"/>
                  </a:lnTo>
                  <a:lnTo>
                    <a:pt x="1833" y="13115"/>
                  </a:lnTo>
                  <a:lnTo>
                    <a:pt x="3193" y="12946"/>
                  </a:lnTo>
                  <a:lnTo>
                    <a:pt x="3403" y="10204"/>
                  </a:lnTo>
                  <a:lnTo>
                    <a:pt x="2311" y="10175"/>
                  </a:lnTo>
                  <a:lnTo>
                    <a:pt x="1985" y="8639"/>
                  </a:lnTo>
                  <a:lnTo>
                    <a:pt x="4314" y="4785"/>
                  </a:lnTo>
                  <a:lnTo>
                    <a:pt x="6361" y="5792"/>
                  </a:lnTo>
                  <a:lnTo>
                    <a:pt x="8580" y="4554"/>
                  </a:lnTo>
                  <a:lnTo>
                    <a:pt x="7906" y="293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3" name="ph5253"/>
            <p:cNvSpPr/>
            <p:nvPr/>
          </p:nvSpPr>
          <p:spPr>
            <a:xfrm>
              <a:off x="7374500" y="2980787"/>
              <a:ext cx="20174" cy="20525"/>
            </a:xfrm>
            <a:custGeom>
              <a:avLst/>
              <a:pathLst>
                <a:path w="20174" h="20525">
                  <a:moveTo>
                    <a:pt x="10114" y="0"/>
                  </a:moveTo>
                  <a:lnTo>
                    <a:pt x="14375" y="232"/>
                  </a:lnTo>
                  <a:lnTo>
                    <a:pt x="14810" y="793"/>
                  </a:lnTo>
                  <a:lnTo>
                    <a:pt x="19701" y="6399"/>
                  </a:lnTo>
                  <a:lnTo>
                    <a:pt x="20174" y="7956"/>
                  </a:lnTo>
                  <a:lnTo>
                    <a:pt x="18317" y="13582"/>
                  </a:lnTo>
                  <a:lnTo>
                    <a:pt x="16919" y="15347"/>
                  </a:lnTo>
                  <a:lnTo>
                    <a:pt x="11187" y="18518"/>
                  </a:lnTo>
                  <a:lnTo>
                    <a:pt x="6631" y="19166"/>
                  </a:lnTo>
                  <a:lnTo>
                    <a:pt x="1541" y="20525"/>
                  </a:lnTo>
                  <a:lnTo>
                    <a:pt x="0" y="14275"/>
                  </a:lnTo>
                  <a:lnTo>
                    <a:pt x="342" y="11515"/>
                  </a:lnTo>
                  <a:lnTo>
                    <a:pt x="3039" y="9099"/>
                  </a:lnTo>
                  <a:lnTo>
                    <a:pt x="4279" y="4277"/>
                  </a:lnTo>
                  <a:lnTo>
                    <a:pt x="5396" y="1037"/>
                  </a:lnTo>
                  <a:lnTo>
                    <a:pt x="7398" y="115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4" name="ph5254"/>
            <p:cNvSpPr/>
            <p:nvPr/>
          </p:nvSpPr>
          <p:spPr>
            <a:xfrm>
              <a:off x="7364384" y="2984829"/>
              <a:ext cx="6596" cy="9904"/>
            </a:xfrm>
            <a:custGeom>
              <a:avLst/>
              <a:pathLst>
                <a:path w="6596" h="9904">
                  <a:moveTo>
                    <a:pt x="3836" y="106"/>
                  </a:moveTo>
                  <a:lnTo>
                    <a:pt x="6596" y="2609"/>
                  </a:lnTo>
                  <a:lnTo>
                    <a:pt x="4559" y="4373"/>
                  </a:lnTo>
                  <a:lnTo>
                    <a:pt x="3036" y="5145"/>
                  </a:lnTo>
                  <a:lnTo>
                    <a:pt x="3091" y="8347"/>
                  </a:lnTo>
                  <a:lnTo>
                    <a:pt x="2210" y="9904"/>
                  </a:lnTo>
                  <a:lnTo>
                    <a:pt x="360" y="9124"/>
                  </a:lnTo>
                  <a:lnTo>
                    <a:pt x="0" y="4586"/>
                  </a:lnTo>
                  <a:lnTo>
                    <a:pt x="291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5" name="ph5255"/>
            <p:cNvSpPr/>
            <p:nvPr/>
          </p:nvSpPr>
          <p:spPr>
            <a:xfrm>
              <a:off x="7319113" y="2929140"/>
              <a:ext cx="34512" cy="15673"/>
            </a:xfrm>
            <a:custGeom>
              <a:avLst/>
              <a:pathLst>
                <a:path w="34512" h="15673">
                  <a:moveTo>
                    <a:pt x="10826" y="2838"/>
                  </a:moveTo>
                  <a:lnTo>
                    <a:pt x="17172" y="2938"/>
                  </a:lnTo>
                  <a:lnTo>
                    <a:pt x="19345" y="2361"/>
                  </a:lnTo>
                  <a:lnTo>
                    <a:pt x="21973" y="0"/>
                  </a:lnTo>
                  <a:lnTo>
                    <a:pt x="24530" y="2091"/>
                  </a:lnTo>
                  <a:lnTo>
                    <a:pt x="26059" y="4763"/>
                  </a:lnTo>
                  <a:lnTo>
                    <a:pt x="27156" y="5247"/>
                  </a:lnTo>
                  <a:lnTo>
                    <a:pt x="30512" y="3324"/>
                  </a:lnTo>
                  <a:lnTo>
                    <a:pt x="34512" y="6967"/>
                  </a:lnTo>
                  <a:lnTo>
                    <a:pt x="32810" y="11004"/>
                  </a:lnTo>
                  <a:lnTo>
                    <a:pt x="30581" y="9477"/>
                  </a:lnTo>
                  <a:lnTo>
                    <a:pt x="28587" y="9584"/>
                  </a:lnTo>
                  <a:lnTo>
                    <a:pt x="18265" y="15673"/>
                  </a:lnTo>
                  <a:lnTo>
                    <a:pt x="16022" y="14041"/>
                  </a:lnTo>
                  <a:lnTo>
                    <a:pt x="16175" y="11303"/>
                  </a:lnTo>
                  <a:lnTo>
                    <a:pt x="13308" y="9870"/>
                  </a:lnTo>
                  <a:lnTo>
                    <a:pt x="8435" y="9711"/>
                  </a:lnTo>
                  <a:lnTo>
                    <a:pt x="5261" y="11575"/>
                  </a:lnTo>
                  <a:lnTo>
                    <a:pt x="2826" y="11892"/>
                  </a:lnTo>
                  <a:lnTo>
                    <a:pt x="3463" y="8307"/>
                  </a:lnTo>
                  <a:lnTo>
                    <a:pt x="0" y="6040"/>
                  </a:lnTo>
                  <a:lnTo>
                    <a:pt x="2855" y="2202"/>
                  </a:lnTo>
                  <a:lnTo>
                    <a:pt x="5306" y="150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6" name="ph5256"/>
            <p:cNvSpPr/>
            <p:nvPr/>
          </p:nvSpPr>
          <p:spPr>
            <a:xfrm>
              <a:off x="7292572" y="3192305"/>
              <a:ext cx="25722" cy="20087"/>
            </a:xfrm>
            <a:custGeom>
              <a:avLst/>
              <a:pathLst>
                <a:path w="25722" h="20087">
                  <a:moveTo>
                    <a:pt x="25722" y="1818"/>
                  </a:moveTo>
                  <a:lnTo>
                    <a:pt x="22810" y="3406"/>
                  </a:lnTo>
                  <a:lnTo>
                    <a:pt x="22145" y="6432"/>
                  </a:lnTo>
                  <a:lnTo>
                    <a:pt x="20979" y="6071"/>
                  </a:lnTo>
                  <a:lnTo>
                    <a:pt x="19922" y="9334"/>
                  </a:lnTo>
                  <a:lnTo>
                    <a:pt x="23375" y="10576"/>
                  </a:lnTo>
                  <a:lnTo>
                    <a:pt x="23310" y="11449"/>
                  </a:lnTo>
                  <a:lnTo>
                    <a:pt x="16388" y="12280"/>
                  </a:lnTo>
                  <a:lnTo>
                    <a:pt x="15666" y="13827"/>
                  </a:lnTo>
                  <a:lnTo>
                    <a:pt x="16460" y="14027"/>
                  </a:lnTo>
                  <a:lnTo>
                    <a:pt x="15853" y="20087"/>
                  </a:lnTo>
                  <a:lnTo>
                    <a:pt x="9534" y="15655"/>
                  </a:lnTo>
                  <a:lnTo>
                    <a:pt x="2545" y="14939"/>
                  </a:lnTo>
                  <a:lnTo>
                    <a:pt x="969" y="12985"/>
                  </a:lnTo>
                  <a:lnTo>
                    <a:pt x="1836" y="11665"/>
                  </a:lnTo>
                  <a:lnTo>
                    <a:pt x="0" y="3983"/>
                  </a:lnTo>
                  <a:lnTo>
                    <a:pt x="1429" y="1382"/>
                  </a:lnTo>
                  <a:lnTo>
                    <a:pt x="3833" y="1841"/>
                  </a:lnTo>
                  <a:lnTo>
                    <a:pt x="3566" y="3998"/>
                  </a:lnTo>
                  <a:lnTo>
                    <a:pt x="5722" y="3779"/>
                  </a:lnTo>
                  <a:lnTo>
                    <a:pt x="7099" y="1970"/>
                  </a:lnTo>
                  <a:lnTo>
                    <a:pt x="13849" y="1479"/>
                  </a:lnTo>
                  <a:lnTo>
                    <a:pt x="14417" y="2230"/>
                  </a:lnTo>
                  <a:lnTo>
                    <a:pt x="2146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7" name="ph5257"/>
            <p:cNvSpPr/>
            <p:nvPr/>
          </p:nvSpPr>
          <p:spPr>
            <a:xfrm>
              <a:off x="7283415" y="3231235"/>
              <a:ext cx="21381" cy="33845"/>
            </a:xfrm>
            <a:custGeom>
              <a:avLst/>
              <a:pathLst>
                <a:path w="21381" h="33845">
                  <a:moveTo>
                    <a:pt x="14802" y="0"/>
                  </a:moveTo>
                  <a:lnTo>
                    <a:pt x="16171" y="391"/>
                  </a:lnTo>
                  <a:lnTo>
                    <a:pt x="19278" y="3441"/>
                  </a:lnTo>
                  <a:lnTo>
                    <a:pt x="21290" y="6382"/>
                  </a:lnTo>
                  <a:lnTo>
                    <a:pt x="21381" y="8768"/>
                  </a:lnTo>
                  <a:lnTo>
                    <a:pt x="19822" y="10662"/>
                  </a:lnTo>
                  <a:lnTo>
                    <a:pt x="19593" y="15584"/>
                  </a:lnTo>
                  <a:lnTo>
                    <a:pt x="21093" y="17805"/>
                  </a:lnTo>
                  <a:lnTo>
                    <a:pt x="19586" y="20216"/>
                  </a:lnTo>
                  <a:lnTo>
                    <a:pt x="19942" y="22560"/>
                  </a:lnTo>
                  <a:lnTo>
                    <a:pt x="19513" y="23727"/>
                  </a:lnTo>
                  <a:lnTo>
                    <a:pt x="13918" y="25409"/>
                  </a:lnTo>
                  <a:lnTo>
                    <a:pt x="13496" y="24533"/>
                  </a:lnTo>
                  <a:lnTo>
                    <a:pt x="14282" y="23848"/>
                  </a:lnTo>
                  <a:lnTo>
                    <a:pt x="12601" y="22540"/>
                  </a:lnTo>
                  <a:lnTo>
                    <a:pt x="8431" y="23427"/>
                  </a:lnTo>
                  <a:lnTo>
                    <a:pt x="9437" y="31384"/>
                  </a:lnTo>
                  <a:lnTo>
                    <a:pt x="11019" y="33845"/>
                  </a:lnTo>
                  <a:lnTo>
                    <a:pt x="8548" y="33838"/>
                  </a:lnTo>
                  <a:lnTo>
                    <a:pt x="5723" y="30579"/>
                  </a:lnTo>
                  <a:lnTo>
                    <a:pt x="6663" y="24429"/>
                  </a:lnTo>
                  <a:lnTo>
                    <a:pt x="4990" y="23820"/>
                  </a:lnTo>
                  <a:lnTo>
                    <a:pt x="2900" y="25308"/>
                  </a:lnTo>
                  <a:lnTo>
                    <a:pt x="691" y="25543"/>
                  </a:lnTo>
                  <a:lnTo>
                    <a:pt x="0" y="24306"/>
                  </a:lnTo>
                  <a:lnTo>
                    <a:pt x="7800" y="21094"/>
                  </a:lnTo>
                  <a:lnTo>
                    <a:pt x="13881" y="20666"/>
                  </a:lnTo>
                  <a:lnTo>
                    <a:pt x="15729" y="18622"/>
                  </a:lnTo>
                  <a:lnTo>
                    <a:pt x="15939" y="15839"/>
                  </a:lnTo>
                  <a:lnTo>
                    <a:pt x="9153" y="11491"/>
                  </a:lnTo>
                  <a:lnTo>
                    <a:pt x="6393" y="11741"/>
                  </a:lnTo>
                  <a:lnTo>
                    <a:pt x="4695" y="12773"/>
                  </a:lnTo>
                  <a:lnTo>
                    <a:pt x="2583" y="11451"/>
                  </a:lnTo>
                  <a:lnTo>
                    <a:pt x="1493" y="9897"/>
                  </a:lnTo>
                  <a:lnTo>
                    <a:pt x="455" y="5587"/>
                  </a:lnTo>
                  <a:lnTo>
                    <a:pt x="3178" y="2219"/>
                  </a:lnTo>
                  <a:lnTo>
                    <a:pt x="4478" y="1949"/>
                  </a:lnTo>
                  <a:lnTo>
                    <a:pt x="6657" y="2709"/>
                  </a:lnTo>
                  <a:lnTo>
                    <a:pt x="8440" y="4481"/>
                  </a:lnTo>
                  <a:lnTo>
                    <a:pt x="11021" y="490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8" name="ph5258"/>
            <p:cNvSpPr/>
            <p:nvPr/>
          </p:nvSpPr>
          <p:spPr>
            <a:xfrm>
              <a:off x="7316199" y="3157879"/>
              <a:ext cx="15910" cy="6094"/>
            </a:xfrm>
            <a:custGeom>
              <a:avLst/>
              <a:pathLst>
                <a:path w="15910" h="6094">
                  <a:moveTo>
                    <a:pt x="6190" y="1391"/>
                  </a:moveTo>
                  <a:lnTo>
                    <a:pt x="9746" y="3633"/>
                  </a:lnTo>
                  <a:lnTo>
                    <a:pt x="14329" y="4023"/>
                  </a:lnTo>
                  <a:lnTo>
                    <a:pt x="15910" y="5947"/>
                  </a:lnTo>
                  <a:lnTo>
                    <a:pt x="12609" y="6094"/>
                  </a:lnTo>
                  <a:lnTo>
                    <a:pt x="1104" y="2914"/>
                  </a:lnTo>
                  <a:lnTo>
                    <a:pt x="0" y="1428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9" name="ph5259"/>
            <p:cNvSpPr/>
            <p:nvPr/>
          </p:nvSpPr>
          <p:spPr>
            <a:xfrm>
              <a:off x="7337845" y="2958846"/>
              <a:ext cx="26172" cy="19943"/>
            </a:xfrm>
            <a:custGeom>
              <a:avLst/>
              <a:pathLst>
                <a:path w="26172" h="19943">
                  <a:moveTo>
                    <a:pt x="13556" y="0"/>
                  </a:moveTo>
                  <a:lnTo>
                    <a:pt x="16252" y="4532"/>
                  </a:lnTo>
                  <a:lnTo>
                    <a:pt x="17907" y="11706"/>
                  </a:lnTo>
                  <a:lnTo>
                    <a:pt x="21810" y="13527"/>
                  </a:lnTo>
                  <a:lnTo>
                    <a:pt x="26172" y="14130"/>
                  </a:lnTo>
                  <a:lnTo>
                    <a:pt x="24116" y="18723"/>
                  </a:lnTo>
                  <a:lnTo>
                    <a:pt x="21490" y="19943"/>
                  </a:lnTo>
                  <a:lnTo>
                    <a:pt x="21576" y="16584"/>
                  </a:lnTo>
                  <a:lnTo>
                    <a:pt x="18343" y="14214"/>
                  </a:lnTo>
                  <a:lnTo>
                    <a:pt x="15910" y="17418"/>
                  </a:lnTo>
                  <a:lnTo>
                    <a:pt x="11440" y="16918"/>
                  </a:lnTo>
                  <a:lnTo>
                    <a:pt x="10437" y="17649"/>
                  </a:lnTo>
                  <a:lnTo>
                    <a:pt x="7644" y="14819"/>
                  </a:lnTo>
                  <a:lnTo>
                    <a:pt x="6650" y="11867"/>
                  </a:lnTo>
                  <a:lnTo>
                    <a:pt x="4728" y="12926"/>
                  </a:lnTo>
                  <a:lnTo>
                    <a:pt x="2706" y="11779"/>
                  </a:lnTo>
                  <a:lnTo>
                    <a:pt x="882" y="11835"/>
                  </a:lnTo>
                  <a:lnTo>
                    <a:pt x="0" y="7583"/>
                  </a:lnTo>
                  <a:lnTo>
                    <a:pt x="368" y="6400"/>
                  </a:lnTo>
                  <a:lnTo>
                    <a:pt x="355" y="3031"/>
                  </a:lnTo>
                  <a:lnTo>
                    <a:pt x="4495" y="1642"/>
                  </a:lnTo>
                  <a:lnTo>
                    <a:pt x="8148" y="235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0" name="ph5260"/>
            <p:cNvSpPr/>
            <p:nvPr/>
          </p:nvSpPr>
          <p:spPr>
            <a:xfrm>
              <a:off x="7288296" y="3107267"/>
              <a:ext cx="9250" cy="10906"/>
            </a:xfrm>
            <a:custGeom>
              <a:avLst/>
              <a:pathLst>
                <a:path w="9250" h="10906">
                  <a:moveTo>
                    <a:pt x="7665" y="375"/>
                  </a:moveTo>
                  <a:lnTo>
                    <a:pt x="9250" y="2872"/>
                  </a:lnTo>
                  <a:lnTo>
                    <a:pt x="7483" y="9556"/>
                  </a:lnTo>
                  <a:lnTo>
                    <a:pt x="4775" y="10836"/>
                  </a:lnTo>
                  <a:lnTo>
                    <a:pt x="1713" y="9767"/>
                  </a:lnTo>
                  <a:lnTo>
                    <a:pt x="913" y="10906"/>
                  </a:lnTo>
                  <a:lnTo>
                    <a:pt x="0" y="10249"/>
                  </a:lnTo>
                  <a:lnTo>
                    <a:pt x="503" y="8298"/>
                  </a:lnTo>
                  <a:lnTo>
                    <a:pt x="2329" y="7745"/>
                  </a:lnTo>
                  <a:lnTo>
                    <a:pt x="4726" y="4809"/>
                  </a:lnTo>
                  <a:lnTo>
                    <a:pt x="4828" y="2938"/>
                  </a:lnTo>
                  <a:lnTo>
                    <a:pt x="3527" y="2002"/>
                  </a:lnTo>
                  <a:lnTo>
                    <a:pt x="447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1" name="ph5261"/>
            <p:cNvSpPr/>
            <p:nvPr/>
          </p:nvSpPr>
          <p:spPr>
            <a:xfrm>
              <a:off x="7309014" y="3123873"/>
              <a:ext cx="24406" cy="16839"/>
            </a:xfrm>
            <a:custGeom>
              <a:avLst/>
              <a:pathLst>
                <a:path w="24406" h="16839">
                  <a:moveTo>
                    <a:pt x="19877" y="0"/>
                  </a:moveTo>
                  <a:lnTo>
                    <a:pt x="24406" y="2760"/>
                  </a:lnTo>
                  <a:lnTo>
                    <a:pt x="21290" y="5062"/>
                  </a:lnTo>
                  <a:lnTo>
                    <a:pt x="22997" y="8268"/>
                  </a:lnTo>
                  <a:lnTo>
                    <a:pt x="22442" y="10478"/>
                  </a:lnTo>
                  <a:lnTo>
                    <a:pt x="11112" y="16314"/>
                  </a:lnTo>
                  <a:lnTo>
                    <a:pt x="8056" y="16839"/>
                  </a:lnTo>
                  <a:lnTo>
                    <a:pt x="5420" y="15365"/>
                  </a:lnTo>
                  <a:lnTo>
                    <a:pt x="1523" y="11195"/>
                  </a:lnTo>
                  <a:lnTo>
                    <a:pt x="126" y="8091"/>
                  </a:lnTo>
                  <a:lnTo>
                    <a:pt x="0" y="4900"/>
                  </a:lnTo>
                  <a:lnTo>
                    <a:pt x="15588" y="302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2" name="ph5262"/>
            <p:cNvSpPr/>
            <p:nvPr/>
          </p:nvSpPr>
          <p:spPr>
            <a:xfrm>
              <a:off x="7343619" y="3000787"/>
              <a:ext cx="10123" cy="13040"/>
            </a:xfrm>
            <a:custGeom>
              <a:avLst/>
              <a:pathLst>
                <a:path w="10123" h="13040">
                  <a:moveTo>
                    <a:pt x="8513" y="1714"/>
                  </a:moveTo>
                  <a:lnTo>
                    <a:pt x="10123" y="8048"/>
                  </a:lnTo>
                  <a:lnTo>
                    <a:pt x="5042" y="12402"/>
                  </a:lnTo>
                  <a:lnTo>
                    <a:pt x="1702" y="13040"/>
                  </a:lnTo>
                  <a:lnTo>
                    <a:pt x="0" y="10149"/>
                  </a:lnTo>
                  <a:lnTo>
                    <a:pt x="1220" y="6607"/>
                  </a:lnTo>
                  <a:lnTo>
                    <a:pt x="929" y="5156"/>
                  </a:lnTo>
                  <a:lnTo>
                    <a:pt x="604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3" name="ph5263"/>
            <p:cNvSpPr/>
            <p:nvPr/>
          </p:nvSpPr>
          <p:spPr>
            <a:xfrm>
              <a:off x="7344251" y="3131823"/>
              <a:ext cx="8693" cy="9035"/>
            </a:xfrm>
            <a:custGeom>
              <a:avLst/>
              <a:pathLst>
                <a:path w="8693" h="9035">
                  <a:moveTo>
                    <a:pt x="3471" y="951"/>
                  </a:moveTo>
                  <a:lnTo>
                    <a:pt x="2168" y="3187"/>
                  </a:lnTo>
                  <a:lnTo>
                    <a:pt x="6837" y="5383"/>
                  </a:lnTo>
                  <a:lnTo>
                    <a:pt x="8693" y="8501"/>
                  </a:lnTo>
                  <a:lnTo>
                    <a:pt x="4105" y="7151"/>
                  </a:lnTo>
                  <a:lnTo>
                    <a:pt x="3505" y="9035"/>
                  </a:lnTo>
                  <a:lnTo>
                    <a:pt x="2104" y="8070"/>
                  </a:lnTo>
                  <a:lnTo>
                    <a:pt x="0" y="6604"/>
                  </a:lnTo>
                  <a:lnTo>
                    <a:pt x="2096" y="1478"/>
                  </a:lnTo>
                  <a:lnTo>
                    <a:pt x="191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4" name="ph5264"/>
            <p:cNvSpPr/>
            <p:nvPr/>
          </p:nvSpPr>
          <p:spPr>
            <a:xfrm>
              <a:off x="7328823" y="3236926"/>
              <a:ext cx="24445" cy="26780"/>
            </a:xfrm>
            <a:custGeom>
              <a:avLst/>
              <a:pathLst>
                <a:path w="24445" h="26780">
                  <a:moveTo>
                    <a:pt x="12967" y="0"/>
                  </a:moveTo>
                  <a:lnTo>
                    <a:pt x="17445" y="1957"/>
                  </a:lnTo>
                  <a:lnTo>
                    <a:pt x="18042" y="7892"/>
                  </a:lnTo>
                  <a:lnTo>
                    <a:pt x="19508" y="10344"/>
                  </a:lnTo>
                  <a:lnTo>
                    <a:pt x="24445" y="12308"/>
                  </a:lnTo>
                  <a:lnTo>
                    <a:pt x="21482" y="14751"/>
                  </a:lnTo>
                  <a:lnTo>
                    <a:pt x="21281" y="17013"/>
                  </a:lnTo>
                  <a:lnTo>
                    <a:pt x="20600" y="18836"/>
                  </a:lnTo>
                  <a:lnTo>
                    <a:pt x="9063" y="21656"/>
                  </a:lnTo>
                  <a:lnTo>
                    <a:pt x="9771" y="25890"/>
                  </a:lnTo>
                  <a:lnTo>
                    <a:pt x="9220" y="26780"/>
                  </a:lnTo>
                  <a:lnTo>
                    <a:pt x="5083" y="25623"/>
                  </a:lnTo>
                  <a:lnTo>
                    <a:pt x="4427" y="24513"/>
                  </a:lnTo>
                  <a:lnTo>
                    <a:pt x="4758" y="18677"/>
                  </a:lnTo>
                  <a:lnTo>
                    <a:pt x="2067" y="15041"/>
                  </a:lnTo>
                  <a:lnTo>
                    <a:pt x="0" y="14106"/>
                  </a:lnTo>
                  <a:lnTo>
                    <a:pt x="487" y="10728"/>
                  </a:lnTo>
                  <a:lnTo>
                    <a:pt x="1904" y="11088"/>
                  </a:lnTo>
                  <a:lnTo>
                    <a:pt x="5411" y="7471"/>
                  </a:lnTo>
                  <a:lnTo>
                    <a:pt x="3767" y="5027"/>
                  </a:lnTo>
                  <a:lnTo>
                    <a:pt x="8805" y="105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5" name="ph5265"/>
            <p:cNvSpPr/>
            <p:nvPr/>
          </p:nvSpPr>
          <p:spPr>
            <a:xfrm>
              <a:off x="7298218" y="3220245"/>
              <a:ext cx="11262" cy="17373"/>
            </a:xfrm>
            <a:custGeom>
              <a:avLst/>
              <a:pathLst>
                <a:path w="11262" h="17373">
                  <a:moveTo>
                    <a:pt x="11262" y="3200"/>
                  </a:moveTo>
                  <a:lnTo>
                    <a:pt x="10311" y="10176"/>
                  </a:lnTo>
                  <a:lnTo>
                    <a:pt x="10919" y="13142"/>
                  </a:lnTo>
                  <a:lnTo>
                    <a:pt x="10716" y="14777"/>
                  </a:lnTo>
                  <a:lnTo>
                    <a:pt x="10219" y="14667"/>
                  </a:lnTo>
                  <a:lnTo>
                    <a:pt x="6487" y="17373"/>
                  </a:lnTo>
                  <a:lnTo>
                    <a:pt x="4475" y="14432"/>
                  </a:lnTo>
                  <a:lnTo>
                    <a:pt x="1368" y="11382"/>
                  </a:lnTo>
                  <a:lnTo>
                    <a:pt x="0" y="10990"/>
                  </a:lnTo>
                  <a:lnTo>
                    <a:pt x="5521" y="3202"/>
                  </a:lnTo>
                  <a:lnTo>
                    <a:pt x="5429" y="1567"/>
                  </a:lnTo>
                  <a:lnTo>
                    <a:pt x="6953" y="790"/>
                  </a:lnTo>
                  <a:lnTo>
                    <a:pt x="8824" y="1548"/>
                  </a:lnTo>
                  <a:lnTo>
                    <a:pt x="934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6" name="ph5266"/>
            <p:cNvSpPr/>
            <p:nvPr/>
          </p:nvSpPr>
          <p:spPr>
            <a:xfrm>
              <a:off x="7398334" y="2967454"/>
              <a:ext cx="22639" cy="43329"/>
            </a:xfrm>
            <a:custGeom>
              <a:avLst/>
              <a:pathLst>
                <a:path w="22639" h="43329">
                  <a:moveTo>
                    <a:pt x="11620" y="1111"/>
                  </a:moveTo>
                  <a:lnTo>
                    <a:pt x="11034" y="1745"/>
                  </a:lnTo>
                  <a:lnTo>
                    <a:pt x="12164" y="7739"/>
                  </a:lnTo>
                  <a:lnTo>
                    <a:pt x="14914" y="13716"/>
                  </a:lnTo>
                  <a:lnTo>
                    <a:pt x="14447" y="14674"/>
                  </a:lnTo>
                  <a:lnTo>
                    <a:pt x="11238" y="15666"/>
                  </a:lnTo>
                  <a:lnTo>
                    <a:pt x="9835" y="17285"/>
                  </a:lnTo>
                  <a:lnTo>
                    <a:pt x="9381" y="21712"/>
                  </a:lnTo>
                  <a:lnTo>
                    <a:pt x="10234" y="24764"/>
                  </a:lnTo>
                  <a:lnTo>
                    <a:pt x="11108" y="24412"/>
                  </a:lnTo>
                  <a:lnTo>
                    <a:pt x="14926" y="18549"/>
                  </a:lnTo>
                  <a:lnTo>
                    <a:pt x="21691" y="20461"/>
                  </a:lnTo>
                  <a:lnTo>
                    <a:pt x="22639" y="22512"/>
                  </a:lnTo>
                  <a:lnTo>
                    <a:pt x="22272" y="23921"/>
                  </a:lnTo>
                  <a:lnTo>
                    <a:pt x="15775" y="29047"/>
                  </a:lnTo>
                  <a:lnTo>
                    <a:pt x="14854" y="31446"/>
                  </a:lnTo>
                  <a:lnTo>
                    <a:pt x="14924" y="32824"/>
                  </a:lnTo>
                  <a:lnTo>
                    <a:pt x="16572" y="34899"/>
                  </a:lnTo>
                  <a:lnTo>
                    <a:pt x="13540" y="37638"/>
                  </a:lnTo>
                  <a:lnTo>
                    <a:pt x="11100" y="42399"/>
                  </a:lnTo>
                  <a:lnTo>
                    <a:pt x="9424" y="43096"/>
                  </a:lnTo>
                  <a:lnTo>
                    <a:pt x="6793" y="43329"/>
                  </a:lnTo>
                  <a:lnTo>
                    <a:pt x="4535" y="41575"/>
                  </a:lnTo>
                  <a:lnTo>
                    <a:pt x="6081" y="37749"/>
                  </a:lnTo>
                  <a:lnTo>
                    <a:pt x="6556" y="31809"/>
                  </a:lnTo>
                  <a:lnTo>
                    <a:pt x="4732" y="29787"/>
                  </a:lnTo>
                  <a:lnTo>
                    <a:pt x="3313" y="30056"/>
                  </a:lnTo>
                  <a:lnTo>
                    <a:pt x="1960" y="27188"/>
                  </a:lnTo>
                  <a:lnTo>
                    <a:pt x="2495" y="26428"/>
                  </a:lnTo>
                  <a:lnTo>
                    <a:pt x="2161" y="22479"/>
                  </a:lnTo>
                  <a:lnTo>
                    <a:pt x="712" y="16033"/>
                  </a:lnTo>
                  <a:lnTo>
                    <a:pt x="1753" y="12441"/>
                  </a:lnTo>
                  <a:lnTo>
                    <a:pt x="928" y="9205"/>
                  </a:lnTo>
                  <a:lnTo>
                    <a:pt x="0" y="8232"/>
                  </a:lnTo>
                  <a:lnTo>
                    <a:pt x="2112" y="6977"/>
                  </a:lnTo>
                  <a:lnTo>
                    <a:pt x="4249" y="7587"/>
                  </a:lnTo>
                  <a:lnTo>
                    <a:pt x="6389" y="6400"/>
                  </a:lnTo>
                  <a:lnTo>
                    <a:pt x="802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7" name="ph5267"/>
            <p:cNvSpPr/>
            <p:nvPr/>
          </p:nvSpPr>
          <p:spPr>
            <a:xfrm>
              <a:off x="7323736" y="2964424"/>
              <a:ext cx="19261" cy="19690"/>
            </a:xfrm>
            <a:custGeom>
              <a:avLst/>
              <a:pathLst>
                <a:path w="19261" h="19690">
                  <a:moveTo>
                    <a:pt x="14477" y="822"/>
                  </a:moveTo>
                  <a:lnTo>
                    <a:pt x="14109" y="2005"/>
                  </a:lnTo>
                  <a:lnTo>
                    <a:pt x="14991" y="6257"/>
                  </a:lnTo>
                  <a:lnTo>
                    <a:pt x="16815" y="6201"/>
                  </a:lnTo>
                  <a:lnTo>
                    <a:pt x="18837" y="7348"/>
                  </a:lnTo>
                  <a:lnTo>
                    <a:pt x="19261" y="8412"/>
                  </a:lnTo>
                  <a:lnTo>
                    <a:pt x="18673" y="9960"/>
                  </a:lnTo>
                  <a:lnTo>
                    <a:pt x="12122" y="15302"/>
                  </a:lnTo>
                  <a:lnTo>
                    <a:pt x="11555" y="17376"/>
                  </a:lnTo>
                  <a:lnTo>
                    <a:pt x="13210" y="19690"/>
                  </a:lnTo>
                  <a:lnTo>
                    <a:pt x="11652" y="19627"/>
                  </a:lnTo>
                  <a:lnTo>
                    <a:pt x="0" y="13026"/>
                  </a:lnTo>
                  <a:lnTo>
                    <a:pt x="1464" y="5712"/>
                  </a:lnTo>
                  <a:lnTo>
                    <a:pt x="3484" y="3589"/>
                  </a:lnTo>
                  <a:lnTo>
                    <a:pt x="7167" y="5258"/>
                  </a:lnTo>
                  <a:lnTo>
                    <a:pt x="9963" y="3888"/>
                  </a:lnTo>
                  <a:lnTo>
                    <a:pt x="10460" y="1161"/>
                  </a:lnTo>
                  <a:lnTo>
                    <a:pt x="1292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8" name="ph5268"/>
            <p:cNvSpPr/>
            <p:nvPr/>
          </p:nvSpPr>
          <p:spPr>
            <a:xfrm>
              <a:off x="7305541" y="2956941"/>
              <a:ext cx="21679" cy="32364"/>
            </a:xfrm>
            <a:custGeom>
              <a:avLst/>
              <a:pathLst>
                <a:path w="21679" h="32364">
                  <a:moveTo>
                    <a:pt x="14124" y="1736"/>
                  </a:moveTo>
                  <a:lnTo>
                    <a:pt x="12053" y="5402"/>
                  </a:lnTo>
                  <a:lnTo>
                    <a:pt x="13530" y="8384"/>
                  </a:lnTo>
                  <a:lnTo>
                    <a:pt x="12210" y="12921"/>
                  </a:lnTo>
                  <a:lnTo>
                    <a:pt x="13883" y="13353"/>
                  </a:lnTo>
                  <a:lnTo>
                    <a:pt x="19827" y="11454"/>
                  </a:lnTo>
                  <a:lnTo>
                    <a:pt x="21181" y="10372"/>
                  </a:lnTo>
                  <a:lnTo>
                    <a:pt x="21679" y="11072"/>
                  </a:lnTo>
                  <a:lnTo>
                    <a:pt x="19659" y="13195"/>
                  </a:lnTo>
                  <a:lnTo>
                    <a:pt x="18194" y="20509"/>
                  </a:lnTo>
                  <a:lnTo>
                    <a:pt x="17244" y="26711"/>
                  </a:lnTo>
                  <a:lnTo>
                    <a:pt x="14156" y="28971"/>
                  </a:lnTo>
                  <a:lnTo>
                    <a:pt x="11450" y="32232"/>
                  </a:lnTo>
                  <a:lnTo>
                    <a:pt x="9381" y="32364"/>
                  </a:lnTo>
                  <a:lnTo>
                    <a:pt x="6583" y="30996"/>
                  </a:lnTo>
                  <a:lnTo>
                    <a:pt x="5654" y="27590"/>
                  </a:lnTo>
                  <a:lnTo>
                    <a:pt x="579" y="25753"/>
                  </a:lnTo>
                  <a:lnTo>
                    <a:pt x="1980" y="24025"/>
                  </a:lnTo>
                  <a:lnTo>
                    <a:pt x="0" y="20293"/>
                  </a:lnTo>
                  <a:lnTo>
                    <a:pt x="144" y="16656"/>
                  </a:lnTo>
                  <a:lnTo>
                    <a:pt x="1663" y="16650"/>
                  </a:lnTo>
                  <a:lnTo>
                    <a:pt x="3167" y="14569"/>
                  </a:lnTo>
                  <a:lnTo>
                    <a:pt x="5297" y="7873"/>
                  </a:lnTo>
                  <a:lnTo>
                    <a:pt x="8441" y="4215"/>
                  </a:lnTo>
                  <a:lnTo>
                    <a:pt x="9430" y="961"/>
                  </a:lnTo>
                  <a:lnTo>
                    <a:pt x="1072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9" name="ph5269"/>
            <p:cNvSpPr/>
            <p:nvPr/>
          </p:nvSpPr>
          <p:spPr>
            <a:xfrm>
              <a:off x="7305103" y="3160793"/>
              <a:ext cx="28617" cy="18034"/>
            </a:xfrm>
            <a:custGeom>
              <a:avLst/>
              <a:pathLst>
                <a:path w="28617" h="18034">
                  <a:moveTo>
                    <a:pt x="23704" y="3179"/>
                  </a:moveTo>
                  <a:lnTo>
                    <a:pt x="27005" y="3032"/>
                  </a:lnTo>
                  <a:lnTo>
                    <a:pt x="27161" y="3613"/>
                  </a:lnTo>
                  <a:lnTo>
                    <a:pt x="28617" y="6109"/>
                  </a:lnTo>
                  <a:lnTo>
                    <a:pt x="27709" y="7784"/>
                  </a:lnTo>
                  <a:lnTo>
                    <a:pt x="23497" y="12601"/>
                  </a:lnTo>
                  <a:lnTo>
                    <a:pt x="21678" y="11776"/>
                  </a:lnTo>
                  <a:lnTo>
                    <a:pt x="20693" y="10345"/>
                  </a:lnTo>
                  <a:lnTo>
                    <a:pt x="14398" y="10775"/>
                  </a:lnTo>
                  <a:lnTo>
                    <a:pt x="8144" y="14903"/>
                  </a:lnTo>
                  <a:lnTo>
                    <a:pt x="4416" y="18034"/>
                  </a:lnTo>
                  <a:lnTo>
                    <a:pt x="0" y="14708"/>
                  </a:lnTo>
                  <a:lnTo>
                    <a:pt x="853" y="10239"/>
                  </a:lnTo>
                  <a:lnTo>
                    <a:pt x="1760" y="7803"/>
                  </a:lnTo>
                  <a:lnTo>
                    <a:pt x="4833" y="6349"/>
                  </a:lnTo>
                  <a:lnTo>
                    <a:pt x="8612" y="7297"/>
                  </a:lnTo>
                  <a:lnTo>
                    <a:pt x="13094" y="6015"/>
                  </a:lnTo>
                  <a:lnTo>
                    <a:pt x="13780" y="4653"/>
                  </a:lnTo>
                  <a:lnTo>
                    <a:pt x="13348" y="3212"/>
                  </a:lnTo>
                  <a:lnTo>
                    <a:pt x="11572" y="3317"/>
                  </a:lnTo>
                  <a:lnTo>
                    <a:pt x="9696" y="1631"/>
                  </a:lnTo>
                  <a:lnTo>
                    <a:pt x="1219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0" name="ph5270"/>
            <p:cNvSpPr/>
            <p:nvPr/>
          </p:nvSpPr>
          <p:spPr>
            <a:xfrm>
              <a:off x="7321968" y="2907926"/>
              <a:ext cx="25116" cy="24152"/>
            </a:xfrm>
            <a:custGeom>
              <a:avLst/>
              <a:pathLst>
                <a:path w="25116" h="24152">
                  <a:moveTo>
                    <a:pt x="11649" y="0"/>
                  </a:moveTo>
                  <a:lnTo>
                    <a:pt x="14862" y="9508"/>
                  </a:lnTo>
                  <a:lnTo>
                    <a:pt x="16851" y="8231"/>
                  </a:lnTo>
                  <a:lnTo>
                    <a:pt x="19596" y="7890"/>
                  </a:lnTo>
                  <a:lnTo>
                    <a:pt x="23573" y="8455"/>
                  </a:lnTo>
                  <a:lnTo>
                    <a:pt x="25116" y="11110"/>
                  </a:lnTo>
                  <a:lnTo>
                    <a:pt x="21674" y="23305"/>
                  </a:lnTo>
                  <a:lnTo>
                    <a:pt x="19117" y="21213"/>
                  </a:lnTo>
                  <a:lnTo>
                    <a:pt x="16490" y="23574"/>
                  </a:lnTo>
                  <a:lnTo>
                    <a:pt x="14316" y="24152"/>
                  </a:lnTo>
                  <a:lnTo>
                    <a:pt x="7971" y="24052"/>
                  </a:lnTo>
                  <a:lnTo>
                    <a:pt x="2450" y="22714"/>
                  </a:lnTo>
                  <a:lnTo>
                    <a:pt x="0" y="23416"/>
                  </a:lnTo>
                  <a:lnTo>
                    <a:pt x="383" y="20566"/>
                  </a:lnTo>
                  <a:lnTo>
                    <a:pt x="818" y="17449"/>
                  </a:lnTo>
                  <a:lnTo>
                    <a:pt x="6569" y="13637"/>
                  </a:lnTo>
                  <a:lnTo>
                    <a:pt x="9636" y="10123"/>
                  </a:lnTo>
                  <a:lnTo>
                    <a:pt x="11102" y="6248"/>
                  </a:lnTo>
                  <a:lnTo>
                    <a:pt x="8657" y="1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1" name="ph5271"/>
            <p:cNvSpPr/>
            <p:nvPr/>
          </p:nvSpPr>
          <p:spPr>
            <a:xfrm>
              <a:off x="7107257" y="2822741"/>
              <a:ext cx="35287" cy="49828"/>
            </a:xfrm>
            <a:custGeom>
              <a:avLst/>
              <a:pathLst>
                <a:path w="35287" h="49828">
                  <a:moveTo>
                    <a:pt x="16058" y="1642"/>
                  </a:moveTo>
                  <a:lnTo>
                    <a:pt x="13834" y="3608"/>
                  </a:lnTo>
                  <a:lnTo>
                    <a:pt x="15203" y="7940"/>
                  </a:lnTo>
                  <a:lnTo>
                    <a:pt x="17024" y="9309"/>
                  </a:lnTo>
                  <a:lnTo>
                    <a:pt x="19846" y="8640"/>
                  </a:lnTo>
                  <a:lnTo>
                    <a:pt x="21809" y="9230"/>
                  </a:lnTo>
                  <a:lnTo>
                    <a:pt x="25561" y="18902"/>
                  </a:lnTo>
                  <a:lnTo>
                    <a:pt x="24647" y="22226"/>
                  </a:lnTo>
                  <a:lnTo>
                    <a:pt x="22511" y="23579"/>
                  </a:lnTo>
                  <a:lnTo>
                    <a:pt x="23710" y="25683"/>
                  </a:lnTo>
                  <a:lnTo>
                    <a:pt x="27695" y="28278"/>
                  </a:lnTo>
                  <a:lnTo>
                    <a:pt x="30857" y="31653"/>
                  </a:lnTo>
                  <a:lnTo>
                    <a:pt x="32466" y="32721"/>
                  </a:lnTo>
                  <a:lnTo>
                    <a:pt x="34023" y="31552"/>
                  </a:lnTo>
                  <a:lnTo>
                    <a:pt x="35287" y="33039"/>
                  </a:lnTo>
                  <a:lnTo>
                    <a:pt x="34195" y="37230"/>
                  </a:lnTo>
                  <a:lnTo>
                    <a:pt x="26822" y="42196"/>
                  </a:lnTo>
                  <a:lnTo>
                    <a:pt x="22602" y="48891"/>
                  </a:lnTo>
                  <a:lnTo>
                    <a:pt x="19660" y="49828"/>
                  </a:lnTo>
                  <a:lnTo>
                    <a:pt x="8559" y="48995"/>
                  </a:lnTo>
                  <a:lnTo>
                    <a:pt x="6393" y="46711"/>
                  </a:lnTo>
                  <a:lnTo>
                    <a:pt x="7610" y="45048"/>
                  </a:lnTo>
                  <a:lnTo>
                    <a:pt x="3059" y="44211"/>
                  </a:lnTo>
                  <a:lnTo>
                    <a:pt x="3993" y="38037"/>
                  </a:lnTo>
                  <a:lnTo>
                    <a:pt x="3592" y="31747"/>
                  </a:lnTo>
                  <a:lnTo>
                    <a:pt x="0" y="23206"/>
                  </a:lnTo>
                  <a:lnTo>
                    <a:pt x="3633" y="21118"/>
                  </a:lnTo>
                  <a:lnTo>
                    <a:pt x="3893" y="18013"/>
                  </a:lnTo>
                  <a:lnTo>
                    <a:pt x="2645" y="16200"/>
                  </a:lnTo>
                  <a:lnTo>
                    <a:pt x="1984" y="15575"/>
                  </a:lnTo>
                  <a:lnTo>
                    <a:pt x="1914" y="12068"/>
                  </a:lnTo>
                  <a:lnTo>
                    <a:pt x="4948" y="8163"/>
                  </a:lnTo>
                  <a:lnTo>
                    <a:pt x="5349" y="9316"/>
                  </a:lnTo>
                  <a:lnTo>
                    <a:pt x="8229" y="7803"/>
                  </a:lnTo>
                  <a:lnTo>
                    <a:pt x="9763" y="4932"/>
                  </a:lnTo>
                  <a:lnTo>
                    <a:pt x="8852" y="2732"/>
                  </a:lnTo>
                  <a:lnTo>
                    <a:pt x="1394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2" name="ph5272"/>
            <p:cNvSpPr/>
            <p:nvPr/>
          </p:nvSpPr>
          <p:spPr>
            <a:xfrm>
              <a:off x="7150892" y="2807983"/>
              <a:ext cx="39041" cy="47621"/>
            </a:xfrm>
            <a:custGeom>
              <a:avLst/>
              <a:pathLst>
                <a:path w="39041" h="47621">
                  <a:moveTo>
                    <a:pt x="28572" y="1198"/>
                  </a:moveTo>
                  <a:lnTo>
                    <a:pt x="31667" y="7032"/>
                  </a:lnTo>
                  <a:lnTo>
                    <a:pt x="32463" y="12920"/>
                  </a:lnTo>
                  <a:lnTo>
                    <a:pt x="27946" y="13183"/>
                  </a:lnTo>
                  <a:lnTo>
                    <a:pt x="27003" y="17429"/>
                  </a:lnTo>
                  <a:lnTo>
                    <a:pt x="29116" y="20023"/>
                  </a:lnTo>
                  <a:lnTo>
                    <a:pt x="32585" y="22303"/>
                  </a:lnTo>
                  <a:lnTo>
                    <a:pt x="37279" y="23413"/>
                  </a:lnTo>
                  <a:lnTo>
                    <a:pt x="37844" y="31801"/>
                  </a:lnTo>
                  <a:lnTo>
                    <a:pt x="39041" y="36989"/>
                  </a:lnTo>
                  <a:lnTo>
                    <a:pt x="37654" y="39539"/>
                  </a:lnTo>
                  <a:lnTo>
                    <a:pt x="28112" y="40572"/>
                  </a:lnTo>
                  <a:lnTo>
                    <a:pt x="22667" y="43238"/>
                  </a:lnTo>
                  <a:lnTo>
                    <a:pt x="22243" y="44147"/>
                  </a:lnTo>
                  <a:lnTo>
                    <a:pt x="14595" y="47283"/>
                  </a:lnTo>
                  <a:lnTo>
                    <a:pt x="14037" y="47621"/>
                  </a:lnTo>
                  <a:lnTo>
                    <a:pt x="11498" y="46343"/>
                  </a:lnTo>
                  <a:lnTo>
                    <a:pt x="8995" y="43203"/>
                  </a:lnTo>
                  <a:lnTo>
                    <a:pt x="6568" y="41758"/>
                  </a:lnTo>
                  <a:lnTo>
                    <a:pt x="3161" y="44058"/>
                  </a:lnTo>
                  <a:lnTo>
                    <a:pt x="1256" y="42772"/>
                  </a:lnTo>
                  <a:lnTo>
                    <a:pt x="0" y="39837"/>
                  </a:lnTo>
                  <a:lnTo>
                    <a:pt x="1298" y="36791"/>
                  </a:lnTo>
                  <a:lnTo>
                    <a:pt x="1241" y="32148"/>
                  </a:lnTo>
                  <a:lnTo>
                    <a:pt x="4687" y="31376"/>
                  </a:lnTo>
                  <a:lnTo>
                    <a:pt x="7597" y="28107"/>
                  </a:lnTo>
                  <a:lnTo>
                    <a:pt x="15121" y="10454"/>
                  </a:lnTo>
                  <a:lnTo>
                    <a:pt x="16506" y="9869"/>
                  </a:lnTo>
                  <a:lnTo>
                    <a:pt x="16899" y="8286"/>
                  </a:lnTo>
                  <a:lnTo>
                    <a:pt x="15478" y="2538"/>
                  </a:lnTo>
                  <a:lnTo>
                    <a:pt x="19418" y="1284"/>
                  </a:lnTo>
                  <a:lnTo>
                    <a:pt x="24157" y="4317"/>
                  </a:lnTo>
                  <a:lnTo>
                    <a:pt x="2679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3" name="ph5273"/>
            <p:cNvSpPr/>
            <p:nvPr/>
          </p:nvSpPr>
          <p:spPr>
            <a:xfrm>
              <a:off x="7010852" y="2924309"/>
              <a:ext cx="15448" cy="30504"/>
            </a:xfrm>
            <a:custGeom>
              <a:avLst/>
              <a:pathLst>
                <a:path w="15448" h="30504">
                  <a:moveTo>
                    <a:pt x="9093" y="521"/>
                  </a:moveTo>
                  <a:lnTo>
                    <a:pt x="10345" y="3951"/>
                  </a:lnTo>
                  <a:lnTo>
                    <a:pt x="14262" y="4990"/>
                  </a:lnTo>
                  <a:lnTo>
                    <a:pt x="15448" y="9146"/>
                  </a:lnTo>
                  <a:lnTo>
                    <a:pt x="15158" y="18198"/>
                  </a:lnTo>
                  <a:lnTo>
                    <a:pt x="13309" y="24427"/>
                  </a:lnTo>
                  <a:lnTo>
                    <a:pt x="13314" y="28695"/>
                  </a:lnTo>
                  <a:lnTo>
                    <a:pt x="15410" y="29980"/>
                  </a:lnTo>
                  <a:lnTo>
                    <a:pt x="13131" y="30504"/>
                  </a:lnTo>
                  <a:lnTo>
                    <a:pt x="11835" y="28317"/>
                  </a:lnTo>
                  <a:lnTo>
                    <a:pt x="8119" y="27121"/>
                  </a:lnTo>
                  <a:lnTo>
                    <a:pt x="4902" y="27169"/>
                  </a:lnTo>
                  <a:lnTo>
                    <a:pt x="4077" y="26828"/>
                  </a:lnTo>
                  <a:lnTo>
                    <a:pt x="2508" y="22095"/>
                  </a:lnTo>
                  <a:lnTo>
                    <a:pt x="2142" y="15594"/>
                  </a:lnTo>
                  <a:lnTo>
                    <a:pt x="0" y="9969"/>
                  </a:lnTo>
                  <a:lnTo>
                    <a:pt x="318" y="5180"/>
                  </a:lnTo>
                  <a:lnTo>
                    <a:pt x="2760" y="5315"/>
                  </a:lnTo>
                  <a:lnTo>
                    <a:pt x="3072" y="2356"/>
                  </a:lnTo>
                  <a:lnTo>
                    <a:pt x="22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4" name="ph5274"/>
            <p:cNvSpPr/>
            <p:nvPr/>
          </p:nvSpPr>
          <p:spPr>
            <a:xfrm>
              <a:off x="7097238" y="2794183"/>
              <a:ext cx="47068" cy="37874"/>
            </a:xfrm>
            <a:custGeom>
              <a:avLst/>
              <a:pathLst>
                <a:path w="47068" h="37874">
                  <a:moveTo>
                    <a:pt x="10468" y="918"/>
                  </a:moveTo>
                  <a:lnTo>
                    <a:pt x="16031" y="1293"/>
                  </a:lnTo>
                  <a:lnTo>
                    <a:pt x="20394" y="8554"/>
                  </a:lnTo>
                  <a:lnTo>
                    <a:pt x="28031" y="15968"/>
                  </a:lnTo>
                  <a:lnTo>
                    <a:pt x="29826" y="16775"/>
                  </a:lnTo>
                  <a:lnTo>
                    <a:pt x="29020" y="18186"/>
                  </a:lnTo>
                  <a:lnTo>
                    <a:pt x="29611" y="19253"/>
                  </a:lnTo>
                  <a:lnTo>
                    <a:pt x="35436" y="20426"/>
                  </a:lnTo>
                  <a:lnTo>
                    <a:pt x="37352" y="20022"/>
                  </a:lnTo>
                  <a:lnTo>
                    <a:pt x="39421" y="18083"/>
                  </a:lnTo>
                  <a:lnTo>
                    <a:pt x="45868" y="24273"/>
                  </a:lnTo>
                  <a:lnTo>
                    <a:pt x="47068" y="29592"/>
                  </a:lnTo>
                  <a:lnTo>
                    <a:pt x="37631" y="34834"/>
                  </a:lnTo>
                  <a:lnTo>
                    <a:pt x="36677" y="36403"/>
                  </a:lnTo>
                  <a:lnTo>
                    <a:pt x="34651" y="37611"/>
                  </a:lnTo>
                  <a:lnTo>
                    <a:pt x="31828" y="37788"/>
                  </a:lnTo>
                  <a:lnTo>
                    <a:pt x="29865" y="37198"/>
                  </a:lnTo>
                  <a:lnTo>
                    <a:pt x="27043" y="37867"/>
                  </a:lnTo>
                  <a:lnTo>
                    <a:pt x="25222" y="36498"/>
                  </a:lnTo>
                  <a:lnTo>
                    <a:pt x="23853" y="32166"/>
                  </a:lnTo>
                  <a:lnTo>
                    <a:pt x="26077" y="30200"/>
                  </a:lnTo>
                  <a:lnTo>
                    <a:pt x="23961" y="28557"/>
                  </a:lnTo>
                  <a:lnTo>
                    <a:pt x="18871" y="31290"/>
                  </a:lnTo>
                  <a:lnTo>
                    <a:pt x="19782" y="33490"/>
                  </a:lnTo>
                  <a:lnTo>
                    <a:pt x="18248" y="36361"/>
                  </a:lnTo>
                  <a:lnTo>
                    <a:pt x="15368" y="37874"/>
                  </a:lnTo>
                  <a:lnTo>
                    <a:pt x="14967" y="36720"/>
                  </a:lnTo>
                  <a:lnTo>
                    <a:pt x="15240" y="36160"/>
                  </a:lnTo>
                  <a:lnTo>
                    <a:pt x="13472" y="35257"/>
                  </a:lnTo>
                  <a:lnTo>
                    <a:pt x="10370" y="34423"/>
                  </a:lnTo>
                  <a:lnTo>
                    <a:pt x="7120" y="34758"/>
                  </a:lnTo>
                  <a:lnTo>
                    <a:pt x="7523" y="36251"/>
                  </a:lnTo>
                  <a:lnTo>
                    <a:pt x="4628" y="37515"/>
                  </a:lnTo>
                  <a:lnTo>
                    <a:pt x="1880" y="34821"/>
                  </a:lnTo>
                  <a:lnTo>
                    <a:pt x="320" y="30799"/>
                  </a:lnTo>
                  <a:lnTo>
                    <a:pt x="0" y="29036"/>
                  </a:lnTo>
                  <a:lnTo>
                    <a:pt x="2299" y="26698"/>
                  </a:lnTo>
                  <a:lnTo>
                    <a:pt x="1816" y="24090"/>
                  </a:lnTo>
                  <a:lnTo>
                    <a:pt x="1657" y="18280"/>
                  </a:lnTo>
                  <a:lnTo>
                    <a:pt x="2395" y="15150"/>
                  </a:lnTo>
                  <a:lnTo>
                    <a:pt x="1827" y="10975"/>
                  </a:lnTo>
                  <a:lnTo>
                    <a:pt x="4742" y="4524"/>
                  </a:lnTo>
                  <a:lnTo>
                    <a:pt x="540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5" name="ph5275"/>
            <p:cNvSpPr/>
            <p:nvPr/>
          </p:nvSpPr>
          <p:spPr>
            <a:xfrm>
              <a:off x="7023095" y="2874957"/>
              <a:ext cx="30448" cy="61374"/>
            </a:xfrm>
            <a:custGeom>
              <a:avLst/>
              <a:pathLst>
                <a:path w="30448" h="61374">
                  <a:moveTo>
                    <a:pt x="19424" y="659"/>
                  </a:moveTo>
                  <a:lnTo>
                    <a:pt x="26581" y="4604"/>
                  </a:lnTo>
                  <a:lnTo>
                    <a:pt x="24580" y="4660"/>
                  </a:lnTo>
                  <a:lnTo>
                    <a:pt x="20974" y="6355"/>
                  </a:lnTo>
                  <a:lnTo>
                    <a:pt x="16391" y="14843"/>
                  </a:lnTo>
                  <a:lnTo>
                    <a:pt x="21786" y="13429"/>
                  </a:lnTo>
                  <a:lnTo>
                    <a:pt x="23600" y="17203"/>
                  </a:lnTo>
                  <a:lnTo>
                    <a:pt x="26082" y="27039"/>
                  </a:lnTo>
                  <a:lnTo>
                    <a:pt x="30448" y="32229"/>
                  </a:lnTo>
                  <a:lnTo>
                    <a:pt x="29575" y="35264"/>
                  </a:lnTo>
                  <a:lnTo>
                    <a:pt x="28227" y="35678"/>
                  </a:lnTo>
                  <a:lnTo>
                    <a:pt x="25920" y="42549"/>
                  </a:lnTo>
                  <a:lnTo>
                    <a:pt x="26641" y="49546"/>
                  </a:lnTo>
                  <a:lnTo>
                    <a:pt x="26168" y="51561"/>
                  </a:lnTo>
                  <a:lnTo>
                    <a:pt x="26740" y="56926"/>
                  </a:lnTo>
                  <a:lnTo>
                    <a:pt x="23513" y="56476"/>
                  </a:lnTo>
                  <a:lnTo>
                    <a:pt x="21745" y="57118"/>
                  </a:lnTo>
                  <a:lnTo>
                    <a:pt x="13313" y="58889"/>
                  </a:lnTo>
                  <a:lnTo>
                    <a:pt x="13103" y="60619"/>
                  </a:lnTo>
                  <a:lnTo>
                    <a:pt x="10713" y="61374"/>
                  </a:lnTo>
                  <a:lnTo>
                    <a:pt x="7783" y="54577"/>
                  </a:lnTo>
                  <a:lnTo>
                    <a:pt x="8737" y="53057"/>
                  </a:lnTo>
                  <a:lnTo>
                    <a:pt x="8261" y="43314"/>
                  </a:lnTo>
                  <a:lnTo>
                    <a:pt x="6910" y="38303"/>
                  </a:lnTo>
                  <a:lnTo>
                    <a:pt x="5717" y="36557"/>
                  </a:lnTo>
                  <a:lnTo>
                    <a:pt x="2319" y="35880"/>
                  </a:lnTo>
                  <a:lnTo>
                    <a:pt x="2844" y="25828"/>
                  </a:lnTo>
                  <a:lnTo>
                    <a:pt x="376" y="24900"/>
                  </a:lnTo>
                  <a:lnTo>
                    <a:pt x="0" y="22227"/>
                  </a:lnTo>
                  <a:lnTo>
                    <a:pt x="6975" y="15986"/>
                  </a:lnTo>
                  <a:lnTo>
                    <a:pt x="8875" y="11382"/>
                  </a:lnTo>
                  <a:lnTo>
                    <a:pt x="8697" y="10302"/>
                  </a:lnTo>
                  <a:lnTo>
                    <a:pt x="12993" y="7032"/>
                  </a:lnTo>
                  <a:lnTo>
                    <a:pt x="17016" y="5155"/>
                  </a:lnTo>
                  <a:lnTo>
                    <a:pt x="17252" y="2526"/>
                  </a:lnTo>
                  <a:lnTo>
                    <a:pt x="16160" y="738"/>
                  </a:lnTo>
                  <a:lnTo>
                    <a:pt x="1667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6" name="ph5276"/>
            <p:cNvSpPr/>
            <p:nvPr/>
          </p:nvSpPr>
          <p:spPr>
            <a:xfrm>
              <a:off x="7038421" y="2925715"/>
              <a:ext cx="27547" cy="29187"/>
            </a:xfrm>
            <a:custGeom>
              <a:avLst/>
              <a:pathLst>
                <a:path w="27547" h="29187">
                  <a:moveTo>
                    <a:pt x="25743" y="221"/>
                  </a:moveTo>
                  <a:lnTo>
                    <a:pt x="25313" y="3919"/>
                  </a:lnTo>
                  <a:lnTo>
                    <a:pt x="26881" y="6886"/>
                  </a:lnTo>
                  <a:lnTo>
                    <a:pt x="27547" y="10065"/>
                  </a:lnTo>
                  <a:lnTo>
                    <a:pt x="23773" y="16129"/>
                  </a:lnTo>
                  <a:lnTo>
                    <a:pt x="15917" y="21369"/>
                  </a:lnTo>
                  <a:lnTo>
                    <a:pt x="11177" y="28039"/>
                  </a:lnTo>
                  <a:lnTo>
                    <a:pt x="11002" y="28849"/>
                  </a:lnTo>
                  <a:lnTo>
                    <a:pt x="4146" y="29187"/>
                  </a:lnTo>
                  <a:lnTo>
                    <a:pt x="3480" y="27591"/>
                  </a:lnTo>
                  <a:lnTo>
                    <a:pt x="4291" y="25764"/>
                  </a:lnTo>
                  <a:lnTo>
                    <a:pt x="4067" y="24042"/>
                  </a:lnTo>
                  <a:lnTo>
                    <a:pt x="977" y="21497"/>
                  </a:lnTo>
                  <a:lnTo>
                    <a:pt x="0" y="19252"/>
                  </a:lnTo>
                  <a:lnTo>
                    <a:pt x="8031" y="8073"/>
                  </a:lnTo>
                  <a:lnTo>
                    <a:pt x="6420" y="6360"/>
                  </a:lnTo>
                  <a:lnTo>
                    <a:pt x="8187" y="5718"/>
                  </a:lnTo>
                  <a:lnTo>
                    <a:pt x="11414" y="6167"/>
                  </a:lnTo>
                  <a:lnTo>
                    <a:pt x="10842" y="803"/>
                  </a:lnTo>
                  <a:lnTo>
                    <a:pt x="11583" y="2416"/>
                  </a:lnTo>
                  <a:lnTo>
                    <a:pt x="22008" y="1384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7" name="ph5277"/>
            <p:cNvSpPr/>
            <p:nvPr/>
          </p:nvSpPr>
          <p:spPr>
            <a:xfrm>
              <a:off x="7111398" y="2855781"/>
              <a:ext cx="39493" cy="29169"/>
            </a:xfrm>
            <a:custGeom>
              <a:avLst/>
              <a:pathLst>
                <a:path w="39493" h="29169">
                  <a:moveTo>
                    <a:pt x="36102" y="9"/>
                  </a:moveTo>
                  <a:lnTo>
                    <a:pt x="35167" y="107"/>
                  </a:lnTo>
                  <a:lnTo>
                    <a:pt x="35078" y="1845"/>
                  </a:lnTo>
                  <a:lnTo>
                    <a:pt x="36486" y="4555"/>
                  </a:lnTo>
                  <a:lnTo>
                    <a:pt x="37903" y="3783"/>
                  </a:lnTo>
                  <a:lnTo>
                    <a:pt x="38906" y="4212"/>
                  </a:lnTo>
                  <a:lnTo>
                    <a:pt x="39493" y="7827"/>
                  </a:lnTo>
                  <a:lnTo>
                    <a:pt x="38912" y="10167"/>
                  </a:lnTo>
                  <a:lnTo>
                    <a:pt x="37054" y="12141"/>
                  </a:lnTo>
                  <a:lnTo>
                    <a:pt x="27584" y="11151"/>
                  </a:lnTo>
                  <a:lnTo>
                    <a:pt x="26023" y="22355"/>
                  </a:lnTo>
                  <a:lnTo>
                    <a:pt x="21255" y="22601"/>
                  </a:lnTo>
                  <a:lnTo>
                    <a:pt x="19472" y="24409"/>
                  </a:lnTo>
                  <a:lnTo>
                    <a:pt x="18698" y="27056"/>
                  </a:lnTo>
                  <a:lnTo>
                    <a:pt x="15542" y="29169"/>
                  </a:lnTo>
                  <a:lnTo>
                    <a:pt x="12664" y="29017"/>
                  </a:lnTo>
                  <a:lnTo>
                    <a:pt x="12184" y="26326"/>
                  </a:lnTo>
                  <a:lnTo>
                    <a:pt x="5793" y="25698"/>
                  </a:lnTo>
                  <a:lnTo>
                    <a:pt x="617" y="21731"/>
                  </a:lnTo>
                  <a:lnTo>
                    <a:pt x="0" y="18181"/>
                  </a:lnTo>
                  <a:lnTo>
                    <a:pt x="4161" y="16707"/>
                  </a:lnTo>
                  <a:lnTo>
                    <a:pt x="4418" y="15956"/>
                  </a:lnTo>
                  <a:lnTo>
                    <a:pt x="15519" y="16788"/>
                  </a:lnTo>
                  <a:lnTo>
                    <a:pt x="18461" y="15851"/>
                  </a:lnTo>
                  <a:lnTo>
                    <a:pt x="22681" y="9156"/>
                  </a:lnTo>
                  <a:lnTo>
                    <a:pt x="30054" y="4190"/>
                  </a:lnTo>
                  <a:lnTo>
                    <a:pt x="3114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8" name="ph5278"/>
            <p:cNvSpPr/>
            <p:nvPr/>
          </p:nvSpPr>
          <p:spPr>
            <a:xfrm>
              <a:off x="7049598" y="2929794"/>
              <a:ext cx="44358" cy="44643"/>
            </a:xfrm>
            <a:custGeom>
              <a:avLst/>
              <a:pathLst>
                <a:path w="44358" h="44643">
                  <a:moveTo>
                    <a:pt x="22222" y="1543"/>
                  </a:moveTo>
                  <a:lnTo>
                    <a:pt x="27691" y="7276"/>
                  </a:lnTo>
                  <a:lnTo>
                    <a:pt x="29047" y="10507"/>
                  </a:lnTo>
                  <a:lnTo>
                    <a:pt x="28316" y="12667"/>
                  </a:lnTo>
                  <a:lnTo>
                    <a:pt x="31644" y="15010"/>
                  </a:lnTo>
                  <a:lnTo>
                    <a:pt x="34813" y="13276"/>
                  </a:lnTo>
                  <a:lnTo>
                    <a:pt x="34963" y="10659"/>
                  </a:lnTo>
                  <a:lnTo>
                    <a:pt x="41559" y="11274"/>
                  </a:lnTo>
                  <a:lnTo>
                    <a:pt x="44358" y="8760"/>
                  </a:lnTo>
                  <a:lnTo>
                    <a:pt x="41844" y="36249"/>
                  </a:lnTo>
                  <a:lnTo>
                    <a:pt x="34875" y="34117"/>
                  </a:lnTo>
                  <a:lnTo>
                    <a:pt x="33129" y="36379"/>
                  </a:lnTo>
                  <a:lnTo>
                    <a:pt x="32604" y="38808"/>
                  </a:lnTo>
                  <a:lnTo>
                    <a:pt x="33318" y="41031"/>
                  </a:lnTo>
                  <a:lnTo>
                    <a:pt x="34087" y="41259"/>
                  </a:lnTo>
                  <a:lnTo>
                    <a:pt x="34615" y="43789"/>
                  </a:lnTo>
                  <a:lnTo>
                    <a:pt x="30582" y="43307"/>
                  </a:lnTo>
                  <a:lnTo>
                    <a:pt x="29862" y="39053"/>
                  </a:lnTo>
                  <a:lnTo>
                    <a:pt x="26808" y="36050"/>
                  </a:lnTo>
                  <a:lnTo>
                    <a:pt x="26109" y="37972"/>
                  </a:lnTo>
                  <a:lnTo>
                    <a:pt x="27225" y="40311"/>
                  </a:lnTo>
                  <a:lnTo>
                    <a:pt x="21252" y="44643"/>
                  </a:lnTo>
                  <a:lnTo>
                    <a:pt x="15972" y="42032"/>
                  </a:lnTo>
                  <a:lnTo>
                    <a:pt x="14990" y="39288"/>
                  </a:lnTo>
                  <a:lnTo>
                    <a:pt x="14185" y="30240"/>
                  </a:lnTo>
                  <a:lnTo>
                    <a:pt x="10392" y="30669"/>
                  </a:lnTo>
                  <a:lnTo>
                    <a:pt x="5936" y="29748"/>
                  </a:lnTo>
                  <a:lnTo>
                    <a:pt x="2680" y="27632"/>
                  </a:lnTo>
                  <a:lnTo>
                    <a:pt x="3041" y="25955"/>
                  </a:lnTo>
                  <a:lnTo>
                    <a:pt x="1578" y="24881"/>
                  </a:lnTo>
                  <a:lnTo>
                    <a:pt x="0" y="23960"/>
                  </a:lnTo>
                  <a:lnTo>
                    <a:pt x="4740" y="17290"/>
                  </a:lnTo>
                  <a:lnTo>
                    <a:pt x="12596" y="12049"/>
                  </a:lnTo>
                  <a:lnTo>
                    <a:pt x="16370" y="5986"/>
                  </a:lnTo>
                  <a:lnTo>
                    <a:pt x="15704" y="2807"/>
                  </a:lnTo>
                  <a:lnTo>
                    <a:pt x="15640" y="917"/>
                  </a:lnTo>
                  <a:lnTo>
                    <a:pt x="19397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9" name="ph5279"/>
            <p:cNvSpPr/>
            <p:nvPr/>
          </p:nvSpPr>
          <p:spPr>
            <a:xfrm>
              <a:off x="7063481" y="2916249"/>
              <a:ext cx="31250" cy="28556"/>
            </a:xfrm>
            <a:custGeom>
              <a:avLst/>
              <a:pathLst>
                <a:path w="31250" h="28556">
                  <a:moveTo>
                    <a:pt x="8819" y="487"/>
                  </a:moveTo>
                  <a:lnTo>
                    <a:pt x="8309" y="1628"/>
                  </a:lnTo>
                  <a:lnTo>
                    <a:pt x="10898" y="1855"/>
                  </a:lnTo>
                  <a:lnTo>
                    <a:pt x="18479" y="2354"/>
                  </a:lnTo>
                  <a:lnTo>
                    <a:pt x="22055" y="5771"/>
                  </a:lnTo>
                  <a:lnTo>
                    <a:pt x="25231" y="7095"/>
                  </a:lnTo>
                  <a:lnTo>
                    <a:pt x="25972" y="12018"/>
                  </a:lnTo>
                  <a:lnTo>
                    <a:pt x="31250" y="13810"/>
                  </a:lnTo>
                  <a:lnTo>
                    <a:pt x="30513" y="21885"/>
                  </a:lnTo>
                  <a:lnTo>
                    <a:pt x="30474" y="22306"/>
                  </a:lnTo>
                  <a:lnTo>
                    <a:pt x="27675" y="24819"/>
                  </a:lnTo>
                  <a:lnTo>
                    <a:pt x="21080" y="24205"/>
                  </a:lnTo>
                  <a:lnTo>
                    <a:pt x="20929" y="26822"/>
                  </a:lnTo>
                  <a:lnTo>
                    <a:pt x="17760" y="28556"/>
                  </a:lnTo>
                  <a:lnTo>
                    <a:pt x="14433" y="26213"/>
                  </a:lnTo>
                  <a:lnTo>
                    <a:pt x="15164" y="24053"/>
                  </a:lnTo>
                  <a:lnTo>
                    <a:pt x="13808" y="20822"/>
                  </a:lnTo>
                  <a:lnTo>
                    <a:pt x="8338" y="15088"/>
                  </a:lnTo>
                  <a:lnTo>
                    <a:pt x="5514" y="13545"/>
                  </a:lnTo>
                  <a:lnTo>
                    <a:pt x="1756" y="14463"/>
                  </a:lnTo>
                  <a:lnTo>
                    <a:pt x="1821" y="16353"/>
                  </a:lnTo>
                  <a:lnTo>
                    <a:pt x="252" y="13386"/>
                  </a:lnTo>
                  <a:lnTo>
                    <a:pt x="682" y="9688"/>
                  </a:lnTo>
                  <a:lnTo>
                    <a:pt x="2111" y="9922"/>
                  </a:lnTo>
                  <a:lnTo>
                    <a:pt x="1640" y="3960"/>
                  </a:lnTo>
                  <a:lnTo>
                    <a:pt x="316" y="3417"/>
                  </a:lnTo>
                  <a:lnTo>
                    <a:pt x="0" y="1206"/>
                  </a:lnTo>
                  <a:lnTo>
                    <a:pt x="2283" y="226"/>
                  </a:lnTo>
                  <a:lnTo>
                    <a:pt x="821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0" name="ph5280"/>
            <p:cNvSpPr/>
            <p:nvPr/>
          </p:nvSpPr>
          <p:spPr>
            <a:xfrm>
              <a:off x="7061431" y="2860855"/>
              <a:ext cx="37287" cy="41599"/>
            </a:xfrm>
            <a:custGeom>
              <a:avLst/>
              <a:pathLst>
                <a:path w="37287" h="41599">
                  <a:moveTo>
                    <a:pt x="28771" y="5961"/>
                  </a:moveTo>
                  <a:lnTo>
                    <a:pt x="33588" y="6143"/>
                  </a:lnTo>
                  <a:lnTo>
                    <a:pt x="37287" y="15109"/>
                  </a:lnTo>
                  <a:lnTo>
                    <a:pt x="35228" y="15790"/>
                  </a:lnTo>
                  <a:lnTo>
                    <a:pt x="37215" y="19963"/>
                  </a:lnTo>
                  <a:lnTo>
                    <a:pt x="32048" y="19091"/>
                  </a:lnTo>
                  <a:lnTo>
                    <a:pt x="26906" y="19329"/>
                  </a:lnTo>
                  <a:lnTo>
                    <a:pt x="25980" y="21797"/>
                  </a:lnTo>
                  <a:lnTo>
                    <a:pt x="30726" y="26037"/>
                  </a:lnTo>
                  <a:lnTo>
                    <a:pt x="33072" y="25700"/>
                  </a:lnTo>
                  <a:lnTo>
                    <a:pt x="35355" y="26918"/>
                  </a:lnTo>
                  <a:lnTo>
                    <a:pt x="35502" y="31129"/>
                  </a:lnTo>
                  <a:lnTo>
                    <a:pt x="36456" y="33565"/>
                  </a:lnTo>
                  <a:lnTo>
                    <a:pt x="27209" y="40248"/>
                  </a:lnTo>
                  <a:lnTo>
                    <a:pt x="18980" y="41599"/>
                  </a:lnTo>
                  <a:lnTo>
                    <a:pt x="15848" y="41294"/>
                  </a:lnTo>
                  <a:lnTo>
                    <a:pt x="16049" y="38934"/>
                  </a:lnTo>
                  <a:lnTo>
                    <a:pt x="18215" y="36521"/>
                  </a:lnTo>
                  <a:lnTo>
                    <a:pt x="18049" y="33816"/>
                  </a:lnTo>
                  <a:lnTo>
                    <a:pt x="9600" y="32156"/>
                  </a:lnTo>
                  <a:lnTo>
                    <a:pt x="8698" y="29132"/>
                  </a:lnTo>
                  <a:lnTo>
                    <a:pt x="4942" y="24343"/>
                  </a:lnTo>
                  <a:lnTo>
                    <a:pt x="1413" y="24296"/>
                  </a:lnTo>
                  <a:lnTo>
                    <a:pt x="333" y="22089"/>
                  </a:lnTo>
                  <a:lnTo>
                    <a:pt x="0" y="18659"/>
                  </a:lnTo>
                  <a:lnTo>
                    <a:pt x="3459" y="18017"/>
                  </a:lnTo>
                  <a:lnTo>
                    <a:pt x="1688" y="13274"/>
                  </a:lnTo>
                  <a:lnTo>
                    <a:pt x="2719" y="6687"/>
                  </a:lnTo>
                  <a:lnTo>
                    <a:pt x="4490" y="6011"/>
                  </a:lnTo>
                  <a:lnTo>
                    <a:pt x="8440" y="7683"/>
                  </a:lnTo>
                  <a:lnTo>
                    <a:pt x="9829" y="5844"/>
                  </a:lnTo>
                  <a:lnTo>
                    <a:pt x="9782" y="4231"/>
                  </a:lnTo>
                  <a:lnTo>
                    <a:pt x="15204" y="3232"/>
                  </a:lnTo>
                  <a:lnTo>
                    <a:pt x="1839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1" name="ph5281"/>
            <p:cNvSpPr/>
            <p:nvPr/>
          </p:nvSpPr>
          <p:spPr>
            <a:xfrm>
              <a:off x="7074379" y="2901104"/>
              <a:ext cx="31769" cy="29032"/>
            </a:xfrm>
            <a:custGeom>
              <a:avLst/>
              <a:pathLst>
                <a:path w="31769" h="29032">
                  <a:moveTo>
                    <a:pt x="14260" y="0"/>
                  </a:moveTo>
                  <a:lnTo>
                    <a:pt x="18003" y="406"/>
                  </a:lnTo>
                  <a:lnTo>
                    <a:pt x="15781" y="7411"/>
                  </a:lnTo>
                  <a:lnTo>
                    <a:pt x="16958" y="14352"/>
                  </a:lnTo>
                  <a:lnTo>
                    <a:pt x="17856" y="14547"/>
                  </a:lnTo>
                  <a:lnTo>
                    <a:pt x="20207" y="12498"/>
                  </a:lnTo>
                  <a:lnTo>
                    <a:pt x="24761" y="13527"/>
                  </a:lnTo>
                  <a:lnTo>
                    <a:pt x="28006" y="16172"/>
                  </a:lnTo>
                  <a:lnTo>
                    <a:pt x="30070" y="21045"/>
                  </a:lnTo>
                  <a:lnTo>
                    <a:pt x="27878" y="22256"/>
                  </a:lnTo>
                  <a:lnTo>
                    <a:pt x="28898" y="24887"/>
                  </a:lnTo>
                  <a:lnTo>
                    <a:pt x="31769" y="25852"/>
                  </a:lnTo>
                  <a:lnTo>
                    <a:pt x="27017" y="26561"/>
                  </a:lnTo>
                  <a:lnTo>
                    <a:pt x="21993" y="29032"/>
                  </a:lnTo>
                  <a:lnTo>
                    <a:pt x="20351" y="28955"/>
                  </a:lnTo>
                  <a:lnTo>
                    <a:pt x="15074" y="27163"/>
                  </a:lnTo>
                  <a:lnTo>
                    <a:pt x="14333" y="22240"/>
                  </a:lnTo>
                  <a:lnTo>
                    <a:pt x="11156" y="20916"/>
                  </a:lnTo>
                  <a:lnTo>
                    <a:pt x="7581" y="17499"/>
                  </a:lnTo>
                  <a:lnTo>
                    <a:pt x="0" y="17000"/>
                  </a:lnTo>
                  <a:lnTo>
                    <a:pt x="5921" y="10410"/>
                  </a:lnTo>
                  <a:lnTo>
                    <a:pt x="2690" y="5212"/>
                  </a:lnTo>
                  <a:lnTo>
                    <a:pt x="2900" y="1046"/>
                  </a:lnTo>
                  <a:lnTo>
                    <a:pt x="6032" y="135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2" name="ph5282"/>
            <p:cNvSpPr/>
            <p:nvPr/>
          </p:nvSpPr>
          <p:spPr>
            <a:xfrm>
              <a:off x="7035943" y="2954676"/>
              <a:ext cx="47849" cy="43794"/>
            </a:xfrm>
            <a:custGeom>
              <a:avLst/>
              <a:pathLst>
                <a:path w="47849" h="43794">
                  <a:moveTo>
                    <a:pt x="16695" y="1073"/>
                  </a:moveTo>
                  <a:lnTo>
                    <a:pt x="16334" y="2750"/>
                  </a:lnTo>
                  <a:lnTo>
                    <a:pt x="19590" y="4866"/>
                  </a:lnTo>
                  <a:lnTo>
                    <a:pt x="24046" y="5787"/>
                  </a:lnTo>
                  <a:lnTo>
                    <a:pt x="27840" y="5359"/>
                  </a:lnTo>
                  <a:lnTo>
                    <a:pt x="28644" y="14406"/>
                  </a:lnTo>
                  <a:lnTo>
                    <a:pt x="29626" y="17150"/>
                  </a:lnTo>
                  <a:lnTo>
                    <a:pt x="34906" y="19761"/>
                  </a:lnTo>
                  <a:lnTo>
                    <a:pt x="40879" y="15429"/>
                  </a:lnTo>
                  <a:lnTo>
                    <a:pt x="43058" y="20307"/>
                  </a:lnTo>
                  <a:lnTo>
                    <a:pt x="46811" y="25511"/>
                  </a:lnTo>
                  <a:lnTo>
                    <a:pt x="45497" y="30971"/>
                  </a:lnTo>
                  <a:lnTo>
                    <a:pt x="46299" y="33719"/>
                  </a:lnTo>
                  <a:lnTo>
                    <a:pt x="47849" y="35654"/>
                  </a:lnTo>
                  <a:lnTo>
                    <a:pt x="47568" y="38256"/>
                  </a:lnTo>
                  <a:lnTo>
                    <a:pt x="36707" y="39064"/>
                  </a:lnTo>
                  <a:lnTo>
                    <a:pt x="33015" y="42136"/>
                  </a:lnTo>
                  <a:lnTo>
                    <a:pt x="28976" y="43086"/>
                  </a:lnTo>
                  <a:lnTo>
                    <a:pt x="27193" y="43794"/>
                  </a:lnTo>
                  <a:lnTo>
                    <a:pt x="21384" y="41241"/>
                  </a:lnTo>
                  <a:lnTo>
                    <a:pt x="18951" y="37814"/>
                  </a:lnTo>
                  <a:lnTo>
                    <a:pt x="15119" y="36804"/>
                  </a:lnTo>
                  <a:lnTo>
                    <a:pt x="13445" y="37196"/>
                  </a:lnTo>
                  <a:lnTo>
                    <a:pt x="13875" y="30113"/>
                  </a:lnTo>
                  <a:lnTo>
                    <a:pt x="11584" y="26798"/>
                  </a:lnTo>
                  <a:lnTo>
                    <a:pt x="14483" y="24058"/>
                  </a:lnTo>
                  <a:lnTo>
                    <a:pt x="15756" y="19741"/>
                  </a:lnTo>
                  <a:lnTo>
                    <a:pt x="5846" y="12165"/>
                  </a:lnTo>
                  <a:lnTo>
                    <a:pt x="0" y="9880"/>
                  </a:lnTo>
                  <a:lnTo>
                    <a:pt x="6004" y="9190"/>
                  </a:lnTo>
                  <a:lnTo>
                    <a:pt x="7337" y="5009"/>
                  </a:lnTo>
                  <a:lnTo>
                    <a:pt x="11116" y="5361"/>
                  </a:lnTo>
                  <a:lnTo>
                    <a:pt x="13804" y="3953"/>
                  </a:lnTo>
                  <a:lnTo>
                    <a:pt x="1523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3" name="ph5283"/>
            <p:cNvSpPr/>
            <p:nvPr/>
          </p:nvSpPr>
          <p:spPr>
            <a:xfrm>
              <a:off x="6999635" y="2880511"/>
              <a:ext cx="32334" cy="52944"/>
            </a:xfrm>
            <a:custGeom>
              <a:avLst/>
              <a:pathLst>
                <a:path w="32334" h="52944">
                  <a:moveTo>
                    <a:pt x="17383" y="658"/>
                  </a:moveTo>
                  <a:lnTo>
                    <a:pt x="17319" y="3676"/>
                  </a:lnTo>
                  <a:lnTo>
                    <a:pt x="22276" y="5207"/>
                  </a:lnTo>
                  <a:lnTo>
                    <a:pt x="32156" y="4748"/>
                  </a:lnTo>
                  <a:lnTo>
                    <a:pt x="32334" y="5828"/>
                  </a:lnTo>
                  <a:lnTo>
                    <a:pt x="30434" y="10432"/>
                  </a:lnTo>
                  <a:lnTo>
                    <a:pt x="23459" y="16673"/>
                  </a:lnTo>
                  <a:lnTo>
                    <a:pt x="23835" y="19346"/>
                  </a:lnTo>
                  <a:lnTo>
                    <a:pt x="26303" y="20274"/>
                  </a:lnTo>
                  <a:lnTo>
                    <a:pt x="25778" y="30326"/>
                  </a:lnTo>
                  <a:lnTo>
                    <a:pt x="29176" y="31004"/>
                  </a:lnTo>
                  <a:lnTo>
                    <a:pt x="30369" y="32749"/>
                  </a:lnTo>
                  <a:lnTo>
                    <a:pt x="31720" y="37760"/>
                  </a:lnTo>
                  <a:lnTo>
                    <a:pt x="32197" y="47503"/>
                  </a:lnTo>
                  <a:lnTo>
                    <a:pt x="31242" y="49023"/>
                  </a:lnTo>
                  <a:lnTo>
                    <a:pt x="29485" y="49380"/>
                  </a:lnTo>
                  <a:lnTo>
                    <a:pt x="29679" y="51992"/>
                  </a:lnTo>
                  <a:lnTo>
                    <a:pt x="26665" y="52944"/>
                  </a:lnTo>
                  <a:lnTo>
                    <a:pt x="25478" y="48789"/>
                  </a:lnTo>
                  <a:lnTo>
                    <a:pt x="21561" y="47749"/>
                  </a:lnTo>
                  <a:lnTo>
                    <a:pt x="20310" y="44319"/>
                  </a:lnTo>
                  <a:lnTo>
                    <a:pt x="13446" y="43798"/>
                  </a:lnTo>
                  <a:lnTo>
                    <a:pt x="12581" y="41871"/>
                  </a:lnTo>
                  <a:lnTo>
                    <a:pt x="8438" y="38091"/>
                  </a:lnTo>
                  <a:lnTo>
                    <a:pt x="5706" y="38717"/>
                  </a:lnTo>
                  <a:lnTo>
                    <a:pt x="0" y="27822"/>
                  </a:lnTo>
                  <a:lnTo>
                    <a:pt x="1476" y="26284"/>
                  </a:lnTo>
                  <a:lnTo>
                    <a:pt x="5843" y="25264"/>
                  </a:lnTo>
                  <a:lnTo>
                    <a:pt x="5923" y="23536"/>
                  </a:lnTo>
                  <a:lnTo>
                    <a:pt x="2186" y="15856"/>
                  </a:lnTo>
                  <a:lnTo>
                    <a:pt x="2329" y="14758"/>
                  </a:lnTo>
                  <a:lnTo>
                    <a:pt x="4435" y="13019"/>
                  </a:lnTo>
                  <a:lnTo>
                    <a:pt x="11462" y="9932"/>
                  </a:lnTo>
                  <a:lnTo>
                    <a:pt x="10794" y="7761"/>
                  </a:lnTo>
                  <a:lnTo>
                    <a:pt x="13102" y="3785"/>
                  </a:lnTo>
                  <a:lnTo>
                    <a:pt x="15339" y="2798"/>
                  </a:lnTo>
                  <a:lnTo>
                    <a:pt x="1502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4" name="ph5284"/>
            <p:cNvSpPr/>
            <p:nvPr/>
          </p:nvSpPr>
          <p:spPr>
            <a:xfrm>
              <a:off x="7039486" y="2878745"/>
              <a:ext cx="40814" cy="49386"/>
            </a:xfrm>
            <a:custGeom>
              <a:avLst/>
              <a:pathLst>
                <a:path w="40814" h="49386">
                  <a:moveTo>
                    <a:pt x="16644" y="115"/>
                  </a:moveTo>
                  <a:lnTo>
                    <a:pt x="18823" y="2067"/>
                  </a:lnTo>
                  <a:lnTo>
                    <a:pt x="21944" y="769"/>
                  </a:lnTo>
                  <a:lnTo>
                    <a:pt x="22277" y="4199"/>
                  </a:lnTo>
                  <a:lnTo>
                    <a:pt x="23358" y="6406"/>
                  </a:lnTo>
                  <a:lnTo>
                    <a:pt x="26887" y="6453"/>
                  </a:lnTo>
                  <a:lnTo>
                    <a:pt x="30643" y="11241"/>
                  </a:lnTo>
                  <a:lnTo>
                    <a:pt x="31544" y="14266"/>
                  </a:lnTo>
                  <a:lnTo>
                    <a:pt x="39994" y="15926"/>
                  </a:lnTo>
                  <a:lnTo>
                    <a:pt x="40159" y="18631"/>
                  </a:lnTo>
                  <a:lnTo>
                    <a:pt x="37993" y="21044"/>
                  </a:lnTo>
                  <a:lnTo>
                    <a:pt x="37793" y="23404"/>
                  </a:lnTo>
                  <a:lnTo>
                    <a:pt x="37583" y="27571"/>
                  </a:lnTo>
                  <a:lnTo>
                    <a:pt x="40814" y="32768"/>
                  </a:lnTo>
                  <a:lnTo>
                    <a:pt x="34893" y="39358"/>
                  </a:lnTo>
                  <a:lnTo>
                    <a:pt x="32304" y="39131"/>
                  </a:lnTo>
                  <a:lnTo>
                    <a:pt x="32814" y="37991"/>
                  </a:lnTo>
                  <a:lnTo>
                    <a:pt x="32207" y="37503"/>
                  </a:lnTo>
                  <a:lnTo>
                    <a:pt x="26278" y="37729"/>
                  </a:lnTo>
                  <a:lnTo>
                    <a:pt x="23994" y="38710"/>
                  </a:lnTo>
                  <a:lnTo>
                    <a:pt x="24311" y="40920"/>
                  </a:lnTo>
                  <a:lnTo>
                    <a:pt x="25635" y="41463"/>
                  </a:lnTo>
                  <a:lnTo>
                    <a:pt x="26106" y="47426"/>
                  </a:lnTo>
                  <a:lnTo>
                    <a:pt x="24677" y="47191"/>
                  </a:lnTo>
                  <a:lnTo>
                    <a:pt x="22213" y="46970"/>
                  </a:lnTo>
                  <a:lnTo>
                    <a:pt x="20943" y="48354"/>
                  </a:lnTo>
                  <a:lnTo>
                    <a:pt x="10518" y="49386"/>
                  </a:lnTo>
                  <a:lnTo>
                    <a:pt x="9777" y="47773"/>
                  </a:lnTo>
                  <a:lnTo>
                    <a:pt x="10250" y="45758"/>
                  </a:lnTo>
                  <a:lnTo>
                    <a:pt x="9528" y="38761"/>
                  </a:lnTo>
                  <a:lnTo>
                    <a:pt x="11835" y="31890"/>
                  </a:lnTo>
                  <a:lnTo>
                    <a:pt x="13183" y="31476"/>
                  </a:lnTo>
                  <a:lnTo>
                    <a:pt x="14057" y="28441"/>
                  </a:lnTo>
                  <a:lnTo>
                    <a:pt x="9691" y="23251"/>
                  </a:lnTo>
                  <a:lnTo>
                    <a:pt x="7208" y="13415"/>
                  </a:lnTo>
                  <a:lnTo>
                    <a:pt x="5395" y="9641"/>
                  </a:lnTo>
                  <a:lnTo>
                    <a:pt x="0" y="11055"/>
                  </a:lnTo>
                  <a:lnTo>
                    <a:pt x="4582" y="2567"/>
                  </a:lnTo>
                  <a:lnTo>
                    <a:pt x="8189" y="872"/>
                  </a:lnTo>
                  <a:lnTo>
                    <a:pt x="10189" y="816"/>
                  </a:lnTo>
                  <a:lnTo>
                    <a:pt x="1134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5" name="ph5285"/>
            <p:cNvSpPr/>
            <p:nvPr/>
          </p:nvSpPr>
          <p:spPr>
            <a:xfrm>
              <a:off x="7087411" y="2866932"/>
              <a:ext cx="61040" cy="60024"/>
            </a:xfrm>
            <a:custGeom>
              <a:avLst/>
              <a:pathLst>
                <a:path w="61040" h="60024">
                  <a:moveTo>
                    <a:pt x="61040" y="990"/>
                  </a:moveTo>
                  <a:lnTo>
                    <a:pt x="59586" y="4769"/>
                  </a:lnTo>
                  <a:lnTo>
                    <a:pt x="60357" y="8531"/>
                  </a:lnTo>
                  <a:lnTo>
                    <a:pt x="58721" y="11592"/>
                  </a:lnTo>
                  <a:lnTo>
                    <a:pt x="56079" y="15311"/>
                  </a:lnTo>
                  <a:lnTo>
                    <a:pt x="53466" y="21153"/>
                  </a:lnTo>
                  <a:lnTo>
                    <a:pt x="49068" y="25236"/>
                  </a:lnTo>
                  <a:lnTo>
                    <a:pt x="46781" y="32781"/>
                  </a:lnTo>
                  <a:lnTo>
                    <a:pt x="42092" y="35864"/>
                  </a:lnTo>
                  <a:lnTo>
                    <a:pt x="41410" y="37058"/>
                  </a:lnTo>
                  <a:lnTo>
                    <a:pt x="43217" y="41060"/>
                  </a:lnTo>
                  <a:lnTo>
                    <a:pt x="46822" y="43846"/>
                  </a:lnTo>
                  <a:lnTo>
                    <a:pt x="47327" y="47212"/>
                  </a:lnTo>
                  <a:lnTo>
                    <a:pt x="44234" y="47572"/>
                  </a:lnTo>
                  <a:lnTo>
                    <a:pt x="39545" y="49780"/>
                  </a:lnTo>
                  <a:lnTo>
                    <a:pt x="33067" y="56151"/>
                  </a:lnTo>
                  <a:lnTo>
                    <a:pt x="27558" y="56051"/>
                  </a:lnTo>
                  <a:lnTo>
                    <a:pt x="19583" y="58667"/>
                  </a:lnTo>
                  <a:lnTo>
                    <a:pt x="18737" y="60024"/>
                  </a:lnTo>
                  <a:lnTo>
                    <a:pt x="15866" y="59058"/>
                  </a:lnTo>
                  <a:lnTo>
                    <a:pt x="14846" y="56427"/>
                  </a:lnTo>
                  <a:lnTo>
                    <a:pt x="17038" y="55216"/>
                  </a:lnTo>
                  <a:lnTo>
                    <a:pt x="14974" y="50343"/>
                  </a:lnTo>
                  <a:lnTo>
                    <a:pt x="11729" y="47698"/>
                  </a:lnTo>
                  <a:lnTo>
                    <a:pt x="7176" y="46669"/>
                  </a:lnTo>
                  <a:lnTo>
                    <a:pt x="4824" y="48719"/>
                  </a:lnTo>
                  <a:lnTo>
                    <a:pt x="3926" y="48524"/>
                  </a:lnTo>
                  <a:lnTo>
                    <a:pt x="2749" y="41582"/>
                  </a:lnTo>
                  <a:lnTo>
                    <a:pt x="4972" y="34577"/>
                  </a:lnTo>
                  <a:lnTo>
                    <a:pt x="1228" y="34171"/>
                  </a:lnTo>
                  <a:lnTo>
                    <a:pt x="10476" y="27487"/>
                  </a:lnTo>
                  <a:lnTo>
                    <a:pt x="9521" y="25052"/>
                  </a:lnTo>
                  <a:lnTo>
                    <a:pt x="9375" y="20841"/>
                  </a:lnTo>
                  <a:lnTo>
                    <a:pt x="7092" y="19623"/>
                  </a:lnTo>
                  <a:lnTo>
                    <a:pt x="4746" y="19959"/>
                  </a:lnTo>
                  <a:lnTo>
                    <a:pt x="0" y="15719"/>
                  </a:lnTo>
                  <a:lnTo>
                    <a:pt x="926" y="13251"/>
                  </a:lnTo>
                  <a:lnTo>
                    <a:pt x="6068" y="13014"/>
                  </a:lnTo>
                  <a:lnTo>
                    <a:pt x="11235" y="13886"/>
                  </a:lnTo>
                  <a:lnTo>
                    <a:pt x="9248" y="9713"/>
                  </a:lnTo>
                  <a:lnTo>
                    <a:pt x="11306" y="9032"/>
                  </a:lnTo>
                  <a:lnTo>
                    <a:pt x="19571" y="10271"/>
                  </a:lnTo>
                  <a:lnTo>
                    <a:pt x="26238" y="2520"/>
                  </a:lnTo>
                  <a:lnTo>
                    <a:pt x="28404" y="4804"/>
                  </a:lnTo>
                  <a:lnTo>
                    <a:pt x="28148" y="5555"/>
                  </a:lnTo>
                  <a:lnTo>
                    <a:pt x="23986" y="7030"/>
                  </a:lnTo>
                  <a:lnTo>
                    <a:pt x="24603" y="10579"/>
                  </a:lnTo>
                  <a:lnTo>
                    <a:pt x="29779" y="14546"/>
                  </a:lnTo>
                  <a:lnTo>
                    <a:pt x="36171" y="15175"/>
                  </a:lnTo>
                  <a:lnTo>
                    <a:pt x="36651" y="17865"/>
                  </a:lnTo>
                  <a:lnTo>
                    <a:pt x="39529" y="18017"/>
                  </a:lnTo>
                  <a:lnTo>
                    <a:pt x="42685" y="15904"/>
                  </a:lnTo>
                  <a:lnTo>
                    <a:pt x="43459" y="13258"/>
                  </a:lnTo>
                  <a:lnTo>
                    <a:pt x="45242" y="11450"/>
                  </a:lnTo>
                  <a:lnTo>
                    <a:pt x="50010" y="11204"/>
                  </a:lnTo>
                  <a:lnTo>
                    <a:pt x="5157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6" name="ph5286"/>
            <p:cNvSpPr/>
            <p:nvPr/>
          </p:nvSpPr>
          <p:spPr>
            <a:xfrm>
              <a:off x="7069104" y="2838942"/>
              <a:ext cx="45762" cy="38261"/>
            </a:xfrm>
            <a:custGeom>
              <a:avLst/>
              <a:pathLst>
                <a:path w="45762" h="38261">
                  <a:moveTo>
                    <a:pt x="42045" y="1813"/>
                  </a:moveTo>
                  <a:lnTo>
                    <a:pt x="41786" y="4918"/>
                  </a:lnTo>
                  <a:lnTo>
                    <a:pt x="38152" y="7005"/>
                  </a:lnTo>
                  <a:lnTo>
                    <a:pt x="41744" y="15546"/>
                  </a:lnTo>
                  <a:lnTo>
                    <a:pt x="42146" y="21836"/>
                  </a:lnTo>
                  <a:lnTo>
                    <a:pt x="41212" y="28010"/>
                  </a:lnTo>
                  <a:lnTo>
                    <a:pt x="45762" y="28847"/>
                  </a:lnTo>
                  <a:lnTo>
                    <a:pt x="44545" y="30511"/>
                  </a:lnTo>
                  <a:lnTo>
                    <a:pt x="37878" y="38261"/>
                  </a:lnTo>
                  <a:lnTo>
                    <a:pt x="29613" y="37022"/>
                  </a:lnTo>
                  <a:lnTo>
                    <a:pt x="25914" y="28056"/>
                  </a:lnTo>
                  <a:lnTo>
                    <a:pt x="21097" y="27874"/>
                  </a:lnTo>
                  <a:lnTo>
                    <a:pt x="10721" y="21912"/>
                  </a:lnTo>
                  <a:lnTo>
                    <a:pt x="7530" y="25145"/>
                  </a:lnTo>
                  <a:lnTo>
                    <a:pt x="2108" y="26144"/>
                  </a:lnTo>
                  <a:lnTo>
                    <a:pt x="1668" y="24819"/>
                  </a:lnTo>
                  <a:lnTo>
                    <a:pt x="326" y="21565"/>
                  </a:lnTo>
                  <a:lnTo>
                    <a:pt x="0" y="18384"/>
                  </a:lnTo>
                  <a:lnTo>
                    <a:pt x="3676" y="7542"/>
                  </a:lnTo>
                  <a:lnTo>
                    <a:pt x="1861" y="6667"/>
                  </a:lnTo>
                  <a:lnTo>
                    <a:pt x="4845" y="2846"/>
                  </a:lnTo>
                  <a:lnTo>
                    <a:pt x="9586" y="3556"/>
                  </a:lnTo>
                  <a:lnTo>
                    <a:pt x="10261" y="5900"/>
                  </a:lnTo>
                  <a:lnTo>
                    <a:pt x="15000" y="7023"/>
                  </a:lnTo>
                  <a:lnTo>
                    <a:pt x="16122" y="8021"/>
                  </a:lnTo>
                  <a:lnTo>
                    <a:pt x="24123" y="10532"/>
                  </a:lnTo>
                  <a:lnTo>
                    <a:pt x="30615" y="5397"/>
                  </a:lnTo>
                  <a:lnTo>
                    <a:pt x="35261" y="98"/>
                  </a:lnTo>
                  <a:lnTo>
                    <a:pt x="41501" y="1314"/>
                  </a:lnTo>
                  <a:lnTo>
                    <a:pt x="4079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7" name="ph5287"/>
            <p:cNvSpPr/>
            <p:nvPr/>
          </p:nvSpPr>
          <p:spPr>
            <a:xfrm>
              <a:off x="7023983" y="2929535"/>
              <a:ext cx="27192" cy="35021"/>
            </a:xfrm>
            <a:custGeom>
              <a:avLst/>
              <a:pathLst>
                <a:path w="27192" h="35021">
                  <a:moveTo>
                    <a:pt x="6894" y="0"/>
                  </a:moveTo>
                  <a:lnTo>
                    <a:pt x="9825" y="6796"/>
                  </a:lnTo>
                  <a:lnTo>
                    <a:pt x="12215" y="6041"/>
                  </a:lnTo>
                  <a:lnTo>
                    <a:pt x="12425" y="4311"/>
                  </a:lnTo>
                  <a:lnTo>
                    <a:pt x="20857" y="2540"/>
                  </a:lnTo>
                  <a:lnTo>
                    <a:pt x="22468" y="4254"/>
                  </a:lnTo>
                  <a:lnTo>
                    <a:pt x="14437" y="15432"/>
                  </a:lnTo>
                  <a:lnTo>
                    <a:pt x="15415" y="17678"/>
                  </a:lnTo>
                  <a:lnTo>
                    <a:pt x="18504" y="20222"/>
                  </a:lnTo>
                  <a:lnTo>
                    <a:pt x="18728" y="21945"/>
                  </a:lnTo>
                  <a:lnTo>
                    <a:pt x="17918" y="23772"/>
                  </a:lnTo>
                  <a:lnTo>
                    <a:pt x="18584" y="25367"/>
                  </a:lnTo>
                  <a:lnTo>
                    <a:pt x="25440" y="25029"/>
                  </a:lnTo>
                  <a:lnTo>
                    <a:pt x="25614" y="24219"/>
                  </a:lnTo>
                  <a:lnTo>
                    <a:pt x="27192" y="25141"/>
                  </a:lnTo>
                  <a:lnTo>
                    <a:pt x="25765" y="29094"/>
                  </a:lnTo>
                  <a:lnTo>
                    <a:pt x="23077" y="30502"/>
                  </a:lnTo>
                  <a:lnTo>
                    <a:pt x="19298" y="30150"/>
                  </a:lnTo>
                  <a:lnTo>
                    <a:pt x="17964" y="34332"/>
                  </a:lnTo>
                  <a:lnTo>
                    <a:pt x="11960" y="35021"/>
                  </a:lnTo>
                  <a:lnTo>
                    <a:pt x="6615" y="34698"/>
                  </a:lnTo>
                  <a:lnTo>
                    <a:pt x="2169" y="32331"/>
                  </a:lnTo>
                  <a:lnTo>
                    <a:pt x="1460" y="31358"/>
                  </a:lnTo>
                  <a:lnTo>
                    <a:pt x="1160" y="26654"/>
                  </a:lnTo>
                  <a:lnTo>
                    <a:pt x="0" y="25278"/>
                  </a:lnTo>
                  <a:lnTo>
                    <a:pt x="2279" y="24755"/>
                  </a:lnTo>
                  <a:lnTo>
                    <a:pt x="183" y="23470"/>
                  </a:lnTo>
                  <a:lnTo>
                    <a:pt x="177" y="19202"/>
                  </a:lnTo>
                  <a:lnTo>
                    <a:pt x="2027" y="12972"/>
                  </a:lnTo>
                  <a:lnTo>
                    <a:pt x="2317" y="3920"/>
                  </a:lnTo>
                  <a:lnTo>
                    <a:pt x="5331" y="2968"/>
                  </a:lnTo>
                  <a:lnTo>
                    <a:pt x="5137" y="356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8" name="ph5288"/>
            <p:cNvSpPr/>
            <p:nvPr/>
          </p:nvSpPr>
          <p:spPr>
            <a:xfrm>
              <a:off x="7129067" y="2780983"/>
              <a:ext cx="50398" cy="74806"/>
            </a:xfrm>
            <a:custGeom>
              <a:avLst/>
              <a:pathLst>
                <a:path w="50398" h="74806">
                  <a:moveTo>
                    <a:pt x="41784" y="0"/>
                  </a:moveTo>
                  <a:lnTo>
                    <a:pt x="43880" y="5577"/>
                  </a:lnTo>
                  <a:lnTo>
                    <a:pt x="48003" y="8546"/>
                  </a:lnTo>
                  <a:lnTo>
                    <a:pt x="49317" y="10345"/>
                  </a:lnTo>
                  <a:lnTo>
                    <a:pt x="47745" y="17502"/>
                  </a:lnTo>
                  <a:lnTo>
                    <a:pt x="49465" y="23844"/>
                  </a:lnTo>
                  <a:lnTo>
                    <a:pt x="50398" y="28197"/>
                  </a:lnTo>
                  <a:lnTo>
                    <a:pt x="48616" y="26999"/>
                  </a:lnTo>
                  <a:lnTo>
                    <a:pt x="45983" y="31317"/>
                  </a:lnTo>
                  <a:lnTo>
                    <a:pt x="41243" y="28283"/>
                  </a:lnTo>
                  <a:lnTo>
                    <a:pt x="37303" y="29537"/>
                  </a:lnTo>
                  <a:lnTo>
                    <a:pt x="38725" y="35285"/>
                  </a:lnTo>
                  <a:lnTo>
                    <a:pt x="38332" y="36868"/>
                  </a:lnTo>
                  <a:lnTo>
                    <a:pt x="36947" y="37454"/>
                  </a:lnTo>
                  <a:lnTo>
                    <a:pt x="29422" y="55106"/>
                  </a:lnTo>
                  <a:lnTo>
                    <a:pt x="26513" y="58375"/>
                  </a:lnTo>
                  <a:lnTo>
                    <a:pt x="23067" y="59147"/>
                  </a:lnTo>
                  <a:lnTo>
                    <a:pt x="23124" y="63790"/>
                  </a:lnTo>
                  <a:lnTo>
                    <a:pt x="21825" y="66836"/>
                  </a:lnTo>
                  <a:lnTo>
                    <a:pt x="23082" y="69771"/>
                  </a:lnTo>
                  <a:lnTo>
                    <a:pt x="24986" y="71057"/>
                  </a:lnTo>
                  <a:lnTo>
                    <a:pt x="23934" y="74614"/>
                  </a:lnTo>
                  <a:lnTo>
                    <a:pt x="18434" y="74806"/>
                  </a:lnTo>
                  <a:lnTo>
                    <a:pt x="13477" y="74797"/>
                  </a:lnTo>
                  <a:lnTo>
                    <a:pt x="12213" y="73310"/>
                  </a:lnTo>
                  <a:lnTo>
                    <a:pt x="10656" y="74479"/>
                  </a:lnTo>
                  <a:lnTo>
                    <a:pt x="9047" y="73411"/>
                  </a:lnTo>
                  <a:lnTo>
                    <a:pt x="5886" y="70036"/>
                  </a:lnTo>
                  <a:lnTo>
                    <a:pt x="1900" y="67441"/>
                  </a:lnTo>
                  <a:lnTo>
                    <a:pt x="702" y="65336"/>
                  </a:lnTo>
                  <a:lnTo>
                    <a:pt x="2838" y="63984"/>
                  </a:lnTo>
                  <a:lnTo>
                    <a:pt x="3751" y="60660"/>
                  </a:lnTo>
                  <a:lnTo>
                    <a:pt x="0" y="50988"/>
                  </a:lnTo>
                  <a:lnTo>
                    <a:pt x="2822" y="50811"/>
                  </a:lnTo>
                  <a:lnTo>
                    <a:pt x="4848" y="49603"/>
                  </a:lnTo>
                  <a:lnTo>
                    <a:pt x="5802" y="48034"/>
                  </a:lnTo>
                  <a:lnTo>
                    <a:pt x="15239" y="42792"/>
                  </a:lnTo>
                  <a:lnTo>
                    <a:pt x="14039" y="37473"/>
                  </a:lnTo>
                  <a:lnTo>
                    <a:pt x="7592" y="31283"/>
                  </a:lnTo>
                  <a:lnTo>
                    <a:pt x="7811" y="29904"/>
                  </a:lnTo>
                  <a:lnTo>
                    <a:pt x="11987" y="29395"/>
                  </a:lnTo>
                  <a:lnTo>
                    <a:pt x="14511" y="32062"/>
                  </a:lnTo>
                  <a:lnTo>
                    <a:pt x="15845" y="32065"/>
                  </a:lnTo>
                  <a:lnTo>
                    <a:pt x="18837" y="22638"/>
                  </a:lnTo>
                  <a:lnTo>
                    <a:pt x="19085" y="16413"/>
                  </a:lnTo>
                  <a:lnTo>
                    <a:pt x="22266" y="15775"/>
                  </a:lnTo>
                  <a:lnTo>
                    <a:pt x="25074" y="17974"/>
                  </a:lnTo>
                  <a:lnTo>
                    <a:pt x="27751" y="18220"/>
                  </a:lnTo>
                  <a:lnTo>
                    <a:pt x="31480" y="13903"/>
                  </a:lnTo>
                  <a:lnTo>
                    <a:pt x="30542" y="11348"/>
                  </a:lnTo>
                  <a:lnTo>
                    <a:pt x="30601" y="8340"/>
                  </a:lnTo>
                  <a:lnTo>
                    <a:pt x="34127" y="7874"/>
                  </a:lnTo>
                  <a:lnTo>
                    <a:pt x="36282" y="5496"/>
                  </a:lnTo>
                  <a:lnTo>
                    <a:pt x="38322" y="223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9" name="ph5289"/>
            <p:cNvSpPr/>
            <p:nvPr/>
          </p:nvSpPr>
          <p:spPr>
            <a:xfrm>
              <a:off x="8633811" y="2868532"/>
              <a:ext cx="1294" cy="1451"/>
            </a:xfrm>
            <a:custGeom>
              <a:avLst/>
              <a:pathLst>
                <a:path w="1294" h="1451">
                  <a:moveTo>
                    <a:pt x="0" y="1149"/>
                  </a:moveTo>
                  <a:lnTo>
                    <a:pt x="1294" y="0"/>
                  </a:lnTo>
                  <a:lnTo>
                    <a:pt x="819" y="988"/>
                  </a:lnTo>
                  <a:lnTo>
                    <a:pt x="928" y="145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0" name="ph5290"/>
            <p:cNvSpPr/>
            <p:nvPr/>
          </p:nvSpPr>
          <p:spPr>
            <a:xfrm>
              <a:off x="8674896" y="2825300"/>
              <a:ext cx="33827" cy="45191"/>
            </a:xfrm>
            <a:custGeom>
              <a:avLst/>
              <a:pathLst>
                <a:path w="33827" h="45191">
                  <a:moveTo>
                    <a:pt x="26900" y="17468"/>
                  </a:moveTo>
                  <a:lnTo>
                    <a:pt x="20927" y="24438"/>
                  </a:lnTo>
                  <a:lnTo>
                    <a:pt x="12071" y="38981"/>
                  </a:lnTo>
                  <a:lnTo>
                    <a:pt x="5630" y="45191"/>
                  </a:lnTo>
                  <a:lnTo>
                    <a:pt x="4833" y="44890"/>
                  </a:lnTo>
                  <a:lnTo>
                    <a:pt x="2608" y="41844"/>
                  </a:lnTo>
                  <a:lnTo>
                    <a:pt x="0" y="34734"/>
                  </a:lnTo>
                  <a:lnTo>
                    <a:pt x="175" y="27306"/>
                  </a:lnTo>
                  <a:lnTo>
                    <a:pt x="9263" y="8004"/>
                  </a:lnTo>
                  <a:lnTo>
                    <a:pt x="12881" y="5750"/>
                  </a:lnTo>
                  <a:lnTo>
                    <a:pt x="14803" y="6511"/>
                  </a:lnTo>
                  <a:lnTo>
                    <a:pt x="15161" y="8227"/>
                  </a:lnTo>
                  <a:lnTo>
                    <a:pt x="17126" y="8967"/>
                  </a:lnTo>
                  <a:lnTo>
                    <a:pt x="20075" y="7011"/>
                  </a:lnTo>
                  <a:lnTo>
                    <a:pt x="26072" y="5498"/>
                  </a:lnTo>
                  <a:lnTo>
                    <a:pt x="33311" y="0"/>
                  </a:lnTo>
                  <a:lnTo>
                    <a:pt x="33827" y="639"/>
                  </a:lnTo>
                  <a:lnTo>
                    <a:pt x="33267" y="2987"/>
                  </a:lnTo>
                  <a:lnTo>
                    <a:pt x="30021" y="1156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1" name="ph5291"/>
            <p:cNvSpPr/>
            <p:nvPr/>
          </p:nvSpPr>
          <p:spPr>
            <a:xfrm>
              <a:off x="8691888" y="2832829"/>
              <a:ext cx="587" cy="298"/>
            </a:xfrm>
            <a:custGeom>
              <a:avLst/>
              <a:pathLst>
                <a:path w="587" h="298">
                  <a:moveTo>
                    <a:pt x="272" y="298"/>
                  </a:moveTo>
                  <a:lnTo>
                    <a:pt x="0" y="0"/>
                  </a:lnTo>
                  <a:lnTo>
                    <a:pt x="587" y="5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2" name="ph5292"/>
            <p:cNvSpPr/>
            <p:nvPr/>
          </p:nvSpPr>
          <p:spPr>
            <a:xfrm>
              <a:off x="8651160" y="2830395"/>
              <a:ext cx="8956" cy="3396"/>
            </a:xfrm>
            <a:custGeom>
              <a:avLst/>
              <a:pathLst>
                <a:path w="8956" h="3396">
                  <a:moveTo>
                    <a:pt x="8956" y="1964"/>
                  </a:moveTo>
                  <a:lnTo>
                    <a:pt x="8354" y="2867"/>
                  </a:lnTo>
                  <a:lnTo>
                    <a:pt x="7992" y="3191"/>
                  </a:lnTo>
                  <a:lnTo>
                    <a:pt x="6271" y="1618"/>
                  </a:lnTo>
                  <a:lnTo>
                    <a:pt x="4500" y="3396"/>
                  </a:lnTo>
                  <a:lnTo>
                    <a:pt x="0" y="1841"/>
                  </a:lnTo>
                  <a:lnTo>
                    <a:pt x="1435" y="0"/>
                  </a:lnTo>
                  <a:lnTo>
                    <a:pt x="6527" y="70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3" name="ph5293"/>
            <p:cNvSpPr/>
            <p:nvPr/>
          </p:nvSpPr>
          <p:spPr>
            <a:xfrm>
              <a:off x="8648308" y="2699978"/>
              <a:ext cx="42113" cy="49331"/>
            </a:xfrm>
            <a:custGeom>
              <a:avLst/>
              <a:pathLst>
                <a:path w="42113" h="49331">
                  <a:moveTo>
                    <a:pt x="17165" y="6091"/>
                  </a:moveTo>
                  <a:lnTo>
                    <a:pt x="14581" y="4789"/>
                  </a:lnTo>
                  <a:lnTo>
                    <a:pt x="13681" y="5138"/>
                  </a:lnTo>
                  <a:lnTo>
                    <a:pt x="14141" y="2167"/>
                  </a:lnTo>
                  <a:lnTo>
                    <a:pt x="19573" y="8031"/>
                  </a:lnTo>
                  <a:lnTo>
                    <a:pt x="20339" y="10959"/>
                  </a:lnTo>
                  <a:lnTo>
                    <a:pt x="24664" y="17308"/>
                  </a:lnTo>
                  <a:lnTo>
                    <a:pt x="29100" y="21667"/>
                  </a:lnTo>
                  <a:lnTo>
                    <a:pt x="35511" y="40446"/>
                  </a:lnTo>
                  <a:lnTo>
                    <a:pt x="39028" y="41637"/>
                  </a:lnTo>
                  <a:lnTo>
                    <a:pt x="37724" y="38033"/>
                  </a:lnTo>
                  <a:lnTo>
                    <a:pt x="38293" y="32230"/>
                  </a:lnTo>
                  <a:lnTo>
                    <a:pt x="40505" y="30703"/>
                  </a:lnTo>
                  <a:lnTo>
                    <a:pt x="41441" y="28418"/>
                  </a:lnTo>
                  <a:lnTo>
                    <a:pt x="40835" y="25432"/>
                  </a:lnTo>
                  <a:lnTo>
                    <a:pt x="36145" y="19675"/>
                  </a:lnTo>
                  <a:lnTo>
                    <a:pt x="36761" y="18675"/>
                  </a:lnTo>
                  <a:lnTo>
                    <a:pt x="40074" y="19355"/>
                  </a:lnTo>
                  <a:lnTo>
                    <a:pt x="41126" y="22341"/>
                  </a:lnTo>
                  <a:lnTo>
                    <a:pt x="41657" y="27964"/>
                  </a:lnTo>
                  <a:lnTo>
                    <a:pt x="39412" y="36422"/>
                  </a:lnTo>
                  <a:lnTo>
                    <a:pt x="41845" y="42034"/>
                  </a:lnTo>
                  <a:lnTo>
                    <a:pt x="42113" y="45530"/>
                  </a:lnTo>
                  <a:lnTo>
                    <a:pt x="6028" y="49331"/>
                  </a:lnTo>
                  <a:lnTo>
                    <a:pt x="3988" y="29773"/>
                  </a:lnTo>
                  <a:lnTo>
                    <a:pt x="2931" y="29825"/>
                  </a:lnTo>
                  <a:lnTo>
                    <a:pt x="716" y="8604"/>
                  </a:lnTo>
                  <a:lnTo>
                    <a:pt x="419" y="5768"/>
                  </a:lnTo>
                  <a:lnTo>
                    <a:pt x="0" y="1746"/>
                  </a:lnTo>
                  <a:lnTo>
                    <a:pt x="2289" y="0"/>
                  </a:lnTo>
                  <a:lnTo>
                    <a:pt x="13491" y="5726"/>
                  </a:lnTo>
                  <a:lnTo>
                    <a:pt x="16498" y="817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4" name="ph5294"/>
            <p:cNvSpPr/>
            <p:nvPr/>
          </p:nvSpPr>
          <p:spPr>
            <a:xfrm>
              <a:off x="8664738" y="2705750"/>
              <a:ext cx="479" cy="1020"/>
            </a:xfrm>
            <a:custGeom>
              <a:avLst/>
              <a:pathLst>
                <a:path w="479" h="1020">
                  <a:moveTo>
                    <a:pt x="479" y="457"/>
                  </a:moveTo>
                  <a:lnTo>
                    <a:pt x="258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5" name="ph5295"/>
            <p:cNvSpPr/>
            <p:nvPr/>
          </p:nvSpPr>
          <p:spPr>
            <a:xfrm>
              <a:off x="8660226" y="2701772"/>
              <a:ext cx="611" cy="1101"/>
            </a:xfrm>
            <a:custGeom>
              <a:avLst/>
              <a:pathLst>
                <a:path w="611" h="1101">
                  <a:moveTo>
                    <a:pt x="88" y="1101"/>
                  </a:moveTo>
                  <a:lnTo>
                    <a:pt x="0" y="278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6" name="ph5296"/>
            <p:cNvSpPr/>
            <p:nvPr/>
          </p:nvSpPr>
          <p:spPr>
            <a:xfrm>
              <a:off x="8658481" y="2701212"/>
              <a:ext cx="463" cy="555"/>
            </a:xfrm>
            <a:custGeom>
              <a:avLst/>
              <a:pathLst>
                <a:path w="463" h="555">
                  <a:moveTo>
                    <a:pt x="0" y="0"/>
                  </a:moveTo>
                  <a:lnTo>
                    <a:pt x="463" y="545"/>
                  </a:lnTo>
                  <a:lnTo>
                    <a:pt x="174" y="55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7" name="ph5297"/>
            <p:cNvSpPr/>
            <p:nvPr/>
          </p:nvSpPr>
          <p:spPr>
            <a:xfrm>
              <a:off x="8655998" y="2699783"/>
              <a:ext cx="6308" cy="2316"/>
            </a:xfrm>
            <a:custGeom>
              <a:avLst/>
              <a:pathLst>
                <a:path w="6308" h="2316">
                  <a:moveTo>
                    <a:pt x="6308" y="2316"/>
                  </a:moveTo>
                  <a:lnTo>
                    <a:pt x="0" y="323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8" name="ph5298"/>
            <p:cNvSpPr/>
            <p:nvPr/>
          </p:nvSpPr>
          <p:spPr>
            <a:xfrm>
              <a:off x="8647942" y="2698218"/>
              <a:ext cx="7535" cy="1813"/>
            </a:xfrm>
            <a:custGeom>
              <a:avLst/>
              <a:pathLst>
                <a:path w="7535" h="1813">
                  <a:moveTo>
                    <a:pt x="47" y="457"/>
                  </a:moveTo>
                  <a:lnTo>
                    <a:pt x="0" y="0"/>
                  </a:lnTo>
                  <a:lnTo>
                    <a:pt x="5133" y="792"/>
                  </a:lnTo>
                  <a:lnTo>
                    <a:pt x="7535" y="1813"/>
                  </a:lnTo>
                  <a:lnTo>
                    <a:pt x="4772" y="892"/>
                  </a:lnTo>
                  <a:lnTo>
                    <a:pt x="2325" y="173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9" name="ph5299"/>
            <p:cNvSpPr/>
            <p:nvPr/>
          </p:nvSpPr>
          <p:spPr>
            <a:xfrm>
              <a:off x="8648038" y="2698923"/>
              <a:ext cx="15" cy="209"/>
            </a:xfrm>
            <a:custGeom>
              <a:avLst/>
              <a:pathLst>
                <a:path w="15" h="209">
                  <a:moveTo>
                    <a:pt x="0" y="209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0" name="ph5300"/>
            <p:cNvSpPr/>
            <p:nvPr/>
          </p:nvSpPr>
          <p:spPr>
            <a:xfrm>
              <a:off x="8695743" y="2737894"/>
              <a:ext cx="5996" cy="7790"/>
            </a:xfrm>
            <a:custGeom>
              <a:avLst/>
              <a:pathLst>
                <a:path w="5996" h="7790">
                  <a:moveTo>
                    <a:pt x="1836" y="3237"/>
                  </a:moveTo>
                  <a:lnTo>
                    <a:pt x="3273" y="5405"/>
                  </a:lnTo>
                  <a:lnTo>
                    <a:pt x="990" y="1356"/>
                  </a:lnTo>
                  <a:lnTo>
                    <a:pt x="0" y="1008"/>
                  </a:lnTo>
                  <a:lnTo>
                    <a:pt x="432" y="0"/>
                  </a:lnTo>
                  <a:lnTo>
                    <a:pt x="5996" y="7790"/>
                  </a:lnTo>
                  <a:lnTo>
                    <a:pt x="4956" y="7362"/>
                  </a:lnTo>
                  <a:lnTo>
                    <a:pt x="1737" y="395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1" name="ph5301"/>
            <p:cNvSpPr/>
            <p:nvPr/>
          </p:nvSpPr>
          <p:spPr>
            <a:xfrm>
              <a:off x="8677032" y="2716968"/>
              <a:ext cx="4202" cy="2969"/>
            </a:xfrm>
            <a:custGeom>
              <a:avLst/>
              <a:pathLst>
                <a:path w="4202" h="2969">
                  <a:moveTo>
                    <a:pt x="0" y="2969"/>
                  </a:moveTo>
                  <a:lnTo>
                    <a:pt x="535" y="1549"/>
                  </a:lnTo>
                  <a:lnTo>
                    <a:pt x="420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2" name="ph5302"/>
            <p:cNvSpPr/>
            <p:nvPr/>
          </p:nvSpPr>
          <p:spPr>
            <a:xfrm>
              <a:off x="8673551" y="2713723"/>
              <a:ext cx="1071" cy="2299"/>
            </a:xfrm>
            <a:custGeom>
              <a:avLst/>
              <a:pathLst>
                <a:path w="1071" h="2299">
                  <a:moveTo>
                    <a:pt x="1071" y="1803"/>
                  </a:moveTo>
                  <a:lnTo>
                    <a:pt x="0" y="2299"/>
                  </a:lnTo>
                  <a:lnTo>
                    <a:pt x="99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3" name="ph5303"/>
            <p:cNvSpPr/>
            <p:nvPr/>
          </p:nvSpPr>
          <p:spPr>
            <a:xfrm>
              <a:off x="8670393" y="2712909"/>
              <a:ext cx="1147" cy="1100"/>
            </a:xfrm>
            <a:custGeom>
              <a:avLst/>
              <a:pathLst>
                <a:path w="1147" h="1100">
                  <a:moveTo>
                    <a:pt x="1147" y="857"/>
                  </a:moveTo>
                  <a:lnTo>
                    <a:pt x="378" y="1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4" name="ph5304"/>
            <p:cNvSpPr/>
            <p:nvPr/>
          </p:nvSpPr>
          <p:spPr>
            <a:xfrm>
              <a:off x="8672097" y="2712437"/>
              <a:ext cx="1391" cy="1347"/>
            </a:xfrm>
            <a:custGeom>
              <a:avLst/>
              <a:pathLst>
                <a:path w="1391" h="1347">
                  <a:moveTo>
                    <a:pt x="1142" y="641"/>
                  </a:moveTo>
                  <a:lnTo>
                    <a:pt x="1391" y="13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5" name="ph5305"/>
            <p:cNvSpPr/>
            <p:nvPr/>
          </p:nvSpPr>
          <p:spPr>
            <a:xfrm>
              <a:off x="8685754" y="2703872"/>
              <a:ext cx="3407" cy="9351"/>
            </a:xfrm>
            <a:custGeom>
              <a:avLst/>
              <a:pathLst>
                <a:path w="3407" h="9351">
                  <a:moveTo>
                    <a:pt x="0" y="0"/>
                  </a:moveTo>
                  <a:lnTo>
                    <a:pt x="1061" y="2285"/>
                  </a:lnTo>
                  <a:lnTo>
                    <a:pt x="3407" y="9351"/>
                  </a:lnTo>
                  <a:lnTo>
                    <a:pt x="1239" y="3804"/>
                  </a:lnTo>
                  <a:lnTo>
                    <a:pt x="1170" y="527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6" name="ph5306"/>
            <p:cNvSpPr/>
            <p:nvPr/>
          </p:nvSpPr>
          <p:spPr>
            <a:xfrm>
              <a:off x="8613658" y="3020195"/>
              <a:ext cx="867" cy="440"/>
            </a:xfrm>
            <a:custGeom>
              <a:avLst/>
              <a:pathLst>
                <a:path w="867" h="440">
                  <a:moveTo>
                    <a:pt x="0" y="283"/>
                  </a:moveTo>
                  <a:lnTo>
                    <a:pt x="715" y="0"/>
                  </a:lnTo>
                  <a:lnTo>
                    <a:pt x="867" y="44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7" name="ph5307"/>
            <p:cNvSpPr/>
            <p:nvPr/>
          </p:nvSpPr>
          <p:spPr>
            <a:xfrm>
              <a:off x="8615192" y="3018889"/>
              <a:ext cx="756" cy="555"/>
            </a:xfrm>
            <a:custGeom>
              <a:avLst/>
              <a:pathLst>
                <a:path w="756" h="555">
                  <a:moveTo>
                    <a:pt x="756" y="0"/>
                  </a:moveTo>
                  <a:lnTo>
                    <a:pt x="544" y="538"/>
                  </a:lnTo>
                  <a:lnTo>
                    <a:pt x="0" y="555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8" name="ph5308"/>
            <p:cNvSpPr/>
            <p:nvPr/>
          </p:nvSpPr>
          <p:spPr>
            <a:xfrm>
              <a:off x="8615435" y="3017889"/>
              <a:ext cx="355" cy="258"/>
            </a:xfrm>
            <a:custGeom>
              <a:avLst/>
              <a:pathLst>
                <a:path w="355" h="258">
                  <a:moveTo>
                    <a:pt x="271" y="0"/>
                  </a:moveTo>
                  <a:lnTo>
                    <a:pt x="355" y="221"/>
                  </a:lnTo>
                  <a:lnTo>
                    <a:pt x="0" y="258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9" name="ph5309"/>
            <p:cNvSpPr/>
            <p:nvPr/>
          </p:nvSpPr>
          <p:spPr>
            <a:xfrm>
              <a:off x="8612901" y="3013591"/>
              <a:ext cx="4140" cy="3132"/>
            </a:xfrm>
            <a:custGeom>
              <a:avLst/>
              <a:pathLst>
                <a:path w="4140" h="3132">
                  <a:moveTo>
                    <a:pt x="2253" y="2106"/>
                  </a:moveTo>
                  <a:lnTo>
                    <a:pt x="0" y="3132"/>
                  </a:lnTo>
                  <a:lnTo>
                    <a:pt x="4140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0" name="ph5310"/>
            <p:cNvSpPr/>
            <p:nvPr/>
          </p:nvSpPr>
          <p:spPr>
            <a:xfrm>
              <a:off x="8618113" y="3013471"/>
              <a:ext cx="492" cy="140"/>
            </a:xfrm>
            <a:custGeom>
              <a:avLst/>
              <a:pathLst>
                <a:path w="492" h="140">
                  <a:moveTo>
                    <a:pt x="0" y="140"/>
                  </a:moveTo>
                  <a:lnTo>
                    <a:pt x="492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1" name="ph5311"/>
            <p:cNvSpPr/>
            <p:nvPr/>
          </p:nvSpPr>
          <p:spPr>
            <a:xfrm>
              <a:off x="8607656" y="2978656"/>
              <a:ext cx="347" cy="441"/>
            </a:xfrm>
            <a:custGeom>
              <a:avLst/>
              <a:pathLst>
                <a:path w="347" h="441">
                  <a:moveTo>
                    <a:pt x="232" y="0"/>
                  </a:moveTo>
                  <a:lnTo>
                    <a:pt x="347" y="435"/>
                  </a:lnTo>
                  <a:lnTo>
                    <a:pt x="0" y="441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2" name="ph5312"/>
            <p:cNvSpPr/>
            <p:nvPr/>
          </p:nvSpPr>
          <p:spPr>
            <a:xfrm>
              <a:off x="8607744" y="2977417"/>
              <a:ext cx="386" cy="986"/>
            </a:xfrm>
            <a:custGeom>
              <a:avLst/>
              <a:pathLst>
                <a:path w="386" h="986">
                  <a:moveTo>
                    <a:pt x="386" y="598"/>
                  </a:moveTo>
                  <a:lnTo>
                    <a:pt x="0" y="986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3" name="ph5313"/>
            <p:cNvSpPr/>
            <p:nvPr/>
          </p:nvSpPr>
          <p:spPr>
            <a:xfrm>
              <a:off x="8617492" y="29700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4" name="ph5314"/>
            <p:cNvSpPr/>
            <p:nvPr/>
          </p:nvSpPr>
          <p:spPr>
            <a:xfrm>
              <a:off x="8600208" y="2968303"/>
              <a:ext cx="4681" cy="324"/>
            </a:xfrm>
            <a:custGeom>
              <a:avLst/>
              <a:pathLst>
                <a:path w="4681" h="324">
                  <a:moveTo>
                    <a:pt x="1606" y="0"/>
                  </a:moveTo>
                  <a:lnTo>
                    <a:pt x="4681" y="164"/>
                  </a:lnTo>
                  <a:lnTo>
                    <a:pt x="0" y="324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5" name="ph5315"/>
            <p:cNvSpPr/>
            <p:nvPr/>
          </p:nvSpPr>
          <p:spPr>
            <a:xfrm>
              <a:off x="8618382" y="2968381"/>
              <a:ext cx="136" cy="79"/>
            </a:xfrm>
            <a:custGeom>
              <a:avLst/>
              <a:pathLst>
                <a:path w="136" h="79">
                  <a:moveTo>
                    <a:pt x="136" y="0"/>
                  </a:moveTo>
                  <a:lnTo>
                    <a:pt x="0" y="79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6" name="ph5316"/>
            <p:cNvSpPr/>
            <p:nvPr/>
          </p:nvSpPr>
          <p:spPr>
            <a:xfrm>
              <a:off x="8608236" y="296815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7" name="ph5317"/>
            <p:cNvSpPr/>
            <p:nvPr/>
          </p:nvSpPr>
          <p:spPr>
            <a:xfrm>
              <a:off x="8619070" y="29678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8" name="ph5318"/>
            <p:cNvSpPr/>
            <p:nvPr/>
          </p:nvSpPr>
          <p:spPr>
            <a:xfrm>
              <a:off x="8609384" y="2967781"/>
              <a:ext cx="373" cy="159"/>
            </a:xfrm>
            <a:custGeom>
              <a:avLst/>
              <a:pathLst>
                <a:path w="373" h="159">
                  <a:moveTo>
                    <a:pt x="0" y="159"/>
                  </a:moveTo>
                  <a:lnTo>
                    <a:pt x="37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9" name="ph5319"/>
            <p:cNvSpPr/>
            <p:nvPr/>
          </p:nvSpPr>
          <p:spPr>
            <a:xfrm>
              <a:off x="8601161" y="2961084"/>
              <a:ext cx="336" cy="389"/>
            </a:xfrm>
            <a:custGeom>
              <a:avLst/>
              <a:pathLst>
                <a:path w="336" h="389">
                  <a:moveTo>
                    <a:pt x="336" y="69"/>
                  </a:moveTo>
                  <a:lnTo>
                    <a:pt x="265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0" name="ph5320"/>
            <p:cNvSpPr/>
            <p:nvPr/>
          </p:nvSpPr>
          <p:spPr>
            <a:xfrm>
              <a:off x="8603441" y="2960830"/>
              <a:ext cx="913" cy="595"/>
            </a:xfrm>
            <a:custGeom>
              <a:avLst/>
              <a:pathLst>
                <a:path w="913" h="595">
                  <a:moveTo>
                    <a:pt x="0" y="0"/>
                  </a:moveTo>
                  <a:lnTo>
                    <a:pt x="913" y="595"/>
                  </a:lnTo>
                  <a:lnTo>
                    <a:pt x="163" y="569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1" name="ph5321"/>
            <p:cNvSpPr/>
            <p:nvPr/>
          </p:nvSpPr>
          <p:spPr>
            <a:xfrm>
              <a:off x="8599387" y="2960702"/>
              <a:ext cx="1166" cy="475"/>
            </a:xfrm>
            <a:custGeom>
              <a:avLst/>
              <a:pathLst>
                <a:path w="1166" h="475">
                  <a:moveTo>
                    <a:pt x="659" y="0"/>
                  </a:moveTo>
                  <a:lnTo>
                    <a:pt x="1166" y="475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2" name="ph5322"/>
            <p:cNvSpPr/>
            <p:nvPr/>
          </p:nvSpPr>
          <p:spPr>
            <a:xfrm>
              <a:off x="8480378" y="2863154"/>
              <a:ext cx="157196" cy="182176"/>
            </a:xfrm>
            <a:custGeom>
              <a:avLst/>
              <a:pathLst>
                <a:path w="157196" h="182176">
                  <a:moveTo>
                    <a:pt x="137872" y="76499"/>
                  </a:moveTo>
                  <a:lnTo>
                    <a:pt x="136548" y="74953"/>
                  </a:lnTo>
                  <a:lnTo>
                    <a:pt x="133816" y="77630"/>
                  </a:lnTo>
                  <a:lnTo>
                    <a:pt x="127231" y="91771"/>
                  </a:lnTo>
                  <a:lnTo>
                    <a:pt x="126487" y="96861"/>
                  </a:lnTo>
                  <a:lnTo>
                    <a:pt x="125119" y="101516"/>
                  </a:lnTo>
                  <a:lnTo>
                    <a:pt x="123584" y="101722"/>
                  </a:lnTo>
                  <a:lnTo>
                    <a:pt x="122725" y="100337"/>
                  </a:lnTo>
                  <a:lnTo>
                    <a:pt x="124213" y="100286"/>
                  </a:lnTo>
                  <a:lnTo>
                    <a:pt x="125745" y="98884"/>
                  </a:lnTo>
                  <a:lnTo>
                    <a:pt x="126417" y="92206"/>
                  </a:lnTo>
                  <a:lnTo>
                    <a:pt x="121063" y="93307"/>
                  </a:lnTo>
                  <a:lnTo>
                    <a:pt x="115442" y="95834"/>
                  </a:lnTo>
                  <a:lnTo>
                    <a:pt x="115382" y="104698"/>
                  </a:lnTo>
                  <a:lnTo>
                    <a:pt x="121780" y="110474"/>
                  </a:lnTo>
                  <a:lnTo>
                    <a:pt x="124130" y="109214"/>
                  </a:lnTo>
                  <a:lnTo>
                    <a:pt x="124703" y="108406"/>
                  </a:lnTo>
                  <a:lnTo>
                    <a:pt x="124129" y="108199"/>
                  </a:lnTo>
                  <a:lnTo>
                    <a:pt x="122653" y="108898"/>
                  </a:lnTo>
                  <a:lnTo>
                    <a:pt x="124583" y="107684"/>
                  </a:lnTo>
                  <a:lnTo>
                    <a:pt x="126713" y="112741"/>
                  </a:lnTo>
                  <a:lnTo>
                    <a:pt x="126778" y="113826"/>
                  </a:lnTo>
                  <a:lnTo>
                    <a:pt x="125712" y="114211"/>
                  </a:lnTo>
                  <a:lnTo>
                    <a:pt x="126021" y="115698"/>
                  </a:lnTo>
                  <a:lnTo>
                    <a:pt x="127658" y="116497"/>
                  </a:lnTo>
                  <a:lnTo>
                    <a:pt x="128684" y="115739"/>
                  </a:lnTo>
                  <a:lnTo>
                    <a:pt x="130617" y="110969"/>
                  </a:lnTo>
                  <a:lnTo>
                    <a:pt x="132506" y="109077"/>
                  </a:lnTo>
                  <a:lnTo>
                    <a:pt x="139740" y="106892"/>
                  </a:lnTo>
                  <a:lnTo>
                    <a:pt x="141896" y="107215"/>
                  </a:lnTo>
                  <a:lnTo>
                    <a:pt x="148452" y="102832"/>
                  </a:lnTo>
                  <a:lnTo>
                    <a:pt x="152080" y="101395"/>
                  </a:lnTo>
                  <a:lnTo>
                    <a:pt x="151370" y="95450"/>
                  </a:lnTo>
                  <a:lnTo>
                    <a:pt x="157196" y="100561"/>
                  </a:lnTo>
                  <a:lnTo>
                    <a:pt x="156220" y="113815"/>
                  </a:lnTo>
                  <a:lnTo>
                    <a:pt x="155260" y="117187"/>
                  </a:lnTo>
                  <a:lnTo>
                    <a:pt x="151685" y="121360"/>
                  </a:lnTo>
                  <a:lnTo>
                    <a:pt x="149229" y="122731"/>
                  </a:lnTo>
                  <a:lnTo>
                    <a:pt x="145578" y="128529"/>
                  </a:lnTo>
                  <a:lnTo>
                    <a:pt x="141588" y="129407"/>
                  </a:lnTo>
                  <a:lnTo>
                    <a:pt x="140783" y="129197"/>
                  </a:lnTo>
                  <a:lnTo>
                    <a:pt x="142154" y="129200"/>
                  </a:lnTo>
                  <a:lnTo>
                    <a:pt x="143643" y="127980"/>
                  </a:lnTo>
                  <a:lnTo>
                    <a:pt x="143888" y="124336"/>
                  </a:lnTo>
                  <a:lnTo>
                    <a:pt x="142451" y="124568"/>
                  </a:lnTo>
                  <a:lnTo>
                    <a:pt x="132206" y="132759"/>
                  </a:lnTo>
                  <a:lnTo>
                    <a:pt x="129701" y="143910"/>
                  </a:lnTo>
                  <a:lnTo>
                    <a:pt x="130683" y="144959"/>
                  </a:lnTo>
                  <a:lnTo>
                    <a:pt x="130554" y="147795"/>
                  </a:lnTo>
                  <a:lnTo>
                    <a:pt x="127712" y="151503"/>
                  </a:lnTo>
                  <a:lnTo>
                    <a:pt x="129892" y="156664"/>
                  </a:lnTo>
                  <a:lnTo>
                    <a:pt x="134738" y="158319"/>
                  </a:lnTo>
                  <a:lnTo>
                    <a:pt x="139972" y="148770"/>
                  </a:lnTo>
                  <a:lnTo>
                    <a:pt x="140774" y="145560"/>
                  </a:lnTo>
                  <a:lnTo>
                    <a:pt x="138454" y="149072"/>
                  </a:lnTo>
                  <a:lnTo>
                    <a:pt x="136928" y="149869"/>
                  </a:lnTo>
                  <a:lnTo>
                    <a:pt x="143346" y="141793"/>
                  </a:lnTo>
                  <a:lnTo>
                    <a:pt x="149577" y="137491"/>
                  </a:lnTo>
                  <a:lnTo>
                    <a:pt x="153494" y="137062"/>
                  </a:lnTo>
                  <a:lnTo>
                    <a:pt x="156544" y="138468"/>
                  </a:lnTo>
                  <a:lnTo>
                    <a:pt x="151821" y="145644"/>
                  </a:lnTo>
                  <a:lnTo>
                    <a:pt x="147531" y="150504"/>
                  </a:lnTo>
                  <a:lnTo>
                    <a:pt x="146437" y="154225"/>
                  </a:lnTo>
                  <a:lnTo>
                    <a:pt x="146228" y="164964"/>
                  </a:lnTo>
                  <a:lnTo>
                    <a:pt x="88255" y="170992"/>
                  </a:lnTo>
                  <a:lnTo>
                    <a:pt x="63982" y="168075"/>
                  </a:lnTo>
                  <a:lnTo>
                    <a:pt x="61074" y="182176"/>
                  </a:lnTo>
                  <a:lnTo>
                    <a:pt x="42477" y="178389"/>
                  </a:lnTo>
                  <a:lnTo>
                    <a:pt x="38005" y="178435"/>
                  </a:lnTo>
                  <a:lnTo>
                    <a:pt x="41507" y="164745"/>
                  </a:lnTo>
                  <a:lnTo>
                    <a:pt x="30571" y="166351"/>
                  </a:lnTo>
                  <a:lnTo>
                    <a:pt x="29455" y="166192"/>
                  </a:lnTo>
                  <a:lnTo>
                    <a:pt x="29087" y="165358"/>
                  </a:lnTo>
                  <a:lnTo>
                    <a:pt x="20324" y="166293"/>
                  </a:lnTo>
                  <a:lnTo>
                    <a:pt x="20505" y="167877"/>
                  </a:lnTo>
                  <a:lnTo>
                    <a:pt x="16211" y="168285"/>
                  </a:lnTo>
                  <a:lnTo>
                    <a:pt x="15926" y="165299"/>
                  </a:lnTo>
                  <a:lnTo>
                    <a:pt x="14798" y="164624"/>
                  </a:lnTo>
                  <a:lnTo>
                    <a:pt x="7756" y="165355"/>
                  </a:lnTo>
                  <a:lnTo>
                    <a:pt x="10522" y="153923"/>
                  </a:lnTo>
                  <a:lnTo>
                    <a:pt x="10018" y="149283"/>
                  </a:lnTo>
                  <a:lnTo>
                    <a:pt x="3793" y="149792"/>
                  </a:lnTo>
                  <a:lnTo>
                    <a:pt x="3897" y="142376"/>
                  </a:lnTo>
                  <a:lnTo>
                    <a:pt x="3073" y="141337"/>
                  </a:lnTo>
                  <a:lnTo>
                    <a:pt x="0" y="141536"/>
                  </a:lnTo>
                  <a:lnTo>
                    <a:pt x="133" y="133841"/>
                  </a:lnTo>
                  <a:lnTo>
                    <a:pt x="6073" y="133948"/>
                  </a:lnTo>
                  <a:lnTo>
                    <a:pt x="6136" y="134707"/>
                  </a:lnTo>
                  <a:lnTo>
                    <a:pt x="8961" y="134791"/>
                  </a:lnTo>
                  <a:lnTo>
                    <a:pt x="7663" y="115458"/>
                  </a:lnTo>
                  <a:lnTo>
                    <a:pt x="6164" y="115443"/>
                  </a:lnTo>
                  <a:lnTo>
                    <a:pt x="2982" y="111638"/>
                  </a:lnTo>
                  <a:lnTo>
                    <a:pt x="5293" y="109478"/>
                  </a:lnTo>
                  <a:lnTo>
                    <a:pt x="10672" y="110204"/>
                  </a:lnTo>
                  <a:lnTo>
                    <a:pt x="12445" y="109490"/>
                  </a:lnTo>
                  <a:lnTo>
                    <a:pt x="14422" y="94670"/>
                  </a:lnTo>
                  <a:lnTo>
                    <a:pt x="16995" y="94943"/>
                  </a:lnTo>
                  <a:lnTo>
                    <a:pt x="18453" y="89903"/>
                  </a:lnTo>
                  <a:lnTo>
                    <a:pt x="20680" y="75305"/>
                  </a:lnTo>
                  <a:lnTo>
                    <a:pt x="22613" y="75173"/>
                  </a:lnTo>
                  <a:lnTo>
                    <a:pt x="21796" y="66612"/>
                  </a:lnTo>
                  <a:lnTo>
                    <a:pt x="28967" y="65887"/>
                  </a:lnTo>
                  <a:lnTo>
                    <a:pt x="29054" y="66718"/>
                  </a:lnTo>
                  <a:lnTo>
                    <a:pt x="30686" y="66510"/>
                  </a:lnTo>
                  <a:lnTo>
                    <a:pt x="31049" y="65638"/>
                  </a:lnTo>
                  <a:lnTo>
                    <a:pt x="30572" y="57981"/>
                  </a:lnTo>
                  <a:lnTo>
                    <a:pt x="24422" y="57715"/>
                  </a:lnTo>
                  <a:lnTo>
                    <a:pt x="24302" y="59807"/>
                  </a:lnTo>
                  <a:lnTo>
                    <a:pt x="19206" y="59885"/>
                  </a:lnTo>
                  <a:lnTo>
                    <a:pt x="17116" y="56348"/>
                  </a:lnTo>
                  <a:lnTo>
                    <a:pt x="17005" y="53670"/>
                  </a:lnTo>
                  <a:lnTo>
                    <a:pt x="24517" y="53787"/>
                  </a:lnTo>
                  <a:lnTo>
                    <a:pt x="25022" y="40335"/>
                  </a:lnTo>
                  <a:lnTo>
                    <a:pt x="21653" y="36980"/>
                  </a:lnTo>
                  <a:lnTo>
                    <a:pt x="14740" y="36571"/>
                  </a:lnTo>
                  <a:lnTo>
                    <a:pt x="12545" y="36481"/>
                  </a:lnTo>
                  <a:lnTo>
                    <a:pt x="21407" y="29608"/>
                  </a:lnTo>
                  <a:lnTo>
                    <a:pt x="24959" y="29953"/>
                  </a:lnTo>
                  <a:lnTo>
                    <a:pt x="26384" y="28959"/>
                  </a:lnTo>
                  <a:lnTo>
                    <a:pt x="25460" y="27387"/>
                  </a:lnTo>
                  <a:lnTo>
                    <a:pt x="32423" y="25811"/>
                  </a:lnTo>
                  <a:lnTo>
                    <a:pt x="37802" y="26023"/>
                  </a:lnTo>
                  <a:lnTo>
                    <a:pt x="42010" y="23457"/>
                  </a:lnTo>
                  <a:lnTo>
                    <a:pt x="42779" y="20694"/>
                  </a:lnTo>
                  <a:lnTo>
                    <a:pt x="46718" y="20337"/>
                  </a:lnTo>
                  <a:lnTo>
                    <a:pt x="58672" y="20342"/>
                  </a:lnTo>
                  <a:lnTo>
                    <a:pt x="66617" y="10590"/>
                  </a:lnTo>
                  <a:lnTo>
                    <a:pt x="74599" y="792"/>
                  </a:lnTo>
                  <a:lnTo>
                    <a:pt x="74522" y="0"/>
                  </a:lnTo>
                  <a:lnTo>
                    <a:pt x="79655" y="27757"/>
                  </a:lnTo>
                  <a:lnTo>
                    <a:pt x="122263" y="23927"/>
                  </a:lnTo>
                  <a:lnTo>
                    <a:pt x="123208" y="33307"/>
                  </a:lnTo>
                  <a:lnTo>
                    <a:pt x="138976" y="31723"/>
                  </a:lnTo>
                  <a:lnTo>
                    <a:pt x="143310" y="74449"/>
                  </a:lnTo>
                  <a:lnTo>
                    <a:pt x="141560" y="75698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3" name="ph5323"/>
            <p:cNvSpPr/>
            <p:nvPr/>
          </p:nvSpPr>
          <p:spPr>
            <a:xfrm>
              <a:off x="8633507" y="2998892"/>
              <a:ext cx="816" cy="1008"/>
            </a:xfrm>
            <a:custGeom>
              <a:avLst/>
              <a:pathLst>
                <a:path w="816" h="1008">
                  <a:moveTo>
                    <a:pt x="0" y="0"/>
                  </a:moveTo>
                  <a:lnTo>
                    <a:pt x="476" y="72"/>
                  </a:lnTo>
                  <a:lnTo>
                    <a:pt x="816" y="1008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4" name="ph5324"/>
            <p:cNvSpPr/>
            <p:nvPr/>
          </p:nvSpPr>
          <p:spPr>
            <a:xfrm>
              <a:off x="8627205" y="2994744"/>
              <a:ext cx="5299" cy="4172"/>
            </a:xfrm>
            <a:custGeom>
              <a:avLst/>
              <a:pathLst>
                <a:path w="5299" h="4172">
                  <a:moveTo>
                    <a:pt x="5299" y="4172"/>
                  </a:moveTo>
                  <a:lnTo>
                    <a:pt x="583" y="1762"/>
                  </a:lnTo>
                  <a:lnTo>
                    <a:pt x="0" y="0"/>
                  </a:lnTo>
                  <a:lnTo>
                    <a:pt x="1004" y="56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5" name="ph5325"/>
            <p:cNvSpPr/>
            <p:nvPr/>
          </p:nvSpPr>
          <p:spPr>
            <a:xfrm>
              <a:off x="8620132" y="2991870"/>
              <a:ext cx="910" cy="518"/>
            </a:xfrm>
            <a:custGeom>
              <a:avLst/>
              <a:pathLst>
                <a:path w="910" h="518">
                  <a:moveTo>
                    <a:pt x="0" y="346"/>
                  </a:moveTo>
                  <a:lnTo>
                    <a:pt x="182" y="0"/>
                  </a:lnTo>
                  <a:lnTo>
                    <a:pt x="910" y="518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6" name="ph5326"/>
            <p:cNvSpPr/>
            <p:nvPr/>
          </p:nvSpPr>
          <p:spPr>
            <a:xfrm>
              <a:off x="8622062" y="2989722"/>
              <a:ext cx="779" cy="548"/>
            </a:xfrm>
            <a:custGeom>
              <a:avLst/>
              <a:pathLst>
                <a:path w="779" h="548">
                  <a:moveTo>
                    <a:pt x="0" y="320"/>
                  </a:moveTo>
                  <a:lnTo>
                    <a:pt x="413" y="0"/>
                  </a:lnTo>
                  <a:lnTo>
                    <a:pt x="779" y="548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7" name="ph5327"/>
            <p:cNvSpPr/>
            <p:nvPr/>
          </p:nvSpPr>
          <p:spPr>
            <a:xfrm>
              <a:off x="8626612" y="2965574"/>
              <a:ext cx="386" cy="328"/>
            </a:xfrm>
            <a:custGeom>
              <a:avLst/>
              <a:pathLst>
                <a:path w="386" h="328">
                  <a:moveTo>
                    <a:pt x="200" y="0"/>
                  </a:moveTo>
                  <a:lnTo>
                    <a:pt x="386" y="328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8" name="ph5328"/>
            <p:cNvSpPr/>
            <p:nvPr/>
          </p:nvSpPr>
          <p:spPr>
            <a:xfrm>
              <a:off x="8627249" y="2964822"/>
              <a:ext cx="408" cy="372"/>
            </a:xfrm>
            <a:custGeom>
              <a:avLst/>
              <a:pathLst>
                <a:path w="408" h="372">
                  <a:moveTo>
                    <a:pt x="0" y="370"/>
                  </a:moveTo>
                  <a:lnTo>
                    <a:pt x="408" y="0"/>
                  </a:lnTo>
                  <a:lnTo>
                    <a:pt x="268" y="372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9" name="ph5329"/>
            <p:cNvSpPr/>
            <p:nvPr/>
          </p:nvSpPr>
          <p:spPr>
            <a:xfrm>
              <a:off x="8630835" y="2964387"/>
              <a:ext cx="357" cy="508"/>
            </a:xfrm>
            <a:custGeom>
              <a:avLst/>
              <a:pathLst>
                <a:path w="357" h="508">
                  <a:moveTo>
                    <a:pt x="131" y="0"/>
                  </a:moveTo>
                  <a:lnTo>
                    <a:pt x="357" y="508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0" name="ph5330"/>
            <p:cNvSpPr/>
            <p:nvPr/>
          </p:nvSpPr>
          <p:spPr>
            <a:xfrm>
              <a:off x="8631645" y="2964312"/>
              <a:ext cx="338" cy="311"/>
            </a:xfrm>
            <a:custGeom>
              <a:avLst/>
              <a:pathLst>
                <a:path w="338" h="311">
                  <a:moveTo>
                    <a:pt x="326" y="0"/>
                  </a:moveTo>
                  <a:lnTo>
                    <a:pt x="338" y="311"/>
                  </a:lnTo>
                  <a:lnTo>
                    <a:pt x="0" y="302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1" name="ph5331"/>
            <p:cNvSpPr/>
            <p:nvPr/>
          </p:nvSpPr>
          <p:spPr>
            <a:xfrm>
              <a:off x="8627309" y="2963905"/>
              <a:ext cx="1734" cy="725"/>
            </a:xfrm>
            <a:custGeom>
              <a:avLst/>
              <a:pathLst>
                <a:path w="1734" h="725">
                  <a:moveTo>
                    <a:pt x="0" y="0"/>
                  </a:moveTo>
                  <a:lnTo>
                    <a:pt x="1734" y="488"/>
                  </a:lnTo>
                  <a:lnTo>
                    <a:pt x="1043" y="725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2" name="ph5332"/>
            <p:cNvSpPr/>
            <p:nvPr/>
          </p:nvSpPr>
          <p:spPr>
            <a:xfrm>
              <a:off x="8629813" y="2964070"/>
              <a:ext cx="1249" cy="248"/>
            </a:xfrm>
            <a:custGeom>
              <a:avLst/>
              <a:pathLst>
                <a:path w="1249" h="248">
                  <a:moveTo>
                    <a:pt x="0" y="124"/>
                  </a:moveTo>
                  <a:lnTo>
                    <a:pt x="1193" y="0"/>
                  </a:lnTo>
                  <a:lnTo>
                    <a:pt x="1249" y="248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3" name="ph5333"/>
            <p:cNvSpPr/>
            <p:nvPr/>
          </p:nvSpPr>
          <p:spPr>
            <a:xfrm>
              <a:off x="8623365" y="2963210"/>
              <a:ext cx="543" cy="1098"/>
            </a:xfrm>
            <a:custGeom>
              <a:avLst/>
              <a:pathLst>
                <a:path w="543" h="1098">
                  <a:moveTo>
                    <a:pt x="0" y="33"/>
                  </a:moveTo>
                  <a:lnTo>
                    <a:pt x="543" y="0"/>
                  </a:lnTo>
                  <a:lnTo>
                    <a:pt x="105" y="1098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4" name="ph5334"/>
            <p:cNvSpPr/>
            <p:nvPr/>
          </p:nvSpPr>
          <p:spPr>
            <a:xfrm>
              <a:off x="8626841" y="2963108"/>
              <a:ext cx="398" cy="552"/>
            </a:xfrm>
            <a:custGeom>
              <a:avLst/>
              <a:pathLst>
                <a:path w="398" h="552">
                  <a:moveTo>
                    <a:pt x="0" y="175"/>
                  </a:moveTo>
                  <a:lnTo>
                    <a:pt x="398" y="0"/>
                  </a:lnTo>
                  <a:lnTo>
                    <a:pt x="98" y="552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5" name="ph5335"/>
            <p:cNvSpPr/>
            <p:nvPr/>
          </p:nvSpPr>
          <p:spPr>
            <a:xfrm>
              <a:off x="8630452" y="2962474"/>
              <a:ext cx="340" cy="829"/>
            </a:xfrm>
            <a:custGeom>
              <a:avLst/>
              <a:pathLst>
                <a:path w="340" h="829">
                  <a:moveTo>
                    <a:pt x="340" y="828"/>
                  </a:moveTo>
                  <a:lnTo>
                    <a:pt x="42" y="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6" name="ph5336"/>
            <p:cNvSpPr/>
            <p:nvPr/>
          </p:nvSpPr>
          <p:spPr>
            <a:xfrm>
              <a:off x="8623568" y="2961047"/>
              <a:ext cx="621" cy="820"/>
            </a:xfrm>
            <a:custGeom>
              <a:avLst/>
              <a:pathLst>
                <a:path w="621" h="820">
                  <a:moveTo>
                    <a:pt x="621" y="0"/>
                  </a:moveTo>
                  <a:lnTo>
                    <a:pt x="0" y="820"/>
                  </a:lnTo>
                  <a:lnTo>
                    <a:pt x="127" y="97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7" name="ph5337"/>
            <p:cNvSpPr/>
            <p:nvPr/>
          </p:nvSpPr>
          <p:spPr>
            <a:xfrm>
              <a:off x="8629594" y="2951804"/>
              <a:ext cx="797" cy="448"/>
            </a:xfrm>
            <a:custGeom>
              <a:avLst/>
              <a:pathLst>
                <a:path w="797" h="448">
                  <a:moveTo>
                    <a:pt x="0" y="20"/>
                  </a:moveTo>
                  <a:lnTo>
                    <a:pt x="650" y="0"/>
                  </a:lnTo>
                  <a:lnTo>
                    <a:pt x="797" y="448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8" name="ph5338"/>
            <p:cNvSpPr/>
            <p:nvPr/>
          </p:nvSpPr>
          <p:spPr>
            <a:xfrm>
              <a:off x="8629061" y="2951349"/>
              <a:ext cx="547" cy="597"/>
            </a:xfrm>
            <a:custGeom>
              <a:avLst/>
              <a:pathLst>
                <a:path w="547" h="597">
                  <a:moveTo>
                    <a:pt x="0" y="447"/>
                  </a:moveTo>
                  <a:lnTo>
                    <a:pt x="234" y="0"/>
                  </a:lnTo>
                  <a:lnTo>
                    <a:pt x="547" y="597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9" name="ph5339"/>
            <p:cNvSpPr/>
            <p:nvPr/>
          </p:nvSpPr>
          <p:spPr>
            <a:xfrm>
              <a:off x="8627813" y="2950679"/>
              <a:ext cx="1222" cy="613"/>
            </a:xfrm>
            <a:custGeom>
              <a:avLst/>
              <a:pathLst>
                <a:path w="1222" h="613">
                  <a:moveTo>
                    <a:pt x="0" y="198"/>
                  </a:moveTo>
                  <a:lnTo>
                    <a:pt x="214" y="0"/>
                  </a:lnTo>
                  <a:lnTo>
                    <a:pt x="1222" y="613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0" name="ph5340"/>
            <p:cNvSpPr/>
            <p:nvPr/>
          </p:nvSpPr>
          <p:spPr>
            <a:xfrm>
              <a:off x="8627585" y="2950634"/>
              <a:ext cx="38" cy="174"/>
            </a:xfrm>
            <a:custGeom>
              <a:avLst/>
              <a:pathLst>
                <a:path w="38" h="174">
                  <a:moveTo>
                    <a:pt x="0" y="174"/>
                  </a:moveTo>
                  <a:lnTo>
                    <a:pt x="3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1" name="ph5341"/>
            <p:cNvSpPr/>
            <p:nvPr/>
          </p:nvSpPr>
          <p:spPr>
            <a:xfrm>
              <a:off x="8624248" y="2950107"/>
              <a:ext cx="3301" cy="615"/>
            </a:xfrm>
            <a:custGeom>
              <a:avLst/>
              <a:pathLst>
                <a:path w="3301" h="615">
                  <a:moveTo>
                    <a:pt x="491" y="0"/>
                  </a:moveTo>
                  <a:lnTo>
                    <a:pt x="3301" y="615"/>
                  </a:lnTo>
                  <a:lnTo>
                    <a:pt x="0" y="241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2" name="ph5342"/>
            <p:cNvSpPr/>
            <p:nvPr/>
          </p:nvSpPr>
          <p:spPr>
            <a:xfrm>
              <a:off x="8654337" y="2745509"/>
              <a:ext cx="43437" cy="40129"/>
            </a:xfrm>
            <a:custGeom>
              <a:avLst/>
              <a:pathLst>
                <a:path w="43437" h="40129">
                  <a:moveTo>
                    <a:pt x="35874" y="4119"/>
                  </a:moveTo>
                  <a:lnTo>
                    <a:pt x="36883" y="6729"/>
                  </a:lnTo>
                  <a:lnTo>
                    <a:pt x="38531" y="8244"/>
                  </a:lnTo>
                  <a:lnTo>
                    <a:pt x="41983" y="9285"/>
                  </a:lnTo>
                  <a:lnTo>
                    <a:pt x="43437" y="10739"/>
                  </a:lnTo>
                  <a:lnTo>
                    <a:pt x="40827" y="20930"/>
                  </a:lnTo>
                  <a:lnTo>
                    <a:pt x="37342" y="24758"/>
                  </a:lnTo>
                  <a:lnTo>
                    <a:pt x="35519" y="36486"/>
                  </a:lnTo>
                  <a:lnTo>
                    <a:pt x="5945" y="40129"/>
                  </a:lnTo>
                  <a:lnTo>
                    <a:pt x="3799" y="18305"/>
                  </a:lnTo>
                  <a:lnTo>
                    <a:pt x="1539" y="18563"/>
                  </a:lnTo>
                  <a:lnTo>
                    <a:pt x="0" y="3800"/>
                  </a:lnTo>
                  <a:lnTo>
                    <a:pt x="36085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3" name="ph5343"/>
            <p:cNvSpPr/>
            <p:nvPr/>
          </p:nvSpPr>
          <p:spPr>
            <a:xfrm>
              <a:off x="8430864" y="3047915"/>
              <a:ext cx="189813" cy="156091"/>
            </a:xfrm>
            <a:custGeom>
              <a:avLst/>
              <a:pathLst>
                <a:path w="189813" h="156091">
                  <a:moveTo>
                    <a:pt x="185309" y="29075"/>
                  </a:moveTo>
                  <a:lnTo>
                    <a:pt x="180987" y="35594"/>
                  </a:lnTo>
                  <a:lnTo>
                    <a:pt x="179853" y="41195"/>
                  </a:lnTo>
                  <a:lnTo>
                    <a:pt x="179595" y="57253"/>
                  </a:lnTo>
                  <a:lnTo>
                    <a:pt x="177513" y="64033"/>
                  </a:lnTo>
                  <a:lnTo>
                    <a:pt x="178098" y="75191"/>
                  </a:lnTo>
                  <a:lnTo>
                    <a:pt x="175676" y="79213"/>
                  </a:lnTo>
                  <a:lnTo>
                    <a:pt x="171706" y="89273"/>
                  </a:lnTo>
                  <a:lnTo>
                    <a:pt x="171060" y="105325"/>
                  </a:lnTo>
                  <a:lnTo>
                    <a:pt x="169826" y="106528"/>
                  </a:lnTo>
                  <a:lnTo>
                    <a:pt x="169231" y="105461"/>
                  </a:lnTo>
                  <a:lnTo>
                    <a:pt x="168336" y="105760"/>
                  </a:lnTo>
                  <a:lnTo>
                    <a:pt x="164558" y="112149"/>
                  </a:lnTo>
                  <a:lnTo>
                    <a:pt x="161452" y="110138"/>
                  </a:lnTo>
                  <a:lnTo>
                    <a:pt x="148339" y="111407"/>
                  </a:lnTo>
                  <a:lnTo>
                    <a:pt x="145079" y="78128"/>
                  </a:lnTo>
                  <a:lnTo>
                    <a:pt x="117696" y="80683"/>
                  </a:lnTo>
                  <a:lnTo>
                    <a:pt x="116915" y="73166"/>
                  </a:lnTo>
                  <a:lnTo>
                    <a:pt x="109242" y="72299"/>
                  </a:lnTo>
                  <a:lnTo>
                    <a:pt x="99722" y="73680"/>
                  </a:lnTo>
                  <a:lnTo>
                    <a:pt x="88400" y="73034"/>
                  </a:lnTo>
                  <a:lnTo>
                    <a:pt x="83325" y="78188"/>
                  </a:lnTo>
                  <a:lnTo>
                    <a:pt x="81576" y="91449"/>
                  </a:lnTo>
                  <a:lnTo>
                    <a:pt x="74854" y="101243"/>
                  </a:lnTo>
                  <a:lnTo>
                    <a:pt x="75529" y="107659"/>
                  </a:lnTo>
                  <a:lnTo>
                    <a:pt x="73940" y="110154"/>
                  </a:lnTo>
                  <a:lnTo>
                    <a:pt x="67468" y="114654"/>
                  </a:lnTo>
                  <a:lnTo>
                    <a:pt x="66306" y="116931"/>
                  </a:lnTo>
                  <a:lnTo>
                    <a:pt x="61971" y="134263"/>
                  </a:lnTo>
                  <a:lnTo>
                    <a:pt x="57938" y="139067"/>
                  </a:lnTo>
                  <a:lnTo>
                    <a:pt x="52785" y="148047"/>
                  </a:lnTo>
                  <a:lnTo>
                    <a:pt x="47998" y="152597"/>
                  </a:lnTo>
                  <a:lnTo>
                    <a:pt x="47773" y="156056"/>
                  </a:lnTo>
                  <a:lnTo>
                    <a:pt x="44846" y="156091"/>
                  </a:lnTo>
                  <a:lnTo>
                    <a:pt x="40848" y="154092"/>
                  </a:lnTo>
                  <a:lnTo>
                    <a:pt x="36341" y="148564"/>
                  </a:lnTo>
                  <a:lnTo>
                    <a:pt x="31163" y="150599"/>
                  </a:lnTo>
                  <a:lnTo>
                    <a:pt x="28274" y="145513"/>
                  </a:lnTo>
                  <a:lnTo>
                    <a:pt x="25386" y="143916"/>
                  </a:lnTo>
                  <a:lnTo>
                    <a:pt x="18976" y="145705"/>
                  </a:lnTo>
                  <a:lnTo>
                    <a:pt x="10597" y="153386"/>
                  </a:lnTo>
                  <a:lnTo>
                    <a:pt x="10414" y="151640"/>
                  </a:lnTo>
                  <a:lnTo>
                    <a:pt x="3676" y="152179"/>
                  </a:lnTo>
                  <a:lnTo>
                    <a:pt x="3032" y="147148"/>
                  </a:lnTo>
                  <a:lnTo>
                    <a:pt x="2783" y="143417"/>
                  </a:lnTo>
                  <a:lnTo>
                    <a:pt x="8293" y="143262"/>
                  </a:lnTo>
                  <a:lnTo>
                    <a:pt x="10118" y="137926"/>
                  </a:lnTo>
                  <a:lnTo>
                    <a:pt x="9873" y="134682"/>
                  </a:lnTo>
                  <a:lnTo>
                    <a:pt x="2591" y="135225"/>
                  </a:lnTo>
                  <a:lnTo>
                    <a:pt x="2150" y="127167"/>
                  </a:lnTo>
                  <a:lnTo>
                    <a:pt x="9292" y="126369"/>
                  </a:lnTo>
                  <a:lnTo>
                    <a:pt x="8395" y="116111"/>
                  </a:lnTo>
                  <a:lnTo>
                    <a:pt x="6528" y="116653"/>
                  </a:lnTo>
                  <a:lnTo>
                    <a:pt x="6478" y="107126"/>
                  </a:lnTo>
                  <a:lnTo>
                    <a:pt x="8894" y="106929"/>
                  </a:lnTo>
                  <a:lnTo>
                    <a:pt x="7078" y="94935"/>
                  </a:lnTo>
                  <a:lnTo>
                    <a:pt x="9197" y="94704"/>
                  </a:lnTo>
                  <a:lnTo>
                    <a:pt x="7901" y="86275"/>
                  </a:lnTo>
                  <a:lnTo>
                    <a:pt x="4805" y="86496"/>
                  </a:lnTo>
                  <a:lnTo>
                    <a:pt x="1225" y="49272"/>
                  </a:lnTo>
                  <a:lnTo>
                    <a:pt x="1952" y="46544"/>
                  </a:lnTo>
                  <a:lnTo>
                    <a:pt x="0" y="30714"/>
                  </a:lnTo>
                  <a:lnTo>
                    <a:pt x="10130" y="28450"/>
                  </a:lnTo>
                  <a:lnTo>
                    <a:pt x="11042" y="32343"/>
                  </a:lnTo>
                  <a:lnTo>
                    <a:pt x="17827" y="30691"/>
                  </a:lnTo>
                  <a:lnTo>
                    <a:pt x="18389" y="37024"/>
                  </a:lnTo>
                  <a:lnTo>
                    <a:pt x="23660" y="39088"/>
                  </a:lnTo>
                  <a:lnTo>
                    <a:pt x="28973" y="38859"/>
                  </a:lnTo>
                  <a:lnTo>
                    <a:pt x="28788" y="35841"/>
                  </a:lnTo>
                  <a:lnTo>
                    <a:pt x="40753" y="34578"/>
                  </a:lnTo>
                  <a:lnTo>
                    <a:pt x="41720" y="42486"/>
                  </a:lnTo>
                  <a:lnTo>
                    <a:pt x="50579" y="41629"/>
                  </a:lnTo>
                  <a:lnTo>
                    <a:pt x="52263" y="59075"/>
                  </a:lnTo>
                  <a:lnTo>
                    <a:pt x="72969" y="56971"/>
                  </a:lnTo>
                  <a:lnTo>
                    <a:pt x="76021" y="53831"/>
                  </a:lnTo>
                  <a:lnTo>
                    <a:pt x="94564" y="54895"/>
                  </a:lnTo>
                  <a:lnTo>
                    <a:pt x="97271" y="50049"/>
                  </a:lnTo>
                  <a:lnTo>
                    <a:pt x="98305" y="44382"/>
                  </a:lnTo>
                  <a:lnTo>
                    <a:pt x="101845" y="41717"/>
                  </a:lnTo>
                  <a:lnTo>
                    <a:pt x="106367" y="36766"/>
                  </a:lnTo>
                  <a:lnTo>
                    <a:pt x="114245" y="20332"/>
                  </a:lnTo>
                  <a:lnTo>
                    <a:pt x="115141" y="19924"/>
                  </a:lnTo>
                  <a:lnTo>
                    <a:pt x="117671" y="21051"/>
                  </a:lnTo>
                  <a:lnTo>
                    <a:pt x="119619" y="21044"/>
                  </a:lnTo>
                  <a:lnTo>
                    <a:pt x="121362" y="16326"/>
                  </a:lnTo>
                  <a:lnTo>
                    <a:pt x="125036" y="12404"/>
                  </a:lnTo>
                  <a:lnTo>
                    <a:pt x="131740" y="11728"/>
                  </a:lnTo>
                  <a:lnTo>
                    <a:pt x="130819" y="5312"/>
                  </a:lnTo>
                  <a:lnTo>
                    <a:pt x="185401" y="0"/>
                  </a:lnTo>
                  <a:lnTo>
                    <a:pt x="189813" y="1395"/>
                  </a:lnTo>
                  <a:lnTo>
                    <a:pt x="188137" y="6330"/>
                  </a:lnTo>
                  <a:lnTo>
                    <a:pt x="185530" y="203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4" name="ph5344"/>
            <p:cNvSpPr/>
            <p:nvPr/>
          </p:nvSpPr>
          <p:spPr>
            <a:xfrm>
              <a:off x="8653848" y="3121517"/>
              <a:ext cx="1013" cy="1282"/>
            </a:xfrm>
            <a:custGeom>
              <a:avLst/>
              <a:pathLst>
                <a:path w="1013" h="1282">
                  <a:moveTo>
                    <a:pt x="0" y="0"/>
                  </a:moveTo>
                  <a:lnTo>
                    <a:pt x="1013" y="1072"/>
                  </a:lnTo>
                  <a:lnTo>
                    <a:pt x="180" y="128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5" name="ph5345"/>
            <p:cNvSpPr/>
            <p:nvPr/>
          </p:nvSpPr>
          <p:spPr>
            <a:xfrm>
              <a:off x="8652160" y="3120395"/>
              <a:ext cx="1317" cy="905"/>
            </a:xfrm>
            <a:custGeom>
              <a:avLst/>
              <a:pathLst>
                <a:path w="1317" h="905">
                  <a:moveTo>
                    <a:pt x="476" y="0"/>
                  </a:moveTo>
                  <a:lnTo>
                    <a:pt x="1317" y="90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6" name="ph5346"/>
            <p:cNvSpPr/>
            <p:nvPr/>
          </p:nvSpPr>
          <p:spPr>
            <a:xfrm>
              <a:off x="8650934" y="3119255"/>
              <a:ext cx="566" cy="679"/>
            </a:xfrm>
            <a:custGeom>
              <a:avLst/>
              <a:pathLst>
                <a:path w="566" h="679">
                  <a:moveTo>
                    <a:pt x="0" y="0"/>
                  </a:moveTo>
                  <a:lnTo>
                    <a:pt x="566" y="679"/>
                  </a:lnTo>
                  <a:lnTo>
                    <a:pt x="176" y="60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7" name="ph5347"/>
            <p:cNvSpPr/>
            <p:nvPr/>
          </p:nvSpPr>
          <p:spPr>
            <a:xfrm>
              <a:off x="8649812" y="3117479"/>
              <a:ext cx="461" cy="580"/>
            </a:xfrm>
            <a:custGeom>
              <a:avLst/>
              <a:pathLst>
                <a:path w="461" h="580">
                  <a:moveTo>
                    <a:pt x="461" y="336"/>
                  </a:moveTo>
                  <a:lnTo>
                    <a:pt x="0" y="58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8" name="ph5348"/>
            <p:cNvSpPr/>
            <p:nvPr/>
          </p:nvSpPr>
          <p:spPr>
            <a:xfrm>
              <a:off x="8648456" y="3112499"/>
              <a:ext cx="1081" cy="4396"/>
            </a:xfrm>
            <a:custGeom>
              <a:avLst/>
              <a:pathLst>
                <a:path w="1081" h="4396">
                  <a:moveTo>
                    <a:pt x="849" y="1531"/>
                  </a:moveTo>
                  <a:lnTo>
                    <a:pt x="1081" y="43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9" name="ph5349"/>
            <p:cNvSpPr/>
            <p:nvPr/>
          </p:nvSpPr>
          <p:spPr>
            <a:xfrm>
              <a:off x="8648168" y="3105118"/>
              <a:ext cx="460" cy="5707"/>
            </a:xfrm>
            <a:custGeom>
              <a:avLst/>
              <a:pathLst>
                <a:path w="460" h="5707">
                  <a:moveTo>
                    <a:pt x="460" y="290"/>
                  </a:moveTo>
                  <a:lnTo>
                    <a:pt x="79" y="57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0" name="ph5350"/>
            <p:cNvSpPr/>
            <p:nvPr/>
          </p:nvSpPr>
          <p:spPr>
            <a:xfrm>
              <a:off x="8647784" y="3099368"/>
              <a:ext cx="399" cy="904"/>
            </a:xfrm>
            <a:custGeom>
              <a:avLst/>
              <a:pathLst>
                <a:path w="399" h="904">
                  <a:moveTo>
                    <a:pt x="281" y="0"/>
                  </a:moveTo>
                  <a:lnTo>
                    <a:pt x="399" y="904"/>
                  </a:lnTo>
                  <a:lnTo>
                    <a:pt x="0" y="28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1" name="ph5351"/>
            <p:cNvSpPr/>
            <p:nvPr/>
          </p:nvSpPr>
          <p:spPr>
            <a:xfrm>
              <a:off x="8647419" y="3095785"/>
              <a:ext cx="503" cy="878"/>
            </a:xfrm>
            <a:custGeom>
              <a:avLst/>
              <a:pathLst>
                <a:path w="503" h="878">
                  <a:moveTo>
                    <a:pt x="264" y="0"/>
                  </a:moveTo>
                  <a:lnTo>
                    <a:pt x="503" y="878"/>
                  </a:lnTo>
                  <a:lnTo>
                    <a:pt x="0" y="32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2" name="ph5352"/>
            <p:cNvSpPr/>
            <p:nvPr/>
          </p:nvSpPr>
          <p:spPr>
            <a:xfrm>
              <a:off x="8646966" y="3092750"/>
              <a:ext cx="489" cy="1932"/>
            </a:xfrm>
            <a:custGeom>
              <a:avLst/>
              <a:pathLst>
                <a:path w="489" h="1932">
                  <a:moveTo>
                    <a:pt x="489" y="452"/>
                  </a:moveTo>
                  <a:lnTo>
                    <a:pt x="273" y="1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3" name="ph5353"/>
            <p:cNvSpPr/>
            <p:nvPr/>
          </p:nvSpPr>
          <p:spPr>
            <a:xfrm>
              <a:off x="8647295" y="3086393"/>
              <a:ext cx="1520" cy="4954"/>
            </a:xfrm>
            <a:custGeom>
              <a:avLst/>
              <a:pathLst>
                <a:path w="1520" h="4954">
                  <a:moveTo>
                    <a:pt x="876" y="3642"/>
                  </a:moveTo>
                  <a:lnTo>
                    <a:pt x="0" y="4954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4" name="ph5354"/>
            <p:cNvSpPr/>
            <p:nvPr/>
          </p:nvSpPr>
          <p:spPr>
            <a:xfrm>
              <a:off x="8649755" y="3080509"/>
              <a:ext cx="1416" cy="3545"/>
            </a:xfrm>
            <a:custGeom>
              <a:avLst/>
              <a:pathLst>
                <a:path w="1416" h="3545">
                  <a:moveTo>
                    <a:pt x="1416" y="0"/>
                  </a:moveTo>
                  <a:lnTo>
                    <a:pt x="389" y="3545"/>
                  </a:lnTo>
                  <a:lnTo>
                    <a:pt x="0" y="317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5" name="ph5355"/>
            <p:cNvSpPr/>
            <p:nvPr/>
          </p:nvSpPr>
          <p:spPr>
            <a:xfrm>
              <a:off x="8651657" y="3077466"/>
              <a:ext cx="386" cy="669"/>
            </a:xfrm>
            <a:custGeom>
              <a:avLst/>
              <a:pathLst>
                <a:path w="386" h="669">
                  <a:moveTo>
                    <a:pt x="386" y="368"/>
                  </a:moveTo>
                  <a:lnTo>
                    <a:pt x="0" y="669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6" name="ph5356"/>
            <p:cNvSpPr/>
            <p:nvPr/>
          </p:nvSpPr>
          <p:spPr>
            <a:xfrm>
              <a:off x="8652139" y="3075965"/>
              <a:ext cx="227" cy="670"/>
            </a:xfrm>
            <a:custGeom>
              <a:avLst/>
              <a:pathLst>
                <a:path w="227" h="670">
                  <a:moveTo>
                    <a:pt x="227" y="489"/>
                  </a:moveTo>
                  <a:lnTo>
                    <a:pt x="0" y="67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7" name="ph5357"/>
            <p:cNvSpPr/>
            <p:nvPr/>
          </p:nvSpPr>
          <p:spPr>
            <a:xfrm>
              <a:off x="8652752" y="3073628"/>
              <a:ext cx="786" cy="1857"/>
            </a:xfrm>
            <a:custGeom>
              <a:avLst/>
              <a:pathLst>
                <a:path w="786" h="1857">
                  <a:moveTo>
                    <a:pt x="786" y="0"/>
                  </a:moveTo>
                  <a:lnTo>
                    <a:pt x="287" y="1857"/>
                  </a:lnTo>
                  <a:lnTo>
                    <a:pt x="0" y="163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8" name="ph5358"/>
            <p:cNvSpPr/>
            <p:nvPr/>
          </p:nvSpPr>
          <p:spPr>
            <a:xfrm>
              <a:off x="8654688" y="3070693"/>
              <a:ext cx="444" cy="576"/>
            </a:xfrm>
            <a:custGeom>
              <a:avLst/>
              <a:pathLst>
                <a:path w="444" h="576">
                  <a:moveTo>
                    <a:pt x="444" y="0"/>
                  </a:moveTo>
                  <a:lnTo>
                    <a:pt x="102" y="576"/>
                  </a:lnTo>
                  <a:lnTo>
                    <a:pt x="0" y="31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9" name="ph5359"/>
            <p:cNvSpPr/>
            <p:nvPr/>
          </p:nvSpPr>
          <p:spPr>
            <a:xfrm>
              <a:off x="8655740" y="3122562"/>
              <a:ext cx="808" cy="799"/>
            </a:xfrm>
            <a:custGeom>
              <a:avLst/>
              <a:pathLst>
                <a:path w="808" h="799">
                  <a:moveTo>
                    <a:pt x="808" y="409"/>
                  </a:moveTo>
                  <a:lnTo>
                    <a:pt x="697" y="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0" name="ph5360"/>
            <p:cNvSpPr/>
            <p:nvPr/>
          </p:nvSpPr>
          <p:spPr>
            <a:xfrm>
              <a:off x="8657035" y="3098705"/>
              <a:ext cx="6735" cy="24459"/>
            </a:xfrm>
            <a:custGeom>
              <a:avLst/>
              <a:pathLst>
                <a:path w="6735" h="24459">
                  <a:moveTo>
                    <a:pt x="5712" y="10516"/>
                  </a:moveTo>
                  <a:lnTo>
                    <a:pt x="3987" y="4528"/>
                  </a:lnTo>
                  <a:lnTo>
                    <a:pt x="5221" y="931"/>
                  </a:lnTo>
                  <a:lnTo>
                    <a:pt x="6368" y="0"/>
                  </a:lnTo>
                  <a:lnTo>
                    <a:pt x="6735" y="615"/>
                  </a:lnTo>
                  <a:lnTo>
                    <a:pt x="4694" y="4004"/>
                  </a:lnTo>
                  <a:lnTo>
                    <a:pt x="6511" y="8281"/>
                  </a:lnTo>
                  <a:lnTo>
                    <a:pt x="6635" y="13033"/>
                  </a:lnTo>
                  <a:lnTo>
                    <a:pt x="2728" y="22867"/>
                  </a:lnTo>
                  <a:lnTo>
                    <a:pt x="190" y="24459"/>
                  </a:lnTo>
                  <a:lnTo>
                    <a:pt x="0" y="23804"/>
                  </a:lnTo>
                  <a:lnTo>
                    <a:pt x="2307" y="21817"/>
                  </a:lnTo>
                  <a:lnTo>
                    <a:pt x="5656" y="1482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1" name="ph5361"/>
            <p:cNvSpPr/>
            <p:nvPr/>
          </p:nvSpPr>
          <p:spPr>
            <a:xfrm>
              <a:off x="8659846" y="3092352"/>
              <a:ext cx="4099" cy="4334"/>
            </a:xfrm>
            <a:custGeom>
              <a:avLst/>
              <a:pathLst>
                <a:path w="4099" h="4334">
                  <a:moveTo>
                    <a:pt x="2215" y="764"/>
                  </a:moveTo>
                  <a:lnTo>
                    <a:pt x="3531" y="0"/>
                  </a:lnTo>
                  <a:lnTo>
                    <a:pt x="4099" y="788"/>
                  </a:lnTo>
                  <a:lnTo>
                    <a:pt x="2929" y="3346"/>
                  </a:lnTo>
                  <a:lnTo>
                    <a:pt x="1756" y="4319"/>
                  </a:lnTo>
                  <a:lnTo>
                    <a:pt x="0" y="433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2" name="ph5362"/>
            <p:cNvSpPr/>
            <p:nvPr/>
          </p:nvSpPr>
          <p:spPr>
            <a:xfrm>
              <a:off x="8665439" y="3074144"/>
              <a:ext cx="5107" cy="15644"/>
            </a:xfrm>
            <a:custGeom>
              <a:avLst/>
              <a:pathLst>
                <a:path w="5107" h="15644">
                  <a:moveTo>
                    <a:pt x="4145" y="9140"/>
                  </a:moveTo>
                  <a:lnTo>
                    <a:pt x="0" y="545"/>
                  </a:lnTo>
                  <a:lnTo>
                    <a:pt x="547" y="0"/>
                  </a:lnTo>
                  <a:lnTo>
                    <a:pt x="4846" y="6942"/>
                  </a:lnTo>
                  <a:lnTo>
                    <a:pt x="5107" y="11964"/>
                  </a:lnTo>
                  <a:lnTo>
                    <a:pt x="3329" y="15644"/>
                  </a:lnTo>
                  <a:lnTo>
                    <a:pt x="2896" y="1515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3" name="ph5363"/>
            <p:cNvSpPr/>
            <p:nvPr/>
          </p:nvSpPr>
          <p:spPr>
            <a:xfrm>
              <a:off x="8661867" y="3074220"/>
              <a:ext cx="250" cy="577"/>
            </a:xfrm>
            <a:custGeom>
              <a:avLst/>
              <a:pathLst>
                <a:path w="250" h="577">
                  <a:moveTo>
                    <a:pt x="0" y="317"/>
                  </a:moveTo>
                  <a:lnTo>
                    <a:pt x="208" y="0"/>
                  </a:lnTo>
                  <a:lnTo>
                    <a:pt x="250" y="577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4" name="ph5364"/>
            <p:cNvSpPr/>
            <p:nvPr/>
          </p:nvSpPr>
          <p:spPr>
            <a:xfrm>
              <a:off x="8665073" y="3073690"/>
              <a:ext cx="112" cy="456"/>
            </a:xfrm>
            <a:custGeom>
              <a:avLst/>
              <a:pathLst>
                <a:path w="112" h="456">
                  <a:moveTo>
                    <a:pt x="0" y="0"/>
                  </a:moveTo>
                  <a:lnTo>
                    <a:pt x="112" y="456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5" name="ph5365"/>
            <p:cNvSpPr/>
            <p:nvPr/>
          </p:nvSpPr>
          <p:spPr>
            <a:xfrm>
              <a:off x="8660390" y="3073535"/>
              <a:ext cx="339" cy="342"/>
            </a:xfrm>
            <a:custGeom>
              <a:avLst/>
              <a:pathLst>
                <a:path w="339" h="342">
                  <a:moveTo>
                    <a:pt x="339" y="132"/>
                  </a:moveTo>
                  <a:lnTo>
                    <a:pt x="294" y="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6" name="ph5366"/>
            <p:cNvSpPr/>
            <p:nvPr/>
          </p:nvSpPr>
          <p:spPr>
            <a:xfrm>
              <a:off x="8662229" y="3072962"/>
              <a:ext cx="452" cy="860"/>
            </a:xfrm>
            <a:custGeom>
              <a:avLst/>
              <a:pathLst>
                <a:path w="452" h="860">
                  <a:moveTo>
                    <a:pt x="1" y="183"/>
                  </a:moveTo>
                  <a:lnTo>
                    <a:pt x="452" y="0"/>
                  </a:lnTo>
                  <a:lnTo>
                    <a:pt x="0" y="86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7" name="ph5367"/>
            <p:cNvSpPr/>
            <p:nvPr/>
          </p:nvSpPr>
          <p:spPr>
            <a:xfrm>
              <a:off x="8659815" y="3072585"/>
              <a:ext cx="279" cy="350"/>
            </a:xfrm>
            <a:custGeom>
              <a:avLst/>
              <a:pathLst>
                <a:path w="279" h="350">
                  <a:moveTo>
                    <a:pt x="163" y="0"/>
                  </a:moveTo>
                  <a:lnTo>
                    <a:pt x="279" y="350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8" name="ph5368"/>
            <p:cNvSpPr/>
            <p:nvPr/>
          </p:nvSpPr>
          <p:spPr>
            <a:xfrm>
              <a:off x="8663732" y="3072378"/>
              <a:ext cx="195" cy="353"/>
            </a:xfrm>
            <a:custGeom>
              <a:avLst/>
              <a:pathLst>
                <a:path w="195" h="353">
                  <a:moveTo>
                    <a:pt x="65" y="0"/>
                  </a:moveTo>
                  <a:lnTo>
                    <a:pt x="195" y="353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9" name="ph5369"/>
            <p:cNvSpPr/>
            <p:nvPr/>
          </p:nvSpPr>
          <p:spPr>
            <a:xfrm>
              <a:off x="8658518" y="3071487"/>
              <a:ext cx="541" cy="1456"/>
            </a:xfrm>
            <a:custGeom>
              <a:avLst/>
              <a:pathLst>
                <a:path w="541" h="1456">
                  <a:moveTo>
                    <a:pt x="541" y="0"/>
                  </a:moveTo>
                  <a:lnTo>
                    <a:pt x="466" y="1456"/>
                  </a:lnTo>
                  <a:lnTo>
                    <a:pt x="0" y="90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0" name="ph5370"/>
            <p:cNvSpPr/>
            <p:nvPr/>
          </p:nvSpPr>
          <p:spPr>
            <a:xfrm>
              <a:off x="8659729" y="3071744"/>
              <a:ext cx="216" cy="470"/>
            </a:xfrm>
            <a:custGeom>
              <a:avLst/>
              <a:pathLst>
                <a:path w="216" h="470">
                  <a:moveTo>
                    <a:pt x="0" y="0"/>
                  </a:moveTo>
                  <a:lnTo>
                    <a:pt x="216" y="441"/>
                  </a:lnTo>
                  <a:lnTo>
                    <a:pt x="7" y="47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1" name="ph5371"/>
            <p:cNvSpPr/>
            <p:nvPr/>
          </p:nvSpPr>
          <p:spPr>
            <a:xfrm>
              <a:off x="8655171" y="3071115"/>
              <a:ext cx="388" cy="675"/>
            </a:xfrm>
            <a:custGeom>
              <a:avLst/>
              <a:pathLst>
                <a:path w="388" h="675">
                  <a:moveTo>
                    <a:pt x="388" y="0"/>
                  </a:moveTo>
                  <a:lnTo>
                    <a:pt x="156" y="675"/>
                  </a:lnTo>
                  <a:lnTo>
                    <a:pt x="0" y="52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2" name="ph5372"/>
            <p:cNvSpPr/>
            <p:nvPr/>
          </p:nvSpPr>
          <p:spPr>
            <a:xfrm>
              <a:off x="8659817" y="3070702"/>
              <a:ext cx="371" cy="445"/>
            </a:xfrm>
            <a:custGeom>
              <a:avLst/>
              <a:pathLst>
                <a:path w="371" h="445">
                  <a:moveTo>
                    <a:pt x="247" y="0"/>
                  </a:moveTo>
                  <a:lnTo>
                    <a:pt x="371" y="44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3" name="ph5373"/>
            <p:cNvSpPr/>
            <p:nvPr/>
          </p:nvSpPr>
          <p:spPr>
            <a:xfrm>
              <a:off x="8656057" y="3068882"/>
              <a:ext cx="1177" cy="1102"/>
            </a:xfrm>
            <a:custGeom>
              <a:avLst/>
              <a:pathLst>
                <a:path w="1177" h="1102">
                  <a:moveTo>
                    <a:pt x="1177" y="0"/>
                  </a:moveTo>
                  <a:lnTo>
                    <a:pt x="512" y="967"/>
                  </a:lnTo>
                  <a:lnTo>
                    <a:pt x="0" y="1102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4" name="ph5374"/>
            <p:cNvSpPr/>
            <p:nvPr/>
          </p:nvSpPr>
          <p:spPr>
            <a:xfrm>
              <a:off x="8628540" y="2763815"/>
              <a:ext cx="61316" cy="45242"/>
            </a:xfrm>
            <a:custGeom>
              <a:avLst/>
              <a:pathLst>
                <a:path w="61316" h="45242">
                  <a:moveTo>
                    <a:pt x="31742" y="21823"/>
                  </a:moveTo>
                  <a:lnTo>
                    <a:pt x="61316" y="18181"/>
                  </a:lnTo>
                  <a:lnTo>
                    <a:pt x="60674" y="22298"/>
                  </a:lnTo>
                  <a:lnTo>
                    <a:pt x="57996" y="30158"/>
                  </a:lnTo>
                  <a:lnTo>
                    <a:pt x="52895" y="35990"/>
                  </a:lnTo>
                  <a:lnTo>
                    <a:pt x="52855" y="35347"/>
                  </a:lnTo>
                  <a:lnTo>
                    <a:pt x="33387" y="37475"/>
                  </a:lnTo>
                  <a:lnTo>
                    <a:pt x="20279" y="45242"/>
                  </a:lnTo>
                  <a:lnTo>
                    <a:pt x="18817" y="31141"/>
                  </a:lnTo>
                  <a:lnTo>
                    <a:pt x="2703" y="32665"/>
                  </a:lnTo>
                  <a:lnTo>
                    <a:pt x="0" y="2758"/>
                  </a:lnTo>
                  <a:lnTo>
                    <a:pt x="27336" y="257"/>
                  </a:lnTo>
                  <a:lnTo>
                    <a:pt x="2959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5" name="ph5375"/>
            <p:cNvSpPr/>
            <p:nvPr/>
          </p:nvSpPr>
          <p:spPr>
            <a:xfrm>
              <a:off x="8558327" y="2799162"/>
              <a:ext cx="123108" cy="65182"/>
            </a:xfrm>
            <a:custGeom>
              <a:avLst/>
              <a:pathLst>
                <a:path w="123108" h="65182">
                  <a:moveTo>
                    <a:pt x="123108" y="643"/>
                  </a:moveTo>
                  <a:lnTo>
                    <a:pt x="118627" y="8937"/>
                  </a:lnTo>
                  <a:lnTo>
                    <a:pt x="119045" y="11227"/>
                  </a:lnTo>
                  <a:lnTo>
                    <a:pt x="112756" y="17074"/>
                  </a:lnTo>
                  <a:lnTo>
                    <a:pt x="104282" y="30612"/>
                  </a:lnTo>
                  <a:lnTo>
                    <a:pt x="101788" y="33197"/>
                  </a:lnTo>
                  <a:lnTo>
                    <a:pt x="99360" y="31939"/>
                  </a:lnTo>
                  <a:lnTo>
                    <a:pt x="94267" y="31233"/>
                  </a:lnTo>
                  <a:lnTo>
                    <a:pt x="92832" y="33074"/>
                  </a:lnTo>
                  <a:lnTo>
                    <a:pt x="97333" y="34630"/>
                  </a:lnTo>
                  <a:lnTo>
                    <a:pt x="99104" y="32851"/>
                  </a:lnTo>
                  <a:lnTo>
                    <a:pt x="100825" y="34424"/>
                  </a:lnTo>
                  <a:lnTo>
                    <a:pt x="99234" y="35398"/>
                  </a:lnTo>
                  <a:lnTo>
                    <a:pt x="96631" y="38954"/>
                  </a:lnTo>
                  <a:lnTo>
                    <a:pt x="89242" y="45006"/>
                  </a:lnTo>
                  <a:lnTo>
                    <a:pt x="86858" y="47868"/>
                  </a:lnTo>
                  <a:lnTo>
                    <a:pt x="81524" y="57241"/>
                  </a:lnTo>
                  <a:lnTo>
                    <a:pt x="79214" y="56670"/>
                  </a:lnTo>
                  <a:lnTo>
                    <a:pt x="74412" y="52975"/>
                  </a:lnTo>
                  <a:lnTo>
                    <a:pt x="71451" y="53511"/>
                  </a:lnTo>
                  <a:lnTo>
                    <a:pt x="68751" y="59349"/>
                  </a:lnTo>
                  <a:lnTo>
                    <a:pt x="74389" y="61806"/>
                  </a:lnTo>
                  <a:lnTo>
                    <a:pt x="73113" y="65182"/>
                  </a:lnTo>
                  <a:lnTo>
                    <a:pt x="63939" y="61213"/>
                  </a:lnTo>
                  <a:lnTo>
                    <a:pt x="54744" y="64775"/>
                  </a:lnTo>
                  <a:lnTo>
                    <a:pt x="46998" y="56622"/>
                  </a:lnTo>
                  <a:lnTo>
                    <a:pt x="45602" y="53175"/>
                  </a:lnTo>
                  <a:lnTo>
                    <a:pt x="39315" y="47663"/>
                  </a:lnTo>
                  <a:lnTo>
                    <a:pt x="22741" y="49285"/>
                  </a:lnTo>
                  <a:lnTo>
                    <a:pt x="14383" y="59964"/>
                  </a:lnTo>
                  <a:lnTo>
                    <a:pt x="0" y="60674"/>
                  </a:lnTo>
                  <a:lnTo>
                    <a:pt x="2740" y="57310"/>
                  </a:lnTo>
                  <a:lnTo>
                    <a:pt x="24233" y="30866"/>
                  </a:lnTo>
                  <a:lnTo>
                    <a:pt x="40511" y="29514"/>
                  </a:lnTo>
                  <a:lnTo>
                    <a:pt x="40923" y="36427"/>
                  </a:lnTo>
                  <a:lnTo>
                    <a:pt x="52258" y="36214"/>
                  </a:lnTo>
                  <a:lnTo>
                    <a:pt x="51143" y="27391"/>
                  </a:lnTo>
                  <a:lnTo>
                    <a:pt x="84481" y="24300"/>
                  </a:lnTo>
                  <a:lnTo>
                    <a:pt x="82384" y="23138"/>
                  </a:lnTo>
                  <a:lnTo>
                    <a:pt x="84655" y="18002"/>
                  </a:lnTo>
                  <a:lnTo>
                    <a:pt x="90491" y="9894"/>
                  </a:lnTo>
                  <a:lnTo>
                    <a:pt x="103600" y="2128"/>
                  </a:lnTo>
                  <a:lnTo>
                    <a:pt x="12306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6" name="ph5376"/>
            <p:cNvSpPr/>
            <p:nvPr/>
          </p:nvSpPr>
          <p:spPr>
            <a:xfrm>
              <a:off x="8426961" y="3027480"/>
              <a:ext cx="199750" cy="79511"/>
            </a:xfrm>
            <a:custGeom>
              <a:avLst/>
              <a:pathLst>
                <a:path w="199750" h="79511">
                  <a:moveTo>
                    <a:pt x="53430" y="1678"/>
                  </a:moveTo>
                  <a:lnTo>
                    <a:pt x="61173" y="1029"/>
                  </a:lnTo>
                  <a:lnTo>
                    <a:pt x="68215" y="298"/>
                  </a:lnTo>
                  <a:lnTo>
                    <a:pt x="69343" y="973"/>
                  </a:lnTo>
                  <a:lnTo>
                    <a:pt x="69628" y="3959"/>
                  </a:lnTo>
                  <a:lnTo>
                    <a:pt x="73922" y="3552"/>
                  </a:lnTo>
                  <a:lnTo>
                    <a:pt x="73741" y="1967"/>
                  </a:lnTo>
                  <a:lnTo>
                    <a:pt x="82504" y="1032"/>
                  </a:lnTo>
                  <a:lnTo>
                    <a:pt x="82872" y="1866"/>
                  </a:lnTo>
                  <a:lnTo>
                    <a:pt x="83988" y="2025"/>
                  </a:lnTo>
                  <a:lnTo>
                    <a:pt x="94924" y="419"/>
                  </a:lnTo>
                  <a:lnTo>
                    <a:pt x="91422" y="14109"/>
                  </a:lnTo>
                  <a:lnTo>
                    <a:pt x="95894" y="14064"/>
                  </a:lnTo>
                  <a:lnTo>
                    <a:pt x="114491" y="17850"/>
                  </a:lnTo>
                  <a:lnTo>
                    <a:pt x="117399" y="3749"/>
                  </a:lnTo>
                  <a:lnTo>
                    <a:pt x="141672" y="6666"/>
                  </a:lnTo>
                  <a:lnTo>
                    <a:pt x="199645" y="638"/>
                  </a:lnTo>
                  <a:lnTo>
                    <a:pt x="199750" y="6557"/>
                  </a:lnTo>
                  <a:lnTo>
                    <a:pt x="198313" y="8165"/>
                  </a:lnTo>
                  <a:lnTo>
                    <a:pt x="193715" y="21830"/>
                  </a:lnTo>
                  <a:lnTo>
                    <a:pt x="189304" y="20435"/>
                  </a:lnTo>
                  <a:lnTo>
                    <a:pt x="134722" y="25747"/>
                  </a:lnTo>
                  <a:lnTo>
                    <a:pt x="135643" y="32163"/>
                  </a:lnTo>
                  <a:lnTo>
                    <a:pt x="128938" y="32839"/>
                  </a:lnTo>
                  <a:lnTo>
                    <a:pt x="125265" y="36761"/>
                  </a:lnTo>
                  <a:lnTo>
                    <a:pt x="123521" y="41480"/>
                  </a:lnTo>
                  <a:lnTo>
                    <a:pt x="121573" y="41486"/>
                  </a:lnTo>
                  <a:lnTo>
                    <a:pt x="119043" y="40359"/>
                  </a:lnTo>
                  <a:lnTo>
                    <a:pt x="118148" y="40767"/>
                  </a:lnTo>
                  <a:lnTo>
                    <a:pt x="110269" y="57201"/>
                  </a:lnTo>
                  <a:lnTo>
                    <a:pt x="105748" y="62152"/>
                  </a:lnTo>
                  <a:lnTo>
                    <a:pt x="102208" y="64817"/>
                  </a:lnTo>
                  <a:lnTo>
                    <a:pt x="101173" y="70484"/>
                  </a:lnTo>
                  <a:lnTo>
                    <a:pt x="98467" y="75330"/>
                  </a:lnTo>
                  <a:lnTo>
                    <a:pt x="79923" y="74266"/>
                  </a:lnTo>
                  <a:lnTo>
                    <a:pt x="76872" y="77406"/>
                  </a:lnTo>
                  <a:lnTo>
                    <a:pt x="56165" y="79511"/>
                  </a:lnTo>
                  <a:lnTo>
                    <a:pt x="54482" y="62064"/>
                  </a:lnTo>
                  <a:lnTo>
                    <a:pt x="45622" y="62922"/>
                  </a:lnTo>
                  <a:lnTo>
                    <a:pt x="44655" y="55013"/>
                  </a:lnTo>
                  <a:lnTo>
                    <a:pt x="32691" y="56276"/>
                  </a:lnTo>
                  <a:lnTo>
                    <a:pt x="32876" y="59294"/>
                  </a:lnTo>
                  <a:lnTo>
                    <a:pt x="27562" y="59523"/>
                  </a:lnTo>
                  <a:lnTo>
                    <a:pt x="22291" y="57459"/>
                  </a:lnTo>
                  <a:lnTo>
                    <a:pt x="21730" y="51126"/>
                  </a:lnTo>
                  <a:lnTo>
                    <a:pt x="14945" y="52778"/>
                  </a:lnTo>
                  <a:lnTo>
                    <a:pt x="14033" y="48885"/>
                  </a:lnTo>
                  <a:lnTo>
                    <a:pt x="3902" y="51149"/>
                  </a:lnTo>
                  <a:lnTo>
                    <a:pt x="2703" y="35735"/>
                  </a:lnTo>
                  <a:lnTo>
                    <a:pt x="2494" y="17652"/>
                  </a:lnTo>
                  <a:lnTo>
                    <a:pt x="1101" y="17674"/>
                  </a:lnTo>
                  <a:lnTo>
                    <a:pt x="0" y="5456"/>
                  </a:lnTo>
                  <a:lnTo>
                    <a:pt x="5328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7" name="ph5377"/>
            <p:cNvSpPr/>
            <p:nvPr/>
          </p:nvSpPr>
          <p:spPr>
            <a:xfrm>
              <a:off x="8582561" y="2708582"/>
              <a:ext cx="73315" cy="127007"/>
            </a:xfrm>
            <a:custGeom>
              <a:avLst/>
              <a:pathLst>
                <a:path w="73315" h="127007">
                  <a:moveTo>
                    <a:pt x="68679" y="21221"/>
                  </a:moveTo>
                  <a:lnTo>
                    <a:pt x="69736" y="21169"/>
                  </a:lnTo>
                  <a:lnTo>
                    <a:pt x="71776" y="40727"/>
                  </a:lnTo>
                  <a:lnTo>
                    <a:pt x="73315" y="55489"/>
                  </a:lnTo>
                  <a:lnTo>
                    <a:pt x="45979" y="57990"/>
                  </a:lnTo>
                  <a:lnTo>
                    <a:pt x="48682" y="87897"/>
                  </a:lnTo>
                  <a:lnTo>
                    <a:pt x="64796" y="86373"/>
                  </a:lnTo>
                  <a:lnTo>
                    <a:pt x="66258" y="100474"/>
                  </a:lnTo>
                  <a:lnTo>
                    <a:pt x="60422" y="108582"/>
                  </a:lnTo>
                  <a:lnTo>
                    <a:pt x="58150" y="113717"/>
                  </a:lnTo>
                  <a:lnTo>
                    <a:pt x="60247" y="114879"/>
                  </a:lnTo>
                  <a:lnTo>
                    <a:pt x="26909" y="117971"/>
                  </a:lnTo>
                  <a:lnTo>
                    <a:pt x="28025" y="126793"/>
                  </a:lnTo>
                  <a:lnTo>
                    <a:pt x="16689" y="127007"/>
                  </a:lnTo>
                  <a:lnTo>
                    <a:pt x="16277" y="120093"/>
                  </a:lnTo>
                  <a:lnTo>
                    <a:pt x="0" y="121445"/>
                  </a:lnTo>
                  <a:lnTo>
                    <a:pt x="16728" y="84077"/>
                  </a:lnTo>
                  <a:lnTo>
                    <a:pt x="21290" y="73886"/>
                  </a:lnTo>
                  <a:lnTo>
                    <a:pt x="14601" y="9950"/>
                  </a:lnTo>
                  <a:lnTo>
                    <a:pt x="20386" y="10055"/>
                  </a:lnTo>
                  <a:lnTo>
                    <a:pt x="25311" y="12218"/>
                  </a:lnTo>
                  <a:lnTo>
                    <a:pt x="31127" y="12594"/>
                  </a:lnTo>
                  <a:lnTo>
                    <a:pt x="39018" y="15095"/>
                  </a:lnTo>
                  <a:lnTo>
                    <a:pt x="47462" y="13418"/>
                  </a:lnTo>
                  <a:lnTo>
                    <a:pt x="52812" y="13913"/>
                  </a:lnTo>
                  <a:lnTo>
                    <a:pt x="64021" y="8924"/>
                  </a:lnTo>
                  <a:lnTo>
                    <a:pt x="66254" y="7229"/>
                  </a:lnTo>
                  <a:lnTo>
                    <a:pt x="6646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8" name="ph5378"/>
            <p:cNvSpPr/>
            <p:nvPr/>
          </p:nvSpPr>
          <p:spPr>
            <a:xfrm>
              <a:off x="8613675" y="2698254"/>
              <a:ext cx="34363" cy="16807"/>
            </a:xfrm>
            <a:custGeom>
              <a:avLst/>
              <a:pathLst>
                <a:path w="34363" h="16807">
                  <a:moveTo>
                    <a:pt x="32880" y="1884"/>
                  </a:moveTo>
                  <a:lnTo>
                    <a:pt x="31872" y="5022"/>
                  </a:lnTo>
                  <a:lnTo>
                    <a:pt x="27367" y="7262"/>
                  </a:lnTo>
                  <a:lnTo>
                    <a:pt x="22998" y="11527"/>
                  </a:lnTo>
                  <a:lnTo>
                    <a:pt x="14124" y="13752"/>
                  </a:lnTo>
                  <a:lnTo>
                    <a:pt x="9250" y="11759"/>
                  </a:lnTo>
                  <a:lnTo>
                    <a:pt x="7874" y="10032"/>
                  </a:lnTo>
                  <a:lnTo>
                    <a:pt x="4559" y="12379"/>
                  </a:lnTo>
                  <a:lnTo>
                    <a:pt x="1538" y="16478"/>
                  </a:lnTo>
                  <a:lnTo>
                    <a:pt x="954" y="16807"/>
                  </a:lnTo>
                  <a:lnTo>
                    <a:pt x="0" y="15831"/>
                  </a:lnTo>
                  <a:lnTo>
                    <a:pt x="6866" y="7893"/>
                  </a:lnTo>
                  <a:lnTo>
                    <a:pt x="10390" y="9909"/>
                  </a:lnTo>
                  <a:lnTo>
                    <a:pt x="13780" y="10435"/>
                  </a:lnTo>
                  <a:lnTo>
                    <a:pt x="21033" y="9393"/>
                  </a:lnTo>
                  <a:lnTo>
                    <a:pt x="29688" y="4855"/>
                  </a:lnTo>
                  <a:lnTo>
                    <a:pt x="34271" y="0"/>
                  </a:lnTo>
                  <a:lnTo>
                    <a:pt x="34315" y="420"/>
                  </a:lnTo>
                  <a:lnTo>
                    <a:pt x="34339" y="648"/>
                  </a:lnTo>
                  <a:lnTo>
                    <a:pt x="34363" y="87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9" name="ph5379"/>
            <p:cNvSpPr/>
            <p:nvPr/>
          </p:nvSpPr>
          <p:spPr>
            <a:xfrm>
              <a:off x="8645833" y="2701725"/>
              <a:ext cx="2896" cy="4039"/>
            </a:xfrm>
            <a:custGeom>
              <a:avLst/>
              <a:pathLst>
                <a:path w="2896" h="4039">
                  <a:moveTo>
                    <a:pt x="2896" y="4039"/>
                  </a:moveTo>
                  <a:lnTo>
                    <a:pt x="0" y="3423"/>
                  </a:lnTo>
                  <a:lnTo>
                    <a:pt x="247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0" name="ph5380"/>
            <p:cNvSpPr/>
            <p:nvPr/>
          </p:nvSpPr>
          <p:spPr>
            <a:xfrm>
              <a:off x="8404617" y="2899725"/>
              <a:ext cx="106810" cy="133211"/>
            </a:xfrm>
            <a:custGeom>
              <a:avLst/>
              <a:pathLst>
                <a:path w="106810" h="133211">
                  <a:moveTo>
                    <a:pt x="97414" y="409"/>
                  </a:moveTo>
                  <a:lnTo>
                    <a:pt x="100783" y="3764"/>
                  </a:lnTo>
                  <a:lnTo>
                    <a:pt x="100278" y="17216"/>
                  </a:lnTo>
                  <a:lnTo>
                    <a:pt x="92766" y="17099"/>
                  </a:lnTo>
                  <a:lnTo>
                    <a:pt x="92876" y="19777"/>
                  </a:lnTo>
                  <a:lnTo>
                    <a:pt x="94967" y="23314"/>
                  </a:lnTo>
                  <a:lnTo>
                    <a:pt x="100063" y="23236"/>
                  </a:lnTo>
                  <a:lnTo>
                    <a:pt x="100183" y="21144"/>
                  </a:lnTo>
                  <a:lnTo>
                    <a:pt x="106333" y="21410"/>
                  </a:lnTo>
                  <a:lnTo>
                    <a:pt x="106810" y="29067"/>
                  </a:lnTo>
                  <a:lnTo>
                    <a:pt x="106447" y="29939"/>
                  </a:lnTo>
                  <a:lnTo>
                    <a:pt x="104815" y="30147"/>
                  </a:lnTo>
                  <a:lnTo>
                    <a:pt x="104728" y="29316"/>
                  </a:lnTo>
                  <a:lnTo>
                    <a:pt x="97557" y="30041"/>
                  </a:lnTo>
                  <a:lnTo>
                    <a:pt x="98374" y="38602"/>
                  </a:lnTo>
                  <a:lnTo>
                    <a:pt x="96441" y="38734"/>
                  </a:lnTo>
                  <a:lnTo>
                    <a:pt x="94214" y="53332"/>
                  </a:lnTo>
                  <a:lnTo>
                    <a:pt x="92756" y="58372"/>
                  </a:lnTo>
                  <a:lnTo>
                    <a:pt x="90183" y="58099"/>
                  </a:lnTo>
                  <a:lnTo>
                    <a:pt x="88206" y="72919"/>
                  </a:lnTo>
                  <a:lnTo>
                    <a:pt x="86433" y="73633"/>
                  </a:lnTo>
                  <a:lnTo>
                    <a:pt x="81054" y="72907"/>
                  </a:lnTo>
                  <a:lnTo>
                    <a:pt x="78743" y="75067"/>
                  </a:lnTo>
                  <a:lnTo>
                    <a:pt x="81925" y="78872"/>
                  </a:lnTo>
                  <a:lnTo>
                    <a:pt x="83424" y="78887"/>
                  </a:lnTo>
                  <a:lnTo>
                    <a:pt x="84722" y="98220"/>
                  </a:lnTo>
                  <a:lnTo>
                    <a:pt x="81897" y="98136"/>
                  </a:lnTo>
                  <a:lnTo>
                    <a:pt x="81833" y="97377"/>
                  </a:lnTo>
                  <a:lnTo>
                    <a:pt x="75894" y="97270"/>
                  </a:lnTo>
                  <a:lnTo>
                    <a:pt x="75760" y="104965"/>
                  </a:lnTo>
                  <a:lnTo>
                    <a:pt x="78834" y="104766"/>
                  </a:lnTo>
                  <a:lnTo>
                    <a:pt x="79658" y="105805"/>
                  </a:lnTo>
                  <a:lnTo>
                    <a:pt x="79554" y="113221"/>
                  </a:lnTo>
                  <a:lnTo>
                    <a:pt x="85779" y="112712"/>
                  </a:lnTo>
                  <a:lnTo>
                    <a:pt x="86283" y="117352"/>
                  </a:lnTo>
                  <a:lnTo>
                    <a:pt x="83517" y="128784"/>
                  </a:lnTo>
                  <a:lnTo>
                    <a:pt x="75774" y="129433"/>
                  </a:lnTo>
                  <a:lnTo>
                    <a:pt x="75624" y="127754"/>
                  </a:lnTo>
                  <a:lnTo>
                    <a:pt x="22343" y="133211"/>
                  </a:lnTo>
                  <a:lnTo>
                    <a:pt x="20065" y="107423"/>
                  </a:lnTo>
                  <a:lnTo>
                    <a:pt x="0" y="92444"/>
                  </a:lnTo>
                  <a:lnTo>
                    <a:pt x="8876" y="84164"/>
                  </a:lnTo>
                  <a:lnTo>
                    <a:pt x="8132" y="80459"/>
                  </a:lnTo>
                  <a:lnTo>
                    <a:pt x="12214" y="79126"/>
                  </a:lnTo>
                  <a:lnTo>
                    <a:pt x="17781" y="79497"/>
                  </a:lnTo>
                  <a:lnTo>
                    <a:pt x="17864" y="86886"/>
                  </a:lnTo>
                  <a:lnTo>
                    <a:pt x="22866" y="86291"/>
                  </a:lnTo>
                  <a:lnTo>
                    <a:pt x="22592" y="82365"/>
                  </a:lnTo>
                  <a:lnTo>
                    <a:pt x="19438" y="82347"/>
                  </a:lnTo>
                  <a:lnTo>
                    <a:pt x="19662" y="70631"/>
                  </a:lnTo>
                  <a:lnTo>
                    <a:pt x="25857" y="71288"/>
                  </a:lnTo>
                  <a:lnTo>
                    <a:pt x="25736" y="72453"/>
                  </a:lnTo>
                  <a:lnTo>
                    <a:pt x="30753" y="72972"/>
                  </a:lnTo>
                  <a:lnTo>
                    <a:pt x="31090" y="68886"/>
                  </a:lnTo>
                  <a:lnTo>
                    <a:pt x="35220" y="69031"/>
                  </a:lnTo>
                  <a:lnTo>
                    <a:pt x="35297" y="66053"/>
                  </a:lnTo>
                  <a:lnTo>
                    <a:pt x="28676" y="67437"/>
                  </a:lnTo>
                  <a:lnTo>
                    <a:pt x="30949" y="59957"/>
                  </a:lnTo>
                  <a:lnTo>
                    <a:pt x="36728" y="53980"/>
                  </a:lnTo>
                  <a:lnTo>
                    <a:pt x="38977" y="53944"/>
                  </a:lnTo>
                  <a:lnTo>
                    <a:pt x="38843" y="54793"/>
                  </a:lnTo>
                  <a:lnTo>
                    <a:pt x="40627" y="57070"/>
                  </a:lnTo>
                  <a:lnTo>
                    <a:pt x="42608" y="57020"/>
                  </a:lnTo>
                  <a:lnTo>
                    <a:pt x="44765" y="55507"/>
                  </a:lnTo>
                  <a:lnTo>
                    <a:pt x="46006" y="50661"/>
                  </a:lnTo>
                  <a:lnTo>
                    <a:pt x="45357" y="47526"/>
                  </a:lnTo>
                  <a:lnTo>
                    <a:pt x="47662" y="45075"/>
                  </a:lnTo>
                  <a:lnTo>
                    <a:pt x="54346" y="44223"/>
                  </a:lnTo>
                  <a:lnTo>
                    <a:pt x="58039" y="26989"/>
                  </a:lnTo>
                  <a:lnTo>
                    <a:pt x="63021" y="25618"/>
                  </a:lnTo>
                  <a:lnTo>
                    <a:pt x="68299" y="25751"/>
                  </a:lnTo>
                  <a:lnTo>
                    <a:pt x="69104" y="23193"/>
                  </a:lnTo>
                  <a:lnTo>
                    <a:pt x="69370" y="16819"/>
                  </a:lnTo>
                  <a:lnTo>
                    <a:pt x="68513" y="15260"/>
                  </a:lnTo>
                  <a:lnTo>
                    <a:pt x="74401" y="10694"/>
                  </a:lnTo>
                  <a:lnTo>
                    <a:pt x="81853" y="6345"/>
                  </a:lnTo>
                  <a:lnTo>
                    <a:pt x="90426" y="6156"/>
                  </a:lnTo>
                  <a:lnTo>
                    <a:pt x="9050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1" name="ph5381"/>
            <p:cNvSpPr/>
            <p:nvPr/>
          </p:nvSpPr>
          <p:spPr>
            <a:xfrm>
              <a:off x="8554900" y="2846825"/>
              <a:ext cx="84951" cy="94390"/>
            </a:xfrm>
            <a:custGeom>
              <a:avLst/>
              <a:pathLst>
                <a:path w="84951" h="94390">
                  <a:moveTo>
                    <a:pt x="49029" y="5511"/>
                  </a:moveTo>
                  <a:lnTo>
                    <a:pt x="50424" y="8959"/>
                  </a:lnTo>
                  <a:lnTo>
                    <a:pt x="58170" y="17111"/>
                  </a:lnTo>
                  <a:lnTo>
                    <a:pt x="67365" y="13550"/>
                  </a:lnTo>
                  <a:lnTo>
                    <a:pt x="76539" y="17519"/>
                  </a:lnTo>
                  <a:lnTo>
                    <a:pt x="77815" y="14142"/>
                  </a:lnTo>
                  <a:lnTo>
                    <a:pt x="72177" y="11686"/>
                  </a:lnTo>
                  <a:lnTo>
                    <a:pt x="74878" y="5848"/>
                  </a:lnTo>
                  <a:lnTo>
                    <a:pt x="77838" y="5311"/>
                  </a:lnTo>
                  <a:lnTo>
                    <a:pt x="82641" y="9007"/>
                  </a:lnTo>
                  <a:lnTo>
                    <a:pt x="84951" y="9578"/>
                  </a:lnTo>
                  <a:lnTo>
                    <a:pt x="82896" y="12959"/>
                  </a:lnTo>
                  <a:lnTo>
                    <a:pt x="79841" y="20800"/>
                  </a:lnTo>
                  <a:lnTo>
                    <a:pt x="80205" y="21706"/>
                  </a:lnTo>
                  <a:lnTo>
                    <a:pt x="78910" y="22856"/>
                  </a:lnTo>
                  <a:lnTo>
                    <a:pt x="79839" y="23157"/>
                  </a:lnTo>
                  <a:lnTo>
                    <a:pt x="79149" y="25451"/>
                  </a:lnTo>
                  <a:lnTo>
                    <a:pt x="72681" y="35158"/>
                  </a:lnTo>
                  <a:lnTo>
                    <a:pt x="69775" y="44215"/>
                  </a:lnTo>
                  <a:lnTo>
                    <a:pt x="68235" y="51912"/>
                  </a:lnTo>
                  <a:lnTo>
                    <a:pt x="67936" y="55414"/>
                  </a:lnTo>
                  <a:lnTo>
                    <a:pt x="69136" y="65290"/>
                  </a:lnTo>
                  <a:lnTo>
                    <a:pt x="72983" y="73721"/>
                  </a:lnTo>
                  <a:lnTo>
                    <a:pt x="75101" y="74324"/>
                  </a:lnTo>
                  <a:lnTo>
                    <a:pt x="76407" y="79730"/>
                  </a:lnTo>
                  <a:lnTo>
                    <a:pt x="74484" y="86432"/>
                  </a:lnTo>
                  <a:lnTo>
                    <a:pt x="72516" y="87641"/>
                  </a:lnTo>
                  <a:lnTo>
                    <a:pt x="71898" y="88995"/>
                  </a:lnTo>
                  <a:lnTo>
                    <a:pt x="71710" y="90983"/>
                  </a:lnTo>
                  <a:lnTo>
                    <a:pt x="73020" y="93463"/>
                  </a:lnTo>
                  <a:lnTo>
                    <a:pt x="72027" y="94390"/>
                  </a:lnTo>
                  <a:lnTo>
                    <a:pt x="70726" y="93237"/>
                  </a:lnTo>
                  <a:lnTo>
                    <a:pt x="71437" y="87269"/>
                  </a:lnTo>
                  <a:lnTo>
                    <a:pt x="72039" y="86521"/>
                  </a:lnTo>
                  <a:lnTo>
                    <a:pt x="74318" y="86277"/>
                  </a:lnTo>
                  <a:lnTo>
                    <a:pt x="76211" y="79323"/>
                  </a:lnTo>
                  <a:lnTo>
                    <a:pt x="75364" y="76016"/>
                  </a:lnTo>
                  <a:lnTo>
                    <a:pt x="72267" y="73129"/>
                  </a:lnTo>
                  <a:lnTo>
                    <a:pt x="70471" y="72582"/>
                  </a:lnTo>
                  <a:lnTo>
                    <a:pt x="73587" y="79914"/>
                  </a:lnTo>
                  <a:lnTo>
                    <a:pt x="68788" y="90778"/>
                  </a:lnTo>
                  <a:lnTo>
                    <a:pt x="64454" y="48052"/>
                  </a:lnTo>
                  <a:lnTo>
                    <a:pt x="48686" y="49636"/>
                  </a:lnTo>
                  <a:lnTo>
                    <a:pt x="47741" y="40256"/>
                  </a:lnTo>
                  <a:lnTo>
                    <a:pt x="5133" y="44086"/>
                  </a:lnTo>
                  <a:lnTo>
                    <a:pt x="0" y="16329"/>
                  </a:lnTo>
                  <a:lnTo>
                    <a:pt x="3426" y="13011"/>
                  </a:lnTo>
                  <a:lnTo>
                    <a:pt x="17809" y="12301"/>
                  </a:lnTo>
                  <a:lnTo>
                    <a:pt x="26167" y="1622"/>
                  </a:lnTo>
                  <a:lnTo>
                    <a:pt x="4274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2" name="ph5382"/>
            <p:cNvSpPr/>
            <p:nvPr/>
          </p:nvSpPr>
          <p:spPr>
            <a:xfrm>
              <a:off x="6922001" y="2741136"/>
              <a:ext cx="52460" cy="42340"/>
            </a:xfrm>
            <a:custGeom>
              <a:avLst/>
              <a:pathLst>
                <a:path w="52460" h="42340">
                  <a:moveTo>
                    <a:pt x="43824" y="0"/>
                  </a:moveTo>
                  <a:lnTo>
                    <a:pt x="48031" y="4950"/>
                  </a:lnTo>
                  <a:lnTo>
                    <a:pt x="50793" y="8013"/>
                  </a:lnTo>
                  <a:lnTo>
                    <a:pt x="50804" y="12032"/>
                  </a:lnTo>
                  <a:lnTo>
                    <a:pt x="52460" y="14576"/>
                  </a:lnTo>
                  <a:lnTo>
                    <a:pt x="50466" y="21788"/>
                  </a:lnTo>
                  <a:lnTo>
                    <a:pt x="50836" y="27161"/>
                  </a:lnTo>
                  <a:lnTo>
                    <a:pt x="50078" y="29860"/>
                  </a:lnTo>
                  <a:lnTo>
                    <a:pt x="46792" y="33862"/>
                  </a:lnTo>
                  <a:lnTo>
                    <a:pt x="44997" y="42088"/>
                  </a:lnTo>
                  <a:lnTo>
                    <a:pt x="43501" y="40425"/>
                  </a:lnTo>
                  <a:lnTo>
                    <a:pt x="42908" y="42340"/>
                  </a:lnTo>
                  <a:lnTo>
                    <a:pt x="38948" y="41123"/>
                  </a:lnTo>
                  <a:lnTo>
                    <a:pt x="34543" y="36111"/>
                  </a:lnTo>
                  <a:lnTo>
                    <a:pt x="29136" y="31828"/>
                  </a:lnTo>
                  <a:lnTo>
                    <a:pt x="19670" y="30321"/>
                  </a:lnTo>
                  <a:lnTo>
                    <a:pt x="10271" y="31991"/>
                  </a:lnTo>
                  <a:lnTo>
                    <a:pt x="7193" y="31449"/>
                  </a:lnTo>
                  <a:lnTo>
                    <a:pt x="0" y="25634"/>
                  </a:lnTo>
                  <a:lnTo>
                    <a:pt x="313" y="23815"/>
                  </a:lnTo>
                  <a:lnTo>
                    <a:pt x="1327" y="23852"/>
                  </a:lnTo>
                  <a:lnTo>
                    <a:pt x="4144" y="9986"/>
                  </a:lnTo>
                  <a:lnTo>
                    <a:pt x="11020" y="8296"/>
                  </a:lnTo>
                  <a:lnTo>
                    <a:pt x="12053" y="9069"/>
                  </a:lnTo>
                  <a:lnTo>
                    <a:pt x="16282" y="7396"/>
                  </a:lnTo>
                  <a:lnTo>
                    <a:pt x="21358" y="2805"/>
                  </a:lnTo>
                  <a:lnTo>
                    <a:pt x="25964" y="3143"/>
                  </a:lnTo>
                  <a:lnTo>
                    <a:pt x="32231" y="29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3" name="ph5383"/>
            <p:cNvSpPr/>
            <p:nvPr/>
          </p:nvSpPr>
          <p:spPr>
            <a:xfrm>
              <a:off x="7027478" y="2678755"/>
              <a:ext cx="45832" cy="44612"/>
            </a:xfrm>
            <a:custGeom>
              <a:avLst/>
              <a:pathLst>
                <a:path w="45832" h="44612">
                  <a:moveTo>
                    <a:pt x="32086" y="7329"/>
                  </a:moveTo>
                  <a:lnTo>
                    <a:pt x="35838" y="3982"/>
                  </a:lnTo>
                  <a:lnTo>
                    <a:pt x="38362" y="5669"/>
                  </a:lnTo>
                  <a:lnTo>
                    <a:pt x="43273" y="4286"/>
                  </a:lnTo>
                  <a:lnTo>
                    <a:pt x="45832" y="10863"/>
                  </a:lnTo>
                  <a:lnTo>
                    <a:pt x="41668" y="8009"/>
                  </a:lnTo>
                  <a:lnTo>
                    <a:pt x="36741" y="15208"/>
                  </a:lnTo>
                  <a:lnTo>
                    <a:pt x="33773" y="15472"/>
                  </a:lnTo>
                  <a:lnTo>
                    <a:pt x="32784" y="21692"/>
                  </a:lnTo>
                  <a:lnTo>
                    <a:pt x="27587" y="20581"/>
                  </a:lnTo>
                  <a:lnTo>
                    <a:pt x="26528" y="27802"/>
                  </a:lnTo>
                  <a:lnTo>
                    <a:pt x="23582" y="28047"/>
                  </a:lnTo>
                  <a:lnTo>
                    <a:pt x="23441" y="29105"/>
                  </a:lnTo>
                  <a:lnTo>
                    <a:pt x="26144" y="35430"/>
                  </a:lnTo>
                  <a:lnTo>
                    <a:pt x="26038" y="39799"/>
                  </a:lnTo>
                  <a:lnTo>
                    <a:pt x="19458" y="42736"/>
                  </a:lnTo>
                  <a:lnTo>
                    <a:pt x="16875" y="40943"/>
                  </a:lnTo>
                  <a:lnTo>
                    <a:pt x="14890" y="42232"/>
                  </a:lnTo>
                  <a:lnTo>
                    <a:pt x="14082" y="44612"/>
                  </a:lnTo>
                  <a:lnTo>
                    <a:pt x="5216" y="43094"/>
                  </a:lnTo>
                  <a:lnTo>
                    <a:pt x="4008" y="41419"/>
                  </a:lnTo>
                  <a:lnTo>
                    <a:pt x="0" y="34586"/>
                  </a:lnTo>
                  <a:lnTo>
                    <a:pt x="7638" y="29328"/>
                  </a:lnTo>
                  <a:lnTo>
                    <a:pt x="5793" y="23450"/>
                  </a:lnTo>
                  <a:lnTo>
                    <a:pt x="3869" y="22350"/>
                  </a:lnTo>
                  <a:lnTo>
                    <a:pt x="1763" y="15474"/>
                  </a:lnTo>
                  <a:lnTo>
                    <a:pt x="3479" y="12970"/>
                  </a:lnTo>
                  <a:lnTo>
                    <a:pt x="2485" y="11814"/>
                  </a:lnTo>
                  <a:lnTo>
                    <a:pt x="5341" y="9489"/>
                  </a:lnTo>
                  <a:lnTo>
                    <a:pt x="10180" y="7947"/>
                  </a:lnTo>
                  <a:lnTo>
                    <a:pt x="16972" y="12632"/>
                  </a:lnTo>
                  <a:lnTo>
                    <a:pt x="15548" y="14522"/>
                  </a:lnTo>
                  <a:lnTo>
                    <a:pt x="23350" y="13705"/>
                  </a:lnTo>
                  <a:lnTo>
                    <a:pt x="24797" y="2070"/>
                  </a:lnTo>
                  <a:lnTo>
                    <a:pt x="23853" y="3511"/>
                  </a:lnTo>
                  <a:lnTo>
                    <a:pt x="2278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4" name="ph5384"/>
            <p:cNvSpPr/>
            <p:nvPr/>
          </p:nvSpPr>
          <p:spPr>
            <a:xfrm>
              <a:off x="7200055" y="2801999"/>
              <a:ext cx="21574" cy="21904"/>
            </a:xfrm>
            <a:custGeom>
              <a:avLst/>
              <a:pathLst>
                <a:path w="21574" h="21904">
                  <a:moveTo>
                    <a:pt x="15169" y="0"/>
                  </a:moveTo>
                  <a:lnTo>
                    <a:pt x="19743" y="1553"/>
                  </a:lnTo>
                  <a:lnTo>
                    <a:pt x="19167" y="5080"/>
                  </a:lnTo>
                  <a:lnTo>
                    <a:pt x="15210" y="9210"/>
                  </a:lnTo>
                  <a:lnTo>
                    <a:pt x="17163" y="12061"/>
                  </a:lnTo>
                  <a:lnTo>
                    <a:pt x="19471" y="13172"/>
                  </a:lnTo>
                  <a:lnTo>
                    <a:pt x="21574" y="16009"/>
                  </a:lnTo>
                  <a:lnTo>
                    <a:pt x="17210" y="18706"/>
                  </a:lnTo>
                  <a:lnTo>
                    <a:pt x="14835" y="15803"/>
                  </a:lnTo>
                  <a:lnTo>
                    <a:pt x="10916" y="17673"/>
                  </a:lnTo>
                  <a:lnTo>
                    <a:pt x="11607" y="21126"/>
                  </a:lnTo>
                  <a:lnTo>
                    <a:pt x="10982" y="21904"/>
                  </a:lnTo>
                  <a:lnTo>
                    <a:pt x="6286" y="19776"/>
                  </a:lnTo>
                  <a:lnTo>
                    <a:pt x="3324" y="15454"/>
                  </a:lnTo>
                  <a:lnTo>
                    <a:pt x="656" y="5263"/>
                  </a:lnTo>
                  <a:lnTo>
                    <a:pt x="0" y="4717"/>
                  </a:lnTo>
                  <a:lnTo>
                    <a:pt x="5052" y="3948"/>
                  </a:lnTo>
                  <a:lnTo>
                    <a:pt x="9425" y="33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5" name="ph5385"/>
            <p:cNvSpPr/>
            <p:nvPr/>
          </p:nvSpPr>
          <p:spPr>
            <a:xfrm>
              <a:off x="7177896" y="2802423"/>
              <a:ext cx="33141" cy="29325"/>
            </a:xfrm>
            <a:custGeom>
              <a:avLst/>
              <a:pathLst>
                <a:path w="33141" h="29325">
                  <a:moveTo>
                    <a:pt x="19715" y="5984"/>
                  </a:moveTo>
                  <a:lnTo>
                    <a:pt x="21795" y="6341"/>
                  </a:lnTo>
                  <a:lnTo>
                    <a:pt x="22815" y="4839"/>
                  </a:lnTo>
                  <a:lnTo>
                    <a:pt x="25483" y="15030"/>
                  </a:lnTo>
                  <a:lnTo>
                    <a:pt x="28445" y="19352"/>
                  </a:lnTo>
                  <a:lnTo>
                    <a:pt x="33141" y="21479"/>
                  </a:lnTo>
                  <a:lnTo>
                    <a:pt x="31777" y="22261"/>
                  </a:lnTo>
                  <a:lnTo>
                    <a:pt x="27933" y="21270"/>
                  </a:lnTo>
                  <a:lnTo>
                    <a:pt x="25144" y="21802"/>
                  </a:lnTo>
                  <a:lnTo>
                    <a:pt x="23722" y="24918"/>
                  </a:lnTo>
                  <a:lnTo>
                    <a:pt x="11665" y="29325"/>
                  </a:lnTo>
                  <a:lnTo>
                    <a:pt x="10276" y="28973"/>
                  </a:lnTo>
                  <a:lnTo>
                    <a:pt x="5581" y="27863"/>
                  </a:lnTo>
                  <a:lnTo>
                    <a:pt x="2113" y="25583"/>
                  </a:lnTo>
                  <a:lnTo>
                    <a:pt x="0" y="22989"/>
                  </a:lnTo>
                  <a:lnTo>
                    <a:pt x="943" y="18743"/>
                  </a:lnTo>
                  <a:lnTo>
                    <a:pt x="5459" y="18480"/>
                  </a:lnTo>
                  <a:lnTo>
                    <a:pt x="4664" y="12592"/>
                  </a:lnTo>
                  <a:lnTo>
                    <a:pt x="1569" y="6757"/>
                  </a:lnTo>
                  <a:lnTo>
                    <a:pt x="635" y="2404"/>
                  </a:lnTo>
                  <a:lnTo>
                    <a:pt x="7630" y="2030"/>
                  </a:lnTo>
                  <a:lnTo>
                    <a:pt x="10388" y="2863"/>
                  </a:lnTo>
                  <a:lnTo>
                    <a:pt x="14381" y="1560"/>
                  </a:lnTo>
                  <a:lnTo>
                    <a:pt x="1551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6" name="ph5386"/>
            <p:cNvSpPr/>
            <p:nvPr/>
          </p:nvSpPr>
          <p:spPr>
            <a:xfrm>
              <a:off x="6969966" y="2714968"/>
              <a:ext cx="40032" cy="40744"/>
            </a:xfrm>
            <a:custGeom>
              <a:avLst/>
              <a:pathLst>
                <a:path w="40032" h="40744">
                  <a:moveTo>
                    <a:pt x="16314" y="5098"/>
                  </a:moveTo>
                  <a:lnTo>
                    <a:pt x="14374" y="7086"/>
                  </a:lnTo>
                  <a:lnTo>
                    <a:pt x="17981" y="12737"/>
                  </a:lnTo>
                  <a:lnTo>
                    <a:pt x="20871" y="14201"/>
                  </a:lnTo>
                  <a:lnTo>
                    <a:pt x="19752" y="11491"/>
                  </a:lnTo>
                  <a:lnTo>
                    <a:pt x="20925" y="10632"/>
                  </a:lnTo>
                  <a:lnTo>
                    <a:pt x="23971" y="10594"/>
                  </a:lnTo>
                  <a:lnTo>
                    <a:pt x="25454" y="11421"/>
                  </a:lnTo>
                  <a:lnTo>
                    <a:pt x="25388" y="12769"/>
                  </a:lnTo>
                  <a:lnTo>
                    <a:pt x="27267" y="13364"/>
                  </a:lnTo>
                  <a:lnTo>
                    <a:pt x="30321" y="12719"/>
                  </a:lnTo>
                  <a:lnTo>
                    <a:pt x="30980" y="14550"/>
                  </a:lnTo>
                  <a:lnTo>
                    <a:pt x="36012" y="17116"/>
                  </a:lnTo>
                  <a:lnTo>
                    <a:pt x="33205" y="21376"/>
                  </a:lnTo>
                  <a:lnTo>
                    <a:pt x="33762" y="25998"/>
                  </a:lnTo>
                  <a:lnTo>
                    <a:pt x="37104" y="28498"/>
                  </a:lnTo>
                  <a:lnTo>
                    <a:pt x="37938" y="28454"/>
                  </a:lnTo>
                  <a:lnTo>
                    <a:pt x="38383" y="26544"/>
                  </a:lnTo>
                  <a:lnTo>
                    <a:pt x="39786" y="28802"/>
                  </a:lnTo>
                  <a:lnTo>
                    <a:pt x="40032" y="29836"/>
                  </a:lnTo>
                  <a:lnTo>
                    <a:pt x="33677" y="36850"/>
                  </a:lnTo>
                  <a:lnTo>
                    <a:pt x="26508" y="37623"/>
                  </a:lnTo>
                  <a:lnTo>
                    <a:pt x="19205" y="34801"/>
                  </a:lnTo>
                  <a:lnTo>
                    <a:pt x="12732" y="37454"/>
                  </a:lnTo>
                  <a:lnTo>
                    <a:pt x="13666" y="40169"/>
                  </a:lnTo>
                  <a:lnTo>
                    <a:pt x="9158" y="40436"/>
                  </a:lnTo>
                  <a:lnTo>
                    <a:pt x="5098" y="39749"/>
                  </a:lnTo>
                  <a:lnTo>
                    <a:pt x="4495" y="40744"/>
                  </a:lnTo>
                  <a:lnTo>
                    <a:pt x="2839" y="38200"/>
                  </a:lnTo>
                  <a:lnTo>
                    <a:pt x="2828" y="34181"/>
                  </a:lnTo>
                  <a:lnTo>
                    <a:pt x="66" y="31118"/>
                  </a:lnTo>
                  <a:lnTo>
                    <a:pt x="0" y="25261"/>
                  </a:lnTo>
                  <a:lnTo>
                    <a:pt x="4361" y="25179"/>
                  </a:lnTo>
                  <a:lnTo>
                    <a:pt x="4508" y="22424"/>
                  </a:lnTo>
                  <a:lnTo>
                    <a:pt x="3308" y="19699"/>
                  </a:lnTo>
                  <a:lnTo>
                    <a:pt x="5766" y="20240"/>
                  </a:lnTo>
                  <a:lnTo>
                    <a:pt x="10187" y="18442"/>
                  </a:lnTo>
                  <a:lnTo>
                    <a:pt x="7158" y="11216"/>
                  </a:lnTo>
                  <a:lnTo>
                    <a:pt x="6412" y="6716"/>
                  </a:lnTo>
                  <a:lnTo>
                    <a:pt x="6752" y="5928"/>
                  </a:lnTo>
                  <a:lnTo>
                    <a:pt x="10260" y="6462"/>
                  </a:lnTo>
                  <a:lnTo>
                    <a:pt x="1403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7" name="ph5387"/>
            <p:cNvSpPr/>
            <p:nvPr/>
          </p:nvSpPr>
          <p:spPr>
            <a:xfrm>
              <a:off x="6966447" y="2515028"/>
              <a:ext cx="20824" cy="15382"/>
            </a:xfrm>
            <a:custGeom>
              <a:avLst/>
              <a:pathLst>
                <a:path w="20824" h="15382">
                  <a:moveTo>
                    <a:pt x="16339" y="641"/>
                  </a:moveTo>
                  <a:lnTo>
                    <a:pt x="20515" y="1386"/>
                  </a:lnTo>
                  <a:lnTo>
                    <a:pt x="20824" y="5092"/>
                  </a:lnTo>
                  <a:lnTo>
                    <a:pt x="17350" y="7198"/>
                  </a:lnTo>
                  <a:lnTo>
                    <a:pt x="15557" y="12811"/>
                  </a:lnTo>
                  <a:lnTo>
                    <a:pt x="10008" y="12017"/>
                  </a:lnTo>
                  <a:lnTo>
                    <a:pt x="10644" y="15192"/>
                  </a:lnTo>
                  <a:lnTo>
                    <a:pt x="7054" y="14240"/>
                  </a:lnTo>
                  <a:lnTo>
                    <a:pt x="2438" y="15382"/>
                  </a:lnTo>
                  <a:lnTo>
                    <a:pt x="0" y="15152"/>
                  </a:lnTo>
                  <a:lnTo>
                    <a:pt x="3243" y="6672"/>
                  </a:lnTo>
                  <a:lnTo>
                    <a:pt x="3503" y="391"/>
                  </a:lnTo>
                  <a:lnTo>
                    <a:pt x="8338" y="616"/>
                  </a:lnTo>
                  <a:lnTo>
                    <a:pt x="8144" y="3183"/>
                  </a:lnTo>
                  <a:lnTo>
                    <a:pt x="12494" y="2553"/>
                  </a:lnTo>
                  <a:lnTo>
                    <a:pt x="1272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8" name="ph5388"/>
            <p:cNvSpPr/>
            <p:nvPr/>
          </p:nvSpPr>
          <p:spPr>
            <a:xfrm>
              <a:off x="6893542" y="2534202"/>
              <a:ext cx="75698" cy="81420"/>
            </a:xfrm>
            <a:custGeom>
              <a:avLst/>
              <a:pathLst>
                <a:path w="75698" h="81420">
                  <a:moveTo>
                    <a:pt x="30964" y="0"/>
                  </a:moveTo>
                  <a:lnTo>
                    <a:pt x="38619" y="11634"/>
                  </a:lnTo>
                  <a:lnTo>
                    <a:pt x="33122" y="14088"/>
                  </a:lnTo>
                  <a:lnTo>
                    <a:pt x="33097" y="15272"/>
                  </a:lnTo>
                  <a:lnTo>
                    <a:pt x="40387" y="17691"/>
                  </a:lnTo>
                  <a:lnTo>
                    <a:pt x="40766" y="13654"/>
                  </a:lnTo>
                  <a:lnTo>
                    <a:pt x="44406" y="12865"/>
                  </a:lnTo>
                  <a:lnTo>
                    <a:pt x="46528" y="15762"/>
                  </a:lnTo>
                  <a:lnTo>
                    <a:pt x="44219" y="22944"/>
                  </a:lnTo>
                  <a:lnTo>
                    <a:pt x="46688" y="25954"/>
                  </a:lnTo>
                  <a:lnTo>
                    <a:pt x="59450" y="26288"/>
                  </a:lnTo>
                  <a:lnTo>
                    <a:pt x="63756" y="24395"/>
                  </a:lnTo>
                  <a:lnTo>
                    <a:pt x="64333" y="24009"/>
                  </a:lnTo>
                  <a:lnTo>
                    <a:pt x="65689" y="10292"/>
                  </a:lnTo>
                  <a:lnTo>
                    <a:pt x="70802" y="10722"/>
                  </a:lnTo>
                  <a:lnTo>
                    <a:pt x="67291" y="11668"/>
                  </a:lnTo>
                  <a:lnTo>
                    <a:pt x="69670" y="13885"/>
                  </a:lnTo>
                  <a:lnTo>
                    <a:pt x="66734" y="18078"/>
                  </a:lnTo>
                  <a:lnTo>
                    <a:pt x="67850" y="20034"/>
                  </a:lnTo>
                  <a:lnTo>
                    <a:pt x="69949" y="19910"/>
                  </a:lnTo>
                  <a:lnTo>
                    <a:pt x="72052" y="23948"/>
                  </a:lnTo>
                  <a:lnTo>
                    <a:pt x="69578" y="24590"/>
                  </a:lnTo>
                  <a:lnTo>
                    <a:pt x="65303" y="23833"/>
                  </a:lnTo>
                  <a:lnTo>
                    <a:pt x="64883" y="40802"/>
                  </a:lnTo>
                  <a:lnTo>
                    <a:pt x="66728" y="47236"/>
                  </a:lnTo>
                  <a:lnTo>
                    <a:pt x="64041" y="55689"/>
                  </a:lnTo>
                  <a:lnTo>
                    <a:pt x="69486" y="54528"/>
                  </a:lnTo>
                  <a:lnTo>
                    <a:pt x="70364" y="61322"/>
                  </a:lnTo>
                  <a:lnTo>
                    <a:pt x="73527" y="63269"/>
                  </a:lnTo>
                  <a:lnTo>
                    <a:pt x="73864" y="68793"/>
                  </a:lnTo>
                  <a:lnTo>
                    <a:pt x="75442" y="72080"/>
                  </a:lnTo>
                  <a:lnTo>
                    <a:pt x="75698" y="74329"/>
                  </a:lnTo>
                  <a:lnTo>
                    <a:pt x="73496" y="73953"/>
                  </a:lnTo>
                  <a:lnTo>
                    <a:pt x="68194" y="72525"/>
                  </a:lnTo>
                  <a:lnTo>
                    <a:pt x="68264" y="71291"/>
                  </a:lnTo>
                  <a:lnTo>
                    <a:pt x="60311" y="69303"/>
                  </a:lnTo>
                  <a:lnTo>
                    <a:pt x="60134" y="73257"/>
                  </a:lnTo>
                  <a:lnTo>
                    <a:pt x="62647" y="73217"/>
                  </a:lnTo>
                  <a:lnTo>
                    <a:pt x="62075" y="76857"/>
                  </a:lnTo>
                  <a:lnTo>
                    <a:pt x="55808" y="75718"/>
                  </a:lnTo>
                  <a:lnTo>
                    <a:pt x="56165" y="71976"/>
                  </a:lnTo>
                  <a:lnTo>
                    <a:pt x="47204" y="72562"/>
                  </a:lnTo>
                  <a:lnTo>
                    <a:pt x="42895" y="71598"/>
                  </a:lnTo>
                  <a:lnTo>
                    <a:pt x="36829" y="72409"/>
                  </a:lnTo>
                  <a:lnTo>
                    <a:pt x="31955" y="72124"/>
                  </a:lnTo>
                  <a:lnTo>
                    <a:pt x="20053" y="67478"/>
                  </a:lnTo>
                  <a:lnTo>
                    <a:pt x="14454" y="66141"/>
                  </a:lnTo>
                  <a:lnTo>
                    <a:pt x="13226" y="67040"/>
                  </a:lnTo>
                  <a:lnTo>
                    <a:pt x="13600" y="71940"/>
                  </a:lnTo>
                  <a:lnTo>
                    <a:pt x="5833" y="81420"/>
                  </a:lnTo>
                  <a:lnTo>
                    <a:pt x="1637" y="77090"/>
                  </a:lnTo>
                  <a:lnTo>
                    <a:pt x="4187" y="76316"/>
                  </a:lnTo>
                  <a:lnTo>
                    <a:pt x="8645" y="67620"/>
                  </a:lnTo>
                  <a:lnTo>
                    <a:pt x="3527" y="60856"/>
                  </a:lnTo>
                  <a:lnTo>
                    <a:pt x="0" y="52063"/>
                  </a:lnTo>
                  <a:lnTo>
                    <a:pt x="7036" y="51423"/>
                  </a:lnTo>
                  <a:lnTo>
                    <a:pt x="8241" y="49775"/>
                  </a:lnTo>
                  <a:lnTo>
                    <a:pt x="9704" y="40634"/>
                  </a:lnTo>
                  <a:lnTo>
                    <a:pt x="21765" y="48447"/>
                  </a:lnTo>
                  <a:lnTo>
                    <a:pt x="21658" y="45872"/>
                  </a:lnTo>
                  <a:lnTo>
                    <a:pt x="15519" y="41993"/>
                  </a:lnTo>
                  <a:lnTo>
                    <a:pt x="18154" y="37311"/>
                  </a:lnTo>
                  <a:lnTo>
                    <a:pt x="20671" y="35622"/>
                  </a:lnTo>
                  <a:lnTo>
                    <a:pt x="23873" y="30901"/>
                  </a:lnTo>
                  <a:lnTo>
                    <a:pt x="26397" y="28711"/>
                  </a:lnTo>
                  <a:lnTo>
                    <a:pt x="26031" y="17059"/>
                  </a:lnTo>
                  <a:lnTo>
                    <a:pt x="24633" y="5825"/>
                  </a:lnTo>
                  <a:lnTo>
                    <a:pt x="29465" y="5492"/>
                  </a:lnTo>
                  <a:lnTo>
                    <a:pt x="29170" y="371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9" name="ph5389"/>
            <p:cNvSpPr/>
            <p:nvPr/>
          </p:nvSpPr>
          <p:spPr>
            <a:xfrm>
              <a:off x="7153013" y="2683064"/>
              <a:ext cx="62723" cy="87642"/>
            </a:xfrm>
            <a:custGeom>
              <a:avLst/>
              <a:pathLst>
                <a:path w="62723" h="87642">
                  <a:moveTo>
                    <a:pt x="31472" y="0"/>
                  </a:moveTo>
                  <a:lnTo>
                    <a:pt x="47170" y="2617"/>
                  </a:lnTo>
                  <a:lnTo>
                    <a:pt x="48012" y="5354"/>
                  </a:lnTo>
                  <a:lnTo>
                    <a:pt x="48831" y="5379"/>
                  </a:lnTo>
                  <a:lnTo>
                    <a:pt x="49578" y="10183"/>
                  </a:lnTo>
                  <a:lnTo>
                    <a:pt x="50147" y="10147"/>
                  </a:lnTo>
                  <a:lnTo>
                    <a:pt x="50881" y="12655"/>
                  </a:lnTo>
                  <a:lnTo>
                    <a:pt x="52074" y="27742"/>
                  </a:lnTo>
                  <a:lnTo>
                    <a:pt x="54771" y="47199"/>
                  </a:lnTo>
                  <a:lnTo>
                    <a:pt x="52183" y="69402"/>
                  </a:lnTo>
                  <a:lnTo>
                    <a:pt x="62384" y="72334"/>
                  </a:lnTo>
                  <a:lnTo>
                    <a:pt x="62723" y="73889"/>
                  </a:lnTo>
                  <a:lnTo>
                    <a:pt x="52055" y="86658"/>
                  </a:lnTo>
                  <a:lnTo>
                    <a:pt x="48844" y="87642"/>
                  </a:lnTo>
                  <a:lnTo>
                    <a:pt x="45319" y="87033"/>
                  </a:lnTo>
                  <a:lnTo>
                    <a:pt x="45306" y="85121"/>
                  </a:lnTo>
                  <a:lnTo>
                    <a:pt x="37618" y="80707"/>
                  </a:lnTo>
                  <a:lnTo>
                    <a:pt x="28470" y="81423"/>
                  </a:lnTo>
                  <a:lnTo>
                    <a:pt x="26787" y="80751"/>
                  </a:lnTo>
                  <a:lnTo>
                    <a:pt x="26179" y="79879"/>
                  </a:lnTo>
                  <a:lnTo>
                    <a:pt x="26245" y="74759"/>
                  </a:lnTo>
                  <a:lnTo>
                    <a:pt x="23152" y="74707"/>
                  </a:lnTo>
                  <a:lnTo>
                    <a:pt x="22262" y="71982"/>
                  </a:lnTo>
                  <a:lnTo>
                    <a:pt x="19944" y="59120"/>
                  </a:lnTo>
                  <a:lnTo>
                    <a:pt x="21371" y="53853"/>
                  </a:lnTo>
                  <a:lnTo>
                    <a:pt x="19807" y="53011"/>
                  </a:lnTo>
                  <a:lnTo>
                    <a:pt x="14676" y="54150"/>
                  </a:lnTo>
                  <a:lnTo>
                    <a:pt x="12324" y="56920"/>
                  </a:lnTo>
                  <a:lnTo>
                    <a:pt x="12947" y="60245"/>
                  </a:lnTo>
                  <a:lnTo>
                    <a:pt x="10366" y="61418"/>
                  </a:lnTo>
                  <a:lnTo>
                    <a:pt x="6830" y="61468"/>
                  </a:lnTo>
                  <a:lnTo>
                    <a:pt x="4938" y="58303"/>
                  </a:lnTo>
                  <a:lnTo>
                    <a:pt x="6567" y="55234"/>
                  </a:lnTo>
                  <a:lnTo>
                    <a:pt x="8318" y="54115"/>
                  </a:lnTo>
                  <a:lnTo>
                    <a:pt x="9061" y="51720"/>
                  </a:lnTo>
                  <a:lnTo>
                    <a:pt x="5248" y="35455"/>
                  </a:lnTo>
                  <a:lnTo>
                    <a:pt x="0" y="15543"/>
                  </a:lnTo>
                  <a:lnTo>
                    <a:pt x="340" y="12328"/>
                  </a:lnTo>
                  <a:lnTo>
                    <a:pt x="3493" y="11496"/>
                  </a:lnTo>
                  <a:lnTo>
                    <a:pt x="5413" y="17641"/>
                  </a:lnTo>
                  <a:lnTo>
                    <a:pt x="12028" y="16267"/>
                  </a:lnTo>
                  <a:lnTo>
                    <a:pt x="13790" y="9560"/>
                  </a:lnTo>
                  <a:lnTo>
                    <a:pt x="10555" y="762"/>
                  </a:lnTo>
                  <a:lnTo>
                    <a:pt x="24892" y="1252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0" name="ph5390"/>
            <p:cNvSpPr/>
            <p:nvPr/>
          </p:nvSpPr>
          <p:spPr>
            <a:xfrm>
              <a:off x="6962665" y="2706451"/>
              <a:ext cx="21332" cy="15232"/>
            </a:xfrm>
            <a:custGeom>
              <a:avLst/>
              <a:pathLst>
                <a:path w="21332" h="15232">
                  <a:moveTo>
                    <a:pt x="18156" y="0"/>
                  </a:moveTo>
                  <a:lnTo>
                    <a:pt x="19637" y="574"/>
                  </a:lnTo>
                  <a:lnTo>
                    <a:pt x="21332" y="8516"/>
                  </a:lnTo>
                  <a:lnTo>
                    <a:pt x="17561" y="14978"/>
                  </a:lnTo>
                  <a:lnTo>
                    <a:pt x="14053" y="14445"/>
                  </a:lnTo>
                  <a:lnTo>
                    <a:pt x="13713" y="15232"/>
                  </a:lnTo>
                  <a:lnTo>
                    <a:pt x="8309" y="13330"/>
                  </a:lnTo>
                  <a:lnTo>
                    <a:pt x="4762" y="14568"/>
                  </a:lnTo>
                  <a:lnTo>
                    <a:pt x="1505" y="14790"/>
                  </a:lnTo>
                  <a:lnTo>
                    <a:pt x="388" y="14035"/>
                  </a:lnTo>
                  <a:lnTo>
                    <a:pt x="0" y="11994"/>
                  </a:lnTo>
                  <a:lnTo>
                    <a:pt x="5082" y="9962"/>
                  </a:lnTo>
                  <a:lnTo>
                    <a:pt x="12262" y="5026"/>
                  </a:lnTo>
                  <a:lnTo>
                    <a:pt x="14849" y="1557"/>
                  </a:lnTo>
                  <a:lnTo>
                    <a:pt x="12403" y="87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1" name="ph5391"/>
            <p:cNvSpPr/>
            <p:nvPr/>
          </p:nvSpPr>
          <p:spPr>
            <a:xfrm>
              <a:off x="6992865" y="2771440"/>
              <a:ext cx="44626" cy="31399"/>
            </a:xfrm>
            <a:custGeom>
              <a:avLst/>
              <a:pathLst>
                <a:path w="44626" h="31399">
                  <a:moveTo>
                    <a:pt x="12931" y="0"/>
                  </a:moveTo>
                  <a:lnTo>
                    <a:pt x="20978" y="2493"/>
                  </a:lnTo>
                  <a:lnTo>
                    <a:pt x="24334" y="2731"/>
                  </a:lnTo>
                  <a:lnTo>
                    <a:pt x="31982" y="1024"/>
                  </a:lnTo>
                  <a:lnTo>
                    <a:pt x="37752" y="1631"/>
                  </a:lnTo>
                  <a:lnTo>
                    <a:pt x="40841" y="2780"/>
                  </a:lnTo>
                  <a:lnTo>
                    <a:pt x="44377" y="6750"/>
                  </a:lnTo>
                  <a:lnTo>
                    <a:pt x="44626" y="9477"/>
                  </a:lnTo>
                  <a:lnTo>
                    <a:pt x="29773" y="11203"/>
                  </a:lnTo>
                  <a:lnTo>
                    <a:pt x="24338" y="10756"/>
                  </a:lnTo>
                  <a:lnTo>
                    <a:pt x="21067" y="20231"/>
                  </a:lnTo>
                  <a:lnTo>
                    <a:pt x="20976" y="22707"/>
                  </a:lnTo>
                  <a:lnTo>
                    <a:pt x="22989" y="26788"/>
                  </a:lnTo>
                  <a:lnTo>
                    <a:pt x="22306" y="28227"/>
                  </a:lnTo>
                  <a:lnTo>
                    <a:pt x="13379" y="28714"/>
                  </a:lnTo>
                  <a:lnTo>
                    <a:pt x="7219" y="31399"/>
                  </a:lnTo>
                  <a:lnTo>
                    <a:pt x="5005" y="29426"/>
                  </a:lnTo>
                  <a:lnTo>
                    <a:pt x="5788" y="19056"/>
                  </a:lnTo>
                  <a:lnTo>
                    <a:pt x="5391" y="15194"/>
                  </a:lnTo>
                  <a:lnTo>
                    <a:pt x="1373" y="9747"/>
                  </a:lnTo>
                  <a:lnTo>
                    <a:pt x="0" y="1561"/>
                  </a:lnTo>
                  <a:lnTo>
                    <a:pt x="5652" y="2014"/>
                  </a:lnTo>
                  <a:lnTo>
                    <a:pt x="5093" y="5283"/>
                  </a:lnTo>
                  <a:lnTo>
                    <a:pt x="6895" y="587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2" name="ph5392"/>
            <p:cNvSpPr/>
            <p:nvPr/>
          </p:nvSpPr>
          <p:spPr>
            <a:xfrm>
              <a:off x="7226014" y="2775735"/>
              <a:ext cx="17349" cy="23040"/>
            </a:xfrm>
            <a:custGeom>
              <a:avLst/>
              <a:pathLst>
                <a:path w="17349" h="23040">
                  <a:moveTo>
                    <a:pt x="11447" y="3874"/>
                  </a:moveTo>
                  <a:lnTo>
                    <a:pt x="12735" y="4375"/>
                  </a:lnTo>
                  <a:lnTo>
                    <a:pt x="14477" y="3557"/>
                  </a:lnTo>
                  <a:lnTo>
                    <a:pt x="15682" y="4068"/>
                  </a:lnTo>
                  <a:lnTo>
                    <a:pt x="14368" y="5954"/>
                  </a:lnTo>
                  <a:lnTo>
                    <a:pt x="14672" y="12579"/>
                  </a:lnTo>
                  <a:lnTo>
                    <a:pt x="17349" y="19334"/>
                  </a:lnTo>
                  <a:lnTo>
                    <a:pt x="16986" y="20259"/>
                  </a:lnTo>
                  <a:lnTo>
                    <a:pt x="11168" y="20870"/>
                  </a:lnTo>
                  <a:lnTo>
                    <a:pt x="9125" y="21873"/>
                  </a:lnTo>
                  <a:lnTo>
                    <a:pt x="8693" y="23040"/>
                  </a:lnTo>
                  <a:lnTo>
                    <a:pt x="1915" y="10317"/>
                  </a:lnTo>
                  <a:lnTo>
                    <a:pt x="0" y="9658"/>
                  </a:lnTo>
                  <a:lnTo>
                    <a:pt x="796" y="8056"/>
                  </a:lnTo>
                  <a:lnTo>
                    <a:pt x="4274" y="4774"/>
                  </a:lnTo>
                  <a:lnTo>
                    <a:pt x="7384" y="3525"/>
                  </a:lnTo>
                  <a:lnTo>
                    <a:pt x="865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3" name="ph5393"/>
            <p:cNvSpPr/>
            <p:nvPr/>
          </p:nvSpPr>
          <p:spPr>
            <a:xfrm>
              <a:off x="7191585" y="2772801"/>
              <a:ext cx="16625" cy="22970"/>
            </a:xfrm>
            <a:custGeom>
              <a:avLst/>
              <a:pathLst>
                <a:path w="16625" h="22970">
                  <a:moveTo>
                    <a:pt x="4363" y="0"/>
                  </a:moveTo>
                  <a:lnTo>
                    <a:pt x="8094" y="3379"/>
                  </a:lnTo>
                  <a:lnTo>
                    <a:pt x="10980" y="10322"/>
                  </a:lnTo>
                  <a:lnTo>
                    <a:pt x="12324" y="11402"/>
                  </a:lnTo>
                  <a:lnTo>
                    <a:pt x="11889" y="14357"/>
                  </a:lnTo>
                  <a:lnTo>
                    <a:pt x="14755" y="18499"/>
                  </a:lnTo>
                  <a:lnTo>
                    <a:pt x="16625" y="18739"/>
                  </a:lnTo>
                  <a:lnTo>
                    <a:pt x="15659" y="21516"/>
                  </a:lnTo>
                  <a:lnTo>
                    <a:pt x="9587" y="22970"/>
                  </a:lnTo>
                  <a:lnTo>
                    <a:pt x="6908" y="19590"/>
                  </a:lnTo>
                  <a:lnTo>
                    <a:pt x="3893" y="19650"/>
                  </a:lnTo>
                  <a:lnTo>
                    <a:pt x="2376" y="20700"/>
                  </a:lnTo>
                  <a:lnTo>
                    <a:pt x="1595" y="20672"/>
                  </a:lnTo>
                  <a:lnTo>
                    <a:pt x="3613" y="14612"/>
                  </a:lnTo>
                  <a:lnTo>
                    <a:pt x="2385" y="11385"/>
                  </a:lnTo>
                  <a:lnTo>
                    <a:pt x="41" y="8571"/>
                  </a:lnTo>
                  <a:lnTo>
                    <a:pt x="0" y="568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4" name="ph5394"/>
            <p:cNvSpPr/>
            <p:nvPr/>
          </p:nvSpPr>
          <p:spPr>
            <a:xfrm>
              <a:off x="7009752" y="2723323"/>
              <a:ext cx="67344" cy="35555"/>
            </a:xfrm>
            <a:custGeom>
              <a:avLst/>
              <a:pathLst>
                <a:path w="67344" h="35555">
                  <a:moveTo>
                    <a:pt x="20213" y="2161"/>
                  </a:moveTo>
                  <a:lnTo>
                    <a:pt x="22364" y="3530"/>
                  </a:lnTo>
                  <a:lnTo>
                    <a:pt x="28788" y="3112"/>
                  </a:lnTo>
                  <a:lnTo>
                    <a:pt x="31725" y="1741"/>
                  </a:lnTo>
                  <a:lnTo>
                    <a:pt x="31778" y="7862"/>
                  </a:lnTo>
                  <a:lnTo>
                    <a:pt x="40430" y="11118"/>
                  </a:lnTo>
                  <a:lnTo>
                    <a:pt x="41654" y="7771"/>
                  </a:lnTo>
                  <a:lnTo>
                    <a:pt x="36850" y="5145"/>
                  </a:lnTo>
                  <a:lnTo>
                    <a:pt x="45976" y="1722"/>
                  </a:lnTo>
                  <a:lnTo>
                    <a:pt x="46618" y="1997"/>
                  </a:lnTo>
                  <a:lnTo>
                    <a:pt x="42938" y="9253"/>
                  </a:lnTo>
                  <a:lnTo>
                    <a:pt x="50262" y="12143"/>
                  </a:lnTo>
                  <a:lnTo>
                    <a:pt x="54579" y="5111"/>
                  </a:lnTo>
                  <a:lnTo>
                    <a:pt x="57361" y="6062"/>
                  </a:lnTo>
                  <a:lnTo>
                    <a:pt x="61657" y="11612"/>
                  </a:lnTo>
                  <a:lnTo>
                    <a:pt x="64159" y="8368"/>
                  </a:lnTo>
                  <a:lnTo>
                    <a:pt x="67344" y="11335"/>
                  </a:lnTo>
                  <a:lnTo>
                    <a:pt x="65527" y="15902"/>
                  </a:lnTo>
                  <a:lnTo>
                    <a:pt x="59278" y="26001"/>
                  </a:lnTo>
                  <a:lnTo>
                    <a:pt x="58059" y="30102"/>
                  </a:lnTo>
                  <a:lnTo>
                    <a:pt x="52880" y="29300"/>
                  </a:lnTo>
                  <a:lnTo>
                    <a:pt x="49750" y="26574"/>
                  </a:lnTo>
                  <a:lnTo>
                    <a:pt x="50270" y="20513"/>
                  </a:lnTo>
                  <a:lnTo>
                    <a:pt x="44833" y="16694"/>
                  </a:lnTo>
                  <a:lnTo>
                    <a:pt x="39652" y="11639"/>
                  </a:lnTo>
                  <a:lnTo>
                    <a:pt x="37153" y="11558"/>
                  </a:lnTo>
                  <a:lnTo>
                    <a:pt x="36563" y="13051"/>
                  </a:lnTo>
                  <a:lnTo>
                    <a:pt x="31187" y="13750"/>
                  </a:lnTo>
                  <a:lnTo>
                    <a:pt x="25733" y="11983"/>
                  </a:lnTo>
                  <a:lnTo>
                    <a:pt x="19735" y="11449"/>
                  </a:lnTo>
                  <a:lnTo>
                    <a:pt x="18582" y="10264"/>
                  </a:lnTo>
                  <a:lnTo>
                    <a:pt x="18976" y="8575"/>
                  </a:lnTo>
                  <a:lnTo>
                    <a:pt x="17666" y="8669"/>
                  </a:lnTo>
                  <a:lnTo>
                    <a:pt x="11721" y="14826"/>
                  </a:lnTo>
                  <a:lnTo>
                    <a:pt x="15098" y="15681"/>
                  </a:lnTo>
                  <a:lnTo>
                    <a:pt x="13465" y="27745"/>
                  </a:lnTo>
                  <a:lnTo>
                    <a:pt x="19077" y="33822"/>
                  </a:lnTo>
                  <a:lnTo>
                    <a:pt x="20585" y="34028"/>
                  </a:lnTo>
                  <a:lnTo>
                    <a:pt x="18769" y="35555"/>
                  </a:lnTo>
                  <a:lnTo>
                    <a:pt x="15626" y="33808"/>
                  </a:lnTo>
                  <a:lnTo>
                    <a:pt x="12772" y="29831"/>
                  </a:lnTo>
                  <a:lnTo>
                    <a:pt x="11935" y="25162"/>
                  </a:lnTo>
                  <a:lnTo>
                    <a:pt x="9748" y="22253"/>
                  </a:lnTo>
                  <a:lnTo>
                    <a:pt x="4066" y="22603"/>
                  </a:lnTo>
                  <a:lnTo>
                    <a:pt x="245" y="21482"/>
                  </a:lnTo>
                  <a:lnTo>
                    <a:pt x="0" y="20447"/>
                  </a:lnTo>
                  <a:lnTo>
                    <a:pt x="1203" y="16913"/>
                  </a:lnTo>
                  <a:lnTo>
                    <a:pt x="4986" y="12373"/>
                  </a:lnTo>
                  <a:lnTo>
                    <a:pt x="9349" y="9856"/>
                  </a:lnTo>
                  <a:lnTo>
                    <a:pt x="10140" y="7749"/>
                  </a:lnTo>
                  <a:lnTo>
                    <a:pt x="12292" y="5469"/>
                  </a:lnTo>
                  <a:lnTo>
                    <a:pt x="15123" y="4080"/>
                  </a:lnTo>
                  <a:lnTo>
                    <a:pt x="15991" y="4792"/>
                  </a:lnTo>
                  <a:lnTo>
                    <a:pt x="17808" y="3739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5" name="ph5395"/>
            <p:cNvSpPr/>
            <p:nvPr/>
          </p:nvSpPr>
          <p:spPr>
            <a:xfrm>
              <a:off x="7059411" y="2640909"/>
              <a:ext cx="94303" cy="83495"/>
            </a:xfrm>
            <a:custGeom>
              <a:avLst/>
              <a:pathLst>
                <a:path w="94303" h="83495">
                  <a:moveTo>
                    <a:pt x="24349" y="104"/>
                  </a:moveTo>
                  <a:lnTo>
                    <a:pt x="29194" y="2561"/>
                  </a:lnTo>
                  <a:lnTo>
                    <a:pt x="28676" y="9395"/>
                  </a:lnTo>
                  <a:lnTo>
                    <a:pt x="32830" y="11646"/>
                  </a:lnTo>
                  <a:lnTo>
                    <a:pt x="43763" y="11628"/>
                  </a:lnTo>
                  <a:lnTo>
                    <a:pt x="48767" y="8730"/>
                  </a:lnTo>
                  <a:lnTo>
                    <a:pt x="63668" y="13709"/>
                  </a:lnTo>
                  <a:lnTo>
                    <a:pt x="66885" y="17381"/>
                  </a:lnTo>
                  <a:lnTo>
                    <a:pt x="69438" y="17036"/>
                  </a:lnTo>
                  <a:lnTo>
                    <a:pt x="69433" y="20019"/>
                  </a:lnTo>
                  <a:lnTo>
                    <a:pt x="74869" y="31986"/>
                  </a:lnTo>
                  <a:lnTo>
                    <a:pt x="76809" y="34067"/>
                  </a:lnTo>
                  <a:lnTo>
                    <a:pt x="77957" y="33526"/>
                  </a:lnTo>
                  <a:lnTo>
                    <a:pt x="83135" y="43616"/>
                  </a:lnTo>
                  <a:lnTo>
                    <a:pt x="86581" y="41812"/>
                  </a:lnTo>
                  <a:lnTo>
                    <a:pt x="90451" y="51469"/>
                  </a:lnTo>
                  <a:lnTo>
                    <a:pt x="87280" y="52305"/>
                  </a:lnTo>
                  <a:lnTo>
                    <a:pt x="88449" y="57930"/>
                  </a:lnTo>
                  <a:lnTo>
                    <a:pt x="89421" y="60624"/>
                  </a:lnTo>
                  <a:lnTo>
                    <a:pt x="90177" y="60496"/>
                  </a:lnTo>
                  <a:lnTo>
                    <a:pt x="94303" y="68246"/>
                  </a:lnTo>
                  <a:lnTo>
                    <a:pt x="87254" y="69137"/>
                  </a:lnTo>
                  <a:lnTo>
                    <a:pt x="83114" y="66750"/>
                  </a:lnTo>
                  <a:lnTo>
                    <a:pt x="73996" y="71869"/>
                  </a:lnTo>
                  <a:lnTo>
                    <a:pt x="69729" y="71809"/>
                  </a:lnTo>
                  <a:lnTo>
                    <a:pt x="67539" y="72145"/>
                  </a:lnTo>
                  <a:lnTo>
                    <a:pt x="62368" y="70712"/>
                  </a:lnTo>
                  <a:lnTo>
                    <a:pt x="51851" y="72890"/>
                  </a:lnTo>
                  <a:lnTo>
                    <a:pt x="49249" y="70271"/>
                  </a:lnTo>
                  <a:lnTo>
                    <a:pt x="45971" y="69930"/>
                  </a:lnTo>
                  <a:lnTo>
                    <a:pt x="41038" y="74538"/>
                  </a:lnTo>
                  <a:lnTo>
                    <a:pt x="45149" y="82530"/>
                  </a:lnTo>
                  <a:lnTo>
                    <a:pt x="43036" y="83495"/>
                  </a:lnTo>
                  <a:lnTo>
                    <a:pt x="40181" y="80640"/>
                  </a:lnTo>
                  <a:lnTo>
                    <a:pt x="35073" y="82720"/>
                  </a:lnTo>
                  <a:lnTo>
                    <a:pt x="33584" y="78850"/>
                  </a:lnTo>
                  <a:lnTo>
                    <a:pt x="30217" y="75582"/>
                  </a:lnTo>
                  <a:lnTo>
                    <a:pt x="31700" y="74595"/>
                  </a:lnTo>
                  <a:lnTo>
                    <a:pt x="25154" y="69325"/>
                  </a:lnTo>
                  <a:lnTo>
                    <a:pt x="27524" y="64359"/>
                  </a:lnTo>
                  <a:lnTo>
                    <a:pt x="25170" y="62448"/>
                  </a:lnTo>
                  <a:lnTo>
                    <a:pt x="18974" y="61314"/>
                  </a:lnTo>
                  <a:lnTo>
                    <a:pt x="18996" y="57069"/>
                  </a:lnTo>
                  <a:lnTo>
                    <a:pt x="13899" y="48709"/>
                  </a:lnTo>
                  <a:lnTo>
                    <a:pt x="11339" y="42131"/>
                  </a:lnTo>
                  <a:lnTo>
                    <a:pt x="14587" y="39530"/>
                  </a:lnTo>
                  <a:lnTo>
                    <a:pt x="7388" y="33744"/>
                  </a:lnTo>
                  <a:lnTo>
                    <a:pt x="10676" y="30588"/>
                  </a:lnTo>
                  <a:lnTo>
                    <a:pt x="10148" y="29492"/>
                  </a:lnTo>
                  <a:lnTo>
                    <a:pt x="6808" y="26821"/>
                  </a:lnTo>
                  <a:lnTo>
                    <a:pt x="0" y="23614"/>
                  </a:lnTo>
                  <a:lnTo>
                    <a:pt x="3741" y="18402"/>
                  </a:lnTo>
                  <a:lnTo>
                    <a:pt x="7396" y="3482"/>
                  </a:lnTo>
                  <a:lnTo>
                    <a:pt x="1529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6" name="ph5396"/>
            <p:cNvSpPr/>
            <p:nvPr/>
          </p:nvSpPr>
          <p:spPr>
            <a:xfrm>
              <a:off x="7000562" y="2661922"/>
              <a:ext cx="73437" cy="43962"/>
            </a:xfrm>
            <a:custGeom>
              <a:avLst/>
              <a:pathLst>
                <a:path w="73437" h="43962">
                  <a:moveTo>
                    <a:pt x="33057" y="1891"/>
                  </a:moveTo>
                  <a:lnTo>
                    <a:pt x="35473" y="6744"/>
                  </a:lnTo>
                  <a:lnTo>
                    <a:pt x="38698" y="8185"/>
                  </a:lnTo>
                  <a:lnTo>
                    <a:pt x="40869" y="4883"/>
                  </a:lnTo>
                  <a:lnTo>
                    <a:pt x="45795" y="9073"/>
                  </a:lnTo>
                  <a:lnTo>
                    <a:pt x="50616" y="5247"/>
                  </a:lnTo>
                  <a:lnTo>
                    <a:pt x="54980" y="11962"/>
                  </a:lnTo>
                  <a:lnTo>
                    <a:pt x="57153" y="4962"/>
                  </a:lnTo>
                  <a:lnTo>
                    <a:pt x="58849" y="2601"/>
                  </a:lnTo>
                  <a:lnTo>
                    <a:pt x="65657" y="5809"/>
                  </a:lnTo>
                  <a:lnTo>
                    <a:pt x="68998" y="8479"/>
                  </a:lnTo>
                  <a:lnTo>
                    <a:pt x="69525" y="9575"/>
                  </a:lnTo>
                  <a:lnTo>
                    <a:pt x="66238" y="12732"/>
                  </a:lnTo>
                  <a:lnTo>
                    <a:pt x="73437" y="18517"/>
                  </a:lnTo>
                  <a:lnTo>
                    <a:pt x="70189" y="21119"/>
                  </a:lnTo>
                  <a:lnTo>
                    <a:pt x="65278" y="22502"/>
                  </a:lnTo>
                  <a:lnTo>
                    <a:pt x="62754" y="20814"/>
                  </a:lnTo>
                  <a:lnTo>
                    <a:pt x="59003" y="24161"/>
                  </a:lnTo>
                  <a:lnTo>
                    <a:pt x="49702" y="16832"/>
                  </a:lnTo>
                  <a:lnTo>
                    <a:pt x="50770" y="20344"/>
                  </a:lnTo>
                  <a:lnTo>
                    <a:pt x="51713" y="18903"/>
                  </a:lnTo>
                  <a:lnTo>
                    <a:pt x="50266" y="30538"/>
                  </a:lnTo>
                  <a:lnTo>
                    <a:pt x="42465" y="31355"/>
                  </a:lnTo>
                  <a:lnTo>
                    <a:pt x="43888" y="29465"/>
                  </a:lnTo>
                  <a:lnTo>
                    <a:pt x="37096" y="24780"/>
                  </a:lnTo>
                  <a:lnTo>
                    <a:pt x="32257" y="26322"/>
                  </a:lnTo>
                  <a:lnTo>
                    <a:pt x="29401" y="28647"/>
                  </a:lnTo>
                  <a:lnTo>
                    <a:pt x="30395" y="29803"/>
                  </a:lnTo>
                  <a:lnTo>
                    <a:pt x="28679" y="32307"/>
                  </a:lnTo>
                  <a:lnTo>
                    <a:pt x="30785" y="39183"/>
                  </a:lnTo>
                  <a:lnTo>
                    <a:pt x="27444" y="37247"/>
                  </a:lnTo>
                  <a:lnTo>
                    <a:pt x="23533" y="42158"/>
                  </a:lnTo>
                  <a:lnTo>
                    <a:pt x="20682" y="43962"/>
                  </a:lnTo>
                  <a:lnTo>
                    <a:pt x="13056" y="39300"/>
                  </a:lnTo>
                  <a:lnTo>
                    <a:pt x="11617" y="35871"/>
                  </a:lnTo>
                  <a:lnTo>
                    <a:pt x="10044" y="30349"/>
                  </a:lnTo>
                  <a:lnTo>
                    <a:pt x="14850" y="26992"/>
                  </a:lnTo>
                  <a:lnTo>
                    <a:pt x="15239" y="23481"/>
                  </a:lnTo>
                  <a:lnTo>
                    <a:pt x="12026" y="18102"/>
                  </a:lnTo>
                  <a:lnTo>
                    <a:pt x="7889" y="7882"/>
                  </a:lnTo>
                  <a:lnTo>
                    <a:pt x="0" y="5630"/>
                  </a:lnTo>
                  <a:lnTo>
                    <a:pt x="159" y="4700"/>
                  </a:lnTo>
                  <a:lnTo>
                    <a:pt x="3328" y="5262"/>
                  </a:lnTo>
                  <a:lnTo>
                    <a:pt x="3673" y="4201"/>
                  </a:lnTo>
                  <a:lnTo>
                    <a:pt x="12552" y="6526"/>
                  </a:lnTo>
                  <a:lnTo>
                    <a:pt x="18501" y="12431"/>
                  </a:lnTo>
                  <a:lnTo>
                    <a:pt x="21386" y="9236"/>
                  </a:lnTo>
                  <a:lnTo>
                    <a:pt x="23813" y="8871"/>
                  </a:lnTo>
                  <a:lnTo>
                    <a:pt x="25849" y="9372"/>
                  </a:lnTo>
                  <a:lnTo>
                    <a:pt x="29775" y="12747"/>
                  </a:lnTo>
                  <a:lnTo>
                    <a:pt x="31225" y="10900"/>
                  </a:lnTo>
                  <a:lnTo>
                    <a:pt x="28029" y="2359"/>
                  </a:lnTo>
                  <a:lnTo>
                    <a:pt x="28432" y="266"/>
                  </a:lnTo>
                  <a:lnTo>
                    <a:pt x="3008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7" name="ph5397"/>
            <p:cNvSpPr/>
            <p:nvPr/>
          </p:nvSpPr>
          <p:spPr>
            <a:xfrm>
              <a:off x="6966701" y="2454427"/>
              <a:ext cx="39037" cy="63783"/>
            </a:xfrm>
            <a:custGeom>
              <a:avLst/>
              <a:pathLst>
                <a:path w="39037" h="63783">
                  <a:moveTo>
                    <a:pt x="26474" y="1180"/>
                  </a:moveTo>
                  <a:lnTo>
                    <a:pt x="38123" y="5523"/>
                  </a:lnTo>
                  <a:lnTo>
                    <a:pt x="37822" y="8344"/>
                  </a:lnTo>
                  <a:lnTo>
                    <a:pt x="35525" y="8350"/>
                  </a:lnTo>
                  <a:lnTo>
                    <a:pt x="37383" y="14495"/>
                  </a:lnTo>
                  <a:lnTo>
                    <a:pt x="35336" y="20503"/>
                  </a:lnTo>
                  <a:lnTo>
                    <a:pt x="32935" y="34425"/>
                  </a:lnTo>
                  <a:lnTo>
                    <a:pt x="34820" y="34694"/>
                  </a:lnTo>
                  <a:lnTo>
                    <a:pt x="35692" y="38490"/>
                  </a:lnTo>
                  <a:lnTo>
                    <a:pt x="34495" y="44551"/>
                  </a:lnTo>
                  <a:lnTo>
                    <a:pt x="37482" y="44872"/>
                  </a:lnTo>
                  <a:lnTo>
                    <a:pt x="37139" y="47756"/>
                  </a:lnTo>
                  <a:lnTo>
                    <a:pt x="34160" y="46250"/>
                  </a:lnTo>
                  <a:lnTo>
                    <a:pt x="33585" y="49175"/>
                  </a:lnTo>
                  <a:lnTo>
                    <a:pt x="39037" y="50713"/>
                  </a:lnTo>
                  <a:lnTo>
                    <a:pt x="32900" y="52467"/>
                  </a:lnTo>
                  <a:lnTo>
                    <a:pt x="27034" y="52149"/>
                  </a:lnTo>
                  <a:lnTo>
                    <a:pt x="27869" y="55490"/>
                  </a:lnTo>
                  <a:lnTo>
                    <a:pt x="29352" y="55760"/>
                  </a:lnTo>
                  <a:lnTo>
                    <a:pt x="29535" y="56413"/>
                  </a:lnTo>
                  <a:lnTo>
                    <a:pt x="28641" y="58695"/>
                  </a:lnTo>
                  <a:lnTo>
                    <a:pt x="16436" y="57871"/>
                  </a:lnTo>
                  <a:lnTo>
                    <a:pt x="16085" y="61242"/>
                  </a:lnTo>
                  <a:lnTo>
                    <a:pt x="12472" y="60600"/>
                  </a:lnTo>
                  <a:lnTo>
                    <a:pt x="12239" y="63154"/>
                  </a:lnTo>
                  <a:lnTo>
                    <a:pt x="7890" y="63783"/>
                  </a:lnTo>
                  <a:lnTo>
                    <a:pt x="8084" y="61217"/>
                  </a:lnTo>
                  <a:lnTo>
                    <a:pt x="3249" y="60991"/>
                  </a:lnTo>
                  <a:lnTo>
                    <a:pt x="2717" y="54291"/>
                  </a:lnTo>
                  <a:lnTo>
                    <a:pt x="0" y="53848"/>
                  </a:lnTo>
                  <a:lnTo>
                    <a:pt x="219" y="52692"/>
                  </a:lnTo>
                  <a:lnTo>
                    <a:pt x="3820" y="33775"/>
                  </a:lnTo>
                  <a:lnTo>
                    <a:pt x="1669" y="27271"/>
                  </a:lnTo>
                  <a:lnTo>
                    <a:pt x="782" y="20008"/>
                  </a:lnTo>
                  <a:lnTo>
                    <a:pt x="5449" y="18484"/>
                  </a:lnTo>
                  <a:lnTo>
                    <a:pt x="9695" y="19288"/>
                  </a:lnTo>
                  <a:lnTo>
                    <a:pt x="11063" y="14575"/>
                  </a:lnTo>
                  <a:lnTo>
                    <a:pt x="16750" y="15282"/>
                  </a:lnTo>
                  <a:lnTo>
                    <a:pt x="18675" y="1438"/>
                  </a:lnTo>
                  <a:lnTo>
                    <a:pt x="2373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8" name="ph5398"/>
            <p:cNvSpPr/>
            <p:nvPr/>
          </p:nvSpPr>
          <p:spPr>
            <a:xfrm>
              <a:off x="6952449" y="2680863"/>
              <a:ext cx="25732" cy="41006"/>
            </a:xfrm>
            <a:custGeom>
              <a:avLst/>
              <a:pathLst>
                <a:path w="25732" h="41006">
                  <a:moveTo>
                    <a:pt x="25406" y="1293"/>
                  </a:moveTo>
                  <a:lnTo>
                    <a:pt x="23452" y="5998"/>
                  </a:lnTo>
                  <a:lnTo>
                    <a:pt x="23775" y="11502"/>
                  </a:lnTo>
                  <a:lnTo>
                    <a:pt x="25732" y="11927"/>
                  </a:lnTo>
                  <a:lnTo>
                    <a:pt x="21149" y="13301"/>
                  </a:lnTo>
                  <a:lnTo>
                    <a:pt x="15098" y="21128"/>
                  </a:lnTo>
                  <a:lnTo>
                    <a:pt x="21970" y="25099"/>
                  </a:lnTo>
                  <a:lnTo>
                    <a:pt x="22619" y="26459"/>
                  </a:lnTo>
                  <a:lnTo>
                    <a:pt x="25065" y="27146"/>
                  </a:lnTo>
                  <a:lnTo>
                    <a:pt x="22478" y="30614"/>
                  </a:lnTo>
                  <a:lnTo>
                    <a:pt x="15298" y="35551"/>
                  </a:lnTo>
                  <a:lnTo>
                    <a:pt x="10215" y="37582"/>
                  </a:lnTo>
                  <a:lnTo>
                    <a:pt x="10604" y="39623"/>
                  </a:lnTo>
                  <a:lnTo>
                    <a:pt x="6308" y="41006"/>
                  </a:lnTo>
                  <a:lnTo>
                    <a:pt x="1515" y="39990"/>
                  </a:lnTo>
                  <a:lnTo>
                    <a:pt x="0" y="36897"/>
                  </a:lnTo>
                  <a:lnTo>
                    <a:pt x="2100" y="31942"/>
                  </a:lnTo>
                  <a:lnTo>
                    <a:pt x="7123" y="25199"/>
                  </a:lnTo>
                  <a:lnTo>
                    <a:pt x="12492" y="16173"/>
                  </a:lnTo>
                  <a:lnTo>
                    <a:pt x="9402" y="12054"/>
                  </a:lnTo>
                  <a:lnTo>
                    <a:pt x="14085" y="11296"/>
                  </a:lnTo>
                  <a:lnTo>
                    <a:pt x="19212" y="4937"/>
                  </a:lnTo>
                  <a:lnTo>
                    <a:pt x="18665" y="3421"/>
                  </a:lnTo>
                  <a:lnTo>
                    <a:pt x="2508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9" name="ph5399"/>
            <p:cNvSpPr/>
            <p:nvPr/>
          </p:nvSpPr>
          <p:spPr>
            <a:xfrm>
              <a:off x="7195949" y="2756359"/>
              <a:ext cx="38714" cy="27844"/>
            </a:xfrm>
            <a:custGeom>
              <a:avLst/>
              <a:pathLst>
                <a:path w="38714" h="27844">
                  <a:moveTo>
                    <a:pt x="24123" y="2666"/>
                  </a:moveTo>
                  <a:lnTo>
                    <a:pt x="21673" y="6466"/>
                  </a:lnTo>
                  <a:lnTo>
                    <a:pt x="27661" y="11888"/>
                  </a:lnTo>
                  <a:lnTo>
                    <a:pt x="30843" y="12107"/>
                  </a:lnTo>
                  <a:lnTo>
                    <a:pt x="30957" y="15696"/>
                  </a:lnTo>
                  <a:lnTo>
                    <a:pt x="38714" y="19376"/>
                  </a:lnTo>
                  <a:lnTo>
                    <a:pt x="37449" y="22901"/>
                  </a:lnTo>
                  <a:lnTo>
                    <a:pt x="34338" y="24150"/>
                  </a:lnTo>
                  <a:lnTo>
                    <a:pt x="30861" y="27432"/>
                  </a:lnTo>
                  <a:lnTo>
                    <a:pt x="30217" y="24437"/>
                  </a:lnTo>
                  <a:lnTo>
                    <a:pt x="19579" y="24305"/>
                  </a:lnTo>
                  <a:lnTo>
                    <a:pt x="7960" y="27844"/>
                  </a:lnTo>
                  <a:lnTo>
                    <a:pt x="6616" y="26764"/>
                  </a:lnTo>
                  <a:lnTo>
                    <a:pt x="3730" y="19821"/>
                  </a:lnTo>
                  <a:lnTo>
                    <a:pt x="0" y="16442"/>
                  </a:lnTo>
                  <a:lnTo>
                    <a:pt x="2382" y="13738"/>
                  </a:lnTo>
                  <a:lnTo>
                    <a:pt x="5908" y="14347"/>
                  </a:lnTo>
                  <a:lnTo>
                    <a:pt x="9119" y="13363"/>
                  </a:lnTo>
                  <a:lnTo>
                    <a:pt x="19787" y="594"/>
                  </a:lnTo>
                  <a:lnTo>
                    <a:pt x="2153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0" name="ph5400"/>
            <p:cNvSpPr/>
            <p:nvPr/>
          </p:nvSpPr>
          <p:spPr>
            <a:xfrm>
              <a:off x="7201845" y="2683284"/>
              <a:ext cx="53196" cy="85352"/>
            </a:xfrm>
            <a:custGeom>
              <a:avLst/>
              <a:pathLst>
                <a:path w="53196" h="85352">
                  <a:moveTo>
                    <a:pt x="30088" y="0"/>
                  </a:moveTo>
                  <a:lnTo>
                    <a:pt x="28894" y="4494"/>
                  </a:lnTo>
                  <a:lnTo>
                    <a:pt x="28602" y="5552"/>
                  </a:lnTo>
                  <a:lnTo>
                    <a:pt x="30804" y="7792"/>
                  </a:lnTo>
                  <a:lnTo>
                    <a:pt x="34324" y="7713"/>
                  </a:lnTo>
                  <a:lnTo>
                    <a:pt x="34375" y="10069"/>
                  </a:lnTo>
                  <a:lnTo>
                    <a:pt x="29669" y="10196"/>
                  </a:lnTo>
                  <a:lnTo>
                    <a:pt x="29875" y="20572"/>
                  </a:lnTo>
                  <a:lnTo>
                    <a:pt x="31409" y="24831"/>
                  </a:lnTo>
                  <a:lnTo>
                    <a:pt x="42574" y="28069"/>
                  </a:lnTo>
                  <a:lnTo>
                    <a:pt x="49733" y="28722"/>
                  </a:lnTo>
                  <a:lnTo>
                    <a:pt x="49796" y="31837"/>
                  </a:lnTo>
                  <a:lnTo>
                    <a:pt x="51269" y="32923"/>
                  </a:lnTo>
                  <a:lnTo>
                    <a:pt x="50479" y="36458"/>
                  </a:lnTo>
                  <a:lnTo>
                    <a:pt x="51441" y="41099"/>
                  </a:lnTo>
                  <a:lnTo>
                    <a:pt x="53196" y="44028"/>
                  </a:lnTo>
                  <a:lnTo>
                    <a:pt x="51689" y="46893"/>
                  </a:lnTo>
                  <a:lnTo>
                    <a:pt x="47619" y="47864"/>
                  </a:lnTo>
                  <a:lnTo>
                    <a:pt x="45095" y="52037"/>
                  </a:lnTo>
                  <a:lnTo>
                    <a:pt x="44699" y="57053"/>
                  </a:lnTo>
                  <a:lnTo>
                    <a:pt x="42664" y="58104"/>
                  </a:lnTo>
                  <a:lnTo>
                    <a:pt x="38778" y="61717"/>
                  </a:lnTo>
                  <a:lnTo>
                    <a:pt x="40312" y="63905"/>
                  </a:lnTo>
                  <a:lnTo>
                    <a:pt x="36882" y="66011"/>
                  </a:lnTo>
                  <a:lnTo>
                    <a:pt x="35801" y="64486"/>
                  </a:lnTo>
                  <a:lnTo>
                    <a:pt x="27327" y="72529"/>
                  </a:lnTo>
                  <a:lnTo>
                    <a:pt x="28408" y="76694"/>
                  </a:lnTo>
                  <a:lnTo>
                    <a:pt x="27398" y="85352"/>
                  </a:lnTo>
                  <a:lnTo>
                    <a:pt x="24948" y="85182"/>
                  </a:lnTo>
                  <a:lnTo>
                    <a:pt x="21766" y="84963"/>
                  </a:lnTo>
                  <a:lnTo>
                    <a:pt x="15778" y="79541"/>
                  </a:lnTo>
                  <a:lnTo>
                    <a:pt x="18228" y="75741"/>
                  </a:lnTo>
                  <a:lnTo>
                    <a:pt x="15641" y="73074"/>
                  </a:lnTo>
                  <a:lnTo>
                    <a:pt x="13891" y="73669"/>
                  </a:lnTo>
                  <a:lnTo>
                    <a:pt x="13553" y="72114"/>
                  </a:lnTo>
                  <a:lnTo>
                    <a:pt x="3351" y="69182"/>
                  </a:lnTo>
                  <a:lnTo>
                    <a:pt x="5940" y="46979"/>
                  </a:lnTo>
                  <a:lnTo>
                    <a:pt x="3242" y="27523"/>
                  </a:lnTo>
                  <a:lnTo>
                    <a:pt x="2049" y="12435"/>
                  </a:lnTo>
                  <a:lnTo>
                    <a:pt x="1315" y="9927"/>
                  </a:lnTo>
                  <a:lnTo>
                    <a:pt x="746" y="9963"/>
                  </a:lnTo>
                  <a:lnTo>
                    <a:pt x="0" y="5159"/>
                  </a:lnTo>
                  <a:lnTo>
                    <a:pt x="1070" y="5099"/>
                  </a:lnTo>
                  <a:lnTo>
                    <a:pt x="2465" y="5891"/>
                  </a:lnTo>
                  <a:lnTo>
                    <a:pt x="12742" y="6600"/>
                  </a:lnTo>
                  <a:lnTo>
                    <a:pt x="19702" y="5327"/>
                  </a:lnTo>
                  <a:lnTo>
                    <a:pt x="26453" y="49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1" name="ph5401"/>
            <p:cNvSpPr/>
            <p:nvPr/>
          </p:nvSpPr>
          <p:spPr>
            <a:xfrm>
              <a:off x="7207245" y="2783378"/>
              <a:ext cx="27462" cy="23886"/>
            </a:xfrm>
            <a:custGeom>
              <a:avLst/>
              <a:pathLst>
                <a:path w="27462" h="23886">
                  <a:moveTo>
                    <a:pt x="14017" y="1634"/>
                  </a:moveTo>
                  <a:lnTo>
                    <a:pt x="18768" y="2014"/>
                  </a:lnTo>
                  <a:lnTo>
                    <a:pt x="20684" y="2674"/>
                  </a:lnTo>
                  <a:lnTo>
                    <a:pt x="27462" y="15397"/>
                  </a:lnTo>
                  <a:lnTo>
                    <a:pt x="25218" y="23696"/>
                  </a:lnTo>
                  <a:lnTo>
                    <a:pt x="22540" y="23886"/>
                  </a:lnTo>
                  <a:lnTo>
                    <a:pt x="15501" y="18005"/>
                  </a:lnTo>
                  <a:lnTo>
                    <a:pt x="13534" y="17794"/>
                  </a:lnTo>
                  <a:lnTo>
                    <a:pt x="12553" y="20173"/>
                  </a:lnTo>
                  <a:lnTo>
                    <a:pt x="7979" y="18620"/>
                  </a:lnTo>
                  <a:lnTo>
                    <a:pt x="8281" y="16737"/>
                  </a:lnTo>
                  <a:lnTo>
                    <a:pt x="7356" y="15553"/>
                  </a:lnTo>
                  <a:lnTo>
                    <a:pt x="5506" y="14077"/>
                  </a:lnTo>
                  <a:lnTo>
                    <a:pt x="2804" y="13612"/>
                  </a:lnTo>
                  <a:lnTo>
                    <a:pt x="0" y="10939"/>
                  </a:lnTo>
                  <a:lnTo>
                    <a:pt x="965" y="8162"/>
                  </a:lnTo>
                  <a:lnTo>
                    <a:pt x="2200" y="9636"/>
                  </a:lnTo>
                  <a:lnTo>
                    <a:pt x="4811" y="8799"/>
                  </a:lnTo>
                  <a:lnTo>
                    <a:pt x="5878" y="4457"/>
                  </a:lnTo>
                  <a:lnTo>
                    <a:pt x="8280" y="512"/>
                  </a:lnTo>
                  <a:lnTo>
                    <a:pt x="1099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2" name="ph5402"/>
            <p:cNvSpPr/>
            <p:nvPr/>
          </p:nvSpPr>
          <p:spPr>
            <a:xfrm>
              <a:off x="7215266" y="2801173"/>
              <a:ext cx="20561" cy="25418"/>
            </a:xfrm>
            <a:custGeom>
              <a:avLst/>
              <a:pathLst>
                <a:path w="20561" h="25418">
                  <a:moveTo>
                    <a:pt x="7480" y="210"/>
                  </a:moveTo>
                  <a:lnTo>
                    <a:pt x="14520" y="6091"/>
                  </a:lnTo>
                  <a:lnTo>
                    <a:pt x="17198" y="5901"/>
                  </a:lnTo>
                  <a:lnTo>
                    <a:pt x="18402" y="5632"/>
                  </a:lnTo>
                  <a:lnTo>
                    <a:pt x="20561" y="7051"/>
                  </a:lnTo>
                  <a:lnTo>
                    <a:pt x="20426" y="9389"/>
                  </a:lnTo>
                  <a:lnTo>
                    <a:pt x="15652" y="19574"/>
                  </a:lnTo>
                  <a:lnTo>
                    <a:pt x="13974" y="21336"/>
                  </a:lnTo>
                  <a:lnTo>
                    <a:pt x="11557" y="21185"/>
                  </a:lnTo>
                  <a:lnTo>
                    <a:pt x="11031" y="22686"/>
                  </a:lnTo>
                  <a:lnTo>
                    <a:pt x="12027" y="25418"/>
                  </a:lnTo>
                  <a:lnTo>
                    <a:pt x="8301" y="23998"/>
                  </a:lnTo>
                  <a:lnTo>
                    <a:pt x="8471" y="18104"/>
                  </a:lnTo>
                  <a:lnTo>
                    <a:pt x="6363" y="16835"/>
                  </a:lnTo>
                  <a:lnTo>
                    <a:pt x="4260" y="13998"/>
                  </a:lnTo>
                  <a:lnTo>
                    <a:pt x="1952" y="12887"/>
                  </a:lnTo>
                  <a:lnTo>
                    <a:pt x="0" y="10036"/>
                  </a:lnTo>
                  <a:lnTo>
                    <a:pt x="3957" y="5905"/>
                  </a:lnTo>
                  <a:lnTo>
                    <a:pt x="4532" y="2378"/>
                  </a:lnTo>
                  <a:lnTo>
                    <a:pt x="551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3" name="ph5403"/>
            <p:cNvSpPr/>
            <p:nvPr/>
          </p:nvSpPr>
          <p:spPr>
            <a:xfrm>
              <a:off x="7201940" y="2825171"/>
              <a:ext cx="39703" cy="21509"/>
            </a:xfrm>
            <a:custGeom>
              <a:avLst/>
              <a:pathLst>
                <a:path w="39703" h="21509">
                  <a:moveTo>
                    <a:pt x="32241" y="4754"/>
                  </a:moveTo>
                  <a:lnTo>
                    <a:pt x="33915" y="12455"/>
                  </a:lnTo>
                  <a:lnTo>
                    <a:pt x="39703" y="13513"/>
                  </a:lnTo>
                  <a:lnTo>
                    <a:pt x="37554" y="18123"/>
                  </a:lnTo>
                  <a:lnTo>
                    <a:pt x="35257" y="18221"/>
                  </a:lnTo>
                  <a:lnTo>
                    <a:pt x="32210" y="15954"/>
                  </a:lnTo>
                  <a:lnTo>
                    <a:pt x="30914" y="18136"/>
                  </a:lnTo>
                  <a:lnTo>
                    <a:pt x="31274" y="20323"/>
                  </a:lnTo>
                  <a:lnTo>
                    <a:pt x="29866" y="18042"/>
                  </a:lnTo>
                  <a:lnTo>
                    <a:pt x="27731" y="18217"/>
                  </a:lnTo>
                  <a:lnTo>
                    <a:pt x="21716" y="19632"/>
                  </a:lnTo>
                  <a:lnTo>
                    <a:pt x="16817" y="17273"/>
                  </a:lnTo>
                  <a:lnTo>
                    <a:pt x="18266" y="21044"/>
                  </a:lnTo>
                  <a:lnTo>
                    <a:pt x="14895" y="21509"/>
                  </a:lnTo>
                  <a:lnTo>
                    <a:pt x="5030" y="14987"/>
                  </a:lnTo>
                  <a:lnTo>
                    <a:pt x="0" y="3300"/>
                  </a:lnTo>
                  <a:lnTo>
                    <a:pt x="6473" y="3743"/>
                  </a:lnTo>
                  <a:lnTo>
                    <a:pt x="11304" y="5580"/>
                  </a:lnTo>
                  <a:lnTo>
                    <a:pt x="16873" y="4644"/>
                  </a:lnTo>
                  <a:lnTo>
                    <a:pt x="21304" y="2711"/>
                  </a:lnTo>
                  <a:lnTo>
                    <a:pt x="21627" y="0"/>
                  </a:lnTo>
                  <a:lnTo>
                    <a:pt x="25353" y="1419"/>
                  </a:lnTo>
                  <a:lnTo>
                    <a:pt x="26514" y="2296"/>
                  </a:lnTo>
                  <a:lnTo>
                    <a:pt x="30288" y="91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4" name="ph5404"/>
            <p:cNvSpPr/>
            <p:nvPr/>
          </p:nvSpPr>
          <p:spPr>
            <a:xfrm>
              <a:off x="7129140" y="2707660"/>
              <a:ext cx="44580" cy="78819"/>
            </a:xfrm>
            <a:custGeom>
              <a:avLst/>
              <a:pathLst>
                <a:path w="44580" h="78819">
                  <a:moveTo>
                    <a:pt x="17525" y="2387"/>
                  </a:moveTo>
                  <a:lnTo>
                    <a:pt x="24574" y="1495"/>
                  </a:lnTo>
                  <a:lnTo>
                    <a:pt x="24066" y="6198"/>
                  </a:lnTo>
                  <a:lnTo>
                    <a:pt x="25229" y="11143"/>
                  </a:lnTo>
                  <a:lnTo>
                    <a:pt x="29120" y="10860"/>
                  </a:lnTo>
                  <a:lnTo>
                    <a:pt x="32933" y="27124"/>
                  </a:lnTo>
                  <a:lnTo>
                    <a:pt x="32191" y="29519"/>
                  </a:lnTo>
                  <a:lnTo>
                    <a:pt x="30439" y="30639"/>
                  </a:lnTo>
                  <a:lnTo>
                    <a:pt x="28810" y="33707"/>
                  </a:lnTo>
                  <a:lnTo>
                    <a:pt x="30702" y="36872"/>
                  </a:lnTo>
                  <a:lnTo>
                    <a:pt x="34238" y="36822"/>
                  </a:lnTo>
                  <a:lnTo>
                    <a:pt x="32788" y="39297"/>
                  </a:lnTo>
                  <a:lnTo>
                    <a:pt x="33805" y="49421"/>
                  </a:lnTo>
                  <a:lnTo>
                    <a:pt x="36832" y="54446"/>
                  </a:lnTo>
                  <a:lnTo>
                    <a:pt x="42278" y="55968"/>
                  </a:lnTo>
                  <a:lnTo>
                    <a:pt x="44580" y="64019"/>
                  </a:lnTo>
                  <a:lnTo>
                    <a:pt x="41881" y="64149"/>
                  </a:lnTo>
                  <a:lnTo>
                    <a:pt x="40005" y="68472"/>
                  </a:lnTo>
                  <a:lnTo>
                    <a:pt x="39763" y="71177"/>
                  </a:lnTo>
                  <a:lnTo>
                    <a:pt x="41711" y="73323"/>
                  </a:lnTo>
                  <a:lnTo>
                    <a:pt x="38249" y="75559"/>
                  </a:lnTo>
                  <a:lnTo>
                    <a:pt x="36209" y="78819"/>
                  </a:lnTo>
                  <a:lnTo>
                    <a:pt x="34262" y="77532"/>
                  </a:lnTo>
                  <a:lnTo>
                    <a:pt x="33744" y="75854"/>
                  </a:lnTo>
                  <a:lnTo>
                    <a:pt x="34921" y="74739"/>
                  </a:lnTo>
                  <a:lnTo>
                    <a:pt x="31712" y="69742"/>
                  </a:lnTo>
                  <a:lnTo>
                    <a:pt x="20523" y="66575"/>
                  </a:lnTo>
                  <a:lnTo>
                    <a:pt x="16881" y="69292"/>
                  </a:lnTo>
                  <a:lnTo>
                    <a:pt x="11571" y="69530"/>
                  </a:lnTo>
                  <a:lnTo>
                    <a:pt x="3014" y="65980"/>
                  </a:lnTo>
                  <a:lnTo>
                    <a:pt x="676" y="55077"/>
                  </a:lnTo>
                  <a:lnTo>
                    <a:pt x="6106" y="52908"/>
                  </a:lnTo>
                  <a:lnTo>
                    <a:pt x="10988" y="53523"/>
                  </a:lnTo>
                  <a:lnTo>
                    <a:pt x="13413" y="51604"/>
                  </a:lnTo>
                  <a:lnTo>
                    <a:pt x="11626" y="46370"/>
                  </a:lnTo>
                  <a:lnTo>
                    <a:pt x="14375" y="45817"/>
                  </a:lnTo>
                  <a:lnTo>
                    <a:pt x="14940" y="44873"/>
                  </a:lnTo>
                  <a:lnTo>
                    <a:pt x="14132" y="42406"/>
                  </a:lnTo>
                  <a:lnTo>
                    <a:pt x="8754" y="38358"/>
                  </a:lnTo>
                  <a:lnTo>
                    <a:pt x="9073" y="37656"/>
                  </a:lnTo>
                  <a:lnTo>
                    <a:pt x="10483" y="37023"/>
                  </a:lnTo>
                  <a:lnTo>
                    <a:pt x="13362" y="37944"/>
                  </a:lnTo>
                  <a:lnTo>
                    <a:pt x="12651" y="34234"/>
                  </a:lnTo>
                  <a:lnTo>
                    <a:pt x="10271" y="29332"/>
                  </a:lnTo>
                  <a:lnTo>
                    <a:pt x="7049" y="27201"/>
                  </a:lnTo>
                  <a:lnTo>
                    <a:pt x="3317" y="25916"/>
                  </a:lnTo>
                  <a:lnTo>
                    <a:pt x="3617" y="14026"/>
                  </a:lnTo>
                  <a:lnTo>
                    <a:pt x="0" y="5059"/>
                  </a:lnTo>
                  <a:lnTo>
                    <a:pt x="4267" y="5119"/>
                  </a:lnTo>
                  <a:lnTo>
                    <a:pt x="1338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5" name="ph5405"/>
            <p:cNvSpPr/>
            <p:nvPr/>
          </p:nvSpPr>
          <p:spPr>
            <a:xfrm>
              <a:off x="6906052" y="2489588"/>
              <a:ext cx="63898" cy="70903"/>
            </a:xfrm>
            <a:custGeom>
              <a:avLst/>
              <a:pathLst>
                <a:path w="63898" h="70903">
                  <a:moveTo>
                    <a:pt x="18715" y="9975"/>
                  </a:moveTo>
                  <a:lnTo>
                    <a:pt x="24151" y="16368"/>
                  </a:lnTo>
                  <a:lnTo>
                    <a:pt x="42805" y="13665"/>
                  </a:lnTo>
                  <a:lnTo>
                    <a:pt x="45665" y="11833"/>
                  </a:lnTo>
                  <a:lnTo>
                    <a:pt x="52860" y="13087"/>
                  </a:lnTo>
                  <a:lnTo>
                    <a:pt x="52786" y="16256"/>
                  </a:lnTo>
                  <a:lnTo>
                    <a:pt x="58971" y="15886"/>
                  </a:lnTo>
                  <a:lnTo>
                    <a:pt x="60125" y="16159"/>
                  </a:lnTo>
                  <a:lnTo>
                    <a:pt x="60868" y="17532"/>
                  </a:lnTo>
                  <a:lnTo>
                    <a:pt x="60649" y="18688"/>
                  </a:lnTo>
                  <a:lnTo>
                    <a:pt x="63366" y="19131"/>
                  </a:lnTo>
                  <a:lnTo>
                    <a:pt x="63898" y="25831"/>
                  </a:lnTo>
                  <a:lnTo>
                    <a:pt x="63638" y="32112"/>
                  </a:lnTo>
                  <a:lnTo>
                    <a:pt x="60394" y="40593"/>
                  </a:lnTo>
                  <a:lnTo>
                    <a:pt x="62833" y="40823"/>
                  </a:lnTo>
                  <a:lnTo>
                    <a:pt x="63306" y="53802"/>
                  </a:lnTo>
                  <a:lnTo>
                    <a:pt x="58292" y="55337"/>
                  </a:lnTo>
                  <a:lnTo>
                    <a:pt x="53179" y="54907"/>
                  </a:lnTo>
                  <a:lnTo>
                    <a:pt x="51823" y="68624"/>
                  </a:lnTo>
                  <a:lnTo>
                    <a:pt x="51246" y="69010"/>
                  </a:lnTo>
                  <a:lnTo>
                    <a:pt x="46940" y="70903"/>
                  </a:lnTo>
                  <a:lnTo>
                    <a:pt x="34178" y="70569"/>
                  </a:lnTo>
                  <a:lnTo>
                    <a:pt x="31709" y="67559"/>
                  </a:lnTo>
                  <a:lnTo>
                    <a:pt x="34018" y="60377"/>
                  </a:lnTo>
                  <a:lnTo>
                    <a:pt x="31896" y="57480"/>
                  </a:lnTo>
                  <a:lnTo>
                    <a:pt x="28257" y="58269"/>
                  </a:lnTo>
                  <a:lnTo>
                    <a:pt x="27877" y="62306"/>
                  </a:lnTo>
                  <a:lnTo>
                    <a:pt x="20587" y="59886"/>
                  </a:lnTo>
                  <a:lnTo>
                    <a:pt x="20612" y="58703"/>
                  </a:lnTo>
                  <a:lnTo>
                    <a:pt x="26109" y="56249"/>
                  </a:lnTo>
                  <a:lnTo>
                    <a:pt x="18454" y="44614"/>
                  </a:lnTo>
                  <a:lnTo>
                    <a:pt x="16660" y="48329"/>
                  </a:lnTo>
                  <a:lnTo>
                    <a:pt x="16955" y="50107"/>
                  </a:lnTo>
                  <a:lnTo>
                    <a:pt x="12123" y="50440"/>
                  </a:lnTo>
                  <a:lnTo>
                    <a:pt x="11112" y="46644"/>
                  </a:lnTo>
                  <a:lnTo>
                    <a:pt x="8028" y="47896"/>
                  </a:lnTo>
                  <a:lnTo>
                    <a:pt x="8806" y="38876"/>
                  </a:lnTo>
                  <a:lnTo>
                    <a:pt x="2610" y="30325"/>
                  </a:lnTo>
                  <a:lnTo>
                    <a:pt x="0" y="15991"/>
                  </a:lnTo>
                  <a:lnTo>
                    <a:pt x="1771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6" name="ph5406"/>
            <p:cNvSpPr/>
            <p:nvPr/>
          </p:nvSpPr>
          <p:spPr>
            <a:xfrm>
              <a:off x="6928249" y="2654111"/>
              <a:ext cx="49289" cy="91975"/>
            </a:xfrm>
            <a:custGeom>
              <a:avLst/>
              <a:pathLst>
                <a:path w="49289" h="91975">
                  <a:moveTo>
                    <a:pt x="32607" y="666"/>
                  </a:moveTo>
                  <a:lnTo>
                    <a:pt x="33359" y="3680"/>
                  </a:lnTo>
                  <a:lnTo>
                    <a:pt x="28121" y="11113"/>
                  </a:lnTo>
                  <a:lnTo>
                    <a:pt x="26529" y="11010"/>
                  </a:lnTo>
                  <a:lnTo>
                    <a:pt x="31221" y="16544"/>
                  </a:lnTo>
                  <a:lnTo>
                    <a:pt x="31769" y="18084"/>
                  </a:lnTo>
                  <a:lnTo>
                    <a:pt x="31050" y="18822"/>
                  </a:lnTo>
                  <a:lnTo>
                    <a:pt x="31780" y="20332"/>
                  </a:lnTo>
                  <a:lnTo>
                    <a:pt x="27830" y="21175"/>
                  </a:lnTo>
                  <a:lnTo>
                    <a:pt x="29916" y="27288"/>
                  </a:lnTo>
                  <a:lnTo>
                    <a:pt x="32782" y="27831"/>
                  </a:lnTo>
                  <a:lnTo>
                    <a:pt x="36218" y="25471"/>
                  </a:lnTo>
                  <a:lnTo>
                    <a:pt x="47102" y="23272"/>
                  </a:lnTo>
                  <a:lnTo>
                    <a:pt x="48085" y="25961"/>
                  </a:lnTo>
                  <a:lnTo>
                    <a:pt x="49289" y="26752"/>
                  </a:lnTo>
                  <a:lnTo>
                    <a:pt x="42865" y="30173"/>
                  </a:lnTo>
                  <a:lnTo>
                    <a:pt x="43412" y="31689"/>
                  </a:lnTo>
                  <a:lnTo>
                    <a:pt x="38285" y="38048"/>
                  </a:lnTo>
                  <a:lnTo>
                    <a:pt x="33602" y="38806"/>
                  </a:lnTo>
                  <a:lnTo>
                    <a:pt x="36693" y="42925"/>
                  </a:lnTo>
                  <a:lnTo>
                    <a:pt x="31324" y="51951"/>
                  </a:lnTo>
                  <a:lnTo>
                    <a:pt x="26300" y="58694"/>
                  </a:lnTo>
                  <a:lnTo>
                    <a:pt x="24200" y="63649"/>
                  </a:lnTo>
                  <a:lnTo>
                    <a:pt x="25715" y="66742"/>
                  </a:lnTo>
                  <a:lnTo>
                    <a:pt x="30508" y="67758"/>
                  </a:lnTo>
                  <a:lnTo>
                    <a:pt x="30415" y="69664"/>
                  </a:lnTo>
                  <a:lnTo>
                    <a:pt x="33707" y="72568"/>
                  </a:lnTo>
                  <a:lnTo>
                    <a:pt x="38436" y="81627"/>
                  </a:lnTo>
                  <a:lnTo>
                    <a:pt x="40322" y="81205"/>
                  </a:lnTo>
                  <a:lnTo>
                    <a:pt x="40275" y="80326"/>
                  </a:lnTo>
                  <a:lnTo>
                    <a:pt x="42660" y="78439"/>
                  </a:lnTo>
                  <a:lnTo>
                    <a:pt x="45025" y="80556"/>
                  </a:lnTo>
                  <a:lnTo>
                    <a:pt x="46226" y="83281"/>
                  </a:lnTo>
                  <a:lnTo>
                    <a:pt x="46078" y="86036"/>
                  </a:lnTo>
                  <a:lnTo>
                    <a:pt x="41717" y="86118"/>
                  </a:lnTo>
                  <a:lnTo>
                    <a:pt x="41783" y="91975"/>
                  </a:lnTo>
                  <a:lnTo>
                    <a:pt x="37577" y="87024"/>
                  </a:lnTo>
                  <a:lnTo>
                    <a:pt x="25983" y="87318"/>
                  </a:lnTo>
                  <a:lnTo>
                    <a:pt x="19717" y="90167"/>
                  </a:lnTo>
                  <a:lnTo>
                    <a:pt x="15111" y="89829"/>
                  </a:lnTo>
                  <a:lnTo>
                    <a:pt x="13217" y="87980"/>
                  </a:lnTo>
                  <a:lnTo>
                    <a:pt x="8124" y="85292"/>
                  </a:lnTo>
                  <a:lnTo>
                    <a:pt x="993" y="83816"/>
                  </a:lnTo>
                  <a:lnTo>
                    <a:pt x="0" y="82938"/>
                  </a:lnTo>
                  <a:lnTo>
                    <a:pt x="2965" y="77133"/>
                  </a:lnTo>
                  <a:lnTo>
                    <a:pt x="4114" y="75328"/>
                  </a:lnTo>
                  <a:lnTo>
                    <a:pt x="4481" y="67555"/>
                  </a:lnTo>
                  <a:lnTo>
                    <a:pt x="10608" y="66177"/>
                  </a:lnTo>
                  <a:lnTo>
                    <a:pt x="15684" y="61707"/>
                  </a:lnTo>
                  <a:lnTo>
                    <a:pt x="21553" y="53599"/>
                  </a:lnTo>
                  <a:lnTo>
                    <a:pt x="21120" y="36894"/>
                  </a:lnTo>
                  <a:lnTo>
                    <a:pt x="18600" y="37252"/>
                  </a:lnTo>
                  <a:lnTo>
                    <a:pt x="19136" y="35515"/>
                  </a:lnTo>
                  <a:lnTo>
                    <a:pt x="17979" y="29899"/>
                  </a:lnTo>
                  <a:lnTo>
                    <a:pt x="14995" y="27407"/>
                  </a:lnTo>
                  <a:lnTo>
                    <a:pt x="12355" y="27167"/>
                  </a:lnTo>
                  <a:lnTo>
                    <a:pt x="8896" y="22182"/>
                  </a:lnTo>
                  <a:lnTo>
                    <a:pt x="2207" y="17896"/>
                  </a:lnTo>
                  <a:lnTo>
                    <a:pt x="3852" y="17286"/>
                  </a:lnTo>
                  <a:lnTo>
                    <a:pt x="2389" y="14976"/>
                  </a:lnTo>
                  <a:lnTo>
                    <a:pt x="15836" y="8211"/>
                  </a:lnTo>
                  <a:lnTo>
                    <a:pt x="14247" y="2408"/>
                  </a:lnTo>
                  <a:lnTo>
                    <a:pt x="20508" y="4597"/>
                  </a:lnTo>
                  <a:lnTo>
                    <a:pt x="26524" y="824"/>
                  </a:lnTo>
                  <a:lnTo>
                    <a:pt x="28229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7" name="ph5407"/>
            <p:cNvSpPr/>
            <p:nvPr/>
          </p:nvSpPr>
          <p:spPr>
            <a:xfrm>
              <a:off x="7126259" y="2773641"/>
              <a:ext cx="39090" cy="40969"/>
            </a:xfrm>
            <a:custGeom>
              <a:avLst/>
              <a:pathLst>
                <a:path w="39090" h="40969">
                  <a:moveTo>
                    <a:pt x="34593" y="3761"/>
                  </a:moveTo>
                  <a:lnTo>
                    <a:pt x="37802" y="8758"/>
                  </a:lnTo>
                  <a:lnTo>
                    <a:pt x="36625" y="9873"/>
                  </a:lnTo>
                  <a:lnTo>
                    <a:pt x="37143" y="11551"/>
                  </a:lnTo>
                  <a:lnTo>
                    <a:pt x="39090" y="12838"/>
                  </a:lnTo>
                  <a:lnTo>
                    <a:pt x="36935" y="15216"/>
                  </a:lnTo>
                  <a:lnTo>
                    <a:pt x="33408" y="15683"/>
                  </a:lnTo>
                  <a:lnTo>
                    <a:pt x="33350" y="18691"/>
                  </a:lnTo>
                  <a:lnTo>
                    <a:pt x="34288" y="21246"/>
                  </a:lnTo>
                  <a:lnTo>
                    <a:pt x="30559" y="25563"/>
                  </a:lnTo>
                  <a:lnTo>
                    <a:pt x="27882" y="25317"/>
                  </a:lnTo>
                  <a:lnTo>
                    <a:pt x="25074" y="23117"/>
                  </a:lnTo>
                  <a:lnTo>
                    <a:pt x="21893" y="23756"/>
                  </a:lnTo>
                  <a:lnTo>
                    <a:pt x="21645" y="29980"/>
                  </a:lnTo>
                  <a:lnTo>
                    <a:pt x="18653" y="39408"/>
                  </a:lnTo>
                  <a:lnTo>
                    <a:pt x="17319" y="39405"/>
                  </a:lnTo>
                  <a:lnTo>
                    <a:pt x="14795" y="36738"/>
                  </a:lnTo>
                  <a:lnTo>
                    <a:pt x="10619" y="37247"/>
                  </a:lnTo>
                  <a:lnTo>
                    <a:pt x="10400" y="38626"/>
                  </a:lnTo>
                  <a:lnTo>
                    <a:pt x="8331" y="40564"/>
                  </a:lnTo>
                  <a:lnTo>
                    <a:pt x="6415" y="40969"/>
                  </a:lnTo>
                  <a:lnTo>
                    <a:pt x="590" y="39796"/>
                  </a:lnTo>
                  <a:lnTo>
                    <a:pt x="0" y="38729"/>
                  </a:lnTo>
                  <a:lnTo>
                    <a:pt x="805" y="37317"/>
                  </a:lnTo>
                  <a:lnTo>
                    <a:pt x="3403" y="31211"/>
                  </a:lnTo>
                  <a:lnTo>
                    <a:pt x="2668" y="29325"/>
                  </a:lnTo>
                  <a:lnTo>
                    <a:pt x="3032" y="27673"/>
                  </a:lnTo>
                  <a:lnTo>
                    <a:pt x="6620" y="29222"/>
                  </a:lnTo>
                  <a:lnTo>
                    <a:pt x="7159" y="25818"/>
                  </a:lnTo>
                  <a:lnTo>
                    <a:pt x="6121" y="19831"/>
                  </a:lnTo>
                  <a:lnTo>
                    <a:pt x="7625" y="11449"/>
                  </a:lnTo>
                  <a:lnTo>
                    <a:pt x="6713" y="6389"/>
                  </a:lnTo>
                  <a:lnTo>
                    <a:pt x="3978" y="1095"/>
                  </a:lnTo>
                  <a:lnTo>
                    <a:pt x="5895" y="0"/>
                  </a:lnTo>
                  <a:lnTo>
                    <a:pt x="14453" y="3550"/>
                  </a:lnTo>
                  <a:lnTo>
                    <a:pt x="19762" y="3311"/>
                  </a:lnTo>
                  <a:lnTo>
                    <a:pt x="23405" y="594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8" name="ph5408"/>
            <p:cNvSpPr/>
            <p:nvPr/>
          </p:nvSpPr>
          <p:spPr>
            <a:xfrm>
              <a:off x="6998116" y="2697794"/>
              <a:ext cx="37000" cy="45976"/>
            </a:xfrm>
            <a:custGeom>
              <a:avLst/>
              <a:pathLst>
                <a:path w="37000" h="45976">
                  <a:moveTo>
                    <a:pt x="15502" y="3428"/>
                  </a:moveTo>
                  <a:lnTo>
                    <a:pt x="23128" y="8090"/>
                  </a:lnTo>
                  <a:lnTo>
                    <a:pt x="25979" y="6286"/>
                  </a:lnTo>
                  <a:lnTo>
                    <a:pt x="29890" y="1375"/>
                  </a:lnTo>
                  <a:lnTo>
                    <a:pt x="33231" y="3311"/>
                  </a:lnTo>
                  <a:lnTo>
                    <a:pt x="35155" y="4411"/>
                  </a:lnTo>
                  <a:lnTo>
                    <a:pt x="37000" y="10289"/>
                  </a:lnTo>
                  <a:lnTo>
                    <a:pt x="29362" y="15547"/>
                  </a:lnTo>
                  <a:lnTo>
                    <a:pt x="33370" y="22380"/>
                  </a:lnTo>
                  <a:lnTo>
                    <a:pt x="32008" y="25528"/>
                  </a:lnTo>
                  <a:lnTo>
                    <a:pt x="29445" y="29268"/>
                  </a:lnTo>
                  <a:lnTo>
                    <a:pt x="27627" y="30320"/>
                  </a:lnTo>
                  <a:lnTo>
                    <a:pt x="26759" y="29609"/>
                  </a:lnTo>
                  <a:lnTo>
                    <a:pt x="23929" y="30998"/>
                  </a:lnTo>
                  <a:lnTo>
                    <a:pt x="21776" y="33278"/>
                  </a:lnTo>
                  <a:lnTo>
                    <a:pt x="20986" y="35384"/>
                  </a:lnTo>
                  <a:lnTo>
                    <a:pt x="16623" y="37901"/>
                  </a:lnTo>
                  <a:lnTo>
                    <a:pt x="12840" y="42442"/>
                  </a:lnTo>
                  <a:lnTo>
                    <a:pt x="11636" y="45976"/>
                  </a:lnTo>
                  <a:lnTo>
                    <a:pt x="10233" y="43718"/>
                  </a:lnTo>
                  <a:lnTo>
                    <a:pt x="9789" y="45628"/>
                  </a:lnTo>
                  <a:lnTo>
                    <a:pt x="8955" y="45672"/>
                  </a:lnTo>
                  <a:lnTo>
                    <a:pt x="5612" y="43172"/>
                  </a:lnTo>
                  <a:lnTo>
                    <a:pt x="5056" y="38550"/>
                  </a:lnTo>
                  <a:lnTo>
                    <a:pt x="7863" y="34290"/>
                  </a:lnTo>
                  <a:lnTo>
                    <a:pt x="2830" y="31724"/>
                  </a:lnTo>
                  <a:lnTo>
                    <a:pt x="2171" y="29893"/>
                  </a:lnTo>
                  <a:lnTo>
                    <a:pt x="1946" y="25328"/>
                  </a:lnTo>
                  <a:lnTo>
                    <a:pt x="4082" y="23798"/>
                  </a:lnTo>
                  <a:lnTo>
                    <a:pt x="4684" y="22034"/>
                  </a:lnTo>
                  <a:lnTo>
                    <a:pt x="3248" y="14597"/>
                  </a:lnTo>
                  <a:lnTo>
                    <a:pt x="352" y="10594"/>
                  </a:lnTo>
                  <a:lnTo>
                    <a:pt x="0" y="8425"/>
                  </a:lnTo>
                  <a:lnTo>
                    <a:pt x="7701" y="2070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9" name="ph5409"/>
            <p:cNvSpPr/>
            <p:nvPr/>
          </p:nvSpPr>
          <p:spPr>
            <a:xfrm>
              <a:off x="7226297" y="2795995"/>
              <a:ext cx="29154" cy="47300"/>
            </a:xfrm>
            <a:custGeom>
              <a:avLst/>
              <a:pathLst>
                <a:path w="29154" h="47300">
                  <a:moveTo>
                    <a:pt x="20726" y="2700"/>
                  </a:moveTo>
                  <a:lnTo>
                    <a:pt x="24017" y="3704"/>
                  </a:lnTo>
                  <a:lnTo>
                    <a:pt x="24785" y="4729"/>
                  </a:lnTo>
                  <a:lnTo>
                    <a:pt x="27386" y="10585"/>
                  </a:lnTo>
                  <a:lnTo>
                    <a:pt x="26628" y="13205"/>
                  </a:lnTo>
                  <a:lnTo>
                    <a:pt x="26985" y="17927"/>
                  </a:lnTo>
                  <a:lnTo>
                    <a:pt x="29154" y="19891"/>
                  </a:lnTo>
                  <a:lnTo>
                    <a:pt x="27810" y="22161"/>
                  </a:lnTo>
                  <a:lnTo>
                    <a:pt x="23844" y="20688"/>
                  </a:lnTo>
                  <a:lnTo>
                    <a:pt x="7595" y="26080"/>
                  </a:lnTo>
                  <a:lnTo>
                    <a:pt x="7311" y="26624"/>
                  </a:lnTo>
                  <a:lnTo>
                    <a:pt x="8979" y="28843"/>
                  </a:lnTo>
                  <a:lnTo>
                    <a:pt x="17224" y="31833"/>
                  </a:lnTo>
                  <a:lnTo>
                    <a:pt x="18239" y="33785"/>
                  </a:lnTo>
                  <a:lnTo>
                    <a:pt x="17044" y="44600"/>
                  </a:lnTo>
                  <a:lnTo>
                    <a:pt x="13196" y="47300"/>
                  </a:lnTo>
                  <a:lnTo>
                    <a:pt x="15346" y="42689"/>
                  </a:lnTo>
                  <a:lnTo>
                    <a:pt x="9557" y="41632"/>
                  </a:lnTo>
                  <a:lnTo>
                    <a:pt x="7883" y="33931"/>
                  </a:lnTo>
                  <a:lnTo>
                    <a:pt x="5931" y="30086"/>
                  </a:lnTo>
                  <a:lnTo>
                    <a:pt x="2157" y="31473"/>
                  </a:lnTo>
                  <a:lnTo>
                    <a:pt x="996" y="30596"/>
                  </a:lnTo>
                  <a:lnTo>
                    <a:pt x="0" y="27865"/>
                  </a:lnTo>
                  <a:lnTo>
                    <a:pt x="526" y="26363"/>
                  </a:lnTo>
                  <a:lnTo>
                    <a:pt x="2942" y="26514"/>
                  </a:lnTo>
                  <a:lnTo>
                    <a:pt x="4621" y="24752"/>
                  </a:lnTo>
                  <a:lnTo>
                    <a:pt x="9394" y="14567"/>
                  </a:lnTo>
                  <a:lnTo>
                    <a:pt x="9529" y="12230"/>
                  </a:lnTo>
                  <a:lnTo>
                    <a:pt x="7370" y="10811"/>
                  </a:lnTo>
                  <a:lnTo>
                    <a:pt x="6166" y="11079"/>
                  </a:lnTo>
                  <a:lnTo>
                    <a:pt x="8410" y="2780"/>
                  </a:lnTo>
                  <a:lnTo>
                    <a:pt x="8842" y="1613"/>
                  </a:lnTo>
                  <a:lnTo>
                    <a:pt x="10885" y="610"/>
                  </a:lnTo>
                  <a:lnTo>
                    <a:pt x="1670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0" name="ph5410"/>
            <p:cNvSpPr/>
            <p:nvPr/>
          </p:nvSpPr>
          <p:spPr>
            <a:xfrm>
              <a:off x="7203475" y="2780664"/>
              <a:ext cx="23335" cy="12350"/>
            </a:xfrm>
            <a:custGeom>
              <a:avLst/>
              <a:pathLst>
                <a:path w="23335" h="12350">
                  <a:moveTo>
                    <a:pt x="22691" y="132"/>
                  </a:moveTo>
                  <a:lnTo>
                    <a:pt x="23335" y="3127"/>
                  </a:lnTo>
                  <a:lnTo>
                    <a:pt x="22539" y="4728"/>
                  </a:lnTo>
                  <a:lnTo>
                    <a:pt x="17787" y="4348"/>
                  </a:lnTo>
                  <a:lnTo>
                    <a:pt x="14767" y="2713"/>
                  </a:lnTo>
                  <a:lnTo>
                    <a:pt x="12050" y="3226"/>
                  </a:lnTo>
                  <a:lnTo>
                    <a:pt x="9648" y="7171"/>
                  </a:lnTo>
                  <a:lnTo>
                    <a:pt x="8581" y="11513"/>
                  </a:lnTo>
                  <a:lnTo>
                    <a:pt x="5970" y="12350"/>
                  </a:lnTo>
                  <a:lnTo>
                    <a:pt x="4735" y="10876"/>
                  </a:lnTo>
                  <a:lnTo>
                    <a:pt x="2866" y="10635"/>
                  </a:lnTo>
                  <a:lnTo>
                    <a:pt x="0" y="6494"/>
                  </a:lnTo>
                  <a:lnTo>
                    <a:pt x="434" y="3539"/>
                  </a:lnTo>
                  <a:lnTo>
                    <a:pt x="1205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1" name="ph5411"/>
            <p:cNvSpPr/>
            <p:nvPr/>
          </p:nvSpPr>
          <p:spPr>
            <a:xfrm>
              <a:off x="7094014" y="2722158"/>
              <a:ext cx="37460" cy="31976"/>
            </a:xfrm>
            <a:custGeom>
              <a:avLst/>
              <a:pathLst>
                <a:path w="37460" h="31976">
                  <a:moveTo>
                    <a:pt x="14656" y="1318"/>
                  </a:moveTo>
                  <a:lnTo>
                    <a:pt x="11461" y="3002"/>
                  </a:lnTo>
                  <a:lnTo>
                    <a:pt x="14518" y="8748"/>
                  </a:lnTo>
                  <a:lnTo>
                    <a:pt x="16969" y="7065"/>
                  </a:lnTo>
                  <a:lnTo>
                    <a:pt x="22735" y="10676"/>
                  </a:lnTo>
                  <a:lnTo>
                    <a:pt x="31651" y="14881"/>
                  </a:lnTo>
                  <a:lnTo>
                    <a:pt x="37460" y="23028"/>
                  </a:lnTo>
                  <a:lnTo>
                    <a:pt x="35382" y="24257"/>
                  </a:lnTo>
                  <a:lnTo>
                    <a:pt x="18171" y="23270"/>
                  </a:lnTo>
                  <a:lnTo>
                    <a:pt x="21193" y="29143"/>
                  </a:lnTo>
                  <a:lnTo>
                    <a:pt x="14503" y="30992"/>
                  </a:lnTo>
                  <a:lnTo>
                    <a:pt x="13984" y="29987"/>
                  </a:lnTo>
                  <a:lnTo>
                    <a:pt x="5881" y="28201"/>
                  </a:lnTo>
                  <a:lnTo>
                    <a:pt x="6421" y="31355"/>
                  </a:lnTo>
                  <a:lnTo>
                    <a:pt x="6522" y="31976"/>
                  </a:lnTo>
                  <a:lnTo>
                    <a:pt x="1818" y="29580"/>
                  </a:lnTo>
                  <a:lnTo>
                    <a:pt x="1418" y="25851"/>
                  </a:lnTo>
                  <a:lnTo>
                    <a:pt x="3880" y="22910"/>
                  </a:lnTo>
                  <a:lnTo>
                    <a:pt x="6482" y="22638"/>
                  </a:lnTo>
                  <a:lnTo>
                    <a:pt x="8495" y="21360"/>
                  </a:lnTo>
                  <a:lnTo>
                    <a:pt x="5776" y="15829"/>
                  </a:lnTo>
                  <a:lnTo>
                    <a:pt x="0" y="9778"/>
                  </a:lnTo>
                  <a:lnTo>
                    <a:pt x="4273" y="6110"/>
                  </a:lnTo>
                  <a:lnTo>
                    <a:pt x="9556" y="7156"/>
                  </a:lnTo>
                  <a:lnTo>
                    <a:pt x="9151" y="3312"/>
                  </a:lnTo>
                  <a:lnTo>
                    <a:pt x="1384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2" name="ph5412"/>
            <p:cNvSpPr/>
            <p:nvPr/>
          </p:nvSpPr>
          <p:spPr>
            <a:xfrm>
              <a:off x="7021473" y="2686764"/>
              <a:ext cx="81036" cy="110666"/>
            </a:xfrm>
            <a:custGeom>
              <a:avLst/>
              <a:pathLst>
                <a:path w="81036" h="110666">
                  <a:moveTo>
                    <a:pt x="51837" y="2854"/>
                  </a:moveTo>
                  <a:lnTo>
                    <a:pt x="56934" y="11214"/>
                  </a:lnTo>
                  <a:lnTo>
                    <a:pt x="56912" y="15459"/>
                  </a:lnTo>
                  <a:lnTo>
                    <a:pt x="63107" y="16593"/>
                  </a:lnTo>
                  <a:lnTo>
                    <a:pt x="65461" y="18504"/>
                  </a:lnTo>
                  <a:lnTo>
                    <a:pt x="63092" y="23470"/>
                  </a:lnTo>
                  <a:lnTo>
                    <a:pt x="69637" y="28740"/>
                  </a:lnTo>
                  <a:lnTo>
                    <a:pt x="68154" y="29727"/>
                  </a:lnTo>
                  <a:lnTo>
                    <a:pt x="71522" y="32995"/>
                  </a:lnTo>
                  <a:lnTo>
                    <a:pt x="62563" y="33786"/>
                  </a:lnTo>
                  <a:lnTo>
                    <a:pt x="66072" y="37332"/>
                  </a:lnTo>
                  <a:lnTo>
                    <a:pt x="69536" y="42408"/>
                  </a:lnTo>
                  <a:lnTo>
                    <a:pt x="70516" y="44273"/>
                  </a:lnTo>
                  <a:lnTo>
                    <a:pt x="69575" y="44597"/>
                  </a:lnTo>
                  <a:lnTo>
                    <a:pt x="70343" y="45719"/>
                  </a:lnTo>
                  <a:lnTo>
                    <a:pt x="72540" y="45171"/>
                  </a:lnTo>
                  <a:lnTo>
                    <a:pt x="78317" y="51222"/>
                  </a:lnTo>
                  <a:lnTo>
                    <a:pt x="81036" y="56754"/>
                  </a:lnTo>
                  <a:lnTo>
                    <a:pt x="79023" y="58032"/>
                  </a:lnTo>
                  <a:lnTo>
                    <a:pt x="76421" y="58304"/>
                  </a:lnTo>
                  <a:lnTo>
                    <a:pt x="73958" y="61244"/>
                  </a:lnTo>
                  <a:lnTo>
                    <a:pt x="74358" y="64973"/>
                  </a:lnTo>
                  <a:lnTo>
                    <a:pt x="79063" y="67370"/>
                  </a:lnTo>
                  <a:lnTo>
                    <a:pt x="78962" y="66748"/>
                  </a:lnTo>
                  <a:lnTo>
                    <a:pt x="79753" y="66828"/>
                  </a:lnTo>
                  <a:lnTo>
                    <a:pt x="79897" y="69567"/>
                  </a:lnTo>
                  <a:lnTo>
                    <a:pt x="75260" y="74231"/>
                  </a:lnTo>
                  <a:lnTo>
                    <a:pt x="76333" y="78022"/>
                  </a:lnTo>
                  <a:lnTo>
                    <a:pt x="74549" y="84979"/>
                  </a:lnTo>
                  <a:lnTo>
                    <a:pt x="78246" y="86054"/>
                  </a:lnTo>
                  <a:lnTo>
                    <a:pt x="77529" y="91227"/>
                  </a:lnTo>
                  <a:lnTo>
                    <a:pt x="73223" y="93246"/>
                  </a:lnTo>
                  <a:lnTo>
                    <a:pt x="73542" y="90063"/>
                  </a:lnTo>
                  <a:lnTo>
                    <a:pt x="71933" y="87784"/>
                  </a:lnTo>
                  <a:lnTo>
                    <a:pt x="70461" y="87823"/>
                  </a:lnTo>
                  <a:lnTo>
                    <a:pt x="69636" y="88420"/>
                  </a:lnTo>
                  <a:lnTo>
                    <a:pt x="71102" y="90490"/>
                  </a:lnTo>
                  <a:lnTo>
                    <a:pt x="72071" y="94334"/>
                  </a:lnTo>
                  <a:lnTo>
                    <a:pt x="71640" y="94768"/>
                  </a:lnTo>
                  <a:lnTo>
                    <a:pt x="70249" y="95456"/>
                  </a:lnTo>
                  <a:lnTo>
                    <a:pt x="67862" y="92274"/>
                  </a:lnTo>
                  <a:lnTo>
                    <a:pt x="65510" y="96398"/>
                  </a:lnTo>
                  <a:lnTo>
                    <a:pt x="61087" y="96358"/>
                  </a:lnTo>
                  <a:lnTo>
                    <a:pt x="58933" y="98975"/>
                  </a:lnTo>
                  <a:lnTo>
                    <a:pt x="54384" y="101641"/>
                  </a:lnTo>
                  <a:lnTo>
                    <a:pt x="44925" y="95580"/>
                  </a:lnTo>
                  <a:lnTo>
                    <a:pt x="44140" y="98291"/>
                  </a:lnTo>
                  <a:lnTo>
                    <a:pt x="44291" y="101912"/>
                  </a:lnTo>
                  <a:lnTo>
                    <a:pt x="37396" y="103840"/>
                  </a:lnTo>
                  <a:lnTo>
                    <a:pt x="41599" y="107352"/>
                  </a:lnTo>
                  <a:lnTo>
                    <a:pt x="40858" y="110666"/>
                  </a:lnTo>
                  <a:lnTo>
                    <a:pt x="31165" y="103025"/>
                  </a:lnTo>
                  <a:lnTo>
                    <a:pt x="27902" y="98762"/>
                  </a:lnTo>
                  <a:lnTo>
                    <a:pt x="30039" y="96085"/>
                  </a:lnTo>
                  <a:lnTo>
                    <a:pt x="27223" y="88955"/>
                  </a:lnTo>
                  <a:lnTo>
                    <a:pt x="28075" y="81275"/>
                  </a:lnTo>
                  <a:lnTo>
                    <a:pt x="24656" y="74628"/>
                  </a:lnTo>
                  <a:lnTo>
                    <a:pt x="24166" y="74030"/>
                  </a:lnTo>
                  <a:lnTo>
                    <a:pt x="19773" y="74434"/>
                  </a:lnTo>
                  <a:lnTo>
                    <a:pt x="15600" y="67451"/>
                  </a:lnTo>
                  <a:lnTo>
                    <a:pt x="12822" y="67122"/>
                  </a:lnTo>
                  <a:lnTo>
                    <a:pt x="10221" y="70864"/>
                  </a:lnTo>
                  <a:lnTo>
                    <a:pt x="8863" y="70587"/>
                  </a:lnTo>
                  <a:lnTo>
                    <a:pt x="7355" y="70380"/>
                  </a:lnTo>
                  <a:lnTo>
                    <a:pt x="1744" y="64303"/>
                  </a:lnTo>
                  <a:lnTo>
                    <a:pt x="3377" y="52239"/>
                  </a:lnTo>
                  <a:lnTo>
                    <a:pt x="0" y="51384"/>
                  </a:lnTo>
                  <a:lnTo>
                    <a:pt x="5945" y="45228"/>
                  </a:lnTo>
                  <a:lnTo>
                    <a:pt x="7255" y="45133"/>
                  </a:lnTo>
                  <a:lnTo>
                    <a:pt x="6861" y="46822"/>
                  </a:lnTo>
                  <a:lnTo>
                    <a:pt x="8014" y="48007"/>
                  </a:lnTo>
                  <a:lnTo>
                    <a:pt x="14012" y="48542"/>
                  </a:lnTo>
                  <a:lnTo>
                    <a:pt x="19466" y="50308"/>
                  </a:lnTo>
                  <a:lnTo>
                    <a:pt x="24842" y="49610"/>
                  </a:lnTo>
                  <a:lnTo>
                    <a:pt x="25432" y="48116"/>
                  </a:lnTo>
                  <a:lnTo>
                    <a:pt x="27930" y="48197"/>
                  </a:lnTo>
                  <a:lnTo>
                    <a:pt x="33111" y="53252"/>
                  </a:lnTo>
                  <a:lnTo>
                    <a:pt x="38549" y="57072"/>
                  </a:lnTo>
                  <a:lnTo>
                    <a:pt x="38029" y="63132"/>
                  </a:lnTo>
                  <a:lnTo>
                    <a:pt x="41159" y="65858"/>
                  </a:lnTo>
                  <a:lnTo>
                    <a:pt x="46338" y="66660"/>
                  </a:lnTo>
                  <a:lnTo>
                    <a:pt x="47557" y="62560"/>
                  </a:lnTo>
                  <a:lnTo>
                    <a:pt x="53806" y="52460"/>
                  </a:lnTo>
                  <a:lnTo>
                    <a:pt x="55623" y="47893"/>
                  </a:lnTo>
                  <a:lnTo>
                    <a:pt x="52438" y="44926"/>
                  </a:lnTo>
                  <a:lnTo>
                    <a:pt x="49936" y="48171"/>
                  </a:lnTo>
                  <a:lnTo>
                    <a:pt x="45640" y="42620"/>
                  </a:lnTo>
                  <a:lnTo>
                    <a:pt x="42858" y="41669"/>
                  </a:lnTo>
                  <a:lnTo>
                    <a:pt x="38540" y="48702"/>
                  </a:lnTo>
                  <a:lnTo>
                    <a:pt x="31217" y="45811"/>
                  </a:lnTo>
                  <a:lnTo>
                    <a:pt x="34897" y="38555"/>
                  </a:lnTo>
                  <a:lnTo>
                    <a:pt x="34254" y="38280"/>
                  </a:lnTo>
                  <a:lnTo>
                    <a:pt x="25129" y="41703"/>
                  </a:lnTo>
                  <a:lnTo>
                    <a:pt x="29932" y="44329"/>
                  </a:lnTo>
                  <a:lnTo>
                    <a:pt x="28709" y="47676"/>
                  </a:lnTo>
                  <a:lnTo>
                    <a:pt x="20057" y="44420"/>
                  </a:lnTo>
                  <a:lnTo>
                    <a:pt x="20003" y="38300"/>
                  </a:lnTo>
                  <a:lnTo>
                    <a:pt x="17067" y="39670"/>
                  </a:lnTo>
                  <a:lnTo>
                    <a:pt x="10642" y="40089"/>
                  </a:lnTo>
                  <a:lnTo>
                    <a:pt x="8492" y="38720"/>
                  </a:lnTo>
                  <a:lnTo>
                    <a:pt x="8650" y="36558"/>
                  </a:lnTo>
                  <a:lnTo>
                    <a:pt x="10012" y="33410"/>
                  </a:lnTo>
                  <a:lnTo>
                    <a:pt x="11221" y="35085"/>
                  </a:lnTo>
                  <a:lnTo>
                    <a:pt x="20087" y="36602"/>
                  </a:lnTo>
                  <a:lnTo>
                    <a:pt x="20895" y="34222"/>
                  </a:lnTo>
                  <a:lnTo>
                    <a:pt x="22880" y="32933"/>
                  </a:lnTo>
                  <a:lnTo>
                    <a:pt x="25463" y="34726"/>
                  </a:lnTo>
                  <a:lnTo>
                    <a:pt x="32043" y="31790"/>
                  </a:lnTo>
                  <a:lnTo>
                    <a:pt x="32149" y="27421"/>
                  </a:lnTo>
                  <a:lnTo>
                    <a:pt x="29445" y="21095"/>
                  </a:lnTo>
                  <a:lnTo>
                    <a:pt x="29587" y="20037"/>
                  </a:lnTo>
                  <a:lnTo>
                    <a:pt x="32533" y="19793"/>
                  </a:lnTo>
                  <a:lnTo>
                    <a:pt x="33591" y="12572"/>
                  </a:lnTo>
                  <a:lnTo>
                    <a:pt x="38788" y="13682"/>
                  </a:lnTo>
                  <a:lnTo>
                    <a:pt x="39778" y="7463"/>
                  </a:lnTo>
                  <a:lnTo>
                    <a:pt x="42746" y="7198"/>
                  </a:lnTo>
                  <a:lnTo>
                    <a:pt x="4767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3" name="ph5413"/>
            <p:cNvSpPr/>
            <p:nvPr/>
          </p:nvSpPr>
          <p:spPr>
            <a:xfrm>
              <a:off x="7096023" y="2745187"/>
              <a:ext cx="48058" cy="38263"/>
            </a:xfrm>
            <a:custGeom>
              <a:avLst/>
              <a:pathLst>
                <a:path w="48058" h="38263">
                  <a:moveTo>
                    <a:pt x="42191" y="129"/>
                  </a:moveTo>
                  <a:lnTo>
                    <a:pt x="41872" y="831"/>
                  </a:lnTo>
                  <a:lnTo>
                    <a:pt x="47250" y="4878"/>
                  </a:lnTo>
                  <a:lnTo>
                    <a:pt x="48058" y="7346"/>
                  </a:lnTo>
                  <a:lnTo>
                    <a:pt x="47493" y="8290"/>
                  </a:lnTo>
                  <a:lnTo>
                    <a:pt x="44744" y="8843"/>
                  </a:lnTo>
                  <a:lnTo>
                    <a:pt x="46530" y="14077"/>
                  </a:lnTo>
                  <a:lnTo>
                    <a:pt x="44105" y="15996"/>
                  </a:lnTo>
                  <a:lnTo>
                    <a:pt x="39223" y="15381"/>
                  </a:lnTo>
                  <a:lnTo>
                    <a:pt x="33793" y="17550"/>
                  </a:lnTo>
                  <a:lnTo>
                    <a:pt x="36131" y="28453"/>
                  </a:lnTo>
                  <a:lnTo>
                    <a:pt x="34213" y="29548"/>
                  </a:lnTo>
                  <a:lnTo>
                    <a:pt x="33457" y="27715"/>
                  </a:lnTo>
                  <a:lnTo>
                    <a:pt x="28111" y="28968"/>
                  </a:lnTo>
                  <a:lnTo>
                    <a:pt x="26400" y="28245"/>
                  </a:lnTo>
                  <a:lnTo>
                    <a:pt x="25690" y="26494"/>
                  </a:lnTo>
                  <a:lnTo>
                    <a:pt x="23254" y="27289"/>
                  </a:lnTo>
                  <a:lnTo>
                    <a:pt x="21973" y="32015"/>
                  </a:lnTo>
                  <a:lnTo>
                    <a:pt x="18287" y="37432"/>
                  </a:lnTo>
                  <a:lnTo>
                    <a:pt x="16851" y="38263"/>
                  </a:lnTo>
                  <a:lnTo>
                    <a:pt x="14362" y="35211"/>
                  </a:lnTo>
                  <a:lnTo>
                    <a:pt x="12349" y="34055"/>
                  </a:lnTo>
                  <a:lnTo>
                    <a:pt x="3874" y="32788"/>
                  </a:lnTo>
                  <a:lnTo>
                    <a:pt x="2980" y="32804"/>
                  </a:lnTo>
                  <a:lnTo>
                    <a:pt x="3697" y="27632"/>
                  </a:lnTo>
                  <a:lnTo>
                    <a:pt x="0" y="26556"/>
                  </a:lnTo>
                  <a:lnTo>
                    <a:pt x="1783" y="19600"/>
                  </a:lnTo>
                  <a:lnTo>
                    <a:pt x="711" y="15809"/>
                  </a:lnTo>
                  <a:lnTo>
                    <a:pt x="5347" y="11145"/>
                  </a:lnTo>
                  <a:lnTo>
                    <a:pt x="5203" y="8406"/>
                  </a:lnTo>
                  <a:lnTo>
                    <a:pt x="4412" y="8326"/>
                  </a:lnTo>
                  <a:lnTo>
                    <a:pt x="3872" y="5173"/>
                  </a:lnTo>
                  <a:lnTo>
                    <a:pt x="11976" y="6958"/>
                  </a:lnTo>
                  <a:lnTo>
                    <a:pt x="12495" y="7963"/>
                  </a:lnTo>
                  <a:lnTo>
                    <a:pt x="19185" y="6114"/>
                  </a:lnTo>
                  <a:lnTo>
                    <a:pt x="16162" y="241"/>
                  </a:lnTo>
                  <a:lnTo>
                    <a:pt x="33374" y="1228"/>
                  </a:lnTo>
                  <a:lnTo>
                    <a:pt x="3545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4" name="ph5414"/>
            <p:cNvSpPr/>
            <p:nvPr/>
          </p:nvSpPr>
          <p:spPr>
            <a:xfrm>
              <a:off x="6886310" y="2623355"/>
              <a:ext cx="83782" cy="49514"/>
            </a:xfrm>
            <a:custGeom>
              <a:avLst/>
              <a:pathLst>
                <a:path w="83782" h="49514">
                  <a:moveTo>
                    <a:pt x="17235" y="2035"/>
                  </a:moveTo>
                  <a:lnTo>
                    <a:pt x="24050" y="2309"/>
                  </a:lnTo>
                  <a:lnTo>
                    <a:pt x="30358" y="5267"/>
                  </a:lnTo>
                  <a:lnTo>
                    <a:pt x="32071" y="10345"/>
                  </a:lnTo>
                  <a:lnTo>
                    <a:pt x="30940" y="14669"/>
                  </a:lnTo>
                  <a:lnTo>
                    <a:pt x="37624" y="15489"/>
                  </a:lnTo>
                  <a:lnTo>
                    <a:pt x="38221" y="12297"/>
                  </a:lnTo>
                  <a:lnTo>
                    <a:pt x="36951" y="11955"/>
                  </a:lnTo>
                  <a:lnTo>
                    <a:pt x="37506" y="9062"/>
                  </a:lnTo>
                  <a:lnTo>
                    <a:pt x="40656" y="9010"/>
                  </a:lnTo>
                  <a:lnTo>
                    <a:pt x="40745" y="14397"/>
                  </a:lnTo>
                  <a:lnTo>
                    <a:pt x="43819" y="14305"/>
                  </a:lnTo>
                  <a:lnTo>
                    <a:pt x="44638" y="10281"/>
                  </a:lnTo>
                  <a:lnTo>
                    <a:pt x="47580" y="9939"/>
                  </a:lnTo>
                  <a:lnTo>
                    <a:pt x="52070" y="10989"/>
                  </a:lnTo>
                  <a:lnTo>
                    <a:pt x="51807" y="4872"/>
                  </a:lnTo>
                  <a:lnTo>
                    <a:pt x="58009" y="5389"/>
                  </a:lnTo>
                  <a:lnTo>
                    <a:pt x="58159" y="7097"/>
                  </a:lnTo>
                  <a:lnTo>
                    <a:pt x="56906" y="7338"/>
                  </a:lnTo>
                  <a:lnTo>
                    <a:pt x="54165" y="9676"/>
                  </a:lnTo>
                  <a:lnTo>
                    <a:pt x="68332" y="10428"/>
                  </a:lnTo>
                  <a:lnTo>
                    <a:pt x="80707" y="13878"/>
                  </a:lnTo>
                  <a:lnTo>
                    <a:pt x="80487" y="17062"/>
                  </a:lnTo>
                  <a:lnTo>
                    <a:pt x="81463" y="17092"/>
                  </a:lnTo>
                  <a:lnTo>
                    <a:pt x="81533" y="16400"/>
                  </a:lnTo>
                  <a:lnTo>
                    <a:pt x="83782" y="16900"/>
                  </a:lnTo>
                  <a:lnTo>
                    <a:pt x="83059" y="18979"/>
                  </a:lnTo>
                  <a:lnTo>
                    <a:pt x="78228" y="19454"/>
                  </a:lnTo>
                  <a:lnTo>
                    <a:pt x="69964" y="23857"/>
                  </a:lnTo>
                  <a:lnTo>
                    <a:pt x="68919" y="25464"/>
                  </a:lnTo>
                  <a:lnTo>
                    <a:pt x="67918" y="30407"/>
                  </a:lnTo>
                  <a:lnTo>
                    <a:pt x="68462" y="31580"/>
                  </a:lnTo>
                  <a:lnTo>
                    <a:pt x="62447" y="35353"/>
                  </a:lnTo>
                  <a:lnTo>
                    <a:pt x="56185" y="33164"/>
                  </a:lnTo>
                  <a:lnTo>
                    <a:pt x="57774" y="38967"/>
                  </a:lnTo>
                  <a:lnTo>
                    <a:pt x="44328" y="45732"/>
                  </a:lnTo>
                  <a:lnTo>
                    <a:pt x="45790" y="48042"/>
                  </a:lnTo>
                  <a:lnTo>
                    <a:pt x="44145" y="48652"/>
                  </a:lnTo>
                  <a:lnTo>
                    <a:pt x="41256" y="47138"/>
                  </a:lnTo>
                  <a:lnTo>
                    <a:pt x="41081" y="48681"/>
                  </a:lnTo>
                  <a:lnTo>
                    <a:pt x="39981" y="49514"/>
                  </a:lnTo>
                  <a:lnTo>
                    <a:pt x="36565" y="46557"/>
                  </a:lnTo>
                  <a:lnTo>
                    <a:pt x="37208" y="43455"/>
                  </a:lnTo>
                  <a:lnTo>
                    <a:pt x="35629" y="35024"/>
                  </a:lnTo>
                  <a:lnTo>
                    <a:pt x="21398" y="27842"/>
                  </a:lnTo>
                  <a:lnTo>
                    <a:pt x="17324" y="26962"/>
                  </a:lnTo>
                  <a:lnTo>
                    <a:pt x="19316" y="24366"/>
                  </a:lnTo>
                  <a:lnTo>
                    <a:pt x="11783" y="19697"/>
                  </a:lnTo>
                  <a:lnTo>
                    <a:pt x="2057" y="20488"/>
                  </a:lnTo>
                  <a:lnTo>
                    <a:pt x="0" y="20472"/>
                  </a:lnTo>
                  <a:lnTo>
                    <a:pt x="1045" y="15660"/>
                  </a:lnTo>
                  <a:lnTo>
                    <a:pt x="5714" y="11863"/>
                  </a:lnTo>
                  <a:lnTo>
                    <a:pt x="8504" y="12012"/>
                  </a:lnTo>
                  <a:lnTo>
                    <a:pt x="6855" y="1602"/>
                  </a:lnTo>
                  <a:lnTo>
                    <a:pt x="1595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5" name="ph5415"/>
            <p:cNvSpPr/>
            <p:nvPr/>
          </p:nvSpPr>
          <p:spPr>
            <a:xfrm>
              <a:off x="6903366" y="2683592"/>
              <a:ext cx="46435" cy="47652"/>
            </a:xfrm>
            <a:custGeom>
              <a:avLst/>
              <a:pathLst>
                <a:path w="46435" h="47652">
                  <a:moveTo>
                    <a:pt x="44019" y="6033"/>
                  </a:moveTo>
                  <a:lnTo>
                    <a:pt x="43482" y="7770"/>
                  </a:lnTo>
                  <a:lnTo>
                    <a:pt x="46002" y="7412"/>
                  </a:lnTo>
                  <a:lnTo>
                    <a:pt x="46435" y="24117"/>
                  </a:lnTo>
                  <a:lnTo>
                    <a:pt x="40567" y="32226"/>
                  </a:lnTo>
                  <a:lnTo>
                    <a:pt x="35490" y="36696"/>
                  </a:lnTo>
                  <a:lnTo>
                    <a:pt x="29364" y="38074"/>
                  </a:lnTo>
                  <a:lnTo>
                    <a:pt x="28996" y="45847"/>
                  </a:lnTo>
                  <a:lnTo>
                    <a:pt x="27847" y="47652"/>
                  </a:lnTo>
                  <a:lnTo>
                    <a:pt x="24792" y="45695"/>
                  </a:lnTo>
                  <a:lnTo>
                    <a:pt x="21205" y="41826"/>
                  </a:lnTo>
                  <a:lnTo>
                    <a:pt x="21217" y="39754"/>
                  </a:lnTo>
                  <a:lnTo>
                    <a:pt x="16513" y="37343"/>
                  </a:lnTo>
                  <a:lnTo>
                    <a:pt x="3566" y="37418"/>
                  </a:lnTo>
                  <a:lnTo>
                    <a:pt x="2325" y="34198"/>
                  </a:lnTo>
                  <a:lnTo>
                    <a:pt x="5605" y="29843"/>
                  </a:lnTo>
                  <a:lnTo>
                    <a:pt x="2105" y="27330"/>
                  </a:lnTo>
                  <a:lnTo>
                    <a:pt x="0" y="24186"/>
                  </a:lnTo>
                  <a:lnTo>
                    <a:pt x="3995" y="19309"/>
                  </a:lnTo>
                  <a:lnTo>
                    <a:pt x="8026" y="17321"/>
                  </a:lnTo>
                  <a:lnTo>
                    <a:pt x="18579" y="15081"/>
                  </a:lnTo>
                  <a:lnTo>
                    <a:pt x="19883" y="13794"/>
                  </a:lnTo>
                  <a:lnTo>
                    <a:pt x="20276" y="12051"/>
                  </a:lnTo>
                  <a:lnTo>
                    <a:pt x="18922" y="8167"/>
                  </a:lnTo>
                  <a:lnTo>
                    <a:pt x="30906" y="7174"/>
                  </a:lnTo>
                  <a:lnTo>
                    <a:pt x="31281" y="2149"/>
                  </a:lnTo>
                  <a:lnTo>
                    <a:pt x="33645" y="539"/>
                  </a:lnTo>
                  <a:lnTo>
                    <a:pt x="3744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6" name="ph5416"/>
            <p:cNvSpPr/>
            <p:nvPr/>
          </p:nvSpPr>
          <p:spPr>
            <a:xfrm>
              <a:off x="6994873" y="2568203"/>
              <a:ext cx="72650" cy="106465"/>
            </a:xfrm>
            <a:custGeom>
              <a:avLst/>
              <a:pathLst>
                <a:path w="72650" h="106465">
                  <a:moveTo>
                    <a:pt x="48629" y="378"/>
                  </a:moveTo>
                  <a:lnTo>
                    <a:pt x="46075" y="7827"/>
                  </a:lnTo>
                  <a:lnTo>
                    <a:pt x="61162" y="10114"/>
                  </a:lnTo>
                  <a:lnTo>
                    <a:pt x="60500" y="14290"/>
                  </a:lnTo>
                  <a:lnTo>
                    <a:pt x="59464" y="14195"/>
                  </a:lnTo>
                  <a:lnTo>
                    <a:pt x="59918" y="23954"/>
                  </a:lnTo>
                  <a:lnTo>
                    <a:pt x="65601" y="24511"/>
                  </a:lnTo>
                  <a:lnTo>
                    <a:pt x="65567" y="27694"/>
                  </a:lnTo>
                  <a:lnTo>
                    <a:pt x="72650" y="32004"/>
                  </a:lnTo>
                  <a:lnTo>
                    <a:pt x="63546" y="38970"/>
                  </a:lnTo>
                  <a:lnTo>
                    <a:pt x="62311" y="38708"/>
                  </a:lnTo>
                  <a:lnTo>
                    <a:pt x="60752" y="43623"/>
                  </a:lnTo>
                  <a:lnTo>
                    <a:pt x="60910" y="51349"/>
                  </a:lnTo>
                  <a:lnTo>
                    <a:pt x="68932" y="51087"/>
                  </a:lnTo>
                  <a:lnTo>
                    <a:pt x="70902" y="63306"/>
                  </a:lnTo>
                  <a:lnTo>
                    <a:pt x="62204" y="71491"/>
                  </a:lnTo>
                  <a:lnTo>
                    <a:pt x="63178" y="72988"/>
                  </a:lnTo>
                  <a:lnTo>
                    <a:pt x="71934" y="76188"/>
                  </a:lnTo>
                  <a:lnTo>
                    <a:pt x="68279" y="91109"/>
                  </a:lnTo>
                  <a:lnTo>
                    <a:pt x="64538" y="96320"/>
                  </a:lnTo>
                  <a:lnTo>
                    <a:pt x="62842" y="98681"/>
                  </a:lnTo>
                  <a:lnTo>
                    <a:pt x="60669" y="105681"/>
                  </a:lnTo>
                  <a:lnTo>
                    <a:pt x="56304" y="98966"/>
                  </a:lnTo>
                  <a:lnTo>
                    <a:pt x="51483" y="102792"/>
                  </a:lnTo>
                  <a:lnTo>
                    <a:pt x="46558" y="98602"/>
                  </a:lnTo>
                  <a:lnTo>
                    <a:pt x="44387" y="101903"/>
                  </a:lnTo>
                  <a:lnTo>
                    <a:pt x="41161" y="100463"/>
                  </a:lnTo>
                  <a:lnTo>
                    <a:pt x="38746" y="95610"/>
                  </a:lnTo>
                  <a:lnTo>
                    <a:pt x="35769" y="93718"/>
                  </a:lnTo>
                  <a:lnTo>
                    <a:pt x="34121" y="93984"/>
                  </a:lnTo>
                  <a:lnTo>
                    <a:pt x="33718" y="96078"/>
                  </a:lnTo>
                  <a:lnTo>
                    <a:pt x="36914" y="104619"/>
                  </a:lnTo>
                  <a:lnTo>
                    <a:pt x="35463" y="106465"/>
                  </a:lnTo>
                  <a:lnTo>
                    <a:pt x="31538" y="103091"/>
                  </a:lnTo>
                  <a:lnTo>
                    <a:pt x="29502" y="102590"/>
                  </a:lnTo>
                  <a:lnTo>
                    <a:pt x="27075" y="102955"/>
                  </a:lnTo>
                  <a:lnTo>
                    <a:pt x="24190" y="106149"/>
                  </a:lnTo>
                  <a:lnTo>
                    <a:pt x="18241" y="100245"/>
                  </a:lnTo>
                  <a:lnTo>
                    <a:pt x="9362" y="97920"/>
                  </a:lnTo>
                  <a:lnTo>
                    <a:pt x="9017" y="98980"/>
                  </a:lnTo>
                  <a:lnTo>
                    <a:pt x="5848" y="98419"/>
                  </a:lnTo>
                  <a:lnTo>
                    <a:pt x="3904" y="98186"/>
                  </a:lnTo>
                  <a:lnTo>
                    <a:pt x="4284" y="96137"/>
                  </a:lnTo>
                  <a:lnTo>
                    <a:pt x="5968" y="96365"/>
                  </a:lnTo>
                  <a:lnTo>
                    <a:pt x="4536" y="93746"/>
                  </a:lnTo>
                  <a:lnTo>
                    <a:pt x="0" y="96281"/>
                  </a:lnTo>
                  <a:lnTo>
                    <a:pt x="1515" y="84838"/>
                  </a:lnTo>
                  <a:lnTo>
                    <a:pt x="6309" y="73868"/>
                  </a:lnTo>
                  <a:lnTo>
                    <a:pt x="6145" y="72700"/>
                  </a:lnTo>
                  <a:lnTo>
                    <a:pt x="2569" y="70746"/>
                  </a:lnTo>
                  <a:lnTo>
                    <a:pt x="1835" y="68128"/>
                  </a:lnTo>
                  <a:lnTo>
                    <a:pt x="7462" y="67691"/>
                  </a:lnTo>
                  <a:lnTo>
                    <a:pt x="6275" y="60601"/>
                  </a:lnTo>
                  <a:lnTo>
                    <a:pt x="8890" y="60598"/>
                  </a:lnTo>
                  <a:lnTo>
                    <a:pt x="6925" y="49208"/>
                  </a:lnTo>
                  <a:lnTo>
                    <a:pt x="6421" y="44516"/>
                  </a:lnTo>
                  <a:lnTo>
                    <a:pt x="15088" y="42529"/>
                  </a:lnTo>
                  <a:lnTo>
                    <a:pt x="16088" y="40813"/>
                  </a:lnTo>
                  <a:lnTo>
                    <a:pt x="12745" y="28056"/>
                  </a:lnTo>
                  <a:lnTo>
                    <a:pt x="15124" y="27417"/>
                  </a:lnTo>
                  <a:lnTo>
                    <a:pt x="15708" y="15524"/>
                  </a:lnTo>
                  <a:lnTo>
                    <a:pt x="33683" y="19473"/>
                  </a:lnTo>
                  <a:lnTo>
                    <a:pt x="34630" y="15147"/>
                  </a:lnTo>
                  <a:lnTo>
                    <a:pt x="29768" y="16071"/>
                  </a:lnTo>
                  <a:lnTo>
                    <a:pt x="28378" y="6092"/>
                  </a:lnTo>
                  <a:lnTo>
                    <a:pt x="33544" y="6848"/>
                  </a:lnTo>
                  <a:lnTo>
                    <a:pt x="36618" y="6570"/>
                  </a:lnTo>
                  <a:lnTo>
                    <a:pt x="39907" y="58"/>
                  </a:lnTo>
                  <a:lnTo>
                    <a:pt x="46974" y="1600"/>
                  </a:lnTo>
                  <a:lnTo>
                    <a:pt x="4718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7" name="ph5417"/>
            <p:cNvSpPr/>
            <p:nvPr/>
          </p:nvSpPr>
          <p:spPr>
            <a:xfrm>
              <a:off x="7230447" y="2687303"/>
              <a:ext cx="44021" cy="53891"/>
            </a:xfrm>
            <a:custGeom>
              <a:avLst/>
              <a:pathLst>
                <a:path w="44021" h="53891">
                  <a:moveTo>
                    <a:pt x="12815" y="3187"/>
                  </a:moveTo>
                  <a:lnTo>
                    <a:pt x="26781" y="9222"/>
                  </a:lnTo>
                  <a:lnTo>
                    <a:pt x="38122" y="17310"/>
                  </a:lnTo>
                  <a:lnTo>
                    <a:pt x="44021" y="16246"/>
                  </a:lnTo>
                  <a:lnTo>
                    <a:pt x="41819" y="19049"/>
                  </a:lnTo>
                  <a:lnTo>
                    <a:pt x="43004" y="20601"/>
                  </a:lnTo>
                  <a:lnTo>
                    <a:pt x="42917" y="23528"/>
                  </a:lnTo>
                  <a:lnTo>
                    <a:pt x="40658" y="24555"/>
                  </a:lnTo>
                  <a:lnTo>
                    <a:pt x="31574" y="31969"/>
                  </a:lnTo>
                  <a:lnTo>
                    <a:pt x="30399" y="43570"/>
                  </a:lnTo>
                  <a:lnTo>
                    <a:pt x="27509" y="53143"/>
                  </a:lnTo>
                  <a:lnTo>
                    <a:pt x="24543" y="53765"/>
                  </a:lnTo>
                  <a:lnTo>
                    <a:pt x="20965" y="51360"/>
                  </a:lnTo>
                  <a:lnTo>
                    <a:pt x="17523" y="53891"/>
                  </a:lnTo>
                  <a:lnTo>
                    <a:pt x="16096" y="53034"/>
                  </a:lnTo>
                  <a:lnTo>
                    <a:pt x="16492" y="48018"/>
                  </a:lnTo>
                  <a:lnTo>
                    <a:pt x="19016" y="43846"/>
                  </a:lnTo>
                  <a:lnTo>
                    <a:pt x="23086" y="42874"/>
                  </a:lnTo>
                  <a:lnTo>
                    <a:pt x="24593" y="40009"/>
                  </a:lnTo>
                  <a:lnTo>
                    <a:pt x="22838" y="37080"/>
                  </a:lnTo>
                  <a:lnTo>
                    <a:pt x="21876" y="32439"/>
                  </a:lnTo>
                  <a:lnTo>
                    <a:pt x="22666" y="28904"/>
                  </a:lnTo>
                  <a:lnTo>
                    <a:pt x="21193" y="27818"/>
                  </a:lnTo>
                  <a:lnTo>
                    <a:pt x="21130" y="24703"/>
                  </a:lnTo>
                  <a:lnTo>
                    <a:pt x="13971" y="24050"/>
                  </a:lnTo>
                  <a:lnTo>
                    <a:pt x="2806" y="20812"/>
                  </a:lnTo>
                  <a:lnTo>
                    <a:pt x="1272" y="16553"/>
                  </a:lnTo>
                  <a:lnTo>
                    <a:pt x="1066" y="6177"/>
                  </a:lnTo>
                  <a:lnTo>
                    <a:pt x="5772" y="6050"/>
                  </a:lnTo>
                  <a:lnTo>
                    <a:pt x="5722" y="3694"/>
                  </a:lnTo>
                  <a:lnTo>
                    <a:pt x="2201" y="3773"/>
                  </a:lnTo>
                  <a:lnTo>
                    <a:pt x="0" y="1533"/>
                  </a:lnTo>
                  <a:lnTo>
                    <a:pt x="291" y="475"/>
                  </a:lnTo>
                  <a:lnTo>
                    <a:pt x="1230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8" name="ph5418"/>
            <p:cNvSpPr/>
            <p:nvPr/>
          </p:nvSpPr>
          <p:spPr>
            <a:xfrm>
              <a:off x="7198161" y="2794318"/>
              <a:ext cx="17365" cy="12397"/>
            </a:xfrm>
            <a:custGeom>
              <a:avLst/>
              <a:pathLst>
                <a:path w="17365" h="12397">
                  <a:moveTo>
                    <a:pt x="11888" y="2673"/>
                  </a:moveTo>
                  <a:lnTo>
                    <a:pt x="14590" y="3138"/>
                  </a:lnTo>
                  <a:lnTo>
                    <a:pt x="16440" y="4613"/>
                  </a:lnTo>
                  <a:lnTo>
                    <a:pt x="17365" y="5797"/>
                  </a:lnTo>
                  <a:lnTo>
                    <a:pt x="17063" y="7680"/>
                  </a:lnTo>
                  <a:lnTo>
                    <a:pt x="11319" y="8019"/>
                  </a:lnTo>
                  <a:lnTo>
                    <a:pt x="6946" y="11629"/>
                  </a:lnTo>
                  <a:lnTo>
                    <a:pt x="1893" y="12397"/>
                  </a:lnTo>
                  <a:lnTo>
                    <a:pt x="0" y="5879"/>
                  </a:lnTo>
                  <a:lnTo>
                    <a:pt x="2334" y="3678"/>
                  </a:lnTo>
                  <a:lnTo>
                    <a:pt x="3011" y="1453"/>
                  </a:lnTo>
                  <a:lnTo>
                    <a:pt x="908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9" name="ph5419"/>
            <p:cNvSpPr/>
            <p:nvPr/>
          </p:nvSpPr>
          <p:spPr>
            <a:xfrm>
              <a:off x="6790757" y="2505579"/>
              <a:ext cx="129182" cy="100990"/>
            </a:xfrm>
            <a:custGeom>
              <a:avLst/>
              <a:pathLst>
                <a:path w="129182" h="100990">
                  <a:moveTo>
                    <a:pt x="117904" y="14333"/>
                  </a:moveTo>
                  <a:lnTo>
                    <a:pt x="124100" y="22884"/>
                  </a:lnTo>
                  <a:lnTo>
                    <a:pt x="123323" y="31905"/>
                  </a:lnTo>
                  <a:lnTo>
                    <a:pt x="126407" y="30653"/>
                  </a:lnTo>
                  <a:lnTo>
                    <a:pt x="127417" y="34449"/>
                  </a:lnTo>
                  <a:lnTo>
                    <a:pt x="128816" y="45682"/>
                  </a:lnTo>
                  <a:lnTo>
                    <a:pt x="129182" y="57334"/>
                  </a:lnTo>
                  <a:lnTo>
                    <a:pt x="126657" y="59525"/>
                  </a:lnTo>
                  <a:lnTo>
                    <a:pt x="123455" y="64246"/>
                  </a:lnTo>
                  <a:lnTo>
                    <a:pt x="120939" y="65934"/>
                  </a:lnTo>
                  <a:lnTo>
                    <a:pt x="118304" y="70616"/>
                  </a:lnTo>
                  <a:lnTo>
                    <a:pt x="124443" y="74496"/>
                  </a:lnTo>
                  <a:lnTo>
                    <a:pt x="124549" y="77071"/>
                  </a:lnTo>
                  <a:lnTo>
                    <a:pt x="112489" y="69257"/>
                  </a:lnTo>
                  <a:lnTo>
                    <a:pt x="111025" y="78399"/>
                  </a:lnTo>
                  <a:lnTo>
                    <a:pt x="109820" y="80046"/>
                  </a:lnTo>
                  <a:lnTo>
                    <a:pt x="102784" y="80686"/>
                  </a:lnTo>
                  <a:lnTo>
                    <a:pt x="97335" y="82418"/>
                  </a:lnTo>
                  <a:lnTo>
                    <a:pt x="89405" y="81440"/>
                  </a:lnTo>
                  <a:lnTo>
                    <a:pt x="88792" y="88494"/>
                  </a:lnTo>
                  <a:lnTo>
                    <a:pt x="84195" y="88794"/>
                  </a:lnTo>
                  <a:lnTo>
                    <a:pt x="81702" y="98007"/>
                  </a:lnTo>
                  <a:lnTo>
                    <a:pt x="68820" y="94107"/>
                  </a:lnTo>
                  <a:lnTo>
                    <a:pt x="62166" y="93472"/>
                  </a:lnTo>
                  <a:lnTo>
                    <a:pt x="58793" y="96181"/>
                  </a:lnTo>
                  <a:lnTo>
                    <a:pt x="56328" y="100990"/>
                  </a:lnTo>
                  <a:lnTo>
                    <a:pt x="52894" y="99774"/>
                  </a:lnTo>
                  <a:lnTo>
                    <a:pt x="51521" y="90367"/>
                  </a:lnTo>
                  <a:lnTo>
                    <a:pt x="41865" y="86021"/>
                  </a:lnTo>
                  <a:lnTo>
                    <a:pt x="41209" y="88813"/>
                  </a:lnTo>
                  <a:lnTo>
                    <a:pt x="35157" y="87379"/>
                  </a:lnTo>
                  <a:lnTo>
                    <a:pt x="30057" y="85132"/>
                  </a:lnTo>
                  <a:lnTo>
                    <a:pt x="22295" y="85242"/>
                  </a:lnTo>
                  <a:lnTo>
                    <a:pt x="16006" y="83832"/>
                  </a:lnTo>
                  <a:lnTo>
                    <a:pt x="14927" y="88511"/>
                  </a:lnTo>
                  <a:lnTo>
                    <a:pt x="11653" y="90051"/>
                  </a:lnTo>
                  <a:lnTo>
                    <a:pt x="9866" y="87360"/>
                  </a:lnTo>
                  <a:lnTo>
                    <a:pt x="6626" y="82370"/>
                  </a:lnTo>
                  <a:lnTo>
                    <a:pt x="6818" y="77118"/>
                  </a:lnTo>
                  <a:lnTo>
                    <a:pt x="783" y="74200"/>
                  </a:lnTo>
                  <a:lnTo>
                    <a:pt x="1222" y="68749"/>
                  </a:lnTo>
                  <a:lnTo>
                    <a:pt x="5218" y="69029"/>
                  </a:lnTo>
                  <a:lnTo>
                    <a:pt x="6202" y="68306"/>
                  </a:lnTo>
                  <a:lnTo>
                    <a:pt x="7792" y="63287"/>
                  </a:lnTo>
                  <a:lnTo>
                    <a:pt x="6646" y="63303"/>
                  </a:lnTo>
                  <a:lnTo>
                    <a:pt x="4990" y="67772"/>
                  </a:lnTo>
                  <a:lnTo>
                    <a:pt x="3195" y="67889"/>
                  </a:lnTo>
                  <a:lnTo>
                    <a:pt x="0" y="62568"/>
                  </a:lnTo>
                  <a:lnTo>
                    <a:pt x="3364" y="59722"/>
                  </a:lnTo>
                  <a:lnTo>
                    <a:pt x="5141" y="56756"/>
                  </a:lnTo>
                  <a:lnTo>
                    <a:pt x="7028" y="46028"/>
                  </a:lnTo>
                  <a:lnTo>
                    <a:pt x="12409" y="45944"/>
                  </a:lnTo>
                  <a:lnTo>
                    <a:pt x="12676" y="51997"/>
                  </a:lnTo>
                  <a:lnTo>
                    <a:pt x="15394" y="57286"/>
                  </a:lnTo>
                  <a:lnTo>
                    <a:pt x="20987" y="58230"/>
                  </a:lnTo>
                  <a:lnTo>
                    <a:pt x="34359" y="55762"/>
                  </a:lnTo>
                  <a:lnTo>
                    <a:pt x="62974" y="45935"/>
                  </a:lnTo>
                  <a:lnTo>
                    <a:pt x="100117" y="13616"/>
                  </a:lnTo>
                  <a:lnTo>
                    <a:pt x="11529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0" name="ph5420"/>
            <p:cNvSpPr/>
            <p:nvPr/>
          </p:nvSpPr>
          <p:spPr>
            <a:xfrm>
              <a:off x="6895419" y="2650318"/>
              <a:ext cx="51966" cy="57461"/>
            </a:xfrm>
            <a:custGeom>
              <a:avLst/>
              <a:pathLst>
                <a:path w="51966" h="57461">
                  <a:moveTo>
                    <a:pt x="12289" y="879"/>
                  </a:moveTo>
                  <a:lnTo>
                    <a:pt x="26520" y="8061"/>
                  </a:lnTo>
                  <a:lnTo>
                    <a:pt x="28100" y="16492"/>
                  </a:lnTo>
                  <a:lnTo>
                    <a:pt x="27457" y="19594"/>
                  </a:lnTo>
                  <a:lnTo>
                    <a:pt x="30873" y="22552"/>
                  </a:lnTo>
                  <a:lnTo>
                    <a:pt x="31973" y="21718"/>
                  </a:lnTo>
                  <a:lnTo>
                    <a:pt x="32147" y="20175"/>
                  </a:lnTo>
                  <a:lnTo>
                    <a:pt x="35036" y="21689"/>
                  </a:lnTo>
                  <a:lnTo>
                    <a:pt x="41726" y="25975"/>
                  </a:lnTo>
                  <a:lnTo>
                    <a:pt x="45185" y="30960"/>
                  </a:lnTo>
                  <a:lnTo>
                    <a:pt x="47825" y="31200"/>
                  </a:lnTo>
                  <a:lnTo>
                    <a:pt x="50809" y="33692"/>
                  </a:lnTo>
                  <a:lnTo>
                    <a:pt x="51966" y="39308"/>
                  </a:lnTo>
                  <a:lnTo>
                    <a:pt x="45395" y="33274"/>
                  </a:lnTo>
                  <a:lnTo>
                    <a:pt x="41592" y="33813"/>
                  </a:lnTo>
                  <a:lnTo>
                    <a:pt x="39228" y="35423"/>
                  </a:lnTo>
                  <a:lnTo>
                    <a:pt x="38854" y="40449"/>
                  </a:lnTo>
                  <a:lnTo>
                    <a:pt x="26869" y="41442"/>
                  </a:lnTo>
                  <a:lnTo>
                    <a:pt x="28224" y="45326"/>
                  </a:lnTo>
                  <a:lnTo>
                    <a:pt x="27831" y="47069"/>
                  </a:lnTo>
                  <a:lnTo>
                    <a:pt x="26527" y="48355"/>
                  </a:lnTo>
                  <a:lnTo>
                    <a:pt x="15974" y="50596"/>
                  </a:lnTo>
                  <a:lnTo>
                    <a:pt x="11943" y="52584"/>
                  </a:lnTo>
                  <a:lnTo>
                    <a:pt x="7947" y="57461"/>
                  </a:lnTo>
                  <a:lnTo>
                    <a:pt x="6070" y="55922"/>
                  </a:lnTo>
                  <a:lnTo>
                    <a:pt x="0" y="46314"/>
                  </a:lnTo>
                  <a:lnTo>
                    <a:pt x="214" y="43087"/>
                  </a:lnTo>
                  <a:lnTo>
                    <a:pt x="6437" y="43819"/>
                  </a:lnTo>
                  <a:lnTo>
                    <a:pt x="7249" y="30854"/>
                  </a:lnTo>
                  <a:lnTo>
                    <a:pt x="14683" y="31208"/>
                  </a:lnTo>
                  <a:lnTo>
                    <a:pt x="18057" y="24072"/>
                  </a:lnTo>
                  <a:lnTo>
                    <a:pt x="17050" y="14037"/>
                  </a:lnTo>
                  <a:lnTo>
                    <a:pt x="11734" y="4340"/>
                  </a:lnTo>
                  <a:lnTo>
                    <a:pt x="9009" y="5036"/>
                  </a:lnTo>
                  <a:lnTo>
                    <a:pt x="6488" y="2127"/>
                  </a:lnTo>
                  <a:lnTo>
                    <a:pt x="821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1" name="ph5421"/>
            <p:cNvSpPr/>
            <p:nvPr/>
          </p:nvSpPr>
          <p:spPr>
            <a:xfrm>
              <a:off x="7201619" y="2817802"/>
              <a:ext cx="22118" cy="12949"/>
            </a:xfrm>
            <a:custGeom>
              <a:avLst/>
              <a:pathLst>
                <a:path w="22118" h="12949">
                  <a:moveTo>
                    <a:pt x="15646" y="2902"/>
                  </a:moveTo>
                  <a:lnTo>
                    <a:pt x="20010" y="205"/>
                  </a:lnTo>
                  <a:lnTo>
                    <a:pt x="22118" y="1474"/>
                  </a:lnTo>
                  <a:lnTo>
                    <a:pt x="21948" y="7369"/>
                  </a:lnTo>
                  <a:lnTo>
                    <a:pt x="21625" y="10080"/>
                  </a:lnTo>
                  <a:lnTo>
                    <a:pt x="17194" y="12013"/>
                  </a:lnTo>
                  <a:lnTo>
                    <a:pt x="11626" y="12949"/>
                  </a:lnTo>
                  <a:lnTo>
                    <a:pt x="6794" y="11112"/>
                  </a:lnTo>
                  <a:lnTo>
                    <a:pt x="321" y="10669"/>
                  </a:lnTo>
                  <a:lnTo>
                    <a:pt x="0" y="9538"/>
                  </a:lnTo>
                  <a:lnTo>
                    <a:pt x="1421" y="6423"/>
                  </a:lnTo>
                  <a:lnTo>
                    <a:pt x="4210" y="5890"/>
                  </a:lnTo>
                  <a:lnTo>
                    <a:pt x="8054" y="6881"/>
                  </a:lnTo>
                  <a:lnTo>
                    <a:pt x="9418" y="6100"/>
                  </a:lnTo>
                  <a:lnTo>
                    <a:pt x="10043" y="5322"/>
                  </a:lnTo>
                  <a:lnTo>
                    <a:pt x="9353" y="1870"/>
                  </a:lnTo>
                  <a:lnTo>
                    <a:pt x="1327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2" name="ph5422"/>
            <p:cNvSpPr/>
            <p:nvPr/>
          </p:nvSpPr>
          <p:spPr>
            <a:xfrm>
              <a:off x="6956079" y="2606084"/>
              <a:ext cx="59722" cy="89994"/>
            </a:xfrm>
            <a:custGeom>
              <a:avLst/>
              <a:pathLst>
                <a:path w="59722" h="89994">
                  <a:moveTo>
                    <a:pt x="24664" y="2720"/>
                  </a:moveTo>
                  <a:lnTo>
                    <a:pt x="35324" y="12304"/>
                  </a:lnTo>
                  <a:lnTo>
                    <a:pt x="45719" y="11328"/>
                  </a:lnTo>
                  <a:lnTo>
                    <a:pt x="47684" y="22717"/>
                  </a:lnTo>
                  <a:lnTo>
                    <a:pt x="45069" y="22720"/>
                  </a:lnTo>
                  <a:lnTo>
                    <a:pt x="46257" y="29810"/>
                  </a:lnTo>
                  <a:lnTo>
                    <a:pt x="40629" y="30247"/>
                  </a:lnTo>
                  <a:lnTo>
                    <a:pt x="41363" y="32865"/>
                  </a:lnTo>
                  <a:lnTo>
                    <a:pt x="44939" y="34819"/>
                  </a:lnTo>
                  <a:lnTo>
                    <a:pt x="45103" y="35987"/>
                  </a:lnTo>
                  <a:lnTo>
                    <a:pt x="40310" y="46957"/>
                  </a:lnTo>
                  <a:lnTo>
                    <a:pt x="38794" y="58400"/>
                  </a:lnTo>
                  <a:lnTo>
                    <a:pt x="43330" y="55865"/>
                  </a:lnTo>
                  <a:lnTo>
                    <a:pt x="44762" y="58484"/>
                  </a:lnTo>
                  <a:lnTo>
                    <a:pt x="43078" y="58256"/>
                  </a:lnTo>
                  <a:lnTo>
                    <a:pt x="42699" y="60305"/>
                  </a:lnTo>
                  <a:lnTo>
                    <a:pt x="44642" y="60538"/>
                  </a:lnTo>
                  <a:lnTo>
                    <a:pt x="44482" y="61468"/>
                  </a:lnTo>
                  <a:lnTo>
                    <a:pt x="52372" y="63720"/>
                  </a:lnTo>
                  <a:lnTo>
                    <a:pt x="56509" y="73940"/>
                  </a:lnTo>
                  <a:lnTo>
                    <a:pt x="59722" y="79319"/>
                  </a:lnTo>
                  <a:lnTo>
                    <a:pt x="59333" y="82830"/>
                  </a:lnTo>
                  <a:lnTo>
                    <a:pt x="57421" y="83869"/>
                  </a:lnTo>
                  <a:lnTo>
                    <a:pt x="56513" y="78826"/>
                  </a:lnTo>
                  <a:lnTo>
                    <a:pt x="54606" y="77246"/>
                  </a:lnTo>
                  <a:lnTo>
                    <a:pt x="52435" y="76926"/>
                  </a:lnTo>
                  <a:lnTo>
                    <a:pt x="50406" y="77145"/>
                  </a:lnTo>
                  <a:lnTo>
                    <a:pt x="47942" y="79566"/>
                  </a:lnTo>
                  <a:lnTo>
                    <a:pt x="47366" y="84122"/>
                  </a:lnTo>
                  <a:lnTo>
                    <a:pt x="46268" y="85682"/>
                  </a:lnTo>
                  <a:lnTo>
                    <a:pt x="27665" y="89994"/>
                  </a:lnTo>
                  <a:lnTo>
                    <a:pt x="22103" y="86706"/>
                  </a:lnTo>
                  <a:lnTo>
                    <a:pt x="20145" y="86281"/>
                  </a:lnTo>
                  <a:lnTo>
                    <a:pt x="19822" y="80777"/>
                  </a:lnTo>
                  <a:lnTo>
                    <a:pt x="21776" y="76072"/>
                  </a:lnTo>
                  <a:lnTo>
                    <a:pt x="21459" y="74778"/>
                  </a:lnTo>
                  <a:lnTo>
                    <a:pt x="20254" y="73988"/>
                  </a:lnTo>
                  <a:lnTo>
                    <a:pt x="19271" y="71299"/>
                  </a:lnTo>
                  <a:lnTo>
                    <a:pt x="8388" y="73498"/>
                  </a:lnTo>
                  <a:lnTo>
                    <a:pt x="4951" y="75858"/>
                  </a:lnTo>
                  <a:lnTo>
                    <a:pt x="2086" y="75315"/>
                  </a:lnTo>
                  <a:lnTo>
                    <a:pt x="0" y="69201"/>
                  </a:lnTo>
                  <a:lnTo>
                    <a:pt x="3950" y="68359"/>
                  </a:lnTo>
                  <a:lnTo>
                    <a:pt x="3219" y="66849"/>
                  </a:lnTo>
                  <a:lnTo>
                    <a:pt x="5129" y="66397"/>
                  </a:lnTo>
                  <a:lnTo>
                    <a:pt x="6638" y="64293"/>
                  </a:lnTo>
                  <a:lnTo>
                    <a:pt x="4051" y="61056"/>
                  </a:lnTo>
                  <a:lnTo>
                    <a:pt x="6128" y="58809"/>
                  </a:lnTo>
                  <a:lnTo>
                    <a:pt x="13983" y="66011"/>
                  </a:lnTo>
                  <a:lnTo>
                    <a:pt x="18324" y="68150"/>
                  </a:lnTo>
                  <a:lnTo>
                    <a:pt x="21869" y="65032"/>
                  </a:lnTo>
                  <a:lnTo>
                    <a:pt x="21166" y="57576"/>
                  </a:lnTo>
                  <a:lnTo>
                    <a:pt x="26803" y="57564"/>
                  </a:lnTo>
                  <a:lnTo>
                    <a:pt x="27499" y="53835"/>
                  </a:lnTo>
                  <a:lnTo>
                    <a:pt x="29873" y="53234"/>
                  </a:lnTo>
                  <a:lnTo>
                    <a:pt x="33322" y="54293"/>
                  </a:lnTo>
                  <a:lnTo>
                    <a:pt x="32540" y="43524"/>
                  </a:lnTo>
                  <a:lnTo>
                    <a:pt x="24650" y="37943"/>
                  </a:lnTo>
                  <a:lnTo>
                    <a:pt x="27178" y="34616"/>
                  </a:lnTo>
                  <a:lnTo>
                    <a:pt x="23344" y="33320"/>
                  </a:lnTo>
                  <a:lnTo>
                    <a:pt x="19652" y="28782"/>
                  </a:lnTo>
                  <a:lnTo>
                    <a:pt x="15813" y="26661"/>
                  </a:lnTo>
                  <a:lnTo>
                    <a:pt x="15569" y="28026"/>
                  </a:lnTo>
                  <a:lnTo>
                    <a:pt x="11809" y="28079"/>
                  </a:lnTo>
                  <a:lnTo>
                    <a:pt x="11087" y="27161"/>
                  </a:lnTo>
                  <a:lnTo>
                    <a:pt x="10911" y="23439"/>
                  </a:lnTo>
                  <a:lnTo>
                    <a:pt x="16280" y="23835"/>
                  </a:lnTo>
                  <a:lnTo>
                    <a:pt x="19267" y="13834"/>
                  </a:lnTo>
                  <a:lnTo>
                    <a:pt x="9283" y="13236"/>
                  </a:lnTo>
                  <a:lnTo>
                    <a:pt x="10032" y="8234"/>
                  </a:lnTo>
                  <a:lnTo>
                    <a:pt x="20273" y="10905"/>
                  </a:lnTo>
                  <a:lnTo>
                    <a:pt x="22598" y="7389"/>
                  </a:lnTo>
                  <a:lnTo>
                    <a:pt x="21885" y="4036"/>
                  </a:lnTo>
                  <a:lnTo>
                    <a:pt x="19788" y="3577"/>
                  </a:lnTo>
                  <a:lnTo>
                    <a:pt x="2052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3" name="ph5423"/>
            <p:cNvSpPr/>
            <p:nvPr/>
          </p:nvSpPr>
          <p:spPr>
            <a:xfrm>
              <a:off x="7124831" y="2640438"/>
              <a:ext cx="41971" cy="78364"/>
            </a:xfrm>
            <a:custGeom>
              <a:avLst/>
              <a:pathLst>
                <a:path w="41971" h="78364">
                  <a:moveTo>
                    <a:pt x="7912" y="806"/>
                  </a:moveTo>
                  <a:lnTo>
                    <a:pt x="12609" y="10997"/>
                  </a:lnTo>
                  <a:lnTo>
                    <a:pt x="15303" y="11155"/>
                  </a:lnTo>
                  <a:lnTo>
                    <a:pt x="19280" y="10033"/>
                  </a:lnTo>
                  <a:lnTo>
                    <a:pt x="21059" y="15368"/>
                  </a:lnTo>
                  <a:lnTo>
                    <a:pt x="26342" y="14509"/>
                  </a:lnTo>
                  <a:lnTo>
                    <a:pt x="29393" y="20514"/>
                  </a:lnTo>
                  <a:lnTo>
                    <a:pt x="33596" y="30304"/>
                  </a:lnTo>
                  <a:lnTo>
                    <a:pt x="34834" y="35974"/>
                  </a:lnTo>
                  <a:lnTo>
                    <a:pt x="38179" y="43367"/>
                  </a:lnTo>
                  <a:lnTo>
                    <a:pt x="38736" y="43387"/>
                  </a:lnTo>
                  <a:lnTo>
                    <a:pt x="41971" y="52186"/>
                  </a:lnTo>
                  <a:lnTo>
                    <a:pt x="40209" y="58892"/>
                  </a:lnTo>
                  <a:lnTo>
                    <a:pt x="33594" y="60266"/>
                  </a:lnTo>
                  <a:lnTo>
                    <a:pt x="31674" y="54122"/>
                  </a:lnTo>
                  <a:lnTo>
                    <a:pt x="28521" y="54954"/>
                  </a:lnTo>
                  <a:lnTo>
                    <a:pt x="28181" y="58169"/>
                  </a:lnTo>
                  <a:lnTo>
                    <a:pt x="33429" y="78081"/>
                  </a:lnTo>
                  <a:lnTo>
                    <a:pt x="29538" y="78364"/>
                  </a:lnTo>
                  <a:lnTo>
                    <a:pt x="28375" y="73419"/>
                  </a:lnTo>
                  <a:lnTo>
                    <a:pt x="28883" y="68717"/>
                  </a:lnTo>
                  <a:lnTo>
                    <a:pt x="24757" y="60967"/>
                  </a:lnTo>
                  <a:lnTo>
                    <a:pt x="24001" y="61095"/>
                  </a:lnTo>
                  <a:lnTo>
                    <a:pt x="23029" y="58401"/>
                  </a:lnTo>
                  <a:lnTo>
                    <a:pt x="21860" y="52776"/>
                  </a:lnTo>
                  <a:lnTo>
                    <a:pt x="25031" y="51940"/>
                  </a:lnTo>
                  <a:lnTo>
                    <a:pt x="21161" y="42283"/>
                  </a:lnTo>
                  <a:lnTo>
                    <a:pt x="17715" y="44087"/>
                  </a:lnTo>
                  <a:lnTo>
                    <a:pt x="12537" y="33997"/>
                  </a:lnTo>
                  <a:lnTo>
                    <a:pt x="11389" y="34538"/>
                  </a:lnTo>
                  <a:lnTo>
                    <a:pt x="9449" y="32457"/>
                  </a:lnTo>
                  <a:lnTo>
                    <a:pt x="4013" y="20490"/>
                  </a:lnTo>
                  <a:lnTo>
                    <a:pt x="4018" y="17507"/>
                  </a:lnTo>
                  <a:lnTo>
                    <a:pt x="6329" y="16706"/>
                  </a:lnTo>
                  <a:lnTo>
                    <a:pt x="650" y="2624"/>
                  </a:lnTo>
                  <a:lnTo>
                    <a:pt x="0" y="670"/>
                  </a:lnTo>
                  <a:lnTo>
                    <a:pt x="576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4" name="ph5424"/>
            <p:cNvSpPr/>
            <p:nvPr/>
          </p:nvSpPr>
          <p:spPr>
            <a:xfrm>
              <a:off x="6966496" y="2744805"/>
              <a:ext cx="85016" cy="60235"/>
            </a:xfrm>
            <a:custGeom>
              <a:avLst/>
              <a:pathLst>
                <a:path w="85016" h="60235">
                  <a:moveTo>
                    <a:pt x="47322" y="1121"/>
                  </a:moveTo>
                  <a:lnTo>
                    <a:pt x="53004" y="771"/>
                  </a:lnTo>
                  <a:lnTo>
                    <a:pt x="55191" y="3680"/>
                  </a:lnTo>
                  <a:lnTo>
                    <a:pt x="56028" y="8349"/>
                  </a:lnTo>
                  <a:lnTo>
                    <a:pt x="58882" y="12326"/>
                  </a:lnTo>
                  <a:lnTo>
                    <a:pt x="62025" y="14073"/>
                  </a:lnTo>
                  <a:lnTo>
                    <a:pt x="63841" y="12546"/>
                  </a:lnTo>
                  <a:lnTo>
                    <a:pt x="65198" y="12823"/>
                  </a:lnTo>
                  <a:lnTo>
                    <a:pt x="67799" y="9081"/>
                  </a:lnTo>
                  <a:lnTo>
                    <a:pt x="70577" y="9411"/>
                  </a:lnTo>
                  <a:lnTo>
                    <a:pt x="74750" y="16394"/>
                  </a:lnTo>
                  <a:lnTo>
                    <a:pt x="79143" y="15989"/>
                  </a:lnTo>
                  <a:lnTo>
                    <a:pt x="79633" y="16588"/>
                  </a:lnTo>
                  <a:lnTo>
                    <a:pt x="83052" y="23235"/>
                  </a:lnTo>
                  <a:lnTo>
                    <a:pt x="82200" y="30915"/>
                  </a:lnTo>
                  <a:lnTo>
                    <a:pt x="85016" y="38045"/>
                  </a:lnTo>
                  <a:lnTo>
                    <a:pt x="82880" y="40722"/>
                  </a:lnTo>
                  <a:lnTo>
                    <a:pt x="77634" y="38767"/>
                  </a:lnTo>
                  <a:lnTo>
                    <a:pt x="74803" y="38893"/>
                  </a:lnTo>
                  <a:lnTo>
                    <a:pt x="70994" y="36112"/>
                  </a:lnTo>
                  <a:lnTo>
                    <a:pt x="70745" y="33386"/>
                  </a:lnTo>
                  <a:lnTo>
                    <a:pt x="67209" y="29415"/>
                  </a:lnTo>
                  <a:lnTo>
                    <a:pt x="64120" y="28267"/>
                  </a:lnTo>
                  <a:lnTo>
                    <a:pt x="58350" y="27660"/>
                  </a:lnTo>
                  <a:lnTo>
                    <a:pt x="50702" y="29367"/>
                  </a:lnTo>
                  <a:lnTo>
                    <a:pt x="47346" y="29129"/>
                  </a:lnTo>
                  <a:lnTo>
                    <a:pt x="39299" y="26635"/>
                  </a:lnTo>
                  <a:lnTo>
                    <a:pt x="33263" y="32514"/>
                  </a:lnTo>
                  <a:lnTo>
                    <a:pt x="31461" y="31918"/>
                  </a:lnTo>
                  <a:lnTo>
                    <a:pt x="32020" y="28650"/>
                  </a:lnTo>
                  <a:lnTo>
                    <a:pt x="26368" y="28196"/>
                  </a:lnTo>
                  <a:lnTo>
                    <a:pt x="27741" y="36383"/>
                  </a:lnTo>
                  <a:lnTo>
                    <a:pt x="31759" y="41829"/>
                  </a:lnTo>
                  <a:lnTo>
                    <a:pt x="32157" y="45692"/>
                  </a:lnTo>
                  <a:lnTo>
                    <a:pt x="31373" y="56061"/>
                  </a:lnTo>
                  <a:lnTo>
                    <a:pt x="33587" y="58034"/>
                  </a:lnTo>
                  <a:lnTo>
                    <a:pt x="29866" y="60235"/>
                  </a:lnTo>
                  <a:lnTo>
                    <a:pt x="26946" y="57314"/>
                  </a:lnTo>
                  <a:lnTo>
                    <a:pt x="23630" y="57407"/>
                  </a:lnTo>
                  <a:lnTo>
                    <a:pt x="16815" y="53058"/>
                  </a:lnTo>
                  <a:lnTo>
                    <a:pt x="15061" y="50783"/>
                  </a:lnTo>
                  <a:lnTo>
                    <a:pt x="13060" y="50587"/>
                  </a:lnTo>
                  <a:lnTo>
                    <a:pt x="0" y="45671"/>
                  </a:lnTo>
                  <a:lnTo>
                    <a:pt x="2804" y="39675"/>
                  </a:lnTo>
                  <a:lnTo>
                    <a:pt x="502" y="38419"/>
                  </a:lnTo>
                  <a:lnTo>
                    <a:pt x="2296" y="30192"/>
                  </a:lnTo>
                  <a:lnTo>
                    <a:pt x="5583" y="26191"/>
                  </a:lnTo>
                  <a:lnTo>
                    <a:pt x="6341" y="23492"/>
                  </a:lnTo>
                  <a:lnTo>
                    <a:pt x="5971" y="18119"/>
                  </a:lnTo>
                  <a:lnTo>
                    <a:pt x="7964" y="10907"/>
                  </a:lnTo>
                  <a:lnTo>
                    <a:pt x="8568" y="9913"/>
                  </a:lnTo>
                  <a:lnTo>
                    <a:pt x="12628" y="10599"/>
                  </a:lnTo>
                  <a:lnTo>
                    <a:pt x="17136" y="10332"/>
                  </a:lnTo>
                  <a:lnTo>
                    <a:pt x="16202" y="7617"/>
                  </a:lnTo>
                  <a:lnTo>
                    <a:pt x="22675" y="4964"/>
                  </a:lnTo>
                  <a:lnTo>
                    <a:pt x="29978" y="7786"/>
                  </a:lnTo>
                  <a:lnTo>
                    <a:pt x="37147" y="7013"/>
                  </a:lnTo>
                  <a:lnTo>
                    <a:pt x="4350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5" name="ph5425"/>
            <p:cNvSpPr/>
            <p:nvPr/>
          </p:nvSpPr>
          <p:spPr>
            <a:xfrm>
              <a:off x="7058870" y="2774549"/>
              <a:ext cx="48835" cy="36984"/>
            </a:xfrm>
            <a:custGeom>
              <a:avLst/>
              <a:pathLst>
                <a:path w="48835" h="36984">
                  <a:moveTo>
                    <a:pt x="36145" y="2278"/>
                  </a:moveTo>
                  <a:lnTo>
                    <a:pt x="35826" y="5461"/>
                  </a:lnTo>
                  <a:lnTo>
                    <a:pt x="40132" y="3442"/>
                  </a:lnTo>
                  <a:lnTo>
                    <a:pt x="41026" y="3426"/>
                  </a:lnTo>
                  <a:lnTo>
                    <a:pt x="37539" y="9439"/>
                  </a:lnTo>
                  <a:lnTo>
                    <a:pt x="37296" y="11995"/>
                  </a:lnTo>
                  <a:lnTo>
                    <a:pt x="43987" y="14404"/>
                  </a:lnTo>
                  <a:lnTo>
                    <a:pt x="48835" y="20552"/>
                  </a:lnTo>
                  <a:lnTo>
                    <a:pt x="43775" y="19634"/>
                  </a:lnTo>
                  <a:lnTo>
                    <a:pt x="43110" y="24159"/>
                  </a:lnTo>
                  <a:lnTo>
                    <a:pt x="40195" y="30609"/>
                  </a:lnTo>
                  <a:lnTo>
                    <a:pt x="38461" y="31280"/>
                  </a:lnTo>
                  <a:lnTo>
                    <a:pt x="38881" y="32978"/>
                  </a:lnTo>
                  <a:lnTo>
                    <a:pt x="35391" y="35050"/>
                  </a:lnTo>
                  <a:lnTo>
                    <a:pt x="32919" y="34744"/>
                  </a:lnTo>
                  <a:lnTo>
                    <a:pt x="33169" y="32932"/>
                  </a:lnTo>
                  <a:lnTo>
                    <a:pt x="29246" y="33600"/>
                  </a:lnTo>
                  <a:lnTo>
                    <a:pt x="24614" y="36984"/>
                  </a:lnTo>
                  <a:lnTo>
                    <a:pt x="20054" y="36859"/>
                  </a:lnTo>
                  <a:lnTo>
                    <a:pt x="18200" y="32744"/>
                  </a:lnTo>
                  <a:lnTo>
                    <a:pt x="18134" y="26849"/>
                  </a:lnTo>
                  <a:lnTo>
                    <a:pt x="5214" y="27411"/>
                  </a:lnTo>
                  <a:lnTo>
                    <a:pt x="3461" y="22881"/>
                  </a:lnTo>
                  <a:lnTo>
                    <a:pt x="4202" y="19567"/>
                  </a:lnTo>
                  <a:lnTo>
                    <a:pt x="0" y="16055"/>
                  </a:lnTo>
                  <a:lnTo>
                    <a:pt x="6894" y="14127"/>
                  </a:lnTo>
                  <a:lnTo>
                    <a:pt x="6743" y="10506"/>
                  </a:lnTo>
                  <a:lnTo>
                    <a:pt x="7528" y="7795"/>
                  </a:lnTo>
                  <a:lnTo>
                    <a:pt x="16988" y="13856"/>
                  </a:lnTo>
                  <a:lnTo>
                    <a:pt x="21536" y="11190"/>
                  </a:lnTo>
                  <a:lnTo>
                    <a:pt x="23690" y="8573"/>
                  </a:lnTo>
                  <a:lnTo>
                    <a:pt x="28113" y="8613"/>
                  </a:lnTo>
                  <a:lnTo>
                    <a:pt x="30465" y="4489"/>
                  </a:lnTo>
                  <a:lnTo>
                    <a:pt x="32852" y="7671"/>
                  </a:lnTo>
                  <a:lnTo>
                    <a:pt x="34243" y="6983"/>
                  </a:lnTo>
                  <a:lnTo>
                    <a:pt x="34674" y="6549"/>
                  </a:lnTo>
                  <a:lnTo>
                    <a:pt x="33705" y="2705"/>
                  </a:lnTo>
                  <a:lnTo>
                    <a:pt x="32239" y="636"/>
                  </a:lnTo>
                  <a:lnTo>
                    <a:pt x="33064" y="39"/>
                  </a:lnTo>
                  <a:lnTo>
                    <a:pt x="3453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6" name="ph5426"/>
            <p:cNvSpPr/>
            <p:nvPr/>
          </p:nvSpPr>
          <p:spPr>
            <a:xfrm>
              <a:off x="6833117" y="2586266"/>
              <a:ext cx="69151" cy="93929"/>
            </a:xfrm>
            <a:custGeom>
              <a:avLst/>
              <a:pathLst>
                <a:path w="69151" h="93929">
                  <a:moveTo>
                    <a:pt x="63952" y="8793"/>
                  </a:moveTo>
                  <a:lnTo>
                    <a:pt x="69070" y="15557"/>
                  </a:lnTo>
                  <a:lnTo>
                    <a:pt x="64612" y="24253"/>
                  </a:lnTo>
                  <a:lnTo>
                    <a:pt x="62063" y="25027"/>
                  </a:lnTo>
                  <a:lnTo>
                    <a:pt x="66258" y="29357"/>
                  </a:lnTo>
                  <a:lnTo>
                    <a:pt x="63953" y="30907"/>
                  </a:lnTo>
                  <a:lnTo>
                    <a:pt x="69151" y="37089"/>
                  </a:lnTo>
                  <a:lnTo>
                    <a:pt x="60049" y="38692"/>
                  </a:lnTo>
                  <a:lnTo>
                    <a:pt x="61698" y="49101"/>
                  </a:lnTo>
                  <a:lnTo>
                    <a:pt x="58907" y="48952"/>
                  </a:lnTo>
                  <a:lnTo>
                    <a:pt x="54239" y="52749"/>
                  </a:lnTo>
                  <a:lnTo>
                    <a:pt x="53193" y="57561"/>
                  </a:lnTo>
                  <a:lnTo>
                    <a:pt x="55250" y="57577"/>
                  </a:lnTo>
                  <a:lnTo>
                    <a:pt x="54561" y="62868"/>
                  </a:lnTo>
                  <a:lnTo>
                    <a:pt x="46025" y="68758"/>
                  </a:lnTo>
                  <a:lnTo>
                    <a:pt x="43565" y="72716"/>
                  </a:lnTo>
                  <a:lnTo>
                    <a:pt x="43293" y="77638"/>
                  </a:lnTo>
                  <a:lnTo>
                    <a:pt x="35301" y="87510"/>
                  </a:lnTo>
                  <a:lnTo>
                    <a:pt x="34828" y="88623"/>
                  </a:lnTo>
                  <a:lnTo>
                    <a:pt x="33063" y="88477"/>
                  </a:lnTo>
                  <a:lnTo>
                    <a:pt x="30430" y="86656"/>
                  </a:lnTo>
                  <a:lnTo>
                    <a:pt x="24330" y="88203"/>
                  </a:lnTo>
                  <a:lnTo>
                    <a:pt x="21248" y="90897"/>
                  </a:lnTo>
                  <a:lnTo>
                    <a:pt x="19813" y="93929"/>
                  </a:lnTo>
                  <a:lnTo>
                    <a:pt x="18056" y="93269"/>
                  </a:lnTo>
                  <a:lnTo>
                    <a:pt x="17875" y="93208"/>
                  </a:lnTo>
                  <a:lnTo>
                    <a:pt x="13262" y="89398"/>
                  </a:lnTo>
                  <a:lnTo>
                    <a:pt x="15353" y="82638"/>
                  </a:lnTo>
                  <a:lnTo>
                    <a:pt x="8896" y="81102"/>
                  </a:lnTo>
                  <a:lnTo>
                    <a:pt x="11277" y="68927"/>
                  </a:lnTo>
                  <a:lnTo>
                    <a:pt x="767" y="70283"/>
                  </a:lnTo>
                  <a:lnTo>
                    <a:pt x="0" y="69670"/>
                  </a:lnTo>
                  <a:lnTo>
                    <a:pt x="864" y="67897"/>
                  </a:lnTo>
                  <a:lnTo>
                    <a:pt x="3020" y="68778"/>
                  </a:lnTo>
                  <a:lnTo>
                    <a:pt x="5960" y="61585"/>
                  </a:lnTo>
                  <a:lnTo>
                    <a:pt x="10093" y="60609"/>
                  </a:lnTo>
                  <a:lnTo>
                    <a:pt x="16519" y="56448"/>
                  </a:lnTo>
                  <a:lnTo>
                    <a:pt x="17153" y="50868"/>
                  </a:lnTo>
                  <a:lnTo>
                    <a:pt x="20560" y="45371"/>
                  </a:lnTo>
                  <a:lnTo>
                    <a:pt x="22913" y="43693"/>
                  </a:lnTo>
                  <a:lnTo>
                    <a:pt x="27687" y="43814"/>
                  </a:lnTo>
                  <a:lnTo>
                    <a:pt x="27523" y="45844"/>
                  </a:lnTo>
                  <a:lnTo>
                    <a:pt x="34547" y="47259"/>
                  </a:lnTo>
                  <a:lnTo>
                    <a:pt x="36816" y="45311"/>
                  </a:lnTo>
                  <a:lnTo>
                    <a:pt x="43001" y="48207"/>
                  </a:lnTo>
                  <a:lnTo>
                    <a:pt x="46120" y="44390"/>
                  </a:lnTo>
                  <a:lnTo>
                    <a:pt x="52116" y="46694"/>
                  </a:lnTo>
                  <a:lnTo>
                    <a:pt x="59444" y="48034"/>
                  </a:lnTo>
                  <a:lnTo>
                    <a:pt x="60662" y="46372"/>
                  </a:lnTo>
                  <a:lnTo>
                    <a:pt x="59155" y="39080"/>
                  </a:lnTo>
                  <a:lnTo>
                    <a:pt x="46164" y="41518"/>
                  </a:lnTo>
                  <a:lnTo>
                    <a:pt x="50429" y="27343"/>
                  </a:lnTo>
                  <a:lnTo>
                    <a:pt x="42677" y="27229"/>
                  </a:lnTo>
                  <a:lnTo>
                    <a:pt x="38811" y="19283"/>
                  </a:lnTo>
                  <a:lnTo>
                    <a:pt x="39343" y="17320"/>
                  </a:lnTo>
                  <a:lnTo>
                    <a:pt x="41836" y="8107"/>
                  </a:lnTo>
                  <a:lnTo>
                    <a:pt x="46432" y="7808"/>
                  </a:lnTo>
                  <a:lnTo>
                    <a:pt x="47045" y="753"/>
                  </a:lnTo>
                  <a:lnTo>
                    <a:pt x="54976" y="1732"/>
                  </a:lnTo>
                  <a:lnTo>
                    <a:pt x="6042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7" name="ph5427"/>
            <p:cNvSpPr/>
            <p:nvPr/>
          </p:nvSpPr>
          <p:spPr>
            <a:xfrm>
              <a:off x="6954229" y="2632745"/>
              <a:ext cx="35171" cy="41488"/>
            </a:xfrm>
            <a:custGeom>
              <a:avLst/>
              <a:pathLst>
                <a:path w="35171" h="41488">
                  <a:moveTo>
                    <a:pt x="21502" y="2121"/>
                  </a:moveTo>
                  <a:lnTo>
                    <a:pt x="25193" y="6658"/>
                  </a:lnTo>
                  <a:lnTo>
                    <a:pt x="29027" y="7955"/>
                  </a:lnTo>
                  <a:lnTo>
                    <a:pt x="26499" y="11281"/>
                  </a:lnTo>
                  <a:lnTo>
                    <a:pt x="34389" y="16863"/>
                  </a:lnTo>
                  <a:lnTo>
                    <a:pt x="35171" y="27631"/>
                  </a:lnTo>
                  <a:lnTo>
                    <a:pt x="31723" y="26573"/>
                  </a:lnTo>
                  <a:lnTo>
                    <a:pt x="29348" y="27173"/>
                  </a:lnTo>
                  <a:lnTo>
                    <a:pt x="28652" y="30903"/>
                  </a:lnTo>
                  <a:lnTo>
                    <a:pt x="23015" y="30915"/>
                  </a:lnTo>
                  <a:lnTo>
                    <a:pt x="23719" y="38371"/>
                  </a:lnTo>
                  <a:lnTo>
                    <a:pt x="20173" y="41488"/>
                  </a:lnTo>
                  <a:lnTo>
                    <a:pt x="15832" y="39350"/>
                  </a:lnTo>
                  <a:lnTo>
                    <a:pt x="7977" y="32147"/>
                  </a:lnTo>
                  <a:lnTo>
                    <a:pt x="5901" y="34395"/>
                  </a:lnTo>
                  <a:lnTo>
                    <a:pt x="8488" y="37632"/>
                  </a:lnTo>
                  <a:lnTo>
                    <a:pt x="6979" y="39736"/>
                  </a:lnTo>
                  <a:lnTo>
                    <a:pt x="5069" y="40188"/>
                  </a:lnTo>
                  <a:lnTo>
                    <a:pt x="5789" y="39450"/>
                  </a:lnTo>
                  <a:lnTo>
                    <a:pt x="5240" y="37910"/>
                  </a:lnTo>
                  <a:lnTo>
                    <a:pt x="548" y="32376"/>
                  </a:lnTo>
                  <a:lnTo>
                    <a:pt x="2140" y="32478"/>
                  </a:lnTo>
                  <a:lnTo>
                    <a:pt x="7379" y="25046"/>
                  </a:lnTo>
                  <a:lnTo>
                    <a:pt x="6626" y="22032"/>
                  </a:lnTo>
                  <a:lnTo>
                    <a:pt x="2249" y="21365"/>
                  </a:lnTo>
                  <a:lnTo>
                    <a:pt x="543" y="22189"/>
                  </a:lnTo>
                  <a:lnTo>
                    <a:pt x="0" y="21017"/>
                  </a:lnTo>
                  <a:lnTo>
                    <a:pt x="1000" y="16074"/>
                  </a:lnTo>
                  <a:lnTo>
                    <a:pt x="2045" y="14467"/>
                  </a:lnTo>
                  <a:lnTo>
                    <a:pt x="10309" y="10063"/>
                  </a:lnTo>
                  <a:lnTo>
                    <a:pt x="15140" y="9588"/>
                  </a:lnTo>
                  <a:lnTo>
                    <a:pt x="15863" y="7510"/>
                  </a:lnTo>
                  <a:lnTo>
                    <a:pt x="13614" y="7010"/>
                  </a:lnTo>
                  <a:lnTo>
                    <a:pt x="13544" y="7702"/>
                  </a:lnTo>
                  <a:lnTo>
                    <a:pt x="12568" y="7672"/>
                  </a:lnTo>
                  <a:lnTo>
                    <a:pt x="12788" y="4488"/>
                  </a:lnTo>
                  <a:lnTo>
                    <a:pt x="13659" y="1418"/>
                  </a:lnTo>
                  <a:lnTo>
                    <a:pt x="17419" y="1364"/>
                  </a:lnTo>
                  <a:lnTo>
                    <a:pt x="1766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8" name="ph5428"/>
            <p:cNvSpPr/>
            <p:nvPr/>
          </p:nvSpPr>
          <p:spPr>
            <a:xfrm>
              <a:off x="6957584" y="2529269"/>
              <a:ext cx="53377" cy="89120"/>
            </a:xfrm>
            <a:custGeom>
              <a:avLst/>
              <a:pathLst>
                <a:path w="53377" h="89120">
                  <a:moveTo>
                    <a:pt x="15861" y="3618"/>
                  </a:moveTo>
                  <a:lnTo>
                    <a:pt x="17181" y="7044"/>
                  </a:lnTo>
                  <a:lnTo>
                    <a:pt x="22081" y="10990"/>
                  </a:lnTo>
                  <a:lnTo>
                    <a:pt x="26256" y="12257"/>
                  </a:lnTo>
                  <a:lnTo>
                    <a:pt x="27712" y="19247"/>
                  </a:lnTo>
                  <a:lnTo>
                    <a:pt x="30281" y="19690"/>
                  </a:lnTo>
                  <a:lnTo>
                    <a:pt x="32426" y="21208"/>
                  </a:lnTo>
                  <a:lnTo>
                    <a:pt x="30573" y="31049"/>
                  </a:lnTo>
                  <a:lnTo>
                    <a:pt x="33622" y="31082"/>
                  </a:lnTo>
                  <a:lnTo>
                    <a:pt x="28486" y="35411"/>
                  </a:lnTo>
                  <a:lnTo>
                    <a:pt x="24520" y="33907"/>
                  </a:lnTo>
                  <a:lnTo>
                    <a:pt x="27873" y="42778"/>
                  </a:lnTo>
                  <a:lnTo>
                    <a:pt x="31283" y="41962"/>
                  </a:lnTo>
                  <a:lnTo>
                    <a:pt x="34099" y="45213"/>
                  </a:lnTo>
                  <a:lnTo>
                    <a:pt x="28462" y="45509"/>
                  </a:lnTo>
                  <a:lnTo>
                    <a:pt x="28799" y="46612"/>
                  </a:lnTo>
                  <a:lnTo>
                    <a:pt x="36982" y="47974"/>
                  </a:lnTo>
                  <a:lnTo>
                    <a:pt x="37462" y="49628"/>
                  </a:lnTo>
                  <a:lnTo>
                    <a:pt x="52320" y="50652"/>
                  </a:lnTo>
                  <a:lnTo>
                    <a:pt x="52515" y="51886"/>
                  </a:lnTo>
                  <a:lnTo>
                    <a:pt x="52997" y="54458"/>
                  </a:lnTo>
                  <a:lnTo>
                    <a:pt x="52413" y="66352"/>
                  </a:lnTo>
                  <a:lnTo>
                    <a:pt x="50034" y="66990"/>
                  </a:lnTo>
                  <a:lnTo>
                    <a:pt x="53377" y="79747"/>
                  </a:lnTo>
                  <a:lnTo>
                    <a:pt x="52377" y="81463"/>
                  </a:lnTo>
                  <a:lnTo>
                    <a:pt x="43710" y="83451"/>
                  </a:lnTo>
                  <a:lnTo>
                    <a:pt x="44214" y="88143"/>
                  </a:lnTo>
                  <a:lnTo>
                    <a:pt x="33819" y="89120"/>
                  </a:lnTo>
                  <a:lnTo>
                    <a:pt x="23158" y="79535"/>
                  </a:lnTo>
                  <a:lnTo>
                    <a:pt x="19017" y="76815"/>
                  </a:lnTo>
                  <a:lnTo>
                    <a:pt x="18283" y="80393"/>
                  </a:lnTo>
                  <a:lnTo>
                    <a:pt x="20380" y="80851"/>
                  </a:lnTo>
                  <a:lnTo>
                    <a:pt x="21093" y="84204"/>
                  </a:lnTo>
                  <a:lnTo>
                    <a:pt x="18768" y="87720"/>
                  </a:lnTo>
                  <a:lnTo>
                    <a:pt x="8527" y="85049"/>
                  </a:lnTo>
                  <a:lnTo>
                    <a:pt x="9454" y="78887"/>
                  </a:lnTo>
                  <a:lnTo>
                    <a:pt x="11656" y="79263"/>
                  </a:lnTo>
                  <a:lnTo>
                    <a:pt x="11400" y="77013"/>
                  </a:lnTo>
                  <a:lnTo>
                    <a:pt x="9823" y="73727"/>
                  </a:lnTo>
                  <a:lnTo>
                    <a:pt x="9485" y="68203"/>
                  </a:lnTo>
                  <a:lnTo>
                    <a:pt x="6322" y="66256"/>
                  </a:lnTo>
                  <a:lnTo>
                    <a:pt x="5444" y="59462"/>
                  </a:lnTo>
                  <a:lnTo>
                    <a:pt x="0" y="60622"/>
                  </a:lnTo>
                  <a:lnTo>
                    <a:pt x="2686" y="52170"/>
                  </a:lnTo>
                  <a:lnTo>
                    <a:pt x="841" y="45736"/>
                  </a:lnTo>
                  <a:lnTo>
                    <a:pt x="1261" y="28767"/>
                  </a:lnTo>
                  <a:lnTo>
                    <a:pt x="5536" y="29524"/>
                  </a:lnTo>
                  <a:lnTo>
                    <a:pt x="8011" y="28882"/>
                  </a:lnTo>
                  <a:lnTo>
                    <a:pt x="5907" y="24844"/>
                  </a:lnTo>
                  <a:lnTo>
                    <a:pt x="3808" y="24968"/>
                  </a:lnTo>
                  <a:lnTo>
                    <a:pt x="2692" y="23012"/>
                  </a:lnTo>
                  <a:lnTo>
                    <a:pt x="5629" y="18818"/>
                  </a:lnTo>
                  <a:lnTo>
                    <a:pt x="3249" y="16602"/>
                  </a:lnTo>
                  <a:lnTo>
                    <a:pt x="6760" y="15656"/>
                  </a:lnTo>
                  <a:lnTo>
                    <a:pt x="11774" y="14121"/>
                  </a:lnTo>
                  <a:lnTo>
                    <a:pt x="11301" y="1142"/>
                  </a:lnTo>
                  <a:lnTo>
                    <a:pt x="1591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9" name="ph5429"/>
            <p:cNvSpPr/>
            <p:nvPr/>
          </p:nvSpPr>
          <p:spPr>
            <a:xfrm>
              <a:off x="6958665" y="2719781"/>
              <a:ext cx="21488" cy="15957"/>
            </a:xfrm>
            <a:custGeom>
              <a:avLst/>
              <a:pathLst>
                <a:path w="21488" h="15957">
                  <a:moveTo>
                    <a:pt x="12309" y="0"/>
                  </a:moveTo>
                  <a:lnTo>
                    <a:pt x="17714" y="1902"/>
                  </a:lnTo>
                  <a:lnTo>
                    <a:pt x="18460" y="6403"/>
                  </a:lnTo>
                  <a:lnTo>
                    <a:pt x="21488" y="13629"/>
                  </a:lnTo>
                  <a:lnTo>
                    <a:pt x="17067" y="15427"/>
                  </a:lnTo>
                  <a:lnTo>
                    <a:pt x="14609" y="14885"/>
                  </a:lnTo>
                  <a:lnTo>
                    <a:pt x="12244" y="12768"/>
                  </a:lnTo>
                  <a:lnTo>
                    <a:pt x="9859" y="14655"/>
                  </a:lnTo>
                  <a:lnTo>
                    <a:pt x="9906" y="15534"/>
                  </a:lnTo>
                  <a:lnTo>
                    <a:pt x="8020" y="15957"/>
                  </a:lnTo>
                  <a:lnTo>
                    <a:pt x="3291" y="6898"/>
                  </a:lnTo>
                  <a:lnTo>
                    <a:pt x="0" y="3993"/>
                  </a:lnTo>
                  <a:lnTo>
                    <a:pt x="92" y="2087"/>
                  </a:lnTo>
                  <a:lnTo>
                    <a:pt x="4388" y="705"/>
                  </a:lnTo>
                  <a:lnTo>
                    <a:pt x="5505" y="1460"/>
                  </a:lnTo>
                  <a:lnTo>
                    <a:pt x="8762" y="123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0" name="ph5430"/>
            <p:cNvSpPr/>
            <p:nvPr/>
          </p:nvSpPr>
          <p:spPr>
            <a:xfrm>
              <a:off x="7226793" y="2741388"/>
              <a:ext cx="33312" cy="38722"/>
            </a:xfrm>
            <a:custGeom>
              <a:avLst/>
              <a:pathLst>
                <a:path w="33312" h="38722">
                  <a:moveTo>
                    <a:pt x="18436" y="2192"/>
                  </a:moveTo>
                  <a:lnTo>
                    <a:pt x="20855" y="3387"/>
                  </a:lnTo>
                  <a:lnTo>
                    <a:pt x="22476" y="2755"/>
                  </a:lnTo>
                  <a:lnTo>
                    <a:pt x="23661" y="1113"/>
                  </a:lnTo>
                  <a:lnTo>
                    <a:pt x="25491" y="944"/>
                  </a:lnTo>
                  <a:lnTo>
                    <a:pt x="26242" y="1599"/>
                  </a:lnTo>
                  <a:lnTo>
                    <a:pt x="27431" y="4581"/>
                  </a:lnTo>
                  <a:lnTo>
                    <a:pt x="23654" y="3195"/>
                  </a:lnTo>
                  <a:lnTo>
                    <a:pt x="22067" y="3606"/>
                  </a:lnTo>
                  <a:lnTo>
                    <a:pt x="21900" y="5475"/>
                  </a:lnTo>
                  <a:lnTo>
                    <a:pt x="22873" y="6964"/>
                  </a:lnTo>
                  <a:lnTo>
                    <a:pt x="22064" y="9312"/>
                  </a:lnTo>
                  <a:lnTo>
                    <a:pt x="26033" y="17620"/>
                  </a:lnTo>
                  <a:lnTo>
                    <a:pt x="29201" y="15751"/>
                  </a:lnTo>
                  <a:lnTo>
                    <a:pt x="28677" y="18860"/>
                  </a:lnTo>
                  <a:lnTo>
                    <a:pt x="32228" y="21380"/>
                  </a:lnTo>
                  <a:lnTo>
                    <a:pt x="33312" y="24497"/>
                  </a:lnTo>
                  <a:lnTo>
                    <a:pt x="30878" y="27810"/>
                  </a:lnTo>
                  <a:lnTo>
                    <a:pt x="25597" y="31773"/>
                  </a:lnTo>
                  <a:lnTo>
                    <a:pt x="20988" y="33512"/>
                  </a:lnTo>
                  <a:lnTo>
                    <a:pt x="21109" y="35588"/>
                  </a:lnTo>
                  <a:lnTo>
                    <a:pt x="17265" y="38118"/>
                  </a:lnTo>
                  <a:lnTo>
                    <a:pt x="16233" y="38129"/>
                  </a:lnTo>
                  <a:lnTo>
                    <a:pt x="13679" y="36263"/>
                  </a:lnTo>
                  <a:lnTo>
                    <a:pt x="12866" y="37413"/>
                  </a:lnTo>
                  <a:lnTo>
                    <a:pt x="13698" y="37904"/>
                  </a:lnTo>
                  <a:lnTo>
                    <a:pt x="11956" y="38722"/>
                  </a:lnTo>
                  <a:lnTo>
                    <a:pt x="10668" y="38221"/>
                  </a:lnTo>
                  <a:lnTo>
                    <a:pt x="7871" y="34346"/>
                  </a:lnTo>
                  <a:lnTo>
                    <a:pt x="114" y="30666"/>
                  </a:lnTo>
                  <a:lnTo>
                    <a:pt x="0" y="27077"/>
                  </a:lnTo>
                  <a:lnTo>
                    <a:pt x="2450" y="27248"/>
                  </a:lnTo>
                  <a:lnTo>
                    <a:pt x="3460" y="18589"/>
                  </a:lnTo>
                  <a:lnTo>
                    <a:pt x="2379" y="14424"/>
                  </a:lnTo>
                  <a:lnTo>
                    <a:pt x="10853" y="6381"/>
                  </a:lnTo>
                  <a:lnTo>
                    <a:pt x="11934" y="7907"/>
                  </a:lnTo>
                  <a:lnTo>
                    <a:pt x="15363" y="5801"/>
                  </a:lnTo>
                  <a:lnTo>
                    <a:pt x="13830" y="3613"/>
                  </a:lnTo>
                  <a:lnTo>
                    <a:pt x="1771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1" name="ph5431"/>
            <p:cNvSpPr/>
            <p:nvPr/>
          </p:nvSpPr>
          <p:spPr>
            <a:xfrm>
              <a:off x="7084037" y="2710840"/>
              <a:ext cx="58465" cy="34764"/>
            </a:xfrm>
            <a:custGeom>
              <a:avLst/>
              <a:pathLst>
                <a:path w="58465" h="34764">
                  <a:moveTo>
                    <a:pt x="24623" y="340"/>
                  </a:moveTo>
                  <a:lnTo>
                    <a:pt x="27225" y="2959"/>
                  </a:lnTo>
                  <a:lnTo>
                    <a:pt x="37742" y="782"/>
                  </a:lnTo>
                  <a:lnTo>
                    <a:pt x="42913" y="2214"/>
                  </a:lnTo>
                  <a:lnTo>
                    <a:pt x="45102" y="1878"/>
                  </a:lnTo>
                  <a:lnTo>
                    <a:pt x="48720" y="10846"/>
                  </a:lnTo>
                  <a:lnTo>
                    <a:pt x="48420" y="22736"/>
                  </a:lnTo>
                  <a:lnTo>
                    <a:pt x="52152" y="24021"/>
                  </a:lnTo>
                  <a:lnTo>
                    <a:pt x="55374" y="26152"/>
                  </a:lnTo>
                  <a:lnTo>
                    <a:pt x="57754" y="31054"/>
                  </a:lnTo>
                  <a:lnTo>
                    <a:pt x="58465" y="34764"/>
                  </a:lnTo>
                  <a:lnTo>
                    <a:pt x="55586" y="33843"/>
                  </a:lnTo>
                  <a:lnTo>
                    <a:pt x="54176" y="34476"/>
                  </a:lnTo>
                  <a:lnTo>
                    <a:pt x="47437" y="34346"/>
                  </a:lnTo>
                  <a:lnTo>
                    <a:pt x="41628" y="26199"/>
                  </a:lnTo>
                  <a:lnTo>
                    <a:pt x="32712" y="21994"/>
                  </a:lnTo>
                  <a:lnTo>
                    <a:pt x="26946" y="18383"/>
                  </a:lnTo>
                  <a:lnTo>
                    <a:pt x="24495" y="20066"/>
                  </a:lnTo>
                  <a:lnTo>
                    <a:pt x="21438" y="14320"/>
                  </a:lnTo>
                  <a:lnTo>
                    <a:pt x="24633" y="12636"/>
                  </a:lnTo>
                  <a:lnTo>
                    <a:pt x="23825" y="11317"/>
                  </a:lnTo>
                  <a:lnTo>
                    <a:pt x="19128" y="14629"/>
                  </a:lnTo>
                  <a:lnTo>
                    <a:pt x="19533" y="18474"/>
                  </a:lnTo>
                  <a:lnTo>
                    <a:pt x="14250" y="17428"/>
                  </a:lnTo>
                  <a:lnTo>
                    <a:pt x="9977" y="21096"/>
                  </a:lnTo>
                  <a:lnTo>
                    <a:pt x="7779" y="21644"/>
                  </a:lnTo>
                  <a:lnTo>
                    <a:pt x="7011" y="20521"/>
                  </a:lnTo>
                  <a:lnTo>
                    <a:pt x="7953" y="20197"/>
                  </a:lnTo>
                  <a:lnTo>
                    <a:pt x="6972" y="18332"/>
                  </a:lnTo>
                  <a:lnTo>
                    <a:pt x="3508" y="13257"/>
                  </a:lnTo>
                  <a:lnTo>
                    <a:pt x="0" y="9711"/>
                  </a:lnTo>
                  <a:lnTo>
                    <a:pt x="8958" y="8919"/>
                  </a:lnTo>
                  <a:lnTo>
                    <a:pt x="10447" y="12789"/>
                  </a:lnTo>
                  <a:lnTo>
                    <a:pt x="15555" y="10710"/>
                  </a:lnTo>
                  <a:lnTo>
                    <a:pt x="18410" y="13564"/>
                  </a:lnTo>
                  <a:lnTo>
                    <a:pt x="20523" y="12599"/>
                  </a:lnTo>
                  <a:lnTo>
                    <a:pt x="16412" y="4607"/>
                  </a:lnTo>
                  <a:lnTo>
                    <a:pt x="2134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2" name="ph5432"/>
            <p:cNvSpPr/>
            <p:nvPr/>
          </p:nvSpPr>
          <p:spPr>
            <a:xfrm>
              <a:off x="7161929" y="2736075"/>
              <a:ext cx="36403" cy="69211"/>
            </a:xfrm>
            <a:custGeom>
              <a:avLst/>
              <a:pathLst>
                <a:path w="36403" h="69211">
                  <a:moveTo>
                    <a:pt x="10891" y="0"/>
                  </a:moveTo>
                  <a:lnTo>
                    <a:pt x="12455" y="842"/>
                  </a:lnTo>
                  <a:lnTo>
                    <a:pt x="11028" y="6109"/>
                  </a:lnTo>
                  <a:lnTo>
                    <a:pt x="13346" y="18971"/>
                  </a:lnTo>
                  <a:lnTo>
                    <a:pt x="14236" y="21696"/>
                  </a:lnTo>
                  <a:lnTo>
                    <a:pt x="17329" y="21748"/>
                  </a:lnTo>
                  <a:lnTo>
                    <a:pt x="17263" y="26867"/>
                  </a:lnTo>
                  <a:lnTo>
                    <a:pt x="17871" y="27740"/>
                  </a:lnTo>
                  <a:lnTo>
                    <a:pt x="19554" y="28412"/>
                  </a:lnTo>
                  <a:lnTo>
                    <a:pt x="28702" y="27695"/>
                  </a:lnTo>
                  <a:lnTo>
                    <a:pt x="36390" y="32110"/>
                  </a:lnTo>
                  <a:lnTo>
                    <a:pt x="36403" y="34022"/>
                  </a:lnTo>
                  <a:lnTo>
                    <a:pt x="34020" y="36725"/>
                  </a:lnTo>
                  <a:lnTo>
                    <a:pt x="29656" y="42407"/>
                  </a:lnTo>
                  <a:lnTo>
                    <a:pt x="29698" y="45297"/>
                  </a:lnTo>
                  <a:lnTo>
                    <a:pt x="32041" y="48111"/>
                  </a:lnTo>
                  <a:lnTo>
                    <a:pt x="33270" y="51338"/>
                  </a:lnTo>
                  <a:lnTo>
                    <a:pt x="31252" y="57397"/>
                  </a:lnTo>
                  <a:lnTo>
                    <a:pt x="32033" y="57426"/>
                  </a:lnTo>
                  <a:lnTo>
                    <a:pt x="29995" y="59840"/>
                  </a:lnTo>
                  <a:lnTo>
                    <a:pt x="28648" y="60143"/>
                  </a:lnTo>
                  <a:lnTo>
                    <a:pt x="29172" y="62567"/>
                  </a:lnTo>
                  <a:lnTo>
                    <a:pt x="31481" y="66347"/>
                  </a:lnTo>
                  <a:lnTo>
                    <a:pt x="30348" y="67908"/>
                  </a:lnTo>
                  <a:lnTo>
                    <a:pt x="26356" y="69211"/>
                  </a:lnTo>
                  <a:lnTo>
                    <a:pt x="23597" y="68378"/>
                  </a:lnTo>
                  <a:lnTo>
                    <a:pt x="16603" y="68752"/>
                  </a:lnTo>
                  <a:lnTo>
                    <a:pt x="14883" y="62410"/>
                  </a:lnTo>
                  <a:lnTo>
                    <a:pt x="16455" y="55254"/>
                  </a:lnTo>
                  <a:lnTo>
                    <a:pt x="15141" y="53454"/>
                  </a:lnTo>
                  <a:lnTo>
                    <a:pt x="11018" y="50486"/>
                  </a:lnTo>
                  <a:lnTo>
                    <a:pt x="8922" y="44908"/>
                  </a:lnTo>
                  <a:lnTo>
                    <a:pt x="6975" y="42762"/>
                  </a:lnTo>
                  <a:lnTo>
                    <a:pt x="7217" y="40056"/>
                  </a:lnTo>
                  <a:lnTo>
                    <a:pt x="9092" y="35734"/>
                  </a:lnTo>
                  <a:lnTo>
                    <a:pt x="11792" y="35604"/>
                  </a:lnTo>
                  <a:lnTo>
                    <a:pt x="9489" y="27553"/>
                  </a:lnTo>
                  <a:lnTo>
                    <a:pt x="4044" y="26030"/>
                  </a:lnTo>
                  <a:lnTo>
                    <a:pt x="1017" y="21005"/>
                  </a:lnTo>
                  <a:lnTo>
                    <a:pt x="0" y="10882"/>
                  </a:lnTo>
                  <a:lnTo>
                    <a:pt x="1450" y="8407"/>
                  </a:lnTo>
                  <a:lnTo>
                    <a:pt x="4031" y="7234"/>
                  </a:lnTo>
                  <a:lnTo>
                    <a:pt x="3408" y="3909"/>
                  </a:lnTo>
                  <a:lnTo>
                    <a:pt x="5760" y="113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3" name="ph5433"/>
            <p:cNvSpPr/>
            <p:nvPr/>
          </p:nvSpPr>
          <p:spPr>
            <a:xfrm>
              <a:off x="6967547" y="2683011"/>
              <a:ext cx="47864" cy="46158"/>
            </a:xfrm>
            <a:custGeom>
              <a:avLst/>
              <a:pathLst>
                <a:path w="47864" h="46158">
                  <a:moveTo>
                    <a:pt x="43137" y="320"/>
                  </a:moveTo>
                  <a:lnTo>
                    <a:pt x="45044" y="1900"/>
                  </a:lnTo>
                  <a:lnTo>
                    <a:pt x="45953" y="6943"/>
                  </a:lnTo>
                  <a:lnTo>
                    <a:pt x="47864" y="5903"/>
                  </a:lnTo>
                  <a:lnTo>
                    <a:pt x="43058" y="9260"/>
                  </a:lnTo>
                  <a:lnTo>
                    <a:pt x="44631" y="14783"/>
                  </a:lnTo>
                  <a:lnTo>
                    <a:pt x="38270" y="16853"/>
                  </a:lnTo>
                  <a:lnTo>
                    <a:pt x="30568" y="23209"/>
                  </a:lnTo>
                  <a:lnTo>
                    <a:pt x="30920" y="25377"/>
                  </a:lnTo>
                  <a:lnTo>
                    <a:pt x="33816" y="29380"/>
                  </a:lnTo>
                  <a:lnTo>
                    <a:pt x="35252" y="36818"/>
                  </a:lnTo>
                  <a:lnTo>
                    <a:pt x="34650" y="38581"/>
                  </a:lnTo>
                  <a:lnTo>
                    <a:pt x="32514" y="40111"/>
                  </a:lnTo>
                  <a:lnTo>
                    <a:pt x="32739" y="44676"/>
                  </a:lnTo>
                  <a:lnTo>
                    <a:pt x="29686" y="45321"/>
                  </a:lnTo>
                  <a:lnTo>
                    <a:pt x="27807" y="44726"/>
                  </a:lnTo>
                  <a:lnTo>
                    <a:pt x="27873" y="43379"/>
                  </a:lnTo>
                  <a:lnTo>
                    <a:pt x="26390" y="42551"/>
                  </a:lnTo>
                  <a:lnTo>
                    <a:pt x="23344" y="42589"/>
                  </a:lnTo>
                  <a:lnTo>
                    <a:pt x="22170" y="43448"/>
                  </a:lnTo>
                  <a:lnTo>
                    <a:pt x="23289" y="46158"/>
                  </a:lnTo>
                  <a:lnTo>
                    <a:pt x="20399" y="44694"/>
                  </a:lnTo>
                  <a:lnTo>
                    <a:pt x="16793" y="39043"/>
                  </a:lnTo>
                  <a:lnTo>
                    <a:pt x="18733" y="37055"/>
                  </a:lnTo>
                  <a:lnTo>
                    <a:pt x="16450" y="31957"/>
                  </a:lnTo>
                  <a:lnTo>
                    <a:pt x="14755" y="24014"/>
                  </a:lnTo>
                  <a:lnTo>
                    <a:pt x="13274" y="23440"/>
                  </a:lnTo>
                  <a:lnTo>
                    <a:pt x="7521" y="24311"/>
                  </a:lnTo>
                  <a:lnTo>
                    <a:pt x="6871" y="22952"/>
                  </a:lnTo>
                  <a:lnTo>
                    <a:pt x="0" y="18980"/>
                  </a:lnTo>
                  <a:lnTo>
                    <a:pt x="6050" y="11153"/>
                  </a:lnTo>
                  <a:lnTo>
                    <a:pt x="10634" y="9779"/>
                  </a:lnTo>
                  <a:lnTo>
                    <a:pt x="16196" y="13068"/>
                  </a:lnTo>
                  <a:lnTo>
                    <a:pt x="34799" y="8756"/>
                  </a:lnTo>
                  <a:lnTo>
                    <a:pt x="35897" y="7195"/>
                  </a:lnTo>
                  <a:lnTo>
                    <a:pt x="36473" y="2640"/>
                  </a:lnTo>
                  <a:lnTo>
                    <a:pt x="38937" y="218"/>
                  </a:lnTo>
                  <a:lnTo>
                    <a:pt x="4096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4" name="ph5434"/>
            <p:cNvSpPr/>
            <p:nvPr/>
          </p:nvSpPr>
          <p:spPr>
            <a:xfrm>
              <a:off x="6887282" y="2720936"/>
              <a:ext cx="56077" cy="44972"/>
            </a:xfrm>
            <a:custGeom>
              <a:avLst/>
              <a:pathLst>
                <a:path w="56077" h="44972">
                  <a:moveTo>
                    <a:pt x="37301" y="2411"/>
                  </a:moveTo>
                  <a:lnTo>
                    <a:pt x="37289" y="4483"/>
                  </a:lnTo>
                  <a:lnTo>
                    <a:pt x="40876" y="8352"/>
                  </a:lnTo>
                  <a:lnTo>
                    <a:pt x="43931" y="10309"/>
                  </a:lnTo>
                  <a:lnTo>
                    <a:pt x="40966" y="16113"/>
                  </a:lnTo>
                  <a:lnTo>
                    <a:pt x="41959" y="16991"/>
                  </a:lnTo>
                  <a:lnTo>
                    <a:pt x="49091" y="18467"/>
                  </a:lnTo>
                  <a:lnTo>
                    <a:pt x="54184" y="21155"/>
                  </a:lnTo>
                  <a:lnTo>
                    <a:pt x="56077" y="23005"/>
                  </a:lnTo>
                  <a:lnTo>
                    <a:pt x="51002" y="27596"/>
                  </a:lnTo>
                  <a:lnTo>
                    <a:pt x="46772" y="29269"/>
                  </a:lnTo>
                  <a:lnTo>
                    <a:pt x="45739" y="28495"/>
                  </a:lnTo>
                  <a:lnTo>
                    <a:pt x="38863" y="30186"/>
                  </a:lnTo>
                  <a:lnTo>
                    <a:pt x="36046" y="44052"/>
                  </a:lnTo>
                  <a:lnTo>
                    <a:pt x="35032" y="44015"/>
                  </a:lnTo>
                  <a:lnTo>
                    <a:pt x="29504" y="43079"/>
                  </a:lnTo>
                  <a:lnTo>
                    <a:pt x="26919" y="43460"/>
                  </a:lnTo>
                  <a:lnTo>
                    <a:pt x="22504" y="41556"/>
                  </a:lnTo>
                  <a:lnTo>
                    <a:pt x="16901" y="41047"/>
                  </a:lnTo>
                  <a:lnTo>
                    <a:pt x="9885" y="42970"/>
                  </a:lnTo>
                  <a:lnTo>
                    <a:pt x="3626" y="42676"/>
                  </a:lnTo>
                  <a:lnTo>
                    <a:pt x="887" y="44972"/>
                  </a:lnTo>
                  <a:lnTo>
                    <a:pt x="0" y="42331"/>
                  </a:lnTo>
                  <a:lnTo>
                    <a:pt x="2467" y="37403"/>
                  </a:lnTo>
                  <a:lnTo>
                    <a:pt x="11366" y="31996"/>
                  </a:lnTo>
                  <a:lnTo>
                    <a:pt x="11145" y="30692"/>
                  </a:lnTo>
                  <a:lnTo>
                    <a:pt x="9037" y="28644"/>
                  </a:lnTo>
                  <a:lnTo>
                    <a:pt x="12758" y="24595"/>
                  </a:lnTo>
                  <a:lnTo>
                    <a:pt x="21358" y="17836"/>
                  </a:lnTo>
                  <a:lnTo>
                    <a:pt x="20985" y="15369"/>
                  </a:lnTo>
                  <a:lnTo>
                    <a:pt x="18443" y="14271"/>
                  </a:lnTo>
                  <a:lnTo>
                    <a:pt x="17141" y="15623"/>
                  </a:lnTo>
                  <a:lnTo>
                    <a:pt x="18529" y="8511"/>
                  </a:lnTo>
                  <a:lnTo>
                    <a:pt x="21304" y="1117"/>
                  </a:lnTo>
                  <a:lnTo>
                    <a:pt x="19650" y="74"/>
                  </a:lnTo>
                  <a:lnTo>
                    <a:pt x="3259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5" name="ph5435"/>
            <p:cNvSpPr/>
            <p:nvPr/>
          </p:nvSpPr>
          <p:spPr>
            <a:xfrm>
              <a:off x="7190577" y="2792391"/>
              <a:ext cx="10594" cy="16372"/>
            </a:xfrm>
            <a:custGeom>
              <a:avLst/>
              <a:pathLst>
                <a:path w="10594" h="16372">
                  <a:moveTo>
                    <a:pt x="7916" y="0"/>
                  </a:moveTo>
                  <a:lnTo>
                    <a:pt x="10594" y="3380"/>
                  </a:lnTo>
                  <a:lnTo>
                    <a:pt x="9917" y="5604"/>
                  </a:lnTo>
                  <a:lnTo>
                    <a:pt x="7583" y="7805"/>
                  </a:lnTo>
                  <a:lnTo>
                    <a:pt x="9477" y="14324"/>
                  </a:lnTo>
                  <a:lnTo>
                    <a:pt x="10134" y="14870"/>
                  </a:lnTo>
                  <a:lnTo>
                    <a:pt x="9113" y="16372"/>
                  </a:lnTo>
                  <a:lnTo>
                    <a:pt x="7034" y="16016"/>
                  </a:lnTo>
                  <a:lnTo>
                    <a:pt x="2833" y="10031"/>
                  </a:lnTo>
                  <a:lnTo>
                    <a:pt x="523" y="6250"/>
                  </a:lnTo>
                  <a:lnTo>
                    <a:pt x="0" y="3826"/>
                  </a:lnTo>
                  <a:lnTo>
                    <a:pt x="1347" y="3524"/>
                  </a:lnTo>
                  <a:lnTo>
                    <a:pt x="3384" y="1110"/>
                  </a:lnTo>
                  <a:lnTo>
                    <a:pt x="4901" y="6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6" name="ph5436"/>
            <p:cNvSpPr/>
            <p:nvPr/>
          </p:nvSpPr>
          <p:spPr>
            <a:xfrm>
              <a:off x="7096167" y="2771681"/>
              <a:ext cx="37717" cy="39277"/>
            </a:xfrm>
            <a:custGeom>
              <a:avLst/>
              <a:pathLst>
                <a:path w="37717" h="39277">
                  <a:moveTo>
                    <a:pt x="25546" y="0"/>
                  </a:moveTo>
                  <a:lnTo>
                    <a:pt x="26255" y="1751"/>
                  </a:lnTo>
                  <a:lnTo>
                    <a:pt x="27966" y="2474"/>
                  </a:lnTo>
                  <a:lnTo>
                    <a:pt x="33313" y="1221"/>
                  </a:lnTo>
                  <a:lnTo>
                    <a:pt x="34069" y="3054"/>
                  </a:lnTo>
                  <a:lnTo>
                    <a:pt x="36804" y="8348"/>
                  </a:lnTo>
                  <a:lnTo>
                    <a:pt x="37717" y="13408"/>
                  </a:lnTo>
                  <a:lnTo>
                    <a:pt x="36213" y="21791"/>
                  </a:lnTo>
                  <a:lnTo>
                    <a:pt x="37250" y="27778"/>
                  </a:lnTo>
                  <a:lnTo>
                    <a:pt x="36712" y="31182"/>
                  </a:lnTo>
                  <a:lnTo>
                    <a:pt x="33123" y="29633"/>
                  </a:lnTo>
                  <a:lnTo>
                    <a:pt x="32759" y="31285"/>
                  </a:lnTo>
                  <a:lnTo>
                    <a:pt x="33494" y="33170"/>
                  </a:lnTo>
                  <a:lnTo>
                    <a:pt x="30896" y="39277"/>
                  </a:lnTo>
                  <a:lnTo>
                    <a:pt x="29102" y="38471"/>
                  </a:lnTo>
                  <a:lnTo>
                    <a:pt x="21465" y="31056"/>
                  </a:lnTo>
                  <a:lnTo>
                    <a:pt x="17102" y="23795"/>
                  </a:lnTo>
                  <a:lnTo>
                    <a:pt x="11538" y="23420"/>
                  </a:lnTo>
                  <a:lnTo>
                    <a:pt x="6690" y="17272"/>
                  </a:lnTo>
                  <a:lnTo>
                    <a:pt x="0" y="14863"/>
                  </a:lnTo>
                  <a:lnTo>
                    <a:pt x="242" y="12307"/>
                  </a:lnTo>
                  <a:lnTo>
                    <a:pt x="3729" y="6294"/>
                  </a:lnTo>
                  <a:lnTo>
                    <a:pt x="12205" y="7561"/>
                  </a:lnTo>
                  <a:lnTo>
                    <a:pt x="14218" y="8717"/>
                  </a:lnTo>
                  <a:lnTo>
                    <a:pt x="16707" y="11769"/>
                  </a:lnTo>
                  <a:lnTo>
                    <a:pt x="18143" y="10938"/>
                  </a:lnTo>
                  <a:lnTo>
                    <a:pt x="21829" y="5521"/>
                  </a:lnTo>
                  <a:lnTo>
                    <a:pt x="23109" y="79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7" name="ph5437"/>
            <p:cNvSpPr/>
            <p:nvPr/>
          </p:nvSpPr>
          <p:spPr>
            <a:xfrm>
              <a:off x="6973445" y="2500678"/>
              <a:ext cx="40582" cy="80477"/>
            </a:xfrm>
            <a:custGeom>
              <a:avLst/>
              <a:pathLst>
                <a:path w="40582" h="80477">
                  <a:moveTo>
                    <a:pt x="30395" y="1505"/>
                  </a:moveTo>
                  <a:lnTo>
                    <a:pt x="34158" y="3931"/>
                  </a:lnTo>
                  <a:lnTo>
                    <a:pt x="34231" y="12103"/>
                  </a:lnTo>
                  <a:lnTo>
                    <a:pt x="38082" y="17699"/>
                  </a:lnTo>
                  <a:lnTo>
                    <a:pt x="40388" y="17247"/>
                  </a:lnTo>
                  <a:lnTo>
                    <a:pt x="40582" y="19760"/>
                  </a:lnTo>
                  <a:lnTo>
                    <a:pt x="36824" y="25499"/>
                  </a:lnTo>
                  <a:lnTo>
                    <a:pt x="35504" y="29281"/>
                  </a:lnTo>
                  <a:lnTo>
                    <a:pt x="35194" y="34056"/>
                  </a:lnTo>
                  <a:lnTo>
                    <a:pt x="37863" y="34268"/>
                  </a:lnTo>
                  <a:lnTo>
                    <a:pt x="39166" y="38657"/>
                  </a:lnTo>
                  <a:lnTo>
                    <a:pt x="39192" y="41485"/>
                  </a:lnTo>
                  <a:lnTo>
                    <a:pt x="34944" y="39325"/>
                  </a:lnTo>
                  <a:lnTo>
                    <a:pt x="32307" y="53413"/>
                  </a:lnTo>
                  <a:lnTo>
                    <a:pt x="39650" y="60491"/>
                  </a:lnTo>
                  <a:lnTo>
                    <a:pt x="36654" y="80477"/>
                  </a:lnTo>
                  <a:lnTo>
                    <a:pt x="36458" y="79243"/>
                  </a:lnTo>
                  <a:lnTo>
                    <a:pt x="21601" y="78218"/>
                  </a:lnTo>
                  <a:lnTo>
                    <a:pt x="21121" y="76565"/>
                  </a:lnTo>
                  <a:lnTo>
                    <a:pt x="12938" y="75203"/>
                  </a:lnTo>
                  <a:lnTo>
                    <a:pt x="12601" y="74100"/>
                  </a:lnTo>
                  <a:lnTo>
                    <a:pt x="18238" y="73804"/>
                  </a:lnTo>
                  <a:lnTo>
                    <a:pt x="15422" y="70553"/>
                  </a:lnTo>
                  <a:lnTo>
                    <a:pt x="12012" y="71369"/>
                  </a:lnTo>
                  <a:lnTo>
                    <a:pt x="8659" y="62498"/>
                  </a:lnTo>
                  <a:lnTo>
                    <a:pt x="12625" y="64002"/>
                  </a:lnTo>
                  <a:lnTo>
                    <a:pt x="17761" y="59673"/>
                  </a:lnTo>
                  <a:lnTo>
                    <a:pt x="14712" y="59640"/>
                  </a:lnTo>
                  <a:lnTo>
                    <a:pt x="16564" y="49799"/>
                  </a:lnTo>
                  <a:lnTo>
                    <a:pt x="14420" y="48281"/>
                  </a:lnTo>
                  <a:lnTo>
                    <a:pt x="11851" y="47838"/>
                  </a:lnTo>
                  <a:lnTo>
                    <a:pt x="10395" y="40848"/>
                  </a:lnTo>
                  <a:lnTo>
                    <a:pt x="6220" y="39581"/>
                  </a:lnTo>
                  <a:lnTo>
                    <a:pt x="1320" y="35635"/>
                  </a:lnTo>
                  <a:lnTo>
                    <a:pt x="0" y="32209"/>
                  </a:lnTo>
                  <a:lnTo>
                    <a:pt x="56" y="28590"/>
                  </a:lnTo>
                  <a:lnTo>
                    <a:pt x="3646" y="29542"/>
                  </a:lnTo>
                  <a:lnTo>
                    <a:pt x="3010" y="26367"/>
                  </a:lnTo>
                  <a:lnTo>
                    <a:pt x="8559" y="27161"/>
                  </a:lnTo>
                  <a:lnTo>
                    <a:pt x="10352" y="21549"/>
                  </a:lnTo>
                  <a:lnTo>
                    <a:pt x="13825" y="19442"/>
                  </a:lnTo>
                  <a:lnTo>
                    <a:pt x="13517" y="15736"/>
                  </a:lnTo>
                  <a:lnTo>
                    <a:pt x="9341" y="14992"/>
                  </a:lnTo>
                  <a:lnTo>
                    <a:pt x="9692" y="11621"/>
                  </a:lnTo>
                  <a:lnTo>
                    <a:pt x="21897" y="12445"/>
                  </a:lnTo>
                  <a:lnTo>
                    <a:pt x="22791" y="10163"/>
                  </a:lnTo>
                  <a:lnTo>
                    <a:pt x="22608" y="9510"/>
                  </a:lnTo>
                  <a:lnTo>
                    <a:pt x="21125" y="9240"/>
                  </a:lnTo>
                  <a:lnTo>
                    <a:pt x="20290" y="5899"/>
                  </a:lnTo>
                  <a:lnTo>
                    <a:pt x="26156" y="6217"/>
                  </a:lnTo>
                  <a:lnTo>
                    <a:pt x="32293" y="4463"/>
                  </a:lnTo>
                  <a:lnTo>
                    <a:pt x="26841" y="2925"/>
                  </a:lnTo>
                  <a:lnTo>
                    <a:pt x="2741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8" name="ph5438"/>
            <p:cNvSpPr/>
            <p:nvPr/>
          </p:nvSpPr>
          <p:spPr>
            <a:xfrm>
              <a:off x="6920688" y="2414121"/>
              <a:ext cx="75823" cy="92998"/>
            </a:xfrm>
            <a:custGeom>
              <a:avLst/>
              <a:pathLst>
                <a:path w="75823" h="92998">
                  <a:moveTo>
                    <a:pt x="73382" y="11696"/>
                  </a:moveTo>
                  <a:lnTo>
                    <a:pt x="73881" y="18570"/>
                  </a:lnTo>
                  <a:lnTo>
                    <a:pt x="70059" y="34694"/>
                  </a:lnTo>
                  <a:lnTo>
                    <a:pt x="75823" y="34907"/>
                  </a:lnTo>
                  <a:lnTo>
                    <a:pt x="74871" y="40905"/>
                  </a:lnTo>
                  <a:lnTo>
                    <a:pt x="72487" y="41486"/>
                  </a:lnTo>
                  <a:lnTo>
                    <a:pt x="69749" y="40306"/>
                  </a:lnTo>
                  <a:lnTo>
                    <a:pt x="64688" y="41744"/>
                  </a:lnTo>
                  <a:lnTo>
                    <a:pt x="62764" y="55588"/>
                  </a:lnTo>
                  <a:lnTo>
                    <a:pt x="57076" y="54881"/>
                  </a:lnTo>
                  <a:lnTo>
                    <a:pt x="55708" y="59594"/>
                  </a:lnTo>
                  <a:lnTo>
                    <a:pt x="51462" y="58790"/>
                  </a:lnTo>
                  <a:lnTo>
                    <a:pt x="46795" y="60314"/>
                  </a:lnTo>
                  <a:lnTo>
                    <a:pt x="47682" y="67577"/>
                  </a:lnTo>
                  <a:lnTo>
                    <a:pt x="49833" y="74081"/>
                  </a:lnTo>
                  <a:lnTo>
                    <a:pt x="46232" y="92998"/>
                  </a:lnTo>
                  <a:lnTo>
                    <a:pt x="45489" y="91626"/>
                  </a:lnTo>
                  <a:lnTo>
                    <a:pt x="44335" y="91353"/>
                  </a:lnTo>
                  <a:lnTo>
                    <a:pt x="38150" y="91723"/>
                  </a:lnTo>
                  <a:lnTo>
                    <a:pt x="38224" y="88554"/>
                  </a:lnTo>
                  <a:lnTo>
                    <a:pt x="31029" y="87300"/>
                  </a:lnTo>
                  <a:lnTo>
                    <a:pt x="28168" y="89131"/>
                  </a:lnTo>
                  <a:lnTo>
                    <a:pt x="9515" y="91834"/>
                  </a:lnTo>
                  <a:lnTo>
                    <a:pt x="4079" y="85442"/>
                  </a:lnTo>
                  <a:lnTo>
                    <a:pt x="3083" y="75466"/>
                  </a:lnTo>
                  <a:lnTo>
                    <a:pt x="932" y="53435"/>
                  </a:lnTo>
                  <a:lnTo>
                    <a:pt x="0" y="43896"/>
                  </a:lnTo>
                  <a:lnTo>
                    <a:pt x="5225" y="43290"/>
                  </a:lnTo>
                  <a:lnTo>
                    <a:pt x="18147" y="37593"/>
                  </a:lnTo>
                  <a:lnTo>
                    <a:pt x="24313" y="13477"/>
                  </a:lnTo>
                  <a:lnTo>
                    <a:pt x="27317" y="7994"/>
                  </a:lnTo>
                  <a:lnTo>
                    <a:pt x="27260" y="9923"/>
                  </a:lnTo>
                  <a:lnTo>
                    <a:pt x="24657" y="14222"/>
                  </a:lnTo>
                  <a:lnTo>
                    <a:pt x="25085" y="20674"/>
                  </a:lnTo>
                  <a:lnTo>
                    <a:pt x="32505" y="27778"/>
                  </a:lnTo>
                  <a:lnTo>
                    <a:pt x="43833" y="19525"/>
                  </a:lnTo>
                  <a:lnTo>
                    <a:pt x="56666" y="4105"/>
                  </a:lnTo>
                  <a:lnTo>
                    <a:pt x="6036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9" name="ph5439"/>
            <p:cNvSpPr/>
            <p:nvPr/>
          </p:nvSpPr>
          <p:spPr>
            <a:xfrm>
              <a:off x="6897070" y="2600344"/>
              <a:ext cx="78276" cy="38500"/>
            </a:xfrm>
            <a:custGeom>
              <a:avLst/>
              <a:pathLst>
                <a:path w="78276" h="38500">
                  <a:moveTo>
                    <a:pt x="16525" y="1336"/>
                  </a:moveTo>
                  <a:lnTo>
                    <a:pt x="28427" y="5983"/>
                  </a:lnTo>
                  <a:lnTo>
                    <a:pt x="33301" y="6267"/>
                  </a:lnTo>
                  <a:lnTo>
                    <a:pt x="39367" y="5456"/>
                  </a:lnTo>
                  <a:lnTo>
                    <a:pt x="43676" y="6421"/>
                  </a:lnTo>
                  <a:lnTo>
                    <a:pt x="52637" y="5834"/>
                  </a:lnTo>
                  <a:lnTo>
                    <a:pt x="52280" y="9576"/>
                  </a:lnTo>
                  <a:lnTo>
                    <a:pt x="58547" y="10715"/>
                  </a:lnTo>
                  <a:lnTo>
                    <a:pt x="59119" y="7076"/>
                  </a:lnTo>
                  <a:lnTo>
                    <a:pt x="56606" y="7115"/>
                  </a:lnTo>
                  <a:lnTo>
                    <a:pt x="56783" y="3162"/>
                  </a:lnTo>
                  <a:lnTo>
                    <a:pt x="64736" y="5149"/>
                  </a:lnTo>
                  <a:lnTo>
                    <a:pt x="64666" y="6383"/>
                  </a:lnTo>
                  <a:lnTo>
                    <a:pt x="69968" y="7812"/>
                  </a:lnTo>
                  <a:lnTo>
                    <a:pt x="69041" y="13973"/>
                  </a:lnTo>
                  <a:lnTo>
                    <a:pt x="68292" y="18976"/>
                  </a:lnTo>
                  <a:lnTo>
                    <a:pt x="78276" y="19574"/>
                  </a:lnTo>
                  <a:lnTo>
                    <a:pt x="75289" y="29575"/>
                  </a:lnTo>
                  <a:lnTo>
                    <a:pt x="69920" y="29179"/>
                  </a:lnTo>
                  <a:lnTo>
                    <a:pt x="70096" y="32901"/>
                  </a:lnTo>
                  <a:lnTo>
                    <a:pt x="70818" y="33819"/>
                  </a:lnTo>
                  <a:lnTo>
                    <a:pt x="69948" y="36889"/>
                  </a:lnTo>
                  <a:lnTo>
                    <a:pt x="57572" y="33439"/>
                  </a:lnTo>
                  <a:lnTo>
                    <a:pt x="43406" y="32687"/>
                  </a:lnTo>
                  <a:lnTo>
                    <a:pt x="46146" y="30349"/>
                  </a:lnTo>
                  <a:lnTo>
                    <a:pt x="47399" y="30108"/>
                  </a:lnTo>
                  <a:lnTo>
                    <a:pt x="47250" y="28400"/>
                  </a:lnTo>
                  <a:lnTo>
                    <a:pt x="41047" y="27882"/>
                  </a:lnTo>
                  <a:lnTo>
                    <a:pt x="41310" y="34000"/>
                  </a:lnTo>
                  <a:lnTo>
                    <a:pt x="36820" y="32949"/>
                  </a:lnTo>
                  <a:lnTo>
                    <a:pt x="33879" y="33292"/>
                  </a:lnTo>
                  <a:lnTo>
                    <a:pt x="33059" y="37316"/>
                  </a:lnTo>
                  <a:lnTo>
                    <a:pt x="29985" y="37407"/>
                  </a:lnTo>
                  <a:lnTo>
                    <a:pt x="29896" y="32021"/>
                  </a:lnTo>
                  <a:lnTo>
                    <a:pt x="26746" y="32072"/>
                  </a:lnTo>
                  <a:lnTo>
                    <a:pt x="26191" y="34966"/>
                  </a:lnTo>
                  <a:lnTo>
                    <a:pt x="27461" y="35308"/>
                  </a:lnTo>
                  <a:lnTo>
                    <a:pt x="26864" y="38500"/>
                  </a:lnTo>
                  <a:lnTo>
                    <a:pt x="20180" y="37680"/>
                  </a:lnTo>
                  <a:lnTo>
                    <a:pt x="21311" y="33356"/>
                  </a:lnTo>
                  <a:lnTo>
                    <a:pt x="19598" y="28278"/>
                  </a:lnTo>
                  <a:lnTo>
                    <a:pt x="13290" y="25320"/>
                  </a:lnTo>
                  <a:lnTo>
                    <a:pt x="6475" y="25046"/>
                  </a:lnTo>
                  <a:lnTo>
                    <a:pt x="5198" y="23010"/>
                  </a:lnTo>
                  <a:lnTo>
                    <a:pt x="0" y="16828"/>
                  </a:lnTo>
                  <a:lnTo>
                    <a:pt x="2305" y="15279"/>
                  </a:lnTo>
                  <a:lnTo>
                    <a:pt x="10072" y="5799"/>
                  </a:lnTo>
                  <a:lnTo>
                    <a:pt x="9698" y="898"/>
                  </a:lnTo>
                  <a:lnTo>
                    <a:pt x="1092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0" name="ph5440"/>
            <p:cNvSpPr/>
            <p:nvPr/>
          </p:nvSpPr>
          <p:spPr>
            <a:xfrm>
              <a:off x="6795045" y="2589412"/>
              <a:ext cx="98734" cy="66524"/>
            </a:xfrm>
            <a:custGeom>
              <a:avLst/>
              <a:pathLst>
                <a:path w="98734" h="66524">
                  <a:moveTo>
                    <a:pt x="18007" y="1409"/>
                  </a:moveTo>
                  <a:lnTo>
                    <a:pt x="25769" y="1299"/>
                  </a:lnTo>
                  <a:lnTo>
                    <a:pt x="30870" y="3546"/>
                  </a:lnTo>
                  <a:lnTo>
                    <a:pt x="36922" y="4980"/>
                  </a:lnTo>
                  <a:lnTo>
                    <a:pt x="37578" y="2188"/>
                  </a:lnTo>
                  <a:lnTo>
                    <a:pt x="47234" y="6534"/>
                  </a:lnTo>
                  <a:lnTo>
                    <a:pt x="48606" y="15941"/>
                  </a:lnTo>
                  <a:lnTo>
                    <a:pt x="52041" y="17157"/>
                  </a:lnTo>
                  <a:lnTo>
                    <a:pt x="54505" y="12348"/>
                  </a:lnTo>
                  <a:lnTo>
                    <a:pt x="57879" y="9640"/>
                  </a:lnTo>
                  <a:lnTo>
                    <a:pt x="64533" y="10275"/>
                  </a:lnTo>
                  <a:lnTo>
                    <a:pt x="77415" y="14174"/>
                  </a:lnTo>
                  <a:lnTo>
                    <a:pt x="76883" y="16137"/>
                  </a:lnTo>
                  <a:lnTo>
                    <a:pt x="80749" y="24083"/>
                  </a:lnTo>
                  <a:lnTo>
                    <a:pt x="88501" y="24197"/>
                  </a:lnTo>
                  <a:lnTo>
                    <a:pt x="84236" y="38372"/>
                  </a:lnTo>
                  <a:lnTo>
                    <a:pt x="97227" y="35934"/>
                  </a:lnTo>
                  <a:lnTo>
                    <a:pt x="98734" y="43226"/>
                  </a:lnTo>
                  <a:lnTo>
                    <a:pt x="97516" y="44888"/>
                  </a:lnTo>
                  <a:lnTo>
                    <a:pt x="90188" y="43548"/>
                  </a:lnTo>
                  <a:lnTo>
                    <a:pt x="84192" y="41244"/>
                  </a:lnTo>
                  <a:lnTo>
                    <a:pt x="81073" y="45061"/>
                  </a:lnTo>
                  <a:lnTo>
                    <a:pt x="74888" y="42165"/>
                  </a:lnTo>
                  <a:lnTo>
                    <a:pt x="72619" y="44112"/>
                  </a:lnTo>
                  <a:lnTo>
                    <a:pt x="65595" y="42697"/>
                  </a:lnTo>
                  <a:lnTo>
                    <a:pt x="65760" y="40667"/>
                  </a:lnTo>
                  <a:lnTo>
                    <a:pt x="60985" y="40547"/>
                  </a:lnTo>
                  <a:lnTo>
                    <a:pt x="58632" y="42225"/>
                  </a:lnTo>
                  <a:lnTo>
                    <a:pt x="55225" y="47722"/>
                  </a:lnTo>
                  <a:lnTo>
                    <a:pt x="54591" y="53302"/>
                  </a:lnTo>
                  <a:lnTo>
                    <a:pt x="48165" y="57463"/>
                  </a:lnTo>
                  <a:lnTo>
                    <a:pt x="44032" y="58439"/>
                  </a:lnTo>
                  <a:lnTo>
                    <a:pt x="41092" y="65632"/>
                  </a:lnTo>
                  <a:lnTo>
                    <a:pt x="38936" y="64751"/>
                  </a:lnTo>
                  <a:lnTo>
                    <a:pt x="38072" y="66524"/>
                  </a:lnTo>
                  <a:lnTo>
                    <a:pt x="37810" y="66315"/>
                  </a:lnTo>
                  <a:lnTo>
                    <a:pt x="16349" y="49161"/>
                  </a:lnTo>
                  <a:lnTo>
                    <a:pt x="8199" y="38420"/>
                  </a:lnTo>
                  <a:lnTo>
                    <a:pt x="7614" y="36096"/>
                  </a:lnTo>
                  <a:lnTo>
                    <a:pt x="3210" y="17455"/>
                  </a:lnTo>
                  <a:lnTo>
                    <a:pt x="0" y="14702"/>
                  </a:lnTo>
                  <a:lnTo>
                    <a:pt x="1257" y="10836"/>
                  </a:lnTo>
                  <a:lnTo>
                    <a:pt x="5578" y="3527"/>
                  </a:lnTo>
                  <a:lnTo>
                    <a:pt x="7366" y="6218"/>
                  </a:lnTo>
                  <a:lnTo>
                    <a:pt x="10640" y="4679"/>
                  </a:lnTo>
                  <a:lnTo>
                    <a:pt x="1171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1" name="ph5441"/>
            <p:cNvSpPr/>
            <p:nvPr/>
          </p:nvSpPr>
          <p:spPr>
            <a:xfrm>
              <a:off x="5993987" y="2112576"/>
              <a:ext cx="91694" cy="109148"/>
            </a:xfrm>
            <a:custGeom>
              <a:avLst/>
              <a:pathLst>
                <a:path w="91694" h="109148">
                  <a:moveTo>
                    <a:pt x="52326" y="1605"/>
                  </a:moveTo>
                  <a:lnTo>
                    <a:pt x="52487" y="2623"/>
                  </a:lnTo>
                  <a:lnTo>
                    <a:pt x="50954" y="3438"/>
                  </a:lnTo>
                  <a:lnTo>
                    <a:pt x="50357" y="6410"/>
                  </a:lnTo>
                  <a:lnTo>
                    <a:pt x="55024" y="12762"/>
                  </a:lnTo>
                  <a:lnTo>
                    <a:pt x="56375" y="13351"/>
                  </a:lnTo>
                  <a:lnTo>
                    <a:pt x="62550" y="11327"/>
                  </a:lnTo>
                  <a:lnTo>
                    <a:pt x="63584" y="10444"/>
                  </a:lnTo>
                  <a:lnTo>
                    <a:pt x="63911" y="8280"/>
                  </a:lnTo>
                  <a:lnTo>
                    <a:pt x="70030" y="8279"/>
                  </a:lnTo>
                  <a:lnTo>
                    <a:pt x="72542" y="6595"/>
                  </a:lnTo>
                  <a:lnTo>
                    <a:pt x="74056" y="2995"/>
                  </a:lnTo>
                  <a:lnTo>
                    <a:pt x="77814" y="3286"/>
                  </a:lnTo>
                  <a:lnTo>
                    <a:pt x="79509" y="6752"/>
                  </a:lnTo>
                  <a:lnTo>
                    <a:pt x="69957" y="16849"/>
                  </a:lnTo>
                  <a:lnTo>
                    <a:pt x="74698" y="17609"/>
                  </a:lnTo>
                  <a:lnTo>
                    <a:pt x="78186" y="24309"/>
                  </a:lnTo>
                  <a:lnTo>
                    <a:pt x="80273" y="25440"/>
                  </a:lnTo>
                  <a:lnTo>
                    <a:pt x="86818" y="23857"/>
                  </a:lnTo>
                  <a:lnTo>
                    <a:pt x="89243" y="28917"/>
                  </a:lnTo>
                  <a:lnTo>
                    <a:pt x="87627" y="30370"/>
                  </a:lnTo>
                  <a:lnTo>
                    <a:pt x="88332" y="39188"/>
                  </a:lnTo>
                  <a:lnTo>
                    <a:pt x="91694" y="40299"/>
                  </a:lnTo>
                  <a:lnTo>
                    <a:pt x="90099" y="43319"/>
                  </a:lnTo>
                  <a:lnTo>
                    <a:pt x="90616" y="55783"/>
                  </a:lnTo>
                  <a:lnTo>
                    <a:pt x="81042" y="61306"/>
                  </a:lnTo>
                  <a:lnTo>
                    <a:pt x="74261" y="70414"/>
                  </a:lnTo>
                  <a:lnTo>
                    <a:pt x="70564" y="70108"/>
                  </a:lnTo>
                  <a:lnTo>
                    <a:pt x="67638" y="66819"/>
                  </a:lnTo>
                  <a:lnTo>
                    <a:pt x="65267" y="68506"/>
                  </a:lnTo>
                  <a:lnTo>
                    <a:pt x="63620" y="71944"/>
                  </a:lnTo>
                  <a:lnTo>
                    <a:pt x="61344" y="74062"/>
                  </a:lnTo>
                  <a:lnTo>
                    <a:pt x="49738" y="72561"/>
                  </a:lnTo>
                  <a:lnTo>
                    <a:pt x="49383" y="73320"/>
                  </a:lnTo>
                  <a:lnTo>
                    <a:pt x="51327" y="75467"/>
                  </a:lnTo>
                  <a:lnTo>
                    <a:pt x="47012" y="83671"/>
                  </a:lnTo>
                  <a:lnTo>
                    <a:pt x="44980" y="89468"/>
                  </a:lnTo>
                  <a:lnTo>
                    <a:pt x="48990" y="89728"/>
                  </a:lnTo>
                  <a:lnTo>
                    <a:pt x="48571" y="96039"/>
                  </a:lnTo>
                  <a:lnTo>
                    <a:pt x="43529" y="97019"/>
                  </a:lnTo>
                  <a:lnTo>
                    <a:pt x="42537" y="100015"/>
                  </a:lnTo>
                  <a:lnTo>
                    <a:pt x="36229" y="92560"/>
                  </a:lnTo>
                  <a:lnTo>
                    <a:pt x="35076" y="93679"/>
                  </a:lnTo>
                  <a:lnTo>
                    <a:pt x="34262" y="98302"/>
                  </a:lnTo>
                  <a:lnTo>
                    <a:pt x="32227" y="100737"/>
                  </a:lnTo>
                  <a:lnTo>
                    <a:pt x="19751" y="106227"/>
                  </a:lnTo>
                  <a:lnTo>
                    <a:pt x="18973" y="109148"/>
                  </a:lnTo>
                  <a:lnTo>
                    <a:pt x="18107" y="108626"/>
                  </a:lnTo>
                  <a:lnTo>
                    <a:pt x="19596" y="106044"/>
                  </a:lnTo>
                  <a:lnTo>
                    <a:pt x="15076" y="100243"/>
                  </a:lnTo>
                  <a:lnTo>
                    <a:pt x="12824" y="98666"/>
                  </a:lnTo>
                  <a:lnTo>
                    <a:pt x="9731" y="100790"/>
                  </a:lnTo>
                  <a:lnTo>
                    <a:pt x="7053" y="104179"/>
                  </a:lnTo>
                  <a:lnTo>
                    <a:pt x="5444" y="101012"/>
                  </a:lnTo>
                  <a:lnTo>
                    <a:pt x="5044" y="94858"/>
                  </a:lnTo>
                  <a:lnTo>
                    <a:pt x="1973" y="91361"/>
                  </a:lnTo>
                  <a:lnTo>
                    <a:pt x="3896" y="88200"/>
                  </a:lnTo>
                  <a:lnTo>
                    <a:pt x="4918" y="83781"/>
                  </a:lnTo>
                  <a:lnTo>
                    <a:pt x="1556" y="79671"/>
                  </a:lnTo>
                  <a:lnTo>
                    <a:pt x="9001" y="72267"/>
                  </a:lnTo>
                  <a:lnTo>
                    <a:pt x="5392" y="67962"/>
                  </a:lnTo>
                  <a:lnTo>
                    <a:pt x="2381" y="66394"/>
                  </a:lnTo>
                  <a:lnTo>
                    <a:pt x="5773" y="55390"/>
                  </a:lnTo>
                  <a:lnTo>
                    <a:pt x="0" y="51660"/>
                  </a:lnTo>
                  <a:lnTo>
                    <a:pt x="2058" y="48129"/>
                  </a:lnTo>
                  <a:lnTo>
                    <a:pt x="6133" y="45950"/>
                  </a:lnTo>
                  <a:lnTo>
                    <a:pt x="9619" y="47037"/>
                  </a:lnTo>
                  <a:lnTo>
                    <a:pt x="13917" y="45152"/>
                  </a:lnTo>
                  <a:lnTo>
                    <a:pt x="13940" y="35325"/>
                  </a:lnTo>
                  <a:lnTo>
                    <a:pt x="11875" y="33228"/>
                  </a:lnTo>
                  <a:lnTo>
                    <a:pt x="13433" y="33569"/>
                  </a:lnTo>
                  <a:lnTo>
                    <a:pt x="16826" y="30265"/>
                  </a:lnTo>
                  <a:lnTo>
                    <a:pt x="20040" y="31777"/>
                  </a:lnTo>
                  <a:lnTo>
                    <a:pt x="22690" y="28422"/>
                  </a:lnTo>
                  <a:lnTo>
                    <a:pt x="20923" y="26392"/>
                  </a:lnTo>
                  <a:lnTo>
                    <a:pt x="25602" y="23340"/>
                  </a:lnTo>
                  <a:lnTo>
                    <a:pt x="24548" y="21360"/>
                  </a:lnTo>
                  <a:lnTo>
                    <a:pt x="23414" y="22186"/>
                  </a:lnTo>
                  <a:lnTo>
                    <a:pt x="16577" y="21985"/>
                  </a:lnTo>
                  <a:lnTo>
                    <a:pt x="19394" y="20800"/>
                  </a:lnTo>
                  <a:lnTo>
                    <a:pt x="21922" y="12848"/>
                  </a:lnTo>
                  <a:lnTo>
                    <a:pt x="38549" y="8055"/>
                  </a:lnTo>
                  <a:lnTo>
                    <a:pt x="41325" y="8178"/>
                  </a:lnTo>
                  <a:lnTo>
                    <a:pt x="41302" y="9040"/>
                  </a:lnTo>
                  <a:lnTo>
                    <a:pt x="45044" y="9220"/>
                  </a:lnTo>
                  <a:lnTo>
                    <a:pt x="45367" y="1896"/>
                  </a:lnTo>
                  <a:lnTo>
                    <a:pt x="47266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2" name="ph5442"/>
            <p:cNvSpPr/>
            <p:nvPr/>
          </p:nvSpPr>
          <p:spPr>
            <a:xfrm>
              <a:off x="6205718" y="2431966"/>
              <a:ext cx="67659" cy="66851"/>
            </a:xfrm>
            <a:custGeom>
              <a:avLst/>
              <a:pathLst>
                <a:path w="67659" h="66851">
                  <a:moveTo>
                    <a:pt x="47156" y="750"/>
                  </a:moveTo>
                  <a:lnTo>
                    <a:pt x="51436" y="8409"/>
                  </a:lnTo>
                  <a:lnTo>
                    <a:pt x="53268" y="8892"/>
                  </a:lnTo>
                  <a:lnTo>
                    <a:pt x="55465" y="7418"/>
                  </a:lnTo>
                  <a:lnTo>
                    <a:pt x="67659" y="10005"/>
                  </a:lnTo>
                  <a:lnTo>
                    <a:pt x="67627" y="11476"/>
                  </a:lnTo>
                  <a:lnTo>
                    <a:pt x="63963" y="16724"/>
                  </a:lnTo>
                  <a:lnTo>
                    <a:pt x="61756" y="19117"/>
                  </a:lnTo>
                  <a:lnTo>
                    <a:pt x="58552" y="20907"/>
                  </a:lnTo>
                  <a:lnTo>
                    <a:pt x="58201" y="24767"/>
                  </a:lnTo>
                  <a:lnTo>
                    <a:pt x="58851" y="26233"/>
                  </a:lnTo>
                  <a:lnTo>
                    <a:pt x="60752" y="27366"/>
                  </a:lnTo>
                  <a:lnTo>
                    <a:pt x="61289" y="29037"/>
                  </a:lnTo>
                  <a:lnTo>
                    <a:pt x="61082" y="31848"/>
                  </a:lnTo>
                  <a:lnTo>
                    <a:pt x="59570" y="33453"/>
                  </a:lnTo>
                  <a:lnTo>
                    <a:pt x="56769" y="39892"/>
                  </a:lnTo>
                  <a:lnTo>
                    <a:pt x="56369" y="44661"/>
                  </a:lnTo>
                  <a:lnTo>
                    <a:pt x="58634" y="48609"/>
                  </a:lnTo>
                  <a:lnTo>
                    <a:pt x="56718" y="51951"/>
                  </a:lnTo>
                  <a:lnTo>
                    <a:pt x="50515" y="57023"/>
                  </a:lnTo>
                  <a:lnTo>
                    <a:pt x="49706" y="65387"/>
                  </a:lnTo>
                  <a:lnTo>
                    <a:pt x="34961" y="66851"/>
                  </a:lnTo>
                  <a:lnTo>
                    <a:pt x="32657" y="63850"/>
                  </a:lnTo>
                  <a:lnTo>
                    <a:pt x="31483" y="57907"/>
                  </a:lnTo>
                  <a:lnTo>
                    <a:pt x="17749" y="42873"/>
                  </a:lnTo>
                  <a:lnTo>
                    <a:pt x="5569" y="31361"/>
                  </a:lnTo>
                  <a:lnTo>
                    <a:pt x="7034" y="30552"/>
                  </a:lnTo>
                  <a:lnTo>
                    <a:pt x="6379" y="28243"/>
                  </a:lnTo>
                  <a:lnTo>
                    <a:pt x="0" y="23096"/>
                  </a:lnTo>
                  <a:lnTo>
                    <a:pt x="16" y="22432"/>
                  </a:lnTo>
                  <a:lnTo>
                    <a:pt x="3803" y="23973"/>
                  </a:lnTo>
                  <a:lnTo>
                    <a:pt x="11870" y="31101"/>
                  </a:lnTo>
                  <a:lnTo>
                    <a:pt x="12714" y="31303"/>
                  </a:lnTo>
                  <a:lnTo>
                    <a:pt x="12339" y="29409"/>
                  </a:lnTo>
                  <a:lnTo>
                    <a:pt x="17722" y="27866"/>
                  </a:lnTo>
                  <a:lnTo>
                    <a:pt x="13851" y="21296"/>
                  </a:lnTo>
                  <a:lnTo>
                    <a:pt x="14591" y="15797"/>
                  </a:lnTo>
                  <a:lnTo>
                    <a:pt x="20094" y="15370"/>
                  </a:lnTo>
                  <a:lnTo>
                    <a:pt x="26977" y="16531"/>
                  </a:lnTo>
                  <a:lnTo>
                    <a:pt x="29108" y="10889"/>
                  </a:lnTo>
                  <a:lnTo>
                    <a:pt x="28287" y="7779"/>
                  </a:lnTo>
                  <a:lnTo>
                    <a:pt x="31034" y="954"/>
                  </a:lnTo>
                  <a:lnTo>
                    <a:pt x="34265" y="424"/>
                  </a:lnTo>
                  <a:lnTo>
                    <a:pt x="38993" y="2210"/>
                  </a:lnTo>
                  <a:lnTo>
                    <a:pt x="4540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3" name="ph5443"/>
            <p:cNvSpPr/>
            <p:nvPr/>
          </p:nvSpPr>
          <p:spPr>
            <a:xfrm>
              <a:off x="6240679" y="2422489"/>
              <a:ext cx="121415" cy="116676"/>
            </a:xfrm>
            <a:custGeom>
              <a:avLst/>
              <a:pathLst>
                <a:path w="121415" h="116676">
                  <a:moveTo>
                    <a:pt x="82625" y="3271"/>
                  </a:moveTo>
                  <a:lnTo>
                    <a:pt x="85486" y="5730"/>
                  </a:lnTo>
                  <a:lnTo>
                    <a:pt x="87597" y="5121"/>
                  </a:lnTo>
                  <a:lnTo>
                    <a:pt x="96547" y="14207"/>
                  </a:lnTo>
                  <a:lnTo>
                    <a:pt x="97012" y="17079"/>
                  </a:lnTo>
                  <a:lnTo>
                    <a:pt x="104810" y="30760"/>
                  </a:lnTo>
                  <a:lnTo>
                    <a:pt x="105480" y="35022"/>
                  </a:lnTo>
                  <a:lnTo>
                    <a:pt x="104500" y="40010"/>
                  </a:lnTo>
                  <a:lnTo>
                    <a:pt x="104972" y="44320"/>
                  </a:lnTo>
                  <a:lnTo>
                    <a:pt x="112571" y="49936"/>
                  </a:lnTo>
                  <a:lnTo>
                    <a:pt x="115218" y="50610"/>
                  </a:lnTo>
                  <a:lnTo>
                    <a:pt x="115610" y="52469"/>
                  </a:lnTo>
                  <a:lnTo>
                    <a:pt x="111037" y="56982"/>
                  </a:lnTo>
                  <a:lnTo>
                    <a:pt x="116497" y="57669"/>
                  </a:lnTo>
                  <a:lnTo>
                    <a:pt x="118667" y="59182"/>
                  </a:lnTo>
                  <a:lnTo>
                    <a:pt x="121415" y="63579"/>
                  </a:lnTo>
                  <a:lnTo>
                    <a:pt x="120186" y="66767"/>
                  </a:lnTo>
                  <a:lnTo>
                    <a:pt x="109903" y="62118"/>
                  </a:lnTo>
                  <a:lnTo>
                    <a:pt x="108742" y="70974"/>
                  </a:lnTo>
                  <a:lnTo>
                    <a:pt x="109796" y="73767"/>
                  </a:lnTo>
                  <a:lnTo>
                    <a:pt x="96037" y="64013"/>
                  </a:lnTo>
                  <a:lnTo>
                    <a:pt x="84579" y="79529"/>
                  </a:lnTo>
                  <a:lnTo>
                    <a:pt x="89756" y="85142"/>
                  </a:lnTo>
                  <a:lnTo>
                    <a:pt x="82720" y="87707"/>
                  </a:lnTo>
                  <a:lnTo>
                    <a:pt x="81821" y="93472"/>
                  </a:lnTo>
                  <a:lnTo>
                    <a:pt x="78682" y="91631"/>
                  </a:lnTo>
                  <a:lnTo>
                    <a:pt x="71051" y="100301"/>
                  </a:lnTo>
                  <a:lnTo>
                    <a:pt x="69335" y="101344"/>
                  </a:lnTo>
                  <a:lnTo>
                    <a:pt x="66541" y="101125"/>
                  </a:lnTo>
                  <a:lnTo>
                    <a:pt x="60713" y="96105"/>
                  </a:lnTo>
                  <a:lnTo>
                    <a:pt x="56949" y="90831"/>
                  </a:lnTo>
                  <a:lnTo>
                    <a:pt x="53322" y="88755"/>
                  </a:lnTo>
                  <a:lnTo>
                    <a:pt x="47299" y="87771"/>
                  </a:lnTo>
                  <a:lnTo>
                    <a:pt x="40701" y="88576"/>
                  </a:lnTo>
                  <a:lnTo>
                    <a:pt x="39592" y="92586"/>
                  </a:lnTo>
                  <a:lnTo>
                    <a:pt x="40723" y="97329"/>
                  </a:lnTo>
                  <a:lnTo>
                    <a:pt x="31199" y="98080"/>
                  </a:lnTo>
                  <a:lnTo>
                    <a:pt x="28070" y="116676"/>
                  </a:lnTo>
                  <a:lnTo>
                    <a:pt x="27181" y="114205"/>
                  </a:lnTo>
                  <a:lnTo>
                    <a:pt x="20264" y="105340"/>
                  </a:lnTo>
                  <a:lnTo>
                    <a:pt x="8051" y="94149"/>
                  </a:lnTo>
                  <a:lnTo>
                    <a:pt x="7577" y="88526"/>
                  </a:lnTo>
                  <a:lnTo>
                    <a:pt x="2326" y="81501"/>
                  </a:lnTo>
                  <a:lnTo>
                    <a:pt x="2056" y="79070"/>
                  </a:lnTo>
                  <a:lnTo>
                    <a:pt x="0" y="76328"/>
                  </a:lnTo>
                  <a:lnTo>
                    <a:pt x="14744" y="74864"/>
                  </a:lnTo>
                  <a:lnTo>
                    <a:pt x="15553" y="66500"/>
                  </a:lnTo>
                  <a:lnTo>
                    <a:pt x="21757" y="61428"/>
                  </a:lnTo>
                  <a:lnTo>
                    <a:pt x="23672" y="58086"/>
                  </a:lnTo>
                  <a:lnTo>
                    <a:pt x="21407" y="54138"/>
                  </a:lnTo>
                  <a:lnTo>
                    <a:pt x="21808" y="49369"/>
                  </a:lnTo>
                  <a:lnTo>
                    <a:pt x="24609" y="42929"/>
                  </a:lnTo>
                  <a:lnTo>
                    <a:pt x="26121" y="41325"/>
                  </a:lnTo>
                  <a:lnTo>
                    <a:pt x="26328" y="38514"/>
                  </a:lnTo>
                  <a:lnTo>
                    <a:pt x="25790" y="36843"/>
                  </a:lnTo>
                  <a:lnTo>
                    <a:pt x="23889" y="35710"/>
                  </a:lnTo>
                  <a:lnTo>
                    <a:pt x="23239" y="34244"/>
                  </a:lnTo>
                  <a:lnTo>
                    <a:pt x="23590" y="30384"/>
                  </a:lnTo>
                  <a:lnTo>
                    <a:pt x="26794" y="28594"/>
                  </a:lnTo>
                  <a:lnTo>
                    <a:pt x="29002" y="26201"/>
                  </a:lnTo>
                  <a:lnTo>
                    <a:pt x="32665" y="20953"/>
                  </a:lnTo>
                  <a:lnTo>
                    <a:pt x="32697" y="19482"/>
                  </a:lnTo>
                  <a:lnTo>
                    <a:pt x="31845" y="17951"/>
                  </a:lnTo>
                  <a:lnTo>
                    <a:pt x="32916" y="16641"/>
                  </a:lnTo>
                  <a:lnTo>
                    <a:pt x="40371" y="18744"/>
                  </a:lnTo>
                  <a:lnTo>
                    <a:pt x="49930" y="17188"/>
                  </a:lnTo>
                  <a:lnTo>
                    <a:pt x="50090" y="13044"/>
                  </a:lnTo>
                  <a:lnTo>
                    <a:pt x="44724" y="10103"/>
                  </a:lnTo>
                  <a:lnTo>
                    <a:pt x="49309" y="11952"/>
                  </a:lnTo>
                  <a:lnTo>
                    <a:pt x="61659" y="9176"/>
                  </a:lnTo>
                  <a:lnTo>
                    <a:pt x="63507" y="7329"/>
                  </a:lnTo>
                  <a:lnTo>
                    <a:pt x="64397" y="3625"/>
                  </a:lnTo>
                  <a:lnTo>
                    <a:pt x="65617" y="2252"/>
                  </a:lnTo>
                  <a:lnTo>
                    <a:pt x="7378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4" name="ph5444"/>
            <p:cNvSpPr/>
            <p:nvPr/>
          </p:nvSpPr>
          <p:spPr>
            <a:xfrm>
              <a:off x="6100792" y="2329601"/>
              <a:ext cx="73356" cy="81739"/>
            </a:xfrm>
            <a:custGeom>
              <a:avLst/>
              <a:pathLst>
                <a:path w="73356" h="81739">
                  <a:moveTo>
                    <a:pt x="22894" y="1471"/>
                  </a:moveTo>
                  <a:lnTo>
                    <a:pt x="28714" y="191"/>
                  </a:lnTo>
                  <a:lnTo>
                    <a:pt x="31352" y="3928"/>
                  </a:lnTo>
                  <a:lnTo>
                    <a:pt x="33278" y="10567"/>
                  </a:lnTo>
                  <a:lnTo>
                    <a:pt x="38248" y="12438"/>
                  </a:lnTo>
                  <a:lnTo>
                    <a:pt x="42137" y="15959"/>
                  </a:lnTo>
                  <a:lnTo>
                    <a:pt x="46823" y="19601"/>
                  </a:lnTo>
                  <a:lnTo>
                    <a:pt x="55330" y="24408"/>
                  </a:lnTo>
                  <a:lnTo>
                    <a:pt x="56543" y="27621"/>
                  </a:lnTo>
                  <a:lnTo>
                    <a:pt x="56523" y="30434"/>
                  </a:lnTo>
                  <a:lnTo>
                    <a:pt x="66447" y="35885"/>
                  </a:lnTo>
                  <a:lnTo>
                    <a:pt x="71012" y="39569"/>
                  </a:lnTo>
                  <a:lnTo>
                    <a:pt x="73356" y="44165"/>
                  </a:lnTo>
                  <a:lnTo>
                    <a:pt x="73303" y="45824"/>
                  </a:lnTo>
                  <a:lnTo>
                    <a:pt x="71571" y="49084"/>
                  </a:lnTo>
                  <a:lnTo>
                    <a:pt x="67101" y="48962"/>
                  </a:lnTo>
                  <a:lnTo>
                    <a:pt x="62005" y="69238"/>
                  </a:lnTo>
                  <a:lnTo>
                    <a:pt x="62083" y="77061"/>
                  </a:lnTo>
                  <a:lnTo>
                    <a:pt x="52203" y="81739"/>
                  </a:lnTo>
                  <a:lnTo>
                    <a:pt x="30825" y="66639"/>
                  </a:lnTo>
                  <a:lnTo>
                    <a:pt x="28093" y="67001"/>
                  </a:lnTo>
                  <a:lnTo>
                    <a:pt x="25796" y="62949"/>
                  </a:lnTo>
                  <a:lnTo>
                    <a:pt x="12169" y="53214"/>
                  </a:lnTo>
                  <a:lnTo>
                    <a:pt x="7726" y="48990"/>
                  </a:lnTo>
                  <a:lnTo>
                    <a:pt x="5432" y="44825"/>
                  </a:lnTo>
                  <a:lnTo>
                    <a:pt x="5477" y="39044"/>
                  </a:lnTo>
                  <a:lnTo>
                    <a:pt x="0" y="31389"/>
                  </a:lnTo>
                  <a:lnTo>
                    <a:pt x="4341" y="28589"/>
                  </a:lnTo>
                  <a:lnTo>
                    <a:pt x="8206" y="23237"/>
                  </a:lnTo>
                  <a:lnTo>
                    <a:pt x="5958" y="17446"/>
                  </a:lnTo>
                  <a:lnTo>
                    <a:pt x="6151" y="14774"/>
                  </a:lnTo>
                  <a:lnTo>
                    <a:pt x="10725" y="7946"/>
                  </a:lnTo>
                  <a:lnTo>
                    <a:pt x="12613" y="6598"/>
                  </a:lnTo>
                  <a:lnTo>
                    <a:pt x="18447" y="6836"/>
                  </a:lnTo>
                  <a:lnTo>
                    <a:pt x="19479" y="8064"/>
                  </a:lnTo>
                  <a:lnTo>
                    <a:pt x="22217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5" name="ph5445"/>
            <p:cNvSpPr/>
            <p:nvPr/>
          </p:nvSpPr>
          <p:spPr>
            <a:xfrm>
              <a:off x="6136600" y="2186507"/>
              <a:ext cx="100347" cy="140977"/>
            </a:xfrm>
            <a:custGeom>
              <a:avLst/>
              <a:pathLst>
                <a:path w="100347" h="140977">
                  <a:moveTo>
                    <a:pt x="49035" y="0"/>
                  </a:moveTo>
                  <a:lnTo>
                    <a:pt x="57112" y="4462"/>
                  </a:lnTo>
                  <a:lnTo>
                    <a:pt x="61877" y="8986"/>
                  </a:lnTo>
                  <a:lnTo>
                    <a:pt x="61530" y="12597"/>
                  </a:lnTo>
                  <a:lnTo>
                    <a:pt x="64896" y="18863"/>
                  </a:lnTo>
                  <a:lnTo>
                    <a:pt x="62180" y="28890"/>
                  </a:lnTo>
                  <a:lnTo>
                    <a:pt x="68382" y="33372"/>
                  </a:lnTo>
                  <a:lnTo>
                    <a:pt x="68445" y="34864"/>
                  </a:lnTo>
                  <a:lnTo>
                    <a:pt x="69867" y="36395"/>
                  </a:lnTo>
                  <a:lnTo>
                    <a:pt x="73868" y="38827"/>
                  </a:lnTo>
                  <a:lnTo>
                    <a:pt x="89632" y="51846"/>
                  </a:lnTo>
                  <a:lnTo>
                    <a:pt x="88707" y="55039"/>
                  </a:lnTo>
                  <a:lnTo>
                    <a:pt x="89145" y="57347"/>
                  </a:lnTo>
                  <a:lnTo>
                    <a:pt x="91111" y="59725"/>
                  </a:lnTo>
                  <a:lnTo>
                    <a:pt x="94933" y="60677"/>
                  </a:lnTo>
                  <a:lnTo>
                    <a:pt x="97460" y="57687"/>
                  </a:lnTo>
                  <a:lnTo>
                    <a:pt x="100347" y="60024"/>
                  </a:lnTo>
                  <a:lnTo>
                    <a:pt x="100021" y="63888"/>
                  </a:lnTo>
                  <a:lnTo>
                    <a:pt x="96742" y="64574"/>
                  </a:lnTo>
                  <a:lnTo>
                    <a:pt x="99090" y="68940"/>
                  </a:lnTo>
                  <a:lnTo>
                    <a:pt x="81063" y="78280"/>
                  </a:lnTo>
                  <a:lnTo>
                    <a:pt x="79115" y="77347"/>
                  </a:lnTo>
                  <a:lnTo>
                    <a:pt x="75076" y="77551"/>
                  </a:lnTo>
                  <a:lnTo>
                    <a:pt x="74224" y="83063"/>
                  </a:lnTo>
                  <a:lnTo>
                    <a:pt x="75573" y="84709"/>
                  </a:lnTo>
                  <a:lnTo>
                    <a:pt x="77794" y="84523"/>
                  </a:lnTo>
                  <a:lnTo>
                    <a:pt x="78719" y="86584"/>
                  </a:lnTo>
                  <a:lnTo>
                    <a:pt x="76189" y="92732"/>
                  </a:lnTo>
                  <a:lnTo>
                    <a:pt x="73050" y="93298"/>
                  </a:lnTo>
                  <a:lnTo>
                    <a:pt x="69952" y="95771"/>
                  </a:lnTo>
                  <a:lnTo>
                    <a:pt x="74113" y="107822"/>
                  </a:lnTo>
                  <a:lnTo>
                    <a:pt x="69821" y="106984"/>
                  </a:lnTo>
                  <a:lnTo>
                    <a:pt x="75381" y="116179"/>
                  </a:lnTo>
                  <a:lnTo>
                    <a:pt x="76560" y="116722"/>
                  </a:lnTo>
                  <a:lnTo>
                    <a:pt x="74074" y="116749"/>
                  </a:lnTo>
                  <a:lnTo>
                    <a:pt x="69994" y="114280"/>
                  </a:lnTo>
                  <a:lnTo>
                    <a:pt x="61458" y="113967"/>
                  </a:lnTo>
                  <a:lnTo>
                    <a:pt x="63640" y="120061"/>
                  </a:lnTo>
                  <a:lnTo>
                    <a:pt x="65847" y="130247"/>
                  </a:lnTo>
                  <a:lnTo>
                    <a:pt x="55899" y="128089"/>
                  </a:lnTo>
                  <a:lnTo>
                    <a:pt x="56711" y="127040"/>
                  </a:lnTo>
                  <a:lnTo>
                    <a:pt x="54564" y="121787"/>
                  </a:lnTo>
                  <a:lnTo>
                    <a:pt x="49958" y="121920"/>
                  </a:lnTo>
                  <a:lnTo>
                    <a:pt x="47886" y="123803"/>
                  </a:lnTo>
                  <a:lnTo>
                    <a:pt x="50467" y="127095"/>
                  </a:lnTo>
                  <a:lnTo>
                    <a:pt x="54577" y="135210"/>
                  </a:lnTo>
                  <a:lnTo>
                    <a:pt x="50703" y="140977"/>
                  </a:lnTo>
                  <a:lnTo>
                    <a:pt x="44909" y="138518"/>
                  </a:lnTo>
                  <a:lnTo>
                    <a:pt x="37925" y="133236"/>
                  </a:lnTo>
                  <a:lnTo>
                    <a:pt x="31010" y="133224"/>
                  </a:lnTo>
                  <a:lnTo>
                    <a:pt x="32646" y="130847"/>
                  </a:lnTo>
                  <a:lnTo>
                    <a:pt x="27785" y="120586"/>
                  </a:lnTo>
                  <a:lnTo>
                    <a:pt x="22179" y="118713"/>
                  </a:lnTo>
                  <a:lnTo>
                    <a:pt x="17087" y="120413"/>
                  </a:lnTo>
                  <a:lnTo>
                    <a:pt x="13144" y="120340"/>
                  </a:lnTo>
                  <a:lnTo>
                    <a:pt x="9442" y="113059"/>
                  </a:lnTo>
                  <a:lnTo>
                    <a:pt x="5467" y="112333"/>
                  </a:lnTo>
                  <a:lnTo>
                    <a:pt x="5586" y="107657"/>
                  </a:lnTo>
                  <a:lnTo>
                    <a:pt x="0" y="108738"/>
                  </a:lnTo>
                  <a:lnTo>
                    <a:pt x="5880" y="101681"/>
                  </a:lnTo>
                  <a:lnTo>
                    <a:pt x="11218" y="98619"/>
                  </a:lnTo>
                  <a:lnTo>
                    <a:pt x="13937" y="95170"/>
                  </a:lnTo>
                  <a:lnTo>
                    <a:pt x="12412" y="92164"/>
                  </a:lnTo>
                  <a:lnTo>
                    <a:pt x="13490" y="89812"/>
                  </a:lnTo>
                  <a:lnTo>
                    <a:pt x="18227" y="89222"/>
                  </a:lnTo>
                  <a:lnTo>
                    <a:pt x="19494" y="75939"/>
                  </a:lnTo>
                  <a:lnTo>
                    <a:pt x="26888" y="70238"/>
                  </a:lnTo>
                  <a:lnTo>
                    <a:pt x="26601" y="61596"/>
                  </a:lnTo>
                  <a:lnTo>
                    <a:pt x="28337" y="59782"/>
                  </a:lnTo>
                  <a:lnTo>
                    <a:pt x="21404" y="59070"/>
                  </a:lnTo>
                  <a:lnTo>
                    <a:pt x="19246" y="47417"/>
                  </a:lnTo>
                  <a:lnTo>
                    <a:pt x="20086" y="42043"/>
                  </a:lnTo>
                  <a:lnTo>
                    <a:pt x="25211" y="38573"/>
                  </a:lnTo>
                  <a:lnTo>
                    <a:pt x="26371" y="32099"/>
                  </a:lnTo>
                  <a:lnTo>
                    <a:pt x="25780" y="25123"/>
                  </a:lnTo>
                  <a:lnTo>
                    <a:pt x="34302" y="20423"/>
                  </a:lnTo>
                  <a:lnTo>
                    <a:pt x="37188" y="20731"/>
                  </a:lnTo>
                  <a:lnTo>
                    <a:pt x="39594" y="18204"/>
                  </a:lnTo>
                  <a:lnTo>
                    <a:pt x="38806" y="15784"/>
                  </a:lnTo>
                  <a:lnTo>
                    <a:pt x="35274" y="12496"/>
                  </a:lnTo>
                  <a:lnTo>
                    <a:pt x="36559" y="4378"/>
                  </a:lnTo>
                  <a:lnTo>
                    <a:pt x="38263" y="2927"/>
                  </a:lnTo>
                  <a:lnTo>
                    <a:pt x="44895" y="315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6" name="ph5446"/>
            <p:cNvSpPr/>
            <p:nvPr/>
          </p:nvSpPr>
          <p:spPr>
            <a:xfrm>
              <a:off x="6310700" y="2556068"/>
              <a:ext cx="104903" cy="73718"/>
            </a:xfrm>
            <a:custGeom>
              <a:avLst/>
              <a:pathLst>
                <a:path w="104903" h="73718">
                  <a:moveTo>
                    <a:pt x="67991" y="3187"/>
                  </a:moveTo>
                  <a:lnTo>
                    <a:pt x="69876" y="10701"/>
                  </a:lnTo>
                  <a:lnTo>
                    <a:pt x="75146" y="12282"/>
                  </a:lnTo>
                  <a:lnTo>
                    <a:pt x="76532" y="22036"/>
                  </a:lnTo>
                  <a:lnTo>
                    <a:pt x="75511" y="28085"/>
                  </a:lnTo>
                  <a:lnTo>
                    <a:pt x="74416" y="28636"/>
                  </a:lnTo>
                  <a:lnTo>
                    <a:pt x="74603" y="29915"/>
                  </a:lnTo>
                  <a:lnTo>
                    <a:pt x="80107" y="34327"/>
                  </a:lnTo>
                  <a:lnTo>
                    <a:pt x="85321" y="35802"/>
                  </a:lnTo>
                  <a:lnTo>
                    <a:pt x="87374" y="35119"/>
                  </a:lnTo>
                  <a:lnTo>
                    <a:pt x="88526" y="33182"/>
                  </a:lnTo>
                  <a:lnTo>
                    <a:pt x="91502" y="32176"/>
                  </a:lnTo>
                  <a:lnTo>
                    <a:pt x="97368" y="33680"/>
                  </a:lnTo>
                  <a:lnTo>
                    <a:pt x="101118" y="33382"/>
                  </a:lnTo>
                  <a:lnTo>
                    <a:pt x="102141" y="33851"/>
                  </a:lnTo>
                  <a:lnTo>
                    <a:pt x="104903" y="38215"/>
                  </a:lnTo>
                  <a:lnTo>
                    <a:pt x="102358" y="39463"/>
                  </a:lnTo>
                  <a:lnTo>
                    <a:pt x="102691" y="46080"/>
                  </a:lnTo>
                  <a:lnTo>
                    <a:pt x="99827" y="45969"/>
                  </a:lnTo>
                  <a:lnTo>
                    <a:pt x="97170" y="52005"/>
                  </a:lnTo>
                  <a:lnTo>
                    <a:pt x="91297" y="54331"/>
                  </a:lnTo>
                  <a:lnTo>
                    <a:pt x="91590" y="57624"/>
                  </a:lnTo>
                  <a:lnTo>
                    <a:pt x="94193" y="64611"/>
                  </a:lnTo>
                  <a:lnTo>
                    <a:pt x="91592" y="73718"/>
                  </a:lnTo>
                  <a:lnTo>
                    <a:pt x="79801" y="61428"/>
                  </a:lnTo>
                  <a:lnTo>
                    <a:pt x="76825" y="60585"/>
                  </a:lnTo>
                  <a:lnTo>
                    <a:pt x="72271" y="63920"/>
                  </a:lnTo>
                  <a:lnTo>
                    <a:pt x="69568" y="62225"/>
                  </a:lnTo>
                  <a:lnTo>
                    <a:pt x="59969" y="53026"/>
                  </a:lnTo>
                  <a:lnTo>
                    <a:pt x="54526" y="55880"/>
                  </a:lnTo>
                  <a:lnTo>
                    <a:pt x="51801" y="61839"/>
                  </a:lnTo>
                  <a:lnTo>
                    <a:pt x="48004" y="62914"/>
                  </a:lnTo>
                  <a:lnTo>
                    <a:pt x="52470" y="69480"/>
                  </a:lnTo>
                  <a:lnTo>
                    <a:pt x="48735" y="70776"/>
                  </a:lnTo>
                  <a:lnTo>
                    <a:pt x="45592" y="69832"/>
                  </a:lnTo>
                  <a:lnTo>
                    <a:pt x="43762" y="67637"/>
                  </a:lnTo>
                  <a:lnTo>
                    <a:pt x="37491" y="67028"/>
                  </a:lnTo>
                  <a:lnTo>
                    <a:pt x="30547" y="71796"/>
                  </a:lnTo>
                  <a:lnTo>
                    <a:pt x="27113" y="69305"/>
                  </a:lnTo>
                  <a:lnTo>
                    <a:pt x="13134" y="51900"/>
                  </a:lnTo>
                  <a:lnTo>
                    <a:pt x="0" y="37466"/>
                  </a:lnTo>
                  <a:lnTo>
                    <a:pt x="3556" y="34643"/>
                  </a:lnTo>
                  <a:lnTo>
                    <a:pt x="8551" y="33101"/>
                  </a:lnTo>
                  <a:lnTo>
                    <a:pt x="11178" y="33719"/>
                  </a:lnTo>
                  <a:lnTo>
                    <a:pt x="14301" y="35667"/>
                  </a:lnTo>
                  <a:lnTo>
                    <a:pt x="15513" y="33932"/>
                  </a:lnTo>
                  <a:lnTo>
                    <a:pt x="18446" y="37017"/>
                  </a:lnTo>
                  <a:lnTo>
                    <a:pt x="21980" y="33065"/>
                  </a:lnTo>
                  <a:lnTo>
                    <a:pt x="26751" y="32070"/>
                  </a:lnTo>
                  <a:lnTo>
                    <a:pt x="29753" y="34644"/>
                  </a:lnTo>
                  <a:lnTo>
                    <a:pt x="33784" y="32638"/>
                  </a:lnTo>
                  <a:lnTo>
                    <a:pt x="35773" y="36377"/>
                  </a:lnTo>
                  <a:lnTo>
                    <a:pt x="39820" y="32115"/>
                  </a:lnTo>
                  <a:lnTo>
                    <a:pt x="42440" y="32009"/>
                  </a:lnTo>
                  <a:lnTo>
                    <a:pt x="42399" y="29446"/>
                  </a:lnTo>
                  <a:lnTo>
                    <a:pt x="40538" y="24244"/>
                  </a:lnTo>
                  <a:lnTo>
                    <a:pt x="38565" y="21232"/>
                  </a:lnTo>
                  <a:lnTo>
                    <a:pt x="37984" y="16793"/>
                  </a:lnTo>
                  <a:lnTo>
                    <a:pt x="40557" y="5465"/>
                  </a:lnTo>
                  <a:lnTo>
                    <a:pt x="42196" y="4176"/>
                  </a:lnTo>
                  <a:lnTo>
                    <a:pt x="51606" y="7572"/>
                  </a:lnTo>
                  <a:lnTo>
                    <a:pt x="50451" y="4632"/>
                  </a:lnTo>
                  <a:lnTo>
                    <a:pt x="63825" y="3852"/>
                  </a:lnTo>
                  <a:lnTo>
                    <a:pt x="6640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7" name="ph5447"/>
            <p:cNvSpPr/>
            <p:nvPr/>
          </p:nvSpPr>
          <p:spPr>
            <a:xfrm>
              <a:off x="5944453" y="2144144"/>
              <a:ext cx="69130" cy="113786"/>
            </a:xfrm>
            <a:custGeom>
              <a:avLst/>
              <a:pathLst>
                <a:path w="69130" h="113786">
                  <a:moveTo>
                    <a:pt x="61409" y="1660"/>
                  </a:moveTo>
                  <a:lnTo>
                    <a:pt x="63474" y="3756"/>
                  </a:lnTo>
                  <a:lnTo>
                    <a:pt x="63450" y="13584"/>
                  </a:lnTo>
                  <a:lnTo>
                    <a:pt x="59153" y="15469"/>
                  </a:lnTo>
                  <a:lnTo>
                    <a:pt x="55667" y="14381"/>
                  </a:lnTo>
                  <a:lnTo>
                    <a:pt x="51592" y="16560"/>
                  </a:lnTo>
                  <a:lnTo>
                    <a:pt x="49533" y="20091"/>
                  </a:lnTo>
                  <a:lnTo>
                    <a:pt x="55307" y="23822"/>
                  </a:lnTo>
                  <a:lnTo>
                    <a:pt x="51915" y="34826"/>
                  </a:lnTo>
                  <a:lnTo>
                    <a:pt x="54925" y="36394"/>
                  </a:lnTo>
                  <a:lnTo>
                    <a:pt x="58535" y="40699"/>
                  </a:lnTo>
                  <a:lnTo>
                    <a:pt x="51089" y="48102"/>
                  </a:lnTo>
                  <a:lnTo>
                    <a:pt x="54452" y="52213"/>
                  </a:lnTo>
                  <a:lnTo>
                    <a:pt x="53430" y="56632"/>
                  </a:lnTo>
                  <a:lnTo>
                    <a:pt x="51507" y="59793"/>
                  </a:lnTo>
                  <a:lnTo>
                    <a:pt x="54578" y="63290"/>
                  </a:lnTo>
                  <a:lnTo>
                    <a:pt x="54978" y="69443"/>
                  </a:lnTo>
                  <a:lnTo>
                    <a:pt x="56587" y="72611"/>
                  </a:lnTo>
                  <a:lnTo>
                    <a:pt x="59265" y="69221"/>
                  </a:lnTo>
                  <a:lnTo>
                    <a:pt x="62358" y="67097"/>
                  </a:lnTo>
                  <a:lnTo>
                    <a:pt x="64610" y="68675"/>
                  </a:lnTo>
                  <a:lnTo>
                    <a:pt x="69130" y="74475"/>
                  </a:lnTo>
                  <a:lnTo>
                    <a:pt x="67641" y="77058"/>
                  </a:lnTo>
                  <a:lnTo>
                    <a:pt x="66113" y="79661"/>
                  </a:lnTo>
                  <a:lnTo>
                    <a:pt x="63252" y="79915"/>
                  </a:lnTo>
                  <a:lnTo>
                    <a:pt x="58942" y="86319"/>
                  </a:lnTo>
                  <a:lnTo>
                    <a:pt x="59293" y="87986"/>
                  </a:lnTo>
                  <a:lnTo>
                    <a:pt x="62146" y="90454"/>
                  </a:lnTo>
                  <a:lnTo>
                    <a:pt x="63132" y="90643"/>
                  </a:lnTo>
                  <a:lnTo>
                    <a:pt x="63677" y="89103"/>
                  </a:lnTo>
                  <a:lnTo>
                    <a:pt x="62645" y="86800"/>
                  </a:lnTo>
                  <a:lnTo>
                    <a:pt x="65577" y="89345"/>
                  </a:lnTo>
                  <a:lnTo>
                    <a:pt x="63929" y="92110"/>
                  </a:lnTo>
                  <a:lnTo>
                    <a:pt x="61291" y="93289"/>
                  </a:lnTo>
                  <a:lnTo>
                    <a:pt x="59096" y="97181"/>
                  </a:lnTo>
                  <a:lnTo>
                    <a:pt x="59594" y="102872"/>
                  </a:lnTo>
                  <a:lnTo>
                    <a:pt x="57404" y="104577"/>
                  </a:lnTo>
                  <a:lnTo>
                    <a:pt x="54252" y="103712"/>
                  </a:lnTo>
                  <a:lnTo>
                    <a:pt x="52707" y="107589"/>
                  </a:lnTo>
                  <a:lnTo>
                    <a:pt x="53273" y="110074"/>
                  </a:lnTo>
                  <a:lnTo>
                    <a:pt x="52287" y="112609"/>
                  </a:lnTo>
                  <a:lnTo>
                    <a:pt x="51345" y="113147"/>
                  </a:lnTo>
                  <a:lnTo>
                    <a:pt x="44752" y="105803"/>
                  </a:lnTo>
                  <a:lnTo>
                    <a:pt x="43220" y="109285"/>
                  </a:lnTo>
                  <a:lnTo>
                    <a:pt x="44517" y="110680"/>
                  </a:lnTo>
                  <a:lnTo>
                    <a:pt x="44310" y="112526"/>
                  </a:lnTo>
                  <a:lnTo>
                    <a:pt x="43301" y="113786"/>
                  </a:lnTo>
                  <a:lnTo>
                    <a:pt x="35911" y="111627"/>
                  </a:lnTo>
                  <a:lnTo>
                    <a:pt x="30971" y="109180"/>
                  </a:lnTo>
                  <a:lnTo>
                    <a:pt x="27596" y="103497"/>
                  </a:lnTo>
                  <a:lnTo>
                    <a:pt x="24556" y="100845"/>
                  </a:lnTo>
                  <a:lnTo>
                    <a:pt x="20800" y="99036"/>
                  </a:lnTo>
                  <a:lnTo>
                    <a:pt x="12449" y="97086"/>
                  </a:lnTo>
                  <a:lnTo>
                    <a:pt x="3556" y="97733"/>
                  </a:lnTo>
                  <a:lnTo>
                    <a:pt x="3230" y="85524"/>
                  </a:lnTo>
                  <a:lnTo>
                    <a:pt x="505" y="75579"/>
                  </a:lnTo>
                  <a:lnTo>
                    <a:pt x="2195" y="68483"/>
                  </a:lnTo>
                  <a:lnTo>
                    <a:pt x="2034" y="64016"/>
                  </a:lnTo>
                  <a:lnTo>
                    <a:pt x="0" y="56918"/>
                  </a:lnTo>
                  <a:lnTo>
                    <a:pt x="1632" y="50347"/>
                  </a:lnTo>
                  <a:lnTo>
                    <a:pt x="5851" y="41641"/>
                  </a:lnTo>
                  <a:lnTo>
                    <a:pt x="10101" y="36324"/>
                  </a:lnTo>
                  <a:lnTo>
                    <a:pt x="17612" y="24393"/>
                  </a:lnTo>
                  <a:lnTo>
                    <a:pt x="19557" y="20055"/>
                  </a:lnTo>
                  <a:lnTo>
                    <a:pt x="20562" y="14990"/>
                  </a:lnTo>
                  <a:lnTo>
                    <a:pt x="25239" y="10377"/>
                  </a:lnTo>
                  <a:lnTo>
                    <a:pt x="24531" y="9323"/>
                  </a:lnTo>
                  <a:lnTo>
                    <a:pt x="25867" y="9902"/>
                  </a:lnTo>
                  <a:lnTo>
                    <a:pt x="29666" y="7664"/>
                  </a:lnTo>
                  <a:lnTo>
                    <a:pt x="35469" y="11591"/>
                  </a:lnTo>
                  <a:lnTo>
                    <a:pt x="40791" y="12352"/>
                  </a:lnTo>
                  <a:lnTo>
                    <a:pt x="43903" y="10653"/>
                  </a:lnTo>
                  <a:lnTo>
                    <a:pt x="46483" y="6008"/>
                  </a:lnTo>
                  <a:lnTo>
                    <a:pt x="5480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8" name="ph5448"/>
            <p:cNvSpPr/>
            <p:nvPr/>
          </p:nvSpPr>
          <p:spPr>
            <a:xfrm>
              <a:off x="6065642" y="2273711"/>
              <a:ext cx="57367" cy="87278"/>
            </a:xfrm>
            <a:custGeom>
              <a:avLst/>
              <a:pathLst>
                <a:path w="57367" h="87278">
                  <a:moveTo>
                    <a:pt x="40765" y="8060"/>
                  </a:moveTo>
                  <a:lnTo>
                    <a:pt x="41786" y="11836"/>
                  </a:lnTo>
                  <a:lnTo>
                    <a:pt x="41151" y="14594"/>
                  </a:lnTo>
                  <a:lnTo>
                    <a:pt x="42277" y="19981"/>
                  </a:lnTo>
                  <a:lnTo>
                    <a:pt x="45988" y="26323"/>
                  </a:lnTo>
                  <a:lnTo>
                    <a:pt x="41437" y="28417"/>
                  </a:lnTo>
                  <a:lnTo>
                    <a:pt x="44094" y="30609"/>
                  </a:lnTo>
                  <a:lnTo>
                    <a:pt x="47281" y="30587"/>
                  </a:lnTo>
                  <a:lnTo>
                    <a:pt x="49302" y="38102"/>
                  </a:lnTo>
                  <a:lnTo>
                    <a:pt x="47144" y="38955"/>
                  </a:lnTo>
                  <a:lnTo>
                    <a:pt x="45527" y="41962"/>
                  </a:lnTo>
                  <a:lnTo>
                    <a:pt x="50245" y="42453"/>
                  </a:lnTo>
                  <a:lnTo>
                    <a:pt x="52491" y="44806"/>
                  </a:lnTo>
                  <a:lnTo>
                    <a:pt x="52384" y="47874"/>
                  </a:lnTo>
                  <a:lnTo>
                    <a:pt x="57367" y="55889"/>
                  </a:lnTo>
                  <a:lnTo>
                    <a:pt x="54629" y="63953"/>
                  </a:lnTo>
                  <a:lnTo>
                    <a:pt x="53597" y="62725"/>
                  </a:lnTo>
                  <a:lnTo>
                    <a:pt x="47763" y="62487"/>
                  </a:lnTo>
                  <a:lnTo>
                    <a:pt x="45875" y="63836"/>
                  </a:lnTo>
                  <a:lnTo>
                    <a:pt x="41302" y="70664"/>
                  </a:lnTo>
                  <a:lnTo>
                    <a:pt x="41108" y="73336"/>
                  </a:lnTo>
                  <a:lnTo>
                    <a:pt x="43356" y="79126"/>
                  </a:lnTo>
                  <a:lnTo>
                    <a:pt x="39491" y="84478"/>
                  </a:lnTo>
                  <a:lnTo>
                    <a:pt x="35150" y="87278"/>
                  </a:lnTo>
                  <a:lnTo>
                    <a:pt x="32827" y="83115"/>
                  </a:lnTo>
                  <a:lnTo>
                    <a:pt x="29068" y="78834"/>
                  </a:lnTo>
                  <a:lnTo>
                    <a:pt x="17604" y="55955"/>
                  </a:lnTo>
                  <a:lnTo>
                    <a:pt x="11861" y="48968"/>
                  </a:lnTo>
                  <a:lnTo>
                    <a:pt x="4493" y="43151"/>
                  </a:lnTo>
                  <a:lnTo>
                    <a:pt x="4520" y="42141"/>
                  </a:lnTo>
                  <a:lnTo>
                    <a:pt x="5514" y="41453"/>
                  </a:lnTo>
                  <a:lnTo>
                    <a:pt x="3021" y="35518"/>
                  </a:lnTo>
                  <a:lnTo>
                    <a:pt x="0" y="33092"/>
                  </a:lnTo>
                  <a:lnTo>
                    <a:pt x="1548" y="29018"/>
                  </a:lnTo>
                  <a:lnTo>
                    <a:pt x="2212" y="20646"/>
                  </a:lnTo>
                  <a:lnTo>
                    <a:pt x="1208" y="18677"/>
                  </a:lnTo>
                  <a:lnTo>
                    <a:pt x="2128" y="14015"/>
                  </a:lnTo>
                  <a:lnTo>
                    <a:pt x="3801" y="10953"/>
                  </a:lnTo>
                  <a:lnTo>
                    <a:pt x="10168" y="9950"/>
                  </a:lnTo>
                  <a:lnTo>
                    <a:pt x="10199" y="9012"/>
                  </a:lnTo>
                  <a:lnTo>
                    <a:pt x="11168" y="9407"/>
                  </a:lnTo>
                  <a:lnTo>
                    <a:pt x="10962" y="11908"/>
                  </a:lnTo>
                  <a:lnTo>
                    <a:pt x="11755" y="12364"/>
                  </a:lnTo>
                  <a:lnTo>
                    <a:pt x="15787" y="10868"/>
                  </a:lnTo>
                  <a:lnTo>
                    <a:pt x="24724" y="5125"/>
                  </a:lnTo>
                  <a:lnTo>
                    <a:pt x="27612" y="7044"/>
                  </a:lnTo>
                  <a:lnTo>
                    <a:pt x="29818" y="5005"/>
                  </a:lnTo>
                  <a:lnTo>
                    <a:pt x="30515" y="2707"/>
                  </a:lnTo>
                  <a:lnTo>
                    <a:pt x="34923" y="0"/>
                  </a:lnTo>
                  <a:lnTo>
                    <a:pt x="37162" y="2665"/>
                  </a:lnTo>
                  <a:lnTo>
                    <a:pt x="35434" y="371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9" name="ph5449"/>
            <p:cNvSpPr/>
            <p:nvPr/>
          </p:nvSpPr>
          <p:spPr>
            <a:xfrm>
              <a:off x="6066085" y="2309276"/>
              <a:ext cx="2931" cy="2554"/>
            </a:xfrm>
            <a:custGeom>
              <a:avLst/>
              <a:pathLst>
                <a:path w="2931" h="2554">
                  <a:moveTo>
                    <a:pt x="0" y="993"/>
                  </a:moveTo>
                  <a:lnTo>
                    <a:pt x="229" y="137"/>
                  </a:lnTo>
                  <a:lnTo>
                    <a:pt x="1910" y="0"/>
                  </a:lnTo>
                  <a:lnTo>
                    <a:pt x="2931" y="933"/>
                  </a:lnTo>
                  <a:lnTo>
                    <a:pt x="1115" y="255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0" name="ph5450"/>
            <p:cNvSpPr/>
            <p:nvPr/>
          </p:nvSpPr>
          <p:spPr>
            <a:xfrm>
              <a:off x="6065272" y="2307476"/>
              <a:ext cx="1291" cy="3668"/>
            </a:xfrm>
            <a:custGeom>
              <a:avLst/>
              <a:pathLst>
                <a:path w="1291" h="3668">
                  <a:moveTo>
                    <a:pt x="1291" y="3668"/>
                  </a:moveTo>
                  <a:lnTo>
                    <a:pt x="311" y="2821"/>
                  </a:lnTo>
                  <a:lnTo>
                    <a:pt x="0" y="778"/>
                  </a:lnTo>
                  <a:lnTo>
                    <a:pt x="665" y="0"/>
                  </a:lnTo>
                  <a:lnTo>
                    <a:pt x="839" y="1604"/>
                  </a:lnTo>
                  <a:lnTo>
                    <a:pt x="632" y="260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1" name="ph5451"/>
            <p:cNvSpPr/>
            <p:nvPr/>
          </p:nvSpPr>
          <p:spPr>
            <a:xfrm>
              <a:off x="6066089" y="2307219"/>
              <a:ext cx="517" cy="2078"/>
            </a:xfrm>
            <a:custGeom>
              <a:avLst/>
              <a:pathLst>
                <a:path w="517" h="2078">
                  <a:moveTo>
                    <a:pt x="0" y="0"/>
                  </a:moveTo>
                  <a:lnTo>
                    <a:pt x="517" y="1356"/>
                  </a:lnTo>
                  <a:lnTo>
                    <a:pt x="343" y="207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2" name="ph5452"/>
            <p:cNvSpPr/>
            <p:nvPr/>
          </p:nvSpPr>
          <p:spPr>
            <a:xfrm>
              <a:off x="5980364" y="2205136"/>
              <a:ext cx="57780" cy="63835"/>
            </a:xfrm>
            <a:custGeom>
              <a:avLst/>
              <a:pathLst>
                <a:path w="57780" h="63835">
                  <a:moveTo>
                    <a:pt x="56160" y="7455"/>
                  </a:moveTo>
                  <a:lnTo>
                    <a:pt x="57780" y="9362"/>
                  </a:lnTo>
                  <a:lnTo>
                    <a:pt x="55519" y="13173"/>
                  </a:lnTo>
                  <a:lnTo>
                    <a:pt x="51053" y="13593"/>
                  </a:lnTo>
                  <a:lnTo>
                    <a:pt x="48885" y="12965"/>
                  </a:lnTo>
                  <a:lnTo>
                    <a:pt x="47159" y="18488"/>
                  </a:lnTo>
                  <a:lnTo>
                    <a:pt x="49691" y="21076"/>
                  </a:lnTo>
                  <a:lnTo>
                    <a:pt x="50564" y="27988"/>
                  </a:lnTo>
                  <a:lnTo>
                    <a:pt x="49436" y="29671"/>
                  </a:lnTo>
                  <a:lnTo>
                    <a:pt x="47415" y="28400"/>
                  </a:lnTo>
                  <a:lnTo>
                    <a:pt x="44457" y="28588"/>
                  </a:lnTo>
                  <a:lnTo>
                    <a:pt x="42826" y="33190"/>
                  </a:lnTo>
                  <a:lnTo>
                    <a:pt x="43843" y="33854"/>
                  </a:lnTo>
                  <a:lnTo>
                    <a:pt x="41904" y="36822"/>
                  </a:lnTo>
                  <a:lnTo>
                    <a:pt x="37751" y="38859"/>
                  </a:lnTo>
                  <a:lnTo>
                    <a:pt x="36783" y="38230"/>
                  </a:lnTo>
                  <a:lnTo>
                    <a:pt x="33455" y="43345"/>
                  </a:lnTo>
                  <a:lnTo>
                    <a:pt x="34148" y="44315"/>
                  </a:lnTo>
                  <a:lnTo>
                    <a:pt x="36915" y="44450"/>
                  </a:lnTo>
                  <a:lnTo>
                    <a:pt x="37899" y="52599"/>
                  </a:lnTo>
                  <a:lnTo>
                    <a:pt x="36124" y="53823"/>
                  </a:lnTo>
                  <a:lnTo>
                    <a:pt x="35100" y="53584"/>
                  </a:lnTo>
                  <a:lnTo>
                    <a:pt x="33786" y="52166"/>
                  </a:lnTo>
                  <a:lnTo>
                    <a:pt x="33586" y="49486"/>
                  </a:lnTo>
                  <a:lnTo>
                    <a:pt x="26589" y="48980"/>
                  </a:lnTo>
                  <a:lnTo>
                    <a:pt x="25196" y="50028"/>
                  </a:lnTo>
                  <a:lnTo>
                    <a:pt x="25140" y="50951"/>
                  </a:lnTo>
                  <a:lnTo>
                    <a:pt x="26357" y="56927"/>
                  </a:lnTo>
                  <a:lnTo>
                    <a:pt x="23627" y="62611"/>
                  </a:lnTo>
                  <a:lnTo>
                    <a:pt x="20889" y="63835"/>
                  </a:lnTo>
                  <a:lnTo>
                    <a:pt x="20560" y="58721"/>
                  </a:lnTo>
                  <a:lnTo>
                    <a:pt x="16438" y="56110"/>
                  </a:lnTo>
                  <a:lnTo>
                    <a:pt x="7338" y="58973"/>
                  </a:lnTo>
                  <a:lnTo>
                    <a:pt x="9304" y="61963"/>
                  </a:lnTo>
                  <a:lnTo>
                    <a:pt x="8465" y="61844"/>
                  </a:lnTo>
                  <a:lnTo>
                    <a:pt x="4385" y="57278"/>
                  </a:lnTo>
                  <a:lnTo>
                    <a:pt x="3607" y="55233"/>
                  </a:lnTo>
                  <a:lnTo>
                    <a:pt x="0" y="50635"/>
                  </a:lnTo>
                  <a:lnTo>
                    <a:pt x="7389" y="52795"/>
                  </a:lnTo>
                  <a:lnTo>
                    <a:pt x="8398" y="51534"/>
                  </a:lnTo>
                  <a:lnTo>
                    <a:pt x="8606" y="49688"/>
                  </a:lnTo>
                  <a:lnTo>
                    <a:pt x="7309" y="48293"/>
                  </a:lnTo>
                  <a:lnTo>
                    <a:pt x="8840" y="44811"/>
                  </a:lnTo>
                  <a:lnTo>
                    <a:pt x="15434" y="52155"/>
                  </a:lnTo>
                  <a:lnTo>
                    <a:pt x="16375" y="51617"/>
                  </a:lnTo>
                  <a:lnTo>
                    <a:pt x="17361" y="49083"/>
                  </a:lnTo>
                  <a:lnTo>
                    <a:pt x="16796" y="46597"/>
                  </a:lnTo>
                  <a:lnTo>
                    <a:pt x="18341" y="42720"/>
                  </a:lnTo>
                  <a:lnTo>
                    <a:pt x="21493" y="43586"/>
                  </a:lnTo>
                  <a:lnTo>
                    <a:pt x="23683" y="41880"/>
                  </a:lnTo>
                  <a:lnTo>
                    <a:pt x="23185" y="36190"/>
                  </a:lnTo>
                  <a:lnTo>
                    <a:pt x="25380" y="32298"/>
                  </a:lnTo>
                  <a:lnTo>
                    <a:pt x="28017" y="31119"/>
                  </a:lnTo>
                  <a:lnTo>
                    <a:pt x="29666" y="28353"/>
                  </a:lnTo>
                  <a:lnTo>
                    <a:pt x="26734" y="25808"/>
                  </a:lnTo>
                  <a:lnTo>
                    <a:pt x="27766" y="28112"/>
                  </a:lnTo>
                  <a:lnTo>
                    <a:pt x="27221" y="29652"/>
                  </a:lnTo>
                  <a:lnTo>
                    <a:pt x="26235" y="29463"/>
                  </a:lnTo>
                  <a:lnTo>
                    <a:pt x="23382" y="26994"/>
                  </a:lnTo>
                  <a:lnTo>
                    <a:pt x="23031" y="25327"/>
                  </a:lnTo>
                  <a:lnTo>
                    <a:pt x="27341" y="18923"/>
                  </a:lnTo>
                  <a:lnTo>
                    <a:pt x="30201" y="18670"/>
                  </a:lnTo>
                  <a:lnTo>
                    <a:pt x="31729" y="16066"/>
                  </a:lnTo>
                  <a:lnTo>
                    <a:pt x="32596" y="16587"/>
                  </a:lnTo>
                  <a:lnTo>
                    <a:pt x="33374" y="13666"/>
                  </a:lnTo>
                  <a:lnTo>
                    <a:pt x="45850" y="8177"/>
                  </a:lnTo>
                  <a:lnTo>
                    <a:pt x="47885" y="5742"/>
                  </a:lnTo>
                  <a:lnTo>
                    <a:pt x="48699" y="1119"/>
                  </a:lnTo>
                  <a:lnTo>
                    <a:pt x="4985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3" name="ph5453"/>
            <p:cNvSpPr/>
            <p:nvPr/>
          </p:nvSpPr>
          <p:spPr>
            <a:xfrm>
              <a:off x="6129075" y="2397091"/>
              <a:ext cx="71898" cy="40836"/>
            </a:xfrm>
            <a:custGeom>
              <a:avLst/>
              <a:pathLst>
                <a:path w="71898" h="40836">
                  <a:moveTo>
                    <a:pt x="1916" y="0"/>
                  </a:moveTo>
                  <a:lnTo>
                    <a:pt x="6187" y="4141"/>
                  </a:lnTo>
                  <a:lnTo>
                    <a:pt x="10069" y="5721"/>
                  </a:lnTo>
                  <a:lnTo>
                    <a:pt x="19592" y="12879"/>
                  </a:lnTo>
                  <a:lnTo>
                    <a:pt x="28461" y="18111"/>
                  </a:lnTo>
                  <a:lnTo>
                    <a:pt x="34239" y="22858"/>
                  </a:lnTo>
                  <a:lnTo>
                    <a:pt x="35582" y="25552"/>
                  </a:lnTo>
                  <a:lnTo>
                    <a:pt x="38708" y="26968"/>
                  </a:lnTo>
                  <a:lnTo>
                    <a:pt x="39296" y="26162"/>
                  </a:lnTo>
                  <a:lnTo>
                    <a:pt x="38052" y="24625"/>
                  </a:lnTo>
                  <a:lnTo>
                    <a:pt x="30925" y="18337"/>
                  </a:lnTo>
                  <a:lnTo>
                    <a:pt x="37036" y="22555"/>
                  </a:lnTo>
                  <a:lnTo>
                    <a:pt x="38909" y="22725"/>
                  </a:lnTo>
                  <a:lnTo>
                    <a:pt x="40461" y="14606"/>
                  </a:lnTo>
                  <a:lnTo>
                    <a:pt x="41314" y="13494"/>
                  </a:lnTo>
                  <a:lnTo>
                    <a:pt x="44279" y="11283"/>
                  </a:lnTo>
                  <a:lnTo>
                    <a:pt x="53569" y="6680"/>
                  </a:lnTo>
                  <a:lnTo>
                    <a:pt x="57947" y="7075"/>
                  </a:lnTo>
                  <a:lnTo>
                    <a:pt x="57930" y="10122"/>
                  </a:lnTo>
                  <a:lnTo>
                    <a:pt x="64109" y="17078"/>
                  </a:lnTo>
                  <a:lnTo>
                    <a:pt x="58420" y="20502"/>
                  </a:lnTo>
                  <a:lnTo>
                    <a:pt x="60241" y="26256"/>
                  </a:lnTo>
                  <a:lnTo>
                    <a:pt x="68465" y="22134"/>
                  </a:lnTo>
                  <a:lnTo>
                    <a:pt x="71898" y="28223"/>
                  </a:lnTo>
                  <a:lnTo>
                    <a:pt x="69946" y="32823"/>
                  </a:lnTo>
                  <a:lnTo>
                    <a:pt x="68646" y="33563"/>
                  </a:lnTo>
                  <a:lnTo>
                    <a:pt x="67901" y="33026"/>
                  </a:lnTo>
                  <a:lnTo>
                    <a:pt x="66535" y="33434"/>
                  </a:lnTo>
                  <a:lnTo>
                    <a:pt x="62052" y="38938"/>
                  </a:lnTo>
                  <a:lnTo>
                    <a:pt x="58830" y="40836"/>
                  </a:lnTo>
                  <a:lnTo>
                    <a:pt x="46445" y="36894"/>
                  </a:lnTo>
                  <a:lnTo>
                    <a:pt x="40347" y="31288"/>
                  </a:lnTo>
                  <a:lnTo>
                    <a:pt x="19364" y="14969"/>
                  </a:lnTo>
                  <a:lnTo>
                    <a:pt x="7264" y="6526"/>
                  </a:lnTo>
                  <a:lnTo>
                    <a:pt x="0" y="2368"/>
                  </a:lnTo>
                  <a:lnTo>
                    <a:pt x="504" y="31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4" name="ph5454"/>
            <p:cNvSpPr/>
            <p:nvPr/>
          </p:nvSpPr>
          <p:spPr>
            <a:xfrm>
              <a:off x="6341248" y="2609095"/>
              <a:ext cx="67547" cy="64976"/>
            </a:xfrm>
            <a:custGeom>
              <a:avLst/>
              <a:pathLst>
                <a:path w="67547" h="64976">
                  <a:moveTo>
                    <a:pt x="39020" y="9198"/>
                  </a:moveTo>
                  <a:lnTo>
                    <a:pt x="41724" y="10893"/>
                  </a:lnTo>
                  <a:lnTo>
                    <a:pt x="46277" y="7558"/>
                  </a:lnTo>
                  <a:lnTo>
                    <a:pt x="49254" y="8401"/>
                  </a:lnTo>
                  <a:lnTo>
                    <a:pt x="61044" y="20692"/>
                  </a:lnTo>
                  <a:lnTo>
                    <a:pt x="59734" y="21280"/>
                  </a:lnTo>
                  <a:lnTo>
                    <a:pt x="57494" y="25523"/>
                  </a:lnTo>
                  <a:lnTo>
                    <a:pt x="57374" y="31904"/>
                  </a:lnTo>
                  <a:lnTo>
                    <a:pt x="60156" y="41528"/>
                  </a:lnTo>
                  <a:lnTo>
                    <a:pt x="64325" y="40601"/>
                  </a:lnTo>
                  <a:lnTo>
                    <a:pt x="63612" y="42916"/>
                  </a:lnTo>
                  <a:lnTo>
                    <a:pt x="67295" y="50410"/>
                  </a:lnTo>
                  <a:lnTo>
                    <a:pt x="67547" y="54991"/>
                  </a:lnTo>
                  <a:lnTo>
                    <a:pt x="66603" y="58337"/>
                  </a:lnTo>
                  <a:lnTo>
                    <a:pt x="62847" y="60905"/>
                  </a:lnTo>
                  <a:lnTo>
                    <a:pt x="50606" y="55983"/>
                  </a:lnTo>
                  <a:lnTo>
                    <a:pt x="43745" y="49326"/>
                  </a:lnTo>
                  <a:lnTo>
                    <a:pt x="39592" y="49887"/>
                  </a:lnTo>
                  <a:lnTo>
                    <a:pt x="37515" y="51346"/>
                  </a:lnTo>
                  <a:lnTo>
                    <a:pt x="35513" y="51784"/>
                  </a:lnTo>
                  <a:lnTo>
                    <a:pt x="35251" y="53078"/>
                  </a:lnTo>
                  <a:lnTo>
                    <a:pt x="38144" y="59867"/>
                  </a:lnTo>
                  <a:lnTo>
                    <a:pt x="38560" y="63236"/>
                  </a:lnTo>
                  <a:lnTo>
                    <a:pt x="37793" y="64976"/>
                  </a:lnTo>
                  <a:lnTo>
                    <a:pt x="34853" y="64958"/>
                  </a:lnTo>
                  <a:lnTo>
                    <a:pt x="33305" y="63968"/>
                  </a:lnTo>
                  <a:lnTo>
                    <a:pt x="29114" y="55414"/>
                  </a:lnTo>
                  <a:lnTo>
                    <a:pt x="27983" y="55624"/>
                  </a:lnTo>
                  <a:lnTo>
                    <a:pt x="27923" y="53868"/>
                  </a:lnTo>
                  <a:lnTo>
                    <a:pt x="25140" y="47682"/>
                  </a:lnTo>
                  <a:lnTo>
                    <a:pt x="19387" y="38251"/>
                  </a:lnTo>
                  <a:lnTo>
                    <a:pt x="9501" y="26982"/>
                  </a:lnTo>
                  <a:lnTo>
                    <a:pt x="0" y="18769"/>
                  </a:lnTo>
                  <a:lnTo>
                    <a:pt x="6944" y="14001"/>
                  </a:lnTo>
                  <a:lnTo>
                    <a:pt x="13215" y="14610"/>
                  </a:lnTo>
                  <a:lnTo>
                    <a:pt x="15045" y="16806"/>
                  </a:lnTo>
                  <a:lnTo>
                    <a:pt x="18188" y="17749"/>
                  </a:lnTo>
                  <a:lnTo>
                    <a:pt x="21923" y="16453"/>
                  </a:lnTo>
                  <a:lnTo>
                    <a:pt x="17457" y="9887"/>
                  </a:lnTo>
                  <a:lnTo>
                    <a:pt x="21254" y="8812"/>
                  </a:lnTo>
                  <a:lnTo>
                    <a:pt x="23979" y="2853"/>
                  </a:lnTo>
                  <a:lnTo>
                    <a:pt x="2942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5" name="ph5455"/>
            <p:cNvSpPr/>
            <p:nvPr/>
          </p:nvSpPr>
          <p:spPr>
            <a:xfrm>
              <a:off x="6314392" y="2503163"/>
              <a:ext cx="65036" cy="89922"/>
            </a:xfrm>
            <a:custGeom>
              <a:avLst/>
              <a:pathLst>
                <a:path w="65036" h="89922">
                  <a:moveTo>
                    <a:pt x="35276" y="1257"/>
                  </a:moveTo>
                  <a:lnTo>
                    <a:pt x="38291" y="1520"/>
                  </a:lnTo>
                  <a:lnTo>
                    <a:pt x="38911" y="786"/>
                  </a:lnTo>
                  <a:lnTo>
                    <a:pt x="41312" y="3750"/>
                  </a:lnTo>
                  <a:lnTo>
                    <a:pt x="38638" y="10917"/>
                  </a:lnTo>
                  <a:lnTo>
                    <a:pt x="40433" y="23525"/>
                  </a:lnTo>
                  <a:lnTo>
                    <a:pt x="42267" y="28242"/>
                  </a:lnTo>
                  <a:lnTo>
                    <a:pt x="43407" y="23328"/>
                  </a:lnTo>
                  <a:lnTo>
                    <a:pt x="48134" y="21770"/>
                  </a:lnTo>
                  <a:lnTo>
                    <a:pt x="52247" y="20862"/>
                  </a:lnTo>
                  <a:lnTo>
                    <a:pt x="52773" y="23778"/>
                  </a:lnTo>
                  <a:lnTo>
                    <a:pt x="54159" y="24970"/>
                  </a:lnTo>
                  <a:lnTo>
                    <a:pt x="57221" y="28248"/>
                  </a:lnTo>
                  <a:lnTo>
                    <a:pt x="59479" y="36146"/>
                  </a:lnTo>
                  <a:lnTo>
                    <a:pt x="62408" y="38918"/>
                  </a:lnTo>
                  <a:lnTo>
                    <a:pt x="62230" y="40803"/>
                  </a:lnTo>
                  <a:lnTo>
                    <a:pt x="60461" y="42801"/>
                  </a:lnTo>
                  <a:lnTo>
                    <a:pt x="61678" y="44958"/>
                  </a:lnTo>
                  <a:lnTo>
                    <a:pt x="65036" y="46200"/>
                  </a:lnTo>
                  <a:lnTo>
                    <a:pt x="61740" y="51758"/>
                  </a:lnTo>
                  <a:lnTo>
                    <a:pt x="62717" y="52905"/>
                  </a:lnTo>
                  <a:lnTo>
                    <a:pt x="60133" y="56757"/>
                  </a:lnTo>
                  <a:lnTo>
                    <a:pt x="46759" y="57538"/>
                  </a:lnTo>
                  <a:lnTo>
                    <a:pt x="47914" y="60477"/>
                  </a:lnTo>
                  <a:lnTo>
                    <a:pt x="38504" y="57081"/>
                  </a:lnTo>
                  <a:lnTo>
                    <a:pt x="36865" y="58370"/>
                  </a:lnTo>
                  <a:lnTo>
                    <a:pt x="34292" y="69699"/>
                  </a:lnTo>
                  <a:lnTo>
                    <a:pt x="34873" y="74137"/>
                  </a:lnTo>
                  <a:lnTo>
                    <a:pt x="36846" y="77149"/>
                  </a:lnTo>
                  <a:lnTo>
                    <a:pt x="38707" y="82351"/>
                  </a:lnTo>
                  <a:lnTo>
                    <a:pt x="38748" y="84914"/>
                  </a:lnTo>
                  <a:lnTo>
                    <a:pt x="36128" y="85020"/>
                  </a:lnTo>
                  <a:lnTo>
                    <a:pt x="32081" y="89283"/>
                  </a:lnTo>
                  <a:lnTo>
                    <a:pt x="30093" y="85543"/>
                  </a:lnTo>
                  <a:lnTo>
                    <a:pt x="26061" y="87550"/>
                  </a:lnTo>
                  <a:lnTo>
                    <a:pt x="23059" y="84976"/>
                  </a:lnTo>
                  <a:lnTo>
                    <a:pt x="18288" y="85970"/>
                  </a:lnTo>
                  <a:lnTo>
                    <a:pt x="14754" y="89922"/>
                  </a:lnTo>
                  <a:lnTo>
                    <a:pt x="11821" y="86837"/>
                  </a:lnTo>
                  <a:lnTo>
                    <a:pt x="16288" y="79573"/>
                  </a:lnTo>
                  <a:lnTo>
                    <a:pt x="11463" y="75862"/>
                  </a:lnTo>
                  <a:lnTo>
                    <a:pt x="3699" y="74574"/>
                  </a:lnTo>
                  <a:lnTo>
                    <a:pt x="3147" y="73388"/>
                  </a:lnTo>
                  <a:lnTo>
                    <a:pt x="5676" y="71692"/>
                  </a:lnTo>
                  <a:lnTo>
                    <a:pt x="8782" y="71693"/>
                  </a:lnTo>
                  <a:lnTo>
                    <a:pt x="7293" y="59842"/>
                  </a:lnTo>
                  <a:lnTo>
                    <a:pt x="6045" y="56758"/>
                  </a:lnTo>
                  <a:lnTo>
                    <a:pt x="1920" y="55704"/>
                  </a:lnTo>
                  <a:lnTo>
                    <a:pt x="0" y="51581"/>
                  </a:lnTo>
                  <a:lnTo>
                    <a:pt x="3309" y="50963"/>
                  </a:lnTo>
                  <a:lnTo>
                    <a:pt x="3795" y="46502"/>
                  </a:lnTo>
                  <a:lnTo>
                    <a:pt x="2644" y="42825"/>
                  </a:lnTo>
                  <a:lnTo>
                    <a:pt x="2908" y="40400"/>
                  </a:lnTo>
                  <a:lnTo>
                    <a:pt x="4776" y="38003"/>
                  </a:lnTo>
                  <a:lnTo>
                    <a:pt x="6255" y="27236"/>
                  </a:lnTo>
                  <a:lnTo>
                    <a:pt x="8332" y="25489"/>
                  </a:lnTo>
                  <a:lnTo>
                    <a:pt x="14586" y="24386"/>
                  </a:lnTo>
                  <a:lnTo>
                    <a:pt x="19247" y="20432"/>
                  </a:lnTo>
                  <a:lnTo>
                    <a:pt x="25118" y="14133"/>
                  </a:lnTo>
                  <a:lnTo>
                    <a:pt x="30019" y="1915"/>
                  </a:lnTo>
                  <a:lnTo>
                    <a:pt x="3309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6" name="ph5456"/>
            <p:cNvSpPr/>
            <p:nvPr/>
          </p:nvSpPr>
          <p:spPr>
            <a:xfrm>
              <a:off x="6220609" y="2361001"/>
              <a:ext cx="70161" cy="80969"/>
            </a:xfrm>
            <a:custGeom>
              <a:avLst/>
              <a:pathLst>
                <a:path w="70161" h="80969">
                  <a:moveTo>
                    <a:pt x="24256" y="526"/>
                  </a:moveTo>
                  <a:lnTo>
                    <a:pt x="42687" y="21812"/>
                  </a:lnTo>
                  <a:lnTo>
                    <a:pt x="45075" y="30637"/>
                  </a:lnTo>
                  <a:lnTo>
                    <a:pt x="51703" y="43735"/>
                  </a:lnTo>
                  <a:lnTo>
                    <a:pt x="56837" y="45449"/>
                  </a:lnTo>
                  <a:lnTo>
                    <a:pt x="59347" y="47587"/>
                  </a:lnTo>
                  <a:lnTo>
                    <a:pt x="58088" y="52225"/>
                  </a:lnTo>
                  <a:lnTo>
                    <a:pt x="54855" y="55732"/>
                  </a:lnTo>
                  <a:lnTo>
                    <a:pt x="55845" y="59757"/>
                  </a:lnTo>
                  <a:lnTo>
                    <a:pt x="62450" y="70959"/>
                  </a:lnTo>
                  <a:lnTo>
                    <a:pt x="63724" y="72066"/>
                  </a:lnTo>
                  <a:lnTo>
                    <a:pt x="64795" y="71590"/>
                  </a:lnTo>
                  <a:lnTo>
                    <a:pt x="70161" y="74532"/>
                  </a:lnTo>
                  <a:lnTo>
                    <a:pt x="70001" y="78676"/>
                  </a:lnTo>
                  <a:lnTo>
                    <a:pt x="60442" y="80231"/>
                  </a:lnTo>
                  <a:lnTo>
                    <a:pt x="52987" y="78129"/>
                  </a:lnTo>
                  <a:lnTo>
                    <a:pt x="51915" y="79438"/>
                  </a:lnTo>
                  <a:lnTo>
                    <a:pt x="52768" y="80969"/>
                  </a:lnTo>
                  <a:lnTo>
                    <a:pt x="40574" y="78382"/>
                  </a:lnTo>
                  <a:lnTo>
                    <a:pt x="38377" y="79857"/>
                  </a:lnTo>
                  <a:lnTo>
                    <a:pt x="36545" y="79374"/>
                  </a:lnTo>
                  <a:lnTo>
                    <a:pt x="32265" y="71714"/>
                  </a:lnTo>
                  <a:lnTo>
                    <a:pt x="30509" y="70964"/>
                  </a:lnTo>
                  <a:lnTo>
                    <a:pt x="24102" y="73174"/>
                  </a:lnTo>
                  <a:lnTo>
                    <a:pt x="19374" y="71388"/>
                  </a:lnTo>
                  <a:lnTo>
                    <a:pt x="16143" y="71918"/>
                  </a:lnTo>
                  <a:lnTo>
                    <a:pt x="11976" y="68585"/>
                  </a:lnTo>
                  <a:lnTo>
                    <a:pt x="13156" y="65415"/>
                  </a:lnTo>
                  <a:lnTo>
                    <a:pt x="11020" y="61051"/>
                  </a:lnTo>
                  <a:lnTo>
                    <a:pt x="7030" y="59610"/>
                  </a:lnTo>
                  <a:lnTo>
                    <a:pt x="882" y="51467"/>
                  </a:lnTo>
                  <a:lnTo>
                    <a:pt x="0" y="44743"/>
                  </a:lnTo>
                  <a:lnTo>
                    <a:pt x="11004" y="41431"/>
                  </a:lnTo>
                  <a:lnTo>
                    <a:pt x="10025" y="36738"/>
                  </a:lnTo>
                  <a:lnTo>
                    <a:pt x="4530" y="33515"/>
                  </a:lnTo>
                  <a:lnTo>
                    <a:pt x="2420" y="23438"/>
                  </a:lnTo>
                  <a:lnTo>
                    <a:pt x="4405" y="21409"/>
                  </a:lnTo>
                  <a:lnTo>
                    <a:pt x="2730" y="18282"/>
                  </a:lnTo>
                  <a:lnTo>
                    <a:pt x="7942" y="12561"/>
                  </a:lnTo>
                  <a:lnTo>
                    <a:pt x="14377" y="10697"/>
                  </a:lnTo>
                  <a:lnTo>
                    <a:pt x="23196" y="3888"/>
                  </a:lnTo>
                  <a:lnTo>
                    <a:pt x="23562" y="2285"/>
                  </a:lnTo>
                  <a:lnTo>
                    <a:pt x="2186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7" name="ph5457"/>
            <p:cNvSpPr/>
            <p:nvPr/>
          </p:nvSpPr>
          <p:spPr>
            <a:xfrm>
              <a:off x="6293457" y="2578438"/>
              <a:ext cx="137" cy="123"/>
            </a:xfrm>
            <a:custGeom>
              <a:avLst/>
              <a:pathLst>
                <a:path w="137" h="123">
                  <a:moveTo>
                    <a:pt x="137" y="0"/>
                  </a:moveTo>
                  <a:lnTo>
                    <a:pt x="0" y="123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8" name="ph5458"/>
            <p:cNvSpPr/>
            <p:nvPr/>
          </p:nvSpPr>
          <p:spPr>
            <a:xfrm>
              <a:off x="6289035" y="2577701"/>
              <a:ext cx="182" cy="65"/>
            </a:xfrm>
            <a:custGeom>
              <a:avLst/>
              <a:pathLst>
                <a:path w="182" h="65">
                  <a:moveTo>
                    <a:pt x="182" y="0"/>
                  </a:moveTo>
                  <a:lnTo>
                    <a:pt x="0" y="6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9" name="ph5459"/>
            <p:cNvSpPr/>
            <p:nvPr/>
          </p:nvSpPr>
          <p:spPr>
            <a:xfrm>
              <a:off x="6285975" y="2571928"/>
              <a:ext cx="466" cy="693"/>
            </a:xfrm>
            <a:custGeom>
              <a:avLst/>
              <a:pathLst>
                <a:path w="466" h="693">
                  <a:moveTo>
                    <a:pt x="222" y="598"/>
                  </a:moveTo>
                  <a:lnTo>
                    <a:pt x="0" y="693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0" name="ph5460"/>
            <p:cNvSpPr/>
            <p:nvPr/>
          </p:nvSpPr>
          <p:spPr>
            <a:xfrm>
              <a:off x="6285530" y="2570700"/>
              <a:ext cx="853" cy="1217"/>
            </a:xfrm>
            <a:custGeom>
              <a:avLst/>
              <a:pathLst>
                <a:path w="853" h="1217">
                  <a:moveTo>
                    <a:pt x="814" y="0"/>
                  </a:moveTo>
                  <a:lnTo>
                    <a:pt x="853" y="1217"/>
                  </a:lnTo>
                  <a:lnTo>
                    <a:pt x="0" y="364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1" name="ph5461"/>
            <p:cNvSpPr/>
            <p:nvPr/>
          </p:nvSpPr>
          <p:spPr>
            <a:xfrm>
              <a:off x="6284605" y="2567865"/>
              <a:ext cx="723" cy="1040"/>
            </a:xfrm>
            <a:custGeom>
              <a:avLst/>
              <a:pathLst>
                <a:path w="723" h="1040">
                  <a:moveTo>
                    <a:pt x="555" y="0"/>
                  </a:moveTo>
                  <a:lnTo>
                    <a:pt x="723" y="906"/>
                  </a:lnTo>
                  <a:lnTo>
                    <a:pt x="0" y="104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2" name="ph5462"/>
            <p:cNvSpPr/>
            <p:nvPr/>
          </p:nvSpPr>
          <p:spPr>
            <a:xfrm>
              <a:off x="6268750" y="2486502"/>
              <a:ext cx="84554" cy="107032"/>
            </a:xfrm>
            <a:custGeom>
              <a:avLst/>
              <a:pathLst>
                <a:path w="84554" h="107032">
                  <a:moveTo>
                    <a:pt x="84554" y="17446"/>
                  </a:moveTo>
                  <a:lnTo>
                    <a:pt x="83933" y="18181"/>
                  </a:lnTo>
                  <a:lnTo>
                    <a:pt x="80919" y="17918"/>
                  </a:lnTo>
                  <a:lnTo>
                    <a:pt x="78732" y="16660"/>
                  </a:lnTo>
                  <a:lnTo>
                    <a:pt x="75661" y="18576"/>
                  </a:lnTo>
                  <a:lnTo>
                    <a:pt x="70760" y="30794"/>
                  </a:lnTo>
                  <a:lnTo>
                    <a:pt x="64889" y="37092"/>
                  </a:lnTo>
                  <a:lnTo>
                    <a:pt x="60228" y="41047"/>
                  </a:lnTo>
                  <a:lnTo>
                    <a:pt x="53975" y="42150"/>
                  </a:lnTo>
                  <a:lnTo>
                    <a:pt x="51898" y="43897"/>
                  </a:lnTo>
                  <a:lnTo>
                    <a:pt x="50418" y="54664"/>
                  </a:lnTo>
                  <a:lnTo>
                    <a:pt x="48551" y="57061"/>
                  </a:lnTo>
                  <a:lnTo>
                    <a:pt x="48287" y="59485"/>
                  </a:lnTo>
                  <a:lnTo>
                    <a:pt x="49437" y="63163"/>
                  </a:lnTo>
                  <a:lnTo>
                    <a:pt x="48952" y="67623"/>
                  </a:lnTo>
                  <a:lnTo>
                    <a:pt x="45642" y="68242"/>
                  </a:lnTo>
                  <a:lnTo>
                    <a:pt x="47562" y="72364"/>
                  </a:lnTo>
                  <a:lnTo>
                    <a:pt x="51688" y="73418"/>
                  </a:lnTo>
                  <a:lnTo>
                    <a:pt x="52936" y="76503"/>
                  </a:lnTo>
                  <a:lnTo>
                    <a:pt x="54424" y="88353"/>
                  </a:lnTo>
                  <a:lnTo>
                    <a:pt x="51318" y="88352"/>
                  </a:lnTo>
                  <a:lnTo>
                    <a:pt x="48790" y="90048"/>
                  </a:lnTo>
                  <a:lnTo>
                    <a:pt x="49342" y="91234"/>
                  </a:lnTo>
                  <a:lnTo>
                    <a:pt x="57105" y="92522"/>
                  </a:lnTo>
                  <a:lnTo>
                    <a:pt x="61931" y="96233"/>
                  </a:lnTo>
                  <a:lnTo>
                    <a:pt x="57463" y="103498"/>
                  </a:lnTo>
                  <a:lnTo>
                    <a:pt x="56251" y="105233"/>
                  </a:lnTo>
                  <a:lnTo>
                    <a:pt x="53129" y="103285"/>
                  </a:lnTo>
                  <a:lnTo>
                    <a:pt x="50501" y="102667"/>
                  </a:lnTo>
                  <a:lnTo>
                    <a:pt x="45507" y="104209"/>
                  </a:lnTo>
                  <a:lnTo>
                    <a:pt x="41950" y="107032"/>
                  </a:lnTo>
                  <a:lnTo>
                    <a:pt x="25883" y="91679"/>
                  </a:lnTo>
                  <a:lnTo>
                    <a:pt x="24204" y="90969"/>
                  </a:lnTo>
                  <a:lnTo>
                    <a:pt x="17269" y="80017"/>
                  </a:lnTo>
                  <a:lnTo>
                    <a:pt x="15796" y="72028"/>
                  </a:lnTo>
                  <a:lnTo>
                    <a:pt x="9310" y="62349"/>
                  </a:lnTo>
                  <a:lnTo>
                    <a:pt x="0" y="52662"/>
                  </a:lnTo>
                  <a:lnTo>
                    <a:pt x="3128" y="34067"/>
                  </a:lnTo>
                  <a:lnTo>
                    <a:pt x="12652" y="33315"/>
                  </a:lnTo>
                  <a:lnTo>
                    <a:pt x="11522" y="28572"/>
                  </a:lnTo>
                  <a:lnTo>
                    <a:pt x="12631" y="24563"/>
                  </a:lnTo>
                  <a:lnTo>
                    <a:pt x="19228" y="23757"/>
                  </a:lnTo>
                  <a:lnTo>
                    <a:pt x="25252" y="24741"/>
                  </a:lnTo>
                  <a:lnTo>
                    <a:pt x="28879" y="26817"/>
                  </a:lnTo>
                  <a:lnTo>
                    <a:pt x="32643" y="32091"/>
                  </a:lnTo>
                  <a:lnTo>
                    <a:pt x="38470" y="37111"/>
                  </a:lnTo>
                  <a:lnTo>
                    <a:pt x="41264" y="37330"/>
                  </a:lnTo>
                  <a:lnTo>
                    <a:pt x="42981" y="36287"/>
                  </a:lnTo>
                  <a:lnTo>
                    <a:pt x="50611" y="27618"/>
                  </a:lnTo>
                  <a:lnTo>
                    <a:pt x="53750" y="29458"/>
                  </a:lnTo>
                  <a:lnTo>
                    <a:pt x="54650" y="23693"/>
                  </a:lnTo>
                  <a:lnTo>
                    <a:pt x="61686" y="21129"/>
                  </a:lnTo>
                  <a:lnTo>
                    <a:pt x="56509" y="15515"/>
                  </a:lnTo>
                  <a:lnTo>
                    <a:pt x="67966" y="0"/>
                  </a:lnTo>
                  <a:lnTo>
                    <a:pt x="81725" y="9753"/>
                  </a:lnTo>
                  <a:lnTo>
                    <a:pt x="83136" y="13489"/>
                  </a:lnTo>
                  <a:lnTo>
                    <a:pt x="84009" y="13085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3" name="ph5463"/>
            <p:cNvSpPr/>
            <p:nvPr/>
          </p:nvSpPr>
          <p:spPr>
            <a:xfrm>
              <a:off x="6041253" y="2063512"/>
              <a:ext cx="82579" cy="100729"/>
            </a:xfrm>
            <a:custGeom>
              <a:avLst/>
              <a:pathLst>
                <a:path w="82579" h="100729">
                  <a:moveTo>
                    <a:pt x="25017" y="726"/>
                  </a:moveTo>
                  <a:lnTo>
                    <a:pt x="30687" y="2750"/>
                  </a:lnTo>
                  <a:lnTo>
                    <a:pt x="31979" y="3481"/>
                  </a:lnTo>
                  <a:lnTo>
                    <a:pt x="41864" y="3340"/>
                  </a:lnTo>
                  <a:lnTo>
                    <a:pt x="51813" y="910"/>
                  </a:lnTo>
                  <a:lnTo>
                    <a:pt x="57011" y="2134"/>
                  </a:lnTo>
                  <a:lnTo>
                    <a:pt x="58605" y="7451"/>
                  </a:lnTo>
                  <a:lnTo>
                    <a:pt x="52212" y="11985"/>
                  </a:lnTo>
                  <a:lnTo>
                    <a:pt x="52454" y="18882"/>
                  </a:lnTo>
                  <a:lnTo>
                    <a:pt x="54448" y="21540"/>
                  </a:lnTo>
                  <a:lnTo>
                    <a:pt x="61132" y="20637"/>
                  </a:lnTo>
                  <a:lnTo>
                    <a:pt x="62349" y="24311"/>
                  </a:lnTo>
                  <a:lnTo>
                    <a:pt x="68261" y="24194"/>
                  </a:lnTo>
                  <a:lnTo>
                    <a:pt x="74663" y="32397"/>
                  </a:lnTo>
                  <a:lnTo>
                    <a:pt x="77114" y="37349"/>
                  </a:lnTo>
                  <a:lnTo>
                    <a:pt x="77623" y="46252"/>
                  </a:lnTo>
                  <a:lnTo>
                    <a:pt x="76951" y="48331"/>
                  </a:lnTo>
                  <a:lnTo>
                    <a:pt x="70174" y="53645"/>
                  </a:lnTo>
                  <a:lnTo>
                    <a:pt x="76509" y="61590"/>
                  </a:lnTo>
                  <a:lnTo>
                    <a:pt x="81890" y="70268"/>
                  </a:lnTo>
                  <a:lnTo>
                    <a:pt x="82579" y="72662"/>
                  </a:lnTo>
                  <a:lnTo>
                    <a:pt x="80712" y="77287"/>
                  </a:lnTo>
                  <a:lnTo>
                    <a:pt x="77086" y="79987"/>
                  </a:lnTo>
                  <a:lnTo>
                    <a:pt x="75346" y="79280"/>
                  </a:lnTo>
                  <a:lnTo>
                    <a:pt x="74729" y="79752"/>
                  </a:lnTo>
                  <a:lnTo>
                    <a:pt x="75052" y="87517"/>
                  </a:lnTo>
                  <a:lnTo>
                    <a:pt x="72252" y="90228"/>
                  </a:lnTo>
                  <a:lnTo>
                    <a:pt x="72763" y="94194"/>
                  </a:lnTo>
                  <a:lnTo>
                    <a:pt x="69998" y="97396"/>
                  </a:lnTo>
                  <a:lnTo>
                    <a:pt x="56539" y="100729"/>
                  </a:lnTo>
                  <a:lnTo>
                    <a:pt x="50401" y="96955"/>
                  </a:lnTo>
                  <a:lnTo>
                    <a:pt x="50299" y="95083"/>
                  </a:lnTo>
                  <a:lnTo>
                    <a:pt x="52524" y="94121"/>
                  </a:lnTo>
                  <a:lnTo>
                    <a:pt x="54557" y="88849"/>
                  </a:lnTo>
                  <a:lnTo>
                    <a:pt x="45668" y="87001"/>
                  </a:lnTo>
                  <a:lnTo>
                    <a:pt x="45540" y="89823"/>
                  </a:lnTo>
                  <a:lnTo>
                    <a:pt x="44427" y="89362"/>
                  </a:lnTo>
                  <a:lnTo>
                    <a:pt x="41065" y="88252"/>
                  </a:lnTo>
                  <a:lnTo>
                    <a:pt x="40360" y="79433"/>
                  </a:lnTo>
                  <a:lnTo>
                    <a:pt x="41976" y="77981"/>
                  </a:lnTo>
                  <a:lnTo>
                    <a:pt x="39551" y="72920"/>
                  </a:lnTo>
                  <a:lnTo>
                    <a:pt x="33006" y="74503"/>
                  </a:lnTo>
                  <a:lnTo>
                    <a:pt x="30919" y="73373"/>
                  </a:lnTo>
                  <a:lnTo>
                    <a:pt x="27431" y="66672"/>
                  </a:lnTo>
                  <a:lnTo>
                    <a:pt x="22690" y="65912"/>
                  </a:lnTo>
                  <a:lnTo>
                    <a:pt x="32242" y="55816"/>
                  </a:lnTo>
                  <a:lnTo>
                    <a:pt x="30547" y="52349"/>
                  </a:lnTo>
                  <a:lnTo>
                    <a:pt x="26789" y="52058"/>
                  </a:lnTo>
                  <a:lnTo>
                    <a:pt x="25275" y="55658"/>
                  </a:lnTo>
                  <a:lnTo>
                    <a:pt x="22763" y="57343"/>
                  </a:lnTo>
                  <a:lnTo>
                    <a:pt x="16644" y="57344"/>
                  </a:lnTo>
                  <a:lnTo>
                    <a:pt x="16317" y="59508"/>
                  </a:lnTo>
                  <a:lnTo>
                    <a:pt x="15283" y="60391"/>
                  </a:lnTo>
                  <a:lnTo>
                    <a:pt x="9108" y="62414"/>
                  </a:lnTo>
                  <a:lnTo>
                    <a:pt x="7757" y="61826"/>
                  </a:lnTo>
                  <a:lnTo>
                    <a:pt x="3090" y="55473"/>
                  </a:lnTo>
                  <a:lnTo>
                    <a:pt x="3687" y="52502"/>
                  </a:lnTo>
                  <a:lnTo>
                    <a:pt x="5220" y="51686"/>
                  </a:lnTo>
                  <a:lnTo>
                    <a:pt x="5059" y="50669"/>
                  </a:lnTo>
                  <a:lnTo>
                    <a:pt x="0" y="49063"/>
                  </a:lnTo>
                  <a:lnTo>
                    <a:pt x="3453" y="44953"/>
                  </a:lnTo>
                  <a:lnTo>
                    <a:pt x="8789" y="36180"/>
                  </a:lnTo>
                  <a:lnTo>
                    <a:pt x="11043" y="33842"/>
                  </a:lnTo>
                  <a:lnTo>
                    <a:pt x="13638" y="33686"/>
                  </a:lnTo>
                  <a:lnTo>
                    <a:pt x="15764" y="31343"/>
                  </a:lnTo>
                  <a:lnTo>
                    <a:pt x="14752" y="27339"/>
                  </a:lnTo>
                  <a:lnTo>
                    <a:pt x="25010" y="9130"/>
                  </a:lnTo>
                  <a:lnTo>
                    <a:pt x="30060" y="8631"/>
                  </a:lnTo>
                  <a:lnTo>
                    <a:pt x="20937" y="6757"/>
                  </a:lnTo>
                  <a:lnTo>
                    <a:pt x="20909" y="4207"/>
                  </a:lnTo>
                  <a:lnTo>
                    <a:pt x="22615" y="962"/>
                  </a:lnTo>
                  <a:lnTo>
                    <a:pt x="2432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4" name="ph5464"/>
            <p:cNvSpPr/>
            <p:nvPr/>
          </p:nvSpPr>
          <p:spPr>
            <a:xfrm>
              <a:off x="6107836" y="2228551"/>
              <a:ext cx="61410" cy="117009"/>
            </a:xfrm>
            <a:custGeom>
              <a:avLst/>
              <a:pathLst>
                <a:path w="61410" h="117009">
                  <a:moveTo>
                    <a:pt x="48010" y="5373"/>
                  </a:moveTo>
                  <a:lnTo>
                    <a:pt x="50168" y="17027"/>
                  </a:lnTo>
                  <a:lnTo>
                    <a:pt x="57101" y="17738"/>
                  </a:lnTo>
                  <a:lnTo>
                    <a:pt x="55365" y="19552"/>
                  </a:lnTo>
                  <a:lnTo>
                    <a:pt x="55652" y="28195"/>
                  </a:lnTo>
                  <a:lnTo>
                    <a:pt x="48258" y="33895"/>
                  </a:lnTo>
                  <a:lnTo>
                    <a:pt x="46991" y="47178"/>
                  </a:lnTo>
                  <a:lnTo>
                    <a:pt x="42254" y="47768"/>
                  </a:lnTo>
                  <a:lnTo>
                    <a:pt x="41175" y="50120"/>
                  </a:lnTo>
                  <a:lnTo>
                    <a:pt x="42701" y="53126"/>
                  </a:lnTo>
                  <a:lnTo>
                    <a:pt x="39982" y="56576"/>
                  </a:lnTo>
                  <a:lnTo>
                    <a:pt x="34644" y="59638"/>
                  </a:lnTo>
                  <a:lnTo>
                    <a:pt x="28763" y="66695"/>
                  </a:lnTo>
                  <a:lnTo>
                    <a:pt x="34350" y="65614"/>
                  </a:lnTo>
                  <a:lnTo>
                    <a:pt x="34231" y="70289"/>
                  </a:lnTo>
                  <a:lnTo>
                    <a:pt x="38206" y="71015"/>
                  </a:lnTo>
                  <a:lnTo>
                    <a:pt x="41908" y="78296"/>
                  </a:lnTo>
                  <a:lnTo>
                    <a:pt x="45851" y="78370"/>
                  </a:lnTo>
                  <a:lnTo>
                    <a:pt x="50943" y="76670"/>
                  </a:lnTo>
                  <a:lnTo>
                    <a:pt x="56549" y="78543"/>
                  </a:lnTo>
                  <a:lnTo>
                    <a:pt x="61410" y="88803"/>
                  </a:lnTo>
                  <a:lnTo>
                    <a:pt x="59774" y="91181"/>
                  </a:lnTo>
                  <a:lnTo>
                    <a:pt x="59153" y="91769"/>
                  </a:lnTo>
                  <a:lnTo>
                    <a:pt x="59775" y="95089"/>
                  </a:lnTo>
                  <a:lnTo>
                    <a:pt x="59261" y="96575"/>
                  </a:lnTo>
                  <a:lnTo>
                    <a:pt x="55602" y="97587"/>
                  </a:lnTo>
                  <a:lnTo>
                    <a:pt x="51416" y="101596"/>
                  </a:lnTo>
                  <a:lnTo>
                    <a:pt x="51615" y="107398"/>
                  </a:lnTo>
                  <a:lnTo>
                    <a:pt x="43056" y="115812"/>
                  </a:lnTo>
                  <a:lnTo>
                    <a:pt x="37708" y="116267"/>
                  </a:lnTo>
                  <a:lnTo>
                    <a:pt x="35153" y="115499"/>
                  </a:lnTo>
                  <a:lnTo>
                    <a:pt x="35093" y="117009"/>
                  </a:lnTo>
                  <a:lnTo>
                    <a:pt x="31204" y="113488"/>
                  </a:lnTo>
                  <a:lnTo>
                    <a:pt x="26234" y="111617"/>
                  </a:lnTo>
                  <a:lnTo>
                    <a:pt x="24308" y="104978"/>
                  </a:lnTo>
                  <a:lnTo>
                    <a:pt x="21669" y="101241"/>
                  </a:lnTo>
                  <a:lnTo>
                    <a:pt x="15850" y="102520"/>
                  </a:lnTo>
                  <a:lnTo>
                    <a:pt x="15173" y="101049"/>
                  </a:lnTo>
                  <a:lnTo>
                    <a:pt x="10190" y="93034"/>
                  </a:lnTo>
                  <a:lnTo>
                    <a:pt x="10297" y="89967"/>
                  </a:lnTo>
                  <a:lnTo>
                    <a:pt x="8050" y="87613"/>
                  </a:lnTo>
                  <a:lnTo>
                    <a:pt x="3333" y="87123"/>
                  </a:lnTo>
                  <a:lnTo>
                    <a:pt x="4950" y="84116"/>
                  </a:lnTo>
                  <a:lnTo>
                    <a:pt x="7107" y="83263"/>
                  </a:lnTo>
                  <a:lnTo>
                    <a:pt x="9095" y="85521"/>
                  </a:lnTo>
                  <a:lnTo>
                    <a:pt x="10482" y="85595"/>
                  </a:lnTo>
                  <a:lnTo>
                    <a:pt x="11613" y="78273"/>
                  </a:lnTo>
                  <a:lnTo>
                    <a:pt x="19074" y="78647"/>
                  </a:lnTo>
                  <a:lnTo>
                    <a:pt x="19395" y="75361"/>
                  </a:lnTo>
                  <a:lnTo>
                    <a:pt x="18165" y="74166"/>
                  </a:lnTo>
                  <a:lnTo>
                    <a:pt x="15858" y="73864"/>
                  </a:lnTo>
                  <a:lnTo>
                    <a:pt x="10984" y="61474"/>
                  </a:lnTo>
                  <a:lnTo>
                    <a:pt x="14514" y="57923"/>
                  </a:lnTo>
                  <a:lnTo>
                    <a:pt x="14738" y="56318"/>
                  </a:lnTo>
                  <a:lnTo>
                    <a:pt x="5220" y="49973"/>
                  </a:lnTo>
                  <a:lnTo>
                    <a:pt x="3306" y="30840"/>
                  </a:lnTo>
                  <a:lnTo>
                    <a:pt x="5723" y="27010"/>
                  </a:lnTo>
                  <a:lnTo>
                    <a:pt x="0" y="26938"/>
                  </a:lnTo>
                  <a:lnTo>
                    <a:pt x="273" y="24681"/>
                  </a:lnTo>
                  <a:lnTo>
                    <a:pt x="2829" y="19343"/>
                  </a:lnTo>
                  <a:lnTo>
                    <a:pt x="6649" y="20980"/>
                  </a:lnTo>
                  <a:lnTo>
                    <a:pt x="10509" y="19218"/>
                  </a:lnTo>
                  <a:lnTo>
                    <a:pt x="12070" y="17714"/>
                  </a:lnTo>
                  <a:lnTo>
                    <a:pt x="11275" y="15487"/>
                  </a:lnTo>
                  <a:lnTo>
                    <a:pt x="11756" y="14321"/>
                  </a:lnTo>
                  <a:lnTo>
                    <a:pt x="16273" y="17734"/>
                  </a:lnTo>
                  <a:lnTo>
                    <a:pt x="22152" y="15143"/>
                  </a:lnTo>
                  <a:lnTo>
                    <a:pt x="27190" y="9036"/>
                  </a:lnTo>
                  <a:lnTo>
                    <a:pt x="30593" y="7523"/>
                  </a:lnTo>
                  <a:lnTo>
                    <a:pt x="35519" y="7613"/>
                  </a:lnTo>
                  <a:lnTo>
                    <a:pt x="39632" y="6672"/>
                  </a:lnTo>
                  <a:lnTo>
                    <a:pt x="45045" y="3847"/>
                  </a:lnTo>
                  <a:lnTo>
                    <a:pt x="42544" y="1999"/>
                  </a:lnTo>
                  <a:lnTo>
                    <a:pt x="4885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5" name="ph5465"/>
            <p:cNvSpPr/>
            <p:nvPr/>
          </p:nvSpPr>
          <p:spPr>
            <a:xfrm>
              <a:off x="6075841" y="2251952"/>
              <a:ext cx="51390" cy="62195"/>
            </a:xfrm>
            <a:custGeom>
              <a:avLst/>
              <a:pathLst>
                <a:path w="51390" h="62195">
                  <a:moveTo>
                    <a:pt x="17923" y="1332"/>
                  </a:moveTo>
                  <a:lnTo>
                    <a:pt x="29255" y="3590"/>
                  </a:lnTo>
                  <a:lnTo>
                    <a:pt x="31995" y="3537"/>
                  </a:lnTo>
                  <a:lnTo>
                    <a:pt x="37718" y="3609"/>
                  </a:lnTo>
                  <a:lnTo>
                    <a:pt x="35301" y="7439"/>
                  </a:lnTo>
                  <a:lnTo>
                    <a:pt x="37215" y="26573"/>
                  </a:lnTo>
                  <a:lnTo>
                    <a:pt x="46734" y="32917"/>
                  </a:lnTo>
                  <a:lnTo>
                    <a:pt x="46510" y="34522"/>
                  </a:lnTo>
                  <a:lnTo>
                    <a:pt x="42980" y="38074"/>
                  </a:lnTo>
                  <a:lnTo>
                    <a:pt x="47853" y="50463"/>
                  </a:lnTo>
                  <a:lnTo>
                    <a:pt x="50160" y="50765"/>
                  </a:lnTo>
                  <a:lnTo>
                    <a:pt x="51390" y="51961"/>
                  </a:lnTo>
                  <a:lnTo>
                    <a:pt x="51069" y="55246"/>
                  </a:lnTo>
                  <a:lnTo>
                    <a:pt x="43609" y="54872"/>
                  </a:lnTo>
                  <a:lnTo>
                    <a:pt x="42478" y="62195"/>
                  </a:lnTo>
                  <a:lnTo>
                    <a:pt x="41090" y="62120"/>
                  </a:lnTo>
                  <a:lnTo>
                    <a:pt x="39102" y="59862"/>
                  </a:lnTo>
                  <a:lnTo>
                    <a:pt x="37082" y="52347"/>
                  </a:lnTo>
                  <a:lnTo>
                    <a:pt x="33895" y="52369"/>
                  </a:lnTo>
                  <a:lnTo>
                    <a:pt x="31238" y="50176"/>
                  </a:lnTo>
                  <a:lnTo>
                    <a:pt x="35789" y="48083"/>
                  </a:lnTo>
                  <a:lnTo>
                    <a:pt x="32078" y="41741"/>
                  </a:lnTo>
                  <a:lnTo>
                    <a:pt x="30952" y="36354"/>
                  </a:lnTo>
                  <a:lnTo>
                    <a:pt x="31586" y="33596"/>
                  </a:lnTo>
                  <a:lnTo>
                    <a:pt x="30566" y="29820"/>
                  </a:lnTo>
                  <a:lnTo>
                    <a:pt x="25235" y="25471"/>
                  </a:lnTo>
                  <a:lnTo>
                    <a:pt x="26963" y="24424"/>
                  </a:lnTo>
                  <a:lnTo>
                    <a:pt x="24724" y="21759"/>
                  </a:lnTo>
                  <a:lnTo>
                    <a:pt x="20316" y="24467"/>
                  </a:lnTo>
                  <a:lnTo>
                    <a:pt x="19619" y="26765"/>
                  </a:lnTo>
                  <a:lnTo>
                    <a:pt x="17413" y="28803"/>
                  </a:lnTo>
                  <a:lnTo>
                    <a:pt x="14525" y="26884"/>
                  </a:lnTo>
                  <a:lnTo>
                    <a:pt x="5588" y="32627"/>
                  </a:lnTo>
                  <a:lnTo>
                    <a:pt x="1555" y="34123"/>
                  </a:lnTo>
                  <a:lnTo>
                    <a:pt x="763" y="33668"/>
                  </a:lnTo>
                  <a:lnTo>
                    <a:pt x="968" y="31167"/>
                  </a:lnTo>
                  <a:lnTo>
                    <a:pt x="0" y="30772"/>
                  </a:lnTo>
                  <a:lnTo>
                    <a:pt x="115" y="28182"/>
                  </a:lnTo>
                  <a:lnTo>
                    <a:pt x="668" y="27461"/>
                  </a:lnTo>
                  <a:lnTo>
                    <a:pt x="2123" y="27941"/>
                  </a:lnTo>
                  <a:lnTo>
                    <a:pt x="4163" y="18212"/>
                  </a:lnTo>
                  <a:lnTo>
                    <a:pt x="7124" y="16248"/>
                  </a:lnTo>
                  <a:lnTo>
                    <a:pt x="11004" y="15922"/>
                  </a:lnTo>
                  <a:lnTo>
                    <a:pt x="14176" y="17107"/>
                  </a:lnTo>
                  <a:lnTo>
                    <a:pt x="14663" y="16606"/>
                  </a:lnTo>
                  <a:lnTo>
                    <a:pt x="14762" y="10008"/>
                  </a:lnTo>
                  <a:lnTo>
                    <a:pt x="12358" y="2970"/>
                  </a:lnTo>
                  <a:lnTo>
                    <a:pt x="16409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6" name="ph5466"/>
            <p:cNvSpPr/>
            <p:nvPr/>
          </p:nvSpPr>
          <p:spPr>
            <a:xfrm>
              <a:off x="6128885" y="2300475"/>
              <a:ext cx="115285" cy="162852"/>
            </a:xfrm>
            <a:custGeom>
              <a:avLst/>
              <a:pathLst>
                <a:path w="115285" h="162852">
                  <a:moveTo>
                    <a:pt x="77709" y="312"/>
                  </a:moveTo>
                  <a:lnTo>
                    <a:pt x="81789" y="2781"/>
                  </a:lnTo>
                  <a:lnTo>
                    <a:pt x="84274" y="2754"/>
                  </a:lnTo>
                  <a:lnTo>
                    <a:pt x="87449" y="4973"/>
                  </a:lnTo>
                  <a:lnTo>
                    <a:pt x="86066" y="7073"/>
                  </a:lnTo>
                  <a:lnTo>
                    <a:pt x="86724" y="12352"/>
                  </a:lnTo>
                  <a:lnTo>
                    <a:pt x="85506" y="29813"/>
                  </a:lnTo>
                  <a:lnTo>
                    <a:pt x="92854" y="33087"/>
                  </a:lnTo>
                  <a:lnTo>
                    <a:pt x="93771" y="36993"/>
                  </a:lnTo>
                  <a:lnTo>
                    <a:pt x="98264" y="45934"/>
                  </a:lnTo>
                  <a:lnTo>
                    <a:pt x="100361" y="46712"/>
                  </a:lnTo>
                  <a:lnTo>
                    <a:pt x="108035" y="53232"/>
                  </a:lnTo>
                  <a:lnTo>
                    <a:pt x="108859" y="55085"/>
                  </a:lnTo>
                  <a:lnTo>
                    <a:pt x="105983" y="56123"/>
                  </a:lnTo>
                  <a:lnTo>
                    <a:pt x="108225" y="61055"/>
                  </a:lnTo>
                  <a:lnTo>
                    <a:pt x="109555" y="62013"/>
                  </a:lnTo>
                  <a:lnTo>
                    <a:pt x="111571" y="60190"/>
                  </a:lnTo>
                  <a:lnTo>
                    <a:pt x="113587" y="60526"/>
                  </a:lnTo>
                  <a:lnTo>
                    <a:pt x="115285" y="62812"/>
                  </a:lnTo>
                  <a:lnTo>
                    <a:pt x="114919" y="64414"/>
                  </a:lnTo>
                  <a:lnTo>
                    <a:pt x="106100" y="71223"/>
                  </a:lnTo>
                  <a:lnTo>
                    <a:pt x="99665" y="73088"/>
                  </a:lnTo>
                  <a:lnTo>
                    <a:pt x="94453" y="78808"/>
                  </a:lnTo>
                  <a:lnTo>
                    <a:pt x="96128" y="81935"/>
                  </a:lnTo>
                  <a:lnTo>
                    <a:pt x="94143" y="83965"/>
                  </a:lnTo>
                  <a:lnTo>
                    <a:pt x="96253" y="94041"/>
                  </a:lnTo>
                  <a:lnTo>
                    <a:pt x="101748" y="97264"/>
                  </a:lnTo>
                  <a:lnTo>
                    <a:pt x="102727" y="101957"/>
                  </a:lnTo>
                  <a:lnTo>
                    <a:pt x="91723" y="105269"/>
                  </a:lnTo>
                  <a:lnTo>
                    <a:pt x="92605" y="111993"/>
                  </a:lnTo>
                  <a:lnTo>
                    <a:pt x="98753" y="120136"/>
                  </a:lnTo>
                  <a:lnTo>
                    <a:pt x="102743" y="121578"/>
                  </a:lnTo>
                  <a:lnTo>
                    <a:pt x="104879" y="125941"/>
                  </a:lnTo>
                  <a:lnTo>
                    <a:pt x="103699" y="129111"/>
                  </a:lnTo>
                  <a:lnTo>
                    <a:pt x="107867" y="132444"/>
                  </a:lnTo>
                  <a:lnTo>
                    <a:pt x="105119" y="139270"/>
                  </a:lnTo>
                  <a:lnTo>
                    <a:pt x="105940" y="142380"/>
                  </a:lnTo>
                  <a:lnTo>
                    <a:pt x="103809" y="148022"/>
                  </a:lnTo>
                  <a:lnTo>
                    <a:pt x="96926" y="146860"/>
                  </a:lnTo>
                  <a:lnTo>
                    <a:pt x="91423" y="147288"/>
                  </a:lnTo>
                  <a:lnTo>
                    <a:pt x="90683" y="152787"/>
                  </a:lnTo>
                  <a:lnTo>
                    <a:pt x="94554" y="159356"/>
                  </a:lnTo>
                  <a:lnTo>
                    <a:pt x="89171" y="160900"/>
                  </a:lnTo>
                  <a:lnTo>
                    <a:pt x="89546" y="162794"/>
                  </a:lnTo>
                  <a:lnTo>
                    <a:pt x="88702" y="162591"/>
                  </a:lnTo>
                  <a:lnTo>
                    <a:pt x="80636" y="155464"/>
                  </a:lnTo>
                  <a:lnTo>
                    <a:pt x="76849" y="153923"/>
                  </a:lnTo>
                  <a:lnTo>
                    <a:pt x="76832" y="154587"/>
                  </a:lnTo>
                  <a:lnTo>
                    <a:pt x="83211" y="159733"/>
                  </a:lnTo>
                  <a:lnTo>
                    <a:pt x="83867" y="162042"/>
                  </a:lnTo>
                  <a:lnTo>
                    <a:pt x="82401" y="162852"/>
                  </a:lnTo>
                  <a:lnTo>
                    <a:pt x="73042" y="155142"/>
                  </a:lnTo>
                  <a:lnTo>
                    <a:pt x="68278" y="150237"/>
                  </a:lnTo>
                  <a:lnTo>
                    <a:pt x="48613" y="136099"/>
                  </a:lnTo>
                  <a:lnTo>
                    <a:pt x="46635" y="133510"/>
                  </a:lnTo>
                  <a:lnTo>
                    <a:pt x="59020" y="137451"/>
                  </a:lnTo>
                  <a:lnTo>
                    <a:pt x="62242" y="135554"/>
                  </a:lnTo>
                  <a:lnTo>
                    <a:pt x="66725" y="130049"/>
                  </a:lnTo>
                  <a:lnTo>
                    <a:pt x="68091" y="129642"/>
                  </a:lnTo>
                  <a:lnTo>
                    <a:pt x="68836" y="130179"/>
                  </a:lnTo>
                  <a:lnTo>
                    <a:pt x="70136" y="129438"/>
                  </a:lnTo>
                  <a:lnTo>
                    <a:pt x="72088" y="124839"/>
                  </a:lnTo>
                  <a:lnTo>
                    <a:pt x="68655" y="118750"/>
                  </a:lnTo>
                  <a:lnTo>
                    <a:pt x="60431" y="122872"/>
                  </a:lnTo>
                  <a:lnTo>
                    <a:pt x="58610" y="117117"/>
                  </a:lnTo>
                  <a:lnTo>
                    <a:pt x="64299" y="113694"/>
                  </a:lnTo>
                  <a:lnTo>
                    <a:pt x="58120" y="106738"/>
                  </a:lnTo>
                  <a:lnTo>
                    <a:pt x="58137" y="103690"/>
                  </a:lnTo>
                  <a:lnTo>
                    <a:pt x="53759" y="103296"/>
                  </a:lnTo>
                  <a:lnTo>
                    <a:pt x="44469" y="107898"/>
                  </a:lnTo>
                  <a:lnTo>
                    <a:pt x="41504" y="110109"/>
                  </a:lnTo>
                  <a:lnTo>
                    <a:pt x="40650" y="111222"/>
                  </a:lnTo>
                  <a:lnTo>
                    <a:pt x="39099" y="119340"/>
                  </a:lnTo>
                  <a:lnTo>
                    <a:pt x="37226" y="119170"/>
                  </a:lnTo>
                  <a:lnTo>
                    <a:pt x="31115" y="114953"/>
                  </a:lnTo>
                  <a:lnTo>
                    <a:pt x="38242" y="121240"/>
                  </a:lnTo>
                  <a:lnTo>
                    <a:pt x="39486" y="122778"/>
                  </a:lnTo>
                  <a:lnTo>
                    <a:pt x="38898" y="123583"/>
                  </a:lnTo>
                  <a:lnTo>
                    <a:pt x="35772" y="122168"/>
                  </a:lnTo>
                  <a:lnTo>
                    <a:pt x="34429" y="119473"/>
                  </a:lnTo>
                  <a:lnTo>
                    <a:pt x="28651" y="114727"/>
                  </a:lnTo>
                  <a:lnTo>
                    <a:pt x="19782" y="109495"/>
                  </a:lnTo>
                  <a:lnTo>
                    <a:pt x="10259" y="102337"/>
                  </a:lnTo>
                  <a:lnTo>
                    <a:pt x="6377" y="100756"/>
                  </a:lnTo>
                  <a:lnTo>
                    <a:pt x="2106" y="96615"/>
                  </a:lnTo>
                  <a:lnTo>
                    <a:pt x="694" y="96932"/>
                  </a:lnTo>
                  <a:lnTo>
                    <a:pt x="0" y="96127"/>
                  </a:lnTo>
                  <a:lnTo>
                    <a:pt x="2731" y="95764"/>
                  </a:lnTo>
                  <a:lnTo>
                    <a:pt x="24110" y="110865"/>
                  </a:lnTo>
                  <a:lnTo>
                    <a:pt x="33989" y="106187"/>
                  </a:lnTo>
                  <a:lnTo>
                    <a:pt x="33912" y="98364"/>
                  </a:lnTo>
                  <a:lnTo>
                    <a:pt x="39008" y="78088"/>
                  </a:lnTo>
                  <a:lnTo>
                    <a:pt x="43478" y="78209"/>
                  </a:lnTo>
                  <a:lnTo>
                    <a:pt x="45210" y="74949"/>
                  </a:lnTo>
                  <a:lnTo>
                    <a:pt x="45263" y="73291"/>
                  </a:lnTo>
                  <a:lnTo>
                    <a:pt x="42919" y="68695"/>
                  </a:lnTo>
                  <a:lnTo>
                    <a:pt x="38353" y="65011"/>
                  </a:lnTo>
                  <a:lnTo>
                    <a:pt x="28430" y="59560"/>
                  </a:lnTo>
                  <a:lnTo>
                    <a:pt x="28449" y="56747"/>
                  </a:lnTo>
                  <a:lnTo>
                    <a:pt x="27236" y="53534"/>
                  </a:lnTo>
                  <a:lnTo>
                    <a:pt x="18730" y="48727"/>
                  </a:lnTo>
                  <a:lnTo>
                    <a:pt x="14044" y="45085"/>
                  </a:lnTo>
                  <a:lnTo>
                    <a:pt x="14104" y="43575"/>
                  </a:lnTo>
                  <a:lnTo>
                    <a:pt x="16659" y="44343"/>
                  </a:lnTo>
                  <a:lnTo>
                    <a:pt x="22006" y="43888"/>
                  </a:lnTo>
                  <a:lnTo>
                    <a:pt x="30566" y="35474"/>
                  </a:lnTo>
                  <a:lnTo>
                    <a:pt x="30367" y="29672"/>
                  </a:lnTo>
                  <a:lnTo>
                    <a:pt x="34553" y="25663"/>
                  </a:lnTo>
                  <a:lnTo>
                    <a:pt x="38212" y="24651"/>
                  </a:lnTo>
                  <a:lnTo>
                    <a:pt x="38726" y="23165"/>
                  </a:lnTo>
                  <a:lnTo>
                    <a:pt x="38104" y="19845"/>
                  </a:lnTo>
                  <a:lnTo>
                    <a:pt x="38725" y="19257"/>
                  </a:lnTo>
                  <a:lnTo>
                    <a:pt x="45640" y="19269"/>
                  </a:lnTo>
                  <a:lnTo>
                    <a:pt x="52624" y="24550"/>
                  </a:lnTo>
                  <a:lnTo>
                    <a:pt x="58418" y="27009"/>
                  </a:lnTo>
                  <a:lnTo>
                    <a:pt x="62292" y="21242"/>
                  </a:lnTo>
                  <a:lnTo>
                    <a:pt x="58182" y="13127"/>
                  </a:lnTo>
                  <a:lnTo>
                    <a:pt x="55601" y="9836"/>
                  </a:lnTo>
                  <a:lnTo>
                    <a:pt x="57673" y="7952"/>
                  </a:lnTo>
                  <a:lnTo>
                    <a:pt x="62279" y="7820"/>
                  </a:lnTo>
                  <a:lnTo>
                    <a:pt x="64426" y="13073"/>
                  </a:lnTo>
                  <a:lnTo>
                    <a:pt x="63614" y="14121"/>
                  </a:lnTo>
                  <a:lnTo>
                    <a:pt x="73562" y="16280"/>
                  </a:lnTo>
                  <a:lnTo>
                    <a:pt x="71355" y="6093"/>
                  </a:lnTo>
                  <a:lnTo>
                    <a:pt x="6917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7" name="ph5467"/>
            <p:cNvSpPr/>
            <p:nvPr/>
          </p:nvSpPr>
          <p:spPr>
            <a:xfrm>
              <a:off x="6027524" y="2142793"/>
              <a:ext cx="148671" cy="112748"/>
            </a:xfrm>
            <a:custGeom>
              <a:avLst/>
              <a:pathLst>
                <a:path w="148671" h="112748">
                  <a:moveTo>
                    <a:pt x="90816" y="706"/>
                  </a:moveTo>
                  <a:lnTo>
                    <a:pt x="89180" y="1872"/>
                  </a:lnTo>
                  <a:lnTo>
                    <a:pt x="101690" y="22391"/>
                  </a:lnTo>
                  <a:lnTo>
                    <a:pt x="106509" y="30553"/>
                  </a:lnTo>
                  <a:lnTo>
                    <a:pt x="106616" y="34431"/>
                  </a:lnTo>
                  <a:lnTo>
                    <a:pt x="108207" y="36279"/>
                  </a:lnTo>
                  <a:lnTo>
                    <a:pt x="111719" y="36324"/>
                  </a:lnTo>
                  <a:lnTo>
                    <a:pt x="113941" y="38375"/>
                  </a:lnTo>
                  <a:lnTo>
                    <a:pt x="114970" y="42591"/>
                  </a:lnTo>
                  <a:lnTo>
                    <a:pt x="117975" y="43030"/>
                  </a:lnTo>
                  <a:lnTo>
                    <a:pt x="120093" y="38819"/>
                  </a:lnTo>
                  <a:lnTo>
                    <a:pt x="123134" y="38178"/>
                  </a:lnTo>
                  <a:lnTo>
                    <a:pt x="126913" y="39666"/>
                  </a:lnTo>
                  <a:lnTo>
                    <a:pt x="134075" y="39989"/>
                  </a:lnTo>
                  <a:lnTo>
                    <a:pt x="138677" y="39111"/>
                  </a:lnTo>
                  <a:lnTo>
                    <a:pt x="141699" y="40670"/>
                  </a:lnTo>
                  <a:lnTo>
                    <a:pt x="144461" y="44768"/>
                  </a:lnTo>
                  <a:lnTo>
                    <a:pt x="145636" y="48092"/>
                  </a:lnTo>
                  <a:lnTo>
                    <a:pt x="144351" y="56210"/>
                  </a:lnTo>
                  <a:lnTo>
                    <a:pt x="147882" y="59498"/>
                  </a:lnTo>
                  <a:lnTo>
                    <a:pt x="148671" y="61918"/>
                  </a:lnTo>
                  <a:lnTo>
                    <a:pt x="146265" y="64445"/>
                  </a:lnTo>
                  <a:lnTo>
                    <a:pt x="143379" y="64137"/>
                  </a:lnTo>
                  <a:lnTo>
                    <a:pt x="134857" y="68837"/>
                  </a:lnTo>
                  <a:lnTo>
                    <a:pt x="135447" y="75813"/>
                  </a:lnTo>
                  <a:lnTo>
                    <a:pt x="134288" y="82287"/>
                  </a:lnTo>
                  <a:lnTo>
                    <a:pt x="129163" y="85757"/>
                  </a:lnTo>
                  <a:lnTo>
                    <a:pt x="122857" y="87756"/>
                  </a:lnTo>
                  <a:lnTo>
                    <a:pt x="125358" y="89604"/>
                  </a:lnTo>
                  <a:lnTo>
                    <a:pt x="119945" y="92430"/>
                  </a:lnTo>
                  <a:lnTo>
                    <a:pt x="115832" y="93370"/>
                  </a:lnTo>
                  <a:lnTo>
                    <a:pt x="110906" y="93281"/>
                  </a:lnTo>
                  <a:lnTo>
                    <a:pt x="107503" y="94794"/>
                  </a:lnTo>
                  <a:lnTo>
                    <a:pt x="102465" y="100901"/>
                  </a:lnTo>
                  <a:lnTo>
                    <a:pt x="96586" y="103491"/>
                  </a:lnTo>
                  <a:lnTo>
                    <a:pt x="92069" y="100079"/>
                  </a:lnTo>
                  <a:lnTo>
                    <a:pt x="91588" y="101244"/>
                  </a:lnTo>
                  <a:lnTo>
                    <a:pt x="92383" y="103472"/>
                  </a:lnTo>
                  <a:lnTo>
                    <a:pt x="90822" y="104976"/>
                  </a:lnTo>
                  <a:lnTo>
                    <a:pt x="86962" y="106738"/>
                  </a:lnTo>
                  <a:lnTo>
                    <a:pt x="83142" y="105101"/>
                  </a:lnTo>
                  <a:lnTo>
                    <a:pt x="80586" y="110439"/>
                  </a:lnTo>
                  <a:lnTo>
                    <a:pt x="80312" y="112695"/>
                  </a:lnTo>
                  <a:lnTo>
                    <a:pt x="77572" y="112748"/>
                  </a:lnTo>
                  <a:lnTo>
                    <a:pt x="66240" y="110490"/>
                  </a:lnTo>
                  <a:lnTo>
                    <a:pt x="64727" y="109158"/>
                  </a:lnTo>
                  <a:lnTo>
                    <a:pt x="63198" y="106520"/>
                  </a:lnTo>
                  <a:lnTo>
                    <a:pt x="56507" y="104855"/>
                  </a:lnTo>
                  <a:lnTo>
                    <a:pt x="50995" y="102418"/>
                  </a:lnTo>
                  <a:lnTo>
                    <a:pt x="49703" y="101098"/>
                  </a:lnTo>
                  <a:lnTo>
                    <a:pt x="49801" y="99240"/>
                  </a:lnTo>
                  <a:lnTo>
                    <a:pt x="51689" y="97591"/>
                  </a:lnTo>
                  <a:lnTo>
                    <a:pt x="52091" y="95043"/>
                  </a:lnTo>
                  <a:lnTo>
                    <a:pt x="50564" y="93027"/>
                  </a:lnTo>
                  <a:lnTo>
                    <a:pt x="47123" y="90086"/>
                  </a:lnTo>
                  <a:lnTo>
                    <a:pt x="43525" y="88456"/>
                  </a:lnTo>
                  <a:lnTo>
                    <a:pt x="37398" y="87649"/>
                  </a:lnTo>
                  <a:lnTo>
                    <a:pt x="37446" y="85686"/>
                  </a:lnTo>
                  <a:lnTo>
                    <a:pt x="35284" y="84648"/>
                  </a:lnTo>
                  <a:lnTo>
                    <a:pt x="33876" y="90750"/>
                  </a:lnTo>
                  <a:lnTo>
                    <a:pt x="32523" y="91583"/>
                  </a:lnTo>
                  <a:lnTo>
                    <a:pt x="23941" y="90788"/>
                  </a:lnTo>
                  <a:lnTo>
                    <a:pt x="21400" y="94627"/>
                  </a:lnTo>
                  <a:lnTo>
                    <a:pt x="19905" y="95132"/>
                  </a:lnTo>
                  <a:lnTo>
                    <a:pt x="7681" y="94651"/>
                  </a:lnTo>
                  <a:lnTo>
                    <a:pt x="3405" y="90330"/>
                  </a:lnTo>
                  <a:lnTo>
                    <a:pt x="2531" y="83419"/>
                  </a:lnTo>
                  <a:lnTo>
                    <a:pt x="0" y="80831"/>
                  </a:lnTo>
                  <a:lnTo>
                    <a:pt x="1725" y="75308"/>
                  </a:lnTo>
                  <a:lnTo>
                    <a:pt x="3893" y="75936"/>
                  </a:lnTo>
                  <a:lnTo>
                    <a:pt x="8359" y="75516"/>
                  </a:lnTo>
                  <a:lnTo>
                    <a:pt x="10621" y="71705"/>
                  </a:lnTo>
                  <a:lnTo>
                    <a:pt x="9000" y="69798"/>
                  </a:lnTo>
                  <a:lnTo>
                    <a:pt x="9992" y="66801"/>
                  </a:lnTo>
                  <a:lnTo>
                    <a:pt x="15034" y="65821"/>
                  </a:lnTo>
                  <a:lnTo>
                    <a:pt x="15453" y="59511"/>
                  </a:lnTo>
                  <a:lnTo>
                    <a:pt x="11443" y="59250"/>
                  </a:lnTo>
                  <a:lnTo>
                    <a:pt x="13475" y="53453"/>
                  </a:lnTo>
                  <a:lnTo>
                    <a:pt x="17790" y="45250"/>
                  </a:lnTo>
                  <a:lnTo>
                    <a:pt x="15846" y="43103"/>
                  </a:lnTo>
                  <a:lnTo>
                    <a:pt x="16201" y="42344"/>
                  </a:lnTo>
                  <a:lnTo>
                    <a:pt x="27807" y="43845"/>
                  </a:lnTo>
                  <a:lnTo>
                    <a:pt x="30083" y="41727"/>
                  </a:lnTo>
                  <a:lnTo>
                    <a:pt x="31730" y="38289"/>
                  </a:lnTo>
                  <a:lnTo>
                    <a:pt x="34101" y="36602"/>
                  </a:lnTo>
                  <a:lnTo>
                    <a:pt x="37027" y="39890"/>
                  </a:lnTo>
                  <a:lnTo>
                    <a:pt x="40724" y="40197"/>
                  </a:lnTo>
                  <a:lnTo>
                    <a:pt x="47505" y="31089"/>
                  </a:lnTo>
                  <a:lnTo>
                    <a:pt x="57079" y="25565"/>
                  </a:lnTo>
                  <a:lnTo>
                    <a:pt x="56562" y="13102"/>
                  </a:lnTo>
                  <a:lnTo>
                    <a:pt x="58157" y="10082"/>
                  </a:lnTo>
                  <a:lnTo>
                    <a:pt x="59270" y="10542"/>
                  </a:lnTo>
                  <a:lnTo>
                    <a:pt x="59398" y="7720"/>
                  </a:lnTo>
                  <a:lnTo>
                    <a:pt x="68287" y="9568"/>
                  </a:lnTo>
                  <a:lnTo>
                    <a:pt x="66254" y="14840"/>
                  </a:lnTo>
                  <a:lnTo>
                    <a:pt x="64029" y="15802"/>
                  </a:lnTo>
                  <a:lnTo>
                    <a:pt x="64131" y="17675"/>
                  </a:lnTo>
                  <a:lnTo>
                    <a:pt x="70269" y="21448"/>
                  </a:lnTo>
                  <a:lnTo>
                    <a:pt x="83728" y="18115"/>
                  </a:lnTo>
                  <a:lnTo>
                    <a:pt x="86493" y="14913"/>
                  </a:lnTo>
                  <a:lnTo>
                    <a:pt x="85982" y="10947"/>
                  </a:lnTo>
                  <a:lnTo>
                    <a:pt x="88782" y="8236"/>
                  </a:lnTo>
                  <a:lnTo>
                    <a:pt x="88459" y="471"/>
                  </a:lnTo>
                  <a:lnTo>
                    <a:pt x="8907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8" name="ph5468"/>
            <p:cNvSpPr/>
            <p:nvPr/>
          </p:nvSpPr>
          <p:spPr>
            <a:xfrm>
              <a:off x="5987703" y="2227442"/>
              <a:ext cx="104548" cy="79361"/>
            </a:xfrm>
            <a:custGeom>
              <a:avLst/>
              <a:pathLst>
                <a:path w="104548" h="79361">
                  <a:moveTo>
                    <a:pt x="77267" y="1038"/>
                  </a:moveTo>
                  <a:lnTo>
                    <a:pt x="77218" y="3001"/>
                  </a:lnTo>
                  <a:lnTo>
                    <a:pt x="83345" y="3808"/>
                  </a:lnTo>
                  <a:lnTo>
                    <a:pt x="86944" y="5438"/>
                  </a:lnTo>
                  <a:lnTo>
                    <a:pt x="90385" y="8379"/>
                  </a:lnTo>
                  <a:lnTo>
                    <a:pt x="91912" y="10395"/>
                  </a:lnTo>
                  <a:lnTo>
                    <a:pt x="91510" y="12943"/>
                  </a:lnTo>
                  <a:lnTo>
                    <a:pt x="89621" y="14592"/>
                  </a:lnTo>
                  <a:lnTo>
                    <a:pt x="89524" y="16450"/>
                  </a:lnTo>
                  <a:lnTo>
                    <a:pt x="90816" y="17770"/>
                  </a:lnTo>
                  <a:lnTo>
                    <a:pt x="96328" y="20207"/>
                  </a:lnTo>
                  <a:lnTo>
                    <a:pt x="103019" y="21872"/>
                  </a:lnTo>
                  <a:lnTo>
                    <a:pt x="104548" y="24510"/>
                  </a:lnTo>
                  <a:lnTo>
                    <a:pt x="100497" y="27480"/>
                  </a:lnTo>
                  <a:lnTo>
                    <a:pt x="102900" y="34518"/>
                  </a:lnTo>
                  <a:lnTo>
                    <a:pt x="102802" y="41116"/>
                  </a:lnTo>
                  <a:lnTo>
                    <a:pt x="102315" y="41617"/>
                  </a:lnTo>
                  <a:lnTo>
                    <a:pt x="99143" y="40432"/>
                  </a:lnTo>
                  <a:lnTo>
                    <a:pt x="95263" y="40758"/>
                  </a:lnTo>
                  <a:lnTo>
                    <a:pt x="92301" y="42722"/>
                  </a:lnTo>
                  <a:lnTo>
                    <a:pt x="90261" y="52451"/>
                  </a:lnTo>
                  <a:lnTo>
                    <a:pt x="88806" y="51971"/>
                  </a:lnTo>
                  <a:lnTo>
                    <a:pt x="88254" y="52692"/>
                  </a:lnTo>
                  <a:lnTo>
                    <a:pt x="88138" y="55282"/>
                  </a:lnTo>
                  <a:lnTo>
                    <a:pt x="88107" y="56220"/>
                  </a:lnTo>
                  <a:lnTo>
                    <a:pt x="81740" y="57223"/>
                  </a:lnTo>
                  <a:lnTo>
                    <a:pt x="80067" y="60284"/>
                  </a:lnTo>
                  <a:lnTo>
                    <a:pt x="79148" y="64946"/>
                  </a:lnTo>
                  <a:lnTo>
                    <a:pt x="80151" y="66916"/>
                  </a:lnTo>
                  <a:lnTo>
                    <a:pt x="79487" y="75288"/>
                  </a:lnTo>
                  <a:lnTo>
                    <a:pt x="77939" y="79361"/>
                  </a:lnTo>
                  <a:lnTo>
                    <a:pt x="77176" y="79341"/>
                  </a:lnTo>
                  <a:lnTo>
                    <a:pt x="70416" y="69850"/>
                  </a:lnTo>
                  <a:lnTo>
                    <a:pt x="59547" y="63045"/>
                  </a:lnTo>
                  <a:lnTo>
                    <a:pt x="43800" y="56216"/>
                  </a:lnTo>
                  <a:lnTo>
                    <a:pt x="29335" y="52597"/>
                  </a:lnTo>
                  <a:lnTo>
                    <a:pt x="16861" y="45945"/>
                  </a:lnTo>
                  <a:lnTo>
                    <a:pt x="3776" y="42876"/>
                  </a:lnTo>
                  <a:lnTo>
                    <a:pt x="1965" y="39658"/>
                  </a:lnTo>
                  <a:lnTo>
                    <a:pt x="0" y="36667"/>
                  </a:lnTo>
                  <a:lnTo>
                    <a:pt x="9099" y="33805"/>
                  </a:lnTo>
                  <a:lnTo>
                    <a:pt x="13221" y="36416"/>
                  </a:lnTo>
                  <a:lnTo>
                    <a:pt x="13550" y="41529"/>
                  </a:lnTo>
                  <a:lnTo>
                    <a:pt x="16288" y="40305"/>
                  </a:lnTo>
                  <a:lnTo>
                    <a:pt x="19019" y="34622"/>
                  </a:lnTo>
                  <a:lnTo>
                    <a:pt x="17801" y="28645"/>
                  </a:lnTo>
                  <a:lnTo>
                    <a:pt x="17857" y="27722"/>
                  </a:lnTo>
                  <a:lnTo>
                    <a:pt x="19250" y="26674"/>
                  </a:lnTo>
                  <a:lnTo>
                    <a:pt x="26247" y="27180"/>
                  </a:lnTo>
                  <a:lnTo>
                    <a:pt x="26447" y="29861"/>
                  </a:lnTo>
                  <a:lnTo>
                    <a:pt x="27762" y="31278"/>
                  </a:lnTo>
                  <a:lnTo>
                    <a:pt x="28785" y="31517"/>
                  </a:lnTo>
                  <a:lnTo>
                    <a:pt x="30560" y="30293"/>
                  </a:lnTo>
                  <a:lnTo>
                    <a:pt x="29577" y="22144"/>
                  </a:lnTo>
                  <a:lnTo>
                    <a:pt x="26809" y="22009"/>
                  </a:lnTo>
                  <a:lnTo>
                    <a:pt x="26116" y="21040"/>
                  </a:lnTo>
                  <a:lnTo>
                    <a:pt x="29444" y="15925"/>
                  </a:lnTo>
                  <a:lnTo>
                    <a:pt x="30412" y="16553"/>
                  </a:lnTo>
                  <a:lnTo>
                    <a:pt x="34565" y="14517"/>
                  </a:lnTo>
                  <a:lnTo>
                    <a:pt x="36504" y="11548"/>
                  </a:lnTo>
                  <a:lnTo>
                    <a:pt x="35487" y="10884"/>
                  </a:lnTo>
                  <a:lnTo>
                    <a:pt x="37118" y="6282"/>
                  </a:lnTo>
                  <a:lnTo>
                    <a:pt x="40076" y="6095"/>
                  </a:lnTo>
                  <a:lnTo>
                    <a:pt x="42097" y="7365"/>
                  </a:lnTo>
                  <a:lnTo>
                    <a:pt x="43225" y="5682"/>
                  </a:lnTo>
                  <a:lnTo>
                    <a:pt x="47501" y="10003"/>
                  </a:lnTo>
                  <a:lnTo>
                    <a:pt x="59726" y="10483"/>
                  </a:lnTo>
                  <a:lnTo>
                    <a:pt x="61221" y="9978"/>
                  </a:lnTo>
                  <a:lnTo>
                    <a:pt x="63762" y="6140"/>
                  </a:lnTo>
                  <a:lnTo>
                    <a:pt x="72343" y="6935"/>
                  </a:lnTo>
                  <a:lnTo>
                    <a:pt x="73697" y="6102"/>
                  </a:lnTo>
                  <a:lnTo>
                    <a:pt x="75105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9" name="ph5469"/>
            <p:cNvSpPr/>
            <p:nvPr/>
          </p:nvSpPr>
          <p:spPr>
            <a:xfrm>
              <a:off x="5831081" y="1701977"/>
              <a:ext cx="75170" cy="90746"/>
            </a:xfrm>
            <a:custGeom>
              <a:avLst/>
              <a:pathLst>
                <a:path w="75170" h="90746">
                  <a:moveTo>
                    <a:pt x="37155" y="184"/>
                  </a:moveTo>
                  <a:lnTo>
                    <a:pt x="37609" y="2155"/>
                  </a:lnTo>
                  <a:lnTo>
                    <a:pt x="37596" y="3652"/>
                  </a:lnTo>
                  <a:lnTo>
                    <a:pt x="40450" y="3357"/>
                  </a:lnTo>
                  <a:lnTo>
                    <a:pt x="44256" y="10780"/>
                  </a:lnTo>
                  <a:lnTo>
                    <a:pt x="44564" y="20688"/>
                  </a:lnTo>
                  <a:lnTo>
                    <a:pt x="46768" y="21604"/>
                  </a:lnTo>
                  <a:lnTo>
                    <a:pt x="46658" y="20734"/>
                  </a:lnTo>
                  <a:lnTo>
                    <a:pt x="49521" y="20068"/>
                  </a:lnTo>
                  <a:lnTo>
                    <a:pt x="50620" y="21658"/>
                  </a:lnTo>
                  <a:lnTo>
                    <a:pt x="52231" y="28402"/>
                  </a:lnTo>
                  <a:lnTo>
                    <a:pt x="58206" y="35804"/>
                  </a:lnTo>
                  <a:lnTo>
                    <a:pt x="63513" y="34057"/>
                  </a:lnTo>
                  <a:lnTo>
                    <a:pt x="63470" y="37917"/>
                  </a:lnTo>
                  <a:lnTo>
                    <a:pt x="63087" y="42137"/>
                  </a:lnTo>
                  <a:lnTo>
                    <a:pt x="68215" y="42909"/>
                  </a:lnTo>
                  <a:lnTo>
                    <a:pt x="68778" y="50176"/>
                  </a:lnTo>
                  <a:lnTo>
                    <a:pt x="70432" y="52049"/>
                  </a:lnTo>
                  <a:lnTo>
                    <a:pt x="75170" y="47820"/>
                  </a:lnTo>
                  <a:lnTo>
                    <a:pt x="73987" y="70241"/>
                  </a:lnTo>
                  <a:lnTo>
                    <a:pt x="74456" y="73974"/>
                  </a:lnTo>
                  <a:lnTo>
                    <a:pt x="60914" y="74590"/>
                  </a:lnTo>
                  <a:lnTo>
                    <a:pt x="57848" y="73903"/>
                  </a:lnTo>
                  <a:lnTo>
                    <a:pt x="55474" y="85421"/>
                  </a:lnTo>
                  <a:lnTo>
                    <a:pt x="47212" y="83414"/>
                  </a:lnTo>
                  <a:lnTo>
                    <a:pt x="46504" y="83805"/>
                  </a:lnTo>
                  <a:lnTo>
                    <a:pt x="45761" y="90435"/>
                  </a:lnTo>
                  <a:lnTo>
                    <a:pt x="44327" y="90194"/>
                  </a:lnTo>
                  <a:lnTo>
                    <a:pt x="41823" y="84144"/>
                  </a:lnTo>
                  <a:lnTo>
                    <a:pt x="34123" y="79570"/>
                  </a:lnTo>
                  <a:lnTo>
                    <a:pt x="26615" y="84498"/>
                  </a:lnTo>
                  <a:lnTo>
                    <a:pt x="24742" y="88863"/>
                  </a:lnTo>
                  <a:lnTo>
                    <a:pt x="15488" y="82159"/>
                  </a:lnTo>
                  <a:lnTo>
                    <a:pt x="13447" y="85284"/>
                  </a:lnTo>
                  <a:lnTo>
                    <a:pt x="11534" y="90746"/>
                  </a:lnTo>
                  <a:lnTo>
                    <a:pt x="5959" y="88352"/>
                  </a:lnTo>
                  <a:lnTo>
                    <a:pt x="5886" y="84209"/>
                  </a:lnTo>
                  <a:lnTo>
                    <a:pt x="3443" y="84186"/>
                  </a:lnTo>
                  <a:lnTo>
                    <a:pt x="5495" y="75999"/>
                  </a:lnTo>
                  <a:lnTo>
                    <a:pt x="6952" y="75823"/>
                  </a:lnTo>
                  <a:lnTo>
                    <a:pt x="7585" y="76675"/>
                  </a:lnTo>
                  <a:lnTo>
                    <a:pt x="10750" y="73638"/>
                  </a:lnTo>
                  <a:lnTo>
                    <a:pt x="12358" y="65798"/>
                  </a:lnTo>
                  <a:lnTo>
                    <a:pt x="11166" y="63495"/>
                  </a:lnTo>
                  <a:lnTo>
                    <a:pt x="5346" y="58188"/>
                  </a:lnTo>
                  <a:lnTo>
                    <a:pt x="4030" y="58763"/>
                  </a:lnTo>
                  <a:lnTo>
                    <a:pt x="1063" y="56044"/>
                  </a:lnTo>
                  <a:lnTo>
                    <a:pt x="8386" y="53488"/>
                  </a:lnTo>
                  <a:lnTo>
                    <a:pt x="5215" y="49699"/>
                  </a:lnTo>
                  <a:lnTo>
                    <a:pt x="0" y="41116"/>
                  </a:lnTo>
                  <a:lnTo>
                    <a:pt x="2099" y="36266"/>
                  </a:lnTo>
                  <a:lnTo>
                    <a:pt x="4686" y="34733"/>
                  </a:lnTo>
                  <a:lnTo>
                    <a:pt x="8011" y="29847"/>
                  </a:lnTo>
                  <a:lnTo>
                    <a:pt x="4481" y="30762"/>
                  </a:lnTo>
                  <a:lnTo>
                    <a:pt x="4793" y="23111"/>
                  </a:lnTo>
                  <a:lnTo>
                    <a:pt x="3510" y="16632"/>
                  </a:lnTo>
                  <a:lnTo>
                    <a:pt x="3836" y="14284"/>
                  </a:lnTo>
                  <a:lnTo>
                    <a:pt x="6108" y="16643"/>
                  </a:lnTo>
                  <a:lnTo>
                    <a:pt x="7528" y="16059"/>
                  </a:lnTo>
                  <a:lnTo>
                    <a:pt x="9848" y="12712"/>
                  </a:lnTo>
                  <a:lnTo>
                    <a:pt x="23879" y="4041"/>
                  </a:lnTo>
                  <a:lnTo>
                    <a:pt x="2868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0" name="ph5470"/>
            <p:cNvSpPr/>
            <p:nvPr/>
          </p:nvSpPr>
          <p:spPr>
            <a:xfrm>
              <a:off x="5899621" y="1673111"/>
              <a:ext cx="79179" cy="56498"/>
            </a:xfrm>
            <a:custGeom>
              <a:avLst/>
              <a:pathLst>
                <a:path w="79179" h="56498">
                  <a:moveTo>
                    <a:pt x="62477" y="2224"/>
                  </a:moveTo>
                  <a:lnTo>
                    <a:pt x="67266" y="9292"/>
                  </a:lnTo>
                  <a:lnTo>
                    <a:pt x="65595" y="11299"/>
                  </a:lnTo>
                  <a:lnTo>
                    <a:pt x="66744" y="13523"/>
                  </a:lnTo>
                  <a:lnTo>
                    <a:pt x="74417" y="17228"/>
                  </a:lnTo>
                  <a:lnTo>
                    <a:pt x="79179" y="17462"/>
                  </a:lnTo>
                  <a:lnTo>
                    <a:pt x="75850" y="21391"/>
                  </a:lnTo>
                  <a:lnTo>
                    <a:pt x="74841" y="26423"/>
                  </a:lnTo>
                  <a:lnTo>
                    <a:pt x="76120" y="30708"/>
                  </a:lnTo>
                  <a:lnTo>
                    <a:pt x="75009" y="34526"/>
                  </a:lnTo>
                  <a:lnTo>
                    <a:pt x="70751" y="32598"/>
                  </a:lnTo>
                  <a:lnTo>
                    <a:pt x="64440" y="31706"/>
                  </a:lnTo>
                  <a:lnTo>
                    <a:pt x="67178" y="41175"/>
                  </a:lnTo>
                  <a:lnTo>
                    <a:pt x="46952" y="52862"/>
                  </a:lnTo>
                  <a:lnTo>
                    <a:pt x="40615" y="53286"/>
                  </a:lnTo>
                  <a:lnTo>
                    <a:pt x="36762" y="52281"/>
                  </a:lnTo>
                  <a:lnTo>
                    <a:pt x="30812" y="55874"/>
                  </a:lnTo>
                  <a:lnTo>
                    <a:pt x="26259" y="56498"/>
                  </a:lnTo>
                  <a:lnTo>
                    <a:pt x="22832" y="53140"/>
                  </a:lnTo>
                  <a:lnTo>
                    <a:pt x="19541" y="52428"/>
                  </a:lnTo>
                  <a:lnTo>
                    <a:pt x="12599" y="52514"/>
                  </a:lnTo>
                  <a:lnTo>
                    <a:pt x="10181" y="53580"/>
                  </a:lnTo>
                  <a:lnTo>
                    <a:pt x="12891" y="55790"/>
                  </a:lnTo>
                  <a:lnTo>
                    <a:pt x="11059" y="56250"/>
                  </a:lnTo>
                  <a:lnTo>
                    <a:pt x="6176" y="54011"/>
                  </a:lnTo>
                  <a:lnTo>
                    <a:pt x="4073" y="49723"/>
                  </a:lnTo>
                  <a:lnTo>
                    <a:pt x="8713" y="40216"/>
                  </a:lnTo>
                  <a:lnTo>
                    <a:pt x="8175" y="33091"/>
                  </a:lnTo>
                  <a:lnTo>
                    <a:pt x="12245" y="32777"/>
                  </a:lnTo>
                  <a:lnTo>
                    <a:pt x="12028" y="29572"/>
                  </a:lnTo>
                  <a:lnTo>
                    <a:pt x="9447" y="30156"/>
                  </a:lnTo>
                  <a:lnTo>
                    <a:pt x="8327" y="28491"/>
                  </a:lnTo>
                  <a:lnTo>
                    <a:pt x="8978" y="25331"/>
                  </a:lnTo>
                  <a:lnTo>
                    <a:pt x="5419" y="25298"/>
                  </a:lnTo>
                  <a:lnTo>
                    <a:pt x="6483" y="21469"/>
                  </a:lnTo>
                  <a:lnTo>
                    <a:pt x="2674" y="21315"/>
                  </a:lnTo>
                  <a:lnTo>
                    <a:pt x="0" y="12863"/>
                  </a:lnTo>
                  <a:lnTo>
                    <a:pt x="7508" y="10775"/>
                  </a:lnTo>
                  <a:lnTo>
                    <a:pt x="12970" y="13471"/>
                  </a:lnTo>
                  <a:lnTo>
                    <a:pt x="14822" y="16677"/>
                  </a:lnTo>
                  <a:lnTo>
                    <a:pt x="17210" y="18164"/>
                  </a:lnTo>
                  <a:lnTo>
                    <a:pt x="23857" y="17834"/>
                  </a:lnTo>
                  <a:lnTo>
                    <a:pt x="23606" y="14737"/>
                  </a:lnTo>
                  <a:lnTo>
                    <a:pt x="21865" y="15234"/>
                  </a:lnTo>
                  <a:lnTo>
                    <a:pt x="22217" y="13033"/>
                  </a:lnTo>
                  <a:lnTo>
                    <a:pt x="25956" y="10229"/>
                  </a:lnTo>
                  <a:lnTo>
                    <a:pt x="32303" y="9465"/>
                  </a:lnTo>
                  <a:lnTo>
                    <a:pt x="33749" y="11283"/>
                  </a:lnTo>
                  <a:lnTo>
                    <a:pt x="46838" y="11374"/>
                  </a:lnTo>
                  <a:lnTo>
                    <a:pt x="47913" y="8128"/>
                  </a:lnTo>
                  <a:lnTo>
                    <a:pt x="55434" y="8758"/>
                  </a:lnTo>
                  <a:lnTo>
                    <a:pt x="54305" y="4285"/>
                  </a:lnTo>
                  <a:lnTo>
                    <a:pt x="57806" y="1173"/>
                  </a:lnTo>
                  <a:lnTo>
                    <a:pt x="6003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1" name="ph5471"/>
            <p:cNvSpPr/>
            <p:nvPr/>
          </p:nvSpPr>
          <p:spPr>
            <a:xfrm>
              <a:off x="5899246" y="2071958"/>
              <a:ext cx="100009" cy="84538"/>
            </a:xfrm>
            <a:custGeom>
              <a:avLst/>
              <a:pathLst>
                <a:path w="100009" h="84538">
                  <a:moveTo>
                    <a:pt x="16812" y="697"/>
                  </a:moveTo>
                  <a:lnTo>
                    <a:pt x="21886" y="2763"/>
                  </a:lnTo>
                  <a:lnTo>
                    <a:pt x="24229" y="7291"/>
                  </a:lnTo>
                  <a:lnTo>
                    <a:pt x="29396" y="10028"/>
                  </a:lnTo>
                  <a:lnTo>
                    <a:pt x="34082" y="10285"/>
                  </a:lnTo>
                  <a:lnTo>
                    <a:pt x="39373" y="10565"/>
                  </a:lnTo>
                  <a:lnTo>
                    <a:pt x="39312" y="11783"/>
                  </a:lnTo>
                  <a:lnTo>
                    <a:pt x="48731" y="12272"/>
                  </a:lnTo>
                  <a:lnTo>
                    <a:pt x="48688" y="13917"/>
                  </a:lnTo>
                  <a:lnTo>
                    <a:pt x="57708" y="14396"/>
                  </a:lnTo>
                  <a:lnTo>
                    <a:pt x="63129" y="19506"/>
                  </a:lnTo>
                  <a:lnTo>
                    <a:pt x="78930" y="42096"/>
                  </a:lnTo>
                  <a:lnTo>
                    <a:pt x="88280" y="36292"/>
                  </a:lnTo>
                  <a:lnTo>
                    <a:pt x="90297" y="36831"/>
                  </a:lnTo>
                  <a:lnTo>
                    <a:pt x="91666" y="37195"/>
                  </a:lnTo>
                  <a:lnTo>
                    <a:pt x="89865" y="45663"/>
                  </a:lnTo>
                  <a:lnTo>
                    <a:pt x="91644" y="48517"/>
                  </a:lnTo>
                  <a:lnTo>
                    <a:pt x="97176" y="52975"/>
                  </a:lnTo>
                  <a:lnTo>
                    <a:pt x="92130" y="54392"/>
                  </a:lnTo>
                  <a:lnTo>
                    <a:pt x="93211" y="58109"/>
                  </a:lnTo>
                  <a:lnTo>
                    <a:pt x="98345" y="67043"/>
                  </a:lnTo>
                  <a:lnTo>
                    <a:pt x="100009" y="72186"/>
                  </a:lnTo>
                  <a:lnTo>
                    <a:pt x="91689" y="78194"/>
                  </a:lnTo>
                  <a:lnTo>
                    <a:pt x="89109" y="82840"/>
                  </a:lnTo>
                  <a:lnTo>
                    <a:pt x="85998" y="84538"/>
                  </a:lnTo>
                  <a:lnTo>
                    <a:pt x="80675" y="83778"/>
                  </a:lnTo>
                  <a:lnTo>
                    <a:pt x="74873" y="79851"/>
                  </a:lnTo>
                  <a:lnTo>
                    <a:pt x="71073" y="82088"/>
                  </a:lnTo>
                  <a:lnTo>
                    <a:pt x="69737" y="81509"/>
                  </a:lnTo>
                  <a:lnTo>
                    <a:pt x="71092" y="69455"/>
                  </a:lnTo>
                  <a:lnTo>
                    <a:pt x="70398" y="60337"/>
                  </a:lnTo>
                  <a:lnTo>
                    <a:pt x="69094" y="55571"/>
                  </a:lnTo>
                  <a:lnTo>
                    <a:pt x="65346" y="49150"/>
                  </a:lnTo>
                  <a:lnTo>
                    <a:pt x="59820" y="44327"/>
                  </a:lnTo>
                  <a:lnTo>
                    <a:pt x="57175" y="39535"/>
                  </a:lnTo>
                  <a:lnTo>
                    <a:pt x="54890" y="36917"/>
                  </a:lnTo>
                  <a:lnTo>
                    <a:pt x="50999" y="34483"/>
                  </a:lnTo>
                  <a:lnTo>
                    <a:pt x="51835" y="34418"/>
                  </a:lnTo>
                  <a:lnTo>
                    <a:pt x="51308" y="28216"/>
                  </a:lnTo>
                  <a:lnTo>
                    <a:pt x="47289" y="28209"/>
                  </a:lnTo>
                  <a:lnTo>
                    <a:pt x="41976" y="22479"/>
                  </a:lnTo>
                  <a:lnTo>
                    <a:pt x="40912" y="22326"/>
                  </a:lnTo>
                  <a:lnTo>
                    <a:pt x="37816" y="26041"/>
                  </a:lnTo>
                  <a:lnTo>
                    <a:pt x="37332" y="27679"/>
                  </a:lnTo>
                  <a:lnTo>
                    <a:pt x="39897" y="29582"/>
                  </a:lnTo>
                  <a:lnTo>
                    <a:pt x="42582" y="33191"/>
                  </a:lnTo>
                  <a:lnTo>
                    <a:pt x="37246" y="31455"/>
                  </a:lnTo>
                  <a:lnTo>
                    <a:pt x="29208" y="30071"/>
                  </a:lnTo>
                  <a:lnTo>
                    <a:pt x="25366" y="30406"/>
                  </a:lnTo>
                  <a:lnTo>
                    <a:pt x="24491" y="32449"/>
                  </a:lnTo>
                  <a:lnTo>
                    <a:pt x="23711" y="32677"/>
                  </a:lnTo>
                  <a:lnTo>
                    <a:pt x="12622" y="27885"/>
                  </a:lnTo>
                  <a:lnTo>
                    <a:pt x="6510" y="21468"/>
                  </a:lnTo>
                  <a:lnTo>
                    <a:pt x="3171" y="15915"/>
                  </a:lnTo>
                  <a:lnTo>
                    <a:pt x="0" y="881"/>
                  </a:lnTo>
                  <a:lnTo>
                    <a:pt x="160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2" name="ph5472"/>
            <p:cNvSpPr/>
            <p:nvPr/>
          </p:nvSpPr>
          <p:spPr>
            <a:xfrm>
              <a:off x="5779914" y="1703250"/>
              <a:ext cx="59178" cy="52816"/>
            </a:xfrm>
            <a:custGeom>
              <a:avLst/>
              <a:pathLst>
                <a:path w="59178" h="52816">
                  <a:moveTo>
                    <a:pt x="38461" y="1973"/>
                  </a:moveTo>
                  <a:lnTo>
                    <a:pt x="35653" y="4024"/>
                  </a:lnTo>
                  <a:lnTo>
                    <a:pt x="34921" y="3235"/>
                  </a:lnTo>
                  <a:lnTo>
                    <a:pt x="35936" y="4720"/>
                  </a:lnTo>
                  <a:lnTo>
                    <a:pt x="41780" y="1740"/>
                  </a:lnTo>
                  <a:lnTo>
                    <a:pt x="45715" y="4560"/>
                  </a:lnTo>
                  <a:lnTo>
                    <a:pt x="47443" y="4423"/>
                  </a:lnTo>
                  <a:lnTo>
                    <a:pt x="49844" y="6348"/>
                  </a:lnTo>
                  <a:lnTo>
                    <a:pt x="54677" y="15359"/>
                  </a:lnTo>
                  <a:lnTo>
                    <a:pt x="55960" y="21837"/>
                  </a:lnTo>
                  <a:lnTo>
                    <a:pt x="55649" y="29489"/>
                  </a:lnTo>
                  <a:lnTo>
                    <a:pt x="59178" y="28573"/>
                  </a:lnTo>
                  <a:lnTo>
                    <a:pt x="55853" y="33460"/>
                  </a:lnTo>
                  <a:lnTo>
                    <a:pt x="53266" y="34992"/>
                  </a:lnTo>
                  <a:lnTo>
                    <a:pt x="51167" y="39843"/>
                  </a:lnTo>
                  <a:lnTo>
                    <a:pt x="42052" y="39720"/>
                  </a:lnTo>
                  <a:lnTo>
                    <a:pt x="44693" y="45325"/>
                  </a:lnTo>
                  <a:lnTo>
                    <a:pt x="38301" y="50836"/>
                  </a:lnTo>
                  <a:lnTo>
                    <a:pt x="37833" y="52816"/>
                  </a:lnTo>
                  <a:lnTo>
                    <a:pt x="32065" y="47215"/>
                  </a:lnTo>
                  <a:lnTo>
                    <a:pt x="34849" y="42498"/>
                  </a:lnTo>
                  <a:lnTo>
                    <a:pt x="31047" y="41276"/>
                  </a:lnTo>
                  <a:lnTo>
                    <a:pt x="28529" y="40831"/>
                  </a:lnTo>
                  <a:lnTo>
                    <a:pt x="23000" y="44155"/>
                  </a:lnTo>
                  <a:lnTo>
                    <a:pt x="21312" y="47459"/>
                  </a:lnTo>
                  <a:lnTo>
                    <a:pt x="5395" y="46426"/>
                  </a:lnTo>
                  <a:lnTo>
                    <a:pt x="5591" y="43596"/>
                  </a:lnTo>
                  <a:lnTo>
                    <a:pt x="3500" y="40069"/>
                  </a:lnTo>
                  <a:lnTo>
                    <a:pt x="0" y="40838"/>
                  </a:lnTo>
                  <a:lnTo>
                    <a:pt x="264" y="37199"/>
                  </a:lnTo>
                  <a:lnTo>
                    <a:pt x="11730" y="37578"/>
                  </a:lnTo>
                  <a:lnTo>
                    <a:pt x="11229" y="33261"/>
                  </a:lnTo>
                  <a:lnTo>
                    <a:pt x="7085" y="34378"/>
                  </a:lnTo>
                  <a:lnTo>
                    <a:pt x="1813" y="33616"/>
                  </a:lnTo>
                  <a:lnTo>
                    <a:pt x="4336" y="26506"/>
                  </a:lnTo>
                  <a:lnTo>
                    <a:pt x="10407" y="28292"/>
                  </a:lnTo>
                  <a:lnTo>
                    <a:pt x="9937" y="24729"/>
                  </a:lnTo>
                  <a:lnTo>
                    <a:pt x="18685" y="22848"/>
                  </a:lnTo>
                  <a:lnTo>
                    <a:pt x="18073" y="18509"/>
                  </a:lnTo>
                  <a:lnTo>
                    <a:pt x="26084" y="18209"/>
                  </a:lnTo>
                  <a:lnTo>
                    <a:pt x="30962" y="20068"/>
                  </a:lnTo>
                  <a:lnTo>
                    <a:pt x="32201" y="15934"/>
                  </a:lnTo>
                  <a:lnTo>
                    <a:pt x="25841" y="13406"/>
                  </a:lnTo>
                  <a:lnTo>
                    <a:pt x="32184" y="7684"/>
                  </a:lnTo>
                  <a:lnTo>
                    <a:pt x="29541" y="647"/>
                  </a:lnTo>
                  <a:lnTo>
                    <a:pt x="3674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3" name="ph5473"/>
            <p:cNvSpPr/>
            <p:nvPr/>
          </p:nvSpPr>
          <p:spPr>
            <a:xfrm>
              <a:off x="6003274" y="1625562"/>
              <a:ext cx="65075" cy="55103"/>
            </a:xfrm>
            <a:custGeom>
              <a:avLst/>
              <a:pathLst>
                <a:path w="65075" h="55103">
                  <a:moveTo>
                    <a:pt x="11062" y="1658"/>
                  </a:moveTo>
                  <a:lnTo>
                    <a:pt x="14212" y="7210"/>
                  </a:lnTo>
                  <a:lnTo>
                    <a:pt x="13425" y="9177"/>
                  </a:lnTo>
                  <a:lnTo>
                    <a:pt x="23033" y="12405"/>
                  </a:lnTo>
                  <a:lnTo>
                    <a:pt x="23448" y="10824"/>
                  </a:lnTo>
                  <a:lnTo>
                    <a:pt x="28826" y="10414"/>
                  </a:lnTo>
                  <a:lnTo>
                    <a:pt x="30447" y="11494"/>
                  </a:lnTo>
                  <a:lnTo>
                    <a:pt x="30566" y="14127"/>
                  </a:lnTo>
                  <a:lnTo>
                    <a:pt x="34921" y="15543"/>
                  </a:lnTo>
                  <a:lnTo>
                    <a:pt x="39247" y="13119"/>
                  </a:lnTo>
                  <a:lnTo>
                    <a:pt x="43590" y="15526"/>
                  </a:lnTo>
                  <a:lnTo>
                    <a:pt x="43875" y="19132"/>
                  </a:lnTo>
                  <a:lnTo>
                    <a:pt x="47538" y="22070"/>
                  </a:lnTo>
                  <a:lnTo>
                    <a:pt x="51811" y="27585"/>
                  </a:lnTo>
                  <a:lnTo>
                    <a:pt x="51155" y="32664"/>
                  </a:lnTo>
                  <a:lnTo>
                    <a:pt x="51902" y="36261"/>
                  </a:lnTo>
                  <a:lnTo>
                    <a:pt x="56041" y="41794"/>
                  </a:lnTo>
                  <a:lnTo>
                    <a:pt x="57037" y="42645"/>
                  </a:lnTo>
                  <a:lnTo>
                    <a:pt x="64737" y="42625"/>
                  </a:lnTo>
                  <a:lnTo>
                    <a:pt x="65075" y="44456"/>
                  </a:lnTo>
                  <a:lnTo>
                    <a:pt x="63710" y="52680"/>
                  </a:lnTo>
                  <a:lnTo>
                    <a:pt x="62139" y="54251"/>
                  </a:lnTo>
                  <a:lnTo>
                    <a:pt x="56265" y="53333"/>
                  </a:lnTo>
                  <a:lnTo>
                    <a:pt x="53735" y="54424"/>
                  </a:lnTo>
                  <a:lnTo>
                    <a:pt x="53593" y="55103"/>
                  </a:lnTo>
                  <a:lnTo>
                    <a:pt x="43297" y="51982"/>
                  </a:lnTo>
                  <a:lnTo>
                    <a:pt x="38024" y="52905"/>
                  </a:lnTo>
                  <a:lnTo>
                    <a:pt x="36572" y="48963"/>
                  </a:lnTo>
                  <a:lnTo>
                    <a:pt x="36701" y="41378"/>
                  </a:lnTo>
                  <a:lnTo>
                    <a:pt x="19968" y="42961"/>
                  </a:lnTo>
                  <a:lnTo>
                    <a:pt x="15865" y="41904"/>
                  </a:lnTo>
                  <a:lnTo>
                    <a:pt x="11385" y="38980"/>
                  </a:lnTo>
                  <a:lnTo>
                    <a:pt x="9001" y="38483"/>
                  </a:lnTo>
                  <a:lnTo>
                    <a:pt x="7668" y="39970"/>
                  </a:lnTo>
                  <a:lnTo>
                    <a:pt x="5718" y="39656"/>
                  </a:lnTo>
                  <a:lnTo>
                    <a:pt x="41" y="37762"/>
                  </a:lnTo>
                  <a:lnTo>
                    <a:pt x="1498" y="31798"/>
                  </a:lnTo>
                  <a:lnTo>
                    <a:pt x="6398" y="32556"/>
                  </a:lnTo>
                  <a:lnTo>
                    <a:pt x="9186" y="22866"/>
                  </a:lnTo>
                  <a:lnTo>
                    <a:pt x="5333" y="20221"/>
                  </a:lnTo>
                  <a:lnTo>
                    <a:pt x="2502" y="17112"/>
                  </a:lnTo>
                  <a:lnTo>
                    <a:pt x="3436" y="14889"/>
                  </a:lnTo>
                  <a:lnTo>
                    <a:pt x="0" y="7545"/>
                  </a:lnTo>
                  <a:lnTo>
                    <a:pt x="2365" y="6546"/>
                  </a:lnTo>
                  <a:lnTo>
                    <a:pt x="3670" y="7617"/>
                  </a:lnTo>
                  <a:lnTo>
                    <a:pt x="8229" y="5901"/>
                  </a:lnTo>
                  <a:lnTo>
                    <a:pt x="6624" y="283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4" name="ph5474"/>
            <p:cNvSpPr/>
            <p:nvPr/>
          </p:nvSpPr>
          <p:spPr>
            <a:xfrm>
              <a:off x="5951646" y="1651957"/>
              <a:ext cx="58317" cy="42781"/>
            </a:xfrm>
            <a:custGeom>
              <a:avLst/>
              <a:pathLst>
                <a:path w="58317" h="42781">
                  <a:moveTo>
                    <a:pt x="15850" y="4208"/>
                  </a:moveTo>
                  <a:lnTo>
                    <a:pt x="16855" y="3386"/>
                  </a:lnTo>
                  <a:lnTo>
                    <a:pt x="18994" y="3516"/>
                  </a:lnTo>
                  <a:lnTo>
                    <a:pt x="23919" y="6398"/>
                  </a:lnTo>
                  <a:lnTo>
                    <a:pt x="23318" y="9837"/>
                  </a:lnTo>
                  <a:lnTo>
                    <a:pt x="28312" y="9516"/>
                  </a:lnTo>
                  <a:lnTo>
                    <a:pt x="29859" y="12667"/>
                  </a:lnTo>
                  <a:lnTo>
                    <a:pt x="38563" y="11836"/>
                  </a:lnTo>
                  <a:lnTo>
                    <a:pt x="38944" y="14063"/>
                  </a:lnTo>
                  <a:lnTo>
                    <a:pt x="45609" y="14903"/>
                  </a:lnTo>
                  <a:lnTo>
                    <a:pt x="48222" y="12548"/>
                  </a:lnTo>
                  <a:lnTo>
                    <a:pt x="51669" y="11366"/>
                  </a:lnTo>
                  <a:lnTo>
                    <a:pt x="57345" y="13260"/>
                  </a:lnTo>
                  <a:lnTo>
                    <a:pt x="58317" y="16273"/>
                  </a:lnTo>
                  <a:lnTo>
                    <a:pt x="55652" y="18008"/>
                  </a:lnTo>
                  <a:lnTo>
                    <a:pt x="51248" y="17499"/>
                  </a:lnTo>
                  <a:lnTo>
                    <a:pt x="50730" y="25724"/>
                  </a:lnTo>
                  <a:lnTo>
                    <a:pt x="48148" y="30403"/>
                  </a:lnTo>
                  <a:lnTo>
                    <a:pt x="43008" y="35737"/>
                  </a:lnTo>
                  <a:lnTo>
                    <a:pt x="43825" y="39868"/>
                  </a:lnTo>
                  <a:lnTo>
                    <a:pt x="43552" y="42781"/>
                  </a:lnTo>
                  <a:lnTo>
                    <a:pt x="40459" y="36194"/>
                  </a:lnTo>
                  <a:lnTo>
                    <a:pt x="38427" y="35117"/>
                  </a:lnTo>
                  <a:lnTo>
                    <a:pt x="27396" y="34108"/>
                  </a:lnTo>
                  <a:lnTo>
                    <a:pt x="26779" y="36102"/>
                  </a:lnTo>
                  <a:lnTo>
                    <a:pt x="27154" y="38615"/>
                  </a:lnTo>
                  <a:lnTo>
                    <a:pt x="22392" y="38381"/>
                  </a:lnTo>
                  <a:lnTo>
                    <a:pt x="14719" y="34676"/>
                  </a:lnTo>
                  <a:lnTo>
                    <a:pt x="13571" y="32452"/>
                  </a:lnTo>
                  <a:lnTo>
                    <a:pt x="15241" y="30445"/>
                  </a:lnTo>
                  <a:lnTo>
                    <a:pt x="10453" y="23377"/>
                  </a:lnTo>
                  <a:lnTo>
                    <a:pt x="8009" y="21153"/>
                  </a:lnTo>
                  <a:lnTo>
                    <a:pt x="5781" y="22326"/>
                  </a:lnTo>
                  <a:lnTo>
                    <a:pt x="8566" y="17463"/>
                  </a:lnTo>
                  <a:lnTo>
                    <a:pt x="0" y="19287"/>
                  </a:lnTo>
                  <a:lnTo>
                    <a:pt x="1418" y="12707"/>
                  </a:lnTo>
                  <a:lnTo>
                    <a:pt x="712" y="10808"/>
                  </a:lnTo>
                  <a:lnTo>
                    <a:pt x="4874" y="5650"/>
                  </a:lnTo>
                  <a:lnTo>
                    <a:pt x="10408" y="5022"/>
                  </a:lnTo>
                  <a:lnTo>
                    <a:pt x="9777" y="2208"/>
                  </a:lnTo>
                  <a:lnTo>
                    <a:pt x="1461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5" name="ph5475"/>
            <p:cNvSpPr/>
            <p:nvPr/>
          </p:nvSpPr>
          <p:spPr>
            <a:xfrm>
              <a:off x="5526635" y="1365842"/>
              <a:ext cx="132584" cy="104941"/>
            </a:xfrm>
            <a:custGeom>
              <a:avLst/>
              <a:pathLst>
                <a:path w="132584" h="104941">
                  <a:moveTo>
                    <a:pt x="129524" y="53834"/>
                  </a:moveTo>
                  <a:lnTo>
                    <a:pt x="128088" y="63110"/>
                  </a:lnTo>
                  <a:lnTo>
                    <a:pt x="129124" y="66167"/>
                  </a:lnTo>
                  <a:lnTo>
                    <a:pt x="132584" y="67247"/>
                  </a:lnTo>
                  <a:lnTo>
                    <a:pt x="131817" y="69499"/>
                  </a:lnTo>
                  <a:lnTo>
                    <a:pt x="128056" y="69594"/>
                  </a:lnTo>
                  <a:lnTo>
                    <a:pt x="120064" y="67104"/>
                  </a:lnTo>
                  <a:lnTo>
                    <a:pt x="118035" y="68134"/>
                  </a:lnTo>
                  <a:lnTo>
                    <a:pt x="112410" y="67100"/>
                  </a:lnTo>
                  <a:lnTo>
                    <a:pt x="112735" y="70743"/>
                  </a:lnTo>
                  <a:lnTo>
                    <a:pt x="111206" y="72356"/>
                  </a:lnTo>
                  <a:lnTo>
                    <a:pt x="110004" y="72236"/>
                  </a:lnTo>
                  <a:lnTo>
                    <a:pt x="110013" y="70539"/>
                  </a:lnTo>
                  <a:lnTo>
                    <a:pt x="106569" y="70283"/>
                  </a:lnTo>
                  <a:lnTo>
                    <a:pt x="101490" y="74408"/>
                  </a:lnTo>
                  <a:lnTo>
                    <a:pt x="92636" y="74386"/>
                  </a:lnTo>
                  <a:lnTo>
                    <a:pt x="92095" y="80922"/>
                  </a:lnTo>
                  <a:lnTo>
                    <a:pt x="87069" y="84306"/>
                  </a:lnTo>
                  <a:lnTo>
                    <a:pt x="89066" y="91299"/>
                  </a:lnTo>
                  <a:lnTo>
                    <a:pt x="90174" y="92648"/>
                  </a:lnTo>
                  <a:lnTo>
                    <a:pt x="89902" y="96967"/>
                  </a:lnTo>
                  <a:lnTo>
                    <a:pt x="86330" y="96753"/>
                  </a:lnTo>
                  <a:lnTo>
                    <a:pt x="85083" y="97607"/>
                  </a:lnTo>
                  <a:lnTo>
                    <a:pt x="84865" y="101390"/>
                  </a:lnTo>
                  <a:lnTo>
                    <a:pt x="76099" y="100723"/>
                  </a:lnTo>
                  <a:lnTo>
                    <a:pt x="75184" y="104941"/>
                  </a:lnTo>
                  <a:lnTo>
                    <a:pt x="70530" y="103928"/>
                  </a:lnTo>
                  <a:lnTo>
                    <a:pt x="71123" y="99445"/>
                  </a:lnTo>
                  <a:lnTo>
                    <a:pt x="67346" y="98384"/>
                  </a:lnTo>
                  <a:lnTo>
                    <a:pt x="68233" y="89162"/>
                  </a:lnTo>
                  <a:lnTo>
                    <a:pt x="59235" y="95746"/>
                  </a:lnTo>
                  <a:lnTo>
                    <a:pt x="58758" y="95375"/>
                  </a:lnTo>
                  <a:lnTo>
                    <a:pt x="62309" y="87474"/>
                  </a:lnTo>
                  <a:lnTo>
                    <a:pt x="54503" y="91746"/>
                  </a:lnTo>
                  <a:lnTo>
                    <a:pt x="52009" y="86988"/>
                  </a:lnTo>
                  <a:lnTo>
                    <a:pt x="52721" y="79671"/>
                  </a:lnTo>
                  <a:lnTo>
                    <a:pt x="44787" y="78802"/>
                  </a:lnTo>
                  <a:lnTo>
                    <a:pt x="47990" y="69660"/>
                  </a:lnTo>
                  <a:lnTo>
                    <a:pt x="45700" y="64592"/>
                  </a:lnTo>
                  <a:lnTo>
                    <a:pt x="50758" y="62316"/>
                  </a:lnTo>
                  <a:lnTo>
                    <a:pt x="46308" y="52426"/>
                  </a:lnTo>
                  <a:lnTo>
                    <a:pt x="44076" y="53238"/>
                  </a:lnTo>
                  <a:lnTo>
                    <a:pt x="42333" y="50195"/>
                  </a:lnTo>
                  <a:lnTo>
                    <a:pt x="43537" y="46152"/>
                  </a:lnTo>
                  <a:lnTo>
                    <a:pt x="41133" y="45318"/>
                  </a:lnTo>
                  <a:lnTo>
                    <a:pt x="29677" y="44923"/>
                  </a:lnTo>
                  <a:lnTo>
                    <a:pt x="30241" y="41784"/>
                  </a:lnTo>
                  <a:lnTo>
                    <a:pt x="23034" y="40250"/>
                  </a:lnTo>
                  <a:lnTo>
                    <a:pt x="24283" y="34397"/>
                  </a:lnTo>
                  <a:lnTo>
                    <a:pt x="14721" y="34087"/>
                  </a:lnTo>
                  <a:lnTo>
                    <a:pt x="9277" y="18111"/>
                  </a:lnTo>
                  <a:lnTo>
                    <a:pt x="7027" y="22533"/>
                  </a:lnTo>
                  <a:lnTo>
                    <a:pt x="0" y="18798"/>
                  </a:lnTo>
                  <a:lnTo>
                    <a:pt x="987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6" name="ph5476"/>
            <p:cNvSpPr/>
            <p:nvPr/>
          </p:nvSpPr>
          <p:spPr>
            <a:xfrm>
              <a:off x="5693705" y="1575064"/>
              <a:ext cx="78674" cy="83539"/>
            </a:xfrm>
            <a:custGeom>
              <a:avLst/>
              <a:pathLst>
                <a:path w="78674" h="83539">
                  <a:moveTo>
                    <a:pt x="69197" y="349"/>
                  </a:moveTo>
                  <a:lnTo>
                    <a:pt x="66978" y="3916"/>
                  </a:lnTo>
                  <a:lnTo>
                    <a:pt x="70069" y="5319"/>
                  </a:lnTo>
                  <a:lnTo>
                    <a:pt x="72997" y="7824"/>
                  </a:lnTo>
                  <a:lnTo>
                    <a:pt x="70344" y="12478"/>
                  </a:lnTo>
                  <a:lnTo>
                    <a:pt x="69894" y="15091"/>
                  </a:lnTo>
                  <a:lnTo>
                    <a:pt x="71578" y="17979"/>
                  </a:lnTo>
                  <a:lnTo>
                    <a:pt x="77006" y="19797"/>
                  </a:lnTo>
                  <a:lnTo>
                    <a:pt x="78674" y="21598"/>
                  </a:lnTo>
                  <a:lnTo>
                    <a:pt x="73921" y="24557"/>
                  </a:lnTo>
                  <a:lnTo>
                    <a:pt x="73388" y="25832"/>
                  </a:lnTo>
                  <a:lnTo>
                    <a:pt x="74488" y="26796"/>
                  </a:lnTo>
                  <a:lnTo>
                    <a:pt x="73104" y="27133"/>
                  </a:lnTo>
                  <a:lnTo>
                    <a:pt x="71100" y="36385"/>
                  </a:lnTo>
                  <a:lnTo>
                    <a:pt x="68487" y="38234"/>
                  </a:lnTo>
                  <a:lnTo>
                    <a:pt x="62948" y="32899"/>
                  </a:lnTo>
                  <a:lnTo>
                    <a:pt x="59652" y="33009"/>
                  </a:lnTo>
                  <a:lnTo>
                    <a:pt x="58792" y="40527"/>
                  </a:lnTo>
                  <a:lnTo>
                    <a:pt x="53547" y="41943"/>
                  </a:lnTo>
                  <a:lnTo>
                    <a:pt x="60776" y="48204"/>
                  </a:lnTo>
                  <a:lnTo>
                    <a:pt x="57968" y="58312"/>
                  </a:lnTo>
                  <a:lnTo>
                    <a:pt x="60479" y="58165"/>
                  </a:lnTo>
                  <a:lnTo>
                    <a:pt x="54735" y="70397"/>
                  </a:lnTo>
                  <a:lnTo>
                    <a:pt x="56616" y="75492"/>
                  </a:lnTo>
                  <a:lnTo>
                    <a:pt x="54856" y="76175"/>
                  </a:lnTo>
                  <a:lnTo>
                    <a:pt x="49726" y="73305"/>
                  </a:lnTo>
                  <a:lnTo>
                    <a:pt x="42842" y="72821"/>
                  </a:lnTo>
                  <a:lnTo>
                    <a:pt x="43334" y="76684"/>
                  </a:lnTo>
                  <a:lnTo>
                    <a:pt x="46544" y="81884"/>
                  </a:lnTo>
                  <a:lnTo>
                    <a:pt x="35849" y="81163"/>
                  </a:lnTo>
                  <a:lnTo>
                    <a:pt x="26338" y="78670"/>
                  </a:lnTo>
                  <a:lnTo>
                    <a:pt x="28708" y="82010"/>
                  </a:lnTo>
                  <a:lnTo>
                    <a:pt x="27269" y="83539"/>
                  </a:lnTo>
                  <a:lnTo>
                    <a:pt x="23759" y="80987"/>
                  </a:lnTo>
                  <a:lnTo>
                    <a:pt x="20293" y="76235"/>
                  </a:lnTo>
                  <a:lnTo>
                    <a:pt x="15541" y="74582"/>
                  </a:lnTo>
                  <a:lnTo>
                    <a:pt x="10421" y="74646"/>
                  </a:lnTo>
                  <a:lnTo>
                    <a:pt x="7941" y="69974"/>
                  </a:lnTo>
                  <a:lnTo>
                    <a:pt x="9354" y="60098"/>
                  </a:lnTo>
                  <a:lnTo>
                    <a:pt x="6490" y="56277"/>
                  </a:lnTo>
                  <a:lnTo>
                    <a:pt x="3618" y="56069"/>
                  </a:lnTo>
                  <a:lnTo>
                    <a:pt x="4478" y="49170"/>
                  </a:lnTo>
                  <a:lnTo>
                    <a:pt x="6275" y="48130"/>
                  </a:lnTo>
                  <a:lnTo>
                    <a:pt x="6568" y="45204"/>
                  </a:lnTo>
                  <a:lnTo>
                    <a:pt x="0" y="38484"/>
                  </a:lnTo>
                  <a:lnTo>
                    <a:pt x="493" y="34142"/>
                  </a:lnTo>
                  <a:lnTo>
                    <a:pt x="5088" y="25532"/>
                  </a:lnTo>
                  <a:lnTo>
                    <a:pt x="6044" y="17168"/>
                  </a:lnTo>
                  <a:lnTo>
                    <a:pt x="8498" y="6962"/>
                  </a:lnTo>
                  <a:lnTo>
                    <a:pt x="13628" y="8418"/>
                  </a:lnTo>
                  <a:lnTo>
                    <a:pt x="13564" y="6946"/>
                  </a:lnTo>
                  <a:lnTo>
                    <a:pt x="19012" y="7488"/>
                  </a:lnTo>
                  <a:lnTo>
                    <a:pt x="25575" y="5502"/>
                  </a:lnTo>
                  <a:lnTo>
                    <a:pt x="28741" y="6237"/>
                  </a:lnTo>
                  <a:lnTo>
                    <a:pt x="31966" y="5944"/>
                  </a:lnTo>
                  <a:lnTo>
                    <a:pt x="32551" y="7590"/>
                  </a:lnTo>
                  <a:lnTo>
                    <a:pt x="31753" y="10240"/>
                  </a:lnTo>
                  <a:lnTo>
                    <a:pt x="36846" y="8718"/>
                  </a:lnTo>
                  <a:lnTo>
                    <a:pt x="39893" y="4950"/>
                  </a:lnTo>
                  <a:lnTo>
                    <a:pt x="45153" y="4951"/>
                  </a:lnTo>
                  <a:lnTo>
                    <a:pt x="4651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7" name="ph5477"/>
            <p:cNvSpPr/>
            <p:nvPr/>
          </p:nvSpPr>
          <p:spPr>
            <a:xfrm>
              <a:off x="5883389" y="1857223"/>
              <a:ext cx="57338" cy="45679"/>
            </a:xfrm>
            <a:custGeom>
              <a:avLst/>
              <a:pathLst>
                <a:path w="57338" h="45679">
                  <a:moveTo>
                    <a:pt x="25612" y="3866"/>
                  </a:moveTo>
                  <a:lnTo>
                    <a:pt x="29646" y="4802"/>
                  </a:lnTo>
                  <a:lnTo>
                    <a:pt x="28544" y="9177"/>
                  </a:lnTo>
                  <a:lnTo>
                    <a:pt x="30639" y="9072"/>
                  </a:lnTo>
                  <a:lnTo>
                    <a:pt x="32795" y="6216"/>
                  </a:lnTo>
                  <a:lnTo>
                    <a:pt x="39674" y="5728"/>
                  </a:lnTo>
                  <a:lnTo>
                    <a:pt x="44788" y="12200"/>
                  </a:lnTo>
                  <a:lnTo>
                    <a:pt x="46407" y="12890"/>
                  </a:lnTo>
                  <a:lnTo>
                    <a:pt x="50344" y="12057"/>
                  </a:lnTo>
                  <a:lnTo>
                    <a:pt x="54810" y="8910"/>
                  </a:lnTo>
                  <a:lnTo>
                    <a:pt x="54049" y="6810"/>
                  </a:lnTo>
                  <a:lnTo>
                    <a:pt x="54770" y="4768"/>
                  </a:lnTo>
                  <a:lnTo>
                    <a:pt x="57338" y="6682"/>
                  </a:lnTo>
                  <a:lnTo>
                    <a:pt x="52685" y="22351"/>
                  </a:lnTo>
                  <a:lnTo>
                    <a:pt x="49089" y="21129"/>
                  </a:lnTo>
                  <a:lnTo>
                    <a:pt x="48078" y="19821"/>
                  </a:lnTo>
                  <a:lnTo>
                    <a:pt x="39890" y="19708"/>
                  </a:lnTo>
                  <a:lnTo>
                    <a:pt x="41013" y="31005"/>
                  </a:lnTo>
                  <a:lnTo>
                    <a:pt x="41999" y="34341"/>
                  </a:lnTo>
                  <a:lnTo>
                    <a:pt x="47113" y="36165"/>
                  </a:lnTo>
                  <a:lnTo>
                    <a:pt x="47568" y="37664"/>
                  </a:lnTo>
                  <a:lnTo>
                    <a:pt x="38424" y="39222"/>
                  </a:lnTo>
                  <a:lnTo>
                    <a:pt x="37489" y="34398"/>
                  </a:lnTo>
                  <a:lnTo>
                    <a:pt x="30912" y="35043"/>
                  </a:lnTo>
                  <a:lnTo>
                    <a:pt x="22612" y="37298"/>
                  </a:lnTo>
                  <a:lnTo>
                    <a:pt x="22229" y="44273"/>
                  </a:lnTo>
                  <a:lnTo>
                    <a:pt x="23238" y="43948"/>
                  </a:lnTo>
                  <a:lnTo>
                    <a:pt x="24154" y="44747"/>
                  </a:lnTo>
                  <a:lnTo>
                    <a:pt x="23306" y="45679"/>
                  </a:lnTo>
                  <a:lnTo>
                    <a:pt x="18355" y="43030"/>
                  </a:lnTo>
                  <a:lnTo>
                    <a:pt x="17960" y="38050"/>
                  </a:lnTo>
                  <a:lnTo>
                    <a:pt x="13989" y="34259"/>
                  </a:lnTo>
                  <a:lnTo>
                    <a:pt x="7144" y="30561"/>
                  </a:lnTo>
                  <a:lnTo>
                    <a:pt x="958" y="30104"/>
                  </a:lnTo>
                  <a:lnTo>
                    <a:pt x="0" y="24327"/>
                  </a:lnTo>
                  <a:lnTo>
                    <a:pt x="4989" y="22003"/>
                  </a:lnTo>
                  <a:lnTo>
                    <a:pt x="7177" y="16136"/>
                  </a:lnTo>
                  <a:lnTo>
                    <a:pt x="7076" y="10009"/>
                  </a:lnTo>
                  <a:lnTo>
                    <a:pt x="8996" y="10653"/>
                  </a:lnTo>
                  <a:lnTo>
                    <a:pt x="15676" y="7719"/>
                  </a:lnTo>
                  <a:lnTo>
                    <a:pt x="17174" y="67"/>
                  </a:lnTo>
                  <a:lnTo>
                    <a:pt x="2478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8" name="ph5478"/>
            <p:cNvSpPr/>
            <p:nvPr/>
          </p:nvSpPr>
          <p:spPr>
            <a:xfrm>
              <a:off x="5962614" y="1729666"/>
              <a:ext cx="103347" cy="141276"/>
            </a:xfrm>
            <a:custGeom>
              <a:avLst/>
              <a:pathLst>
                <a:path w="103347" h="141276">
                  <a:moveTo>
                    <a:pt x="24269" y="3125"/>
                  </a:moveTo>
                  <a:lnTo>
                    <a:pt x="29992" y="2483"/>
                  </a:lnTo>
                  <a:lnTo>
                    <a:pt x="31463" y="2760"/>
                  </a:lnTo>
                  <a:lnTo>
                    <a:pt x="36107" y="1153"/>
                  </a:lnTo>
                  <a:lnTo>
                    <a:pt x="39813" y="5093"/>
                  </a:lnTo>
                  <a:lnTo>
                    <a:pt x="41336" y="11010"/>
                  </a:lnTo>
                  <a:lnTo>
                    <a:pt x="45875" y="16701"/>
                  </a:lnTo>
                  <a:lnTo>
                    <a:pt x="52741" y="23421"/>
                  </a:lnTo>
                  <a:lnTo>
                    <a:pt x="60148" y="25221"/>
                  </a:lnTo>
                  <a:lnTo>
                    <a:pt x="65955" y="22634"/>
                  </a:lnTo>
                  <a:lnTo>
                    <a:pt x="70025" y="24525"/>
                  </a:lnTo>
                  <a:lnTo>
                    <a:pt x="69961" y="25963"/>
                  </a:lnTo>
                  <a:lnTo>
                    <a:pt x="75048" y="33210"/>
                  </a:lnTo>
                  <a:lnTo>
                    <a:pt x="79676" y="35758"/>
                  </a:lnTo>
                  <a:lnTo>
                    <a:pt x="81557" y="35910"/>
                  </a:lnTo>
                  <a:lnTo>
                    <a:pt x="85519" y="33912"/>
                  </a:lnTo>
                  <a:lnTo>
                    <a:pt x="86888" y="39710"/>
                  </a:lnTo>
                  <a:lnTo>
                    <a:pt x="83742" y="48660"/>
                  </a:lnTo>
                  <a:lnTo>
                    <a:pt x="84497" y="53674"/>
                  </a:lnTo>
                  <a:lnTo>
                    <a:pt x="86454" y="52519"/>
                  </a:lnTo>
                  <a:lnTo>
                    <a:pt x="89685" y="58479"/>
                  </a:lnTo>
                  <a:lnTo>
                    <a:pt x="86345" y="65948"/>
                  </a:lnTo>
                  <a:lnTo>
                    <a:pt x="88552" y="83665"/>
                  </a:lnTo>
                  <a:lnTo>
                    <a:pt x="87150" y="90307"/>
                  </a:lnTo>
                  <a:lnTo>
                    <a:pt x="90013" y="94472"/>
                  </a:lnTo>
                  <a:lnTo>
                    <a:pt x="93773" y="102558"/>
                  </a:lnTo>
                  <a:lnTo>
                    <a:pt x="93854" y="106470"/>
                  </a:lnTo>
                  <a:lnTo>
                    <a:pt x="96377" y="108528"/>
                  </a:lnTo>
                  <a:lnTo>
                    <a:pt x="100597" y="110065"/>
                  </a:lnTo>
                  <a:lnTo>
                    <a:pt x="100448" y="113196"/>
                  </a:lnTo>
                  <a:lnTo>
                    <a:pt x="100368" y="124240"/>
                  </a:lnTo>
                  <a:lnTo>
                    <a:pt x="102076" y="126918"/>
                  </a:lnTo>
                  <a:lnTo>
                    <a:pt x="103347" y="131577"/>
                  </a:lnTo>
                  <a:lnTo>
                    <a:pt x="99111" y="135470"/>
                  </a:lnTo>
                  <a:lnTo>
                    <a:pt x="95657" y="136487"/>
                  </a:lnTo>
                  <a:lnTo>
                    <a:pt x="92803" y="140541"/>
                  </a:lnTo>
                  <a:lnTo>
                    <a:pt x="85086" y="141276"/>
                  </a:lnTo>
                  <a:lnTo>
                    <a:pt x="75635" y="137441"/>
                  </a:lnTo>
                  <a:lnTo>
                    <a:pt x="72790" y="134287"/>
                  </a:lnTo>
                  <a:lnTo>
                    <a:pt x="73023" y="130689"/>
                  </a:lnTo>
                  <a:lnTo>
                    <a:pt x="68448" y="127256"/>
                  </a:lnTo>
                  <a:lnTo>
                    <a:pt x="65140" y="127553"/>
                  </a:lnTo>
                  <a:lnTo>
                    <a:pt x="64987" y="130440"/>
                  </a:lnTo>
                  <a:lnTo>
                    <a:pt x="66243" y="133637"/>
                  </a:lnTo>
                  <a:lnTo>
                    <a:pt x="63105" y="133911"/>
                  </a:lnTo>
                  <a:lnTo>
                    <a:pt x="60393" y="128223"/>
                  </a:lnTo>
                  <a:lnTo>
                    <a:pt x="54579" y="131393"/>
                  </a:lnTo>
                  <a:lnTo>
                    <a:pt x="52181" y="130369"/>
                  </a:lnTo>
                  <a:lnTo>
                    <a:pt x="49522" y="126627"/>
                  </a:lnTo>
                  <a:lnTo>
                    <a:pt x="48011" y="126094"/>
                  </a:lnTo>
                  <a:lnTo>
                    <a:pt x="35519" y="124879"/>
                  </a:lnTo>
                  <a:lnTo>
                    <a:pt x="35534" y="119498"/>
                  </a:lnTo>
                  <a:lnTo>
                    <a:pt x="25129" y="120237"/>
                  </a:lnTo>
                  <a:lnTo>
                    <a:pt x="25693" y="118218"/>
                  </a:lnTo>
                  <a:lnTo>
                    <a:pt x="21763" y="112492"/>
                  </a:lnTo>
                  <a:lnTo>
                    <a:pt x="21689" y="105793"/>
                  </a:lnTo>
                  <a:lnTo>
                    <a:pt x="18887" y="98190"/>
                  </a:lnTo>
                  <a:lnTo>
                    <a:pt x="16037" y="97542"/>
                  </a:lnTo>
                  <a:lnTo>
                    <a:pt x="16646" y="94779"/>
                  </a:lnTo>
                  <a:lnTo>
                    <a:pt x="21745" y="89371"/>
                  </a:lnTo>
                  <a:lnTo>
                    <a:pt x="24751" y="95272"/>
                  </a:lnTo>
                  <a:lnTo>
                    <a:pt x="26420" y="96094"/>
                  </a:lnTo>
                  <a:lnTo>
                    <a:pt x="33278" y="95487"/>
                  </a:lnTo>
                  <a:lnTo>
                    <a:pt x="39754" y="93811"/>
                  </a:lnTo>
                  <a:lnTo>
                    <a:pt x="45058" y="104052"/>
                  </a:lnTo>
                  <a:lnTo>
                    <a:pt x="48205" y="105461"/>
                  </a:lnTo>
                  <a:lnTo>
                    <a:pt x="55836" y="103984"/>
                  </a:lnTo>
                  <a:lnTo>
                    <a:pt x="60441" y="103958"/>
                  </a:lnTo>
                  <a:lnTo>
                    <a:pt x="67283" y="105327"/>
                  </a:lnTo>
                  <a:lnTo>
                    <a:pt x="67219" y="103127"/>
                  </a:lnTo>
                  <a:lnTo>
                    <a:pt x="68158" y="99423"/>
                  </a:lnTo>
                  <a:lnTo>
                    <a:pt x="69788" y="97292"/>
                  </a:lnTo>
                  <a:lnTo>
                    <a:pt x="71658" y="87841"/>
                  </a:lnTo>
                  <a:lnTo>
                    <a:pt x="70786" y="83405"/>
                  </a:lnTo>
                  <a:lnTo>
                    <a:pt x="67761" y="79941"/>
                  </a:lnTo>
                  <a:lnTo>
                    <a:pt x="66275" y="81769"/>
                  </a:lnTo>
                  <a:lnTo>
                    <a:pt x="62206" y="82513"/>
                  </a:lnTo>
                  <a:lnTo>
                    <a:pt x="59712" y="81889"/>
                  </a:lnTo>
                  <a:lnTo>
                    <a:pt x="57388" y="80392"/>
                  </a:lnTo>
                  <a:lnTo>
                    <a:pt x="56999" y="78929"/>
                  </a:lnTo>
                  <a:lnTo>
                    <a:pt x="52260" y="76991"/>
                  </a:lnTo>
                  <a:lnTo>
                    <a:pt x="52769" y="79835"/>
                  </a:lnTo>
                  <a:lnTo>
                    <a:pt x="43733" y="80405"/>
                  </a:lnTo>
                  <a:lnTo>
                    <a:pt x="42194" y="76822"/>
                  </a:lnTo>
                  <a:lnTo>
                    <a:pt x="37689" y="76505"/>
                  </a:lnTo>
                  <a:lnTo>
                    <a:pt x="19176" y="79876"/>
                  </a:lnTo>
                  <a:lnTo>
                    <a:pt x="17292" y="80158"/>
                  </a:lnTo>
                  <a:lnTo>
                    <a:pt x="17721" y="71839"/>
                  </a:lnTo>
                  <a:lnTo>
                    <a:pt x="19429" y="72193"/>
                  </a:lnTo>
                  <a:lnTo>
                    <a:pt x="14639" y="58765"/>
                  </a:lnTo>
                  <a:lnTo>
                    <a:pt x="25078" y="55119"/>
                  </a:lnTo>
                  <a:lnTo>
                    <a:pt x="24055" y="53051"/>
                  </a:lnTo>
                  <a:lnTo>
                    <a:pt x="23975" y="49291"/>
                  </a:lnTo>
                  <a:lnTo>
                    <a:pt x="25556" y="44188"/>
                  </a:lnTo>
                  <a:lnTo>
                    <a:pt x="20843" y="33821"/>
                  </a:lnTo>
                  <a:lnTo>
                    <a:pt x="16878" y="28327"/>
                  </a:lnTo>
                  <a:lnTo>
                    <a:pt x="14624" y="28423"/>
                  </a:lnTo>
                  <a:lnTo>
                    <a:pt x="6483" y="35137"/>
                  </a:lnTo>
                  <a:lnTo>
                    <a:pt x="1494" y="35415"/>
                  </a:lnTo>
                  <a:lnTo>
                    <a:pt x="0" y="34897"/>
                  </a:lnTo>
                  <a:lnTo>
                    <a:pt x="894" y="28755"/>
                  </a:lnTo>
                  <a:lnTo>
                    <a:pt x="1352" y="25520"/>
                  </a:lnTo>
                  <a:lnTo>
                    <a:pt x="5585" y="26271"/>
                  </a:lnTo>
                  <a:lnTo>
                    <a:pt x="7035" y="25745"/>
                  </a:lnTo>
                  <a:lnTo>
                    <a:pt x="7487" y="20224"/>
                  </a:lnTo>
                  <a:lnTo>
                    <a:pt x="9844" y="18585"/>
                  </a:lnTo>
                  <a:lnTo>
                    <a:pt x="11136" y="19578"/>
                  </a:lnTo>
                  <a:lnTo>
                    <a:pt x="14659" y="16677"/>
                  </a:lnTo>
                  <a:lnTo>
                    <a:pt x="18505" y="11791"/>
                  </a:lnTo>
                  <a:lnTo>
                    <a:pt x="17770" y="4082"/>
                  </a:lnTo>
                  <a:lnTo>
                    <a:pt x="16449" y="2569"/>
                  </a:lnTo>
                  <a:lnTo>
                    <a:pt x="2028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9" name="ph5479"/>
            <p:cNvSpPr/>
            <p:nvPr/>
          </p:nvSpPr>
          <p:spPr>
            <a:xfrm>
              <a:off x="5930577" y="1878142"/>
              <a:ext cx="88198" cy="95859"/>
            </a:xfrm>
            <a:custGeom>
              <a:avLst/>
              <a:pathLst>
                <a:path w="88198" h="95859">
                  <a:moveTo>
                    <a:pt x="19396" y="0"/>
                  </a:moveTo>
                  <a:lnTo>
                    <a:pt x="27560" y="3228"/>
                  </a:lnTo>
                  <a:lnTo>
                    <a:pt x="28924" y="9121"/>
                  </a:lnTo>
                  <a:lnTo>
                    <a:pt x="39547" y="8547"/>
                  </a:lnTo>
                  <a:lnTo>
                    <a:pt x="40883" y="8499"/>
                  </a:lnTo>
                  <a:lnTo>
                    <a:pt x="44932" y="11321"/>
                  </a:lnTo>
                  <a:lnTo>
                    <a:pt x="48166" y="22196"/>
                  </a:lnTo>
                  <a:lnTo>
                    <a:pt x="51682" y="23912"/>
                  </a:lnTo>
                  <a:lnTo>
                    <a:pt x="58560" y="24467"/>
                  </a:lnTo>
                  <a:lnTo>
                    <a:pt x="65079" y="23767"/>
                  </a:lnTo>
                  <a:lnTo>
                    <a:pt x="67008" y="25478"/>
                  </a:lnTo>
                  <a:lnTo>
                    <a:pt x="68414" y="29511"/>
                  </a:lnTo>
                  <a:lnTo>
                    <a:pt x="71703" y="32244"/>
                  </a:lnTo>
                  <a:lnTo>
                    <a:pt x="73184" y="32174"/>
                  </a:lnTo>
                  <a:lnTo>
                    <a:pt x="72134" y="36604"/>
                  </a:lnTo>
                  <a:lnTo>
                    <a:pt x="74460" y="44243"/>
                  </a:lnTo>
                  <a:lnTo>
                    <a:pt x="76066" y="53945"/>
                  </a:lnTo>
                  <a:lnTo>
                    <a:pt x="80506" y="59203"/>
                  </a:lnTo>
                  <a:lnTo>
                    <a:pt x="82047" y="59440"/>
                  </a:lnTo>
                  <a:lnTo>
                    <a:pt x="87851" y="64742"/>
                  </a:lnTo>
                  <a:lnTo>
                    <a:pt x="88198" y="73923"/>
                  </a:lnTo>
                  <a:lnTo>
                    <a:pt x="88015" y="77914"/>
                  </a:lnTo>
                  <a:lnTo>
                    <a:pt x="85187" y="77299"/>
                  </a:lnTo>
                  <a:lnTo>
                    <a:pt x="82100" y="78486"/>
                  </a:lnTo>
                  <a:lnTo>
                    <a:pt x="77107" y="89757"/>
                  </a:lnTo>
                  <a:lnTo>
                    <a:pt x="74620" y="90816"/>
                  </a:lnTo>
                  <a:lnTo>
                    <a:pt x="72808" y="88617"/>
                  </a:lnTo>
                  <a:lnTo>
                    <a:pt x="72477" y="86117"/>
                  </a:lnTo>
                  <a:lnTo>
                    <a:pt x="69468" y="86719"/>
                  </a:lnTo>
                  <a:lnTo>
                    <a:pt x="66952" y="89207"/>
                  </a:lnTo>
                  <a:lnTo>
                    <a:pt x="66568" y="90499"/>
                  </a:lnTo>
                  <a:lnTo>
                    <a:pt x="63755" y="90315"/>
                  </a:lnTo>
                  <a:lnTo>
                    <a:pt x="62854" y="88198"/>
                  </a:lnTo>
                  <a:lnTo>
                    <a:pt x="63675" y="86782"/>
                  </a:lnTo>
                  <a:lnTo>
                    <a:pt x="63634" y="84445"/>
                  </a:lnTo>
                  <a:lnTo>
                    <a:pt x="60903" y="77976"/>
                  </a:lnTo>
                  <a:lnTo>
                    <a:pt x="56671" y="81396"/>
                  </a:lnTo>
                  <a:lnTo>
                    <a:pt x="57535" y="84243"/>
                  </a:lnTo>
                  <a:lnTo>
                    <a:pt x="55596" y="91997"/>
                  </a:lnTo>
                  <a:lnTo>
                    <a:pt x="54002" y="94192"/>
                  </a:lnTo>
                  <a:lnTo>
                    <a:pt x="50142" y="95859"/>
                  </a:lnTo>
                  <a:lnTo>
                    <a:pt x="48641" y="93122"/>
                  </a:lnTo>
                  <a:lnTo>
                    <a:pt x="45472" y="90704"/>
                  </a:lnTo>
                  <a:lnTo>
                    <a:pt x="44103" y="95132"/>
                  </a:lnTo>
                  <a:lnTo>
                    <a:pt x="33879" y="94711"/>
                  </a:lnTo>
                  <a:lnTo>
                    <a:pt x="28976" y="80803"/>
                  </a:lnTo>
                  <a:lnTo>
                    <a:pt x="23652" y="75878"/>
                  </a:lnTo>
                  <a:lnTo>
                    <a:pt x="23153" y="71303"/>
                  </a:lnTo>
                  <a:lnTo>
                    <a:pt x="21724" y="68589"/>
                  </a:lnTo>
                  <a:lnTo>
                    <a:pt x="14224" y="68962"/>
                  </a:lnTo>
                  <a:lnTo>
                    <a:pt x="16865" y="64068"/>
                  </a:lnTo>
                  <a:lnTo>
                    <a:pt x="15342" y="64199"/>
                  </a:lnTo>
                  <a:lnTo>
                    <a:pt x="13381" y="59156"/>
                  </a:lnTo>
                  <a:lnTo>
                    <a:pt x="14596" y="56338"/>
                  </a:lnTo>
                  <a:lnTo>
                    <a:pt x="13323" y="52239"/>
                  </a:lnTo>
                  <a:lnTo>
                    <a:pt x="10896" y="51601"/>
                  </a:lnTo>
                  <a:lnTo>
                    <a:pt x="7200" y="53162"/>
                  </a:lnTo>
                  <a:lnTo>
                    <a:pt x="4422" y="52382"/>
                  </a:lnTo>
                  <a:lnTo>
                    <a:pt x="2583" y="48847"/>
                  </a:lnTo>
                  <a:lnTo>
                    <a:pt x="1612" y="42633"/>
                  </a:lnTo>
                  <a:lnTo>
                    <a:pt x="0" y="41262"/>
                  </a:lnTo>
                  <a:lnTo>
                    <a:pt x="950" y="34735"/>
                  </a:lnTo>
                  <a:lnTo>
                    <a:pt x="7679" y="35075"/>
                  </a:lnTo>
                  <a:lnTo>
                    <a:pt x="9261" y="30094"/>
                  </a:lnTo>
                  <a:lnTo>
                    <a:pt x="8046" y="28020"/>
                  </a:lnTo>
                  <a:lnTo>
                    <a:pt x="3330" y="27674"/>
                  </a:lnTo>
                  <a:lnTo>
                    <a:pt x="3551" y="25088"/>
                  </a:lnTo>
                  <a:lnTo>
                    <a:pt x="5969" y="20181"/>
                  </a:lnTo>
                  <a:lnTo>
                    <a:pt x="7760" y="20098"/>
                  </a:lnTo>
                  <a:lnTo>
                    <a:pt x="10298" y="17476"/>
                  </a:lnTo>
                  <a:lnTo>
                    <a:pt x="11977" y="11439"/>
                  </a:lnTo>
                  <a:lnTo>
                    <a:pt x="11272" y="9040"/>
                  </a:lnTo>
                  <a:lnTo>
                    <a:pt x="14400" y="4905"/>
                  </a:lnTo>
                  <a:lnTo>
                    <a:pt x="15825" y="4078"/>
                  </a:lnTo>
                  <a:lnTo>
                    <a:pt x="15708" y="189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0" name="ph5480"/>
            <p:cNvSpPr/>
            <p:nvPr/>
          </p:nvSpPr>
          <p:spPr>
            <a:xfrm>
              <a:off x="5850607" y="1781547"/>
              <a:ext cx="59098" cy="46223"/>
            </a:xfrm>
            <a:custGeom>
              <a:avLst/>
              <a:pathLst>
                <a:path w="59098" h="46223">
                  <a:moveTo>
                    <a:pt x="22297" y="4574"/>
                  </a:moveTo>
                  <a:lnTo>
                    <a:pt x="24801" y="10624"/>
                  </a:lnTo>
                  <a:lnTo>
                    <a:pt x="26235" y="10865"/>
                  </a:lnTo>
                  <a:lnTo>
                    <a:pt x="26978" y="4235"/>
                  </a:lnTo>
                  <a:lnTo>
                    <a:pt x="27686" y="3844"/>
                  </a:lnTo>
                  <a:lnTo>
                    <a:pt x="35948" y="5851"/>
                  </a:lnTo>
                  <a:lnTo>
                    <a:pt x="38939" y="6829"/>
                  </a:lnTo>
                  <a:lnTo>
                    <a:pt x="43259" y="12041"/>
                  </a:lnTo>
                  <a:lnTo>
                    <a:pt x="44247" y="16185"/>
                  </a:lnTo>
                  <a:lnTo>
                    <a:pt x="41012" y="21022"/>
                  </a:lnTo>
                  <a:lnTo>
                    <a:pt x="41661" y="27010"/>
                  </a:lnTo>
                  <a:lnTo>
                    <a:pt x="37957" y="27961"/>
                  </a:lnTo>
                  <a:lnTo>
                    <a:pt x="38543" y="24182"/>
                  </a:lnTo>
                  <a:lnTo>
                    <a:pt x="36090" y="24717"/>
                  </a:lnTo>
                  <a:lnTo>
                    <a:pt x="35581" y="28573"/>
                  </a:lnTo>
                  <a:lnTo>
                    <a:pt x="36123" y="35613"/>
                  </a:lnTo>
                  <a:lnTo>
                    <a:pt x="59098" y="33615"/>
                  </a:lnTo>
                  <a:lnTo>
                    <a:pt x="57183" y="37288"/>
                  </a:lnTo>
                  <a:lnTo>
                    <a:pt x="37006" y="39493"/>
                  </a:lnTo>
                  <a:lnTo>
                    <a:pt x="37698" y="42972"/>
                  </a:lnTo>
                  <a:lnTo>
                    <a:pt x="36320" y="44882"/>
                  </a:lnTo>
                  <a:lnTo>
                    <a:pt x="29598" y="46223"/>
                  </a:lnTo>
                  <a:lnTo>
                    <a:pt x="30773" y="42018"/>
                  </a:lnTo>
                  <a:lnTo>
                    <a:pt x="30930" y="34246"/>
                  </a:lnTo>
                  <a:lnTo>
                    <a:pt x="27947" y="30906"/>
                  </a:lnTo>
                  <a:lnTo>
                    <a:pt x="29044" y="27099"/>
                  </a:lnTo>
                  <a:lnTo>
                    <a:pt x="26348" y="20387"/>
                  </a:lnTo>
                  <a:lnTo>
                    <a:pt x="22534" y="18689"/>
                  </a:lnTo>
                  <a:lnTo>
                    <a:pt x="15313" y="23376"/>
                  </a:lnTo>
                  <a:lnTo>
                    <a:pt x="15303" y="25277"/>
                  </a:lnTo>
                  <a:lnTo>
                    <a:pt x="5969" y="28809"/>
                  </a:lnTo>
                  <a:lnTo>
                    <a:pt x="6081" y="29880"/>
                  </a:lnTo>
                  <a:lnTo>
                    <a:pt x="0" y="19578"/>
                  </a:lnTo>
                  <a:lnTo>
                    <a:pt x="6893" y="17061"/>
                  </a:lnTo>
                  <a:lnTo>
                    <a:pt x="6234" y="14402"/>
                  </a:lnTo>
                  <a:lnTo>
                    <a:pt x="5216" y="9293"/>
                  </a:lnTo>
                  <a:lnTo>
                    <a:pt x="7089" y="4928"/>
                  </a:lnTo>
                  <a:lnTo>
                    <a:pt x="1459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1" name="ph5481"/>
            <p:cNvSpPr/>
            <p:nvPr/>
          </p:nvSpPr>
          <p:spPr>
            <a:xfrm>
              <a:off x="5794727" y="1795293"/>
              <a:ext cx="132474" cy="72583"/>
            </a:xfrm>
            <a:custGeom>
              <a:avLst/>
              <a:pathLst>
                <a:path w="132474" h="72583">
                  <a:moveTo>
                    <a:pt x="62114" y="656"/>
                  </a:moveTo>
                  <a:lnTo>
                    <a:pt x="62772" y="3314"/>
                  </a:lnTo>
                  <a:lnTo>
                    <a:pt x="55879" y="5831"/>
                  </a:lnTo>
                  <a:lnTo>
                    <a:pt x="61961" y="16134"/>
                  </a:lnTo>
                  <a:lnTo>
                    <a:pt x="61848" y="15062"/>
                  </a:lnTo>
                  <a:lnTo>
                    <a:pt x="71182" y="11530"/>
                  </a:lnTo>
                  <a:lnTo>
                    <a:pt x="71193" y="9629"/>
                  </a:lnTo>
                  <a:lnTo>
                    <a:pt x="78413" y="4943"/>
                  </a:lnTo>
                  <a:lnTo>
                    <a:pt x="82227" y="6641"/>
                  </a:lnTo>
                  <a:lnTo>
                    <a:pt x="84924" y="13353"/>
                  </a:lnTo>
                  <a:lnTo>
                    <a:pt x="83827" y="17160"/>
                  </a:lnTo>
                  <a:lnTo>
                    <a:pt x="86809" y="20500"/>
                  </a:lnTo>
                  <a:lnTo>
                    <a:pt x="86652" y="28272"/>
                  </a:lnTo>
                  <a:lnTo>
                    <a:pt x="85478" y="32477"/>
                  </a:lnTo>
                  <a:lnTo>
                    <a:pt x="92200" y="31136"/>
                  </a:lnTo>
                  <a:lnTo>
                    <a:pt x="93578" y="29226"/>
                  </a:lnTo>
                  <a:lnTo>
                    <a:pt x="92886" y="25746"/>
                  </a:lnTo>
                  <a:lnTo>
                    <a:pt x="113063" y="23542"/>
                  </a:lnTo>
                  <a:lnTo>
                    <a:pt x="114977" y="19869"/>
                  </a:lnTo>
                  <a:lnTo>
                    <a:pt x="119780" y="23270"/>
                  </a:lnTo>
                  <a:lnTo>
                    <a:pt x="124617" y="29679"/>
                  </a:lnTo>
                  <a:lnTo>
                    <a:pt x="125710" y="27042"/>
                  </a:lnTo>
                  <a:lnTo>
                    <a:pt x="129238" y="26208"/>
                  </a:lnTo>
                  <a:lnTo>
                    <a:pt x="127539" y="31476"/>
                  </a:lnTo>
                  <a:lnTo>
                    <a:pt x="132474" y="33037"/>
                  </a:lnTo>
                  <a:lnTo>
                    <a:pt x="128836" y="34273"/>
                  </a:lnTo>
                  <a:lnTo>
                    <a:pt x="120042" y="37247"/>
                  </a:lnTo>
                  <a:lnTo>
                    <a:pt x="118175" y="39442"/>
                  </a:lnTo>
                  <a:lnTo>
                    <a:pt x="118279" y="45352"/>
                  </a:lnTo>
                  <a:lnTo>
                    <a:pt x="120097" y="46174"/>
                  </a:lnTo>
                  <a:lnTo>
                    <a:pt x="122617" y="44311"/>
                  </a:lnTo>
                  <a:lnTo>
                    <a:pt x="122679" y="48352"/>
                  </a:lnTo>
                  <a:lnTo>
                    <a:pt x="121043" y="60496"/>
                  </a:lnTo>
                  <a:lnTo>
                    <a:pt x="119269" y="67070"/>
                  </a:lnTo>
                  <a:lnTo>
                    <a:pt x="118308" y="66732"/>
                  </a:lnTo>
                  <a:lnTo>
                    <a:pt x="114273" y="65796"/>
                  </a:lnTo>
                  <a:lnTo>
                    <a:pt x="113444" y="61930"/>
                  </a:lnTo>
                  <a:lnTo>
                    <a:pt x="105835" y="61997"/>
                  </a:lnTo>
                  <a:lnTo>
                    <a:pt x="104338" y="69649"/>
                  </a:lnTo>
                  <a:lnTo>
                    <a:pt x="97657" y="72583"/>
                  </a:lnTo>
                  <a:lnTo>
                    <a:pt x="95738" y="71940"/>
                  </a:lnTo>
                  <a:lnTo>
                    <a:pt x="93549" y="71355"/>
                  </a:lnTo>
                  <a:lnTo>
                    <a:pt x="93000" y="57757"/>
                  </a:lnTo>
                  <a:lnTo>
                    <a:pt x="91995" y="61109"/>
                  </a:lnTo>
                  <a:lnTo>
                    <a:pt x="90769" y="61709"/>
                  </a:lnTo>
                  <a:lnTo>
                    <a:pt x="85637" y="60026"/>
                  </a:lnTo>
                  <a:lnTo>
                    <a:pt x="81091" y="61011"/>
                  </a:lnTo>
                  <a:lnTo>
                    <a:pt x="77435" y="58567"/>
                  </a:lnTo>
                  <a:lnTo>
                    <a:pt x="67677" y="57946"/>
                  </a:lnTo>
                  <a:lnTo>
                    <a:pt x="67279" y="56278"/>
                  </a:lnTo>
                  <a:lnTo>
                    <a:pt x="62463" y="54986"/>
                  </a:lnTo>
                  <a:lnTo>
                    <a:pt x="55707" y="60304"/>
                  </a:lnTo>
                  <a:lnTo>
                    <a:pt x="51402" y="61585"/>
                  </a:lnTo>
                  <a:lnTo>
                    <a:pt x="49539" y="62929"/>
                  </a:lnTo>
                  <a:lnTo>
                    <a:pt x="43351" y="61910"/>
                  </a:lnTo>
                  <a:lnTo>
                    <a:pt x="39699" y="65831"/>
                  </a:lnTo>
                  <a:lnTo>
                    <a:pt x="41163" y="68959"/>
                  </a:lnTo>
                  <a:lnTo>
                    <a:pt x="35709" y="69793"/>
                  </a:lnTo>
                  <a:lnTo>
                    <a:pt x="33361" y="66765"/>
                  </a:lnTo>
                  <a:lnTo>
                    <a:pt x="28338" y="64622"/>
                  </a:lnTo>
                  <a:lnTo>
                    <a:pt x="28350" y="58120"/>
                  </a:lnTo>
                  <a:lnTo>
                    <a:pt x="23443" y="58557"/>
                  </a:lnTo>
                  <a:lnTo>
                    <a:pt x="13834" y="57171"/>
                  </a:lnTo>
                  <a:lnTo>
                    <a:pt x="11109" y="55501"/>
                  </a:lnTo>
                  <a:lnTo>
                    <a:pt x="10771" y="51449"/>
                  </a:lnTo>
                  <a:lnTo>
                    <a:pt x="8548" y="46759"/>
                  </a:lnTo>
                  <a:lnTo>
                    <a:pt x="5328" y="45997"/>
                  </a:lnTo>
                  <a:lnTo>
                    <a:pt x="4233" y="44553"/>
                  </a:lnTo>
                  <a:lnTo>
                    <a:pt x="0" y="38962"/>
                  </a:lnTo>
                  <a:lnTo>
                    <a:pt x="6823" y="40039"/>
                  </a:lnTo>
                  <a:lnTo>
                    <a:pt x="9103" y="38784"/>
                  </a:lnTo>
                  <a:lnTo>
                    <a:pt x="6488" y="35752"/>
                  </a:lnTo>
                  <a:lnTo>
                    <a:pt x="10525" y="31932"/>
                  </a:lnTo>
                  <a:lnTo>
                    <a:pt x="8615" y="28771"/>
                  </a:lnTo>
                  <a:lnTo>
                    <a:pt x="4270" y="29899"/>
                  </a:lnTo>
                  <a:lnTo>
                    <a:pt x="3580" y="27158"/>
                  </a:lnTo>
                  <a:lnTo>
                    <a:pt x="4681" y="16846"/>
                  </a:lnTo>
                  <a:lnTo>
                    <a:pt x="3580" y="16531"/>
                  </a:lnTo>
                  <a:lnTo>
                    <a:pt x="3867" y="7195"/>
                  </a:lnTo>
                  <a:lnTo>
                    <a:pt x="6801" y="7771"/>
                  </a:lnTo>
                  <a:lnTo>
                    <a:pt x="12120" y="7094"/>
                  </a:lnTo>
                  <a:lnTo>
                    <a:pt x="15700" y="5374"/>
                  </a:lnTo>
                  <a:lnTo>
                    <a:pt x="14332" y="3351"/>
                  </a:lnTo>
                  <a:lnTo>
                    <a:pt x="16170" y="2074"/>
                  </a:lnTo>
                  <a:lnTo>
                    <a:pt x="24260" y="898"/>
                  </a:lnTo>
                  <a:lnTo>
                    <a:pt x="36792" y="4699"/>
                  </a:lnTo>
                  <a:lnTo>
                    <a:pt x="35640" y="487"/>
                  </a:lnTo>
                  <a:lnTo>
                    <a:pt x="37421" y="537"/>
                  </a:lnTo>
                  <a:lnTo>
                    <a:pt x="40532" y="4292"/>
                  </a:lnTo>
                  <a:lnTo>
                    <a:pt x="42030" y="4826"/>
                  </a:lnTo>
                  <a:lnTo>
                    <a:pt x="54859" y="3439"/>
                  </a:lnTo>
                  <a:lnTo>
                    <a:pt x="52843" y="3497"/>
                  </a:lnTo>
                  <a:lnTo>
                    <a:pt x="52663" y="231"/>
                  </a:lnTo>
                  <a:lnTo>
                    <a:pt x="53505" y="19"/>
                  </a:lnTo>
                  <a:lnTo>
                    <a:pt x="6033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2" name="ph5482"/>
            <p:cNvSpPr/>
            <p:nvPr/>
          </p:nvSpPr>
          <p:spPr>
            <a:xfrm>
              <a:off x="5934178" y="1572080"/>
              <a:ext cx="78995" cy="67035"/>
            </a:xfrm>
            <a:custGeom>
              <a:avLst/>
              <a:pathLst>
                <a:path w="78995" h="67035">
                  <a:moveTo>
                    <a:pt x="50152" y="3299"/>
                  </a:moveTo>
                  <a:lnTo>
                    <a:pt x="53531" y="4419"/>
                  </a:lnTo>
                  <a:lnTo>
                    <a:pt x="56148" y="4229"/>
                  </a:lnTo>
                  <a:lnTo>
                    <a:pt x="59371" y="4094"/>
                  </a:lnTo>
                  <a:lnTo>
                    <a:pt x="62726" y="6283"/>
                  </a:lnTo>
                  <a:lnTo>
                    <a:pt x="61153" y="8524"/>
                  </a:lnTo>
                  <a:lnTo>
                    <a:pt x="68006" y="20141"/>
                  </a:lnTo>
                  <a:lnTo>
                    <a:pt x="78995" y="20788"/>
                  </a:lnTo>
                  <a:lnTo>
                    <a:pt x="78327" y="29106"/>
                  </a:lnTo>
                  <a:lnTo>
                    <a:pt x="72516" y="30141"/>
                  </a:lnTo>
                  <a:lnTo>
                    <a:pt x="69310" y="33294"/>
                  </a:lnTo>
                  <a:lnTo>
                    <a:pt x="69159" y="38409"/>
                  </a:lnTo>
                  <a:lnTo>
                    <a:pt x="70662" y="40950"/>
                  </a:lnTo>
                  <a:lnTo>
                    <a:pt x="72251" y="40428"/>
                  </a:lnTo>
                  <a:lnTo>
                    <a:pt x="71678" y="46517"/>
                  </a:lnTo>
                  <a:lnTo>
                    <a:pt x="67883" y="43673"/>
                  </a:lnTo>
                  <a:lnTo>
                    <a:pt x="66272" y="42824"/>
                  </a:lnTo>
                  <a:lnTo>
                    <a:pt x="66405" y="40982"/>
                  </a:lnTo>
                  <a:lnTo>
                    <a:pt x="61128" y="40874"/>
                  </a:lnTo>
                  <a:lnTo>
                    <a:pt x="52926" y="44219"/>
                  </a:lnTo>
                  <a:lnTo>
                    <a:pt x="49005" y="43665"/>
                  </a:lnTo>
                  <a:lnTo>
                    <a:pt x="49710" y="40786"/>
                  </a:lnTo>
                  <a:lnTo>
                    <a:pt x="45087" y="34055"/>
                  </a:lnTo>
                  <a:lnTo>
                    <a:pt x="38486" y="41532"/>
                  </a:lnTo>
                  <a:lnTo>
                    <a:pt x="37425" y="49515"/>
                  </a:lnTo>
                  <a:lnTo>
                    <a:pt x="35096" y="50962"/>
                  </a:lnTo>
                  <a:lnTo>
                    <a:pt x="29803" y="50947"/>
                  </a:lnTo>
                  <a:lnTo>
                    <a:pt x="26305" y="54201"/>
                  </a:lnTo>
                  <a:lnTo>
                    <a:pt x="26515" y="57901"/>
                  </a:lnTo>
                  <a:lnTo>
                    <a:pt x="28247" y="57942"/>
                  </a:lnTo>
                  <a:lnTo>
                    <a:pt x="28655" y="56874"/>
                  </a:lnTo>
                  <a:lnTo>
                    <a:pt x="29873" y="56652"/>
                  </a:lnTo>
                  <a:lnTo>
                    <a:pt x="29295" y="67035"/>
                  </a:lnTo>
                  <a:lnTo>
                    <a:pt x="17334" y="66383"/>
                  </a:lnTo>
                  <a:lnTo>
                    <a:pt x="18402" y="57802"/>
                  </a:lnTo>
                  <a:lnTo>
                    <a:pt x="15584" y="54791"/>
                  </a:lnTo>
                  <a:lnTo>
                    <a:pt x="12760" y="59471"/>
                  </a:lnTo>
                  <a:lnTo>
                    <a:pt x="10698" y="61076"/>
                  </a:lnTo>
                  <a:lnTo>
                    <a:pt x="7312" y="60236"/>
                  </a:lnTo>
                  <a:lnTo>
                    <a:pt x="7507" y="53083"/>
                  </a:lnTo>
                  <a:lnTo>
                    <a:pt x="0" y="53292"/>
                  </a:lnTo>
                  <a:lnTo>
                    <a:pt x="732" y="38979"/>
                  </a:lnTo>
                  <a:lnTo>
                    <a:pt x="7592" y="38162"/>
                  </a:lnTo>
                  <a:lnTo>
                    <a:pt x="7360" y="33528"/>
                  </a:lnTo>
                  <a:lnTo>
                    <a:pt x="6037" y="23912"/>
                  </a:lnTo>
                  <a:lnTo>
                    <a:pt x="7351" y="23212"/>
                  </a:lnTo>
                  <a:lnTo>
                    <a:pt x="18789" y="24665"/>
                  </a:lnTo>
                  <a:lnTo>
                    <a:pt x="19555" y="24950"/>
                  </a:lnTo>
                  <a:lnTo>
                    <a:pt x="19180" y="26867"/>
                  </a:lnTo>
                  <a:lnTo>
                    <a:pt x="23069" y="25423"/>
                  </a:lnTo>
                  <a:lnTo>
                    <a:pt x="34016" y="8168"/>
                  </a:lnTo>
                  <a:lnTo>
                    <a:pt x="42333" y="9736"/>
                  </a:lnTo>
                  <a:lnTo>
                    <a:pt x="45695" y="459"/>
                  </a:lnTo>
                  <a:lnTo>
                    <a:pt x="4726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3" name="ph5483"/>
            <p:cNvSpPr/>
            <p:nvPr/>
          </p:nvSpPr>
          <p:spPr>
            <a:xfrm>
              <a:off x="5763933" y="1475695"/>
              <a:ext cx="79523" cy="49778"/>
            </a:xfrm>
            <a:custGeom>
              <a:avLst/>
              <a:pathLst>
                <a:path w="79523" h="49778">
                  <a:moveTo>
                    <a:pt x="32400" y="6891"/>
                  </a:moveTo>
                  <a:lnTo>
                    <a:pt x="74840" y="9433"/>
                  </a:lnTo>
                  <a:lnTo>
                    <a:pt x="74754" y="10897"/>
                  </a:lnTo>
                  <a:lnTo>
                    <a:pt x="79523" y="25213"/>
                  </a:lnTo>
                  <a:lnTo>
                    <a:pt x="64242" y="29889"/>
                  </a:lnTo>
                  <a:lnTo>
                    <a:pt x="68460" y="45413"/>
                  </a:lnTo>
                  <a:lnTo>
                    <a:pt x="68718" y="46452"/>
                  </a:lnTo>
                  <a:lnTo>
                    <a:pt x="66473" y="48399"/>
                  </a:lnTo>
                  <a:lnTo>
                    <a:pt x="63977" y="44484"/>
                  </a:lnTo>
                  <a:lnTo>
                    <a:pt x="56811" y="45739"/>
                  </a:lnTo>
                  <a:lnTo>
                    <a:pt x="53946" y="49778"/>
                  </a:lnTo>
                  <a:lnTo>
                    <a:pt x="42169" y="46559"/>
                  </a:lnTo>
                  <a:lnTo>
                    <a:pt x="37857" y="48485"/>
                  </a:lnTo>
                  <a:lnTo>
                    <a:pt x="28442" y="48237"/>
                  </a:lnTo>
                  <a:lnTo>
                    <a:pt x="23204" y="48963"/>
                  </a:lnTo>
                  <a:lnTo>
                    <a:pt x="25393" y="44280"/>
                  </a:lnTo>
                  <a:lnTo>
                    <a:pt x="24636" y="41232"/>
                  </a:lnTo>
                  <a:lnTo>
                    <a:pt x="17276" y="40657"/>
                  </a:lnTo>
                  <a:lnTo>
                    <a:pt x="14394" y="41874"/>
                  </a:lnTo>
                  <a:lnTo>
                    <a:pt x="11356" y="36947"/>
                  </a:lnTo>
                  <a:lnTo>
                    <a:pt x="12960" y="35076"/>
                  </a:lnTo>
                  <a:lnTo>
                    <a:pt x="10648" y="28916"/>
                  </a:lnTo>
                  <a:lnTo>
                    <a:pt x="9939" y="24249"/>
                  </a:lnTo>
                  <a:lnTo>
                    <a:pt x="3572" y="25506"/>
                  </a:lnTo>
                  <a:lnTo>
                    <a:pt x="2337" y="18124"/>
                  </a:lnTo>
                  <a:lnTo>
                    <a:pt x="0" y="11850"/>
                  </a:lnTo>
                  <a:lnTo>
                    <a:pt x="5206" y="9610"/>
                  </a:lnTo>
                  <a:lnTo>
                    <a:pt x="7349" y="6695"/>
                  </a:lnTo>
                  <a:lnTo>
                    <a:pt x="16571" y="7099"/>
                  </a:lnTo>
                  <a:lnTo>
                    <a:pt x="1703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4" name="ph5484"/>
            <p:cNvSpPr/>
            <p:nvPr/>
          </p:nvSpPr>
          <p:spPr>
            <a:xfrm>
              <a:off x="5852834" y="1658426"/>
              <a:ext cx="54630" cy="27548"/>
            </a:xfrm>
            <a:custGeom>
              <a:avLst/>
              <a:pathLst>
                <a:path w="54630" h="27548">
                  <a:moveTo>
                    <a:pt x="15246" y="3750"/>
                  </a:moveTo>
                  <a:lnTo>
                    <a:pt x="15011" y="7057"/>
                  </a:lnTo>
                  <a:lnTo>
                    <a:pt x="30745" y="12445"/>
                  </a:lnTo>
                  <a:lnTo>
                    <a:pt x="36100" y="12915"/>
                  </a:lnTo>
                  <a:lnTo>
                    <a:pt x="39061" y="12237"/>
                  </a:lnTo>
                  <a:lnTo>
                    <a:pt x="40563" y="10212"/>
                  </a:lnTo>
                  <a:lnTo>
                    <a:pt x="41833" y="10058"/>
                  </a:lnTo>
                  <a:lnTo>
                    <a:pt x="44274" y="10983"/>
                  </a:lnTo>
                  <a:lnTo>
                    <a:pt x="44357" y="12810"/>
                  </a:lnTo>
                  <a:lnTo>
                    <a:pt x="47465" y="14717"/>
                  </a:lnTo>
                  <a:lnTo>
                    <a:pt x="48535" y="13481"/>
                  </a:lnTo>
                  <a:lnTo>
                    <a:pt x="49395" y="17961"/>
                  </a:lnTo>
                  <a:lnTo>
                    <a:pt x="54630" y="19419"/>
                  </a:lnTo>
                  <a:lnTo>
                    <a:pt x="54294" y="25459"/>
                  </a:lnTo>
                  <a:lnTo>
                    <a:pt x="46786" y="27548"/>
                  </a:lnTo>
                  <a:lnTo>
                    <a:pt x="45694" y="27112"/>
                  </a:lnTo>
                  <a:lnTo>
                    <a:pt x="43007" y="22754"/>
                  </a:lnTo>
                  <a:lnTo>
                    <a:pt x="35483" y="22903"/>
                  </a:lnTo>
                  <a:lnTo>
                    <a:pt x="34322" y="26473"/>
                  </a:lnTo>
                  <a:lnTo>
                    <a:pt x="28479" y="24943"/>
                  </a:lnTo>
                  <a:lnTo>
                    <a:pt x="29647" y="22031"/>
                  </a:lnTo>
                  <a:lnTo>
                    <a:pt x="29062" y="19573"/>
                  </a:lnTo>
                  <a:lnTo>
                    <a:pt x="20816" y="15672"/>
                  </a:lnTo>
                  <a:lnTo>
                    <a:pt x="4653" y="16772"/>
                  </a:lnTo>
                  <a:lnTo>
                    <a:pt x="3188" y="14375"/>
                  </a:lnTo>
                  <a:lnTo>
                    <a:pt x="0" y="5863"/>
                  </a:lnTo>
                  <a:lnTo>
                    <a:pt x="1788" y="4928"/>
                  </a:lnTo>
                  <a:lnTo>
                    <a:pt x="2301" y="2127"/>
                  </a:lnTo>
                  <a:lnTo>
                    <a:pt x="7490" y="721"/>
                  </a:lnTo>
                  <a:lnTo>
                    <a:pt x="9613" y="1643"/>
                  </a:lnTo>
                  <a:lnTo>
                    <a:pt x="1316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5" name="ph5485"/>
            <p:cNvSpPr/>
            <p:nvPr/>
          </p:nvSpPr>
          <p:spPr>
            <a:xfrm>
              <a:off x="5747253" y="1600253"/>
              <a:ext cx="58535" cy="73156"/>
            </a:xfrm>
            <a:custGeom>
              <a:avLst/>
              <a:pathLst>
                <a:path w="58535" h="73156">
                  <a:moveTo>
                    <a:pt x="30393" y="6777"/>
                  </a:moveTo>
                  <a:lnTo>
                    <a:pt x="30829" y="9096"/>
                  </a:lnTo>
                  <a:lnTo>
                    <a:pt x="24947" y="8729"/>
                  </a:lnTo>
                  <a:lnTo>
                    <a:pt x="24694" y="12415"/>
                  </a:lnTo>
                  <a:lnTo>
                    <a:pt x="27703" y="14454"/>
                  </a:lnTo>
                  <a:lnTo>
                    <a:pt x="32636" y="14906"/>
                  </a:lnTo>
                  <a:lnTo>
                    <a:pt x="36981" y="12077"/>
                  </a:lnTo>
                  <a:lnTo>
                    <a:pt x="40770" y="12504"/>
                  </a:lnTo>
                  <a:lnTo>
                    <a:pt x="41747" y="13562"/>
                  </a:lnTo>
                  <a:lnTo>
                    <a:pt x="40012" y="13519"/>
                  </a:lnTo>
                  <a:lnTo>
                    <a:pt x="38798" y="16218"/>
                  </a:lnTo>
                  <a:lnTo>
                    <a:pt x="45985" y="22662"/>
                  </a:lnTo>
                  <a:lnTo>
                    <a:pt x="47791" y="23923"/>
                  </a:lnTo>
                  <a:lnTo>
                    <a:pt x="51799" y="20188"/>
                  </a:lnTo>
                  <a:lnTo>
                    <a:pt x="54301" y="22110"/>
                  </a:lnTo>
                  <a:lnTo>
                    <a:pt x="51260" y="26189"/>
                  </a:lnTo>
                  <a:lnTo>
                    <a:pt x="50811" y="30727"/>
                  </a:lnTo>
                  <a:lnTo>
                    <a:pt x="53910" y="32634"/>
                  </a:lnTo>
                  <a:lnTo>
                    <a:pt x="56705" y="34056"/>
                  </a:lnTo>
                  <a:lnTo>
                    <a:pt x="58535" y="36221"/>
                  </a:lnTo>
                  <a:lnTo>
                    <a:pt x="57006" y="44297"/>
                  </a:lnTo>
                  <a:lnTo>
                    <a:pt x="46373" y="38261"/>
                  </a:lnTo>
                  <a:lnTo>
                    <a:pt x="42644" y="38394"/>
                  </a:lnTo>
                  <a:lnTo>
                    <a:pt x="41435" y="39612"/>
                  </a:lnTo>
                  <a:lnTo>
                    <a:pt x="44234" y="42720"/>
                  </a:lnTo>
                  <a:lnTo>
                    <a:pt x="40967" y="45398"/>
                  </a:lnTo>
                  <a:lnTo>
                    <a:pt x="36922" y="40480"/>
                  </a:lnTo>
                  <a:lnTo>
                    <a:pt x="32671" y="46098"/>
                  </a:lnTo>
                  <a:lnTo>
                    <a:pt x="29645" y="48365"/>
                  </a:lnTo>
                  <a:lnTo>
                    <a:pt x="23454" y="46588"/>
                  </a:lnTo>
                  <a:lnTo>
                    <a:pt x="21916" y="51618"/>
                  </a:lnTo>
                  <a:lnTo>
                    <a:pt x="22604" y="51875"/>
                  </a:lnTo>
                  <a:lnTo>
                    <a:pt x="21964" y="61940"/>
                  </a:lnTo>
                  <a:lnTo>
                    <a:pt x="26545" y="62252"/>
                  </a:lnTo>
                  <a:lnTo>
                    <a:pt x="26338" y="67729"/>
                  </a:lnTo>
                  <a:lnTo>
                    <a:pt x="21611" y="67428"/>
                  </a:lnTo>
                  <a:lnTo>
                    <a:pt x="21508" y="68844"/>
                  </a:lnTo>
                  <a:lnTo>
                    <a:pt x="16981" y="68037"/>
                  </a:lnTo>
                  <a:lnTo>
                    <a:pt x="9842" y="73156"/>
                  </a:lnTo>
                  <a:lnTo>
                    <a:pt x="4718" y="68303"/>
                  </a:lnTo>
                  <a:lnTo>
                    <a:pt x="8547" y="55024"/>
                  </a:lnTo>
                  <a:lnTo>
                    <a:pt x="2546" y="51684"/>
                  </a:lnTo>
                  <a:lnTo>
                    <a:pt x="1308" y="50987"/>
                  </a:lnTo>
                  <a:lnTo>
                    <a:pt x="3068" y="50303"/>
                  </a:lnTo>
                  <a:lnTo>
                    <a:pt x="1187" y="45208"/>
                  </a:lnTo>
                  <a:lnTo>
                    <a:pt x="6931" y="32977"/>
                  </a:lnTo>
                  <a:lnTo>
                    <a:pt x="4420" y="33124"/>
                  </a:lnTo>
                  <a:lnTo>
                    <a:pt x="7228" y="23015"/>
                  </a:lnTo>
                  <a:lnTo>
                    <a:pt x="0" y="16754"/>
                  </a:lnTo>
                  <a:lnTo>
                    <a:pt x="5244" y="15339"/>
                  </a:lnTo>
                  <a:lnTo>
                    <a:pt x="6104" y="7821"/>
                  </a:lnTo>
                  <a:lnTo>
                    <a:pt x="9400" y="7710"/>
                  </a:lnTo>
                  <a:lnTo>
                    <a:pt x="14939" y="13045"/>
                  </a:lnTo>
                  <a:lnTo>
                    <a:pt x="17552" y="11196"/>
                  </a:lnTo>
                  <a:lnTo>
                    <a:pt x="19556" y="1944"/>
                  </a:lnTo>
                  <a:lnTo>
                    <a:pt x="20940" y="1608"/>
                  </a:lnTo>
                  <a:lnTo>
                    <a:pt x="2416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6" name="ph5486"/>
            <p:cNvSpPr/>
            <p:nvPr/>
          </p:nvSpPr>
          <p:spPr>
            <a:xfrm>
              <a:off x="5868677" y="1691755"/>
              <a:ext cx="43189" cy="48139"/>
            </a:xfrm>
            <a:custGeom>
              <a:avLst/>
              <a:pathLst>
                <a:path w="43189" h="48139">
                  <a:moveTo>
                    <a:pt x="28464" y="2876"/>
                  </a:moveTo>
                  <a:lnTo>
                    <a:pt x="29092" y="5643"/>
                  </a:lnTo>
                  <a:lnTo>
                    <a:pt x="34018" y="5522"/>
                  </a:lnTo>
                  <a:lnTo>
                    <a:pt x="36363" y="6654"/>
                  </a:lnTo>
                  <a:lnTo>
                    <a:pt x="39922" y="6686"/>
                  </a:lnTo>
                  <a:lnTo>
                    <a:pt x="39271" y="9847"/>
                  </a:lnTo>
                  <a:lnTo>
                    <a:pt x="40391" y="11512"/>
                  </a:lnTo>
                  <a:lnTo>
                    <a:pt x="42972" y="10928"/>
                  </a:lnTo>
                  <a:lnTo>
                    <a:pt x="43189" y="14133"/>
                  </a:lnTo>
                  <a:lnTo>
                    <a:pt x="39119" y="14447"/>
                  </a:lnTo>
                  <a:lnTo>
                    <a:pt x="39657" y="21572"/>
                  </a:lnTo>
                  <a:lnTo>
                    <a:pt x="35017" y="31079"/>
                  </a:lnTo>
                  <a:lnTo>
                    <a:pt x="37120" y="35366"/>
                  </a:lnTo>
                  <a:lnTo>
                    <a:pt x="34938" y="41747"/>
                  </a:lnTo>
                  <a:lnTo>
                    <a:pt x="37245" y="42923"/>
                  </a:lnTo>
                  <a:lnTo>
                    <a:pt x="36531" y="47143"/>
                  </a:lnTo>
                  <a:lnTo>
                    <a:pt x="31824" y="44730"/>
                  </a:lnTo>
                  <a:lnTo>
                    <a:pt x="27390" y="45556"/>
                  </a:lnTo>
                  <a:lnTo>
                    <a:pt x="25874" y="48139"/>
                  </a:lnTo>
                  <a:lnTo>
                    <a:pt x="25917" y="44279"/>
                  </a:lnTo>
                  <a:lnTo>
                    <a:pt x="20610" y="46026"/>
                  </a:lnTo>
                  <a:lnTo>
                    <a:pt x="14635" y="38624"/>
                  </a:lnTo>
                  <a:lnTo>
                    <a:pt x="13024" y="31880"/>
                  </a:lnTo>
                  <a:lnTo>
                    <a:pt x="11925" y="30290"/>
                  </a:lnTo>
                  <a:lnTo>
                    <a:pt x="9062" y="30956"/>
                  </a:lnTo>
                  <a:lnTo>
                    <a:pt x="9172" y="31826"/>
                  </a:lnTo>
                  <a:lnTo>
                    <a:pt x="6968" y="30910"/>
                  </a:lnTo>
                  <a:lnTo>
                    <a:pt x="6660" y="21002"/>
                  </a:lnTo>
                  <a:lnTo>
                    <a:pt x="2854" y="13578"/>
                  </a:lnTo>
                  <a:lnTo>
                    <a:pt x="0" y="13874"/>
                  </a:lnTo>
                  <a:lnTo>
                    <a:pt x="13" y="12377"/>
                  </a:lnTo>
                  <a:lnTo>
                    <a:pt x="2594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7" name="ph5487"/>
            <p:cNvSpPr/>
            <p:nvPr/>
          </p:nvSpPr>
          <p:spPr>
            <a:xfrm>
              <a:off x="5991989" y="1554167"/>
              <a:ext cx="73309" cy="64801"/>
            </a:xfrm>
            <a:custGeom>
              <a:avLst/>
              <a:pathLst>
                <a:path w="73309" h="64801">
                  <a:moveTo>
                    <a:pt x="44548" y="3578"/>
                  </a:moveTo>
                  <a:lnTo>
                    <a:pt x="43441" y="15812"/>
                  </a:lnTo>
                  <a:lnTo>
                    <a:pt x="41742" y="20588"/>
                  </a:lnTo>
                  <a:lnTo>
                    <a:pt x="45102" y="20427"/>
                  </a:lnTo>
                  <a:lnTo>
                    <a:pt x="48629" y="23252"/>
                  </a:lnTo>
                  <a:lnTo>
                    <a:pt x="50720" y="27308"/>
                  </a:lnTo>
                  <a:lnTo>
                    <a:pt x="49221" y="35809"/>
                  </a:lnTo>
                  <a:lnTo>
                    <a:pt x="54306" y="39073"/>
                  </a:lnTo>
                  <a:lnTo>
                    <a:pt x="65955" y="42435"/>
                  </a:lnTo>
                  <a:lnTo>
                    <a:pt x="70369" y="46042"/>
                  </a:lnTo>
                  <a:lnTo>
                    <a:pt x="73071" y="50508"/>
                  </a:lnTo>
                  <a:lnTo>
                    <a:pt x="73309" y="57344"/>
                  </a:lnTo>
                  <a:lnTo>
                    <a:pt x="72421" y="57589"/>
                  </a:lnTo>
                  <a:lnTo>
                    <a:pt x="69509" y="60697"/>
                  </a:lnTo>
                  <a:lnTo>
                    <a:pt x="63627" y="58273"/>
                  </a:lnTo>
                  <a:lnTo>
                    <a:pt x="51272" y="57862"/>
                  </a:lnTo>
                  <a:lnTo>
                    <a:pt x="47358" y="58633"/>
                  </a:lnTo>
                  <a:lnTo>
                    <a:pt x="46403" y="64801"/>
                  </a:lnTo>
                  <a:lnTo>
                    <a:pt x="41949" y="63491"/>
                  </a:lnTo>
                  <a:lnTo>
                    <a:pt x="38805" y="63736"/>
                  </a:lnTo>
                  <a:lnTo>
                    <a:pt x="29108" y="60429"/>
                  </a:lnTo>
                  <a:lnTo>
                    <a:pt x="24049" y="61106"/>
                  </a:lnTo>
                  <a:lnTo>
                    <a:pt x="16231" y="57210"/>
                  </a:lnTo>
                  <a:lnTo>
                    <a:pt x="14441" y="58340"/>
                  </a:lnTo>
                  <a:lnTo>
                    <a:pt x="12851" y="58862"/>
                  </a:lnTo>
                  <a:lnTo>
                    <a:pt x="11348" y="56321"/>
                  </a:lnTo>
                  <a:lnTo>
                    <a:pt x="11500" y="51206"/>
                  </a:lnTo>
                  <a:lnTo>
                    <a:pt x="14705" y="48054"/>
                  </a:lnTo>
                  <a:lnTo>
                    <a:pt x="20516" y="47018"/>
                  </a:lnTo>
                  <a:lnTo>
                    <a:pt x="21184" y="38700"/>
                  </a:lnTo>
                  <a:lnTo>
                    <a:pt x="10195" y="38054"/>
                  </a:lnTo>
                  <a:lnTo>
                    <a:pt x="3343" y="26437"/>
                  </a:lnTo>
                  <a:lnTo>
                    <a:pt x="4916" y="24195"/>
                  </a:lnTo>
                  <a:lnTo>
                    <a:pt x="1560" y="22006"/>
                  </a:lnTo>
                  <a:lnTo>
                    <a:pt x="0" y="21707"/>
                  </a:lnTo>
                  <a:lnTo>
                    <a:pt x="3696" y="14841"/>
                  </a:lnTo>
                  <a:lnTo>
                    <a:pt x="5219" y="12400"/>
                  </a:lnTo>
                  <a:lnTo>
                    <a:pt x="10497" y="7680"/>
                  </a:lnTo>
                  <a:lnTo>
                    <a:pt x="11907" y="7755"/>
                  </a:lnTo>
                  <a:lnTo>
                    <a:pt x="13158" y="9217"/>
                  </a:lnTo>
                  <a:lnTo>
                    <a:pt x="20799" y="9627"/>
                  </a:lnTo>
                  <a:lnTo>
                    <a:pt x="24140" y="10620"/>
                  </a:lnTo>
                  <a:lnTo>
                    <a:pt x="24106" y="21131"/>
                  </a:lnTo>
                  <a:lnTo>
                    <a:pt x="28195" y="20811"/>
                  </a:lnTo>
                  <a:lnTo>
                    <a:pt x="28710" y="11857"/>
                  </a:lnTo>
                  <a:lnTo>
                    <a:pt x="30073" y="11966"/>
                  </a:lnTo>
                  <a:lnTo>
                    <a:pt x="3073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8" name="ph5488"/>
            <p:cNvSpPr/>
            <p:nvPr/>
          </p:nvSpPr>
          <p:spPr>
            <a:xfrm>
              <a:off x="5970125" y="1849164"/>
              <a:ext cx="102944" cy="61222"/>
            </a:xfrm>
            <a:custGeom>
              <a:avLst/>
              <a:pathLst>
                <a:path w="102944" h="61222">
                  <a:moveTo>
                    <a:pt x="28009" y="5380"/>
                  </a:moveTo>
                  <a:lnTo>
                    <a:pt x="40501" y="6596"/>
                  </a:lnTo>
                  <a:lnTo>
                    <a:pt x="42012" y="7128"/>
                  </a:lnTo>
                  <a:lnTo>
                    <a:pt x="44671" y="10870"/>
                  </a:lnTo>
                  <a:lnTo>
                    <a:pt x="47069" y="11894"/>
                  </a:lnTo>
                  <a:lnTo>
                    <a:pt x="52883" y="8725"/>
                  </a:lnTo>
                  <a:lnTo>
                    <a:pt x="55595" y="14412"/>
                  </a:lnTo>
                  <a:lnTo>
                    <a:pt x="58733" y="14138"/>
                  </a:lnTo>
                  <a:lnTo>
                    <a:pt x="57477" y="10941"/>
                  </a:lnTo>
                  <a:lnTo>
                    <a:pt x="57629" y="8055"/>
                  </a:lnTo>
                  <a:lnTo>
                    <a:pt x="60938" y="7757"/>
                  </a:lnTo>
                  <a:lnTo>
                    <a:pt x="65513" y="11190"/>
                  </a:lnTo>
                  <a:lnTo>
                    <a:pt x="65279" y="14788"/>
                  </a:lnTo>
                  <a:lnTo>
                    <a:pt x="68125" y="17942"/>
                  </a:lnTo>
                  <a:lnTo>
                    <a:pt x="77576" y="21777"/>
                  </a:lnTo>
                  <a:lnTo>
                    <a:pt x="85293" y="21042"/>
                  </a:lnTo>
                  <a:lnTo>
                    <a:pt x="88146" y="16988"/>
                  </a:lnTo>
                  <a:lnTo>
                    <a:pt x="91601" y="15971"/>
                  </a:lnTo>
                  <a:lnTo>
                    <a:pt x="95837" y="12079"/>
                  </a:lnTo>
                  <a:lnTo>
                    <a:pt x="98070" y="14960"/>
                  </a:lnTo>
                  <a:lnTo>
                    <a:pt x="98695" y="21673"/>
                  </a:lnTo>
                  <a:lnTo>
                    <a:pt x="100521" y="21452"/>
                  </a:lnTo>
                  <a:lnTo>
                    <a:pt x="100767" y="23420"/>
                  </a:lnTo>
                  <a:lnTo>
                    <a:pt x="98755" y="27752"/>
                  </a:lnTo>
                  <a:lnTo>
                    <a:pt x="99118" y="32176"/>
                  </a:lnTo>
                  <a:lnTo>
                    <a:pt x="101899" y="39039"/>
                  </a:lnTo>
                  <a:lnTo>
                    <a:pt x="102944" y="39819"/>
                  </a:lnTo>
                  <a:lnTo>
                    <a:pt x="98096" y="44179"/>
                  </a:lnTo>
                  <a:lnTo>
                    <a:pt x="94358" y="46208"/>
                  </a:lnTo>
                  <a:lnTo>
                    <a:pt x="88424" y="42051"/>
                  </a:lnTo>
                  <a:lnTo>
                    <a:pt x="84552" y="43496"/>
                  </a:lnTo>
                  <a:lnTo>
                    <a:pt x="83692" y="49199"/>
                  </a:lnTo>
                  <a:lnTo>
                    <a:pt x="78425" y="47393"/>
                  </a:lnTo>
                  <a:lnTo>
                    <a:pt x="70815" y="51235"/>
                  </a:lnTo>
                  <a:lnTo>
                    <a:pt x="65473" y="51562"/>
                  </a:lnTo>
                  <a:lnTo>
                    <a:pt x="60117" y="53138"/>
                  </a:lnTo>
                  <a:lnTo>
                    <a:pt x="46285" y="51321"/>
                  </a:lnTo>
                  <a:lnTo>
                    <a:pt x="43805" y="49230"/>
                  </a:lnTo>
                  <a:lnTo>
                    <a:pt x="40227" y="50357"/>
                  </a:lnTo>
                  <a:lnTo>
                    <a:pt x="33966" y="47540"/>
                  </a:lnTo>
                  <a:lnTo>
                    <a:pt x="34183" y="58996"/>
                  </a:lnTo>
                  <a:lnTo>
                    <a:pt x="33637" y="61152"/>
                  </a:lnTo>
                  <a:lnTo>
                    <a:pt x="32155" y="61222"/>
                  </a:lnTo>
                  <a:lnTo>
                    <a:pt x="28866" y="58489"/>
                  </a:lnTo>
                  <a:lnTo>
                    <a:pt x="27460" y="54456"/>
                  </a:lnTo>
                  <a:lnTo>
                    <a:pt x="25531" y="52745"/>
                  </a:lnTo>
                  <a:lnTo>
                    <a:pt x="19012" y="53445"/>
                  </a:lnTo>
                  <a:lnTo>
                    <a:pt x="12135" y="52890"/>
                  </a:lnTo>
                  <a:lnTo>
                    <a:pt x="8619" y="51174"/>
                  </a:lnTo>
                  <a:lnTo>
                    <a:pt x="5384" y="40299"/>
                  </a:lnTo>
                  <a:lnTo>
                    <a:pt x="1335" y="37477"/>
                  </a:lnTo>
                  <a:lnTo>
                    <a:pt x="0" y="37525"/>
                  </a:lnTo>
                  <a:lnTo>
                    <a:pt x="1" y="32299"/>
                  </a:lnTo>
                  <a:lnTo>
                    <a:pt x="812" y="32319"/>
                  </a:lnTo>
                  <a:lnTo>
                    <a:pt x="3418" y="29391"/>
                  </a:lnTo>
                  <a:lnTo>
                    <a:pt x="2764" y="19940"/>
                  </a:lnTo>
                  <a:lnTo>
                    <a:pt x="671" y="18991"/>
                  </a:lnTo>
                  <a:lnTo>
                    <a:pt x="1265" y="16245"/>
                  </a:lnTo>
                  <a:lnTo>
                    <a:pt x="5118" y="16488"/>
                  </a:lnTo>
                  <a:lnTo>
                    <a:pt x="9221" y="15763"/>
                  </a:lnTo>
                  <a:lnTo>
                    <a:pt x="9330" y="11657"/>
                  </a:lnTo>
                  <a:lnTo>
                    <a:pt x="9337" y="11096"/>
                  </a:lnTo>
                  <a:lnTo>
                    <a:pt x="13496" y="10161"/>
                  </a:lnTo>
                  <a:lnTo>
                    <a:pt x="14730" y="3413"/>
                  </a:lnTo>
                  <a:lnTo>
                    <a:pt x="14543" y="180"/>
                  </a:lnTo>
                  <a:lnTo>
                    <a:pt x="17619" y="739"/>
                  </a:lnTo>
                  <a:lnTo>
                    <a:pt x="2802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9" name="ph5489"/>
            <p:cNvSpPr/>
            <p:nvPr/>
          </p:nvSpPr>
          <p:spPr>
            <a:xfrm>
              <a:off x="5949663" y="1777451"/>
              <a:ext cx="38644" cy="83980"/>
            </a:xfrm>
            <a:custGeom>
              <a:avLst/>
              <a:pathLst>
                <a:path w="38644" h="83980">
                  <a:moveTo>
                    <a:pt x="36162" y="0"/>
                  </a:moveTo>
                  <a:lnTo>
                    <a:pt x="36926" y="1506"/>
                  </a:lnTo>
                  <a:lnTo>
                    <a:pt x="37006" y="5266"/>
                  </a:lnTo>
                  <a:lnTo>
                    <a:pt x="38029" y="7334"/>
                  </a:lnTo>
                  <a:lnTo>
                    <a:pt x="27590" y="10979"/>
                  </a:lnTo>
                  <a:lnTo>
                    <a:pt x="32380" y="24407"/>
                  </a:lnTo>
                  <a:lnTo>
                    <a:pt x="30672" y="24053"/>
                  </a:lnTo>
                  <a:lnTo>
                    <a:pt x="30243" y="32373"/>
                  </a:lnTo>
                  <a:lnTo>
                    <a:pt x="32127" y="32090"/>
                  </a:lnTo>
                  <a:lnTo>
                    <a:pt x="34416" y="38167"/>
                  </a:lnTo>
                  <a:lnTo>
                    <a:pt x="34696" y="41586"/>
                  </a:lnTo>
                  <a:lnTo>
                    <a:pt x="29597" y="46993"/>
                  </a:lnTo>
                  <a:lnTo>
                    <a:pt x="28988" y="49756"/>
                  </a:lnTo>
                  <a:lnTo>
                    <a:pt x="31838" y="50405"/>
                  </a:lnTo>
                  <a:lnTo>
                    <a:pt x="34640" y="58008"/>
                  </a:lnTo>
                  <a:lnTo>
                    <a:pt x="34714" y="64707"/>
                  </a:lnTo>
                  <a:lnTo>
                    <a:pt x="38644" y="70432"/>
                  </a:lnTo>
                  <a:lnTo>
                    <a:pt x="38080" y="72452"/>
                  </a:lnTo>
                  <a:lnTo>
                    <a:pt x="35004" y="71893"/>
                  </a:lnTo>
                  <a:lnTo>
                    <a:pt x="35191" y="75126"/>
                  </a:lnTo>
                  <a:lnTo>
                    <a:pt x="33957" y="81874"/>
                  </a:lnTo>
                  <a:lnTo>
                    <a:pt x="29798" y="82809"/>
                  </a:lnTo>
                  <a:lnTo>
                    <a:pt x="29791" y="83370"/>
                  </a:lnTo>
                  <a:lnTo>
                    <a:pt x="24673" y="83980"/>
                  </a:lnTo>
                  <a:lnTo>
                    <a:pt x="24645" y="77730"/>
                  </a:lnTo>
                  <a:lnTo>
                    <a:pt x="25602" y="77241"/>
                  </a:lnTo>
                  <a:lnTo>
                    <a:pt x="24817" y="72835"/>
                  </a:lnTo>
                  <a:lnTo>
                    <a:pt x="21170" y="70430"/>
                  </a:lnTo>
                  <a:lnTo>
                    <a:pt x="24576" y="58765"/>
                  </a:lnTo>
                  <a:lnTo>
                    <a:pt x="16702" y="59361"/>
                  </a:lnTo>
                  <a:lnTo>
                    <a:pt x="15007" y="55382"/>
                  </a:lnTo>
                  <a:lnTo>
                    <a:pt x="15046" y="52967"/>
                  </a:lnTo>
                  <a:lnTo>
                    <a:pt x="17533" y="48971"/>
                  </a:lnTo>
                  <a:lnTo>
                    <a:pt x="6325" y="46640"/>
                  </a:lnTo>
                  <a:lnTo>
                    <a:pt x="7684" y="44772"/>
                  </a:lnTo>
                  <a:lnTo>
                    <a:pt x="7102" y="38796"/>
                  </a:lnTo>
                  <a:lnTo>
                    <a:pt x="5128" y="36178"/>
                  </a:lnTo>
                  <a:lnTo>
                    <a:pt x="3083" y="35992"/>
                  </a:lnTo>
                  <a:lnTo>
                    <a:pt x="1176" y="34139"/>
                  </a:lnTo>
                  <a:lnTo>
                    <a:pt x="0" y="30546"/>
                  </a:lnTo>
                  <a:lnTo>
                    <a:pt x="850" y="24212"/>
                  </a:lnTo>
                  <a:lnTo>
                    <a:pt x="5630" y="24889"/>
                  </a:lnTo>
                  <a:lnTo>
                    <a:pt x="8372" y="23728"/>
                  </a:lnTo>
                  <a:lnTo>
                    <a:pt x="5666" y="21633"/>
                  </a:lnTo>
                  <a:lnTo>
                    <a:pt x="3434" y="18124"/>
                  </a:lnTo>
                  <a:lnTo>
                    <a:pt x="5052" y="15402"/>
                  </a:lnTo>
                  <a:lnTo>
                    <a:pt x="8481" y="14332"/>
                  </a:lnTo>
                  <a:lnTo>
                    <a:pt x="11508" y="15288"/>
                  </a:lnTo>
                  <a:lnTo>
                    <a:pt x="13026" y="14257"/>
                  </a:lnTo>
                  <a:lnTo>
                    <a:pt x="11087" y="10712"/>
                  </a:lnTo>
                  <a:lnTo>
                    <a:pt x="13127" y="9379"/>
                  </a:lnTo>
                  <a:lnTo>
                    <a:pt x="16467" y="9255"/>
                  </a:lnTo>
                  <a:lnTo>
                    <a:pt x="16555" y="2540"/>
                  </a:lnTo>
                  <a:lnTo>
                    <a:pt x="20585" y="5162"/>
                  </a:lnTo>
                  <a:lnTo>
                    <a:pt x="23573" y="5240"/>
                  </a:lnTo>
                  <a:lnTo>
                    <a:pt x="25121" y="341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0" name="ph5490"/>
            <p:cNvSpPr/>
            <p:nvPr/>
          </p:nvSpPr>
          <p:spPr>
            <a:xfrm>
              <a:off x="5779920" y="1933735"/>
              <a:ext cx="273" cy="155"/>
            </a:xfrm>
            <a:custGeom>
              <a:avLst/>
              <a:pathLst>
                <a:path w="273" h="155">
                  <a:moveTo>
                    <a:pt x="0" y="44"/>
                  </a:moveTo>
                  <a:lnTo>
                    <a:pt x="215" y="0"/>
                  </a:lnTo>
                  <a:lnTo>
                    <a:pt x="273" y="15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1" name="ph5491"/>
            <p:cNvSpPr/>
            <p:nvPr/>
          </p:nvSpPr>
          <p:spPr>
            <a:xfrm>
              <a:off x="5777555" y="19314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2" name="ph5492"/>
            <p:cNvSpPr/>
            <p:nvPr/>
          </p:nvSpPr>
          <p:spPr>
            <a:xfrm>
              <a:off x="5769750" y="1930283"/>
              <a:ext cx="2" cy="165"/>
            </a:xfrm>
            <a:custGeom>
              <a:avLst/>
              <a:pathLst>
                <a:path w="2" h="165">
                  <a:moveTo>
                    <a:pt x="2" y="16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3" name="ph5493"/>
            <p:cNvSpPr/>
            <p:nvPr/>
          </p:nvSpPr>
          <p:spPr>
            <a:xfrm>
              <a:off x="5777679" y="1930222"/>
              <a:ext cx="230" cy="302"/>
            </a:xfrm>
            <a:custGeom>
              <a:avLst/>
              <a:pathLst>
                <a:path w="230" h="302">
                  <a:moveTo>
                    <a:pt x="230" y="49"/>
                  </a:moveTo>
                  <a:lnTo>
                    <a:pt x="135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4" name="ph5494"/>
            <p:cNvSpPr/>
            <p:nvPr/>
          </p:nvSpPr>
          <p:spPr>
            <a:xfrm>
              <a:off x="5770746" y="192961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5" name="ph5495"/>
            <p:cNvSpPr/>
            <p:nvPr/>
          </p:nvSpPr>
          <p:spPr>
            <a:xfrm>
              <a:off x="5770712" y="1928939"/>
              <a:ext cx="148" cy="354"/>
            </a:xfrm>
            <a:custGeom>
              <a:avLst/>
              <a:pathLst>
                <a:path w="148" h="354">
                  <a:moveTo>
                    <a:pt x="0" y="0"/>
                  </a:moveTo>
                  <a:lnTo>
                    <a:pt x="148" y="194"/>
                  </a:lnTo>
                  <a:lnTo>
                    <a:pt x="79" y="35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6" name="ph5496"/>
            <p:cNvSpPr/>
            <p:nvPr/>
          </p:nvSpPr>
          <p:spPr>
            <a:xfrm>
              <a:off x="5773106" y="1927660"/>
              <a:ext cx="435" cy="712"/>
            </a:xfrm>
            <a:custGeom>
              <a:avLst/>
              <a:pathLst>
                <a:path w="435" h="712">
                  <a:moveTo>
                    <a:pt x="0" y="712"/>
                  </a:moveTo>
                  <a:lnTo>
                    <a:pt x="435" y="0"/>
                  </a:lnTo>
                  <a:lnTo>
                    <a:pt x="323" y="53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7" name="ph5497"/>
            <p:cNvSpPr/>
            <p:nvPr/>
          </p:nvSpPr>
          <p:spPr>
            <a:xfrm>
              <a:off x="5762355" y="1926085"/>
              <a:ext cx="715" cy="856"/>
            </a:xfrm>
            <a:custGeom>
              <a:avLst/>
              <a:pathLst>
                <a:path w="715" h="856">
                  <a:moveTo>
                    <a:pt x="715" y="0"/>
                  </a:moveTo>
                  <a:lnTo>
                    <a:pt x="462" y="805"/>
                  </a:lnTo>
                  <a:lnTo>
                    <a:pt x="0" y="85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8" name="ph5498"/>
            <p:cNvSpPr/>
            <p:nvPr/>
          </p:nvSpPr>
          <p:spPr>
            <a:xfrm>
              <a:off x="5731738" y="1920700"/>
              <a:ext cx="2357" cy="4442"/>
            </a:xfrm>
            <a:custGeom>
              <a:avLst/>
              <a:pathLst>
                <a:path w="2357" h="4442">
                  <a:moveTo>
                    <a:pt x="1238" y="1532"/>
                  </a:moveTo>
                  <a:lnTo>
                    <a:pt x="2357" y="4442"/>
                  </a:lnTo>
                  <a:lnTo>
                    <a:pt x="752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9" name="ph5499"/>
            <p:cNvSpPr/>
            <p:nvPr/>
          </p:nvSpPr>
          <p:spPr>
            <a:xfrm>
              <a:off x="5792215" y="1938312"/>
              <a:ext cx="467" cy="584"/>
            </a:xfrm>
            <a:custGeom>
              <a:avLst/>
              <a:pathLst>
                <a:path w="467" h="584">
                  <a:moveTo>
                    <a:pt x="0" y="584"/>
                  </a:moveTo>
                  <a:lnTo>
                    <a:pt x="446" y="0"/>
                  </a:lnTo>
                  <a:lnTo>
                    <a:pt x="467" y="26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0" name="ph5500"/>
            <p:cNvSpPr/>
            <p:nvPr/>
          </p:nvSpPr>
          <p:spPr>
            <a:xfrm>
              <a:off x="5781693" y="1938169"/>
              <a:ext cx="121" cy="161"/>
            </a:xfrm>
            <a:custGeom>
              <a:avLst/>
              <a:pathLst>
                <a:path w="121" h="161">
                  <a:moveTo>
                    <a:pt x="121" y="0"/>
                  </a:moveTo>
                  <a:lnTo>
                    <a:pt x="0" y="16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1" name="ph5501"/>
            <p:cNvSpPr/>
            <p:nvPr/>
          </p:nvSpPr>
          <p:spPr>
            <a:xfrm>
              <a:off x="5794026" y="1935875"/>
              <a:ext cx="1889" cy="1702"/>
            </a:xfrm>
            <a:custGeom>
              <a:avLst/>
              <a:pathLst>
                <a:path w="1889" h="1702">
                  <a:moveTo>
                    <a:pt x="0" y="1152"/>
                  </a:moveTo>
                  <a:lnTo>
                    <a:pt x="1889" y="0"/>
                  </a:lnTo>
                  <a:lnTo>
                    <a:pt x="149" y="170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2" name="ph5502"/>
            <p:cNvSpPr/>
            <p:nvPr/>
          </p:nvSpPr>
          <p:spPr>
            <a:xfrm>
              <a:off x="5791078" y="1934097"/>
              <a:ext cx="599" cy="722"/>
            </a:xfrm>
            <a:custGeom>
              <a:avLst/>
              <a:pathLst>
                <a:path w="599" h="722">
                  <a:moveTo>
                    <a:pt x="0" y="722"/>
                  </a:moveTo>
                  <a:lnTo>
                    <a:pt x="63" y="93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3" name="ph5503"/>
            <p:cNvSpPr/>
            <p:nvPr/>
          </p:nvSpPr>
          <p:spPr>
            <a:xfrm>
              <a:off x="5790299" y="1934218"/>
              <a:ext cx="305" cy="388"/>
            </a:xfrm>
            <a:custGeom>
              <a:avLst/>
              <a:pathLst>
                <a:path w="305" h="388">
                  <a:moveTo>
                    <a:pt x="305" y="0"/>
                  </a:moveTo>
                  <a:lnTo>
                    <a:pt x="154" y="388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4" name="ph5504"/>
            <p:cNvSpPr/>
            <p:nvPr/>
          </p:nvSpPr>
          <p:spPr>
            <a:xfrm>
              <a:off x="5734167" y="1839847"/>
              <a:ext cx="156399" cy="150584"/>
            </a:xfrm>
            <a:custGeom>
              <a:avLst/>
              <a:pathLst>
                <a:path w="156399" h="150584">
                  <a:moveTo>
                    <a:pt x="101724" y="24405"/>
                  </a:moveTo>
                  <a:lnTo>
                    <a:pt x="100259" y="21277"/>
                  </a:lnTo>
                  <a:lnTo>
                    <a:pt x="103912" y="17356"/>
                  </a:lnTo>
                  <a:lnTo>
                    <a:pt x="110099" y="18375"/>
                  </a:lnTo>
                  <a:lnTo>
                    <a:pt x="111962" y="17031"/>
                  </a:lnTo>
                  <a:lnTo>
                    <a:pt x="116268" y="15750"/>
                  </a:lnTo>
                  <a:lnTo>
                    <a:pt x="123023" y="10433"/>
                  </a:lnTo>
                  <a:lnTo>
                    <a:pt x="127840" y="11724"/>
                  </a:lnTo>
                  <a:lnTo>
                    <a:pt x="128237" y="13392"/>
                  </a:lnTo>
                  <a:lnTo>
                    <a:pt x="137996" y="14013"/>
                  </a:lnTo>
                  <a:lnTo>
                    <a:pt x="141652" y="16457"/>
                  </a:lnTo>
                  <a:lnTo>
                    <a:pt x="146197" y="15472"/>
                  </a:lnTo>
                  <a:lnTo>
                    <a:pt x="151330" y="17155"/>
                  </a:lnTo>
                  <a:lnTo>
                    <a:pt x="152555" y="16555"/>
                  </a:lnTo>
                  <a:lnTo>
                    <a:pt x="153561" y="13203"/>
                  </a:lnTo>
                  <a:lnTo>
                    <a:pt x="154109" y="26801"/>
                  </a:lnTo>
                  <a:lnTo>
                    <a:pt x="156298" y="27386"/>
                  </a:lnTo>
                  <a:lnTo>
                    <a:pt x="156399" y="33512"/>
                  </a:lnTo>
                  <a:lnTo>
                    <a:pt x="154211" y="39379"/>
                  </a:lnTo>
                  <a:lnTo>
                    <a:pt x="149222" y="41704"/>
                  </a:lnTo>
                  <a:lnTo>
                    <a:pt x="150180" y="47480"/>
                  </a:lnTo>
                  <a:lnTo>
                    <a:pt x="150391" y="53382"/>
                  </a:lnTo>
                  <a:lnTo>
                    <a:pt x="144808" y="54736"/>
                  </a:lnTo>
                  <a:lnTo>
                    <a:pt x="146504" y="62551"/>
                  </a:lnTo>
                  <a:lnTo>
                    <a:pt x="145089" y="70666"/>
                  </a:lnTo>
                  <a:lnTo>
                    <a:pt x="126238" y="58260"/>
                  </a:lnTo>
                  <a:lnTo>
                    <a:pt x="124290" y="61687"/>
                  </a:lnTo>
                  <a:lnTo>
                    <a:pt x="126607" y="81557"/>
                  </a:lnTo>
                  <a:lnTo>
                    <a:pt x="124946" y="99417"/>
                  </a:lnTo>
                  <a:lnTo>
                    <a:pt x="138549" y="145231"/>
                  </a:lnTo>
                  <a:lnTo>
                    <a:pt x="135065" y="146450"/>
                  </a:lnTo>
                  <a:lnTo>
                    <a:pt x="134833" y="150584"/>
                  </a:lnTo>
                  <a:lnTo>
                    <a:pt x="87310" y="148174"/>
                  </a:lnTo>
                  <a:lnTo>
                    <a:pt x="83959" y="134046"/>
                  </a:lnTo>
                  <a:lnTo>
                    <a:pt x="87183" y="123969"/>
                  </a:lnTo>
                  <a:lnTo>
                    <a:pt x="86471" y="109464"/>
                  </a:lnTo>
                  <a:lnTo>
                    <a:pt x="89975" y="106772"/>
                  </a:lnTo>
                  <a:lnTo>
                    <a:pt x="97310" y="106496"/>
                  </a:lnTo>
                  <a:lnTo>
                    <a:pt x="97842" y="105871"/>
                  </a:lnTo>
                  <a:lnTo>
                    <a:pt x="93494" y="101612"/>
                  </a:lnTo>
                  <a:lnTo>
                    <a:pt x="89786" y="99857"/>
                  </a:lnTo>
                  <a:lnTo>
                    <a:pt x="99772" y="81572"/>
                  </a:lnTo>
                  <a:lnTo>
                    <a:pt x="99501" y="78367"/>
                  </a:lnTo>
                  <a:lnTo>
                    <a:pt x="87958" y="69195"/>
                  </a:lnTo>
                  <a:lnTo>
                    <a:pt x="88594" y="67854"/>
                  </a:lnTo>
                  <a:lnTo>
                    <a:pt x="87362" y="65857"/>
                  </a:lnTo>
                  <a:lnTo>
                    <a:pt x="78456" y="64769"/>
                  </a:lnTo>
                  <a:lnTo>
                    <a:pt x="75043" y="65880"/>
                  </a:lnTo>
                  <a:lnTo>
                    <a:pt x="74130" y="71417"/>
                  </a:lnTo>
                  <a:lnTo>
                    <a:pt x="69515" y="73943"/>
                  </a:lnTo>
                  <a:lnTo>
                    <a:pt x="69113" y="77718"/>
                  </a:lnTo>
                  <a:lnTo>
                    <a:pt x="69686" y="78569"/>
                  </a:lnTo>
                  <a:lnTo>
                    <a:pt x="65973" y="84476"/>
                  </a:lnTo>
                  <a:lnTo>
                    <a:pt x="62676" y="87205"/>
                  </a:lnTo>
                  <a:lnTo>
                    <a:pt x="58051" y="86793"/>
                  </a:lnTo>
                  <a:lnTo>
                    <a:pt x="62887" y="88930"/>
                  </a:lnTo>
                  <a:lnTo>
                    <a:pt x="62812" y="89058"/>
                  </a:lnTo>
                  <a:lnTo>
                    <a:pt x="55320" y="92916"/>
                  </a:lnTo>
                  <a:lnTo>
                    <a:pt x="53121" y="95911"/>
                  </a:lnTo>
                  <a:lnTo>
                    <a:pt x="53487" y="96574"/>
                  </a:lnTo>
                  <a:lnTo>
                    <a:pt x="57743" y="95580"/>
                  </a:lnTo>
                  <a:lnTo>
                    <a:pt x="59102" y="95996"/>
                  </a:lnTo>
                  <a:lnTo>
                    <a:pt x="55416" y="103250"/>
                  </a:lnTo>
                  <a:lnTo>
                    <a:pt x="50889" y="98655"/>
                  </a:lnTo>
                  <a:lnTo>
                    <a:pt x="49033" y="99187"/>
                  </a:lnTo>
                  <a:lnTo>
                    <a:pt x="46661" y="95916"/>
                  </a:lnTo>
                  <a:lnTo>
                    <a:pt x="46742" y="91903"/>
                  </a:lnTo>
                  <a:lnTo>
                    <a:pt x="44574" y="87353"/>
                  </a:lnTo>
                  <a:lnTo>
                    <a:pt x="39857" y="86551"/>
                  </a:lnTo>
                  <a:lnTo>
                    <a:pt x="36002" y="88147"/>
                  </a:lnTo>
                  <a:lnTo>
                    <a:pt x="32103" y="88138"/>
                  </a:lnTo>
                  <a:lnTo>
                    <a:pt x="31216" y="86159"/>
                  </a:lnTo>
                  <a:lnTo>
                    <a:pt x="28231" y="83587"/>
                  </a:lnTo>
                  <a:lnTo>
                    <a:pt x="22850" y="81620"/>
                  </a:lnTo>
                  <a:lnTo>
                    <a:pt x="21318" y="77711"/>
                  </a:lnTo>
                  <a:lnTo>
                    <a:pt x="14375" y="72153"/>
                  </a:lnTo>
                  <a:lnTo>
                    <a:pt x="7733" y="59835"/>
                  </a:lnTo>
                  <a:lnTo>
                    <a:pt x="6062" y="54689"/>
                  </a:lnTo>
                  <a:lnTo>
                    <a:pt x="2110" y="50198"/>
                  </a:lnTo>
                  <a:lnTo>
                    <a:pt x="0" y="46231"/>
                  </a:lnTo>
                  <a:lnTo>
                    <a:pt x="419" y="45228"/>
                  </a:lnTo>
                  <a:lnTo>
                    <a:pt x="642" y="45925"/>
                  </a:lnTo>
                  <a:lnTo>
                    <a:pt x="10538" y="50038"/>
                  </a:lnTo>
                  <a:lnTo>
                    <a:pt x="11727" y="49764"/>
                  </a:lnTo>
                  <a:lnTo>
                    <a:pt x="8461" y="43673"/>
                  </a:lnTo>
                  <a:lnTo>
                    <a:pt x="11685" y="40561"/>
                  </a:lnTo>
                  <a:lnTo>
                    <a:pt x="14616" y="38950"/>
                  </a:lnTo>
                  <a:lnTo>
                    <a:pt x="17187" y="38429"/>
                  </a:lnTo>
                  <a:lnTo>
                    <a:pt x="22468" y="39445"/>
                  </a:lnTo>
                  <a:lnTo>
                    <a:pt x="25076" y="40749"/>
                  </a:lnTo>
                  <a:lnTo>
                    <a:pt x="28255" y="40462"/>
                  </a:lnTo>
                  <a:lnTo>
                    <a:pt x="27906" y="33492"/>
                  </a:lnTo>
                  <a:lnTo>
                    <a:pt x="32401" y="34077"/>
                  </a:lnTo>
                  <a:lnTo>
                    <a:pt x="37573" y="31494"/>
                  </a:lnTo>
                  <a:lnTo>
                    <a:pt x="41301" y="30787"/>
                  </a:lnTo>
                  <a:lnTo>
                    <a:pt x="41237" y="21527"/>
                  </a:lnTo>
                  <a:lnTo>
                    <a:pt x="42128" y="17071"/>
                  </a:lnTo>
                  <a:lnTo>
                    <a:pt x="47201" y="19984"/>
                  </a:lnTo>
                  <a:lnTo>
                    <a:pt x="49470" y="13002"/>
                  </a:lnTo>
                  <a:lnTo>
                    <a:pt x="55864" y="11014"/>
                  </a:lnTo>
                  <a:lnTo>
                    <a:pt x="54153" y="3740"/>
                  </a:lnTo>
                  <a:lnTo>
                    <a:pt x="64793" y="0"/>
                  </a:lnTo>
                  <a:lnTo>
                    <a:pt x="65888" y="1443"/>
                  </a:lnTo>
                  <a:lnTo>
                    <a:pt x="69109" y="2205"/>
                  </a:lnTo>
                  <a:lnTo>
                    <a:pt x="71332" y="6896"/>
                  </a:lnTo>
                  <a:lnTo>
                    <a:pt x="71669" y="10947"/>
                  </a:lnTo>
                  <a:lnTo>
                    <a:pt x="74394" y="12617"/>
                  </a:lnTo>
                  <a:lnTo>
                    <a:pt x="84004" y="14003"/>
                  </a:lnTo>
                  <a:lnTo>
                    <a:pt x="88910" y="13566"/>
                  </a:lnTo>
                  <a:lnTo>
                    <a:pt x="88899" y="20068"/>
                  </a:lnTo>
                  <a:lnTo>
                    <a:pt x="93921" y="22211"/>
                  </a:lnTo>
                  <a:lnTo>
                    <a:pt x="96270" y="25239"/>
                  </a:lnTo>
                  <a:close/>
                  <a:moveTo>
                    <a:pt x="60793" y="89126"/>
                  </a:moveTo>
                  <a:lnTo>
                    <a:pt x="62804" y="8897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5" name="ph5505"/>
            <p:cNvSpPr/>
            <p:nvPr/>
          </p:nvSpPr>
          <p:spPr>
            <a:xfrm>
              <a:off x="5946999" y="1491226"/>
              <a:ext cx="118651" cy="85083"/>
            </a:xfrm>
            <a:custGeom>
              <a:avLst/>
              <a:pathLst>
                <a:path w="118651" h="85083">
                  <a:moveTo>
                    <a:pt x="112376" y="5913"/>
                  </a:moveTo>
                  <a:lnTo>
                    <a:pt x="104831" y="17931"/>
                  </a:lnTo>
                  <a:lnTo>
                    <a:pt x="97723" y="17620"/>
                  </a:lnTo>
                  <a:lnTo>
                    <a:pt x="95534" y="19310"/>
                  </a:lnTo>
                  <a:lnTo>
                    <a:pt x="94480" y="21535"/>
                  </a:lnTo>
                  <a:lnTo>
                    <a:pt x="95161" y="22310"/>
                  </a:lnTo>
                  <a:lnTo>
                    <a:pt x="99769" y="20349"/>
                  </a:lnTo>
                  <a:lnTo>
                    <a:pt x="101022" y="23564"/>
                  </a:lnTo>
                  <a:lnTo>
                    <a:pt x="105928" y="24082"/>
                  </a:lnTo>
                  <a:lnTo>
                    <a:pt x="102372" y="27042"/>
                  </a:lnTo>
                  <a:lnTo>
                    <a:pt x="100952" y="31445"/>
                  </a:lnTo>
                  <a:lnTo>
                    <a:pt x="102291" y="32848"/>
                  </a:lnTo>
                  <a:lnTo>
                    <a:pt x="109342" y="36227"/>
                  </a:lnTo>
                  <a:lnTo>
                    <a:pt x="111361" y="40655"/>
                  </a:lnTo>
                  <a:lnTo>
                    <a:pt x="110908" y="45387"/>
                  </a:lnTo>
                  <a:lnTo>
                    <a:pt x="118651" y="45764"/>
                  </a:lnTo>
                  <a:lnTo>
                    <a:pt x="118546" y="49435"/>
                  </a:lnTo>
                  <a:lnTo>
                    <a:pt x="104949" y="48947"/>
                  </a:lnTo>
                  <a:lnTo>
                    <a:pt x="104416" y="62254"/>
                  </a:lnTo>
                  <a:lnTo>
                    <a:pt x="88856" y="61050"/>
                  </a:lnTo>
                  <a:lnTo>
                    <a:pt x="89537" y="66519"/>
                  </a:lnTo>
                  <a:lnTo>
                    <a:pt x="75724" y="62941"/>
                  </a:lnTo>
                  <a:lnTo>
                    <a:pt x="75063" y="74908"/>
                  </a:lnTo>
                  <a:lnTo>
                    <a:pt x="73700" y="74798"/>
                  </a:lnTo>
                  <a:lnTo>
                    <a:pt x="73185" y="83753"/>
                  </a:lnTo>
                  <a:lnTo>
                    <a:pt x="69096" y="84073"/>
                  </a:lnTo>
                  <a:lnTo>
                    <a:pt x="69129" y="73562"/>
                  </a:lnTo>
                  <a:lnTo>
                    <a:pt x="65789" y="72569"/>
                  </a:lnTo>
                  <a:lnTo>
                    <a:pt x="58147" y="72159"/>
                  </a:lnTo>
                  <a:lnTo>
                    <a:pt x="56896" y="70696"/>
                  </a:lnTo>
                  <a:lnTo>
                    <a:pt x="55486" y="70621"/>
                  </a:lnTo>
                  <a:lnTo>
                    <a:pt x="50208" y="75342"/>
                  </a:lnTo>
                  <a:lnTo>
                    <a:pt x="48685" y="77783"/>
                  </a:lnTo>
                  <a:lnTo>
                    <a:pt x="44989" y="84649"/>
                  </a:lnTo>
                  <a:lnTo>
                    <a:pt x="46550" y="84948"/>
                  </a:lnTo>
                  <a:lnTo>
                    <a:pt x="43327" y="85083"/>
                  </a:lnTo>
                  <a:lnTo>
                    <a:pt x="43867" y="84441"/>
                  </a:lnTo>
                  <a:lnTo>
                    <a:pt x="40634" y="77162"/>
                  </a:lnTo>
                  <a:lnTo>
                    <a:pt x="40028" y="67403"/>
                  </a:lnTo>
                  <a:lnTo>
                    <a:pt x="35938" y="64941"/>
                  </a:lnTo>
                  <a:lnTo>
                    <a:pt x="39763" y="44535"/>
                  </a:lnTo>
                  <a:lnTo>
                    <a:pt x="37216" y="43884"/>
                  </a:lnTo>
                  <a:lnTo>
                    <a:pt x="38609" y="34075"/>
                  </a:lnTo>
                  <a:lnTo>
                    <a:pt x="31439" y="28446"/>
                  </a:lnTo>
                  <a:lnTo>
                    <a:pt x="26726" y="31651"/>
                  </a:lnTo>
                  <a:lnTo>
                    <a:pt x="25339" y="35656"/>
                  </a:lnTo>
                  <a:lnTo>
                    <a:pt x="21675" y="37092"/>
                  </a:lnTo>
                  <a:lnTo>
                    <a:pt x="10445" y="36301"/>
                  </a:lnTo>
                  <a:lnTo>
                    <a:pt x="8758" y="32068"/>
                  </a:lnTo>
                  <a:lnTo>
                    <a:pt x="5312" y="32866"/>
                  </a:lnTo>
                  <a:lnTo>
                    <a:pt x="4701" y="27414"/>
                  </a:lnTo>
                  <a:lnTo>
                    <a:pt x="8129" y="25879"/>
                  </a:lnTo>
                  <a:lnTo>
                    <a:pt x="5600" y="8039"/>
                  </a:lnTo>
                  <a:lnTo>
                    <a:pt x="2041" y="10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6" name="ph5506"/>
            <p:cNvSpPr/>
            <p:nvPr/>
          </p:nvSpPr>
          <p:spPr>
            <a:xfrm>
              <a:off x="5903615" y="1725392"/>
              <a:ext cx="84555" cy="76948"/>
            </a:xfrm>
            <a:custGeom>
              <a:avLst/>
              <a:pathLst>
                <a:path w="84555" h="76948">
                  <a:moveTo>
                    <a:pt x="32767" y="0"/>
                  </a:moveTo>
                  <a:lnTo>
                    <a:pt x="36621" y="1005"/>
                  </a:lnTo>
                  <a:lnTo>
                    <a:pt x="31580" y="5274"/>
                  </a:lnTo>
                  <a:lnTo>
                    <a:pt x="31713" y="6703"/>
                  </a:lnTo>
                  <a:lnTo>
                    <a:pt x="35983" y="15678"/>
                  </a:lnTo>
                  <a:lnTo>
                    <a:pt x="37328" y="15923"/>
                  </a:lnTo>
                  <a:lnTo>
                    <a:pt x="39176" y="17613"/>
                  </a:lnTo>
                  <a:lnTo>
                    <a:pt x="42108" y="23217"/>
                  </a:lnTo>
                  <a:lnTo>
                    <a:pt x="43370" y="28034"/>
                  </a:lnTo>
                  <a:lnTo>
                    <a:pt x="50745" y="26180"/>
                  </a:lnTo>
                  <a:lnTo>
                    <a:pt x="52947" y="26731"/>
                  </a:lnTo>
                  <a:lnTo>
                    <a:pt x="55498" y="27807"/>
                  </a:lnTo>
                  <a:lnTo>
                    <a:pt x="52621" y="31548"/>
                  </a:lnTo>
                  <a:lnTo>
                    <a:pt x="58673" y="33541"/>
                  </a:lnTo>
                  <a:lnTo>
                    <a:pt x="59893" y="33029"/>
                  </a:lnTo>
                  <a:lnTo>
                    <a:pt x="58999" y="39171"/>
                  </a:lnTo>
                  <a:lnTo>
                    <a:pt x="60493" y="39689"/>
                  </a:lnTo>
                  <a:lnTo>
                    <a:pt x="65482" y="39411"/>
                  </a:lnTo>
                  <a:lnTo>
                    <a:pt x="73623" y="32697"/>
                  </a:lnTo>
                  <a:lnTo>
                    <a:pt x="75877" y="32601"/>
                  </a:lnTo>
                  <a:lnTo>
                    <a:pt x="79842" y="38095"/>
                  </a:lnTo>
                  <a:lnTo>
                    <a:pt x="84555" y="48462"/>
                  </a:lnTo>
                  <a:lnTo>
                    <a:pt x="82974" y="53565"/>
                  </a:lnTo>
                  <a:lnTo>
                    <a:pt x="82209" y="52059"/>
                  </a:lnTo>
                  <a:lnTo>
                    <a:pt x="71169" y="55473"/>
                  </a:lnTo>
                  <a:lnTo>
                    <a:pt x="69621" y="57299"/>
                  </a:lnTo>
                  <a:lnTo>
                    <a:pt x="66633" y="57221"/>
                  </a:lnTo>
                  <a:lnTo>
                    <a:pt x="62603" y="54599"/>
                  </a:lnTo>
                  <a:lnTo>
                    <a:pt x="62515" y="61314"/>
                  </a:lnTo>
                  <a:lnTo>
                    <a:pt x="59174" y="61439"/>
                  </a:lnTo>
                  <a:lnTo>
                    <a:pt x="57135" y="62772"/>
                  </a:lnTo>
                  <a:lnTo>
                    <a:pt x="59074" y="66316"/>
                  </a:lnTo>
                  <a:lnTo>
                    <a:pt x="57556" y="67347"/>
                  </a:lnTo>
                  <a:lnTo>
                    <a:pt x="54529" y="66391"/>
                  </a:lnTo>
                  <a:lnTo>
                    <a:pt x="51100" y="67462"/>
                  </a:lnTo>
                  <a:lnTo>
                    <a:pt x="49482" y="70183"/>
                  </a:lnTo>
                  <a:lnTo>
                    <a:pt x="51714" y="73692"/>
                  </a:lnTo>
                  <a:lnTo>
                    <a:pt x="54420" y="75787"/>
                  </a:lnTo>
                  <a:lnTo>
                    <a:pt x="51678" y="76948"/>
                  </a:lnTo>
                  <a:lnTo>
                    <a:pt x="46897" y="76271"/>
                  </a:lnTo>
                  <a:lnTo>
                    <a:pt x="46684" y="75115"/>
                  </a:lnTo>
                  <a:lnTo>
                    <a:pt x="44076" y="73645"/>
                  </a:lnTo>
                  <a:lnTo>
                    <a:pt x="26854" y="67307"/>
                  </a:lnTo>
                  <a:lnTo>
                    <a:pt x="18829" y="59350"/>
                  </a:lnTo>
                  <a:lnTo>
                    <a:pt x="15323" y="58693"/>
                  </a:lnTo>
                  <a:lnTo>
                    <a:pt x="13662" y="60323"/>
                  </a:lnTo>
                  <a:lnTo>
                    <a:pt x="12294" y="30817"/>
                  </a:lnTo>
                  <a:lnTo>
                    <a:pt x="7201" y="24275"/>
                  </a:lnTo>
                  <a:lnTo>
                    <a:pt x="4339" y="23091"/>
                  </a:lnTo>
                  <a:lnTo>
                    <a:pt x="2487" y="20981"/>
                  </a:lnTo>
                  <a:lnTo>
                    <a:pt x="2516" y="17490"/>
                  </a:lnTo>
                  <a:lnTo>
                    <a:pt x="5279" y="15526"/>
                  </a:lnTo>
                  <a:lnTo>
                    <a:pt x="8771" y="14467"/>
                  </a:lnTo>
                  <a:lnTo>
                    <a:pt x="9055" y="12965"/>
                  </a:lnTo>
                  <a:lnTo>
                    <a:pt x="4601" y="9646"/>
                  </a:lnTo>
                  <a:lnTo>
                    <a:pt x="2306" y="9286"/>
                  </a:lnTo>
                  <a:lnTo>
                    <a:pt x="0" y="8110"/>
                  </a:lnTo>
                  <a:lnTo>
                    <a:pt x="2181" y="1730"/>
                  </a:lnTo>
                  <a:lnTo>
                    <a:pt x="7065" y="3969"/>
                  </a:lnTo>
                  <a:lnTo>
                    <a:pt x="8897" y="3509"/>
                  </a:lnTo>
                  <a:lnTo>
                    <a:pt x="6187" y="1299"/>
                  </a:lnTo>
                  <a:lnTo>
                    <a:pt x="8604" y="233"/>
                  </a:lnTo>
                  <a:lnTo>
                    <a:pt x="15547" y="147"/>
                  </a:lnTo>
                  <a:lnTo>
                    <a:pt x="18837" y="859"/>
                  </a:lnTo>
                  <a:lnTo>
                    <a:pt x="22264" y="4217"/>
                  </a:lnTo>
                  <a:lnTo>
                    <a:pt x="26817" y="359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7" name="ph5507"/>
            <p:cNvSpPr/>
            <p:nvPr/>
          </p:nvSpPr>
          <p:spPr>
            <a:xfrm>
              <a:off x="5392447" y="1395573"/>
              <a:ext cx="9901" cy="4372"/>
            </a:xfrm>
            <a:custGeom>
              <a:avLst/>
              <a:pathLst>
                <a:path w="9901" h="4372">
                  <a:moveTo>
                    <a:pt x="6733" y="477"/>
                  </a:moveTo>
                  <a:lnTo>
                    <a:pt x="9901" y="2127"/>
                  </a:lnTo>
                  <a:lnTo>
                    <a:pt x="8800" y="3966"/>
                  </a:lnTo>
                  <a:lnTo>
                    <a:pt x="7019" y="4372"/>
                  </a:lnTo>
                  <a:lnTo>
                    <a:pt x="1328" y="1212"/>
                  </a:lnTo>
                  <a:lnTo>
                    <a:pt x="0" y="0"/>
                  </a:lnTo>
                  <a:lnTo>
                    <a:pt x="542" y="5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8" name="ph5508"/>
            <p:cNvSpPr/>
            <p:nvPr/>
          </p:nvSpPr>
          <p:spPr>
            <a:xfrm>
              <a:off x="5356781" y="1296419"/>
              <a:ext cx="167477" cy="140508"/>
            </a:xfrm>
            <a:custGeom>
              <a:avLst/>
              <a:pathLst>
                <a:path w="167477" h="140508">
                  <a:moveTo>
                    <a:pt x="25699" y="2824"/>
                  </a:moveTo>
                  <a:lnTo>
                    <a:pt x="29352" y="1965"/>
                  </a:lnTo>
                  <a:lnTo>
                    <a:pt x="29835" y="464"/>
                  </a:lnTo>
                  <a:lnTo>
                    <a:pt x="164480" y="62366"/>
                  </a:lnTo>
                  <a:lnTo>
                    <a:pt x="160458" y="69507"/>
                  </a:lnTo>
                  <a:lnTo>
                    <a:pt x="164162" y="70018"/>
                  </a:lnTo>
                  <a:lnTo>
                    <a:pt x="167477" y="71656"/>
                  </a:lnTo>
                  <a:lnTo>
                    <a:pt x="165626" y="75092"/>
                  </a:lnTo>
                  <a:lnTo>
                    <a:pt x="162053" y="73886"/>
                  </a:lnTo>
                  <a:lnTo>
                    <a:pt x="159503" y="76529"/>
                  </a:lnTo>
                  <a:lnTo>
                    <a:pt x="154392" y="89708"/>
                  </a:lnTo>
                  <a:lnTo>
                    <a:pt x="146062" y="95472"/>
                  </a:lnTo>
                  <a:lnTo>
                    <a:pt x="143094" y="95637"/>
                  </a:lnTo>
                  <a:lnTo>
                    <a:pt x="148098" y="108471"/>
                  </a:lnTo>
                  <a:lnTo>
                    <a:pt x="146597" y="131635"/>
                  </a:lnTo>
                  <a:lnTo>
                    <a:pt x="141941" y="116538"/>
                  </a:lnTo>
                  <a:lnTo>
                    <a:pt x="134243" y="117671"/>
                  </a:lnTo>
                  <a:lnTo>
                    <a:pt x="132470" y="76280"/>
                  </a:lnTo>
                  <a:lnTo>
                    <a:pt x="112578" y="111450"/>
                  </a:lnTo>
                  <a:lnTo>
                    <a:pt x="111425" y="135714"/>
                  </a:lnTo>
                  <a:lnTo>
                    <a:pt x="109615" y="136490"/>
                  </a:lnTo>
                  <a:lnTo>
                    <a:pt x="108121" y="135560"/>
                  </a:lnTo>
                  <a:lnTo>
                    <a:pt x="106942" y="140508"/>
                  </a:lnTo>
                  <a:lnTo>
                    <a:pt x="94527" y="139444"/>
                  </a:lnTo>
                  <a:lnTo>
                    <a:pt x="90538" y="138208"/>
                  </a:lnTo>
                  <a:lnTo>
                    <a:pt x="78946" y="131125"/>
                  </a:lnTo>
                  <a:lnTo>
                    <a:pt x="77073" y="129539"/>
                  </a:lnTo>
                  <a:lnTo>
                    <a:pt x="73559" y="123729"/>
                  </a:lnTo>
                  <a:lnTo>
                    <a:pt x="55697" y="111461"/>
                  </a:lnTo>
                  <a:lnTo>
                    <a:pt x="50133" y="103240"/>
                  </a:lnTo>
                  <a:lnTo>
                    <a:pt x="47083" y="100754"/>
                  </a:lnTo>
                  <a:lnTo>
                    <a:pt x="43097" y="98982"/>
                  </a:lnTo>
                  <a:lnTo>
                    <a:pt x="34804" y="98219"/>
                  </a:lnTo>
                  <a:lnTo>
                    <a:pt x="31598" y="96080"/>
                  </a:lnTo>
                  <a:lnTo>
                    <a:pt x="29679" y="92161"/>
                  </a:lnTo>
                  <a:lnTo>
                    <a:pt x="27852" y="90266"/>
                  </a:lnTo>
                  <a:lnTo>
                    <a:pt x="24882" y="89357"/>
                  </a:lnTo>
                  <a:lnTo>
                    <a:pt x="22574" y="90004"/>
                  </a:lnTo>
                  <a:lnTo>
                    <a:pt x="20598" y="88212"/>
                  </a:lnTo>
                  <a:lnTo>
                    <a:pt x="19038" y="83450"/>
                  </a:lnTo>
                  <a:lnTo>
                    <a:pt x="11571" y="81044"/>
                  </a:lnTo>
                  <a:lnTo>
                    <a:pt x="8696" y="78895"/>
                  </a:lnTo>
                  <a:lnTo>
                    <a:pt x="5917" y="74964"/>
                  </a:lnTo>
                  <a:lnTo>
                    <a:pt x="6637" y="64586"/>
                  </a:lnTo>
                  <a:lnTo>
                    <a:pt x="8310" y="59178"/>
                  </a:lnTo>
                  <a:lnTo>
                    <a:pt x="5921" y="44614"/>
                  </a:lnTo>
                  <a:lnTo>
                    <a:pt x="7920" y="40585"/>
                  </a:lnTo>
                  <a:lnTo>
                    <a:pt x="0" y="30915"/>
                  </a:lnTo>
                  <a:lnTo>
                    <a:pt x="2255" y="26780"/>
                  </a:lnTo>
                  <a:lnTo>
                    <a:pt x="10827" y="19425"/>
                  </a:lnTo>
                  <a:lnTo>
                    <a:pt x="11546" y="17365"/>
                  </a:lnTo>
                  <a:lnTo>
                    <a:pt x="11239" y="12552"/>
                  </a:lnTo>
                  <a:lnTo>
                    <a:pt x="15921" y="6438"/>
                  </a:lnTo>
                  <a:lnTo>
                    <a:pt x="15434" y="2568"/>
                  </a:lnTo>
                  <a:lnTo>
                    <a:pt x="16068" y="846"/>
                  </a:lnTo>
                  <a:lnTo>
                    <a:pt x="22197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9" name="ph5509"/>
            <p:cNvSpPr/>
            <p:nvPr/>
          </p:nvSpPr>
          <p:spPr>
            <a:xfrm>
              <a:off x="5960272" y="1704817"/>
              <a:ext cx="34012" cy="27974"/>
            </a:xfrm>
            <a:custGeom>
              <a:avLst/>
              <a:pathLst>
                <a:path w="34012" h="27974">
                  <a:moveTo>
                    <a:pt x="10100" y="892"/>
                  </a:moveTo>
                  <a:lnTo>
                    <a:pt x="14358" y="2819"/>
                  </a:lnTo>
                  <a:lnTo>
                    <a:pt x="18908" y="4045"/>
                  </a:lnTo>
                  <a:lnTo>
                    <a:pt x="20860" y="9059"/>
                  </a:lnTo>
                  <a:lnTo>
                    <a:pt x="24331" y="9750"/>
                  </a:lnTo>
                  <a:lnTo>
                    <a:pt x="29385" y="14256"/>
                  </a:lnTo>
                  <a:lnTo>
                    <a:pt x="33878" y="12658"/>
                  </a:lnTo>
                  <a:lnTo>
                    <a:pt x="32670" y="13744"/>
                  </a:lnTo>
                  <a:lnTo>
                    <a:pt x="32669" y="20586"/>
                  </a:lnTo>
                  <a:lnTo>
                    <a:pt x="34012" y="24350"/>
                  </a:lnTo>
                  <a:lnTo>
                    <a:pt x="32335" y="27332"/>
                  </a:lnTo>
                  <a:lnTo>
                    <a:pt x="26612" y="27974"/>
                  </a:lnTo>
                  <a:lnTo>
                    <a:pt x="22623" y="24848"/>
                  </a:lnTo>
                  <a:lnTo>
                    <a:pt x="18792" y="27418"/>
                  </a:lnTo>
                  <a:lnTo>
                    <a:pt x="13361" y="21384"/>
                  </a:lnTo>
                  <a:lnTo>
                    <a:pt x="8017" y="20732"/>
                  </a:lnTo>
                  <a:lnTo>
                    <a:pt x="2055" y="22448"/>
                  </a:lnTo>
                  <a:lnTo>
                    <a:pt x="0" y="15936"/>
                  </a:lnTo>
                  <a:lnTo>
                    <a:pt x="6527" y="9468"/>
                  </a:lnTo>
                  <a:lnTo>
                    <a:pt x="378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0" name="ph5510"/>
            <p:cNvSpPr/>
            <p:nvPr/>
          </p:nvSpPr>
          <p:spPr>
            <a:xfrm>
              <a:off x="5897255" y="1625163"/>
              <a:ext cx="67340" cy="66111"/>
            </a:xfrm>
            <a:custGeom>
              <a:avLst/>
              <a:pathLst>
                <a:path w="67340" h="66111">
                  <a:moveTo>
                    <a:pt x="44235" y="7153"/>
                  </a:moveTo>
                  <a:lnTo>
                    <a:pt x="47621" y="7993"/>
                  </a:lnTo>
                  <a:lnTo>
                    <a:pt x="49683" y="6387"/>
                  </a:lnTo>
                  <a:lnTo>
                    <a:pt x="52507" y="1708"/>
                  </a:lnTo>
                  <a:lnTo>
                    <a:pt x="55325" y="4719"/>
                  </a:lnTo>
                  <a:lnTo>
                    <a:pt x="54257" y="13299"/>
                  </a:lnTo>
                  <a:lnTo>
                    <a:pt x="66218" y="13951"/>
                  </a:lnTo>
                  <a:lnTo>
                    <a:pt x="65290" y="16382"/>
                  </a:lnTo>
                  <a:lnTo>
                    <a:pt x="67340" y="21135"/>
                  </a:lnTo>
                  <a:lnTo>
                    <a:pt x="60371" y="21451"/>
                  </a:lnTo>
                  <a:lnTo>
                    <a:pt x="60790" y="24769"/>
                  </a:lnTo>
                  <a:lnTo>
                    <a:pt x="64168" y="29003"/>
                  </a:lnTo>
                  <a:lnTo>
                    <a:pt x="64799" y="31816"/>
                  </a:lnTo>
                  <a:lnTo>
                    <a:pt x="59265" y="32444"/>
                  </a:lnTo>
                  <a:lnTo>
                    <a:pt x="55103" y="37603"/>
                  </a:lnTo>
                  <a:lnTo>
                    <a:pt x="55808" y="39501"/>
                  </a:lnTo>
                  <a:lnTo>
                    <a:pt x="54390" y="46082"/>
                  </a:lnTo>
                  <a:lnTo>
                    <a:pt x="62956" y="44257"/>
                  </a:lnTo>
                  <a:lnTo>
                    <a:pt x="60172" y="49120"/>
                  </a:lnTo>
                  <a:lnTo>
                    <a:pt x="56671" y="52233"/>
                  </a:lnTo>
                  <a:lnTo>
                    <a:pt x="57800" y="56706"/>
                  </a:lnTo>
                  <a:lnTo>
                    <a:pt x="50279" y="56076"/>
                  </a:lnTo>
                  <a:lnTo>
                    <a:pt x="49204" y="59321"/>
                  </a:lnTo>
                  <a:lnTo>
                    <a:pt x="36115" y="59231"/>
                  </a:lnTo>
                  <a:lnTo>
                    <a:pt x="34669" y="57413"/>
                  </a:lnTo>
                  <a:lnTo>
                    <a:pt x="28322" y="58176"/>
                  </a:lnTo>
                  <a:lnTo>
                    <a:pt x="24583" y="60981"/>
                  </a:lnTo>
                  <a:lnTo>
                    <a:pt x="24231" y="63182"/>
                  </a:lnTo>
                  <a:lnTo>
                    <a:pt x="25972" y="62684"/>
                  </a:lnTo>
                  <a:lnTo>
                    <a:pt x="26223" y="65782"/>
                  </a:lnTo>
                  <a:lnTo>
                    <a:pt x="19576" y="66111"/>
                  </a:lnTo>
                  <a:lnTo>
                    <a:pt x="17188" y="64625"/>
                  </a:lnTo>
                  <a:lnTo>
                    <a:pt x="15336" y="61419"/>
                  </a:lnTo>
                  <a:lnTo>
                    <a:pt x="9874" y="58722"/>
                  </a:lnTo>
                  <a:lnTo>
                    <a:pt x="10209" y="52682"/>
                  </a:lnTo>
                  <a:lnTo>
                    <a:pt x="4974" y="51224"/>
                  </a:lnTo>
                  <a:lnTo>
                    <a:pt x="4114" y="46744"/>
                  </a:lnTo>
                  <a:lnTo>
                    <a:pt x="3407" y="40846"/>
                  </a:lnTo>
                  <a:lnTo>
                    <a:pt x="1281" y="36093"/>
                  </a:lnTo>
                  <a:lnTo>
                    <a:pt x="0" y="27882"/>
                  </a:lnTo>
                  <a:lnTo>
                    <a:pt x="970" y="27413"/>
                  </a:lnTo>
                  <a:lnTo>
                    <a:pt x="10185" y="30163"/>
                  </a:lnTo>
                  <a:lnTo>
                    <a:pt x="10456" y="26206"/>
                  </a:lnTo>
                  <a:lnTo>
                    <a:pt x="9557" y="22561"/>
                  </a:lnTo>
                  <a:lnTo>
                    <a:pt x="5787" y="21236"/>
                  </a:lnTo>
                  <a:lnTo>
                    <a:pt x="13974" y="13085"/>
                  </a:lnTo>
                  <a:lnTo>
                    <a:pt x="21872" y="12154"/>
                  </a:lnTo>
                  <a:lnTo>
                    <a:pt x="28968" y="281"/>
                  </a:lnTo>
                  <a:lnTo>
                    <a:pt x="36922" y="209"/>
                  </a:lnTo>
                  <a:lnTo>
                    <a:pt x="4443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1" name="ph5511"/>
            <p:cNvSpPr/>
            <p:nvPr/>
          </p:nvSpPr>
          <p:spPr>
            <a:xfrm>
              <a:off x="5857296" y="1681180"/>
              <a:ext cx="48807" cy="22952"/>
            </a:xfrm>
            <a:custGeom>
              <a:avLst/>
              <a:pathLst>
                <a:path w="48807" h="22952">
                  <a:moveTo>
                    <a:pt x="41233" y="4357"/>
                  </a:moveTo>
                  <a:lnTo>
                    <a:pt x="42324" y="4793"/>
                  </a:lnTo>
                  <a:lnTo>
                    <a:pt x="44999" y="13245"/>
                  </a:lnTo>
                  <a:lnTo>
                    <a:pt x="48807" y="13399"/>
                  </a:lnTo>
                  <a:lnTo>
                    <a:pt x="47744" y="17228"/>
                  </a:lnTo>
                  <a:lnTo>
                    <a:pt x="45399" y="16096"/>
                  </a:lnTo>
                  <a:lnTo>
                    <a:pt x="40473" y="16217"/>
                  </a:lnTo>
                  <a:lnTo>
                    <a:pt x="39845" y="13450"/>
                  </a:lnTo>
                  <a:lnTo>
                    <a:pt x="37326" y="10574"/>
                  </a:lnTo>
                  <a:lnTo>
                    <a:pt x="11394" y="22952"/>
                  </a:lnTo>
                  <a:lnTo>
                    <a:pt x="10940" y="20980"/>
                  </a:lnTo>
                  <a:lnTo>
                    <a:pt x="8468" y="10242"/>
                  </a:lnTo>
                  <a:lnTo>
                    <a:pt x="479" y="10739"/>
                  </a:lnTo>
                  <a:lnTo>
                    <a:pt x="0" y="9983"/>
                  </a:lnTo>
                  <a:lnTo>
                    <a:pt x="4050" y="8583"/>
                  </a:lnTo>
                  <a:lnTo>
                    <a:pt x="4593" y="5665"/>
                  </a:lnTo>
                  <a:lnTo>
                    <a:pt x="7285" y="5105"/>
                  </a:lnTo>
                  <a:lnTo>
                    <a:pt x="6980" y="3780"/>
                  </a:lnTo>
                  <a:lnTo>
                    <a:pt x="21431" y="2430"/>
                  </a:lnTo>
                  <a:lnTo>
                    <a:pt x="21488" y="3411"/>
                  </a:lnTo>
                  <a:lnTo>
                    <a:pt x="23377" y="3812"/>
                  </a:lnTo>
                  <a:lnTo>
                    <a:pt x="24017" y="2189"/>
                  </a:lnTo>
                  <a:lnTo>
                    <a:pt x="29860" y="3719"/>
                  </a:lnTo>
                  <a:lnTo>
                    <a:pt x="31021" y="149"/>
                  </a:lnTo>
                  <a:lnTo>
                    <a:pt x="3854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2" name="ph5512"/>
            <p:cNvSpPr/>
            <p:nvPr/>
          </p:nvSpPr>
          <p:spPr>
            <a:xfrm>
              <a:off x="5974011" y="1964596"/>
              <a:ext cx="97302" cy="181549"/>
            </a:xfrm>
            <a:custGeom>
              <a:avLst/>
              <a:pathLst>
                <a:path w="97302" h="181549">
                  <a:moveTo>
                    <a:pt x="46794" y="4162"/>
                  </a:moveTo>
                  <a:lnTo>
                    <a:pt x="54095" y="4571"/>
                  </a:lnTo>
                  <a:lnTo>
                    <a:pt x="59577" y="8705"/>
                  </a:lnTo>
                  <a:lnTo>
                    <a:pt x="63370" y="15483"/>
                  </a:lnTo>
                  <a:lnTo>
                    <a:pt x="62627" y="19130"/>
                  </a:lnTo>
                  <a:lnTo>
                    <a:pt x="64076" y="24035"/>
                  </a:lnTo>
                  <a:lnTo>
                    <a:pt x="65979" y="25677"/>
                  </a:lnTo>
                  <a:lnTo>
                    <a:pt x="67031" y="28607"/>
                  </a:lnTo>
                  <a:lnTo>
                    <a:pt x="73621" y="31866"/>
                  </a:lnTo>
                  <a:lnTo>
                    <a:pt x="73157" y="40587"/>
                  </a:lnTo>
                  <a:lnTo>
                    <a:pt x="76033" y="49495"/>
                  </a:lnTo>
                  <a:lnTo>
                    <a:pt x="75703" y="53114"/>
                  </a:lnTo>
                  <a:lnTo>
                    <a:pt x="79772" y="61826"/>
                  </a:lnTo>
                  <a:lnTo>
                    <a:pt x="75549" y="65421"/>
                  </a:lnTo>
                  <a:lnTo>
                    <a:pt x="70700" y="71749"/>
                  </a:lnTo>
                  <a:lnTo>
                    <a:pt x="71755" y="77953"/>
                  </a:lnTo>
                  <a:lnTo>
                    <a:pt x="72683" y="79804"/>
                  </a:lnTo>
                  <a:lnTo>
                    <a:pt x="76392" y="83217"/>
                  </a:lnTo>
                  <a:lnTo>
                    <a:pt x="77623" y="93425"/>
                  </a:lnTo>
                  <a:lnTo>
                    <a:pt x="76459" y="95122"/>
                  </a:lnTo>
                  <a:lnTo>
                    <a:pt x="76757" y="98636"/>
                  </a:lnTo>
                  <a:lnTo>
                    <a:pt x="81478" y="97660"/>
                  </a:lnTo>
                  <a:lnTo>
                    <a:pt x="80137" y="101983"/>
                  </a:lnTo>
                  <a:lnTo>
                    <a:pt x="82450" y="104127"/>
                  </a:lnTo>
                  <a:lnTo>
                    <a:pt x="88180" y="105674"/>
                  </a:lnTo>
                  <a:lnTo>
                    <a:pt x="97302" y="107547"/>
                  </a:lnTo>
                  <a:lnTo>
                    <a:pt x="92252" y="108047"/>
                  </a:lnTo>
                  <a:lnTo>
                    <a:pt x="81995" y="126256"/>
                  </a:lnTo>
                  <a:lnTo>
                    <a:pt x="83006" y="130260"/>
                  </a:lnTo>
                  <a:lnTo>
                    <a:pt x="80880" y="132602"/>
                  </a:lnTo>
                  <a:lnTo>
                    <a:pt x="78286" y="132758"/>
                  </a:lnTo>
                  <a:lnTo>
                    <a:pt x="76031" y="135097"/>
                  </a:lnTo>
                  <a:lnTo>
                    <a:pt x="70695" y="143869"/>
                  </a:lnTo>
                  <a:lnTo>
                    <a:pt x="67242" y="147980"/>
                  </a:lnTo>
                  <a:lnTo>
                    <a:pt x="65342" y="149876"/>
                  </a:lnTo>
                  <a:lnTo>
                    <a:pt x="65020" y="157200"/>
                  </a:lnTo>
                  <a:lnTo>
                    <a:pt x="61278" y="157020"/>
                  </a:lnTo>
                  <a:lnTo>
                    <a:pt x="61300" y="156158"/>
                  </a:lnTo>
                  <a:lnTo>
                    <a:pt x="58525" y="156036"/>
                  </a:lnTo>
                  <a:lnTo>
                    <a:pt x="41898" y="160828"/>
                  </a:lnTo>
                  <a:lnTo>
                    <a:pt x="39369" y="168781"/>
                  </a:lnTo>
                  <a:lnTo>
                    <a:pt x="36552" y="169966"/>
                  </a:lnTo>
                  <a:lnTo>
                    <a:pt x="43390" y="170166"/>
                  </a:lnTo>
                  <a:lnTo>
                    <a:pt x="44523" y="169340"/>
                  </a:lnTo>
                  <a:lnTo>
                    <a:pt x="45577" y="171320"/>
                  </a:lnTo>
                  <a:lnTo>
                    <a:pt x="40899" y="174373"/>
                  </a:lnTo>
                  <a:lnTo>
                    <a:pt x="42666" y="176402"/>
                  </a:lnTo>
                  <a:lnTo>
                    <a:pt x="40015" y="179757"/>
                  </a:lnTo>
                  <a:lnTo>
                    <a:pt x="36801" y="178246"/>
                  </a:lnTo>
                  <a:lnTo>
                    <a:pt x="33409" y="181549"/>
                  </a:lnTo>
                  <a:lnTo>
                    <a:pt x="31851" y="181208"/>
                  </a:lnTo>
                  <a:lnTo>
                    <a:pt x="25245" y="179548"/>
                  </a:lnTo>
                  <a:lnTo>
                    <a:pt x="23581" y="174405"/>
                  </a:lnTo>
                  <a:lnTo>
                    <a:pt x="18447" y="165472"/>
                  </a:lnTo>
                  <a:lnTo>
                    <a:pt x="17365" y="161755"/>
                  </a:lnTo>
                  <a:lnTo>
                    <a:pt x="22411" y="160337"/>
                  </a:lnTo>
                  <a:lnTo>
                    <a:pt x="16879" y="155879"/>
                  </a:lnTo>
                  <a:lnTo>
                    <a:pt x="15100" y="153026"/>
                  </a:lnTo>
                  <a:lnTo>
                    <a:pt x="16901" y="144557"/>
                  </a:lnTo>
                  <a:lnTo>
                    <a:pt x="15532" y="144194"/>
                  </a:lnTo>
                  <a:lnTo>
                    <a:pt x="20349" y="135994"/>
                  </a:lnTo>
                  <a:lnTo>
                    <a:pt x="19339" y="130890"/>
                  </a:lnTo>
                  <a:lnTo>
                    <a:pt x="16293" y="127135"/>
                  </a:lnTo>
                  <a:lnTo>
                    <a:pt x="10612" y="125864"/>
                  </a:lnTo>
                  <a:lnTo>
                    <a:pt x="10237" y="123623"/>
                  </a:lnTo>
                  <a:lnTo>
                    <a:pt x="17219" y="119096"/>
                  </a:lnTo>
                  <a:lnTo>
                    <a:pt x="17114" y="117382"/>
                  </a:lnTo>
                  <a:lnTo>
                    <a:pt x="14491" y="118354"/>
                  </a:lnTo>
                  <a:lnTo>
                    <a:pt x="11587" y="118406"/>
                  </a:lnTo>
                  <a:lnTo>
                    <a:pt x="9470" y="115573"/>
                  </a:lnTo>
                  <a:lnTo>
                    <a:pt x="6716" y="113803"/>
                  </a:lnTo>
                  <a:lnTo>
                    <a:pt x="0" y="111367"/>
                  </a:lnTo>
                  <a:lnTo>
                    <a:pt x="996" y="97738"/>
                  </a:lnTo>
                  <a:lnTo>
                    <a:pt x="2337" y="93237"/>
                  </a:lnTo>
                  <a:lnTo>
                    <a:pt x="290" y="80700"/>
                  </a:lnTo>
                  <a:lnTo>
                    <a:pt x="542" y="75927"/>
                  </a:lnTo>
                  <a:lnTo>
                    <a:pt x="3211" y="73850"/>
                  </a:lnTo>
                  <a:lnTo>
                    <a:pt x="4223" y="76737"/>
                  </a:lnTo>
                  <a:lnTo>
                    <a:pt x="11392" y="77159"/>
                  </a:lnTo>
                  <a:lnTo>
                    <a:pt x="11635" y="72373"/>
                  </a:lnTo>
                  <a:lnTo>
                    <a:pt x="15186" y="72416"/>
                  </a:lnTo>
                  <a:lnTo>
                    <a:pt x="7959" y="59683"/>
                  </a:lnTo>
                  <a:lnTo>
                    <a:pt x="10209" y="57719"/>
                  </a:lnTo>
                  <a:lnTo>
                    <a:pt x="19820" y="52828"/>
                  </a:lnTo>
                  <a:lnTo>
                    <a:pt x="21314" y="52783"/>
                  </a:lnTo>
                  <a:lnTo>
                    <a:pt x="23568" y="54997"/>
                  </a:lnTo>
                  <a:lnTo>
                    <a:pt x="24720" y="57683"/>
                  </a:lnTo>
                  <a:lnTo>
                    <a:pt x="26838" y="59087"/>
                  </a:lnTo>
                  <a:lnTo>
                    <a:pt x="28493" y="57783"/>
                  </a:lnTo>
                  <a:lnTo>
                    <a:pt x="27218" y="51918"/>
                  </a:lnTo>
                  <a:lnTo>
                    <a:pt x="28193" y="49884"/>
                  </a:lnTo>
                  <a:lnTo>
                    <a:pt x="29545" y="50730"/>
                  </a:lnTo>
                  <a:lnTo>
                    <a:pt x="32324" y="44312"/>
                  </a:lnTo>
                  <a:lnTo>
                    <a:pt x="34368" y="41558"/>
                  </a:lnTo>
                  <a:lnTo>
                    <a:pt x="35865" y="41515"/>
                  </a:lnTo>
                  <a:lnTo>
                    <a:pt x="38472" y="39868"/>
                  </a:lnTo>
                  <a:lnTo>
                    <a:pt x="39437" y="37109"/>
                  </a:lnTo>
                  <a:lnTo>
                    <a:pt x="38951" y="26528"/>
                  </a:lnTo>
                  <a:lnTo>
                    <a:pt x="37349" y="24097"/>
                  </a:lnTo>
                  <a:lnTo>
                    <a:pt x="35692" y="23106"/>
                  </a:lnTo>
                  <a:lnTo>
                    <a:pt x="40761" y="14988"/>
                  </a:lnTo>
                  <a:lnTo>
                    <a:pt x="39626" y="9812"/>
                  </a:lnTo>
                  <a:lnTo>
                    <a:pt x="40298" y="8009"/>
                  </a:lnTo>
                  <a:lnTo>
                    <a:pt x="45834" y="8776"/>
                  </a:lnTo>
                  <a:lnTo>
                    <a:pt x="46197" y="7514"/>
                  </a:lnTo>
                  <a:lnTo>
                    <a:pt x="44072" y="2509"/>
                  </a:lnTo>
                  <a:lnTo>
                    <a:pt x="4469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3" name="ph5513"/>
            <p:cNvSpPr/>
            <p:nvPr/>
          </p:nvSpPr>
          <p:spPr>
            <a:xfrm>
              <a:off x="5596394" y="1812964"/>
              <a:ext cx="8269" cy="8523"/>
            </a:xfrm>
            <a:custGeom>
              <a:avLst/>
              <a:pathLst>
                <a:path w="8269" h="8523">
                  <a:moveTo>
                    <a:pt x="6718" y="7923"/>
                  </a:moveTo>
                  <a:lnTo>
                    <a:pt x="4326" y="8523"/>
                  </a:lnTo>
                  <a:lnTo>
                    <a:pt x="1483" y="7781"/>
                  </a:lnTo>
                  <a:lnTo>
                    <a:pt x="0" y="3354"/>
                  </a:lnTo>
                  <a:lnTo>
                    <a:pt x="312" y="555"/>
                  </a:lnTo>
                  <a:lnTo>
                    <a:pt x="2372" y="0"/>
                  </a:lnTo>
                  <a:lnTo>
                    <a:pt x="7148" y="513"/>
                  </a:lnTo>
                  <a:lnTo>
                    <a:pt x="8269" y="3135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4" name="ph5514"/>
            <p:cNvSpPr/>
            <p:nvPr/>
          </p:nvSpPr>
          <p:spPr>
            <a:xfrm>
              <a:off x="5633104" y="1815037"/>
              <a:ext cx="1150" cy="3495"/>
            </a:xfrm>
            <a:custGeom>
              <a:avLst/>
              <a:pathLst>
                <a:path w="1150" h="3495">
                  <a:moveTo>
                    <a:pt x="0" y="0"/>
                  </a:moveTo>
                  <a:lnTo>
                    <a:pt x="573" y="922"/>
                  </a:lnTo>
                  <a:lnTo>
                    <a:pt x="1150" y="3495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5" name="ph5515"/>
            <p:cNvSpPr/>
            <p:nvPr/>
          </p:nvSpPr>
          <p:spPr>
            <a:xfrm>
              <a:off x="5671346" y="1807061"/>
              <a:ext cx="986" cy="1031"/>
            </a:xfrm>
            <a:custGeom>
              <a:avLst/>
              <a:pathLst>
                <a:path w="986" h="1031">
                  <a:moveTo>
                    <a:pt x="986" y="0"/>
                  </a:moveTo>
                  <a:lnTo>
                    <a:pt x="833" y="1031"/>
                  </a:lnTo>
                  <a:lnTo>
                    <a:pt x="0" y="936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6" name="ph5516"/>
            <p:cNvSpPr/>
            <p:nvPr/>
          </p:nvSpPr>
          <p:spPr>
            <a:xfrm>
              <a:off x="5645169" y="1692786"/>
              <a:ext cx="211672" cy="197098"/>
            </a:xfrm>
            <a:custGeom>
              <a:avLst/>
              <a:pathLst>
                <a:path w="211672" h="197098">
                  <a:moveTo>
                    <a:pt x="64277" y="13217"/>
                  </a:moveTo>
                  <a:lnTo>
                    <a:pt x="57732" y="18611"/>
                  </a:lnTo>
                  <a:lnTo>
                    <a:pt x="58527" y="19624"/>
                  </a:lnTo>
                  <a:lnTo>
                    <a:pt x="65553" y="14571"/>
                  </a:lnTo>
                  <a:lnTo>
                    <a:pt x="67117" y="16443"/>
                  </a:lnTo>
                  <a:lnTo>
                    <a:pt x="69523" y="16284"/>
                  </a:lnTo>
                  <a:lnTo>
                    <a:pt x="72639" y="13268"/>
                  </a:lnTo>
                  <a:lnTo>
                    <a:pt x="69963" y="9910"/>
                  </a:lnTo>
                  <a:lnTo>
                    <a:pt x="68501" y="9684"/>
                  </a:lnTo>
                  <a:lnTo>
                    <a:pt x="68146" y="8920"/>
                  </a:lnTo>
                  <a:lnTo>
                    <a:pt x="68803" y="8078"/>
                  </a:lnTo>
                  <a:lnTo>
                    <a:pt x="76938" y="9287"/>
                  </a:lnTo>
                  <a:lnTo>
                    <a:pt x="83628" y="6599"/>
                  </a:lnTo>
                  <a:lnTo>
                    <a:pt x="87362" y="61"/>
                  </a:lnTo>
                  <a:lnTo>
                    <a:pt x="99365" y="4610"/>
                  </a:lnTo>
                  <a:lnTo>
                    <a:pt x="105103" y="7776"/>
                  </a:lnTo>
                  <a:lnTo>
                    <a:pt x="102039" y="9296"/>
                  </a:lnTo>
                  <a:lnTo>
                    <a:pt x="102001" y="18142"/>
                  </a:lnTo>
                  <a:lnTo>
                    <a:pt x="106556" y="20122"/>
                  </a:lnTo>
                  <a:lnTo>
                    <a:pt x="109015" y="13832"/>
                  </a:lnTo>
                  <a:lnTo>
                    <a:pt x="111316" y="21997"/>
                  </a:lnTo>
                  <a:lnTo>
                    <a:pt x="121862" y="23188"/>
                  </a:lnTo>
                  <a:lnTo>
                    <a:pt x="126923" y="26144"/>
                  </a:lnTo>
                  <a:lnTo>
                    <a:pt x="125099" y="32314"/>
                  </a:lnTo>
                  <a:lnTo>
                    <a:pt x="130156" y="33505"/>
                  </a:lnTo>
                  <a:lnTo>
                    <a:pt x="130586" y="31762"/>
                  </a:lnTo>
                  <a:lnTo>
                    <a:pt x="140004" y="33896"/>
                  </a:lnTo>
                  <a:lnTo>
                    <a:pt x="139081" y="36970"/>
                  </a:lnTo>
                  <a:lnTo>
                    <a:pt x="136558" y="44080"/>
                  </a:lnTo>
                  <a:lnTo>
                    <a:pt x="141830" y="44842"/>
                  </a:lnTo>
                  <a:lnTo>
                    <a:pt x="145974" y="43725"/>
                  </a:lnTo>
                  <a:lnTo>
                    <a:pt x="146474" y="48042"/>
                  </a:lnTo>
                  <a:lnTo>
                    <a:pt x="135009" y="47662"/>
                  </a:lnTo>
                  <a:lnTo>
                    <a:pt x="134744" y="51302"/>
                  </a:lnTo>
                  <a:lnTo>
                    <a:pt x="138245" y="50533"/>
                  </a:lnTo>
                  <a:lnTo>
                    <a:pt x="140336" y="54060"/>
                  </a:lnTo>
                  <a:lnTo>
                    <a:pt x="140139" y="56890"/>
                  </a:lnTo>
                  <a:lnTo>
                    <a:pt x="156057" y="57923"/>
                  </a:lnTo>
                  <a:lnTo>
                    <a:pt x="157745" y="54619"/>
                  </a:lnTo>
                  <a:lnTo>
                    <a:pt x="163274" y="51295"/>
                  </a:lnTo>
                  <a:lnTo>
                    <a:pt x="165792" y="51740"/>
                  </a:lnTo>
                  <a:lnTo>
                    <a:pt x="169594" y="52962"/>
                  </a:lnTo>
                  <a:lnTo>
                    <a:pt x="166810" y="57679"/>
                  </a:lnTo>
                  <a:lnTo>
                    <a:pt x="172578" y="63280"/>
                  </a:lnTo>
                  <a:lnTo>
                    <a:pt x="173046" y="61300"/>
                  </a:lnTo>
                  <a:lnTo>
                    <a:pt x="179438" y="55789"/>
                  </a:lnTo>
                  <a:lnTo>
                    <a:pt x="176797" y="50184"/>
                  </a:lnTo>
                  <a:lnTo>
                    <a:pt x="185911" y="50307"/>
                  </a:lnTo>
                  <a:lnTo>
                    <a:pt x="191127" y="58889"/>
                  </a:lnTo>
                  <a:lnTo>
                    <a:pt x="194298" y="62679"/>
                  </a:lnTo>
                  <a:lnTo>
                    <a:pt x="186975" y="65234"/>
                  </a:lnTo>
                  <a:lnTo>
                    <a:pt x="189942" y="67953"/>
                  </a:lnTo>
                  <a:lnTo>
                    <a:pt x="191258" y="67378"/>
                  </a:lnTo>
                  <a:lnTo>
                    <a:pt x="197078" y="72685"/>
                  </a:lnTo>
                  <a:lnTo>
                    <a:pt x="198270" y="74988"/>
                  </a:lnTo>
                  <a:lnTo>
                    <a:pt x="196662" y="82829"/>
                  </a:lnTo>
                  <a:lnTo>
                    <a:pt x="193497" y="85865"/>
                  </a:lnTo>
                  <a:lnTo>
                    <a:pt x="192864" y="85014"/>
                  </a:lnTo>
                  <a:lnTo>
                    <a:pt x="191407" y="85189"/>
                  </a:lnTo>
                  <a:lnTo>
                    <a:pt x="189355" y="93376"/>
                  </a:lnTo>
                  <a:lnTo>
                    <a:pt x="191798" y="93399"/>
                  </a:lnTo>
                  <a:lnTo>
                    <a:pt x="191871" y="97542"/>
                  </a:lnTo>
                  <a:lnTo>
                    <a:pt x="197446" y="99937"/>
                  </a:lnTo>
                  <a:lnTo>
                    <a:pt x="199359" y="94474"/>
                  </a:lnTo>
                  <a:lnTo>
                    <a:pt x="201400" y="91350"/>
                  </a:lnTo>
                  <a:lnTo>
                    <a:pt x="210654" y="98053"/>
                  </a:lnTo>
                  <a:lnTo>
                    <a:pt x="211672" y="103163"/>
                  </a:lnTo>
                  <a:lnTo>
                    <a:pt x="209896" y="102506"/>
                  </a:lnTo>
                  <a:lnTo>
                    <a:pt x="203063" y="102526"/>
                  </a:lnTo>
                  <a:lnTo>
                    <a:pt x="202222" y="102738"/>
                  </a:lnTo>
                  <a:lnTo>
                    <a:pt x="202402" y="106004"/>
                  </a:lnTo>
                  <a:lnTo>
                    <a:pt x="204418" y="105946"/>
                  </a:lnTo>
                  <a:lnTo>
                    <a:pt x="191589" y="107333"/>
                  </a:lnTo>
                  <a:lnTo>
                    <a:pt x="190091" y="106798"/>
                  </a:lnTo>
                  <a:lnTo>
                    <a:pt x="186980" y="103044"/>
                  </a:lnTo>
                  <a:lnTo>
                    <a:pt x="185198" y="102994"/>
                  </a:lnTo>
                  <a:lnTo>
                    <a:pt x="186351" y="107205"/>
                  </a:lnTo>
                  <a:lnTo>
                    <a:pt x="173819" y="103405"/>
                  </a:lnTo>
                  <a:lnTo>
                    <a:pt x="165728" y="104581"/>
                  </a:lnTo>
                  <a:lnTo>
                    <a:pt x="163890" y="105858"/>
                  </a:lnTo>
                  <a:lnTo>
                    <a:pt x="165258" y="107881"/>
                  </a:lnTo>
                  <a:lnTo>
                    <a:pt x="161679" y="109601"/>
                  </a:lnTo>
                  <a:lnTo>
                    <a:pt x="156360" y="110278"/>
                  </a:lnTo>
                  <a:lnTo>
                    <a:pt x="153426" y="109702"/>
                  </a:lnTo>
                  <a:lnTo>
                    <a:pt x="153139" y="119038"/>
                  </a:lnTo>
                  <a:lnTo>
                    <a:pt x="154239" y="119353"/>
                  </a:lnTo>
                  <a:lnTo>
                    <a:pt x="153139" y="129665"/>
                  </a:lnTo>
                  <a:lnTo>
                    <a:pt x="153828" y="132406"/>
                  </a:lnTo>
                  <a:lnTo>
                    <a:pt x="158174" y="131277"/>
                  </a:lnTo>
                  <a:lnTo>
                    <a:pt x="160084" y="134439"/>
                  </a:lnTo>
                  <a:lnTo>
                    <a:pt x="156046" y="138258"/>
                  </a:lnTo>
                  <a:lnTo>
                    <a:pt x="158661" y="141291"/>
                  </a:lnTo>
                  <a:lnTo>
                    <a:pt x="156381" y="142546"/>
                  </a:lnTo>
                  <a:lnTo>
                    <a:pt x="149558" y="141468"/>
                  </a:lnTo>
                  <a:lnTo>
                    <a:pt x="153791" y="147060"/>
                  </a:lnTo>
                  <a:lnTo>
                    <a:pt x="143151" y="150801"/>
                  </a:lnTo>
                  <a:lnTo>
                    <a:pt x="144862" y="158075"/>
                  </a:lnTo>
                  <a:lnTo>
                    <a:pt x="138468" y="160062"/>
                  </a:lnTo>
                  <a:lnTo>
                    <a:pt x="136199" y="167045"/>
                  </a:lnTo>
                  <a:lnTo>
                    <a:pt x="131126" y="164132"/>
                  </a:lnTo>
                  <a:lnTo>
                    <a:pt x="130235" y="168587"/>
                  </a:lnTo>
                  <a:lnTo>
                    <a:pt x="130299" y="177848"/>
                  </a:lnTo>
                  <a:lnTo>
                    <a:pt x="126571" y="178554"/>
                  </a:lnTo>
                  <a:lnTo>
                    <a:pt x="121399" y="181138"/>
                  </a:lnTo>
                  <a:lnTo>
                    <a:pt x="116904" y="180552"/>
                  </a:lnTo>
                  <a:lnTo>
                    <a:pt x="117253" y="187522"/>
                  </a:lnTo>
                  <a:lnTo>
                    <a:pt x="114074" y="187809"/>
                  </a:lnTo>
                  <a:lnTo>
                    <a:pt x="111466" y="186506"/>
                  </a:lnTo>
                  <a:lnTo>
                    <a:pt x="106185" y="185490"/>
                  </a:lnTo>
                  <a:lnTo>
                    <a:pt x="103614" y="186010"/>
                  </a:lnTo>
                  <a:lnTo>
                    <a:pt x="100683" y="187622"/>
                  </a:lnTo>
                  <a:lnTo>
                    <a:pt x="97459" y="190733"/>
                  </a:lnTo>
                  <a:lnTo>
                    <a:pt x="100725" y="196825"/>
                  </a:lnTo>
                  <a:lnTo>
                    <a:pt x="99536" y="197098"/>
                  </a:lnTo>
                  <a:lnTo>
                    <a:pt x="89640" y="192986"/>
                  </a:lnTo>
                  <a:lnTo>
                    <a:pt x="89417" y="192289"/>
                  </a:lnTo>
                  <a:lnTo>
                    <a:pt x="88596" y="189996"/>
                  </a:lnTo>
                  <a:lnTo>
                    <a:pt x="84480" y="187117"/>
                  </a:lnTo>
                  <a:lnTo>
                    <a:pt x="81612" y="183996"/>
                  </a:lnTo>
                  <a:lnTo>
                    <a:pt x="81900" y="178400"/>
                  </a:lnTo>
                  <a:lnTo>
                    <a:pt x="79270" y="175192"/>
                  </a:lnTo>
                  <a:lnTo>
                    <a:pt x="74121" y="172276"/>
                  </a:lnTo>
                  <a:lnTo>
                    <a:pt x="68009" y="170024"/>
                  </a:lnTo>
                  <a:lnTo>
                    <a:pt x="60998" y="165806"/>
                  </a:lnTo>
                  <a:lnTo>
                    <a:pt x="53511" y="163532"/>
                  </a:lnTo>
                  <a:lnTo>
                    <a:pt x="53192" y="158544"/>
                  </a:lnTo>
                  <a:lnTo>
                    <a:pt x="50942" y="154799"/>
                  </a:lnTo>
                  <a:lnTo>
                    <a:pt x="47395" y="143312"/>
                  </a:lnTo>
                  <a:lnTo>
                    <a:pt x="32807" y="129727"/>
                  </a:lnTo>
                  <a:lnTo>
                    <a:pt x="28584" y="122437"/>
                  </a:lnTo>
                  <a:lnTo>
                    <a:pt x="29029" y="121492"/>
                  </a:lnTo>
                  <a:lnTo>
                    <a:pt x="34417" y="118681"/>
                  </a:lnTo>
                  <a:lnTo>
                    <a:pt x="36295" y="124149"/>
                  </a:lnTo>
                  <a:lnTo>
                    <a:pt x="36812" y="124558"/>
                  </a:lnTo>
                  <a:lnTo>
                    <a:pt x="39112" y="122907"/>
                  </a:lnTo>
                  <a:lnTo>
                    <a:pt x="39715" y="118660"/>
                  </a:lnTo>
                  <a:lnTo>
                    <a:pt x="36305" y="113846"/>
                  </a:lnTo>
                  <a:lnTo>
                    <a:pt x="33937" y="115032"/>
                  </a:lnTo>
                  <a:lnTo>
                    <a:pt x="31607" y="114884"/>
                  </a:lnTo>
                  <a:lnTo>
                    <a:pt x="26910" y="110913"/>
                  </a:lnTo>
                  <a:lnTo>
                    <a:pt x="20442" y="108207"/>
                  </a:lnTo>
                  <a:lnTo>
                    <a:pt x="18383" y="103381"/>
                  </a:lnTo>
                  <a:lnTo>
                    <a:pt x="12677" y="94970"/>
                  </a:lnTo>
                  <a:lnTo>
                    <a:pt x="4786" y="92766"/>
                  </a:lnTo>
                  <a:lnTo>
                    <a:pt x="4609" y="92255"/>
                  </a:lnTo>
                  <a:lnTo>
                    <a:pt x="7392" y="90209"/>
                  </a:lnTo>
                  <a:lnTo>
                    <a:pt x="4093" y="78445"/>
                  </a:lnTo>
                  <a:lnTo>
                    <a:pt x="6852" y="73586"/>
                  </a:lnTo>
                  <a:lnTo>
                    <a:pt x="1793" y="60828"/>
                  </a:lnTo>
                  <a:lnTo>
                    <a:pt x="3016" y="55918"/>
                  </a:lnTo>
                  <a:lnTo>
                    <a:pt x="2520" y="52257"/>
                  </a:lnTo>
                  <a:lnTo>
                    <a:pt x="0" y="46360"/>
                  </a:lnTo>
                  <a:lnTo>
                    <a:pt x="4718" y="44499"/>
                  </a:lnTo>
                  <a:lnTo>
                    <a:pt x="6172" y="45991"/>
                  </a:lnTo>
                  <a:lnTo>
                    <a:pt x="23539" y="47798"/>
                  </a:lnTo>
                  <a:lnTo>
                    <a:pt x="27993" y="28285"/>
                  </a:lnTo>
                  <a:lnTo>
                    <a:pt x="38810" y="15252"/>
                  </a:lnTo>
                  <a:lnTo>
                    <a:pt x="39454" y="12731"/>
                  </a:lnTo>
                  <a:lnTo>
                    <a:pt x="35575" y="8205"/>
                  </a:lnTo>
                  <a:lnTo>
                    <a:pt x="45021" y="349"/>
                  </a:lnTo>
                  <a:lnTo>
                    <a:pt x="47095" y="2849"/>
                  </a:lnTo>
                  <a:lnTo>
                    <a:pt x="50800" y="0"/>
                  </a:lnTo>
                  <a:lnTo>
                    <a:pt x="56541" y="5921"/>
                  </a:lnTo>
                  <a:lnTo>
                    <a:pt x="59266" y="6599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7" name="ph5517"/>
            <p:cNvSpPr/>
            <p:nvPr/>
          </p:nvSpPr>
          <p:spPr>
            <a:xfrm>
              <a:off x="5603063" y="1750721"/>
              <a:ext cx="44423" cy="61834"/>
            </a:xfrm>
            <a:custGeom>
              <a:avLst/>
              <a:pathLst>
                <a:path w="44423" h="61834">
                  <a:moveTo>
                    <a:pt x="40753" y="18665"/>
                  </a:moveTo>
                  <a:lnTo>
                    <a:pt x="44423" y="29616"/>
                  </a:lnTo>
                  <a:lnTo>
                    <a:pt x="38287" y="45932"/>
                  </a:lnTo>
                  <a:lnTo>
                    <a:pt x="33508" y="53840"/>
                  </a:lnTo>
                  <a:lnTo>
                    <a:pt x="33705" y="58738"/>
                  </a:lnTo>
                  <a:lnTo>
                    <a:pt x="32863" y="60021"/>
                  </a:lnTo>
                  <a:lnTo>
                    <a:pt x="28499" y="61834"/>
                  </a:lnTo>
                  <a:lnTo>
                    <a:pt x="20546" y="58253"/>
                  </a:lnTo>
                  <a:lnTo>
                    <a:pt x="18057" y="54974"/>
                  </a:lnTo>
                  <a:lnTo>
                    <a:pt x="11776" y="54091"/>
                  </a:lnTo>
                  <a:lnTo>
                    <a:pt x="10761" y="51531"/>
                  </a:lnTo>
                  <a:lnTo>
                    <a:pt x="2430" y="46220"/>
                  </a:lnTo>
                  <a:lnTo>
                    <a:pt x="0" y="43044"/>
                  </a:lnTo>
                  <a:lnTo>
                    <a:pt x="6435" y="38810"/>
                  </a:lnTo>
                  <a:lnTo>
                    <a:pt x="9932" y="34621"/>
                  </a:lnTo>
                  <a:lnTo>
                    <a:pt x="10201" y="31106"/>
                  </a:lnTo>
                  <a:lnTo>
                    <a:pt x="8819" y="26442"/>
                  </a:lnTo>
                  <a:lnTo>
                    <a:pt x="9501" y="19475"/>
                  </a:lnTo>
                  <a:lnTo>
                    <a:pt x="13846" y="5883"/>
                  </a:lnTo>
                  <a:lnTo>
                    <a:pt x="16099" y="2678"/>
                  </a:lnTo>
                  <a:lnTo>
                    <a:pt x="18773" y="2430"/>
                  </a:lnTo>
                  <a:lnTo>
                    <a:pt x="19622" y="3637"/>
                  </a:lnTo>
                  <a:lnTo>
                    <a:pt x="21516" y="4201"/>
                  </a:lnTo>
                  <a:lnTo>
                    <a:pt x="27507" y="112"/>
                  </a:lnTo>
                  <a:lnTo>
                    <a:pt x="35461" y="0"/>
                  </a:lnTo>
                  <a:lnTo>
                    <a:pt x="37599" y="6231"/>
                  </a:lnTo>
                  <a:lnTo>
                    <a:pt x="36596" y="1173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8" name="ph5518"/>
            <p:cNvSpPr/>
            <p:nvPr/>
          </p:nvSpPr>
          <p:spPr>
            <a:xfrm>
              <a:off x="5814972" y="1571240"/>
              <a:ext cx="50507" cy="65476"/>
            </a:xfrm>
            <a:custGeom>
              <a:avLst/>
              <a:pathLst>
                <a:path w="50507" h="65476">
                  <a:moveTo>
                    <a:pt x="18200" y="1262"/>
                  </a:moveTo>
                  <a:lnTo>
                    <a:pt x="17717" y="14021"/>
                  </a:lnTo>
                  <a:lnTo>
                    <a:pt x="19919" y="14108"/>
                  </a:lnTo>
                  <a:lnTo>
                    <a:pt x="19353" y="11674"/>
                  </a:lnTo>
                  <a:lnTo>
                    <a:pt x="23598" y="11639"/>
                  </a:lnTo>
                  <a:lnTo>
                    <a:pt x="23484" y="14135"/>
                  </a:lnTo>
                  <a:lnTo>
                    <a:pt x="31634" y="7814"/>
                  </a:lnTo>
                  <a:lnTo>
                    <a:pt x="44032" y="7703"/>
                  </a:lnTo>
                  <a:lnTo>
                    <a:pt x="44370" y="6542"/>
                  </a:lnTo>
                  <a:lnTo>
                    <a:pt x="47052" y="7884"/>
                  </a:lnTo>
                  <a:lnTo>
                    <a:pt x="48095" y="11449"/>
                  </a:lnTo>
                  <a:lnTo>
                    <a:pt x="41471" y="14734"/>
                  </a:lnTo>
                  <a:lnTo>
                    <a:pt x="41654" y="17564"/>
                  </a:lnTo>
                  <a:lnTo>
                    <a:pt x="43551" y="21418"/>
                  </a:lnTo>
                  <a:lnTo>
                    <a:pt x="49519" y="26653"/>
                  </a:lnTo>
                  <a:lnTo>
                    <a:pt x="50507" y="29018"/>
                  </a:lnTo>
                  <a:lnTo>
                    <a:pt x="47668" y="35974"/>
                  </a:lnTo>
                  <a:lnTo>
                    <a:pt x="50158" y="35409"/>
                  </a:lnTo>
                  <a:lnTo>
                    <a:pt x="50276" y="38037"/>
                  </a:lnTo>
                  <a:lnTo>
                    <a:pt x="49347" y="43078"/>
                  </a:lnTo>
                  <a:lnTo>
                    <a:pt x="48064" y="45461"/>
                  </a:lnTo>
                  <a:lnTo>
                    <a:pt x="48845" y="47791"/>
                  </a:lnTo>
                  <a:lnTo>
                    <a:pt x="40158" y="51068"/>
                  </a:lnTo>
                  <a:lnTo>
                    <a:pt x="41951" y="56205"/>
                  </a:lnTo>
                  <a:lnTo>
                    <a:pt x="39223" y="58324"/>
                  </a:lnTo>
                  <a:lnTo>
                    <a:pt x="36399" y="59867"/>
                  </a:lnTo>
                  <a:lnTo>
                    <a:pt x="30828" y="61305"/>
                  </a:lnTo>
                  <a:lnTo>
                    <a:pt x="26730" y="57039"/>
                  </a:lnTo>
                  <a:lnTo>
                    <a:pt x="25530" y="57425"/>
                  </a:lnTo>
                  <a:lnTo>
                    <a:pt x="22264" y="65019"/>
                  </a:lnTo>
                  <a:lnTo>
                    <a:pt x="5344" y="65476"/>
                  </a:lnTo>
                  <a:lnTo>
                    <a:pt x="4938" y="61890"/>
                  </a:lnTo>
                  <a:lnTo>
                    <a:pt x="138" y="60612"/>
                  </a:lnTo>
                  <a:lnTo>
                    <a:pt x="631" y="58435"/>
                  </a:lnTo>
                  <a:lnTo>
                    <a:pt x="0" y="54528"/>
                  </a:lnTo>
                  <a:lnTo>
                    <a:pt x="4685" y="50754"/>
                  </a:lnTo>
                  <a:lnTo>
                    <a:pt x="1968" y="41510"/>
                  </a:lnTo>
                  <a:lnTo>
                    <a:pt x="709" y="31662"/>
                  </a:lnTo>
                  <a:lnTo>
                    <a:pt x="1413" y="30693"/>
                  </a:lnTo>
                  <a:lnTo>
                    <a:pt x="3331" y="27796"/>
                  </a:lnTo>
                  <a:lnTo>
                    <a:pt x="2847" y="25734"/>
                  </a:lnTo>
                  <a:lnTo>
                    <a:pt x="3495" y="23124"/>
                  </a:lnTo>
                  <a:lnTo>
                    <a:pt x="5776" y="20513"/>
                  </a:lnTo>
                  <a:lnTo>
                    <a:pt x="13193" y="16169"/>
                  </a:lnTo>
                  <a:lnTo>
                    <a:pt x="11638" y="5571"/>
                  </a:lnTo>
                  <a:lnTo>
                    <a:pt x="1440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9" name="ph5519"/>
            <p:cNvSpPr/>
            <p:nvPr/>
          </p:nvSpPr>
          <p:spPr>
            <a:xfrm>
              <a:off x="5796843" y="1904616"/>
              <a:ext cx="37096" cy="35088"/>
            </a:xfrm>
            <a:custGeom>
              <a:avLst/>
              <a:pathLst>
                <a:path w="37096" h="35088">
                  <a:moveTo>
                    <a:pt x="15780" y="0"/>
                  </a:moveTo>
                  <a:lnTo>
                    <a:pt x="24686" y="1088"/>
                  </a:lnTo>
                  <a:lnTo>
                    <a:pt x="25917" y="3085"/>
                  </a:lnTo>
                  <a:lnTo>
                    <a:pt x="25281" y="4425"/>
                  </a:lnTo>
                  <a:lnTo>
                    <a:pt x="36825" y="13597"/>
                  </a:lnTo>
                  <a:lnTo>
                    <a:pt x="37096" y="16803"/>
                  </a:lnTo>
                  <a:lnTo>
                    <a:pt x="27110" y="35088"/>
                  </a:lnTo>
                  <a:lnTo>
                    <a:pt x="19477" y="33952"/>
                  </a:lnTo>
                  <a:lnTo>
                    <a:pt x="11492" y="31035"/>
                  </a:lnTo>
                  <a:lnTo>
                    <a:pt x="3562" y="29156"/>
                  </a:lnTo>
                  <a:lnTo>
                    <a:pt x="2095" y="28542"/>
                  </a:lnTo>
                  <a:lnTo>
                    <a:pt x="135" y="24289"/>
                  </a:lnTo>
                  <a:lnTo>
                    <a:pt x="210" y="24161"/>
                  </a:lnTo>
                  <a:lnTo>
                    <a:pt x="320" y="23341"/>
                  </a:lnTo>
                  <a:lnTo>
                    <a:pt x="0" y="22435"/>
                  </a:lnTo>
                  <a:lnTo>
                    <a:pt x="3297" y="19707"/>
                  </a:lnTo>
                  <a:lnTo>
                    <a:pt x="7010" y="13800"/>
                  </a:lnTo>
                  <a:lnTo>
                    <a:pt x="6437" y="12949"/>
                  </a:lnTo>
                  <a:lnTo>
                    <a:pt x="6839" y="9173"/>
                  </a:lnTo>
                  <a:lnTo>
                    <a:pt x="11454" y="6647"/>
                  </a:lnTo>
                  <a:lnTo>
                    <a:pt x="12367" y="111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0" name="ph5520"/>
            <p:cNvSpPr/>
            <p:nvPr/>
          </p:nvSpPr>
          <p:spPr>
            <a:xfrm>
              <a:off x="5914316" y="1519672"/>
              <a:ext cx="76551" cy="79275"/>
            </a:xfrm>
            <a:custGeom>
              <a:avLst/>
              <a:pathLst>
                <a:path w="76551" h="79275">
                  <a:moveTo>
                    <a:pt x="71293" y="5629"/>
                  </a:moveTo>
                  <a:lnTo>
                    <a:pt x="69899" y="15437"/>
                  </a:lnTo>
                  <a:lnTo>
                    <a:pt x="72446" y="16089"/>
                  </a:lnTo>
                  <a:lnTo>
                    <a:pt x="68621" y="36495"/>
                  </a:lnTo>
                  <a:lnTo>
                    <a:pt x="72711" y="38957"/>
                  </a:lnTo>
                  <a:lnTo>
                    <a:pt x="73317" y="48716"/>
                  </a:lnTo>
                  <a:lnTo>
                    <a:pt x="76551" y="55994"/>
                  </a:lnTo>
                  <a:lnTo>
                    <a:pt x="76010" y="56637"/>
                  </a:lnTo>
                  <a:lnTo>
                    <a:pt x="73393" y="56827"/>
                  </a:lnTo>
                  <a:lnTo>
                    <a:pt x="70014" y="55706"/>
                  </a:lnTo>
                  <a:lnTo>
                    <a:pt x="67124" y="52407"/>
                  </a:lnTo>
                  <a:lnTo>
                    <a:pt x="65557" y="52867"/>
                  </a:lnTo>
                  <a:lnTo>
                    <a:pt x="62196" y="62143"/>
                  </a:lnTo>
                  <a:lnTo>
                    <a:pt x="53878" y="60575"/>
                  </a:lnTo>
                  <a:lnTo>
                    <a:pt x="42932" y="77831"/>
                  </a:lnTo>
                  <a:lnTo>
                    <a:pt x="39042" y="79275"/>
                  </a:lnTo>
                  <a:lnTo>
                    <a:pt x="39418" y="77357"/>
                  </a:lnTo>
                  <a:lnTo>
                    <a:pt x="38651" y="77072"/>
                  </a:lnTo>
                  <a:lnTo>
                    <a:pt x="27213" y="75620"/>
                  </a:lnTo>
                  <a:lnTo>
                    <a:pt x="25899" y="76320"/>
                  </a:lnTo>
                  <a:lnTo>
                    <a:pt x="24045" y="74514"/>
                  </a:lnTo>
                  <a:lnTo>
                    <a:pt x="24129" y="70978"/>
                  </a:lnTo>
                  <a:lnTo>
                    <a:pt x="13843" y="66263"/>
                  </a:lnTo>
                  <a:lnTo>
                    <a:pt x="15009" y="64005"/>
                  </a:lnTo>
                  <a:lnTo>
                    <a:pt x="17844" y="64577"/>
                  </a:lnTo>
                  <a:lnTo>
                    <a:pt x="23034" y="63693"/>
                  </a:lnTo>
                  <a:lnTo>
                    <a:pt x="17536" y="53659"/>
                  </a:lnTo>
                  <a:lnTo>
                    <a:pt x="18034" y="48343"/>
                  </a:lnTo>
                  <a:lnTo>
                    <a:pt x="15128" y="45778"/>
                  </a:lnTo>
                  <a:lnTo>
                    <a:pt x="15459" y="38808"/>
                  </a:lnTo>
                  <a:lnTo>
                    <a:pt x="13709" y="35385"/>
                  </a:lnTo>
                  <a:lnTo>
                    <a:pt x="10949" y="35270"/>
                  </a:lnTo>
                  <a:lnTo>
                    <a:pt x="4174" y="31679"/>
                  </a:lnTo>
                  <a:lnTo>
                    <a:pt x="4075" y="27642"/>
                  </a:lnTo>
                  <a:lnTo>
                    <a:pt x="3181" y="28150"/>
                  </a:lnTo>
                  <a:lnTo>
                    <a:pt x="52" y="26888"/>
                  </a:lnTo>
                  <a:lnTo>
                    <a:pt x="0" y="19361"/>
                  </a:lnTo>
                  <a:lnTo>
                    <a:pt x="3130" y="19717"/>
                  </a:lnTo>
                  <a:lnTo>
                    <a:pt x="10048" y="17862"/>
                  </a:lnTo>
                  <a:lnTo>
                    <a:pt x="10322" y="14337"/>
                  </a:lnTo>
                  <a:lnTo>
                    <a:pt x="17479" y="9607"/>
                  </a:lnTo>
                  <a:lnTo>
                    <a:pt x="20190" y="7825"/>
                  </a:lnTo>
                  <a:lnTo>
                    <a:pt x="20567" y="3463"/>
                  </a:lnTo>
                  <a:lnTo>
                    <a:pt x="37996" y="4419"/>
                  </a:lnTo>
                  <a:lnTo>
                    <a:pt x="41441" y="3622"/>
                  </a:lnTo>
                  <a:lnTo>
                    <a:pt x="43128" y="7855"/>
                  </a:lnTo>
                  <a:lnTo>
                    <a:pt x="54358" y="8645"/>
                  </a:lnTo>
                  <a:lnTo>
                    <a:pt x="58023" y="7210"/>
                  </a:lnTo>
                  <a:lnTo>
                    <a:pt x="59410" y="3205"/>
                  </a:lnTo>
                  <a:lnTo>
                    <a:pt x="6412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1" name="ph5521"/>
            <p:cNvSpPr/>
            <p:nvPr/>
          </p:nvSpPr>
          <p:spPr>
            <a:xfrm>
              <a:off x="5981791" y="1806171"/>
              <a:ext cx="52482" cy="28956"/>
            </a:xfrm>
            <a:custGeom>
              <a:avLst/>
              <a:pathLst>
                <a:path w="52482" h="28956">
                  <a:moveTo>
                    <a:pt x="23018" y="317"/>
                  </a:moveTo>
                  <a:lnTo>
                    <a:pt x="24557" y="3900"/>
                  </a:lnTo>
                  <a:lnTo>
                    <a:pt x="33593" y="3330"/>
                  </a:lnTo>
                  <a:lnTo>
                    <a:pt x="33084" y="485"/>
                  </a:lnTo>
                  <a:lnTo>
                    <a:pt x="37823" y="2424"/>
                  </a:lnTo>
                  <a:lnTo>
                    <a:pt x="38212" y="3887"/>
                  </a:lnTo>
                  <a:lnTo>
                    <a:pt x="40536" y="5384"/>
                  </a:lnTo>
                  <a:lnTo>
                    <a:pt x="43030" y="6008"/>
                  </a:lnTo>
                  <a:lnTo>
                    <a:pt x="47099" y="5264"/>
                  </a:lnTo>
                  <a:lnTo>
                    <a:pt x="48585" y="3436"/>
                  </a:lnTo>
                  <a:lnTo>
                    <a:pt x="51610" y="6900"/>
                  </a:lnTo>
                  <a:lnTo>
                    <a:pt x="52482" y="11336"/>
                  </a:lnTo>
                  <a:lnTo>
                    <a:pt x="50612" y="20787"/>
                  </a:lnTo>
                  <a:lnTo>
                    <a:pt x="48981" y="22918"/>
                  </a:lnTo>
                  <a:lnTo>
                    <a:pt x="48043" y="26622"/>
                  </a:lnTo>
                  <a:lnTo>
                    <a:pt x="48107" y="28822"/>
                  </a:lnTo>
                  <a:lnTo>
                    <a:pt x="41265" y="27453"/>
                  </a:lnTo>
                  <a:lnTo>
                    <a:pt x="36660" y="27479"/>
                  </a:lnTo>
                  <a:lnTo>
                    <a:pt x="29029" y="28956"/>
                  </a:lnTo>
                  <a:lnTo>
                    <a:pt x="25882" y="27547"/>
                  </a:lnTo>
                  <a:lnTo>
                    <a:pt x="20578" y="17306"/>
                  </a:lnTo>
                  <a:lnTo>
                    <a:pt x="14102" y="18982"/>
                  </a:lnTo>
                  <a:lnTo>
                    <a:pt x="7244" y="19589"/>
                  </a:lnTo>
                  <a:lnTo>
                    <a:pt x="5575" y="18767"/>
                  </a:lnTo>
                  <a:lnTo>
                    <a:pt x="2569" y="12866"/>
                  </a:lnTo>
                  <a:lnTo>
                    <a:pt x="2288" y="9448"/>
                  </a:lnTo>
                  <a:lnTo>
                    <a:pt x="0" y="3371"/>
                  </a:lnTo>
                  <a:lnTo>
                    <a:pt x="1851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2" name="ph5522"/>
            <p:cNvSpPr/>
            <p:nvPr/>
          </p:nvSpPr>
          <p:spPr>
            <a:xfrm>
              <a:off x="5854196" y="1561183"/>
              <a:ext cx="87575" cy="88135"/>
            </a:xfrm>
            <a:custGeom>
              <a:avLst/>
              <a:pathLst>
                <a:path w="87575" h="88135">
                  <a:moveTo>
                    <a:pt x="37027" y="2273"/>
                  </a:moveTo>
                  <a:lnTo>
                    <a:pt x="37222" y="4592"/>
                  </a:lnTo>
                  <a:lnTo>
                    <a:pt x="30639" y="6996"/>
                  </a:lnTo>
                  <a:lnTo>
                    <a:pt x="31690" y="8565"/>
                  </a:lnTo>
                  <a:lnTo>
                    <a:pt x="36940" y="17317"/>
                  </a:lnTo>
                  <a:lnTo>
                    <a:pt x="49504" y="34047"/>
                  </a:lnTo>
                  <a:lnTo>
                    <a:pt x="53455" y="36377"/>
                  </a:lnTo>
                  <a:lnTo>
                    <a:pt x="72824" y="37235"/>
                  </a:lnTo>
                  <a:lnTo>
                    <a:pt x="74390" y="43523"/>
                  </a:lnTo>
                  <a:lnTo>
                    <a:pt x="87342" y="44424"/>
                  </a:lnTo>
                  <a:lnTo>
                    <a:pt x="87575" y="49058"/>
                  </a:lnTo>
                  <a:lnTo>
                    <a:pt x="80715" y="49875"/>
                  </a:lnTo>
                  <a:lnTo>
                    <a:pt x="79982" y="64189"/>
                  </a:lnTo>
                  <a:lnTo>
                    <a:pt x="72027" y="64261"/>
                  </a:lnTo>
                  <a:lnTo>
                    <a:pt x="64932" y="76134"/>
                  </a:lnTo>
                  <a:lnTo>
                    <a:pt x="57033" y="77065"/>
                  </a:lnTo>
                  <a:lnTo>
                    <a:pt x="48847" y="85216"/>
                  </a:lnTo>
                  <a:lnTo>
                    <a:pt x="42085" y="80005"/>
                  </a:lnTo>
                  <a:lnTo>
                    <a:pt x="38127" y="80993"/>
                  </a:lnTo>
                  <a:lnTo>
                    <a:pt x="33771" y="84427"/>
                  </a:lnTo>
                  <a:lnTo>
                    <a:pt x="33533" y="87528"/>
                  </a:lnTo>
                  <a:lnTo>
                    <a:pt x="25632" y="88135"/>
                  </a:lnTo>
                  <a:lnTo>
                    <a:pt x="11413" y="85860"/>
                  </a:lnTo>
                  <a:lnTo>
                    <a:pt x="10027" y="82813"/>
                  </a:lnTo>
                  <a:lnTo>
                    <a:pt x="4206" y="76944"/>
                  </a:lnTo>
                  <a:lnTo>
                    <a:pt x="9397" y="74346"/>
                  </a:lnTo>
                  <a:lnTo>
                    <a:pt x="999" y="72298"/>
                  </a:lnTo>
                  <a:lnTo>
                    <a:pt x="0" y="68381"/>
                  </a:lnTo>
                  <a:lnTo>
                    <a:pt x="2728" y="66262"/>
                  </a:lnTo>
                  <a:lnTo>
                    <a:pt x="935" y="61125"/>
                  </a:lnTo>
                  <a:lnTo>
                    <a:pt x="9621" y="57847"/>
                  </a:lnTo>
                  <a:lnTo>
                    <a:pt x="8841" y="55517"/>
                  </a:lnTo>
                  <a:lnTo>
                    <a:pt x="10124" y="53134"/>
                  </a:lnTo>
                  <a:lnTo>
                    <a:pt x="11053" y="48093"/>
                  </a:lnTo>
                  <a:lnTo>
                    <a:pt x="10934" y="45465"/>
                  </a:lnTo>
                  <a:lnTo>
                    <a:pt x="8445" y="46031"/>
                  </a:lnTo>
                  <a:lnTo>
                    <a:pt x="11283" y="39075"/>
                  </a:lnTo>
                  <a:lnTo>
                    <a:pt x="10295" y="36709"/>
                  </a:lnTo>
                  <a:lnTo>
                    <a:pt x="4328" y="31475"/>
                  </a:lnTo>
                  <a:lnTo>
                    <a:pt x="2431" y="27621"/>
                  </a:lnTo>
                  <a:lnTo>
                    <a:pt x="2248" y="24791"/>
                  </a:lnTo>
                  <a:lnTo>
                    <a:pt x="8872" y="21505"/>
                  </a:lnTo>
                  <a:lnTo>
                    <a:pt x="7829" y="17941"/>
                  </a:lnTo>
                  <a:lnTo>
                    <a:pt x="5147" y="16599"/>
                  </a:lnTo>
                  <a:lnTo>
                    <a:pt x="5778" y="8855"/>
                  </a:lnTo>
                  <a:lnTo>
                    <a:pt x="12455" y="5943"/>
                  </a:lnTo>
                  <a:lnTo>
                    <a:pt x="929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3" name="ph5523"/>
            <p:cNvSpPr/>
            <p:nvPr/>
          </p:nvSpPr>
          <p:spPr>
            <a:xfrm>
              <a:off x="5792375" y="1516243"/>
              <a:ext cx="74275" cy="69132"/>
            </a:xfrm>
            <a:custGeom>
              <a:avLst/>
              <a:pathLst>
                <a:path w="74275" h="69132">
                  <a:moveTo>
                    <a:pt x="55070" y="12193"/>
                  </a:moveTo>
                  <a:lnTo>
                    <a:pt x="59994" y="9055"/>
                  </a:lnTo>
                  <a:lnTo>
                    <a:pt x="65402" y="15813"/>
                  </a:lnTo>
                  <a:lnTo>
                    <a:pt x="61762" y="17650"/>
                  </a:lnTo>
                  <a:lnTo>
                    <a:pt x="63682" y="24541"/>
                  </a:lnTo>
                  <a:lnTo>
                    <a:pt x="64934" y="25093"/>
                  </a:lnTo>
                  <a:lnTo>
                    <a:pt x="60921" y="36410"/>
                  </a:lnTo>
                  <a:lnTo>
                    <a:pt x="60280" y="42540"/>
                  </a:lnTo>
                  <a:lnTo>
                    <a:pt x="61302" y="43438"/>
                  </a:lnTo>
                  <a:lnTo>
                    <a:pt x="62994" y="43050"/>
                  </a:lnTo>
                  <a:lnTo>
                    <a:pt x="64098" y="40638"/>
                  </a:lnTo>
                  <a:lnTo>
                    <a:pt x="68067" y="39227"/>
                  </a:lnTo>
                  <a:lnTo>
                    <a:pt x="71118" y="44940"/>
                  </a:lnTo>
                  <a:lnTo>
                    <a:pt x="74275" y="50883"/>
                  </a:lnTo>
                  <a:lnTo>
                    <a:pt x="67598" y="53795"/>
                  </a:lnTo>
                  <a:lnTo>
                    <a:pt x="66967" y="61539"/>
                  </a:lnTo>
                  <a:lnTo>
                    <a:pt x="66629" y="62700"/>
                  </a:lnTo>
                  <a:lnTo>
                    <a:pt x="54231" y="62811"/>
                  </a:lnTo>
                  <a:lnTo>
                    <a:pt x="46081" y="69132"/>
                  </a:lnTo>
                  <a:lnTo>
                    <a:pt x="46195" y="66636"/>
                  </a:lnTo>
                  <a:lnTo>
                    <a:pt x="41950" y="66671"/>
                  </a:lnTo>
                  <a:lnTo>
                    <a:pt x="42516" y="69105"/>
                  </a:lnTo>
                  <a:lnTo>
                    <a:pt x="40314" y="69018"/>
                  </a:lnTo>
                  <a:lnTo>
                    <a:pt x="40796" y="56259"/>
                  </a:lnTo>
                  <a:lnTo>
                    <a:pt x="37000" y="54996"/>
                  </a:lnTo>
                  <a:lnTo>
                    <a:pt x="34235" y="60567"/>
                  </a:lnTo>
                  <a:lnTo>
                    <a:pt x="31700" y="61112"/>
                  </a:lnTo>
                  <a:lnTo>
                    <a:pt x="28562" y="60142"/>
                  </a:lnTo>
                  <a:lnTo>
                    <a:pt x="29439" y="57205"/>
                  </a:lnTo>
                  <a:lnTo>
                    <a:pt x="33461" y="55149"/>
                  </a:lnTo>
                  <a:lnTo>
                    <a:pt x="32000" y="53129"/>
                  </a:lnTo>
                  <a:lnTo>
                    <a:pt x="27913" y="55003"/>
                  </a:lnTo>
                  <a:lnTo>
                    <a:pt x="28228" y="49268"/>
                  </a:lnTo>
                  <a:lnTo>
                    <a:pt x="27155" y="48520"/>
                  </a:lnTo>
                  <a:lnTo>
                    <a:pt x="24848" y="51605"/>
                  </a:lnTo>
                  <a:lnTo>
                    <a:pt x="6397" y="46634"/>
                  </a:lnTo>
                  <a:lnTo>
                    <a:pt x="5935" y="42655"/>
                  </a:lnTo>
                  <a:lnTo>
                    <a:pt x="8337" y="38951"/>
                  </a:lnTo>
                  <a:lnTo>
                    <a:pt x="3263" y="31220"/>
                  </a:lnTo>
                  <a:lnTo>
                    <a:pt x="7146" y="26364"/>
                  </a:lnTo>
                  <a:lnTo>
                    <a:pt x="7449" y="23507"/>
                  </a:lnTo>
                  <a:lnTo>
                    <a:pt x="4387" y="22900"/>
                  </a:lnTo>
                  <a:lnTo>
                    <a:pt x="4442" y="16674"/>
                  </a:lnTo>
                  <a:lnTo>
                    <a:pt x="2679" y="15395"/>
                  </a:lnTo>
                  <a:lnTo>
                    <a:pt x="0" y="7689"/>
                  </a:lnTo>
                  <a:lnTo>
                    <a:pt x="9414" y="7937"/>
                  </a:lnTo>
                  <a:lnTo>
                    <a:pt x="13727" y="6011"/>
                  </a:lnTo>
                  <a:lnTo>
                    <a:pt x="25504" y="9230"/>
                  </a:lnTo>
                  <a:lnTo>
                    <a:pt x="28368" y="5191"/>
                  </a:lnTo>
                  <a:lnTo>
                    <a:pt x="35534" y="3937"/>
                  </a:lnTo>
                  <a:lnTo>
                    <a:pt x="38031" y="7851"/>
                  </a:lnTo>
                  <a:lnTo>
                    <a:pt x="40275" y="5904"/>
                  </a:lnTo>
                  <a:lnTo>
                    <a:pt x="40017" y="4865"/>
                  </a:lnTo>
                  <a:lnTo>
                    <a:pt x="4707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4" name="ph5524"/>
            <p:cNvSpPr/>
            <p:nvPr/>
          </p:nvSpPr>
          <p:spPr>
            <a:xfrm>
              <a:off x="5886188" y="1734678"/>
              <a:ext cx="37777" cy="90294"/>
            </a:xfrm>
            <a:custGeom>
              <a:avLst/>
              <a:pathLst>
                <a:path w="37777" h="90294">
                  <a:moveTo>
                    <a:pt x="19019" y="4219"/>
                  </a:moveTo>
                  <a:lnTo>
                    <a:pt x="19733" y="0"/>
                  </a:lnTo>
                  <a:lnTo>
                    <a:pt x="22028" y="359"/>
                  </a:lnTo>
                  <a:lnTo>
                    <a:pt x="26482" y="3678"/>
                  </a:lnTo>
                  <a:lnTo>
                    <a:pt x="26198" y="5180"/>
                  </a:lnTo>
                  <a:lnTo>
                    <a:pt x="22706" y="6239"/>
                  </a:lnTo>
                  <a:lnTo>
                    <a:pt x="19943" y="8203"/>
                  </a:lnTo>
                  <a:lnTo>
                    <a:pt x="19914" y="11694"/>
                  </a:lnTo>
                  <a:lnTo>
                    <a:pt x="21766" y="13804"/>
                  </a:lnTo>
                  <a:lnTo>
                    <a:pt x="24628" y="14988"/>
                  </a:lnTo>
                  <a:lnTo>
                    <a:pt x="29721" y="21531"/>
                  </a:lnTo>
                  <a:lnTo>
                    <a:pt x="31089" y="51036"/>
                  </a:lnTo>
                  <a:lnTo>
                    <a:pt x="29211" y="51520"/>
                  </a:lnTo>
                  <a:lnTo>
                    <a:pt x="30192" y="58257"/>
                  </a:lnTo>
                  <a:lnTo>
                    <a:pt x="32407" y="63551"/>
                  </a:lnTo>
                  <a:lnTo>
                    <a:pt x="32230" y="80122"/>
                  </a:lnTo>
                  <a:lnTo>
                    <a:pt x="33768" y="84552"/>
                  </a:lnTo>
                  <a:lnTo>
                    <a:pt x="36528" y="83373"/>
                  </a:lnTo>
                  <a:lnTo>
                    <a:pt x="37777" y="86822"/>
                  </a:lnTo>
                  <a:lnTo>
                    <a:pt x="34249" y="87656"/>
                  </a:lnTo>
                  <a:lnTo>
                    <a:pt x="33156" y="90294"/>
                  </a:lnTo>
                  <a:lnTo>
                    <a:pt x="28319" y="83884"/>
                  </a:lnTo>
                  <a:lnTo>
                    <a:pt x="23516" y="80484"/>
                  </a:lnTo>
                  <a:lnTo>
                    <a:pt x="541" y="82482"/>
                  </a:lnTo>
                  <a:lnTo>
                    <a:pt x="0" y="75441"/>
                  </a:lnTo>
                  <a:lnTo>
                    <a:pt x="509" y="71586"/>
                  </a:lnTo>
                  <a:lnTo>
                    <a:pt x="2961" y="71050"/>
                  </a:lnTo>
                  <a:lnTo>
                    <a:pt x="2376" y="74829"/>
                  </a:lnTo>
                  <a:lnTo>
                    <a:pt x="6079" y="73879"/>
                  </a:lnTo>
                  <a:lnTo>
                    <a:pt x="5431" y="67890"/>
                  </a:lnTo>
                  <a:lnTo>
                    <a:pt x="8665" y="63053"/>
                  </a:lnTo>
                  <a:lnTo>
                    <a:pt x="7678" y="58909"/>
                  </a:lnTo>
                  <a:lnTo>
                    <a:pt x="3357" y="53697"/>
                  </a:lnTo>
                  <a:lnTo>
                    <a:pt x="366" y="52719"/>
                  </a:lnTo>
                  <a:lnTo>
                    <a:pt x="2740" y="41201"/>
                  </a:lnTo>
                  <a:lnTo>
                    <a:pt x="5806" y="41888"/>
                  </a:lnTo>
                  <a:lnTo>
                    <a:pt x="19349" y="41272"/>
                  </a:lnTo>
                  <a:lnTo>
                    <a:pt x="18880" y="37539"/>
                  </a:lnTo>
                  <a:lnTo>
                    <a:pt x="20063" y="15118"/>
                  </a:lnTo>
                  <a:lnTo>
                    <a:pt x="15325" y="19347"/>
                  </a:lnTo>
                  <a:lnTo>
                    <a:pt x="13670" y="17474"/>
                  </a:lnTo>
                  <a:lnTo>
                    <a:pt x="13108" y="10207"/>
                  </a:lnTo>
                  <a:lnTo>
                    <a:pt x="7980" y="9435"/>
                  </a:lnTo>
                  <a:lnTo>
                    <a:pt x="8363" y="5215"/>
                  </a:lnTo>
                  <a:lnTo>
                    <a:pt x="9878" y="2633"/>
                  </a:lnTo>
                  <a:lnTo>
                    <a:pt x="14312" y="180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5" name="ph5525"/>
            <p:cNvSpPr/>
            <p:nvPr/>
          </p:nvSpPr>
          <p:spPr>
            <a:xfrm>
              <a:off x="5708779" y="1514169"/>
              <a:ext cx="34894" cy="71135"/>
            </a:xfrm>
            <a:custGeom>
              <a:avLst/>
              <a:pathLst>
                <a:path w="34894" h="71135">
                  <a:moveTo>
                    <a:pt x="26931" y="3094"/>
                  </a:moveTo>
                  <a:lnTo>
                    <a:pt x="27158" y="5757"/>
                  </a:lnTo>
                  <a:lnTo>
                    <a:pt x="27286" y="8200"/>
                  </a:lnTo>
                  <a:lnTo>
                    <a:pt x="26422" y="10181"/>
                  </a:lnTo>
                  <a:lnTo>
                    <a:pt x="23467" y="13111"/>
                  </a:lnTo>
                  <a:lnTo>
                    <a:pt x="24601" y="22963"/>
                  </a:lnTo>
                  <a:lnTo>
                    <a:pt x="20028" y="23217"/>
                  </a:lnTo>
                  <a:lnTo>
                    <a:pt x="19515" y="31488"/>
                  </a:lnTo>
                  <a:lnTo>
                    <a:pt x="17520" y="34511"/>
                  </a:lnTo>
                  <a:lnTo>
                    <a:pt x="20197" y="35592"/>
                  </a:lnTo>
                  <a:lnTo>
                    <a:pt x="22699" y="40333"/>
                  </a:lnTo>
                  <a:lnTo>
                    <a:pt x="27453" y="44321"/>
                  </a:lnTo>
                  <a:lnTo>
                    <a:pt x="33277" y="44540"/>
                  </a:lnTo>
                  <a:lnTo>
                    <a:pt x="34894" y="49559"/>
                  </a:lnTo>
                  <a:lnTo>
                    <a:pt x="31454" y="58593"/>
                  </a:lnTo>
                  <a:lnTo>
                    <a:pt x="31438" y="60894"/>
                  </a:lnTo>
                  <a:lnTo>
                    <a:pt x="30079" y="65845"/>
                  </a:lnTo>
                  <a:lnTo>
                    <a:pt x="24819" y="65845"/>
                  </a:lnTo>
                  <a:lnTo>
                    <a:pt x="21772" y="69612"/>
                  </a:lnTo>
                  <a:lnTo>
                    <a:pt x="16679" y="71135"/>
                  </a:lnTo>
                  <a:lnTo>
                    <a:pt x="17477" y="68485"/>
                  </a:lnTo>
                  <a:lnTo>
                    <a:pt x="16891" y="66839"/>
                  </a:lnTo>
                  <a:lnTo>
                    <a:pt x="13666" y="67132"/>
                  </a:lnTo>
                  <a:lnTo>
                    <a:pt x="10500" y="66396"/>
                  </a:lnTo>
                  <a:lnTo>
                    <a:pt x="11977" y="61283"/>
                  </a:lnTo>
                  <a:lnTo>
                    <a:pt x="5990" y="59400"/>
                  </a:lnTo>
                  <a:lnTo>
                    <a:pt x="3578" y="52132"/>
                  </a:lnTo>
                  <a:lnTo>
                    <a:pt x="1593" y="41008"/>
                  </a:lnTo>
                  <a:lnTo>
                    <a:pt x="0" y="37610"/>
                  </a:lnTo>
                  <a:lnTo>
                    <a:pt x="2026" y="24612"/>
                  </a:lnTo>
                  <a:lnTo>
                    <a:pt x="12893" y="22344"/>
                  </a:lnTo>
                  <a:lnTo>
                    <a:pt x="11055" y="8169"/>
                  </a:lnTo>
                  <a:lnTo>
                    <a:pt x="13416" y="5341"/>
                  </a:lnTo>
                  <a:lnTo>
                    <a:pt x="2253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6" name="ph5526"/>
            <p:cNvSpPr/>
            <p:nvPr/>
          </p:nvSpPr>
          <p:spPr>
            <a:xfrm>
              <a:off x="5892666" y="2030142"/>
              <a:ext cx="52364" cy="52100"/>
            </a:xfrm>
            <a:custGeom>
              <a:avLst/>
              <a:pathLst>
                <a:path w="52364" h="52100">
                  <a:moveTo>
                    <a:pt x="31203" y="76"/>
                  </a:moveTo>
                  <a:lnTo>
                    <a:pt x="33748" y="2213"/>
                  </a:lnTo>
                  <a:lnTo>
                    <a:pt x="38666" y="9606"/>
                  </a:lnTo>
                  <a:lnTo>
                    <a:pt x="40337" y="10625"/>
                  </a:lnTo>
                  <a:lnTo>
                    <a:pt x="44002" y="10747"/>
                  </a:lnTo>
                  <a:lnTo>
                    <a:pt x="43561" y="19042"/>
                  </a:lnTo>
                  <a:lnTo>
                    <a:pt x="46637" y="22249"/>
                  </a:lnTo>
                  <a:lnTo>
                    <a:pt x="47997" y="30238"/>
                  </a:lnTo>
                  <a:lnTo>
                    <a:pt x="47885" y="32649"/>
                  </a:lnTo>
                  <a:lnTo>
                    <a:pt x="45468" y="32532"/>
                  </a:lnTo>
                  <a:lnTo>
                    <a:pt x="45360" y="34490"/>
                  </a:lnTo>
                  <a:lnTo>
                    <a:pt x="46499" y="36180"/>
                  </a:lnTo>
                  <a:lnTo>
                    <a:pt x="50077" y="36369"/>
                  </a:lnTo>
                  <a:lnTo>
                    <a:pt x="52364" y="37689"/>
                  </a:lnTo>
                  <a:lnTo>
                    <a:pt x="51937" y="45503"/>
                  </a:lnTo>
                  <a:lnTo>
                    <a:pt x="48230" y="45529"/>
                  </a:lnTo>
                  <a:lnTo>
                    <a:pt x="47983" y="50609"/>
                  </a:lnTo>
                  <a:lnTo>
                    <a:pt x="40809" y="49649"/>
                  </a:lnTo>
                  <a:lnTo>
                    <a:pt x="40663" y="52100"/>
                  </a:lnTo>
                  <a:lnTo>
                    <a:pt x="35977" y="51843"/>
                  </a:lnTo>
                  <a:lnTo>
                    <a:pt x="30810" y="49106"/>
                  </a:lnTo>
                  <a:lnTo>
                    <a:pt x="28467" y="44579"/>
                  </a:lnTo>
                  <a:lnTo>
                    <a:pt x="23392" y="42513"/>
                  </a:lnTo>
                  <a:lnTo>
                    <a:pt x="8181" y="41815"/>
                  </a:lnTo>
                  <a:lnTo>
                    <a:pt x="6580" y="42696"/>
                  </a:lnTo>
                  <a:lnTo>
                    <a:pt x="5145" y="38497"/>
                  </a:lnTo>
                  <a:lnTo>
                    <a:pt x="230" y="30942"/>
                  </a:lnTo>
                  <a:lnTo>
                    <a:pt x="0" y="29293"/>
                  </a:lnTo>
                  <a:lnTo>
                    <a:pt x="878" y="28739"/>
                  </a:lnTo>
                  <a:lnTo>
                    <a:pt x="4428" y="29138"/>
                  </a:lnTo>
                  <a:lnTo>
                    <a:pt x="6596" y="30293"/>
                  </a:lnTo>
                  <a:lnTo>
                    <a:pt x="5294" y="30796"/>
                  </a:lnTo>
                  <a:lnTo>
                    <a:pt x="4731" y="34036"/>
                  </a:lnTo>
                  <a:lnTo>
                    <a:pt x="8660" y="33682"/>
                  </a:lnTo>
                  <a:lnTo>
                    <a:pt x="11306" y="29612"/>
                  </a:lnTo>
                  <a:lnTo>
                    <a:pt x="11614" y="24795"/>
                  </a:lnTo>
                  <a:lnTo>
                    <a:pt x="16375" y="25077"/>
                  </a:lnTo>
                  <a:lnTo>
                    <a:pt x="16621" y="20309"/>
                  </a:lnTo>
                  <a:lnTo>
                    <a:pt x="23892" y="20449"/>
                  </a:lnTo>
                  <a:lnTo>
                    <a:pt x="25761" y="18392"/>
                  </a:lnTo>
                  <a:lnTo>
                    <a:pt x="26404" y="17220"/>
                  </a:lnTo>
                  <a:lnTo>
                    <a:pt x="27103" y="4774"/>
                  </a:lnTo>
                  <a:lnTo>
                    <a:pt x="19874" y="4412"/>
                  </a:lnTo>
                  <a:lnTo>
                    <a:pt x="17566" y="3566"/>
                  </a:lnTo>
                  <a:lnTo>
                    <a:pt x="16416" y="2276"/>
                  </a:lnTo>
                  <a:lnTo>
                    <a:pt x="16483" y="1089"/>
                  </a:lnTo>
                  <a:lnTo>
                    <a:pt x="28151" y="1791"/>
                  </a:lnTo>
                  <a:lnTo>
                    <a:pt x="29775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7" name="ph5527"/>
            <p:cNvSpPr/>
            <p:nvPr/>
          </p:nvSpPr>
          <p:spPr>
            <a:xfrm>
              <a:off x="5911977" y="1946731"/>
              <a:ext cx="112502" cy="78944"/>
            </a:xfrm>
            <a:custGeom>
              <a:avLst/>
              <a:pathLst>
                <a:path w="112502" h="78944">
                  <a:moveTo>
                    <a:pt x="41753" y="2714"/>
                  </a:moveTo>
                  <a:lnTo>
                    <a:pt x="42251" y="7289"/>
                  </a:lnTo>
                  <a:lnTo>
                    <a:pt x="47575" y="12214"/>
                  </a:lnTo>
                  <a:lnTo>
                    <a:pt x="52479" y="26122"/>
                  </a:lnTo>
                  <a:lnTo>
                    <a:pt x="62702" y="26542"/>
                  </a:lnTo>
                  <a:lnTo>
                    <a:pt x="64071" y="22115"/>
                  </a:lnTo>
                  <a:lnTo>
                    <a:pt x="67240" y="24533"/>
                  </a:lnTo>
                  <a:lnTo>
                    <a:pt x="68741" y="27270"/>
                  </a:lnTo>
                  <a:lnTo>
                    <a:pt x="72602" y="25603"/>
                  </a:lnTo>
                  <a:lnTo>
                    <a:pt x="74195" y="23408"/>
                  </a:lnTo>
                  <a:lnTo>
                    <a:pt x="76135" y="15653"/>
                  </a:lnTo>
                  <a:lnTo>
                    <a:pt x="75271" y="12807"/>
                  </a:lnTo>
                  <a:lnTo>
                    <a:pt x="79502" y="9387"/>
                  </a:lnTo>
                  <a:lnTo>
                    <a:pt x="82233" y="15856"/>
                  </a:lnTo>
                  <a:lnTo>
                    <a:pt x="82274" y="18193"/>
                  </a:lnTo>
                  <a:lnTo>
                    <a:pt x="81453" y="19609"/>
                  </a:lnTo>
                  <a:lnTo>
                    <a:pt x="82354" y="21726"/>
                  </a:lnTo>
                  <a:lnTo>
                    <a:pt x="85167" y="21910"/>
                  </a:lnTo>
                  <a:lnTo>
                    <a:pt x="85552" y="20618"/>
                  </a:lnTo>
                  <a:lnTo>
                    <a:pt x="88068" y="18130"/>
                  </a:lnTo>
                  <a:lnTo>
                    <a:pt x="91076" y="17528"/>
                  </a:lnTo>
                  <a:lnTo>
                    <a:pt x="91408" y="20028"/>
                  </a:lnTo>
                  <a:lnTo>
                    <a:pt x="93219" y="22226"/>
                  </a:lnTo>
                  <a:lnTo>
                    <a:pt x="95706" y="21168"/>
                  </a:lnTo>
                  <a:lnTo>
                    <a:pt x="100699" y="9897"/>
                  </a:lnTo>
                  <a:lnTo>
                    <a:pt x="103787" y="8710"/>
                  </a:lnTo>
                  <a:lnTo>
                    <a:pt x="106615" y="9325"/>
                  </a:lnTo>
                  <a:lnTo>
                    <a:pt x="106797" y="5334"/>
                  </a:lnTo>
                  <a:lnTo>
                    <a:pt x="107260" y="7585"/>
                  </a:lnTo>
                  <a:lnTo>
                    <a:pt x="112502" y="9774"/>
                  </a:lnTo>
                  <a:lnTo>
                    <a:pt x="110364" y="13041"/>
                  </a:lnTo>
                  <a:lnTo>
                    <a:pt x="107489" y="13499"/>
                  </a:lnTo>
                  <a:lnTo>
                    <a:pt x="106183" y="16746"/>
                  </a:lnTo>
                  <a:lnTo>
                    <a:pt x="106732" y="17864"/>
                  </a:lnTo>
                  <a:lnTo>
                    <a:pt x="106105" y="20373"/>
                  </a:lnTo>
                  <a:lnTo>
                    <a:pt x="108231" y="25378"/>
                  </a:lnTo>
                  <a:lnTo>
                    <a:pt x="107868" y="26640"/>
                  </a:lnTo>
                  <a:lnTo>
                    <a:pt x="102331" y="25873"/>
                  </a:lnTo>
                  <a:lnTo>
                    <a:pt x="101659" y="27676"/>
                  </a:lnTo>
                  <a:lnTo>
                    <a:pt x="102794" y="32852"/>
                  </a:lnTo>
                  <a:lnTo>
                    <a:pt x="97725" y="40970"/>
                  </a:lnTo>
                  <a:lnTo>
                    <a:pt x="99383" y="41961"/>
                  </a:lnTo>
                  <a:lnTo>
                    <a:pt x="100985" y="44393"/>
                  </a:lnTo>
                  <a:lnTo>
                    <a:pt x="101470" y="54974"/>
                  </a:lnTo>
                  <a:lnTo>
                    <a:pt x="100505" y="57733"/>
                  </a:lnTo>
                  <a:lnTo>
                    <a:pt x="97898" y="59379"/>
                  </a:lnTo>
                  <a:lnTo>
                    <a:pt x="96401" y="59422"/>
                  </a:lnTo>
                  <a:lnTo>
                    <a:pt x="94358" y="62176"/>
                  </a:lnTo>
                  <a:lnTo>
                    <a:pt x="91578" y="68594"/>
                  </a:lnTo>
                  <a:lnTo>
                    <a:pt x="90227" y="67748"/>
                  </a:lnTo>
                  <a:lnTo>
                    <a:pt x="89251" y="69782"/>
                  </a:lnTo>
                  <a:lnTo>
                    <a:pt x="90526" y="75647"/>
                  </a:lnTo>
                  <a:lnTo>
                    <a:pt x="88872" y="76952"/>
                  </a:lnTo>
                  <a:lnTo>
                    <a:pt x="86754" y="75548"/>
                  </a:lnTo>
                  <a:lnTo>
                    <a:pt x="85602" y="72861"/>
                  </a:lnTo>
                  <a:lnTo>
                    <a:pt x="83348" y="70648"/>
                  </a:lnTo>
                  <a:lnTo>
                    <a:pt x="81854" y="70693"/>
                  </a:lnTo>
                  <a:lnTo>
                    <a:pt x="72243" y="75583"/>
                  </a:lnTo>
                  <a:lnTo>
                    <a:pt x="69993" y="77547"/>
                  </a:lnTo>
                  <a:lnTo>
                    <a:pt x="68230" y="78944"/>
                  </a:lnTo>
                  <a:lnTo>
                    <a:pt x="58105" y="76294"/>
                  </a:lnTo>
                  <a:lnTo>
                    <a:pt x="58522" y="71355"/>
                  </a:lnTo>
                  <a:lnTo>
                    <a:pt x="57644" y="68227"/>
                  </a:lnTo>
                  <a:lnTo>
                    <a:pt x="52860" y="60544"/>
                  </a:lnTo>
                  <a:lnTo>
                    <a:pt x="49540" y="61498"/>
                  </a:lnTo>
                  <a:lnTo>
                    <a:pt x="50292" y="65271"/>
                  </a:lnTo>
                  <a:lnTo>
                    <a:pt x="45468" y="65759"/>
                  </a:lnTo>
                  <a:lnTo>
                    <a:pt x="44412" y="67017"/>
                  </a:lnTo>
                  <a:lnTo>
                    <a:pt x="44278" y="70904"/>
                  </a:lnTo>
                  <a:lnTo>
                    <a:pt x="39762" y="75567"/>
                  </a:lnTo>
                  <a:lnTo>
                    <a:pt x="34485" y="73632"/>
                  </a:lnTo>
                  <a:lnTo>
                    <a:pt x="34155" y="67736"/>
                  </a:lnTo>
                  <a:lnTo>
                    <a:pt x="27422" y="67443"/>
                  </a:lnTo>
                  <a:lnTo>
                    <a:pt x="27291" y="70918"/>
                  </a:lnTo>
                  <a:lnTo>
                    <a:pt x="25148" y="71638"/>
                  </a:lnTo>
                  <a:lnTo>
                    <a:pt x="15793" y="67808"/>
                  </a:lnTo>
                  <a:lnTo>
                    <a:pt x="18060" y="62865"/>
                  </a:lnTo>
                  <a:lnTo>
                    <a:pt x="11698" y="60446"/>
                  </a:lnTo>
                  <a:lnTo>
                    <a:pt x="8190" y="62444"/>
                  </a:lnTo>
                  <a:lnTo>
                    <a:pt x="6327" y="60390"/>
                  </a:lnTo>
                  <a:lnTo>
                    <a:pt x="9643" y="57596"/>
                  </a:lnTo>
                  <a:lnTo>
                    <a:pt x="9727" y="56663"/>
                  </a:lnTo>
                  <a:lnTo>
                    <a:pt x="5945" y="55942"/>
                  </a:lnTo>
                  <a:lnTo>
                    <a:pt x="5817" y="50241"/>
                  </a:lnTo>
                  <a:lnTo>
                    <a:pt x="10147" y="48611"/>
                  </a:lnTo>
                  <a:lnTo>
                    <a:pt x="6210" y="46106"/>
                  </a:lnTo>
                  <a:lnTo>
                    <a:pt x="0" y="46239"/>
                  </a:lnTo>
                  <a:lnTo>
                    <a:pt x="685" y="40434"/>
                  </a:lnTo>
                  <a:lnTo>
                    <a:pt x="9694" y="33139"/>
                  </a:lnTo>
                  <a:lnTo>
                    <a:pt x="8986" y="25116"/>
                  </a:lnTo>
                  <a:lnTo>
                    <a:pt x="7130" y="25487"/>
                  </a:lnTo>
                  <a:lnTo>
                    <a:pt x="5470" y="19935"/>
                  </a:lnTo>
                  <a:lnTo>
                    <a:pt x="7644" y="17046"/>
                  </a:lnTo>
                  <a:lnTo>
                    <a:pt x="10497" y="15259"/>
                  </a:lnTo>
                  <a:lnTo>
                    <a:pt x="14725" y="6969"/>
                  </a:lnTo>
                  <a:lnTo>
                    <a:pt x="17730" y="9270"/>
                  </a:lnTo>
                  <a:lnTo>
                    <a:pt x="20471" y="12715"/>
                  </a:lnTo>
                  <a:lnTo>
                    <a:pt x="19977" y="4811"/>
                  </a:lnTo>
                  <a:lnTo>
                    <a:pt x="26764" y="3283"/>
                  </a:lnTo>
                  <a:lnTo>
                    <a:pt x="31811" y="4070"/>
                  </a:lnTo>
                  <a:lnTo>
                    <a:pt x="33136" y="1600"/>
                  </a:lnTo>
                  <a:lnTo>
                    <a:pt x="32823" y="373"/>
                  </a:lnTo>
                  <a:lnTo>
                    <a:pt x="4032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8" name="ph5528"/>
            <p:cNvSpPr/>
            <p:nvPr/>
          </p:nvSpPr>
          <p:spPr>
            <a:xfrm>
              <a:off x="5887416" y="2031231"/>
              <a:ext cx="32353" cy="32947"/>
            </a:xfrm>
            <a:custGeom>
              <a:avLst/>
              <a:pathLst>
                <a:path w="32353" h="32947">
                  <a:moveTo>
                    <a:pt x="21733" y="0"/>
                  </a:moveTo>
                  <a:lnTo>
                    <a:pt x="21665" y="1187"/>
                  </a:lnTo>
                  <a:lnTo>
                    <a:pt x="22815" y="2477"/>
                  </a:lnTo>
                  <a:lnTo>
                    <a:pt x="25123" y="3323"/>
                  </a:lnTo>
                  <a:lnTo>
                    <a:pt x="32353" y="3685"/>
                  </a:lnTo>
                  <a:lnTo>
                    <a:pt x="31653" y="16131"/>
                  </a:lnTo>
                  <a:lnTo>
                    <a:pt x="31010" y="17303"/>
                  </a:lnTo>
                  <a:lnTo>
                    <a:pt x="29141" y="19360"/>
                  </a:lnTo>
                  <a:lnTo>
                    <a:pt x="21870" y="19220"/>
                  </a:lnTo>
                  <a:lnTo>
                    <a:pt x="21624" y="23987"/>
                  </a:lnTo>
                  <a:lnTo>
                    <a:pt x="16863" y="23706"/>
                  </a:lnTo>
                  <a:lnTo>
                    <a:pt x="16556" y="28523"/>
                  </a:lnTo>
                  <a:lnTo>
                    <a:pt x="13909" y="32593"/>
                  </a:lnTo>
                  <a:lnTo>
                    <a:pt x="9980" y="32947"/>
                  </a:lnTo>
                  <a:lnTo>
                    <a:pt x="10543" y="29707"/>
                  </a:lnTo>
                  <a:lnTo>
                    <a:pt x="11845" y="29204"/>
                  </a:lnTo>
                  <a:lnTo>
                    <a:pt x="9678" y="28049"/>
                  </a:lnTo>
                  <a:lnTo>
                    <a:pt x="6128" y="27650"/>
                  </a:lnTo>
                  <a:lnTo>
                    <a:pt x="5978" y="26508"/>
                  </a:lnTo>
                  <a:lnTo>
                    <a:pt x="6335" y="25897"/>
                  </a:lnTo>
                  <a:lnTo>
                    <a:pt x="4075" y="21937"/>
                  </a:lnTo>
                  <a:lnTo>
                    <a:pt x="0" y="18839"/>
                  </a:lnTo>
                  <a:lnTo>
                    <a:pt x="6911" y="11196"/>
                  </a:lnTo>
                  <a:lnTo>
                    <a:pt x="10293" y="10064"/>
                  </a:lnTo>
                  <a:lnTo>
                    <a:pt x="14102" y="1026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9" name="ph5529"/>
            <p:cNvSpPr/>
            <p:nvPr/>
          </p:nvSpPr>
          <p:spPr>
            <a:xfrm>
              <a:off x="5658074" y="1430791"/>
              <a:ext cx="76873" cy="151761"/>
            </a:xfrm>
            <a:custGeom>
              <a:avLst/>
              <a:pathLst>
                <a:path w="76873" h="151761">
                  <a:moveTo>
                    <a:pt x="73972" y="22919"/>
                  </a:moveTo>
                  <a:lnTo>
                    <a:pt x="73230" y="33337"/>
                  </a:lnTo>
                  <a:lnTo>
                    <a:pt x="70765" y="33048"/>
                  </a:lnTo>
                  <a:lnTo>
                    <a:pt x="70173" y="46978"/>
                  </a:lnTo>
                  <a:lnTo>
                    <a:pt x="67069" y="55428"/>
                  </a:lnTo>
                  <a:lnTo>
                    <a:pt x="76873" y="54674"/>
                  </a:lnTo>
                  <a:lnTo>
                    <a:pt x="76051" y="57767"/>
                  </a:lnTo>
                  <a:lnTo>
                    <a:pt x="75244" y="60516"/>
                  </a:lnTo>
                  <a:lnTo>
                    <a:pt x="69115" y="58644"/>
                  </a:lnTo>
                  <a:lnTo>
                    <a:pt x="65128" y="70475"/>
                  </a:lnTo>
                  <a:lnTo>
                    <a:pt x="68326" y="70223"/>
                  </a:lnTo>
                  <a:lnTo>
                    <a:pt x="71137" y="72508"/>
                  </a:lnTo>
                  <a:lnTo>
                    <a:pt x="72594" y="75206"/>
                  </a:lnTo>
                  <a:lnTo>
                    <a:pt x="73521" y="79985"/>
                  </a:lnTo>
                  <a:lnTo>
                    <a:pt x="73240" y="83378"/>
                  </a:lnTo>
                  <a:lnTo>
                    <a:pt x="64121" y="88720"/>
                  </a:lnTo>
                  <a:lnTo>
                    <a:pt x="61760" y="91547"/>
                  </a:lnTo>
                  <a:lnTo>
                    <a:pt x="63598" y="105722"/>
                  </a:lnTo>
                  <a:lnTo>
                    <a:pt x="52731" y="107990"/>
                  </a:lnTo>
                  <a:lnTo>
                    <a:pt x="50705" y="120988"/>
                  </a:lnTo>
                  <a:lnTo>
                    <a:pt x="52298" y="124386"/>
                  </a:lnTo>
                  <a:lnTo>
                    <a:pt x="54284" y="135510"/>
                  </a:lnTo>
                  <a:lnTo>
                    <a:pt x="56696" y="142778"/>
                  </a:lnTo>
                  <a:lnTo>
                    <a:pt x="62682" y="144661"/>
                  </a:lnTo>
                  <a:lnTo>
                    <a:pt x="61205" y="149775"/>
                  </a:lnTo>
                  <a:lnTo>
                    <a:pt x="54642" y="151761"/>
                  </a:lnTo>
                  <a:lnTo>
                    <a:pt x="49194" y="151219"/>
                  </a:lnTo>
                  <a:lnTo>
                    <a:pt x="49376" y="150583"/>
                  </a:lnTo>
                  <a:lnTo>
                    <a:pt x="41192" y="146935"/>
                  </a:lnTo>
                  <a:lnTo>
                    <a:pt x="32606" y="138545"/>
                  </a:lnTo>
                  <a:lnTo>
                    <a:pt x="32888" y="137344"/>
                  </a:lnTo>
                  <a:lnTo>
                    <a:pt x="36684" y="135484"/>
                  </a:lnTo>
                  <a:lnTo>
                    <a:pt x="37041" y="131104"/>
                  </a:lnTo>
                  <a:lnTo>
                    <a:pt x="34461" y="131338"/>
                  </a:lnTo>
                  <a:lnTo>
                    <a:pt x="34847" y="128698"/>
                  </a:lnTo>
                  <a:lnTo>
                    <a:pt x="36595" y="125434"/>
                  </a:lnTo>
                  <a:lnTo>
                    <a:pt x="33890" y="122193"/>
                  </a:lnTo>
                  <a:lnTo>
                    <a:pt x="29675" y="122520"/>
                  </a:lnTo>
                  <a:lnTo>
                    <a:pt x="28038" y="120811"/>
                  </a:lnTo>
                  <a:lnTo>
                    <a:pt x="27298" y="118014"/>
                  </a:lnTo>
                  <a:lnTo>
                    <a:pt x="30953" y="115506"/>
                  </a:lnTo>
                  <a:lnTo>
                    <a:pt x="32499" y="112737"/>
                  </a:lnTo>
                  <a:lnTo>
                    <a:pt x="22149" y="108981"/>
                  </a:lnTo>
                  <a:lnTo>
                    <a:pt x="21352" y="102350"/>
                  </a:lnTo>
                  <a:lnTo>
                    <a:pt x="16718" y="100589"/>
                  </a:lnTo>
                  <a:lnTo>
                    <a:pt x="22392" y="91606"/>
                  </a:lnTo>
                  <a:lnTo>
                    <a:pt x="22690" y="87448"/>
                  </a:lnTo>
                  <a:lnTo>
                    <a:pt x="18294" y="81902"/>
                  </a:lnTo>
                  <a:lnTo>
                    <a:pt x="12072" y="78676"/>
                  </a:lnTo>
                  <a:lnTo>
                    <a:pt x="16377" y="70940"/>
                  </a:lnTo>
                  <a:lnTo>
                    <a:pt x="7514" y="66153"/>
                  </a:lnTo>
                  <a:lnTo>
                    <a:pt x="9637" y="60767"/>
                  </a:lnTo>
                  <a:lnTo>
                    <a:pt x="6538" y="58345"/>
                  </a:lnTo>
                  <a:lnTo>
                    <a:pt x="1011" y="56521"/>
                  </a:lnTo>
                  <a:lnTo>
                    <a:pt x="2617" y="50896"/>
                  </a:lnTo>
                  <a:lnTo>
                    <a:pt x="9220" y="52530"/>
                  </a:lnTo>
                  <a:lnTo>
                    <a:pt x="8728" y="49095"/>
                  </a:lnTo>
                  <a:lnTo>
                    <a:pt x="6114" y="45771"/>
                  </a:lnTo>
                  <a:lnTo>
                    <a:pt x="2405" y="43832"/>
                  </a:lnTo>
                  <a:lnTo>
                    <a:pt x="0" y="43871"/>
                  </a:lnTo>
                  <a:lnTo>
                    <a:pt x="133" y="40385"/>
                  </a:lnTo>
                  <a:lnTo>
                    <a:pt x="6160" y="39677"/>
                  </a:lnTo>
                  <a:lnTo>
                    <a:pt x="4521" y="30467"/>
                  </a:lnTo>
                  <a:lnTo>
                    <a:pt x="7302" y="29695"/>
                  </a:lnTo>
                  <a:lnTo>
                    <a:pt x="9904" y="27475"/>
                  </a:lnTo>
                  <a:lnTo>
                    <a:pt x="11164" y="22725"/>
                  </a:lnTo>
                  <a:lnTo>
                    <a:pt x="12629" y="29897"/>
                  </a:lnTo>
                  <a:lnTo>
                    <a:pt x="21796" y="22660"/>
                  </a:lnTo>
                  <a:lnTo>
                    <a:pt x="14692" y="14566"/>
                  </a:lnTo>
                  <a:lnTo>
                    <a:pt x="15420" y="10367"/>
                  </a:lnTo>
                  <a:lnTo>
                    <a:pt x="18760" y="8884"/>
                  </a:lnTo>
                  <a:lnTo>
                    <a:pt x="23037" y="8219"/>
                  </a:lnTo>
                  <a:lnTo>
                    <a:pt x="2295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0" name="ph5530"/>
            <p:cNvSpPr/>
            <p:nvPr/>
          </p:nvSpPr>
          <p:spPr>
            <a:xfrm>
              <a:off x="5935196" y="1714286"/>
              <a:ext cx="45924" cy="44647"/>
            </a:xfrm>
            <a:custGeom>
              <a:avLst/>
              <a:pathLst>
                <a:path w="45924" h="44647">
                  <a:moveTo>
                    <a:pt x="25076" y="6467"/>
                  </a:moveTo>
                  <a:lnTo>
                    <a:pt x="27131" y="12979"/>
                  </a:lnTo>
                  <a:lnTo>
                    <a:pt x="33093" y="11263"/>
                  </a:lnTo>
                  <a:lnTo>
                    <a:pt x="38437" y="11915"/>
                  </a:lnTo>
                  <a:lnTo>
                    <a:pt x="43868" y="17950"/>
                  </a:lnTo>
                  <a:lnTo>
                    <a:pt x="45189" y="19462"/>
                  </a:lnTo>
                  <a:lnTo>
                    <a:pt x="45924" y="27171"/>
                  </a:lnTo>
                  <a:lnTo>
                    <a:pt x="42077" y="32057"/>
                  </a:lnTo>
                  <a:lnTo>
                    <a:pt x="38555" y="34958"/>
                  </a:lnTo>
                  <a:lnTo>
                    <a:pt x="37262" y="33965"/>
                  </a:lnTo>
                  <a:lnTo>
                    <a:pt x="34905" y="35604"/>
                  </a:lnTo>
                  <a:lnTo>
                    <a:pt x="34453" y="41125"/>
                  </a:lnTo>
                  <a:lnTo>
                    <a:pt x="33004" y="41651"/>
                  </a:lnTo>
                  <a:lnTo>
                    <a:pt x="28771" y="40900"/>
                  </a:lnTo>
                  <a:lnTo>
                    <a:pt x="28313" y="44135"/>
                  </a:lnTo>
                  <a:lnTo>
                    <a:pt x="27093" y="44647"/>
                  </a:lnTo>
                  <a:lnTo>
                    <a:pt x="21041" y="42654"/>
                  </a:lnTo>
                  <a:lnTo>
                    <a:pt x="23918" y="38913"/>
                  </a:lnTo>
                  <a:lnTo>
                    <a:pt x="21366" y="37837"/>
                  </a:lnTo>
                  <a:lnTo>
                    <a:pt x="19165" y="37286"/>
                  </a:lnTo>
                  <a:lnTo>
                    <a:pt x="11790" y="39140"/>
                  </a:lnTo>
                  <a:lnTo>
                    <a:pt x="10528" y="34323"/>
                  </a:lnTo>
                  <a:lnTo>
                    <a:pt x="7596" y="28719"/>
                  </a:lnTo>
                  <a:lnTo>
                    <a:pt x="5748" y="27029"/>
                  </a:lnTo>
                  <a:lnTo>
                    <a:pt x="4403" y="26784"/>
                  </a:lnTo>
                  <a:lnTo>
                    <a:pt x="132" y="17809"/>
                  </a:lnTo>
                  <a:lnTo>
                    <a:pt x="0" y="16380"/>
                  </a:lnTo>
                  <a:lnTo>
                    <a:pt x="5041" y="12111"/>
                  </a:lnTo>
                  <a:lnTo>
                    <a:pt x="11378" y="11687"/>
                  </a:lnTo>
                  <a:lnTo>
                    <a:pt x="3160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1" name="ph5531"/>
            <p:cNvSpPr/>
            <p:nvPr/>
          </p:nvSpPr>
          <p:spPr>
            <a:xfrm>
              <a:off x="5974463" y="1686066"/>
              <a:ext cx="24732" cy="33007"/>
            </a:xfrm>
            <a:custGeom>
              <a:avLst/>
              <a:pathLst>
                <a:path w="24732" h="33007">
                  <a:moveTo>
                    <a:pt x="15610" y="1008"/>
                  </a:moveTo>
                  <a:lnTo>
                    <a:pt x="17642" y="2085"/>
                  </a:lnTo>
                  <a:lnTo>
                    <a:pt x="20735" y="8673"/>
                  </a:lnTo>
                  <a:lnTo>
                    <a:pt x="20614" y="10700"/>
                  </a:lnTo>
                  <a:lnTo>
                    <a:pt x="24661" y="14282"/>
                  </a:lnTo>
                  <a:lnTo>
                    <a:pt x="24732" y="15150"/>
                  </a:lnTo>
                  <a:lnTo>
                    <a:pt x="17362" y="17021"/>
                  </a:lnTo>
                  <a:lnTo>
                    <a:pt x="19793" y="26315"/>
                  </a:lnTo>
                  <a:lnTo>
                    <a:pt x="19687" y="31410"/>
                  </a:lnTo>
                  <a:lnTo>
                    <a:pt x="15194" y="33007"/>
                  </a:lnTo>
                  <a:lnTo>
                    <a:pt x="10140" y="28501"/>
                  </a:lnTo>
                  <a:lnTo>
                    <a:pt x="6669" y="27810"/>
                  </a:lnTo>
                  <a:lnTo>
                    <a:pt x="4717" y="22796"/>
                  </a:lnTo>
                  <a:lnTo>
                    <a:pt x="167" y="21570"/>
                  </a:lnTo>
                  <a:lnTo>
                    <a:pt x="1278" y="17752"/>
                  </a:lnTo>
                  <a:lnTo>
                    <a:pt x="0" y="13467"/>
                  </a:lnTo>
                  <a:lnTo>
                    <a:pt x="1008" y="8436"/>
                  </a:lnTo>
                  <a:lnTo>
                    <a:pt x="4337" y="4506"/>
                  </a:lnTo>
                  <a:lnTo>
                    <a:pt x="3962" y="1993"/>
                  </a:lnTo>
                  <a:lnTo>
                    <a:pt x="457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2" name="ph5532"/>
            <p:cNvSpPr/>
            <p:nvPr/>
          </p:nvSpPr>
          <p:spPr>
            <a:xfrm>
              <a:off x="5466397" y="1358785"/>
              <a:ext cx="178274" cy="157944"/>
            </a:xfrm>
            <a:custGeom>
              <a:avLst/>
              <a:pathLst>
                <a:path w="178274" h="157944">
                  <a:moveTo>
                    <a:pt x="70109" y="7056"/>
                  </a:moveTo>
                  <a:lnTo>
                    <a:pt x="60238" y="25855"/>
                  </a:lnTo>
                  <a:lnTo>
                    <a:pt x="67266" y="29590"/>
                  </a:lnTo>
                  <a:lnTo>
                    <a:pt x="69515" y="25167"/>
                  </a:lnTo>
                  <a:lnTo>
                    <a:pt x="74960" y="41144"/>
                  </a:lnTo>
                  <a:lnTo>
                    <a:pt x="84521" y="41454"/>
                  </a:lnTo>
                  <a:lnTo>
                    <a:pt x="83273" y="47307"/>
                  </a:lnTo>
                  <a:lnTo>
                    <a:pt x="90479" y="48841"/>
                  </a:lnTo>
                  <a:lnTo>
                    <a:pt x="89916" y="51979"/>
                  </a:lnTo>
                  <a:lnTo>
                    <a:pt x="101372" y="52374"/>
                  </a:lnTo>
                  <a:lnTo>
                    <a:pt x="103776" y="53209"/>
                  </a:lnTo>
                  <a:lnTo>
                    <a:pt x="102571" y="57252"/>
                  </a:lnTo>
                  <a:lnTo>
                    <a:pt x="104315" y="60295"/>
                  </a:lnTo>
                  <a:lnTo>
                    <a:pt x="106547" y="59483"/>
                  </a:lnTo>
                  <a:lnTo>
                    <a:pt x="110997" y="69373"/>
                  </a:lnTo>
                  <a:lnTo>
                    <a:pt x="105939" y="71649"/>
                  </a:lnTo>
                  <a:lnTo>
                    <a:pt x="108229" y="76717"/>
                  </a:lnTo>
                  <a:lnTo>
                    <a:pt x="105026" y="85859"/>
                  </a:lnTo>
                  <a:lnTo>
                    <a:pt x="112960" y="86728"/>
                  </a:lnTo>
                  <a:lnTo>
                    <a:pt x="112248" y="94045"/>
                  </a:lnTo>
                  <a:lnTo>
                    <a:pt x="114741" y="98803"/>
                  </a:lnTo>
                  <a:lnTo>
                    <a:pt x="122548" y="94531"/>
                  </a:lnTo>
                  <a:lnTo>
                    <a:pt x="118997" y="102432"/>
                  </a:lnTo>
                  <a:lnTo>
                    <a:pt x="119474" y="102803"/>
                  </a:lnTo>
                  <a:lnTo>
                    <a:pt x="128472" y="96219"/>
                  </a:lnTo>
                  <a:lnTo>
                    <a:pt x="127585" y="105441"/>
                  </a:lnTo>
                  <a:lnTo>
                    <a:pt x="131361" y="106502"/>
                  </a:lnTo>
                  <a:lnTo>
                    <a:pt x="130768" y="110985"/>
                  </a:lnTo>
                  <a:lnTo>
                    <a:pt x="135423" y="111998"/>
                  </a:lnTo>
                  <a:lnTo>
                    <a:pt x="136338" y="107780"/>
                  </a:lnTo>
                  <a:lnTo>
                    <a:pt x="145104" y="108447"/>
                  </a:lnTo>
                  <a:lnTo>
                    <a:pt x="145322" y="104664"/>
                  </a:lnTo>
                  <a:lnTo>
                    <a:pt x="146569" y="103810"/>
                  </a:lnTo>
                  <a:lnTo>
                    <a:pt x="150141" y="104024"/>
                  </a:lnTo>
                  <a:lnTo>
                    <a:pt x="150413" y="99705"/>
                  </a:lnTo>
                  <a:lnTo>
                    <a:pt x="149305" y="98356"/>
                  </a:lnTo>
                  <a:lnTo>
                    <a:pt x="147308" y="91363"/>
                  </a:lnTo>
                  <a:lnTo>
                    <a:pt x="152334" y="87979"/>
                  </a:lnTo>
                  <a:lnTo>
                    <a:pt x="152874" y="81443"/>
                  </a:lnTo>
                  <a:lnTo>
                    <a:pt x="161729" y="81465"/>
                  </a:lnTo>
                  <a:lnTo>
                    <a:pt x="166807" y="77340"/>
                  </a:lnTo>
                  <a:lnTo>
                    <a:pt x="170251" y="77596"/>
                  </a:lnTo>
                  <a:lnTo>
                    <a:pt x="170242" y="79293"/>
                  </a:lnTo>
                  <a:lnTo>
                    <a:pt x="171445" y="79413"/>
                  </a:lnTo>
                  <a:lnTo>
                    <a:pt x="172974" y="77800"/>
                  </a:lnTo>
                  <a:lnTo>
                    <a:pt x="172649" y="74157"/>
                  </a:lnTo>
                  <a:lnTo>
                    <a:pt x="178274" y="75191"/>
                  </a:lnTo>
                  <a:lnTo>
                    <a:pt x="176917" y="75879"/>
                  </a:lnTo>
                  <a:lnTo>
                    <a:pt x="175032" y="79736"/>
                  </a:lnTo>
                  <a:lnTo>
                    <a:pt x="174692" y="84014"/>
                  </a:lnTo>
                  <a:lnTo>
                    <a:pt x="171139" y="83659"/>
                  </a:lnTo>
                  <a:lnTo>
                    <a:pt x="170513" y="92132"/>
                  </a:lnTo>
                  <a:lnTo>
                    <a:pt x="167467" y="94172"/>
                  </a:lnTo>
                  <a:lnTo>
                    <a:pt x="165968" y="100085"/>
                  </a:lnTo>
                  <a:lnTo>
                    <a:pt x="167959" y="103783"/>
                  </a:lnTo>
                  <a:lnTo>
                    <a:pt x="169293" y="104094"/>
                  </a:lnTo>
                  <a:lnTo>
                    <a:pt x="172556" y="107059"/>
                  </a:lnTo>
                  <a:lnTo>
                    <a:pt x="167787" y="109683"/>
                  </a:lnTo>
                  <a:lnTo>
                    <a:pt x="166260" y="108405"/>
                  </a:lnTo>
                  <a:lnTo>
                    <a:pt x="157862" y="112037"/>
                  </a:lnTo>
                  <a:lnTo>
                    <a:pt x="154120" y="120098"/>
                  </a:lnTo>
                  <a:lnTo>
                    <a:pt x="146286" y="121459"/>
                  </a:lnTo>
                  <a:lnTo>
                    <a:pt x="143249" y="122892"/>
                  </a:lnTo>
                  <a:lnTo>
                    <a:pt x="138952" y="129412"/>
                  </a:lnTo>
                  <a:lnTo>
                    <a:pt x="136699" y="131543"/>
                  </a:lnTo>
                  <a:lnTo>
                    <a:pt x="134328" y="127985"/>
                  </a:lnTo>
                  <a:lnTo>
                    <a:pt x="129254" y="127182"/>
                  </a:lnTo>
                  <a:lnTo>
                    <a:pt x="124364" y="131673"/>
                  </a:lnTo>
                  <a:lnTo>
                    <a:pt x="108276" y="140513"/>
                  </a:lnTo>
                  <a:lnTo>
                    <a:pt x="113444" y="150468"/>
                  </a:lnTo>
                  <a:lnTo>
                    <a:pt x="117038" y="148863"/>
                  </a:lnTo>
                  <a:lnTo>
                    <a:pt x="118561" y="151804"/>
                  </a:lnTo>
                  <a:lnTo>
                    <a:pt x="112729" y="152493"/>
                  </a:lnTo>
                  <a:lnTo>
                    <a:pt x="107894" y="151748"/>
                  </a:lnTo>
                  <a:lnTo>
                    <a:pt x="108660" y="149828"/>
                  </a:lnTo>
                  <a:lnTo>
                    <a:pt x="105673" y="148937"/>
                  </a:lnTo>
                  <a:lnTo>
                    <a:pt x="105628" y="155123"/>
                  </a:lnTo>
                  <a:lnTo>
                    <a:pt x="100785" y="157243"/>
                  </a:lnTo>
                  <a:lnTo>
                    <a:pt x="96929" y="157944"/>
                  </a:lnTo>
                  <a:lnTo>
                    <a:pt x="96991" y="153352"/>
                  </a:lnTo>
                  <a:lnTo>
                    <a:pt x="94444" y="143481"/>
                  </a:lnTo>
                  <a:lnTo>
                    <a:pt x="95390" y="142786"/>
                  </a:lnTo>
                  <a:lnTo>
                    <a:pt x="95249" y="145774"/>
                  </a:lnTo>
                  <a:lnTo>
                    <a:pt x="97933" y="152193"/>
                  </a:lnTo>
                  <a:lnTo>
                    <a:pt x="101717" y="147424"/>
                  </a:lnTo>
                  <a:lnTo>
                    <a:pt x="102465" y="142320"/>
                  </a:lnTo>
                  <a:lnTo>
                    <a:pt x="100824" y="133587"/>
                  </a:lnTo>
                  <a:lnTo>
                    <a:pt x="97943" y="125085"/>
                  </a:lnTo>
                  <a:lnTo>
                    <a:pt x="97262" y="124770"/>
                  </a:lnTo>
                  <a:lnTo>
                    <a:pt x="96713" y="126044"/>
                  </a:lnTo>
                  <a:lnTo>
                    <a:pt x="89247" y="121336"/>
                  </a:lnTo>
                  <a:lnTo>
                    <a:pt x="70732" y="114208"/>
                  </a:lnTo>
                  <a:lnTo>
                    <a:pt x="50597" y="108544"/>
                  </a:lnTo>
                  <a:lnTo>
                    <a:pt x="48398" y="105479"/>
                  </a:lnTo>
                  <a:lnTo>
                    <a:pt x="41010" y="103522"/>
                  </a:lnTo>
                  <a:lnTo>
                    <a:pt x="38991" y="101334"/>
                  </a:lnTo>
                  <a:lnTo>
                    <a:pt x="42572" y="101609"/>
                  </a:lnTo>
                  <a:lnTo>
                    <a:pt x="43147" y="98898"/>
                  </a:lnTo>
                  <a:lnTo>
                    <a:pt x="40795" y="83164"/>
                  </a:lnTo>
                  <a:lnTo>
                    <a:pt x="36704" y="78355"/>
                  </a:lnTo>
                  <a:lnTo>
                    <a:pt x="13167" y="64190"/>
                  </a:lnTo>
                  <a:lnTo>
                    <a:pt x="11253" y="64346"/>
                  </a:lnTo>
                  <a:lnTo>
                    <a:pt x="10537" y="65108"/>
                  </a:lnTo>
                  <a:lnTo>
                    <a:pt x="7322" y="63280"/>
                  </a:lnTo>
                  <a:lnTo>
                    <a:pt x="5736" y="60709"/>
                  </a:lnTo>
                  <a:lnTo>
                    <a:pt x="4192" y="60176"/>
                  </a:lnTo>
                  <a:lnTo>
                    <a:pt x="4254" y="65833"/>
                  </a:lnTo>
                  <a:lnTo>
                    <a:pt x="5716" y="67803"/>
                  </a:lnTo>
                  <a:lnTo>
                    <a:pt x="5461" y="69696"/>
                  </a:lnTo>
                  <a:lnTo>
                    <a:pt x="2314" y="73504"/>
                  </a:lnTo>
                  <a:lnTo>
                    <a:pt x="0" y="74124"/>
                  </a:lnTo>
                  <a:lnTo>
                    <a:pt x="1810" y="73347"/>
                  </a:lnTo>
                  <a:lnTo>
                    <a:pt x="2962" y="49084"/>
                  </a:lnTo>
                  <a:lnTo>
                    <a:pt x="22854" y="13914"/>
                  </a:lnTo>
                  <a:lnTo>
                    <a:pt x="24627" y="55305"/>
                  </a:lnTo>
                  <a:lnTo>
                    <a:pt x="32326" y="54172"/>
                  </a:lnTo>
                  <a:lnTo>
                    <a:pt x="36982" y="69269"/>
                  </a:lnTo>
                  <a:lnTo>
                    <a:pt x="38483" y="46104"/>
                  </a:lnTo>
                  <a:lnTo>
                    <a:pt x="33479" y="33271"/>
                  </a:lnTo>
                  <a:lnTo>
                    <a:pt x="36446" y="33106"/>
                  </a:lnTo>
                  <a:lnTo>
                    <a:pt x="44777" y="27341"/>
                  </a:lnTo>
                  <a:lnTo>
                    <a:pt x="49887" y="14163"/>
                  </a:lnTo>
                  <a:lnTo>
                    <a:pt x="52438" y="11520"/>
                  </a:lnTo>
                  <a:lnTo>
                    <a:pt x="56011" y="12726"/>
                  </a:lnTo>
                  <a:lnTo>
                    <a:pt x="57861" y="9290"/>
                  </a:lnTo>
                  <a:lnTo>
                    <a:pt x="54547" y="7652"/>
                  </a:lnTo>
                  <a:lnTo>
                    <a:pt x="50843" y="7141"/>
                  </a:lnTo>
                  <a:lnTo>
                    <a:pt x="5486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3" name="ph5533"/>
            <p:cNvSpPr/>
            <p:nvPr/>
          </p:nvSpPr>
          <p:spPr>
            <a:xfrm>
              <a:off x="5558452" y="1419677"/>
              <a:ext cx="122659" cy="217327"/>
            </a:xfrm>
            <a:custGeom>
              <a:avLst/>
              <a:pathLst>
                <a:path w="122659" h="217327">
                  <a:moveTo>
                    <a:pt x="122573" y="11114"/>
                  </a:moveTo>
                  <a:lnTo>
                    <a:pt x="122659" y="19334"/>
                  </a:lnTo>
                  <a:lnTo>
                    <a:pt x="118382" y="19999"/>
                  </a:lnTo>
                  <a:lnTo>
                    <a:pt x="115042" y="21481"/>
                  </a:lnTo>
                  <a:lnTo>
                    <a:pt x="114314" y="25680"/>
                  </a:lnTo>
                  <a:lnTo>
                    <a:pt x="121418" y="33774"/>
                  </a:lnTo>
                  <a:lnTo>
                    <a:pt x="112251" y="41011"/>
                  </a:lnTo>
                  <a:lnTo>
                    <a:pt x="110786" y="33839"/>
                  </a:lnTo>
                  <a:lnTo>
                    <a:pt x="109526" y="38589"/>
                  </a:lnTo>
                  <a:lnTo>
                    <a:pt x="106924" y="40809"/>
                  </a:lnTo>
                  <a:lnTo>
                    <a:pt x="104143" y="41581"/>
                  </a:lnTo>
                  <a:lnTo>
                    <a:pt x="105782" y="50791"/>
                  </a:lnTo>
                  <a:lnTo>
                    <a:pt x="99755" y="51500"/>
                  </a:lnTo>
                  <a:lnTo>
                    <a:pt x="99622" y="54985"/>
                  </a:lnTo>
                  <a:lnTo>
                    <a:pt x="102027" y="54946"/>
                  </a:lnTo>
                  <a:lnTo>
                    <a:pt x="105736" y="56886"/>
                  </a:lnTo>
                  <a:lnTo>
                    <a:pt x="108350" y="60209"/>
                  </a:lnTo>
                  <a:lnTo>
                    <a:pt x="108842" y="63644"/>
                  </a:lnTo>
                  <a:lnTo>
                    <a:pt x="102239" y="62010"/>
                  </a:lnTo>
                  <a:lnTo>
                    <a:pt x="100633" y="67635"/>
                  </a:lnTo>
                  <a:lnTo>
                    <a:pt x="106160" y="69460"/>
                  </a:lnTo>
                  <a:lnTo>
                    <a:pt x="109259" y="71882"/>
                  </a:lnTo>
                  <a:lnTo>
                    <a:pt x="107136" y="77267"/>
                  </a:lnTo>
                  <a:lnTo>
                    <a:pt x="115999" y="82054"/>
                  </a:lnTo>
                  <a:lnTo>
                    <a:pt x="111694" y="89790"/>
                  </a:lnTo>
                  <a:lnTo>
                    <a:pt x="117916" y="93016"/>
                  </a:lnTo>
                  <a:lnTo>
                    <a:pt x="122312" y="98562"/>
                  </a:lnTo>
                  <a:lnTo>
                    <a:pt x="122014" y="102720"/>
                  </a:lnTo>
                  <a:lnTo>
                    <a:pt x="116340" y="111704"/>
                  </a:lnTo>
                  <a:lnTo>
                    <a:pt x="113344" y="114955"/>
                  </a:lnTo>
                  <a:lnTo>
                    <a:pt x="111807" y="128487"/>
                  </a:lnTo>
                  <a:lnTo>
                    <a:pt x="109726" y="128337"/>
                  </a:lnTo>
                  <a:lnTo>
                    <a:pt x="109720" y="130770"/>
                  </a:lnTo>
                  <a:lnTo>
                    <a:pt x="112184" y="131923"/>
                  </a:lnTo>
                  <a:lnTo>
                    <a:pt x="116180" y="131622"/>
                  </a:lnTo>
                  <a:lnTo>
                    <a:pt x="116446" y="133888"/>
                  </a:lnTo>
                  <a:lnTo>
                    <a:pt x="114849" y="138367"/>
                  </a:lnTo>
                  <a:lnTo>
                    <a:pt x="114142" y="146489"/>
                  </a:lnTo>
                  <a:lnTo>
                    <a:pt x="111505" y="148582"/>
                  </a:lnTo>
                  <a:lnTo>
                    <a:pt x="109508" y="148928"/>
                  </a:lnTo>
                  <a:lnTo>
                    <a:pt x="110172" y="158324"/>
                  </a:lnTo>
                  <a:lnTo>
                    <a:pt x="109536" y="162296"/>
                  </a:lnTo>
                  <a:lnTo>
                    <a:pt x="108459" y="162127"/>
                  </a:lnTo>
                  <a:lnTo>
                    <a:pt x="107832" y="170536"/>
                  </a:lnTo>
                  <a:lnTo>
                    <a:pt x="106008" y="170406"/>
                  </a:lnTo>
                  <a:lnTo>
                    <a:pt x="106094" y="169196"/>
                  </a:lnTo>
                  <a:lnTo>
                    <a:pt x="103722" y="169027"/>
                  </a:lnTo>
                  <a:lnTo>
                    <a:pt x="101846" y="176053"/>
                  </a:lnTo>
                  <a:lnTo>
                    <a:pt x="99282" y="180543"/>
                  </a:lnTo>
                  <a:lnTo>
                    <a:pt x="95230" y="181468"/>
                  </a:lnTo>
                  <a:lnTo>
                    <a:pt x="93203" y="185005"/>
                  </a:lnTo>
                  <a:lnTo>
                    <a:pt x="94639" y="192253"/>
                  </a:lnTo>
                  <a:lnTo>
                    <a:pt x="100305" y="191916"/>
                  </a:lnTo>
                  <a:lnTo>
                    <a:pt x="103820" y="198762"/>
                  </a:lnTo>
                  <a:lnTo>
                    <a:pt x="101496" y="202119"/>
                  </a:lnTo>
                  <a:lnTo>
                    <a:pt x="90510" y="201253"/>
                  </a:lnTo>
                  <a:lnTo>
                    <a:pt x="90188" y="207241"/>
                  </a:lnTo>
                  <a:lnTo>
                    <a:pt x="81103" y="207094"/>
                  </a:lnTo>
                  <a:lnTo>
                    <a:pt x="73538" y="204860"/>
                  </a:lnTo>
                  <a:lnTo>
                    <a:pt x="64920" y="203747"/>
                  </a:lnTo>
                  <a:lnTo>
                    <a:pt x="58042" y="199719"/>
                  </a:lnTo>
                  <a:lnTo>
                    <a:pt x="52781" y="197937"/>
                  </a:lnTo>
                  <a:lnTo>
                    <a:pt x="49412" y="208252"/>
                  </a:lnTo>
                  <a:lnTo>
                    <a:pt x="50447" y="208636"/>
                  </a:lnTo>
                  <a:lnTo>
                    <a:pt x="49334" y="216135"/>
                  </a:lnTo>
                  <a:lnTo>
                    <a:pt x="34212" y="217327"/>
                  </a:lnTo>
                  <a:lnTo>
                    <a:pt x="35655" y="209760"/>
                  </a:lnTo>
                  <a:lnTo>
                    <a:pt x="36042" y="200711"/>
                  </a:lnTo>
                  <a:lnTo>
                    <a:pt x="34369" y="195888"/>
                  </a:lnTo>
                  <a:lnTo>
                    <a:pt x="30884" y="191086"/>
                  </a:lnTo>
                  <a:lnTo>
                    <a:pt x="27793" y="189043"/>
                  </a:lnTo>
                  <a:lnTo>
                    <a:pt x="26834" y="184214"/>
                  </a:lnTo>
                  <a:lnTo>
                    <a:pt x="26983" y="174641"/>
                  </a:lnTo>
                  <a:lnTo>
                    <a:pt x="25730" y="169625"/>
                  </a:lnTo>
                  <a:lnTo>
                    <a:pt x="22617" y="163747"/>
                  </a:lnTo>
                  <a:lnTo>
                    <a:pt x="11979" y="151017"/>
                  </a:lnTo>
                  <a:lnTo>
                    <a:pt x="3156" y="131841"/>
                  </a:lnTo>
                  <a:lnTo>
                    <a:pt x="2022" y="122683"/>
                  </a:lnTo>
                  <a:lnTo>
                    <a:pt x="0" y="115140"/>
                  </a:lnTo>
                  <a:lnTo>
                    <a:pt x="1760" y="112035"/>
                  </a:lnTo>
                  <a:lnTo>
                    <a:pt x="3477" y="106147"/>
                  </a:lnTo>
                  <a:lnTo>
                    <a:pt x="4873" y="97053"/>
                  </a:lnTo>
                  <a:lnTo>
                    <a:pt x="8729" y="96351"/>
                  </a:lnTo>
                  <a:lnTo>
                    <a:pt x="13572" y="94231"/>
                  </a:lnTo>
                  <a:lnTo>
                    <a:pt x="13618" y="88045"/>
                  </a:lnTo>
                  <a:lnTo>
                    <a:pt x="16604" y="88936"/>
                  </a:lnTo>
                  <a:lnTo>
                    <a:pt x="15838" y="90856"/>
                  </a:lnTo>
                  <a:lnTo>
                    <a:pt x="20673" y="91601"/>
                  </a:lnTo>
                  <a:lnTo>
                    <a:pt x="26505" y="90912"/>
                  </a:lnTo>
                  <a:lnTo>
                    <a:pt x="24982" y="87972"/>
                  </a:lnTo>
                  <a:lnTo>
                    <a:pt x="21388" y="89576"/>
                  </a:lnTo>
                  <a:lnTo>
                    <a:pt x="16220" y="79621"/>
                  </a:lnTo>
                  <a:lnTo>
                    <a:pt x="32309" y="70781"/>
                  </a:lnTo>
                  <a:lnTo>
                    <a:pt x="37198" y="66290"/>
                  </a:lnTo>
                  <a:lnTo>
                    <a:pt x="42272" y="67093"/>
                  </a:lnTo>
                  <a:lnTo>
                    <a:pt x="44643" y="70651"/>
                  </a:lnTo>
                  <a:lnTo>
                    <a:pt x="46897" y="68520"/>
                  </a:lnTo>
                  <a:lnTo>
                    <a:pt x="51193" y="62000"/>
                  </a:lnTo>
                  <a:lnTo>
                    <a:pt x="54230" y="60567"/>
                  </a:lnTo>
                  <a:lnTo>
                    <a:pt x="62064" y="59206"/>
                  </a:lnTo>
                  <a:lnTo>
                    <a:pt x="65807" y="51145"/>
                  </a:lnTo>
                  <a:lnTo>
                    <a:pt x="74204" y="47514"/>
                  </a:lnTo>
                  <a:lnTo>
                    <a:pt x="75731" y="48791"/>
                  </a:lnTo>
                  <a:lnTo>
                    <a:pt x="80500" y="46167"/>
                  </a:lnTo>
                  <a:lnTo>
                    <a:pt x="77237" y="43203"/>
                  </a:lnTo>
                  <a:lnTo>
                    <a:pt x="75903" y="42891"/>
                  </a:lnTo>
                  <a:lnTo>
                    <a:pt x="73912" y="39193"/>
                  </a:lnTo>
                  <a:lnTo>
                    <a:pt x="75411" y="33280"/>
                  </a:lnTo>
                  <a:lnTo>
                    <a:pt x="78457" y="31240"/>
                  </a:lnTo>
                  <a:lnTo>
                    <a:pt x="79083" y="22767"/>
                  </a:lnTo>
                  <a:lnTo>
                    <a:pt x="82636" y="23122"/>
                  </a:lnTo>
                  <a:lnTo>
                    <a:pt x="82976" y="18844"/>
                  </a:lnTo>
                  <a:lnTo>
                    <a:pt x="84861" y="14988"/>
                  </a:lnTo>
                  <a:lnTo>
                    <a:pt x="86218" y="14299"/>
                  </a:lnTo>
                  <a:lnTo>
                    <a:pt x="88247" y="13269"/>
                  </a:lnTo>
                  <a:lnTo>
                    <a:pt x="96239" y="15760"/>
                  </a:lnTo>
                  <a:lnTo>
                    <a:pt x="100000" y="15664"/>
                  </a:lnTo>
                  <a:lnTo>
                    <a:pt x="100767" y="13412"/>
                  </a:lnTo>
                  <a:lnTo>
                    <a:pt x="97307" y="12332"/>
                  </a:lnTo>
                  <a:lnTo>
                    <a:pt x="96271" y="9276"/>
                  </a:lnTo>
                  <a:lnTo>
                    <a:pt x="9770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4" name="ph5534"/>
            <p:cNvSpPr/>
            <p:nvPr/>
          </p:nvSpPr>
          <p:spPr>
            <a:xfrm>
              <a:off x="5858457" y="1898108"/>
              <a:ext cx="31341" cy="147590"/>
            </a:xfrm>
            <a:custGeom>
              <a:avLst/>
              <a:pathLst>
                <a:path w="31341" h="147590">
                  <a:moveTo>
                    <a:pt x="20799" y="12405"/>
                  </a:moveTo>
                  <a:lnTo>
                    <a:pt x="26573" y="16127"/>
                  </a:lnTo>
                  <a:lnTo>
                    <a:pt x="20870" y="23644"/>
                  </a:lnTo>
                  <a:lnTo>
                    <a:pt x="21019" y="26317"/>
                  </a:lnTo>
                  <a:lnTo>
                    <a:pt x="28377" y="37596"/>
                  </a:lnTo>
                  <a:lnTo>
                    <a:pt x="28973" y="40106"/>
                  </a:lnTo>
                  <a:lnTo>
                    <a:pt x="28606" y="41211"/>
                  </a:lnTo>
                  <a:lnTo>
                    <a:pt x="25633" y="43643"/>
                  </a:lnTo>
                  <a:lnTo>
                    <a:pt x="23037" y="49206"/>
                  </a:lnTo>
                  <a:lnTo>
                    <a:pt x="18594" y="67507"/>
                  </a:lnTo>
                  <a:lnTo>
                    <a:pt x="27598" y="66597"/>
                  </a:lnTo>
                  <a:lnTo>
                    <a:pt x="29299" y="67654"/>
                  </a:lnTo>
                  <a:lnTo>
                    <a:pt x="31341" y="71541"/>
                  </a:lnTo>
                  <a:lnTo>
                    <a:pt x="30329" y="79169"/>
                  </a:lnTo>
                  <a:lnTo>
                    <a:pt x="30090" y="93411"/>
                  </a:lnTo>
                  <a:lnTo>
                    <a:pt x="20459" y="92920"/>
                  </a:lnTo>
                  <a:lnTo>
                    <a:pt x="19347" y="95267"/>
                  </a:lnTo>
                  <a:lnTo>
                    <a:pt x="19145" y="99850"/>
                  </a:lnTo>
                  <a:lnTo>
                    <a:pt x="20041" y="100067"/>
                  </a:lnTo>
                  <a:lnTo>
                    <a:pt x="18019" y="136103"/>
                  </a:lnTo>
                  <a:lnTo>
                    <a:pt x="18259" y="147590"/>
                  </a:lnTo>
                  <a:lnTo>
                    <a:pt x="3464" y="142613"/>
                  </a:lnTo>
                  <a:lnTo>
                    <a:pt x="8177" y="141684"/>
                  </a:lnTo>
                  <a:lnTo>
                    <a:pt x="13488" y="131030"/>
                  </a:lnTo>
                  <a:lnTo>
                    <a:pt x="13622" y="128662"/>
                  </a:lnTo>
                  <a:lnTo>
                    <a:pt x="8507" y="125947"/>
                  </a:lnTo>
                  <a:lnTo>
                    <a:pt x="10543" y="92323"/>
                  </a:lnTo>
                  <a:lnTo>
                    <a:pt x="10775" y="88189"/>
                  </a:lnTo>
                  <a:lnTo>
                    <a:pt x="14259" y="86970"/>
                  </a:lnTo>
                  <a:lnTo>
                    <a:pt x="656" y="41157"/>
                  </a:lnTo>
                  <a:lnTo>
                    <a:pt x="2317" y="23296"/>
                  </a:lnTo>
                  <a:lnTo>
                    <a:pt x="0" y="3426"/>
                  </a:lnTo>
                  <a:lnTo>
                    <a:pt x="194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5" name="ph5535"/>
            <p:cNvSpPr/>
            <p:nvPr/>
          </p:nvSpPr>
          <p:spPr>
            <a:xfrm>
              <a:off x="5936075" y="1856803"/>
              <a:ext cx="37468" cy="30460"/>
            </a:xfrm>
            <a:custGeom>
              <a:avLst/>
              <a:pathLst>
                <a:path w="37468" h="30460">
                  <a:moveTo>
                    <a:pt x="30468" y="6753"/>
                  </a:moveTo>
                  <a:lnTo>
                    <a:pt x="35315" y="8606"/>
                  </a:lnTo>
                  <a:lnTo>
                    <a:pt x="34721" y="11352"/>
                  </a:lnTo>
                  <a:lnTo>
                    <a:pt x="36814" y="12301"/>
                  </a:lnTo>
                  <a:lnTo>
                    <a:pt x="37468" y="21752"/>
                  </a:lnTo>
                  <a:lnTo>
                    <a:pt x="34862" y="24680"/>
                  </a:lnTo>
                  <a:lnTo>
                    <a:pt x="34051" y="24660"/>
                  </a:lnTo>
                  <a:lnTo>
                    <a:pt x="34049" y="29886"/>
                  </a:lnTo>
                  <a:lnTo>
                    <a:pt x="23426" y="30460"/>
                  </a:lnTo>
                  <a:lnTo>
                    <a:pt x="22062" y="24567"/>
                  </a:lnTo>
                  <a:lnTo>
                    <a:pt x="13898" y="21338"/>
                  </a:lnTo>
                  <a:lnTo>
                    <a:pt x="10210" y="23232"/>
                  </a:lnTo>
                  <a:lnTo>
                    <a:pt x="10327" y="25417"/>
                  </a:lnTo>
                  <a:lnTo>
                    <a:pt x="0" y="22771"/>
                  </a:lnTo>
                  <a:lnTo>
                    <a:pt x="4652" y="7102"/>
                  </a:lnTo>
                  <a:lnTo>
                    <a:pt x="7228" y="2485"/>
                  </a:lnTo>
                  <a:lnTo>
                    <a:pt x="22504" y="2031"/>
                  </a:lnTo>
                  <a:lnTo>
                    <a:pt x="2760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6" name="ph5536"/>
            <p:cNvSpPr/>
            <p:nvPr/>
          </p:nvSpPr>
          <p:spPr>
            <a:xfrm>
              <a:off x="5767960" y="1516353"/>
              <a:ext cx="60205" cy="85579"/>
            </a:xfrm>
            <a:custGeom>
              <a:avLst/>
              <a:pathLst>
                <a:path w="60205" h="85579">
                  <a:moveTo>
                    <a:pt x="20609" y="574"/>
                  </a:moveTo>
                  <a:lnTo>
                    <a:pt x="21365" y="3622"/>
                  </a:lnTo>
                  <a:lnTo>
                    <a:pt x="19176" y="8305"/>
                  </a:lnTo>
                  <a:lnTo>
                    <a:pt x="24415" y="7579"/>
                  </a:lnTo>
                  <a:lnTo>
                    <a:pt x="27094" y="15285"/>
                  </a:lnTo>
                  <a:lnTo>
                    <a:pt x="28857" y="16564"/>
                  </a:lnTo>
                  <a:lnTo>
                    <a:pt x="28802" y="22790"/>
                  </a:lnTo>
                  <a:lnTo>
                    <a:pt x="31864" y="23397"/>
                  </a:lnTo>
                  <a:lnTo>
                    <a:pt x="31561" y="26254"/>
                  </a:lnTo>
                  <a:lnTo>
                    <a:pt x="27678" y="31109"/>
                  </a:lnTo>
                  <a:lnTo>
                    <a:pt x="32752" y="38841"/>
                  </a:lnTo>
                  <a:lnTo>
                    <a:pt x="30350" y="42545"/>
                  </a:lnTo>
                  <a:lnTo>
                    <a:pt x="30812" y="46524"/>
                  </a:lnTo>
                  <a:lnTo>
                    <a:pt x="49263" y="51495"/>
                  </a:lnTo>
                  <a:lnTo>
                    <a:pt x="51570" y="48410"/>
                  </a:lnTo>
                  <a:lnTo>
                    <a:pt x="52643" y="49158"/>
                  </a:lnTo>
                  <a:lnTo>
                    <a:pt x="52328" y="54892"/>
                  </a:lnTo>
                  <a:lnTo>
                    <a:pt x="56415" y="53019"/>
                  </a:lnTo>
                  <a:lnTo>
                    <a:pt x="57876" y="55039"/>
                  </a:lnTo>
                  <a:lnTo>
                    <a:pt x="53854" y="57095"/>
                  </a:lnTo>
                  <a:lnTo>
                    <a:pt x="52977" y="60032"/>
                  </a:lnTo>
                  <a:lnTo>
                    <a:pt x="56115" y="61002"/>
                  </a:lnTo>
                  <a:lnTo>
                    <a:pt x="58650" y="60457"/>
                  </a:lnTo>
                  <a:lnTo>
                    <a:pt x="60205" y="71056"/>
                  </a:lnTo>
                  <a:lnTo>
                    <a:pt x="52788" y="75400"/>
                  </a:lnTo>
                  <a:lnTo>
                    <a:pt x="50507" y="78011"/>
                  </a:lnTo>
                  <a:lnTo>
                    <a:pt x="49859" y="80621"/>
                  </a:lnTo>
                  <a:lnTo>
                    <a:pt x="50343" y="82683"/>
                  </a:lnTo>
                  <a:lnTo>
                    <a:pt x="48425" y="85579"/>
                  </a:lnTo>
                  <a:lnTo>
                    <a:pt x="45405" y="80523"/>
                  </a:lnTo>
                  <a:lnTo>
                    <a:pt x="44841" y="80827"/>
                  </a:lnTo>
                  <a:lnTo>
                    <a:pt x="37819" y="76360"/>
                  </a:lnTo>
                  <a:lnTo>
                    <a:pt x="37223" y="74033"/>
                  </a:lnTo>
                  <a:lnTo>
                    <a:pt x="32732" y="68563"/>
                  </a:lnTo>
                  <a:lnTo>
                    <a:pt x="30132" y="66534"/>
                  </a:lnTo>
                  <a:lnTo>
                    <a:pt x="27662" y="65294"/>
                  </a:lnTo>
                  <a:lnTo>
                    <a:pt x="26758" y="67710"/>
                  </a:lnTo>
                  <a:lnTo>
                    <a:pt x="22423" y="67165"/>
                  </a:lnTo>
                  <a:lnTo>
                    <a:pt x="22614" y="65791"/>
                  </a:lnTo>
                  <a:lnTo>
                    <a:pt x="25017" y="64803"/>
                  </a:lnTo>
                  <a:lnTo>
                    <a:pt x="24726" y="63168"/>
                  </a:lnTo>
                  <a:lnTo>
                    <a:pt x="24283" y="62330"/>
                  </a:lnTo>
                  <a:lnTo>
                    <a:pt x="19622" y="64221"/>
                  </a:lnTo>
                  <a:lnTo>
                    <a:pt x="18617" y="58220"/>
                  </a:lnTo>
                  <a:lnTo>
                    <a:pt x="21985" y="55793"/>
                  </a:lnTo>
                  <a:lnTo>
                    <a:pt x="19373" y="53350"/>
                  </a:lnTo>
                  <a:lnTo>
                    <a:pt x="13339" y="52274"/>
                  </a:lnTo>
                  <a:lnTo>
                    <a:pt x="10526" y="47054"/>
                  </a:lnTo>
                  <a:lnTo>
                    <a:pt x="7982" y="45294"/>
                  </a:lnTo>
                  <a:lnTo>
                    <a:pt x="7360" y="48239"/>
                  </a:lnTo>
                  <a:lnTo>
                    <a:pt x="4204" y="44672"/>
                  </a:lnTo>
                  <a:lnTo>
                    <a:pt x="2824" y="43115"/>
                  </a:lnTo>
                  <a:lnTo>
                    <a:pt x="0" y="36801"/>
                  </a:lnTo>
                  <a:lnTo>
                    <a:pt x="5652" y="33277"/>
                  </a:lnTo>
                  <a:lnTo>
                    <a:pt x="11323" y="31719"/>
                  </a:lnTo>
                  <a:lnTo>
                    <a:pt x="14261" y="34728"/>
                  </a:lnTo>
                  <a:lnTo>
                    <a:pt x="19706" y="34484"/>
                  </a:lnTo>
                  <a:lnTo>
                    <a:pt x="18200" y="28093"/>
                  </a:lnTo>
                  <a:lnTo>
                    <a:pt x="20510" y="27322"/>
                  </a:lnTo>
                  <a:lnTo>
                    <a:pt x="22151" y="22960"/>
                  </a:lnTo>
                  <a:lnTo>
                    <a:pt x="21266" y="20723"/>
                  </a:lnTo>
                  <a:lnTo>
                    <a:pt x="10737" y="12985"/>
                  </a:lnTo>
                  <a:lnTo>
                    <a:pt x="5907" y="14807"/>
                  </a:lnTo>
                  <a:lnTo>
                    <a:pt x="7498" y="2432"/>
                  </a:lnTo>
                  <a:lnTo>
                    <a:pt x="10366" y="1216"/>
                  </a:lnTo>
                  <a:lnTo>
                    <a:pt x="1324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7" name="ph5537"/>
            <p:cNvSpPr/>
            <p:nvPr/>
          </p:nvSpPr>
          <p:spPr>
            <a:xfrm>
              <a:off x="5846439" y="1638128"/>
              <a:ext cx="61271" cy="35015"/>
            </a:xfrm>
            <a:custGeom>
              <a:avLst/>
              <a:pathLst>
                <a:path w="61271" h="35015">
                  <a:moveTo>
                    <a:pt x="17783" y="5869"/>
                  </a:moveTo>
                  <a:lnTo>
                    <a:pt x="19169" y="8916"/>
                  </a:lnTo>
                  <a:lnTo>
                    <a:pt x="33389" y="11191"/>
                  </a:lnTo>
                  <a:lnTo>
                    <a:pt x="41289" y="10584"/>
                  </a:lnTo>
                  <a:lnTo>
                    <a:pt x="41527" y="7482"/>
                  </a:lnTo>
                  <a:lnTo>
                    <a:pt x="45883" y="4048"/>
                  </a:lnTo>
                  <a:lnTo>
                    <a:pt x="49841" y="3061"/>
                  </a:lnTo>
                  <a:lnTo>
                    <a:pt x="56603" y="8272"/>
                  </a:lnTo>
                  <a:lnTo>
                    <a:pt x="60373" y="9596"/>
                  </a:lnTo>
                  <a:lnTo>
                    <a:pt x="61271" y="13241"/>
                  </a:lnTo>
                  <a:lnTo>
                    <a:pt x="61001" y="17198"/>
                  </a:lnTo>
                  <a:lnTo>
                    <a:pt x="51786" y="14448"/>
                  </a:lnTo>
                  <a:lnTo>
                    <a:pt x="50815" y="14917"/>
                  </a:lnTo>
                  <a:lnTo>
                    <a:pt x="52096" y="23129"/>
                  </a:lnTo>
                  <a:lnTo>
                    <a:pt x="54223" y="27881"/>
                  </a:lnTo>
                  <a:lnTo>
                    <a:pt x="54930" y="33779"/>
                  </a:lnTo>
                  <a:lnTo>
                    <a:pt x="53860" y="35015"/>
                  </a:lnTo>
                  <a:lnTo>
                    <a:pt x="50752" y="33108"/>
                  </a:lnTo>
                  <a:lnTo>
                    <a:pt x="50669" y="31282"/>
                  </a:lnTo>
                  <a:lnTo>
                    <a:pt x="48229" y="30356"/>
                  </a:lnTo>
                  <a:lnTo>
                    <a:pt x="46958" y="30510"/>
                  </a:lnTo>
                  <a:lnTo>
                    <a:pt x="45456" y="32535"/>
                  </a:lnTo>
                  <a:lnTo>
                    <a:pt x="42495" y="33213"/>
                  </a:lnTo>
                  <a:lnTo>
                    <a:pt x="37140" y="32743"/>
                  </a:lnTo>
                  <a:lnTo>
                    <a:pt x="21406" y="27355"/>
                  </a:lnTo>
                  <a:lnTo>
                    <a:pt x="21641" y="24048"/>
                  </a:lnTo>
                  <a:lnTo>
                    <a:pt x="19555" y="20298"/>
                  </a:lnTo>
                  <a:lnTo>
                    <a:pt x="16008" y="21941"/>
                  </a:lnTo>
                  <a:lnTo>
                    <a:pt x="13885" y="21019"/>
                  </a:lnTo>
                  <a:lnTo>
                    <a:pt x="8696" y="22425"/>
                  </a:lnTo>
                  <a:lnTo>
                    <a:pt x="8183" y="25226"/>
                  </a:lnTo>
                  <a:lnTo>
                    <a:pt x="6395" y="26161"/>
                  </a:lnTo>
                  <a:lnTo>
                    <a:pt x="3009" y="27900"/>
                  </a:lnTo>
                  <a:lnTo>
                    <a:pt x="0" y="21507"/>
                  </a:lnTo>
                  <a:lnTo>
                    <a:pt x="33" y="19920"/>
                  </a:lnTo>
                  <a:lnTo>
                    <a:pt x="4902" y="16118"/>
                  </a:lnTo>
                  <a:lnTo>
                    <a:pt x="5060" y="14559"/>
                  </a:lnTo>
                  <a:lnTo>
                    <a:pt x="3260" y="10581"/>
                  </a:lnTo>
                  <a:lnTo>
                    <a:pt x="3179" y="5348"/>
                  </a:lnTo>
                  <a:lnTo>
                    <a:pt x="6123" y="5746"/>
                  </a:lnTo>
                  <a:lnTo>
                    <a:pt x="8912" y="3145"/>
                  </a:lnTo>
                  <a:lnTo>
                    <a:pt x="9308" y="1340"/>
                  </a:lnTo>
                  <a:lnTo>
                    <a:pt x="1196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8" name="ph5538"/>
            <p:cNvSpPr/>
            <p:nvPr/>
          </p:nvSpPr>
          <p:spPr>
            <a:xfrm>
              <a:off x="5999712" y="1611378"/>
              <a:ext cx="77593" cy="56829"/>
            </a:xfrm>
            <a:custGeom>
              <a:avLst/>
              <a:pathLst>
                <a:path w="77593" h="56829">
                  <a:moveTo>
                    <a:pt x="16325" y="3895"/>
                  </a:moveTo>
                  <a:lnTo>
                    <a:pt x="21384" y="3218"/>
                  </a:lnTo>
                  <a:lnTo>
                    <a:pt x="31081" y="6525"/>
                  </a:lnTo>
                  <a:lnTo>
                    <a:pt x="34225" y="6280"/>
                  </a:lnTo>
                  <a:lnTo>
                    <a:pt x="38680" y="7590"/>
                  </a:lnTo>
                  <a:lnTo>
                    <a:pt x="39635" y="1422"/>
                  </a:lnTo>
                  <a:lnTo>
                    <a:pt x="43549" y="651"/>
                  </a:lnTo>
                  <a:lnTo>
                    <a:pt x="55904" y="1062"/>
                  </a:lnTo>
                  <a:lnTo>
                    <a:pt x="61786" y="3486"/>
                  </a:lnTo>
                  <a:lnTo>
                    <a:pt x="64697" y="378"/>
                  </a:lnTo>
                  <a:lnTo>
                    <a:pt x="71641" y="1101"/>
                  </a:lnTo>
                  <a:lnTo>
                    <a:pt x="70352" y="4928"/>
                  </a:lnTo>
                  <a:lnTo>
                    <a:pt x="66226" y="7229"/>
                  </a:lnTo>
                  <a:lnTo>
                    <a:pt x="69263" y="12931"/>
                  </a:lnTo>
                  <a:lnTo>
                    <a:pt x="68800" y="17466"/>
                  </a:lnTo>
                  <a:lnTo>
                    <a:pt x="73593" y="18062"/>
                  </a:lnTo>
                  <a:lnTo>
                    <a:pt x="77593" y="25377"/>
                  </a:lnTo>
                  <a:lnTo>
                    <a:pt x="76536" y="27558"/>
                  </a:lnTo>
                  <a:lnTo>
                    <a:pt x="68753" y="23026"/>
                  </a:lnTo>
                  <a:lnTo>
                    <a:pt x="68677" y="31249"/>
                  </a:lnTo>
                  <a:lnTo>
                    <a:pt x="68298" y="56809"/>
                  </a:lnTo>
                  <a:lnTo>
                    <a:pt x="60599" y="56829"/>
                  </a:lnTo>
                  <a:lnTo>
                    <a:pt x="59602" y="55977"/>
                  </a:lnTo>
                  <a:lnTo>
                    <a:pt x="55464" y="50444"/>
                  </a:lnTo>
                  <a:lnTo>
                    <a:pt x="54716" y="46847"/>
                  </a:lnTo>
                  <a:lnTo>
                    <a:pt x="55372" y="41768"/>
                  </a:lnTo>
                  <a:lnTo>
                    <a:pt x="51100" y="36253"/>
                  </a:lnTo>
                  <a:lnTo>
                    <a:pt x="47437" y="33315"/>
                  </a:lnTo>
                  <a:lnTo>
                    <a:pt x="47151" y="29709"/>
                  </a:lnTo>
                  <a:lnTo>
                    <a:pt x="42808" y="27302"/>
                  </a:lnTo>
                  <a:lnTo>
                    <a:pt x="38483" y="29727"/>
                  </a:lnTo>
                  <a:lnTo>
                    <a:pt x="34127" y="28310"/>
                  </a:lnTo>
                  <a:lnTo>
                    <a:pt x="34009" y="25678"/>
                  </a:lnTo>
                  <a:lnTo>
                    <a:pt x="32387" y="24597"/>
                  </a:lnTo>
                  <a:lnTo>
                    <a:pt x="27010" y="25008"/>
                  </a:lnTo>
                  <a:lnTo>
                    <a:pt x="26595" y="26588"/>
                  </a:lnTo>
                  <a:lnTo>
                    <a:pt x="16986" y="23360"/>
                  </a:lnTo>
                  <a:lnTo>
                    <a:pt x="17774" y="21393"/>
                  </a:lnTo>
                  <a:lnTo>
                    <a:pt x="14623" y="15842"/>
                  </a:lnTo>
                  <a:lnTo>
                    <a:pt x="11976" y="14183"/>
                  </a:lnTo>
                  <a:lnTo>
                    <a:pt x="11075" y="13062"/>
                  </a:lnTo>
                  <a:lnTo>
                    <a:pt x="0" y="8547"/>
                  </a:lnTo>
                  <a:lnTo>
                    <a:pt x="120" y="7022"/>
                  </a:lnTo>
                  <a:lnTo>
                    <a:pt x="2348" y="4374"/>
                  </a:lnTo>
                  <a:lnTo>
                    <a:pt x="6143" y="7218"/>
                  </a:lnTo>
                  <a:lnTo>
                    <a:pt x="6717" y="1130"/>
                  </a:lnTo>
                  <a:lnTo>
                    <a:pt x="850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9" name="ph5539"/>
            <p:cNvSpPr/>
            <p:nvPr/>
          </p:nvSpPr>
          <p:spPr>
            <a:xfrm>
              <a:off x="5821694" y="1670766"/>
              <a:ext cx="46542" cy="47854"/>
            </a:xfrm>
            <a:custGeom>
              <a:avLst/>
              <a:pathLst>
                <a:path w="46542" h="47854">
                  <a:moveTo>
                    <a:pt x="30970" y="3258"/>
                  </a:moveTo>
                  <a:lnTo>
                    <a:pt x="34328" y="2035"/>
                  </a:lnTo>
                  <a:lnTo>
                    <a:pt x="35793" y="4432"/>
                  </a:lnTo>
                  <a:lnTo>
                    <a:pt x="40195" y="16079"/>
                  </a:lnTo>
                  <a:lnTo>
                    <a:pt x="39652" y="18997"/>
                  </a:lnTo>
                  <a:lnTo>
                    <a:pt x="35601" y="20397"/>
                  </a:lnTo>
                  <a:lnTo>
                    <a:pt x="36080" y="21154"/>
                  </a:lnTo>
                  <a:lnTo>
                    <a:pt x="44069" y="20657"/>
                  </a:lnTo>
                  <a:lnTo>
                    <a:pt x="46542" y="31395"/>
                  </a:lnTo>
                  <a:lnTo>
                    <a:pt x="38074" y="31210"/>
                  </a:lnTo>
                  <a:lnTo>
                    <a:pt x="33266" y="35252"/>
                  </a:lnTo>
                  <a:lnTo>
                    <a:pt x="19235" y="43923"/>
                  </a:lnTo>
                  <a:lnTo>
                    <a:pt x="16915" y="47270"/>
                  </a:lnTo>
                  <a:lnTo>
                    <a:pt x="15494" y="47854"/>
                  </a:lnTo>
                  <a:lnTo>
                    <a:pt x="13222" y="45495"/>
                  </a:lnTo>
                  <a:lnTo>
                    <a:pt x="12897" y="47843"/>
                  </a:lnTo>
                  <a:lnTo>
                    <a:pt x="8063" y="38833"/>
                  </a:lnTo>
                  <a:lnTo>
                    <a:pt x="5662" y="36907"/>
                  </a:lnTo>
                  <a:lnTo>
                    <a:pt x="3934" y="37045"/>
                  </a:lnTo>
                  <a:lnTo>
                    <a:pt x="0" y="34224"/>
                  </a:lnTo>
                  <a:lnTo>
                    <a:pt x="2332" y="32328"/>
                  </a:lnTo>
                  <a:lnTo>
                    <a:pt x="6061" y="23704"/>
                  </a:lnTo>
                  <a:lnTo>
                    <a:pt x="6515" y="20380"/>
                  </a:lnTo>
                  <a:lnTo>
                    <a:pt x="2822" y="18217"/>
                  </a:lnTo>
                  <a:lnTo>
                    <a:pt x="3118" y="14490"/>
                  </a:lnTo>
                  <a:lnTo>
                    <a:pt x="4421" y="11148"/>
                  </a:lnTo>
                  <a:lnTo>
                    <a:pt x="5955" y="9588"/>
                  </a:lnTo>
                  <a:lnTo>
                    <a:pt x="10910" y="7407"/>
                  </a:lnTo>
                  <a:lnTo>
                    <a:pt x="12711" y="10924"/>
                  </a:lnTo>
                  <a:lnTo>
                    <a:pt x="24101" y="6697"/>
                  </a:lnTo>
                  <a:lnTo>
                    <a:pt x="2275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0" name="ph5540"/>
            <p:cNvSpPr/>
            <p:nvPr/>
          </p:nvSpPr>
          <p:spPr>
            <a:xfrm>
              <a:off x="5820579" y="1988022"/>
              <a:ext cx="51501" cy="52699"/>
            </a:xfrm>
            <a:custGeom>
              <a:avLst/>
              <a:pathLst>
                <a:path w="51501" h="52699">
                  <a:moveTo>
                    <a:pt x="46385" y="36033"/>
                  </a:moveTo>
                  <a:lnTo>
                    <a:pt x="51501" y="38748"/>
                  </a:lnTo>
                  <a:lnTo>
                    <a:pt x="51366" y="41116"/>
                  </a:lnTo>
                  <a:lnTo>
                    <a:pt x="46056" y="51770"/>
                  </a:lnTo>
                  <a:lnTo>
                    <a:pt x="41342" y="52699"/>
                  </a:lnTo>
                  <a:lnTo>
                    <a:pt x="31018" y="49281"/>
                  </a:lnTo>
                  <a:lnTo>
                    <a:pt x="27662" y="46393"/>
                  </a:lnTo>
                  <a:lnTo>
                    <a:pt x="17150" y="33661"/>
                  </a:lnTo>
                  <a:lnTo>
                    <a:pt x="12194" y="31058"/>
                  </a:lnTo>
                  <a:lnTo>
                    <a:pt x="6567" y="29655"/>
                  </a:lnTo>
                  <a:lnTo>
                    <a:pt x="6955" y="28892"/>
                  </a:lnTo>
                  <a:lnTo>
                    <a:pt x="9007" y="28924"/>
                  </a:lnTo>
                  <a:lnTo>
                    <a:pt x="13736" y="30087"/>
                  </a:lnTo>
                  <a:lnTo>
                    <a:pt x="15811" y="29161"/>
                  </a:lnTo>
                  <a:lnTo>
                    <a:pt x="11854" y="25815"/>
                  </a:lnTo>
                  <a:lnTo>
                    <a:pt x="12824" y="22873"/>
                  </a:lnTo>
                  <a:lnTo>
                    <a:pt x="12378" y="19348"/>
                  </a:lnTo>
                  <a:lnTo>
                    <a:pt x="3451" y="14082"/>
                  </a:lnTo>
                  <a:lnTo>
                    <a:pt x="2898" y="8045"/>
                  </a:lnTo>
                  <a:lnTo>
                    <a:pt x="0" y="9787"/>
                  </a:lnTo>
                  <a:lnTo>
                    <a:pt x="898" y="0"/>
                  </a:lnTo>
                  <a:lnTo>
                    <a:pt x="48421" y="240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1" name="ph5541"/>
            <p:cNvSpPr/>
            <p:nvPr/>
          </p:nvSpPr>
          <p:spPr>
            <a:xfrm>
              <a:off x="5818001" y="2001065"/>
              <a:ext cx="8338" cy="17251"/>
            </a:xfrm>
            <a:custGeom>
              <a:avLst/>
              <a:pathLst>
                <a:path w="8338" h="17251">
                  <a:moveTo>
                    <a:pt x="535" y="7129"/>
                  </a:moveTo>
                  <a:lnTo>
                    <a:pt x="2226" y="12485"/>
                  </a:lnTo>
                  <a:lnTo>
                    <a:pt x="3799" y="13937"/>
                  </a:lnTo>
                  <a:lnTo>
                    <a:pt x="8338" y="15378"/>
                  </a:lnTo>
                  <a:lnTo>
                    <a:pt x="7952" y="17251"/>
                  </a:lnTo>
                  <a:lnTo>
                    <a:pt x="2400" y="14906"/>
                  </a:lnTo>
                  <a:lnTo>
                    <a:pt x="291" y="12790"/>
                  </a:lnTo>
                  <a:lnTo>
                    <a:pt x="0" y="9071"/>
                  </a:lnTo>
                  <a:lnTo>
                    <a:pt x="1831" y="0"/>
                  </a:lnTo>
                  <a:lnTo>
                    <a:pt x="2452" y="202"/>
                  </a:lnTo>
                  <a:lnTo>
                    <a:pt x="2193" y="115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2" name="ph5542"/>
            <p:cNvSpPr/>
            <p:nvPr/>
          </p:nvSpPr>
          <p:spPr>
            <a:xfrm>
              <a:off x="5915400" y="1784085"/>
              <a:ext cx="64055" cy="81567"/>
            </a:xfrm>
            <a:custGeom>
              <a:avLst/>
              <a:pathLst>
                <a:path w="64055" h="81567">
                  <a:moveTo>
                    <a:pt x="7045" y="656"/>
                  </a:moveTo>
                  <a:lnTo>
                    <a:pt x="15070" y="8613"/>
                  </a:lnTo>
                  <a:lnTo>
                    <a:pt x="32292" y="14951"/>
                  </a:lnTo>
                  <a:lnTo>
                    <a:pt x="34900" y="16421"/>
                  </a:lnTo>
                  <a:lnTo>
                    <a:pt x="35113" y="17577"/>
                  </a:lnTo>
                  <a:lnTo>
                    <a:pt x="34263" y="23912"/>
                  </a:lnTo>
                  <a:lnTo>
                    <a:pt x="35440" y="27505"/>
                  </a:lnTo>
                  <a:lnTo>
                    <a:pt x="37347" y="29358"/>
                  </a:lnTo>
                  <a:lnTo>
                    <a:pt x="39392" y="29544"/>
                  </a:lnTo>
                  <a:lnTo>
                    <a:pt x="41366" y="32162"/>
                  </a:lnTo>
                  <a:lnTo>
                    <a:pt x="41948" y="38138"/>
                  </a:lnTo>
                  <a:lnTo>
                    <a:pt x="40589" y="40006"/>
                  </a:lnTo>
                  <a:lnTo>
                    <a:pt x="51797" y="42337"/>
                  </a:lnTo>
                  <a:lnTo>
                    <a:pt x="49310" y="46332"/>
                  </a:lnTo>
                  <a:lnTo>
                    <a:pt x="49271" y="48748"/>
                  </a:lnTo>
                  <a:lnTo>
                    <a:pt x="50966" y="52727"/>
                  </a:lnTo>
                  <a:lnTo>
                    <a:pt x="58839" y="52131"/>
                  </a:lnTo>
                  <a:lnTo>
                    <a:pt x="55434" y="63796"/>
                  </a:lnTo>
                  <a:lnTo>
                    <a:pt x="59080" y="66201"/>
                  </a:lnTo>
                  <a:lnTo>
                    <a:pt x="59866" y="70607"/>
                  </a:lnTo>
                  <a:lnTo>
                    <a:pt x="58909" y="71096"/>
                  </a:lnTo>
                  <a:lnTo>
                    <a:pt x="58936" y="77345"/>
                  </a:lnTo>
                  <a:lnTo>
                    <a:pt x="64055" y="76736"/>
                  </a:lnTo>
                  <a:lnTo>
                    <a:pt x="63946" y="80842"/>
                  </a:lnTo>
                  <a:lnTo>
                    <a:pt x="59843" y="81567"/>
                  </a:lnTo>
                  <a:lnTo>
                    <a:pt x="55990" y="81324"/>
                  </a:lnTo>
                  <a:lnTo>
                    <a:pt x="51143" y="79471"/>
                  </a:lnTo>
                  <a:lnTo>
                    <a:pt x="48284" y="72717"/>
                  </a:lnTo>
                  <a:lnTo>
                    <a:pt x="43179" y="74749"/>
                  </a:lnTo>
                  <a:lnTo>
                    <a:pt x="27903" y="75203"/>
                  </a:lnTo>
                  <a:lnTo>
                    <a:pt x="25327" y="79820"/>
                  </a:lnTo>
                  <a:lnTo>
                    <a:pt x="22760" y="77906"/>
                  </a:lnTo>
                  <a:lnTo>
                    <a:pt x="21426" y="77438"/>
                  </a:lnTo>
                  <a:lnTo>
                    <a:pt x="22527" y="72898"/>
                  </a:lnTo>
                  <a:lnTo>
                    <a:pt x="25924" y="71973"/>
                  </a:lnTo>
                  <a:lnTo>
                    <a:pt x="25435" y="70154"/>
                  </a:lnTo>
                  <a:lnTo>
                    <a:pt x="20758" y="63861"/>
                  </a:lnTo>
                  <a:lnTo>
                    <a:pt x="20417" y="61347"/>
                  </a:lnTo>
                  <a:lnTo>
                    <a:pt x="21579" y="56711"/>
                  </a:lnTo>
                  <a:lnTo>
                    <a:pt x="18276" y="51321"/>
                  </a:lnTo>
                  <a:lnTo>
                    <a:pt x="9852" y="48191"/>
                  </a:lnTo>
                  <a:lnTo>
                    <a:pt x="8164" y="45481"/>
                  </a:lnTo>
                  <a:lnTo>
                    <a:pt x="11802" y="44245"/>
                  </a:lnTo>
                  <a:lnTo>
                    <a:pt x="6867" y="42684"/>
                  </a:lnTo>
                  <a:lnTo>
                    <a:pt x="8566" y="37415"/>
                  </a:lnTo>
                  <a:lnTo>
                    <a:pt x="7317" y="33966"/>
                  </a:lnTo>
                  <a:lnTo>
                    <a:pt x="4557" y="35145"/>
                  </a:lnTo>
                  <a:lnTo>
                    <a:pt x="3019" y="30715"/>
                  </a:lnTo>
                  <a:lnTo>
                    <a:pt x="3196" y="14144"/>
                  </a:lnTo>
                  <a:lnTo>
                    <a:pt x="980" y="8850"/>
                  </a:lnTo>
                  <a:lnTo>
                    <a:pt x="0" y="2113"/>
                  </a:lnTo>
                  <a:lnTo>
                    <a:pt x="1878" y="1629"/>
                  </a:lnTo>
                  <a:lnTo>
                    <a:pt x="353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3" name="ph5543"/>
            <p:cNvSpPr/>
            <p:nvPr/>
          </p:nvSpPr>
          <p:spPr>
            <a:xfrm>
              <a:off x="5885886" y="1547315"/>
              <a:ext cx="55652" cy="58293"/>
            </a:xfrm>
            <a:custGeom>
              <a:avLst/>
              <a:pathLst>
                <a:path w="55652" h="58293">
                  <a:moveTo>
                    <a:pt x="32603" y="4037"/>
                  </a:moveTo>
                  <a:lnTo>
                    <a:pt x="39378" y="7628"/>
                  </a:lnTo>
                  <a:lnTo>
                    <a:pt x="42139" y="7742"/>
                  </a:lnTo>
                  <a:lnTo>
                    <a:pt x="43889" y="11166"/>
                  </a:lnTo>
                  <a:lnTo>
                    <a:pt x="43557" y="18136"/>
                  </a:lnTo>
                  <a:lnTo>
                    <a:pt x="46464" y="20700"/>
                  </a:lnTo>
                  <a:lnTo>
                    <a:pt x="45966" y="26016"/>
                  </a:lnTo>
                  <a:lnTo>
                    <a:pt x="51464" y="36051"/>
                  </a:lnTo>
                  <a:lnTo>
                    <a:pt x="46274" y="36935"/>
                  </a:lnTo>
                  <a:lnTo>
                    <a:pt x="43438" y="36362"/>
                  </a:lnTo>
                  <a:lnTo>
                    <a:pt x="42273" y="38621"/>
                  </a:lnTo>
                  <a:lnTo>
                    <a:pt x="52559" y="43336"/>
                  </a:lnTo>
                  <a:lnTo>
                    <a:pt x="52475" y="46871"/>
                  </a:lnTo>
                  <a:lnTo>
                    <a:pt x="54329" y="48677"/>
                  </a:lnTo>
                  <a:lnTo>
                    <a:pt x="55652" y="58293"/>
                  </a:lnTo>
                  <a:lnTo>
                    <a:pt x="42699" y="57391"/>
                  </a:lnTo>
                  <a:lnTo>
                    <a:pt x="41134" y="51104"/>
                  </a:lnTo>
                  <a:lnTo>
                    <a:pt x="21765" y="50245"/>
                  </a:lnTo>
                  <a:lnTo>
                    <a:pt x="17814" y="47916"/>
                  </a:lnTo>
                  <a:lnTo>
                    <a:pt x="5250" y="31186"/>
                  </a:lnTo>
                  <a:lnTo>
                    <a:pt x="0" y="22434"/>
                  </a:lnTo>
                  <a:lnTo>
                    <a:pt x="6131" y="21452"/>
                  </a:lnTo>
                  <a:lnTo>
                    <a:pt x="7932" y="20287"/>
                  </a:lnTo>
                  <a:lnTo>
                    <a:pt x="9358" y="16412"/>
                  </a:lnTo>
                  <a:lnTo>
                    <a:pt x="13190" y="16070"/>
                  </a:lnTo>
                  <a:lnTo>
                    <a:pt x="13101" y="11848"/>
                  </a:lnTo>
                  <a:lnTo>
                    <a:pt x="31610" y="507"/>
                  </a:lnTo>
                  <a:lnTo>
                    <a:pt x="3250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4" name="ph5544"/>
            <p:cNvSpPr/>
            <p:nvPr/>
          </p:nvSpPr>
          <p:spPr>
            <a:xfrm>
              <a:off x="5876476" y="1876932"/>
              <a:ext cx="70965" cy="180808"/>
            </a:xfrm>
            <a:custGeom>
              <a:avLst/>
              <a:pathLst>
                <a:path w="70965" h="180808">
                  <a:moveTo>
                    <a:pt x="54991" y="112"/>
                  </a:moveTo>
                  <a:lnTo>
                    <a:pt x="56002" y="1420"/>
                  </a:lnTo>
                  <a:lnTo>
                    <a:pt x="59598" y="2642"/>
                  </a:lnTo>
                  <a:lnTo>
                    <a:pt x="69925" y="5288"/>
                  </a:lnTo>
                  <a:lnTo>
                    <a:pt x="68501" y="6116"/>
                  </a:lnTo>
                  <a:lnTo>
                    <a:pt x="65373" y="10251"/>
                  </a:lnTo>
                  <a:lnTo>
                    <a:pt x="66078" y="12649"/>
                  </a:lnTo>
                  <a:lnTo>
                    <a:pt x="64399" y="18686"/>
                  </a:lnTo>
                  <a:lnTo>
                    <a:pt x="61861" y="21308"/>
                  </a:lnTo>
                  <a:lnTo>
                    <a:pt x="60070" y="21391"/>
                  </a:lnTo>
                  <a:lnTo>
                    <a:pt x="57652" y="26298"/>
                  </a:lnTo>
                  <a:lnTo>
                    <a:pt x="57431" y="28885"/>
                  </a:lnTo>
                  <a:lnTo>
                    <a:pt x="62147" y="29230"/>
                  </a:lnTo>
                  <a:lnTo>
                    <a:pt x="63362" y="31304"/>
                  </a:lnTo>
                  <a:lnTo>
                    <a:pt x="61780" y="36285"/>
                  </a:lnTo>
                  <a:lnTo>
                    <a:pt x="55051" y="35945"/>
                  </a:lnTo>
                  <a:lnTo>
                    <a:pt x="54100" y="42472"/>
                  </a:lnTo>
                  <a:lnTo>
                    <a:pt x="55712" y="43843"/>
                  </a:lnTo>
                  <a:lnTo>
                    <a:pt x="56684" y="50057"/>
                  </a:lnTo>
                  <a:lnTo>
                    <a:pt x="58522" y="53593"/>
                  </a:lnTo>
                  <a:lnTo>
                    <a:pt x="61301" y="54373"/>
                  </a:lnTo>
                  <a:lnTo>
                    <a:pt x="64996" y="52811"/>
                  </a:lnTo>
                  <a:lnTo>
                    <a:pt x="67424" y="53449"/>
                  </a:lnTo>
                  <a:lnTo>
                    <a:pt x="68697" y="57549"/>
                  </a:lnTo>
                  <a:lnTo>
                    <a:pt x="67481" y="60367"/>
                  </a:lnTo>
                  <a:lnTo>
                    <a:pt x="69443" y="65409"/>
                  </a:lnTo>
                  <a:lnTo>
                    <a:pt x="70965" y="65279"/>
                  </a:lnTo>
                  <a:lnTo>
                    <a:pt x="68325" y="70172"/>
                  </a:lnTo>
                  <a:lnTo>
                    <a:pt x="68637" y="71400"/>
                  </a:lnTo>
                  <a:lnTo>
                    <a:pt x="67312" y="73869"/>
                  </a:lnTo>
                  <a:lnTo>
                    <a:pt x="62265" y="73083"/>
                  </a:lnTo>
                  <a:lnTo>
                    <a:pt x="55478" y="74610"/>
                  </a:lnTo>
                  <a:lnTo>
                    <a:pt x="55973" y="82515"/>
                  </a:lnTo>
                  <a:lnTo>
                    <a:pt x="53231" y="79070"/>
                  </a:lnTo>
                  <a:lnTo>
                    <a:pt x="50226" y="76768"/>
                  </a:lnTo>
                  <a:lnTo>
                    <a:pt x="45999" y="85058"/>
                  </a:lnTo>
                  <a:lnTo>
                    <a:pt x="43145" y="86845"/>
                  </a:lnTo>
                  <a:lnTo>
                    <a:pt x="40971" y="89734"/>
                  </a:lnTo>
                  <a:lnTo>
                    <a:pt x="42631" y="95286"/>
                  </a:lnTo>
                  <a:lnTo>
                    <a:pt x="44487" y="94916"/>
                  </a:lnTo>
                  <a:lnTo>
                    <a:pt x="45195" y="102938"/>
                  </a:lnTo>
                  <a:lnTo>
                    <a:pt x="36186" y="110234"/>
                  </a:lnTo>
                  <a:lnTo>
                    <a:pt x="35501" y="116039"/>
                  </a:lnTo>
                  <a:lnTo>
                    <a:pt x="41711" y="115905"/>
                  </a:lnTo>
                  <a:lnTo>
                    <a:pt x="45649" y="118410"/>
                  </a:lnTo>
                  <a:lnTo>
                    <a:pt x="41318" y="120040"/>
                  </a:lnTo>
                  <a:lnTo>
                    <a:pt x="41447" y="125741"/>
                  </a:lnTo>
                  <a:lnTo>
                    <a:pt x="45229" y="126462"/>
                  </a:lnTo>
                  <a:lnTo>
                    <a:pt x="45144" y="127395"/>
                  </a:lnTo>
                  <a:lnTo>
                    <a:pt x="41828" y="130189"/>
                  </a:lnTo>
                  <a:lnTo>
                    <a:pt x="43691" y="132244"/>
                  </a:lnTo>
                  <a:lnTo>
                    <a:pt x="46000" y="135275"/>
                  </a:lnTo>
                  <a:lnTo>
                    <a:pt x="44712" y="135629"/>
                  </a:lnTo>
                  <a:lnTo>
                    <a:pt x="39709" y="134629"/>
                  </a:lnTo>
                  <a:lnTo>
                    <a:pt x="38852" y="136597"/>
                  </a:lnTo>
                  <a:lnTo>
                    <a:pt x="33765" y="137641"/>
                  </a:lnTo>
                  <a:lnTo>
                    <a:pt x="33482" y="142614"/>
                  </a:lnTo>
                  <a:lnTo>
                    <a:pt x="36643" y="146080"/>
                  </a:lnTo>
                  <a:lnTo>
                    <a:pt x="36187" y="148145"/>
                  </a:lnTo>
                  <a:lnTo>
                    <a:pt x="34438" y="150479"/>
                  </a:lnTo>
                  <a:lnTo>
                    <a:pt x="32251" y="150379"/>
                  </a:lnTo>
                  <a:lnTo>
                    <a:pt x="32673" y="154299"/>
                  </a:lnTo>
                  <a:lnTo>
                    <a:pt x="25042" y="164559"/>
                  </a:lnTo>
                  <a:lnTo>
                    <a:pt x="21233" y="164364"/>
                  </a:lnTo>
                  <a:lnTo>
                    <a:pt x="17851" y="165495"/>
                  </a:lnTo>
                  <a:lnTo>
                    <a:pt x="10940" y="173139"/>
                  </a:lnTo>
                  <a:lnTo>
                    <a:pt x="15015" y="176236"/>
                  </a:lnTo>
                  <a:lnTo>
                    <a:pt x="17275" y="180197"/>
                  </a:lnTo>
                  <a:lnTo>
                    <a:pt x="16918" y="180808"/>
                  </a:lnTo>
                  <a:lnTo>
                    <a:pt x="15622" y="177694"/>
                  </a:lnTo>
                  <a:lnTo>
                    <a:pt x="13657" y="175485"/>
                  </a:lnTo>
                  <a:lnTo>
                    <a:pt x="7680" y="172311"/>
                  </a:lnTo>
                  <a:lnTo>
                    <a:pt x="5262" y="171426"/>
                  </a:lnTo>
                  <a:lnTo>
                    <a:pt x="3882" y="171816"/>
                  </a:lnTo>
                  <a:lnTo>
                    <a:pt x="240" y="168766"/>
                  </a:lnTo>
                  <a:lnTo>
                    <a:pt x="0" y="157279"/>
                  </a:lnTo>
                  <a:lnTo>
                    <a:pt x="2022" y="121243"/>
                  </a:lnTo>
                  <a:lnTo>
                    <a:pt x="1126" y="121026"/>
                  </a:lnTo>
                  <a:lnTo>
                    <a:pt x="1328" y="116442"/>
                  </a:lnTo>
                  <a:lnTo>
                    <a:pt x="2440" y="114096"/>
                  </a:lnTo>
                  <a:lnTo>
                    <a:pt x="12071" y="114587"/>
                  </a:lnTo>
                  <a:lnTo>
                    <a:pt x="12310" y="100344"/>
                  </a:lnTo>
                  <a:lnTo>
                    <a:pt x="13322" y="92717"/>
                  </a:lnTo>
                  <a:lnTo>
                    <a:pt x="11280" y="88830"/>
                  </a:lnTo>
                  <a:lnTo>
                    <a:pt x="9579" y="87773"/>
                  </a:lnTo>
                  <a:lnTo>
                    <a:pt x="575" y="88683"/>
                  </a:lnTo>
                  <a:lnTo>
                    <a:pt x="5018" y="70382"/>
                  </a:lnTo>
                  <a:lnTo>
                    <a:pt x="7614" y="64819"/>
                  </a:lnTo>
                  <a:lnTo>
                    <a:pt x="10587" y="62387"/>
                  </a:lnTo>
                  <a:lnTo>
                    <a:pt x="10954" y="61282"/>
                  </a:lnTo>
                  <a:lnTo>
                    <a:pt x="10358" y="58772"/>
                  </a:lnTo>
                  <a:lnTo>
                    <a:pt x="3000" y="47492"/>
                  </a:lnTo>
                  <a:lnTo>
                    <a:pt x="2851" y="44820"/>
                  </a:lnTo>
                  <a:lnTo>
                    <a:pt x="8554" y="37303"/>
                  </a:lnTo>
                  <a:lnTo>
                    <a:pt x="2780" y="33580"/>
                  </a:lnTo>
                  <a:lnTo>
                    <a:pt x="4195" y="25465"/>
                  </a:lnTo>
                  <a:lnTo>
                    <a:pt x="2499" y="17651"/>
                  </a:lnTo>
                  <a:lnTo>
                    <a:pt x="8081" y="16297"/>
                  </a:lnTo>
                  <a:lnTo>
                    <a:pt x="7871" y="10395"/>
                  </a:lnTo>
                  <a:lnTo>
                    <a:pt x="14057" y="10853"/>
                  </a:lnTo>
                  <a:lnTo>
                    <a:pt x="20902" y="14550"/>
                  </a:lnTo>
                  <a:lnTo>
                    <a:pt x="24873" y="18342"/>
                  </a:lnTo>
                  <a:lnTo>
                    <a:pt x="25268" y="23322"/>
                  </a:lnTo>
                  <a:lnTo>
                    <a:pt x="30219" y="25971"/>
                  </a:lnTo>
                  <a:lnTo>
                    <a:pt x="31067" y="25039"/>
                  </a:lnTo>
                  <a:lnTo>
                    <a:pt x="30151" y="24239"/>
                  </a:lnTo>
                  <a:lnTo>
                    <a:pt x="29142" y="24564"/>
                  </a:lnTo>
                  <a:lnTo>
                    <a:pt x="29525" y="17589"/>
                  </a:lnTo>
                  <a:lnTo>
                    <a:pt x="37825" y="15335"/>
                  </a:lnTo>
                  <a:lnTo>
                    <a:pt x="44402" y="14689"/>
                  </a:lnTo>
                  <a:lnTo>
                    <a:pt x="45337" y="19514"/>
                  </a:lnTo>
                  <a:lnTo>
                    <a:pt x="54481" y="17956"/>
                  </a:lnTo>
                  <a:lnTo>
                    <a:pt x="54026" y="16456"/>
                  </a:lnTo>
                  <a:lnTo>
                    <a:pt x="48912" y="14633"/>
                  </a:lnTo>
                  <a:lnTo>
                    <a:pt x="47926" y="11297"/>
                  </a:lnTo>
                  <a:lnTo>
                    <a:pt x="46803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5" name="ph5545"/>
            <p:cNvSpPr/>
            <p:nvPr/>
          </p:nvSpPr>
          <p:spPr>
            <a:xfrm>
              <a:off x="5592664" y="1531381"/>
              <a:ext cx="157134" cy="209204"/>
            </a:xfrm>
            <a:custGeom>
              <a:avLst/>
              <a:pathLst>
                <a:path w="157134" h="209204">
                  <a:moveTo>
                    <a:pt x="86762" y="1760"/>
                  </a:moveTo>
                  <a:lnTo>
                    <a:pt x="87559" y="8391"/>
                  </a:lnTo>
                  <a:lnTo>
                    <a:pt x="97909" y="12147"/>
                  </a:lnTo>
                  <a:lnTo>
                    <a:pt x="96363" y="14916"/>
                  </a:lnTo>
                  <a:lnTo>
                    <a:pt x="92708" y="17424"/>
                  </a:lnTo>
                  <a:lnTo>
                    <a:pt x="93448" y="20221"/>
                  </a:lnTo>
                  <a:lnTo>
                    <a:pt x="95085" y="21930"/>
                  </a:lnTo>
                  <a:lnTo>
                    <a:pt x="99300" y="21603"/>
                  </a:lnTo>
                  <a:lnTo>
                    <a:pt x="102005" y="24844"/>
                  </a:lnTo>
                  <a:lnTo>
                    <a:pt x="100257" y="28108"/>
                  </a:lnTo>
                  <a:lnTo>
                    <a:pt x="99871" y="30748"/>
                  </a:lnTo>
                  <a:lnTo>
                    <a:pt x="102451" y="30514"/>
                  </a:lnTo>
                  <a:lnTo>
                    <a:pt x="102094" y="34894"/>
                  </a:lnTo>
                  <a:lnTo>
                    <a:pt x="98298" y="36754"/>
                  </a:lnTo>
                  <a:lnTo>
                    <a:pt x="98016" y="37955"/>
                  </a:lnTo>
                  <a:lnTo>
                    <a:pt x="106602" y="46346"/>
                  </a:lnTo>
                  <a:lnTo>
                    <a:pt x="114786" y="49993"/>
                  </a:lnTo>
                  <a:lnTo>
                    <a:pt x="114604" y="50629"/>
                  </a:lnTo>
                  <a:lnTo>
                    <a:pt x="114669" y="52102"/>
                  </a:lnTo>
                  <a:lnTo>
                    <a:pt x="109538" y="50646"/>
                  </a:lnTo>
                  <a:lnTo>
                    <a:pt x="107084" y="60851"/>
                  </a:lnTo>
                  <a:lnTo>
                    <a:pt x="106128" y="69215"/>
                  </a:lnTo>
                  <a:lnTo>
                    <a:pt x="101533" y="77825"/>
                  </a:lnTo>
                  <a:lnTo>
                    <a:pt x="101040" y="82167"/>
                  </a:lnTo>
                  <a:lnTo>
                    <a:pt x="107609" y="88887"/>
                  </a:lnTo>
                  <a:lnTo>
                    <a:pt x="107315" y="91813"/>
                  </a:lnTo>
                  <a:lnTo>
                    <a:pt x="105518" y="92853"/>
                  </a:lnTo>
                  <a:lnTo>
                    <a:pt x="104659" y="99752"/>
                  </a:lnTo>
                  <a:lnTo>
                    <a:pt x="107531" y="99960"/>
                  </a:lnTo>
                  <a:lnTo>
                    <a:pt x="110394" y="103782"/>
                  </a:lnTo>
                  <a:lnTo>
                    <a:pt x="108981" y="113658"/>
                  </a:lnTo>
                  <a:lnTo>
                    <a:pt x="111461" y="118329"/>
                  </a:lnTo>
                  <a:lnTo>
                    <a:pt x="116581" y="118265"/>
                  </a:lnTo>
                  <a:lnTo>
                    <a:pt x="121334" y="119918"/>
                  </a:lnTo>
                  <a:lnTo>
                    <a:pt x="124799" y="124670"/>
                  </a:lnTo>
                  <a:lnTo>
                    <a:pt x="128309" y="127222"/>
                  </a:lnTo>
                  <a:lnTo>
                    <a:pt x="129748" y="125693"/>
                  </a:lnTo>
                  <a:lnTo>
                    <a:pt x="127379" y="122354"/>
                  </a:lnTo>
                  <a:lnTo>
                    <a:pt x="136889" y="124846"/>
                  </a:lnTo>
                  <a:lnTo>
                    <a:pt x="147585" y="125567"/>
                  </a:lnTo>
                  <a:lnTo>
                    <a:pt x="144374" y="120367"/>
                  </a:lnTo>
                  <a:lnTo>
                    <a:pt x="143882" y="116504"/>
                  </a:lnTo>
                  <a:lnTo>
                    <a:pt x="150766" y="116988"/>
                  </a:lnTo>
                  <a:lnTo>
                    <a:pt x="155897" y="119859"/>
                  </a:lnTo>
                  <a:lnTo>
                    <a:pt x="157134" y="120556"/>
                  </a:lnTo>
                  <a:lnTo>
                    <a:pt x="156715" y="128111"/>
                  </a:lnTo>
                  <a:lnTo>
                    <a:pt x="153227" y="129665"/>
                  </a:lnTo>
                  <a:lnTo>
                    <a:pt x="153658" y="135491"/>
                  </a:lnTo>
                  <a:lnTo>
                    <a:pt x="148384" y="148927"/>
                  </a:lnTo>
                  <a:lnTo>
                    <a:pt x="150417" y="152394"/>
                  </a:lnTo>
                  <a:lnTo>
                    <a:pt x="153524" y="154473"/>
                  </a:lnTo>
                  <a:lnTo>
                    <a:pt x="153027" y="158062"/>
                  </a:lnTo>
                  <a:lnTo>
                    <a:pt x="151012" y="163086"/>
                  </a:lnTo>
                  <a:lnTo>
                    <a:pt x="151870" y="166015"/>
                  </a:lnTo>
                  <a:lnTo>
                    <a:pt x="139866" y="161467"/>
                  </a:lnTo>
                  <a:lnTo>
                    <a:pt x="136133" y="168005"/>
                  </a:lnTo>
                  <a:lnTo>
                    <a:pt x="129443" y="170692"/>
                  </a:lnTo>
                  <a:lnTo>
                    <a:pt x="121308" y="169483"/>
                  </a:lnTo>
                  <a:lnTo>
                    <a:pt x="120650" y="170325"/>
                  </a:lnTo>
                  <a:lnTo>
                    <a:pt x="121005" y="171089"/>
                  </a:lnTo>
                  <a:lnTo>
                    <a:pt x="122467" y="171316"/>
                  </a:lnTo>
                  <a:lnTo>
                    <a:pt x="125144" y="174674"/>
                  </a:lnTo>
                  <a:lnTo>
                    <a:pt x="122028" y="177689"/>
                  </a:lnTo>
                  <a:lnTo>
                    <a:pt x="119622" y="177849"/>
                  </a:lnTo>
                  <a:lnTo>
                    <a:pt x="118057" y="175976"/>
                  </a:lnTo>
                  <a:lnTo>
                    <a:pt x="111032" y="181030"/>
                  </a:lnTo>
                  <a:lnTo>
                    <a:pt x="110237" y="180016"/>
                  </a:lnTo>
                  <a:lnTo>
                    <a:pt x="116782" y="174622"/>
                  </a:lnTo>
                  <a:lnTo>
                    <a:pt x="111771" y="168005"/>
                  </a:lnTo>
                  <a:lnTo>
                    <a:pt x="109045" y="167326"/>
                  </a:lnTo>
                  <a:lnTo>
                    <a:pt x="103305" y="161405"/>
                  </a:lnTo>
                  <a:lnTo>
                    <a:pt x="99599" y="164254"/>
                  </a:lnTo>
                  <a:lnTo>
                    <a:pt x="97526" y="161754"/>
                  </a:lnTo>
                  <a:lnTo>
                    <a:pt x="88080" y="169610"/>
                  </a:lnTo>
                  <a:lnTo>
                    <a:pt x="91958" y="174136"/>
                  </a:lnTo>
                  <a:lnTo>
                    <a:pt x="91314" y="176657"/>
                  </a:lnTo>
                  <a:lnTo>
                    <a:pt x="80497" y="189690"/>
                  </a:lnTo>
                  <a:lnTo>
                    <a:pt x="76043" y="209204"/>
                  </a:lnTo>
                  <a:lnTo>
                    <a:pt x="58677" y="207396"/>
                  </a:lnTo>
                  <a:lnTo>
                    <a:pt x="57222" y="205904"/>
                  </a:lnTo>
                  <a:lnTo>
                    <a:pt x="52504" y="207765"/>
                  </a:lnTo>
                  <a:lnTo>
                    <a:pt x="49074" y="205625"/>
                  </a:lnTo>
                  <a:lnTo>
                    <a:pt x="44666" y="205706"/>
                  </a:lnTo>
                  <a:lnTo>
                    <a:pt x="41039" y="206748"/>
                  </a:lnTo>
                  <a:lnTo>
                    <a:pt x="34996" y="204399"/>
                  </a:lnTo>
                  <a:lnTo>
                    <a:pt x="33292" y="202617"/>
                  </a:lnTo>
                  <a:lnTo>
                    <a:pt x="32307" y="198464"/>
                  </a:lnTo>
                  <a:lnTo>
                    <a:pt x="37468" y="189239"/>
                  </a:lnTo>
                  <a:lnTo>
                    <a:pt x="38043" y="184261"/>
                  </a:lnTo>
                  <a:lnTo>
                    <a:pt x="37002" y="182322"/>
                  </a:lnTo>
                  <a:lnTo>
                    <a:pt x="34481" y="181346"/>
                  </a:lnTo>
                  <a:lnTo>
                    <a:pt x="32827" y="179593"/>
                  </a:lnTo>
                  <a:lnTo>
                    <a:pt x="33088" y="176031"/>
                  </a:lnTo>
                  <a:lnTo>
                    <a:pt x="32363" y="174202"/>
                  </a:lnTo>
                  <a:lnTo>
                    <a:pt x="24729" y="164262"/>
                  </a:lnTo>
                  <a:lnTo>
                    <a:pt x="21236" y="156207"/>
                  </a:lnTo>
                  <a:lnTo>
                    <a:pt x="17267" y="153030"/>
                  </a:lnTo>
                  <a:lnTo>
                    <a:pt x="14927" y="143886"/>
                  </a:lnTo>
                  <a:lnTo>
                    <a:pt x="10284" y="136253"/>
                  </a:lnTo>
                  <a:lnTo>
                    <a:pt x="10658" y="132585"/>
                  </a:lnTo>
                  <a:lnTo>
                    <a:pt x="9278" y="128685"/>
                  </a:lnTo>
                  <a:lnTo>
                    <a:pt x="7285" y="126792"/>
                  </a:lnTo>
                  <a:lnTo>
                    <a:pt x="4617" y="125766"/>
                  </a:lnTo>
                  <a:lnTo>
                    <a:pt x="1926" y="126582"/>
                  </a:lnTo>
                  <a:lnTo>
                    <a:pt x="278" y="125122"/>
                  </a:lnTo>
                  <a:lnTo>
                    <a:pt x="2600" y="113712"/>
                  </a:lnTo>
                  <a:lnTo>
                    <a:pt x="1647" y="108943"/>
                  </a:lnTo>
                  <a:lnTo>
                    <a:pt x="0" y="105623"/>
                  </a:lnTo>
                  <a:lnTo>
                    <a:pt x="15122" y="104431"/>
                  </a:lnTo>
                  <a:lnTo>
                    <a:pt x="16235" y="96932"/>
                  </a:lnTo>
                  <a:lnTo>
                    <a:pt x="15200" y="96548"/>
                  </a:lnTo>
                  <a:lnTo>
                    <a:pt x="18569" y="86233"/>
                  </a:lnTo>
                  <a:lnTo>
                    <a:pt x="23830" y="88015"/>
                  </a:lnTo>
                  <a:lnTo>
                    <a:pt x="30708" y="92043"/>
                  </a:lnTo>
                  <a:lnTo>
                    <a:pt x="39326" y="93156"/>
                  </a:lnTo>
                  <a:lnTo>
                    <a:pt x="46891" y="95390"/>
                  </a:lnTo>
                  <a:lnTo>
                    <a:pt x="55976" y="95537"/>
                  </a:lnTo>
                  <a:lnTo>
                    <a:pt x="56298" y="89549"/>
                  </a:lnTo>
                  <a:lnTo>
                    <a:pt x="67284" y="90415"/>
                  </a:lnTo>
                  <a:lnTo>
                    <a:pt x="69608" y="87058"/>
                  </a:lnTo>
                  <a:lnTo>
                    <a:pt x="66093" y="80212"/>
                  </a:lnTo>
                  <a:lnTo>
                    <a:pt x="60427" y="80549"/>
                  </a:lnTo>
                  <a:lnTo>
                    <a:pt x="58991" y="73301"/>
                  </a:lnTo>
                  <a:lnTo>
                    <a:pt x="61018" y="69764"/>
                  </a:lnTo>
                  <a:lnTo>
                    <a:pt x="65070" y="68839"/>
                  </a:lnTo>
                  <a:lnTo>
                    <a:pt x="67634" y="64349"/>
                  </a:lnTo>
                  <a:lnTo>
                    <a:pt x="69510" y="57323"/>
                  </a:lnTo>
                  <a:lnTo>
                    <a:pt x="71882" y="57492"/>
                  </a:lnTo>
                  <a:lnTo>
                    <a:pt x="71796" y="58702"/>
                  </a:lnTo>
                  <a:lnTo>
                    <a:pt x="73620" y="58832"/>
                  </a:lnTo>
                  <a:lnTo>
                    <a:pt x="74247" y="50423"/>
                  </a:lnTo>
                  <a:lnTo>
                    <a:pt x="75324" y="50592"/>
                  </a:lnTo>
                  <a:lnTo>
                    <a:pt x="75960" y="46620"/>
                  </a:lnTo>
                  <a:lnTo>
                    <a:pt x="75296" y="37224"/>
                  </a:lnTo>
                  <a:lnTo>
                    <a:pt x="77293" y="36878"/>
                  </a:lnTo>
                  <a:lnTo>
                    <a:pt x="79930" y="34785"/>
                  </a:lnTo>
                  <a:lnTo>
                    <a:pt x="80637" y="26663"/>
                  </a:lnTo>
                  <a:lnTo>
                    <a:pt x="82234" y="22184"/>
                  </a:lnTo>
                  <a:lnTo>
                    <a:pt x="81968" y="19918"/>
                  </a:lnTo>
                  <a:lnTo>
                    <a:pt x="77972" y="20219"/>
                  </a:lnTo>
                  <a:lnTo>
                    <a:pt x="75508" y="19066"/>
                  </a:lnTo>
                  <a:lnTo>
                    <a:pt x="75514" y="16633"/>
                  </a:lnTo>
                  <a:lnTo>
                    <a:pt x="77595" y="16783"/>
                  </a:lnTo>
                  <a:lnTo>
                    <a:pt x="79132" y="3251"/>
                  </a:lnTo>
                  <a:lnTo>
                    <a:pt x="8212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6" name="ph5546"/>
            <p:cNvSpPr/>
            <p:nvPr/>
          </p:nvSpPr>
          <p:spPr>
            <a:xfrm>
              <a:off x="5852656" y="1498175"/>
              <a:ext cx="79138" cy="71573"/>
            </a:xfrm>
            <a:custGeom>
              <a:avLst/>
              <a:pathLst>
                <a:path w="79138" h="71573">
                  <a:moveTo>
                    <a:pt x="36054" y="4972"/>
                  </a:moveTo>
                  <a:lnTo>
                    <a:pt x="42299" y="7519"/>
                  </a:lnTo>
                  <a:lnTo>
                    <a:pt x="48496" y="8752"/>
                  </a:lnTo>
                  <a:lnTo>
                    <a:pt x="53556" y="8099"/>
                  </a:lnTo>
                  <a:lnTo>
                    <a:pt x="53138" y="15892"/>
                  </a:lnTo>
                  <a:lnTo>
                    <a:pt x="68097" y="14932"/>
                  </a:lnTo>
                  <a:lnTo>
                    <a:pt x="70595" y="16311"/>
                  </a:lnTo>
                  <a:lnTo>
                    <a:pt x="70234" y="22877"/>
                  </a:lnTo>
                  <a:lnTo>
                    <a:pt x="74357" y="21812"/>
                  </a:lnTo>
                  <a:lnTo>
                    <a:pt x="75455" y="22652"/>
                  </a:lnTo>
                  <a:lnTo>
                    <a:pt x="79138" y="31104"/>
                  </a:lnTo>
                  <a:lnTo>
                    <a:pt x="71981" y="35834"/>
                  </a:lnTo>
                  <a:lnTo>
                    <a:pt x="71708" y="39359"/>
                  </a:lnTo>
                  <a:lnTo>
                    <a:pt x="64790" y="41214"/>
                  </a:lnTo>
                  <a:lnTo>
                    <a:pt x="61659" y="40858"/>
                  </a:lnTo>
                  <a:lnTo>
                    <a:pt x="61712" y="48385"/>
                  </a:lnTo>
                  <a:lnTo>
                    <a:pt x="64840" y="49647"/>
                  </a:lnTo>
                  <a:lnTo>
                    <a:pt x="46331" y="60987"/>
                  </a:lnTo>
                  <a:lnTo>
                    <a:pt x="46420" y="65210"/>
                  </a:lnTo>
                  <a:lnTo>
                    <a:pt x="42588" y="65552"/>
                  </a:lnTo>
                  <a:lnTo>
                    <a:pt x="41162" y="69427"/>
                  </a:lnTo>
                  <a:lnTo>
                    <a:pt x="39361" y="70592"/>
                  </a:lnTo>
                  <a:lnTo>
                    <a:pt x="33229" y="71573"/>
                  </a:lnTo>
                  <a:lnTo>
                    <a:pt x="32178" y="70005"/>
                  </a:lnTo>
                  <a:lnTo>
                    <a:pt x="38762" y="67600"/>
                  </a:lnTo>
                  <a:lnTo>
                    <a:pt x="38567" y="65282"/>
                  </a:lnTo>
                  <a:lnTo>
                    <a:pt x="10837" y="63008"/>
                  </a:lnTo>
                  <a:lnTo>
                    <a:pt x="7786" y="57295"/>
                  </a:lnTo>
                  <a:lnTo>
                    <a:pt x="3817" y="58705"/>
                  </a:lnTo>
                  <a:lnTo>
                    <a:pt x="2713" y="61117"/>
                  </a:lnTo>
                  <a:lnTo>
                    <a:pt x="1021" y="61506"/>
                  </a:lnTo>
                  <a:lnTo>
                    <a:pt x="0" y="60608"/>
                  </a:lnTo>
                  <a:lnTo>
                    <a:pt x="640" y="54478"/>
                  </a:lnTo>
                  <a:lnTo>
                    <a:pt x="4653" y="43160"/>
                  </a:lnTo>
                  <a:lnTo>
                    <a:pt x="3401" y="42609"/>
                  </a:lnTo>
                  <a:lnTo>
                    <a:pt x="1482" y="35718"/>
                  </a:lnTo>
                  <a:lnTo>
                    <a:pt x="5122" y="33881"/>
                  </a:lnTo>
                  <a:lnTo>
                    <a:pt x="6250" y="35291"/>
                  </a:lnTo>
                  <a:lnTo>
                    <a:pt x="4819" y="27628"/>
                  </a:lnTo>
                  <a:lnTo>
                    <a:pt x="7236" y="24024"/>
                  </a:lnTo>
                  <a:lnTo>
                    <a:pt x="8274" y="23199"/>
                  </a:lnTo>
                  <a:lnTo>
                    <a:pt x="17595" y="21764"/>
                  </a:lnTo>
                  <a:lnTo>
                    <a:pt x="16032" y="17994"/>
                  </a:lnTo>
                  <a:lnTo>
                    <a:pt x="18825" y="8050"/>
                  </a:lnTo>
                  <a:lnTo>
                    <a:pt x="22614" y="6393"/>
                  </a:lnTo>
                  <a:lnTo>
                    <a:pt x="26208" y="1663"/>
                  </a:lnTo>
                  <a:lnTo>
                    <a:pt x="26058" y="0"/>
                  </a:lnTo>
                  <a:lnTo>
                    <a:pt x="31557" y="42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7" name="ph5547"/>
            <p:cNvSpPr/>
            <p:nvPr/>
          </p:nvSpPr>
          <p:spPr>
            <a:xfrm>
              <a:off x="5741048" y="1651937"/>
              <a:ext cx="91556" cy="79605"/>
            </a:xfrm>
            <a:custGeom>
              <a:avLst/>
              <a:pathLst>
                <a:path w="91556" h="79605">
                  <a:moveTo>
                    <a:pt x="14752" y="3340"/>
                  </a:moveTo>
                  <a:lnTo>
                    <a:pt x="10923" y="16619"/>
                  </a:lnTo>
                  <a:lnTo>
                    <a:pt x="16046" y="21472"/>
                  </a:lnTo>
                  <a:lnTo>
                    <a:pt x="23185" y="16353"/>
                  </a:lnTo>
                  <a:lnTo>
                    <a:pt x="27712" y="17160"/>
                  </a:lnTo>
                  <a:lnTo>
                    <a:pt x="30930" y="18093"/>
                  </a:lnTo>
                  <a:lnTo>
                    <a:pt x="37006" y="29890"/>
                  </a:lnTo>
                  <a:lnTo>
                    <a:pt x="40933" y="29682"/>
                  </a:lnTo>
                  <a:lnTo>
                    <a:pt x="41698" y="25599"/>
                  </a:lnTo>
                  <a:lnTo>
                    <a:pt x="56188" y="23391"/>
                  </a:lnTo>
                  <a:lnTo>
                    <a:pt x="64526" y="23055"/>
                  </a:lnTo>
                  <a:lnTo>
                    <a:pt x="68009" y="22144"/>
                  </a:lnTo>
                  <a:lnTo>
                    <a:pt x="67971" y="21137"/>
                  </a:lnTo>
                  <a:lnTo>
                    <a:pt x="73975" y="19164"/>
                  </a:lnTo>
                  <a:lnTo>
                    <a:pt x="75887" y="19774"/>
                  </a:lnTo>
                  <a:lnTo>
                    <a:pt x="78604" y="24230"/>
                  </a:lnTo>
                  <a:lnTo>
                    <a:pt x="91556" y="26236"/>
                  </a:lnTo>
                  <a:lnTo>
                    <a:pt x="86601" y="28417"/>
                  </a:lnTo>
                  <a:lnTo>
                    <a:pt x="85067" y="29977"/>
                  </a:lnTo>
                  <a:lnTo>
                    <a:pt x="83764" y="33318"/>
                  </a:lnTo>
                  <a:lnTo>
                    <a:pt x="83468" y="37046"/>
                  </a:lnTo>
                  <a:lnTo>
                    <a:pt x="87161" y="39209"/>
                  </a:lnTo>
                  <a:lnTo>
                    <a:pt x="86707" y="42533"/>
                  </a:lnTo>
                  <a:lnTo>
                    <a:pt x="82978" y="51157"/>
                  </a:lnTo>
                  <a:lnTo>
                    <a:pt x="80645" y="53053"/>
                  </a:lnTo>
                  <a:lnTo>
                    <a:pt x="74801" y="56033"/>
                  </a:lnTo>
                  <a:lnTo>
                    <a:pt x="73787" y="54548"/>
                  </a:lnTo>
                  <a:lnTo>
                    <a:pt x="74518" y="55337"/>
                  </a:lnTo>
                  <a:lnTo>
                    <a:pt x="77326" y="53286"/>
                  </a:lnTo>
                  <a:lnTo>
                    <a:pt x="75611" y="51313"/>
                  </a:lnTo>
                  <a:lnTo>
                    <a:pt x="68407" y="51960"/>
                  </a:lnTo>
                  <a:lnTo>
                    <a:pt x="71049" y="58997"/>
                  </a:lnTo>
                  <a:lnTo>
                    <a:pt x="64706" y="64719"/>
                  </a:lnTo>
                  <a:lnTo>
                    <a:pt x="71067" y="67247"/>
                  </a:lnTo>
                  <a:lnTo>
                    <a:pt x="69828" y="71381"/>
                  </a:lnTo>
                  <a:lnTo>
                    <a:pt x="64949" y="69522"/>
                  </a:lnTo>
                  <a:lnTo>
                    <a:pt x="56939" y="69822"/>
                  </a:lnTo>
                  <a:lnTo>
                    <a:pt x="57550" y="74161"/>
                  </a:lnTo>
                  <a:lnTo>
                    <a:pt x="48802" y="76042"/>
                  </a:lnTo>
                  <a:lnTo>
                    <a:pt x="49272" y="79605"/>
                  </a:lnTo>
                  <a:lnTo>
                    <a:pt x="43201" y="77819"/>
                  </a:lnTo>
                  <a:lnTo>
                    <a:pt x="44125" y="74745"/>
                  </a:lnTo>
                  <a:lnTo>
                    <a:pt x="34706" y="72611"/>
                  </a:lnTo>
                  <a:lnTo>
                    <a:pt x="34276" y="74354"/>
                  </a:lnTo>
                  <a:lnTo>
                    <a:pt x="29220" y="73163"/>
                  </a:lnTo>
                  <a:lnTo>
                    <a:pt x="31043" y="66993"/>
                  </a:lnTo>
                  <a:lnTo>
                    <a:pt x="25982" y="64037"/>
                  </a:lnTo>
                  <a:lnTo>
                    <a:pt x="15437" y="62846"/>
                  </a:lnTo>
                  <a:lnTo>
                    <a:pt x="13136" y="54681"/>
                  </a:lnTo>
                  <a:lnTo>
                    <a:pt x="10677" y="60971"/>
                  </a:lnTo>
                  <a:lnTo>
                    <a:pt x="6122" y="58991"/>
                  </a:lnTo>
                  <a:lnTo>
                    <a:pt x="6160" y="50146"/>
                  </a:lnTo>
                  <a:lnTo>
                    <a:pt x="9223" y="48625"/>
                  </a:lnTo>
                  <a:lnTo>
                    <a:pt x="3486" y="45459"/>
                  </a:lnTo>
                  <a:lnTo>
                    <a:pt x="2628" y="42530"/>
                  </a:lnTo>
                  <a:lnTo>
                    <a:pt x="4643" y="37506"/>
                  </a:lnTo>
                  <a:lnTo>
                    <a:pt x="5140" y="33917"/>
                  </a:lnTo>
                  <a:lnTo>
                    <a:pt x="2033" y="31838"/>
                  </a:lnTo>
                  <a:lnTo>
                    <a:pt x="0" y="28371"/>
                  </a:lnTo>
                  <a:lnTo>
                    <a:pt x="5274" y="14935"/>
                  </a:lnTo>
                  <a:lnTo>
                    <a:pt x="4843" y="9109"/>
                  </a:lnTo>
                  <a:lnTo>
                    <a:pt x="8331" y="7555"/>
                  </a:lnTo>
                  <a:lnTo>
                    <a:pt x="875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8" name="ph5548"/>
            <p:cNvSpPr/>
            <p:nvPr/>
          </p:nvSpPr>
          <p:spPr>
            <a:xfrm>
              <a:off x="5857488" y="1674098"/>
              <a:ext cx="24993" cy="12747"/>
            </a:xfrm>
            <a:custGeom>
              <a:avLst/>
              <a:pathLst>
                <a:path w="24993" h="12747">
                  <a:moveTo>
                    <a:pt x="24409" y="3900"/>
                  </a:moveTo>
                  <a:lnTo>
                    <a:pt x="24993" y="6358"/>
                  </a:lnTo>
                  <a:lnTo>
                    <a:pt x="23825" y="9271"/>
                  </a:lnTo>
                  <a:lnTo>
                    <a:pt x="23185" y="10894"/>
                  </a:lnTo>
                  <a:lnTo>
                    <a:pt x="21296" y="10493"/>
                  </a:lnTo>
                  <a:lnTo>
                    <a:pt x="21239" y="9512"/>
                  </a:lnTo>
                  <a:lnTo>
                    <a:pt x="6788" y="10862"/>
                  </a:lnTo>
                  <a:lnTo>
                    <a:pt x="7093" y="12187"/>
                  </a:lnTo>
                  <a:lnTo>
                    <a:pt x="4401" y="12747"/>
                  </a:lnTo>
                  <a:lnTo>
                    <a:pt x="0" y="1099"/>
                  </a:lnTo>
                  <a:lnTo>
                    <a:pt x="1616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9" name="ph5549"/>
            <p:cNvSpPr/>
            <p:nvPr/>
          </p:nvSpPr>
          <p:spPr>
            <a:xfrm>
              <a:off x="5908727" y="2007178"/>
              <a:ext cx="85632" cy="106876"/>
            </a:xfrm>
            <a:custGeom>
              <a:avLst/>
              <a:pathLst>
                <a:path w="85632" h="106876">
                  <a:moveTo>
                    <a:pt x="21310" y="2418"/>
                  </a:moveTo>
                  <a:lnTo>
                    <a:pt x="19043" y="7361"/>
                  </a:lnTo>
                  <a:lnTo>
                    <a:pt x="28398" y="11192"/>
                  </a:lnTo>
                  <a:lnTo>
                    <a:pt x="30541" y="10472"/>
                  </a:lnTo>
                  <a:lnTo>
                    <a:pt x="30672" y="6997"/>
                  </a:lnTo>
                  <a:lnTo>
                    <a:pt x="37405" y="7290"/>
                  </a:lnTo>
                  <a:lnTo>
                    <a:pt x="37735" y="13185"/>
                  </a:lnTo>
                  <a:lnTo>
                    <a:pt x="43012" y="15120"/>
                  </a:lnTo>
                  <a:lnTo>
                    <a:pt x="47527" y="10457"/>
                  </a:lnTo>
                  <a:lnTo>
                    <a:pt x="47662" y="6570"/>
                  </a:lnTo>
                  <a:lnTo>
                    <a:pt x="48718" y="5312"/>
                  </a:lnTo>
                  <a:lnTo>
                    <a:pt x="53542" y="4825"/>
                  </a:lnTo>
                  <a:lnTo>
                    <a:pt x="52790" y="1052"/>
                  </a:lnTo>
                  <a:lnTo>
                    <a:pt x="56110" y="97"/>
                  </a:lnTo>
                  <a:lnTo>
                    <a:pt x="60894" y="7780"/>
                  </a:lnTo>
                  <a:lnTo>
                    <a:pt x="61772" y="10908"/>
                  </a:lnTo>
                  <a:lnTo>
                    <a:pt x="61355" y="15847"/>
                  </a:lnTo>
                  <a:lnTo>
                    <a:pt x="71480" y="18497"/>
                  </a:lnTo>
                  <a:lnTo>
                    <a:pt x="73243" y="17101"/>
                  </a:lnTo>
                  <a:lnTo>
                    <a:pt x="80470" y="29834"/>
                  </a:lnTo>
                  <a:lnTo>
                    <a:pt x="76919" y="29791"/>
                  </a:lnTo>
                  <a:lnTo>
                    <a:pt x="76676" y="34577"/>
                  </a:lnTo>
                  <a:lnTo>
                    <a:pt x="69507" y="34155"/>
                  </a:lnTo>
                  <a:lnTo>
                    <a:pt x="68494" y="31268"/>
                  </a:lnTo>
                  <a:lnTo>
                    <a:pt x="65825" y="33345"/>
                  </a:lnTo>
                  <a:lnTo>
                    <a:pt x="65573" y="38118"/>
                  </a:lnTo>
                  <a:lnTo>
                    <a:pt x="67621" y="50655"/>
                  </a:lnTo>
                  <a:lnTo>
                    <a:pt x="66280" y="55156"/>
                  </a:lnTo>
                  <a:lnTo>
                    <a:pt x="65283" y="68784"/>
                  </a:lnTo>
                  <a:lnTo>
                    <a:pt x="71999" y="71221"/>
                  </a:lnTo>
                  <a:lnTo>
                    <a:pt x="74754" y="72990"/>
                  </a:lnTo>
                  <a:lnTo>
                    <a:pt x="76871" y="75824"/>
                  </a:lnTo>
                  <a:lnTo>
                    <a:pt x="79774" y="75772"/>
                  </a:lnTo>
                  <a:lnTo>
                    <a:pt x="82398" y="74800"/>
                  </a:lnTo>
                  <a:lnTo>
                    <a:pt x="82503" y="76514"/>
                  </a:lnTo>
                  <a:lnTo>
                    <a:pt x="75521" y="81041"/>
                  </a:lnTo>
                  <a:lnTo>
                    <a:pt x="75896" y="83282"/>
                  </a:lnTo>
                  <a:lnTo>
                    <a:pt x="81577" y="84553"/>
                  </a:lnTo>
                  <a:lnTo>
                    <a:pt x="84622" y="88307"/>
                  </a:lnTo>
                  <a:lnTo>
                    <a:pt x="85632" y="93412"/>
                  </a:lnTo>
                  <a:lnTo>
                    <a:pt x="80816" y="101611"/>
                  </a:lnTo>
                  <a:lnTo>
                    <a:pt x="78799" y="101072"/>
                  </a:lnTo>
                  <a:lnTo>
                    <a:pt x="69449" y="106876"/>
                  </a:lnTo>
                  <a:lnTo>
                    <a:pt x="53647" y="84286"/>
                  </a:lnTo>
                  <a:lnTo>
                    <a:pt x="48227" y="79176"/>
                  </a:lnTo>
                  <a:lnTo>
                    <a:pt x="39207" y="78697"/>
                  </a:lnTo>
                  <a:lnTo>
                    <a:pt x="39250" y="77052"/>
                  </a:lnTo>
                  <a:lnTo>
                    <a:pt x="29831" y="76563"/>
                  </a:lnTo>
                  <a:lnTo>
                    <a:pt x="29892" y="75345"/>
                  </a:lnTo>
                  <a:lnTo>
                    <a:pt x="24601" y="75065"/>
                  </a:lnTo>
                  <a:lnTo>
                    <a:pt x="24747" y="72613"/>
                  </a:lnTo>
                  <a:lnTo>
                    <a:pt x="31921" y="73573"/>
                  </a:lnTo>
                  <a:lnTo>
                    <a:pt x="32168" y="68493"/>
                  </a:lnTo>
                  <a:lnTo>
                    <a:pt x="35875" y="68467"/>
                  </a:lnTo>
                  <a:lnTo>
                    <a:pt x="36302" y="60653"/>
                  </a:lnTo>
                  <a:lnTo>
                    <a:pt x="34015" y="59333"/>
                  </a:lnTo>
                  <a:lnTo>
                    <a:pt x="30437" y="59145"/>
                  </a:lnTo>
                  <a:lnTo>
                    <a:pt x="29298" y="57455"/>
                  </a:lnTo>
                  <a:lnTo>
                    <a:pt x="29406" y="55497"/>
                  </a:lnTo>
                  <a:lnTo>
                    <a:pt x="31823" y="55613"/>
                  </a:lnTo>
                  <a:lnTo>
                    <a:pt x="31936" y="53202"/>
                  </a:lnTo>
                  <a:lnTo>
                    <a:pt x="30575" y="45213"/>
                  </a:lnTo>
                  <a:lnTo>
                    <a:pt x="27499" y="42007"/>
                  </a:lnTo>
                  <a:lnTo>
                    <a:pt x="27940" y="33712"/>
                  </a:lnTo>
                  <a:lnTo>
                    <a:pt x="24275" y="33590"/>
                  </a:lnTo>
                  <a:lnTo>
                    <a:pt x="22604" y="32571"/>
                  </a:lnTo>
                  <a:lnTo>
                    <a:pt x="17686" y="25177"/>
                  </a:lnTo>
                  <a:lnTo>
                    <a:pt x="15141" y="23041"/>
                  </a:lnTo>
                  <a:lnTo>
                    <a:pt x="13713" y="22964"/>
                  </a:lnTo>
                  <a:lnTo>
                    <a:pt x="12089" y="24756"/>
                  </a:lnTo>
                  <a:lnTo>
                    <a:pt x="422" y="24053"/>
                  </a:lnTo>
                  <a:lnTo>
                    <a:pt x="0" y="20133"/>
                  </a:lnTo>
                  <a:lnTo>
                    <a:pt x="2186" y="20233"/>
                  </a:lnTo>
                  <a:lnTo>
                    <a:pt x="3935" y="17899"/>
                  </a:lnTo>
                  <a:lnTo>
                    <a:pt x="4392" y="15835"/>
                  </a:lnTo>
                  <a:lnTo>
                    <a:pt x="1230" y="12368"/>
                  </a:lnTo>
                  <a:lnTo>
                    <a:pt x="1514" y="7396"/>
                  </a:lnTo>
                  <a:lnTo>
                    <a:pt x="6600" y="6351"/>
                  </a:lnTo>
                  <a:lnTo>
                    <a:pt x="7458" y="4383"/>
                  </a:lnTo>
                  <a:lnTo>
                    <a:pt x="12461" y="5383"/>
                  </a:lnTo>
                  <a:lnTo>
                    <a:pt x="13748" y="5029"/>
                  </a:lnTo>
                  <a:lnTo>
                    <a:pt x="11440" y="1998"/>
                  </a:lnTo>
                  <a:lnTo>
                    <a:pt x="1494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0" name="ph5550"/>
            <p:cNvSpPr/>
            <p:nvPr/>
          </p:nvSpPr>
          <p:spPr>
            <a:xfrm>
              <a:off x="5991826" y="1664046"/>
              <a:ext cx="49471" cy="70713"/>
            </a:xfrm>
            <a:custGeom>
              <a:avLst/>
              <a:pathLst>
                <a:path w="49471" h="70713">
                  <a:moveTo>
                    <a:pt x="22833" y="496"/>
                  </a:moveTo>
                  <a:lnTo>
                    <a:pt x="27313" y="3420"/>
                  </a:lnTo>
                  <a:lnTo>
                    <a:pt x="31416" y="4477"/>
                  </a:lnTo>
                  <a:lnTo>
                    <a:pt x="48148" y="2894"/>
                  </a:lnTo>
                  <a:lnTo>
                    <a:pt x="48020" y="10479"/>
                  </a:lnTo>
                  <a:lnTo>
                    <a:pt x="49471" y="14421"/>
                  </a:lnTo>
                  <a:lnTo>
                    <a:pt x="47128" y="13854"/>
                  </a:lnTo>
                  <a:lnTo>
                    <a:pt x="42982" y="15747"/>
                  </a:lnTo>
                  <a:lnTo>
                    <a:pt x="42783" y="18483"/>
                  </a:lnTo>
                  <a:lnTo>
                    <a:pt x="40325" y="21884"/>
                  </a:lnTo>
                  <a:lnTo>
                    <a:pt x="37917" y="22129"/>
                  </a:lnTo>
                  <a:lnTo>
                    <a:pt x="30817" y="26357"/>
                  </a:lnTo>
                  <a:lnTo>
                    <a:pt x="30158" y="29419"/>
                  </a:lnTo>
                  <a:lnTo>
                    <a:pt x="24696" y="36434"/>
                  </a:lnTo>
                  <a:lnTo>
                    <a:pt x="25010" y="39323"/>
                  </a:lnTo>
                  <a:lnTo>
                    <a:pt x="20634" y="51030"/>
                  </a:lnTo>
                  <a:lnTo>
                    <a:pt x="17245" y="51646"/>
                  </a:lnTo>
                  <a:lnTo>
                    <a:pt x="11428" y="50783"/>
                  </a:lnTo>
                  <a:lnTo>
                    <a:pt x="8913" y="43801"/>
                  </a:lnTo>
                  <a:lnTo>
                    <a:pt x="8176" y="52871"/>
                  </a:lnTo>
                  <a:lnTo>
                    <a:pt x="11798" y="61224"/>
                  </a:lnTo>
                  <a:lnTo>
                    <a:pt x="11334" y="65726"/>
                  </a:lnTo>
                  <a:lnTo>
                    <a:pt x="13908" y="67898"/>
                  </a:lnTo>
                  <a:lnTo>
                    <a:pt x="13680" y="69840"/>
                  </a:lnTo>
                  <a:lnTo>
                    <a:pt x="10601" y="70713"/>
                  </a:lnTo>
                  <a:lnTo>
                    <a:pt x="6896" y="66773"/>
                  </a:lnTo>
                  <a:lnTo>
                    <a:pt x="2252" y="68380"/>
                  </a:lnTo>
                  <a:lnTo>
                    <a:pt x="781" y="68104"/>
                  </a:lnTo>
                  <a:lnTo>
                    <a:pt x="2458" y="65121"/>
                  </a:lnTo>
                  <a:lnTo>
                    <a:pt x="1115" y="61357"/>
                  </a:lnTo>
                  <a:lnTo>
                    <a:pt x="1116" y="54516"/>
                  </a:lnTo>
                  <a:lnTo>
                    <a:pt x="2325" y="53430"/>
                  </a:lnTo>
                  <a:lnTo>
                    <a:pt x="2430" y="48336"/>
                  </a:lnTo>
                  <a:lnTo>
                    <a:pt x="0" y="39041"/>
                  </a:lnTo>
                  <a:lnTo>
                    <a:pt x="7369" y="37170"/>
                  </a:lnTo>
                  <a:lnTo>
                    <a:pt x="7298" y="36303"/>
                  </a:lnTo>
                  <a:lnTo>
                    <a:pt x="3251" y="32720"/>
                  </a:lnTo>
                  <a:lnTo>
                    <a:pt x="3372" y="30693"/>
                  </a:lnTo>
                  <a:lnTo>
                    <a:pt x="3645" y="27780"/>
                  </a:lnTo>
                  <a:lnTo>
                    <a:pt x="2828" y="23649"/>
                  </a:lnTo>
                  <a:lnTo>
                    <a:pt x="7968" y="18315"/>
                  </a:lnTo>
                  <a:lnTo>
                    <a:pt x="10550" y="13636"/>
                  </a:lnTo>
                  <a:lnTo>
                    <a:pt x="11068" y="5411"/>
                  </a:lnTo>
                  <a:lnTo>
                    <a:pt x="15472" y="5920"/>
                  </a:lnTo>
                  <a:lnTo>
                    <a:pt x="18137" y="4185"/>
                  </a:lnTo>
                  <a:lnTo>
                    <a:pt x="17165" y="1172"/>
                  </a:lnTo>
                  <a:lnTo>
                    <a:pt x="19116" y="1486"/>
                  </a:lnTo>
                  <a:lnTo>
                    <a:pt x="2044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1" name="ph5551"/>
            <p:cNvSpPr/>
            <p:nvPr/>
          </p:nvSpPr>
          <p:spPr>
            <a:xfrm>
              <a:off x="5725144" y="1453710"/>
              <a:ext cx="55823" cy="75066"/>
            </a:xfrm>
            <a:custGeom>
              <a:avLst/>
              <a:pathLst>
                <a:path w="55823" h="75066">
                  <a:moveTo>
                    <a:pt x="55823" y="21985"/>
                  </a:moveTo>
                  <a:lnTo>
                    <a:pt x="55359" y="29084"/>
                  </a:lnTo>
                  <a:lnTo>
                    <a:pt x="46137" y="28680"/>
                  </a:lnTo>
                  <a:lnTo>
                    <a:pt x="43994" y="31595"/>
                  </a:lnTo>
                  <a:lnTo>
                    <a:pt x="38788" y="33835"/>
                  </a:lnTo>
                  <a:lnTo>
                    <a:pt x="41125" y="40109"/>
                  </a:lnTo>
                  <a:lnTo>
                    <a:pt x="42360" y="47491"/>
                  </a:lnTo>
                  <a:lnTo>
                    <a:pt x="48727" y="46234"/>
                  </a:lnTo>
                  <a:lnTo>
                    <a:pt x="49437" y="50901"/>
                  </a:lnTo>
                  <a:lnTo>
                    <a:pt x="51749" y="57061"/>
                  </a:lnTo>
                  <a:lnTo>
                    <a:pt x="50144" y="58932"/>
                  </a:lnTo>
                  <a:lnTo>
                    <a:pt x="45780" y="52944"/>
                  </a:lnTo>
                  <a:lnTo>
                    <a:pt x="40632" y="56015"/>
                  </a:lnTo>
                  <a:lnTo>
                    <a:pt x="39722" y="60726"/>
                  </a:lnTo>
                  <a:lnTo>
                    <a:pt x="47534" y="62006"/>
                  </a:lnTo>
                  <a:lnTo>
                    <a:pt x="46406" y="65980"/>
                  </a:lnTo>
                  <a:lnTo>
                    <a:pt x="39484" y="63965"/>
                  </a:lnTo>
                  <a:lnTo>
                    <a:pt x="38893" y="75066"/>
                  </a:lnTo>
                  <a:lnTo>
                    <a:pt x="31179" y="74490"/>
                  </a:lnTo>
                  <a:lnTo>
                    <a:pt x="29153" y="71482"/>
                  </a:lnTo>
                  <a:lnTo>
                    <a:pt x="27770" y="67130"/>
                  </a:lnTo>
                  <a:lnTo>
                    <a:pt x="32401" y="61908"/>
                  </a:lnTo>
                  <a:lnTo>
                    <a:pt x="29659" y="59320"/>
                  </a:lnTo>
                  <a:lnTo>
                    <a:pt x="26508" y="52048"/>
                  </a:lnTo>
                  <a:lnTo>
                    <a:pt x="22966" y="52232"/>
                  </a:lnTo>
                  <a:lnTo>
                    <a:pt x="22304" y="55624"/>
                  </a:lnTo>
                  <a:lnTo>
                    <a:pt x="21234" y="55890"/>
                  </a:lnTo>
                  <a:lnTo>
                    <a:pt x="18734" y="53112"/>
                  </a:lnTo>
                  <a:lnTo>
                    <a:pt x="23088" y="50683"/>
                  </a:lnTo>
                  <a:lnTo>
                    <a:pt x="22430" y="48572"/>
                  </a:lnTo>
                  <a:lnTo>
                    <a:pt x="19343" y="50106"/>
                  </a:lnTo>
                  <a:lnTo>
                    <a:pt x="16505" y="48693"/>
                  </a:lnTo>
                  <a:lnTo>
                    <a:pt x="19379" y="38099"/>
                  </a:lnTo>
                  <a:lnTo>
                    <a:pt x="8981" y="34847"/>
                  </a:lnTo>
                  <a:lnTo>
                    <a:pt x="9803" y="31755"/>
                  </a:lnTo>
                  <a:lnTo>
                    <a:pt x="0" y="32509"/>
                  </a:lnTo>
                  <a:lnTo>
                    <a:pt x="3103" y="24059"/>
                  </a:lnTo>
                  <a:lnTo>
                    <a:pt x="3695" y="10129"/>
                  </a:lnTo>
                  <a:lnTo>
                    <a:pt x="6160" y="10417"/>
                  </a:lnTo>
                  <a:lnTo>
                    <a:pt x="690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2" name="ph5552"/>
            <p:cNvSpPr/>
            <p:nvPr/>
          </p:nvSpPr>
          <p:spPr>
            <a:xfrm>
              <a:off x="5876852" y="1487552"/>
              <a:ext cx="78275" cy="41727"/>
            </a:xfrm>
            <a:custGeom>
              <a:avLst/>
              <a:pathLst>
                <a:path w="78275" h="41727">
                  <a:moveTo>
                    <a:pt x="70146" y="3673"/>
                  </a:moveTo>
                  <a:lnTo>
                    <a:pt x="72187" y="14000"/>
                  </a:lnTo>
                  <a:lnTo>
                    <a:pt x="75747" y="11712"/>
                  </a:lnTo>
                  <a:lnTo>
                    <a:pt x="78275" y="29553"/>
                  </a:lnTo>
                  <a:lnTo>
                    <a:pt x="74848" y="31087"/>
                  </a:lnTo>
                  <a:lnTo>
                    <a:pt x="75459" y="36539"/>
                  </a:lnTo>
                  <a:lnTo>
                    <a:pt x="58030" y="35583"/>
                  </a:lnTo>
                  <a:lnTo>
                    <a:pt x="57653" y="39945"/>
                  </a:lnTo>
                  <a:lnTo>
                    <a:pt x="54942" y="41727"/>
                  </a:lnTo>
                  <a:lnTo>
                    <a:pt x="51259" y="33276"/>
                  </a:lnTo>
                  <a:lnTo>
                    <a:pt x="50161" y="32436"/>
                  </a:lnTo>
                  <a:lnTo>
                    <a:pt x="46037" y="33501"/>
                  </a:lnTo>
                  <a:lnTo>
                    <a:pt x="46399" y="26934"/>
                  </a:lnTo>
                  <a:lnTo>
                    <a:pt x="43901" y="25555"/>
                  </a:lnTo>
                  <a:lnTo>
                    <a:pt x="28941" y="26515"/>
                  </a:lnTo>
                  <a:lnTo>
                    <a:pt x="29360" y="18723"/>
                  </a:lnTo>
                  <a:lnTo>
                    <a:pt x="24300" y="19376"/>
                  </a:lnTo>
                  <a:lnTo>
                    <a:pt x="18103" y="18143"/>
                  </a:lnTo>
                  <a:lnTo>
                    <a:pt x="11858" y="15596"/>
                  </a:lnTo>
                  <a:lnTo>
                    <a:pt x="7361" y="11046"/>
                  </a:lnTo>
                  <a:lnTo>
                    <a:pt x="1862" y="10623"/>
                  </a:lnTo>
                  <a:lnTo>
                    <a:pt x="273" y="10499"/>
                  </a:lnTo>
                  <a:lnTo>
                    <a:pt x="0" y="8905"/>
                  </a:lnTo>
                  <a:lnTo>
                    <a:pt x="4524" y="6448"/>
                  </a:lnTo>
                  <a:lnTo>
                    <a:pt x="2931" y="354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3" name="ph5553"/>
            <p:cNvSpPr/>
            <p:nvPr/>
          </p:nvSpPr>
          <p:spPr>
            <a:xfrm>
              <a:off x="5828175" y="1485128"/>
              <a:ext cx="53201" cy="48338"/>
            </a:xfrm>
            <a:custGeom>
              <a:avLst/>
              <a:pathLst>
                <a:path w="53201" h="48338">
                  <a:moveTo>
                    <a:pt x="51588" y="2423"/>
                  </a:moveTo>
                  <a:lnTo>
                    <a:pt x="51609" y="5967"/>
                  </a:lnTo>
                  <a:lnTo>
                    <a:pt x="53201" y="8871"/>
                  </a:lnTo>
                  <a:lnTo>
                    <a:pt x="48677" y="11329"/>
                  </a:lnTo>
                  <a:lnTo>
                    <a:pt x="48951" y="12923"/>
                  </a:lnTo>
                  <a:lnTo>
                    <a:pt x="50539" y="13046"/>
                  </a:lnTo>
                  <a:lnTo>
                    <a:pt x="50689" y="14710"/>
                  </a:lnTo>
                  <a:lnTo>
                    <a:pt x="47096" y="19440"/>
                  </a:lnTo>
                  <a:lnTo>
                    <a:pt x="43306" y="21097"/>
                  </a:lnTo>
                  <a:lnTo>
                    <a:pt x="40513" y="31041"/>
                  </a:lnTo>
                  <a:lnTo>
                    <a:pt x="42076" y="34811"/>
                  </a:lnTo>
                  <a:lnTo>
                    <a:pt x="32755" y="36245"/>
                  </a:lnTo>
                  <a:lnTo>
                    <a:pt x="31718" y="37071"/>
                  </a:lnTo>
                  <a:lnTo>
                    <a:pt x="29301" y="40675"/>
                  </a:lnTo>
                  <a:lnTo>
                    <a:pt x="30731" y="48338"/>
                  </a:lnTo>
                  <a:lnTo>
                    <a:pt x="29603" y="46927"/>
                  </a:lnTo>
                  <a:lnTo>
                    <a:pt x="24195" y="40170"/>
                  </a:lnTo>
                  <a:lnTo>
                    <a:pt x="19271" y="43307"/>
                  </a:lnTo>
                  <a:lnTo>
                    <a:pt x="11275" y="31114"/>
                  </a:lnTo>
                  <a:lnTo>
                    <a:pt x="4218" y="35979"/>
                  </a:lnTo>
                  <a:lnTo>
                    <a:pt x="0" y="20456"/>
                  </a:lnTo>
                  <a:lnTo>
                    <a:pt x="15281" y="15780"/>
                  </a:lnTo>
                  <a:lnTo>
                    <a:pt x="10511" y="1464"/>
                  </a:lnTo>
                  <a:lnTo>
                    <a:pt x="1059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4" name="ph5554"/>
            <p:cNvSpPr/>
            <p:nvPr/>
          </p:nvSpPr>
          <p:spPr>
            <a:xfrm>
              <a:off x="6000002" y="1677544"/>
              <a:ext cx="74933" cy="92310"/>
            </a:xfrm>
            <a:custGeom>
              <a:avLst/>
              <a:pathLst>
                <a:path w="74933" h="92310">
                  <a:moveTo>
                    <a:pt x="56865" y="3121"/>
                  </a:moveTo>
                  <a:lnTo>
                    <a:pt x="57007" y="2442"/>
                  </a:lnTo>
                  <a:lnTo>
                    <a:pt x="59536" y="1351"/>
                  </a:lnTo>
                  <a:lnTo>
                    <a:pt x="65410" y="2269"/>
                  </a:lnTo>
                  <a:lnTo>
                    <a:pt x="66395" y="5233"/>
                  </a:lnTo>
                  <a:lnTo>
                    <a:pt x="66451" y="11548"/>
                  </a:lnTo>
                  <a:lnTo>
                    <a:pt x="65737" y="12216"/>
                  </a:lnTo>
                  <a:lnTo>
                    <a:pt x="67212" y="16386"/>
                  </a:lnTo>
                  <a:lnTo>
                    <a:pt x="63864" y="18355"/>
                  </a:lnTo>
                  <a:lnTo>
                    <a:pt x="64408" y="21651"/>
                  </a:lnTo>
                  <a:lnTo>
                    <a:pt x="67544" y="23005"/>
                  </a:lnTo>
                  <a:lnTo>
                    <a:pt x="74478" y="23452"/>
                  </a:lnTo>
                  <a:lnTo>
                    <a:pt x="74933" y="29383"/>
                  </a:lnTo>
                  <a:lnTo>
                    <a:pt x="74174" y="31346"/>
                  </a:lnTo>
                  <a:lnTo>
                    <a:pt x="68112" y="33521"/>
                  </a:lnTo>
                  <a:lnTo>
                    <a:pt x="60450" y="33367"/>
                  </a:lnTo>
                  <a:lnTo>
                    <a:pt x="64804" y="40907"/>
                  </a:lnTo>
                  <a:lnTo>
                    <a:pt x="61569" y="45109"/>
                  </a:lnTo>
                  <a:lnTo>
                    <a:pt x="61738" y="50219"/>
                  </a:lnTo>
                  <a:lnTo>
                    <a:pt x="59030" y="55952"/>
                  </a:lnTo>
                  <a:lnTo>
                    <a:pt x="60379" y="60682"/>
                  </a:lnTo>
                  <a:lnTo>
                    <a:pt x="63043" y="61870"/>
                  </a:lnTo>
                  <a:lnTo>
                    <a:pt x="60800" y="63375"/>
                  </a:lnTo>
                  <a:lnTo>
                    <a:pt x="55516" y="63768"/>
                  </a:lnTo>
                  <a:lnTo>
                    <a:pt x="52163" y="65992"/>
                  </a:lnTo>
                  <a:lnTo>
                    <a:pt x="56723" y="87116"/>
                  </a:lnTo>
                  <a:lnTo>
                    <a:pt x="55039" y="92310"/>
                  </a:lnTo>
                  <a:lnTo>
                    <a:pt x="49500" y="91832"/>
                  </a:lnTo>
                  <a:lnTo>
                    <a:pt x="48132" y="86033"/>
                  </a:lnTo>
                  <a:lnTo>
                    <a:pt x="44170" y="88032"/>
                  </a:lnTo>
                  <a:lnTo>
                    <a:pt x="42289" y="87880"/>
                  </a:lnTo>
                  <a:lnTo>
                    <a:pt x="37660" y="85332"/>
                  </a:lnTo>
                  <a:lnTo>
                    <a:pt x="32574" y="78085"/>
                  </a:lnTo>
                  <a:lnTo>
                    <a:pt x="32637" y="76647"/>
                  </a:lnTo>
                  <a:lnTo>
                    <a:pt x="28567" y="74755"/>
                  </a:lnTo>
                  <a:lnTo>
                    <a:pt x="22760" y="77343"/>
                  </a:lnTo>
                  <a:lnTo>
                    <a:pt x="15353" y="75543"/>
                  </a:lnTo>
                  <a:lnTo>
                    <a:pt x="8487" y="68823"/>
                  </a:lnTo>
                  <a:lnTo>
                    <a:pt x="3948" y="63132"/>
                  </a:lnTo>
                  <a:lnTo>
                    <a:pt x="2425" y="57215"/>
                  </a:lnTo>
                  <a:lnTo>
                    <a:pt x="5503" y="56342"/>
                  </a:lnTo>
                  <a:lnTo>
                    <a:pt x="5731" y="54400"/>
                  </a:lnTo>
                  <a:lnTo>
                    <a:pt x="3158" y="52227"/>
                  </a:lnTo>
                  <a:lnTo>
                    <a:pt x="3621" y="47726"/>
                  </a:lnTo>
                  <a:lnTo>
                    <a:pt x="0" y="39373"/>
                  </a:lnTo>
                  <a:lnTo>
                    <a:pt x="737" y="30303"/>
                  </a:lnTo>
                  <a:lnTo>
                    <a:pt x="3251" y="37285"/>
                  </a:lnTo>
                  <a:lnTo>
                    <a:pt x="9069" y="38147"/>
                  </a:lnTo>
                  <a:lnTo>
                    <a:pt x="12458" y="37532"/>
                  </a:lnTo>
                  <a:lnTo>
                    <a:pt x="16833" y="25825"/>
                  </a:lnTo>
                  <a:lnTo>
                    <a:pt x="16520" y="22936"/>
                  </a:lnTo>
                  <a:lnTo>
                    <a:pt x="21982" y="15921"/>
                  </a:lnTo>
                  <a:lnTo>
                    <a:pt x="22641" y="12859"/>
                  </a:lnTo>
                  <a:lnTo>
                    <a:pt x="29740" y="8631"/>
                  </a:lnTo>
                  <a:lnTo>
                    <a:pt x="32148" y="8386"/>
                  </a:lnTo>
                  <a:lnTo>
                    <a:pt x="34607" y="4985"/>
                  </a:lnTo>
                  <a:lnTo>
                    <a:pt x="34805" y="2249"/>
                  </a:lnTo>
                  <a:lnTo>
                    <a:pt x="38952" y="355"/>
                  </a:lnTo>
                  <a:lnTo>
                    <a:pt x="41295" y="923"/>
                  </a:lnTo>
                  <a:lnTo>
                    <a:pt x="4656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5" name="ph5555"/>
            <p:cNvSpPr/>
            <p:nvPr/>
          </p:nvSpPr>
          <p:spPr>
            <a:xfrm>
              <a:off x="5957627" y="1606135"/>
              <a:ext cx="54833" cy="60725"/>
            </a:xfrm>
            <a:custGeom>
              <a:avLst/>
              <a:pathLst>
                <a:path w="54833" h="60725">
                  <a:moveTo>
                    <a:pt x="26261" y="6730"/>
                  </a:moveTo>
                  <a:lnTo>
                    <a:pt x="25557" y="9609"/>
                  </a:lnTo>
                  <a:lnTo>
                    <a:pt x="29477" y="10163"/>
                  </a:lnTo>
                  <a:lnTo>
                    <a:pt x="37679" y="6819"/>
                  </a:lnTo>
                  <a:lnTo>
                    <a:pt x="42957" y="6927"/>
                  </a:lnTo>
                  <a:lnTo>
                    <a:pt x="42823" y="8769"/>
                  </a:lnTo>
                  <a:lnTo>
                    <a:pt x="44434" y="9617"/>
                  </a:lnTo>
                  <a:lnTo>
                    <a:pt x="42205" y="12265"/>
                  </a:lnTo>
                  <a:lnTo>
                    <a:pt x="42085" y="13790"/>
                  </a:lnTo>
                  <a:lnTo>
                    <a:pt x="53160" y="18304"/>
                  </a:lnTo>
                  <a:lnTo>
                    <a:pt x="54062" y="19426"/>
                  </a:lnTo>
                  <a:lnTo>
                    <a:pt x="52271" y="22261"/>
                  </a:lnTo>
                  <a:lnTo>
                    <a:pt x="53876" y="25327"/>
                  </a:lnTo>
                  <a:lnTo>
                    <a:pt x="49317" y="27044"/>
                  </a:lnTo>
                  <a:lnTo>
                    <a:pt x="48012" y="25972"/>
                  </a:lnTo>
                  <a:lnTo>
                    <a:pt x="45647" y="26971"/>
                  </a:lnTo>
                  <a:lnTo>
                    <a:pt x="49083" y="34315"/>
                  </a:lnTo>
                  <a:lnTo>
                    <a:pt x="48149" y="36539"/>
                  </a:lnTo>
                  <a:lnTo>
                    <a:pt x="50981" y="39647"/>
                  </a:lnTo>
                  <a:lnTo>
                    <a:pt x="54833" y="42293"/>
                  </a:lnTo>
                  <a:lnTo>
                    <a:pt x="52045" y="51982"/>
                  </a:lnTo>
                  <a:lnTo>
                    <a:pt x="47145" y="51224"/>
                  </a:lnTo>
                  <a:lnTo>
                    <a:pt x="45688" y="57188"/>
                  </a:lnTo>
                  <a:lnTo>
                    <a:pt x="42241" y="58370"/>
                  </a:lnTo>
                  <a:lnTo>
                    <a:pt x="39628" y="60725"/>
                  </a:lnTo>
                  <a:lnTo>
                    <a:pt x="32963" y="59885"/>
                  </a:lnTo>
                  <a:lnTo>
                    <a:pt x="32582" y="57658"/>
                  </a:lnTo>
                  <a:lnTo>
                    <a:pt x="23878" y="58488"/>
                  </a:lnTo>
                  <a:lnTo>
                    <a:pt x="22332" y="55338"/>
                  </a:lnTo>
                  <a:lnTo>
                    <a:pt x="17337" y="55658"/>
                  </a:lnTo>
                  <a:lnTo>
                    <a:pt x="17938" y="52220"/>
                  </a:lnTo>
                  <a:lnTo>
                    <a:pt x="13013" y="49338"/>
                  </a:lnTo>
                  <a:lnTo>
                    <a:pt x="10874" y="49207"/>
                  </a:lnTo>
                  <a:lnTo>
                    <a:pt x="9870" y="50030"/>
                  </a:lnTo>
                  <a:lnTo>
                    <a:pt x="8637" y="45821"/>
                  </a:lnTo>
                  <a:lnTo>
                    <a:pt x="3797" y="48030"/>
                  </a:lnTo>
                  <a:lnTo>
                    <a:pt x="418" y="43797"/>
                  </a:lnTo>
                  <a:lnTo>
                    <a:pt x="0" y="40478"/>
                  </a:lnTo>
                  <a:lnTo>
                    <a:pt x="6969" y="40162"/>
                  </a:lnTo>
                  <a:lnTo>
                    <a:pt x="4919" y="35410"/>
                  </a:lnTo>
                  <a:lnTo>
                    <a:pt x="5847" y="32979"/>
                  </a:lnTo>
                  <a:lnTo>
                    <a:pt x="6424" y="22597"/>
                  </a:lnTo>
                  <a:lnTo>
                    <a:pt x="5206" y="22819"/>
                  </a:lnTo>
                  <a:lnTo>
                    <a:pt x="4798" y="23887"/>
                  </a:lnTo>
                  <a:lnTo>
                    <a:pt x="3066" y="23846"/>
                  </a:lnTo>
                  <a:lnTo>
                    <a:pt x="2856" y="20146"/>
                  </a:lnTo>
                  <a:lnTo>
                    <a:pt x="6355" y="16892"/>
                  </a:lnTo>
                  <a:lnTo>
                    <a:pt x="11647" y="16907"/>
                  </a:lnTo>
                  <a:lnTo>
                    <a:pt x="13976" y="15460"/>
                  </a:lnTo>
                  <a:lnTo>
                    <a:pt x="15038" y="7477"/>
                  </a:lnTo>
                  <a:lnTo>
                    <a:pt x="21638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6" name="ph5556"/>
            <p:cNvSpPr/>
            <p:nvPr/>
          </p:nvSpPr>
          <p:spPr>
            <a:xfrm>
              <a:off x="5723203" y="1488558"/>
              <a:ext cx="66908" cy="86855"/>
            </a:xfrm>
            <a:custGeom>
              <a:avLst/>
              <a:pathLst>
                <a:path w="66908" h="86855">
                  <a:moveTo>
                    <a:pt x="21320" y="3251"/>
                  </a:moveTo>
                  <a:lnTo>
                    <a:pt x="18447" y="13845"/>
                  </a:lnTo>
                  <a:lnTo>
                    <a:pt x="21284" y="15259"/>
                  </a:lnTo>
                  <a:lnTo>
                    <a:pt x="24372" y="13724"/>
                  </a:lnTo>
                  <a:lnTo>
                    <a:pt x="25029" y="15835"/>
                  </a:lnTo>
                  <a:lnTo>
                    <a:pt x="20676" y="18264"/>
                  </a:lnTo>
                  <a:lnTo>
                    <a:pt x="23176" y="21042"/>
                  </a:lnTo>
                  <a:lnTo>
                    <a:pt x="24245" y="20776"/>
                  </a:lnTo>
                  <a:lnTo>
                    <a:pt x="24907" y="17384"/>
                  </a:lnTo>
                  <a:lnTo>
                    <a:pt x="28449" y="17200"/>
                  </a:lnTo>
                  <a:lnTo>
                    <a:pt x="31600" y="24472"/>
                  </a:lnTo>
                  <a:lnTo>
                    <a:pt x="34343" y="27060"/>
                  </a:lnTo>
                  <a:lnTo>
                    <a:pt x="29711" y="32282"/>
                  </a:lnTo>
                  <a:lnTo>
                    <a:pt x="31095" y="36634"/>
                  </a:lnTo>
                  <a:lnTo>
                    <a:pt x="33120" y="39642"/>
                  </a:lnTo>
                  <a:lnTo>
                    <a:pt x="40835" y="40218"/>
                  </a:lnTo>
                  <a:lnTo>
                    <a:pt x="41426" y="29117"/>
                  </a:lnTo>
                  <a:lnTo>
                    <a:pt x="48347" y="31133"/>
                  </a:lnTo>
                  <a:lnTo>
                    <a:pt x="49475" y="27158"/>
                  </a:lnTo>
                  <a:lnTo>
                    <a:pt x="41663" y="25878"/>
                  </a:lnTo>
                  <a:lnTo>
                    <a:pt x="42574" y="21167"/>
                  </a:lnTo>
                  <a:lnTo>
                    <a:pt x="47721" y="18096"/>
                  </a:lnTo>
                  <a:lnTo>
                    <a:pt x="52085" y="24084"/>
                  </a:lnTo>
                  <a:lnTo>
                    <a:pt x="55124" y="29011"/>
                  </a:lnTo>
                  <a:lnTo>
                    <a:pt x="52256" y="30227"/>
                  </a:lnTo>
                  <a:lnTo>
                    <a:pt x="50664" y="42602"/>
                  </a:lnTo>
                  <a:lnTo>
                    <a:pt x="55495" y="40780"/>
                  </a:lnTo>
                  <a:lnTo>
                    <a:pt x="66023" y="48518"/>
                  </a:lnTo>
                  <a:lnTo>
                    <a:pt x="66908" y="50755"/>
                  </a:lnTo>
                  <a:lnTo>
                    <a:pt x="65268" y="55117"/>
                  </a:lnTo>
                  <a:lnTo>
                    <a:pt x="62957" y="55888"/>
                  </a:lnTo>
                  <a:lnTo>
                    <a:pt x="64463" y="62279"/>
                  </a:lnTo>
                  <a:lnTo>
                    <a:pt x="59018" y="62524"/>
                  </a:lnTo>
                  <a:lnTo>
                    <a:pt x="56080" y="59514"/>
                  </a:lnTo>
                  <a:lnTo>
                    <a:pt x="50409" y="61072"/>
                  </a:lnTo>
                  <a:lnTo>
                    <a:pt x="44757" y="64596"/>
                  </a:lnTo>
                  <a:lnTo>
                    <a:pt x="47581" y="70910"/>
                  </a:lnTo>
                  <a:lnTo>
                    <a:pt x="48962" y="72467"/>
                  </a:lnTo>
                  <a:lnTo>
                    <a:pt x="39699" y="86855"/>
                  </a:lnTo>
                  <a:lnTo>
                    <a:pt x="17015" y="86505"/>
                  </a:lnTo>
                  <a:lnTo>
                    <a:pt x="17031" y="84204"/>
                  </a:lnTo>
                  <a:lnTo>
                    <a:pt x="20471" y="75170"/>
                  </a:lnTo>
                  <a:lnTo>
                    <a:pt x="28957" y="70093"/>
                  </a:lnTo>
                  <a:lnTo>
                    <a:pt x="27347" y="65710"/>
                  </a:lnTo>
                  <a:lnTo>
                    <a:pt x="26419" y="67126"/>
                  </a:lnTo>
                  <a:lnTo>
                    <a:pt x="24024" y="63900"/>
                  </a:lnTo>
                  <a:lnTo>
                    <a:pt x="23731" y="58031"/>
                  </a:lnTo>
                  <a:lnTo>
                    <a:pt x="26963" y="56026"/>
                  </a:lnTo>
                  <a:lnTo>
                    <a:pt x="18149" y="55533"/>
                  </a:lnTo>
                  <a:lnTo>
                    <a:pt x="16745" y="44825"/>
                  </a:lnTo>
                  <a:lnTo>
                    <a:pt x="13537" y="39958"/>
                  </a:lnTo>
                  <a:lnTo>
                    <a:pt x="9044" y="38722"/>
                  </a:lnTo>
                  <a:lnTo>
                    <a:pt x="11999" y="35792"/>
                  </a:lnTo>
                  <a:lnTo>
                    <a:pt x="12863" y="33811"/>
                  </a:lnTo>
                  <a:lnTo>
                    <a:pt x="12735" y="31368"/>
                  </a:lnTo>
                  <a:lnTo>
                    <a:pt x="12508" y="28705"/>
                  </a:lnTo>
                  <a:lnTo>
                    <a:pt x="8112" y="25611"/>
                  </a:lnTo>
                  <a:lnTo>
                    <a:pt x="8393" y="22217"/>
                  </a:lnTo>
                  <a:lnTo>
                    <a:pt x="7466" y="17438"/>
                  </a:lnTo>
                  <a:lnTo>
                    <a:pt x="6009" y="14741"/>
                  </a:lnTo>
                  <a:lnTo>
                    <a:pt x="3197" y="12456"/>
                  </a:lnTo>
                  <a:lnTo>
                    <a:pt x="0" y="12708"/>
                  </a:lnTo>
                  <a:lnTo>
                    <a:pt x="3986" y="876"/>
                  </a:lnTo>
                  <a:lnTo>
                    <a:pt x="10116" y="2749"/>
                  </a:lnTo>
                  <a:lnTo>
                    <a:pt x="1092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7" name="ph5557"/>
            <p:cNvSpPr/>
            <p:nvPr/>
          </p:nvSpPr>
          <p:spPr>
            <a:xfrm>
              <a:off x="5726300" y="1527280"/>
              <a:ext cx="25860" cy="36448"/>
            </a:xfrm>
            <a:custGeom>
              <a:avLst/>
              <a:pathLst>
                <a:path w="25860" h="36448">
                  <a:moveTo>
                    <a:pt x="10440" y="1235"/>
                  </a:moveTo>
                  <a:lnTo>
                    <a:pt x="13648" y="6103"/>
                  </a:lnTo>
                  <a:lnTo>
                    <a:pt x="15052" y="16810"/>
                  </a:lnTo>
                  <a:lnTo>
                    <a:pt x="23866" y="17304"/>
                  </a:lnTo>
                  <a:lnTo>
                    <a:pt x="20634" y="19309"/>
                  </a:lnTo>
                  <a:lnTo>
                    <a:pt x="20927" y="25178"/>
                  </a:lnTo>
                  <a:lnTo>
                    <a:pt x="23322" y="28403"/>
                  </a:lnTo>
                  <a:lnTo>
                    <a:pt x="24250" y="26988"/>
                  </a:lnTo>
                  <a:lnTo>
                    <a:pt x="25860" y="31371"/>
                  </a:lnTo>
                  <a:lnTo>
                    <a:pt x="17374" y="36448"/>
                  </a:lnTo>
                  <a:lnTo>
                    <a:pt x="15757" y="31429"/>
                  </a:lnTo>
                  <a:lnTo>
                    <a:pt x="9933" y="31210"/>
                  </a:lnTo>
                  <a:lnTo>
                    <a:pt x="5178" y="27222"/>
                  </a:lnTo>
                  <a:lnTo>
                    <a:pt x="2676" y="22481"/>
                  </a:lnTo>
                  <a:lnTo>
                    <a:pt x="0" y="21400"/>
                  </a:lnTo>
                  <a:lnTo>
                    <a:pt x="1995" y="18377"/>
                  </a:lnTo>
                  <a:lnTo>
                    <a:pt x="2508" y="10106"/>
                  </a:lnTo>
                  <a:lnTo>
                    <a:pt x="7081" y="9852"/>
                  </a:lnTo>
                  <a:lnTo>
                    <a:pt x="594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8" name="ph5558"/>
            <p:cNvSpPr/>
            <p:nvPr/>
          </p:nvSpPr>
          <p:spPr>
            <a:xfrm>
              <a:off x="5768761" y="1628279"/>
              <a:ext cx="94832" cy="53548"/>
            </a:xfrm>
            <a:custGeom>
              <a:avLst/>
              <a:pathLst>
                <a:path w="94832" h="53548">
                  <a:moveTo>
                    <a:pt x="77040" y="4266"/>
                  </a:moveTo>
                  <a:lnTo>
                    <a:pt x="82610" y="2828"/>
                  </a:lnTo>
                  <a:lnTo>
                    <a:pt x="85434" y="1285"/>
                  </a:lnTo>
                  <a:lnTo>
                    <a:pt x="86434" y="5202"/>
                  </a:lnTo>
                  <a:lnTo>
                    <a:pt x="94832" y="7250"/>
                  </a:lnTo>
                  <a:lnTo>
                    <a:pt x="89641" y="9848"/>
                  </a:lnTo>
                  <a:lnTo>
                    <a:pt x="86987" y="11189"/>
                  </a:lnTo>
                  <a:lnTo>
                    <a:pt x="86590" y="12994"/>
                  </a:lnTo>
                  <a:lnTo>
                    <a:pt x="83801" y="15595"/>
                  </a:lnTo>
                  <a:lnTo>
                    <a:pt x="80858" y="15196"/>
                  </a:lnTo>
                  <a:lnTo>
                    <a:pt x="80938" y="20430"/>
                  </a:lnTo>
                  <a:lnTo>
                    <a:pt x="82738" y="24407"/>
                  </a:lnTo>
                  <a:lnTo>
                    <a:pt x="82580" y="25967"/>
                  </a:lnTo>
                  <a:lnTo>
                    <a:pt x="77711" y="29769"/>
                  </a:lnTo>
                  <a:lnTo>
                    <a:pt x="77678" y="31356"/>
                  </a:lnTo>
                  <a:lnTo>
                    <a:pt x="80687" y="37749"/>
                  </a:lnTo>
                  <a:lnTo>
                    <a:pt x="84073" y="36009"/>
                  </a:lnTo>
                  <a:lnTo>
                    <a:pt x="87261" y="44522"/>
                  </a:lnTo>
                  <a:lnTo>
                    <a:pt x="83903" y="45744"/>
                  </a:lnTo>
                  <a:lnTo>
                    <a:pt x="75685" y="42486"/>
                  </a:lnTo>
                  <a:lnTo>
                    <a:pt x="77035" y="49184"/>
                  </a:lnTo>
                  <a:lnTo>
                    <a:pt x="65645" y="53411"/>
                  </a:lnTo>
                  <a:lnTo>
                    <a:pt x="63843" y="49894"/>
                  </a:lnTo>
                  <a:lnTo>
                    <a:pt x="50892" y="47888"/>
                  </a:lnTo>
                  <a:lnTo>
                    <a:pt x="48175" y="43432"/>
                  </a:lnTo>
                  <a:lnTo>
                    <a:pt x="46263" y="42822"/>
                  </a:lnTo>
                  <a:lnTo>
                    <a:pt x="40258" y="44795"/>
                  </a:lnTo>
                  <a:lnTo>
                    <a:pt x="40297" y="45802"/>
                  </a:lnTo>
                  <a:lnTo>
                    <a:pt x="36814" y="46713"/>
                  </a:lnTo>
                  <a:lnTo>
                    <a:pt x="28476" y="47048"/>
                  </a:lnTo>
                  <a:lnTo>
                    <a:pt x="13985" y="49257"/>
                  </a:lnTo>
                  <a:lnTo>
                    <a:pt x="13220" y="53340"/>
                  </a:lnTo>
                  <a:lnTo>
                    <a:pt x="9293" y="53548"/>
                  </a:lnTo>
                  <a:lnTo>
                    <a:pt x="3218" y="41751"/>
                  </a:lnTo>
                  <a:lnTo>
                    <a:pt x="0" y="40818"/>
                  </a:lnTo>
                  <a:lnTo>
                    <a:pt x="103" y="39401"/>
                  </a:lnTo>
                  <a:lnTo>
                    <a:pt x="4830" y="39702"/>
                  </a:lnTo>
                  <a:lnTo>
                    <a:pt x="5036" y="34225"/>
                  </a:lnTo>
                  <a:lnTo>
                    <a:pt x="456" y="33914"/>
                  </a:lnTo>
                  <a:lnTo>
                    <a:pt x="1095" y="23849"/>
                  </a:lnTo>
                  <a:lnTo>
                    <a:pt x="408" y="23592"/>
                  </a:lnTo>
                  <a:lnTo>
                    <a:pt x="1945" y="18561"/>
                  </a:lnTo>
                  <a:lnTo>
                    <a:pt x="8136" y="20339"/>
                  </a:lnTo>
                  <a:lnTo>
                    <a:pt x="11163" y="18072"/>
                  </a:lnTo>
                  <a:lnTo>
                    <a:pt x="15414" y="12453"/>
                  </a:lnTo>
                  <a:lnTo>
                    <a:pt x="19459" y="17371"/>
                  </a:lnTo>
                  <a:lnTo>
                    <a:pt x="22726" y="14693"/>
                  </a:lnTo>
                  <a:lnTo>
                    <a:pt x="19927" y="11585"/>
                  </a:lnTo>
                  <a:lnTo>
                    <a:pt x="21136" y="10368"/>
                  </a:lnTo>
                  <a:lnTo>
                    <a:pt x="24865" y="10235"/>
                  </a:lnTo>
                  <a:lnTo>
                    <a:pt x="35497" y="16270"/>
                  </a:lnTo>
                  <a:lnTo>
                    <a:pt x="37027" y="8194"/>
                  </a:lnTo>
                  <a:lnTo>
                    <a:pt x="35196" y="6029"/>
                  </a:lnTo>
                  <a:lnTo>
                    <a:pt x="32402" y="4608"/>
                  </a:lnTo>
                  <a:lnTo>
                    <a:pt x="32599" y="2746"/>
                  </a:lnTo>
                  <a:lnTo>
                    <a:pt x="37447" y="1493"/>
                  </a:lnTo>
                  <a:lnTo>
                    <a:pt x="41002" y="6380"/>
                  </a:lnTo>
                  <a:lnTo>
                    <a:pt x="45934" y="4564"/>
                  </a:lnTo>
                  <a:lnTo>
                    <a:pt x="46349" y="3573"/>
                  </a:lnTo>
                  <a:lnTo>
                    <a:pt x="51150" y="4851"/>
                  </a:lnTo>
                  <a:lnTo>
                    <a:pt x="51555" y="8437"/>
                  </a:lnTo>
                  <a:lnTo>
                    <a:pt x="68475" y="7980"/>
                  </a:lnTo>
                  <a:lnTo>
                    <a:pt x="71741" y="385"/>
                  </a:lnTo>
                  <a:lnTo>
                    <a:pt x="72942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9" name="ph5559"/>
            <p:cNvSpPr/>
            <p:nvPr/>
          </p:nvSpPr>
          <p:spPr>
            <a:xfrm>
              <a:off x="5911933" y="1829567"/>
              <a:ext cx="29390" cy="40547"/>
            </a:xfrm>
            <a:custGeom>
              <a:avLst/>
              <a:pathLst>
                <a:path w="29390" h="40547">
                  <a:moveTo>
                    <a:pt x="13319" y="2710"/>
                  </a:moveTo>
                  <a:lnTo>
                    <a:pt x="21742" y="5839"/>
                  </a:lnTo>
                  <a:lnTo>
                    <a:pt x="25045" y="11230"/>
                  </a:lnTo>
                  <a:lnTo>
                    <a:pt x="23883" y="15865"/>
                  </a:lnTo>
                  <a:lnTo>
                    <a:pt x="24224" y="18380"/>
                  </a:lnTo>
                  <a:lnTo>
                    <a:pt x="28901" y="24673"/>
                  </a:lnTo>
                  <a:lnTo>
                    <a:pt x="29390" y="26491"/>
                  </a:lnTo>
                  <a:lnTo>
                    <a:pt x="25993" y="27417"/>
                  </a:lnTo>
                  <a:lnTo>
                    <a:pt x="24893" y="31956"/>
                  </a:lnTo>
                  <a:lnTo>
                    <a:pt x="26226" y="32424"/>
                  </a:lnTo>
                  <a:lnTo>
                    <a:pt x="25505" y="34466"/>
                  </a:lnTo>
                  <a:lnTo>
                    <a:pt x="26265" y="36566"/>
                  </a:lnTo>
                  <a:lnTo>
                    <a:pt x="21800" y="39714"/>
                  </a:lnTo>
                  <a:lnTo>
                    <a:pt x="17863" y="40547"/>
                  </a:lnTo>
                  <a:lnTo>
                    <a:pt x="16244" y="39857"/>
                  </a:lnTo>
                  <a:lnTo>
                    <a:pt x="11130" y="33384"/>
                  </a:lnTo>
                  <a:lnTo>
                    <a:pt x="4251" y="33873"/>
                  </a:lnTo>
                  <a:lnTo>
                    <a:pt x="2094" y="36728"/>
                  </a:lnTo>
                  <a:lnTo>
                    <a:pt x="0" y="36833"/>
                  </a:lnTo>
                  <a:lnTo>
                    <a:pt x="1102" y="32458"/>
                  </a:lnTo>
                  <a:lnTo>
                    <a:pt x="2063" y="32797"/>
                  </a:lnTo>
                  <a:lnTo>
                    <a:pt x="3837" y="26223"/>
                  </a:lnTo>
                  <a:lnTo>
                    <a:pt x="5473" y="14079"/>
                  </a:lnTo>
                  <a:lnTo>
                    <a:pt x="5411" y="10037"/>
                  </a:lnTo>
                  <a:lnTo>
                    <a:pt x="2891" y="11901"/>
                  </a:lnTo>
                  <a:lnTo>
                    <a:pt x="1073" y="11078"/>
                  </a:lnTo>
                  <a:lnTo>
                    <a:pt x="969" y="5168"/>
                  </a:lnTo>
                  <a:lnTo>
                    <a:pt x="2837" y="2973"/>
                  </a:lnTo>
                  <a:lnTo>
                    <a:pt x="1163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0" name="ph5560"/>
            <p:cNvSpPr/>
            <p:nvPr/>
          </p:nvSpPr>
          <p:spPr>
            <a:xfrm>
              <a:off x="5760684" y="1561026"/>
              <a:ext cx="58974" cy="73632"/>
            </a:xfrm>
            <a:custGeom>
              <a:avLst/>
              <a:pathLst>
                <a:path w="58974" h="73632">
                  <a:moveTo>
                    <a:pt x="14637" y="3566"/>
                  </a:moveTo>
                  <a:lnTo>
                    <a:pt x="15259" y="621"/>
                  </a:lnTo>
                  <a:lnTo>
                    <a:pt x="17802" y="2381"/>
                  </a:lnTo>
                  <a:lnTo>
                    <a:pt x="20616" y="7601"/>
                  </a:lnTo>
                  <a:lnTo>
                    <a:pt x="26649" y="8677"/>
                  </a:lnTo>
                  <a:lnTo>
                    <a:pt x="29261" y="11120"/>
                  </a:lnTo>
                  <a:lnTo>
                    <a:pt x="25893" y="13547"/>
                  </a:lnTo>
                  <a:lnTo>
                    <a:pt x="26899" y="19548"/>
                  </a:lnTo>
                  <a:lnTo>
                    <a:pt x="31560" y="17657"/>
                  </a:lnTo>
                  <a:lnTo>
                    <a:pt x="32003" y="18495"/>
                  </a:lnTo>
                  <a:lnTo>
                    <a:pt x="32294" y="20130"/>
                  </a:lnTo>
                  <a:lnTo>
                    <a:pt x="29890" y="21118"/>
                  </a:lnTo>
                  <a:lnTo>
                    <a:pt x="29700" y="22492"/>
                  </a:lnTo>
                  <a:lnTo>
                    <a:pt x="34034" y="23037"/>
                  </a:lnTo>
                  <a:lnTo>
                    <a:pt x="34938" y="20621"/>
                  </a:lnTo>
                  <a:lnTo>
                    <a:pt x="37409" y="21861"/>
                  </a:lnTo>
                  <a:lnTo>
                    <a:pt x="40008" y="23890"/>
                  </a:lnTo>
                  <a:lnTo>
                    <a:pt x="44500" y="29360"/>
                  </a:lnTo>
                  <a:lnTo>
                    <a:pt x="45096" y="31687"/>
                  </a:lnTo>
                  <a:lnTo>
                    <a:pt x="52118" y="36154"/>
                  </a:lnTo>
                  <a:lnTo>
                    <a:pt x="52682" y="35850"/>
                  </a:lnTo>
                  <a:lnTo>
                    <a:pt x="55702" y="40906"/>
                  </a:lnTo>
                  <a:lnTo>
                    <a:pt x="54998" y="41876"/>
                  </a:lnTo>
                  <a:lnTo>
                    <a:pt x="56257" y="51724"/>
                  </a:lnTo>
                  <a:lnTo>
                    <a:pt x="58974" y="60968"/>
                  </a:lnTo>
                  <a:lnTo>
                    <a:pt x="54288" y="64742"/>
                  </a:lnTo>
                  <a:lnTo>
                    <a:pt x="54919" y="68649"/>
                  </a:lnTo>
                  <a:lnTo>
                    <a:pt x="54427" y="70825"/>
                  </a:lnTo>
                  <a:lnTo>
                    <a:pt x="54011" y="71817"/>
                  </a:lnTo>
                  <a:lnTo>
                    <a:pt x="49079" y="73632"/>
                  </a:lnTo>
                  <a:lnTo>
                    <a:pt x="45524" y="68746"/>
                  </a:lnTo>
                  <a:lnTo>
                    <a:pt x="40677" y="69999"/>
                  </a:lnTo>
                  <a:lnTo>
                    <a:pt x="40479" y="71861"/>
                  </a:lnTo>
                  <a:lnTo>
                    <a:pt x="37380" y="69954"/>
                  </a:lnTo>
                  <a:lnTo>
                    <a:pt x="37829" y="65415"/>
                  </a:lnTo>
                  <a:lnTo>
                    <a:pt x="40870" y="61337"/>
                  </a:lnTo>
                  <a:lnTo>
                    <a:pt x="38368" y="59415"/>
                  </a:lnTo>
                  <a:lnTo>
                    <a:pt x="34360" y="63150"/>
                  </a:lnTo>
                  <a:lnTo>
                    <a:pt x="32554" y="61889"/>
                  </a:lnTo>
                  <a:lnTo>
                    <a:pt x="25367" y="55444"/>
                  </a:lnTo>
                  <a:lnTo>
                    <a:pt x="26581" y="52745"/>
                  </a:lnTo>
                  <a:lnTo>
                    <a:pt x="28316" y="52788"/>
                  </a:lnTo>
                  <a:lnTo>
                    <a:pt x="27339" y="51730"/>
                  </a:lnTo>
                  <a:lnTo>
                    <a:pt x="23550" y="51304"/>
                  </a:lnTo>
                  <a:lnTo>
                    <a:pt x="19206" y="54132"/>
                  </a:lnTo>
                  <a:lnTo>
                    <a:pt x="14273" y="53680"/>
                  </a:lnTo>
                  <a:lnTo>
                    <a:pt x="11264" y="51641"/>
                  </a:lnTo>
                  <a:lnTo>
                    <a:pt x="11516" y="47955"/>
                  </a:lnTo>
                  <a:lnTo>
                    <a:pt x="17398" y="48323"/>
                  </a:lnTo>
                  <a:lnTo>
                    <a:pt x="16962" y="46003"/>
                  </a:lnTo>
                  <a:lnTo>
                    <a:pt x="10731" y="39226"/>
                  </a:lnTo>
                  <a:lnTo>
                    <a:pt x="7510" y="40834"/>
                  </a:lnTo>
                  <a:lnTo>
                    <a:pt x="6409" y="39870"/>
                  </a:lnTo>
                  <a:lnTo>
                    <a:pt x="6942" y="38595"/>
                  </a:lnTo>
                  <a:lnTo>
                    <a:pt x="11695" y="35636"/>
                  </a:lnTo>
                  <a:lnTo>
                    <a:pt x="10027" y="33835"/>
                  </a:lnTo>
                  <a:lnTo>
                    <a:pt x="4599" y="32017"/>
                  </a:lnTo>
                  <a:lnTo>
                    <a:pt x="2915" y="29128"/>
                  </a:lnTo>
                  <a:lnTo>
                    <a:pt x="3365" y="26516"/>
                  </a:lnTo>
                  <a:lnTo>
                    <a:pt x="6018" y="21862"/>
                  </a:lnTo>
                  <a:lnTo>
                    <a:pt x="3090" y="19357"/>
                  </a:lnTo>
                  <a:lnTo>
                    <a:pt x="0" y="17954"/>
                  </a:lnTo>
                  <a:lnTo>
                    <a:pt x="2218" y="14387"/>
                  </a:lnTo>
                  <a:lnTo>
                    <a:pt x="1148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1" name="ph5561"/>
            <p:cNvSpPr/>
            <p:nvPr/>
          </p:nvSpPr>
          <p:spPr>
            <a:xfrm>
              <a:off x="7905576" y="3203275"/>
              <a:ext cx="49315" cy="35565"/>
            </a:xfrm>
            <a:custGeom>
              <a:avLst/>
              <a:pathLst>
                <a:path w="49315" h="35565">
                  <a:moveTo>
                    <a:pt x="10198" y="1232"/>
                  </a:moveTo>
                  <a:lnTo>
                    <a:pt x="11037" y="3705"/>
                  </a:lnTo>
                  <a:lnTo>
                    <a:pt x="21823" y="9022"/>
                  </a:lnTo>
                  <a:lnTo>
                    <a:pt x="23853" y="6633"/>
                  </a:lnTo>
                  <a:lnTo>
                    <a:pt x="25805" y="8491"/>
                  </a:lnTo>
                  <a:lnTo>
                    <a:pt x="29024" y="8735"/>
                  </a:lnTo>
                  <a:lnTo>
                    <a:pt x="31096" y="8004"/>
                  </a:lnTo>
                  <a:lnTo>
                    <a:pt x="33936" y="8630"/>
                  </a:lnTo>
                  <a:lnTo>
                    <a:pt x="35798" y="10008"/>
                  </a:lnTo>
                  <a:lnTo>
                    <a:pt x="36278" y="11188"/>
                  </a:lnTo>
                  <a:lnTo>
                    <a:pt x="35391" y="13510"/>
                  </a:lnTo>
                  <a:lnTo>
                    <a:pt x="37192" y="16322"/>
                  </a:lnTo>
                  <a:lnTo>
                    <a:pt x="48618" y="18347"/>
                  </a:lnTo>
                  <a:lnTo>
                    <a:pt x="49315" y="22784"/>
                  </a:lnTo>
                  <a:lnTo>
                    <a:pt x="45115" y="28638"/>
                  </a:lnTo>
                  <a:lnTo>
                    <a:pt x="39709" y="31933"/>
                  </a:lnTo>
                  <a:lnTo>
                    <a:pt x="31346" y="29404"/>
                  </a:lnTo>
                  <a:lnTo>
                    <a:pt x="28952" y="33304"/>
                  </a:lnTo>
                  <a:lnTo>
                    <a:pt x="25367" y="33492"/>
                  </a:lnTo>
                  <a:lnTo>
                    <a:pt x="24213" y="32463"/>
                  </a:lnTo>
                  <a:lnTo>
                    <a:pt x="21250" y="33226"/>
                  </a:lnTo>
                  <a:lnTo>
                    <a:pt x="22676" y="34743"/>
                  </a:lnTo>
                  <a:lnTo>
                    <a:pt x="25406" y="34514"/>
                  </a:lnTo>
                  <a:lnTo>
                    <a:pt x="23905" y="35565"/>
                  </a:lnTo>
                  <a:lnTo>
                    <a:pt x="22643" y="35465"/>
                  </a:lnTo>
                  <a:lnTo>
                    <a:pt x="18264" y="31494"/>
                  </a:lnTo>
                  <a:lnTo>
                    <a:pt x="17316" y="31653"/>
                  </a:lnTo>
                  <a:lnTo>
                    <a:pt x="15990" y="31248"/>
                  </a:lnTo>
                  <a:lnTo>
                    <a:pt x="13960" y="28102"/>
                  </a:lnTo>
                  <a:lnTo>
                    <a:pt x="11576" y="22600"/>
                  </a:lnTo>
                  <a:lnTo>
                    <a:pt x="11927" y="20936"/>
                  </a:lnTo>
                  <a:lnTo>
                    <a:pt x="11034" y="18481"/>
                  </a:lnTo>
                  <a:lnTo>
                    <a:pt x="9646" y="16839"/>
                  </a:lnTo>
                  <a:lnTo>
                    <a:pt x="4650" y="14558"/>
                  </a:lnTo>
                  <a:lnTo>
                    <a:pt x="0" y="9879"/>
                  </a:lnTo>
                  <a:lnTo>
                    <a:pt x="1441" y="10157"/>
                  </a:lnTo>
                  <a:lnTo>
                    <a:pt x="5099" y="3733"/>
                  </a:lnTo>
                  <a:lnTo>
                    <a:pt x="8788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2" name="ph5562"/>
            <p:cNvSpPr/>
            <p:nvPr/>
          </p:nvSpPr>
          <p:spPr>
            <a:xfrm>
              <a:off x="8121986" y="3197320"/>
              <a:ext cx="94427" cy="91549"/>
            </a:xfrm>
            <a:custGeom>
              <a:avLst/>
              <a:pathLst>
                <a:path w="94427" h="91549">
                  <a:moveTo>
                    <a:pt x="20959" y="0"/>
                  </a:moveTo>
                  <a:lnTo>
                    <a:pt x="21029" y="3219"/>
                  </a:lnTo>
                  <a:lnTo>
                    <a:pt x="22911" y="4874"/>
                  </a:lnTo>
                  <a:lnTo>
                    <a:pt x="24628" y="4634"/>
                  </a:lnTo>
                  <a:lnTo>
                    <a:pt x="30440" y="7195"/>
                  </a:lnTo>
                  <a:lnTo>
                    <a:pt x="31922" y="8796"/>
                  </a:lnTo>
                  <a:lnTo>
                    <a:pt x="39436" y="10204"/>
                  </a:lnTo>
                  <a:lnTo>
                    <a:pt x="45285" y="10349"/>
                  </a:lnTo>
                  <a:lnTo>
                    <a:pt x="55207" y="16662"/>
                  </a:lnTo>
                  <a:lnTo>
                    <a:pt x="57102" y="19458"/>
                  </a:lnTo>
                  <a:lnTo>
                    <a:pt x="59918" y="20671"/>
                  </a:lnTo>
                  <a:lnTo>
                    <a:pt x="69174" y="20108"/>
                  </a:lnTo>
                  <a:lnTo>
                    <a:pt x="72369" y="21419"/>
                  </a:lnTo>
                  <a:lnTo>
                    <a:pt x="88971" y="20259"/>
                  </a:lnTo>
                  <a:lnTo>
                    <a:pt x="90494" y="39539"/>
                  </a:lnTo>
                  <a:lnTo>
                    <a:pt x="94427" y="91010"/>
                  </a:lnTo>
                  <a:lnTo>
                    <a:pt x="88851" y="91549"/>
                  </a:lnTo>
                  <a:lnTo>
                    <a:pt x="88453" y="85635"/>
                  </a:lnTo>
                  <a:lnTo>
                    <a:pt x="84997" y="83822"/>
                  </a:lnTo>
                  <a:lnTo>
                    <a:pt x="74881" y="85278"/>
                  </a:lnTo>
                  <a:lnTo>
                    <a:pt x="70098" y="79020"/>
                  </a:lnTo>
                  <a:lnTo>
                    <a:pt x="69703" y="74667"/>
                  </a:lnTo>
                  <a:lnTo>
                    <a:pt x="65074" y="74348"/>
                  </a:lnTo>
                  <a:lnTo>
                    <a:pt x="61445" y="76148"/>
                  </a:lnTo>
                  <a:lnTo>
                    <a:pt x="58503" y="72705"/>
                  </a:lnTo>
                  <a:lnTo>
                    <a:pt x="52548" y="72631"/>
                  </a:lnTo>
                  <a:lnTo>
                    <a:pt x="49884" y="76606"/>
                  </a:lnTo>
                  <a:lnTo>
                    <a:pt x="47260" y="76614"/>
                  </a:lnTo>
                  <a:lnTo>
                    <a:pt x="46248" y="75105"/>
                  </a:lnTo>
                  <a:lnTo>
                    <a:pt x="46665" y="71624"/>
                  </a:lnTo>
                  <a:lnTo>
                    <a:pt x="45781" y="70360"/>
                  </a:lnTo>
                  <a:lnTo>
                    <a:pt x="41489" y="68351"/>
                  </a:lnTo>
                  <a:lnTo>
                    <a:pt x="39193" y="68401"/>
                  </a:lnTo>
                  <a:lnTo>
                    <a:pt x="37805" y="69769"/>
                  </a:lnTo>
                  <a:lnTo>
                    <a:pt x="35666" y="69668"/>
                  </a:lnTo>
                  <a:lnTo>
                    <a:pt x="30568" y="66866"/>
                  </a:lnTo>
                  <a:lnTo>
                    <a:pt x="32092" y="64780"/>
                  </a:lnTo>
                  <a:lnTo>
                    <a:pt x="31680" y="63807"/>
                  </a:lnTo>
                  <a:lnTo>
                    <a:pt x="25915" y="65298"/>
                  </a:lnTo>
                  <a:lnTo>
                    <a:pt x="24095" y="67451"/>
                  </a:lnTo>
                  <a:lnTo>
                    <a:pt x="22789" y="70880"/>
                  </a:lnTo>
                  <a:lnTo>
                    <a:pt x="21646" y="71325"/>
                  </a:lnTo>
                  <a:lnTo>
                    <a:pt x="21221" y="70701"/>
                  </a:lnTo>
                  <a:lnTo>
                    <a:pt x="19597" y="69325"/>
                  </a:lnTo>
                  <a:lnTo>
                    <a:pt x="18695" y="66840"/>
                  </a:lnTo>
                  <a:lnTo>
                    <a:pt x="18732" y="58475"/>
                  </a:lnTo>
                  <a:lnTo>
                    <a:pt x="17776" y="52061"/>
                  </a:lnTo>
                  <a:lnTo>
                    <a:pt x="7292" y="52868"/>
                  </a:lnTo>
                  <a:lnTo>
                    <a:pt x="7595" y="53782"/>
                  </a:lnTo>
                  <a:lnTo>
                    <a:pt x="11878" y="55427"/>
                  </a:lnTo>
                  <a:lnTo>
                    <a:pt x="11962" y="57334"/>
                  </a:lnTo>
                  <a:lnTo>
                    <a:pt x="9592" y="57315"/>
                  </a:lnTo>
                  <a:lnTo>
                    <a:pt x="4411" y="59963"/>
                  </a:lnTo>
                  <a:lnTo>
                    <a:pt x="824" y="59558"/>
                  </a:lnTo>
                  <a:lnTo>
                    <a:pt x="0" y="50159"/>
                  </a:lnTo>
                  <a:lnTo>
                    <a:pt x="3399" y="42287"/>
                  </a:lnTo>
                  <a:lnTo>
                    <a:pt x="3335" y="40885"/>
                  </a:lnTo>
                  <a:lnTo>
                    <a:pt x="2379" y="39921"/>
                  </a:lnTo>
                  <a:lnTo>
                    <a:pt x="3778" y="35560"/>
                  </a:lnTo>
                  <a:lnTo>
                    <a:pt x="8136" y="37975"/>
                  </a:lnTo>
                  <a:lnTo>
                    <a:pt x="10242" y="33174"/>
                  </a:lnTo>
                  <a:lnTo>
                    <a:pt x="9225" y="18971"/>
                  </a:lnTo>
                  <a:lnTo>
                    <a:pt x="9750" y="9483"/>
                  </a:lnTo>
                  <a:lnTo>
                    <a:pt x="12158" y="4038"/>
                  </a:lnTo>
                  <a:lnTo>
                    <a:pt x="12956" y="6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3" name="ph5563"/>
            <p:cNvSpPr/>
            <p:nvPr/>
          </p:nvSpPr>
          <p:spPr>
            <a:xfrm>
              <a:off x="7953259" y="3260734"/>
              <a:ext cx="30937" cy="38093"/>
            </a:xfrm>
            <a:custGeom>
              <a:avLst/>
              <a:pathLst>
                <a:path w="30937" h="38093">
                  <a:moveTo>
                    <a:pt x="18214" y="5"/>
                  </a:moveTo>
                  <a:lnTo>
                    <a:pt x="20702" y="46"/>
                  </a:lnTo>
                  <a:lnTo>
                    <a:pt x="20342" y="2772"/>
                  </a:lnTo>
                  <a:lnTo>
                    <a:pt x="17719" y="2751"/>
                  </a:lnTo>
                  <a:lnTo>
                    <a:pt x="20127" y="9570"/>
                  </a:lnTo>
                  <a:lnTo>
                    <a:pt x="18618" y="13402"/>
                  </a:lnTo>
                  <a:lnTo>
                    <a:pt x="19787" y="18249"/>
                  </a:lnTo>
                  <a:lnTo>
                    <a:pt x="22041" y="20262"/>
                  </a:lnTo>
                  <a:lnTo>
                    <a:pt x="23669" y="20217"/>
                  </a:lnTo>
                  <a:lnTo>
                    <a:pt x="25603" y="21942"/>
                  </a:lnTo>
                  <a:lnTo>
                    <a:pt x="25911" y="28587"/>
                  </a:lnTo>
                  <a:lnTo>
                    <a:pt x="29748" y="31193"/>
                  </a:lnTo>
                  <a:lnTo>
                    <a:pt x="30937" y="35001"/>
                  </a:lnTo>
                  <a:lnTo>
                    <a:pt x="30063" y="36245"/>
                  </a:lnTo>
                  <a:lnTo>
                    <a:pt x="29850" y="37167"/>
                  </a:lnTo>
                  <a:lnTo>
                    <a:pt x="28113" y="38093"/>
                  </a:lnTo>
                  <a:lnTo>
                    <a:pt x="26647" y="34151"/>
                  </a:lnTo>
                  <a:lnTo>
                    <a:pt x="25761" y="33582"/>
                  </a:lnTo>
                  <a:lnTo>
                    <a:pt x="23043" y="32946"/>
                  </a:lnTo>
                  <a:lnTo>
                    <a:pt x="19921" y="34759"/>
                  </a:lnTo>
                  <a:lnTo>
                    <a:pt x="18917" y="34234"/>
                  </a:lnTo>
                  <a:lnTo>
                    <a:pt x="16558" y="34427"/>
                  </a:lnTo>
                  <a:lnTo>
                    <a:pt x="12814" y="32604"/>
                  </a:lnTo>
                  <a:lnTo>
                    <a:pt x="11184" y="30312"/>
                  </a:lnTo>
                  <a:lnTo>
                    <a:pt x="7938" y="28003"/>
                  </a:lnTo>
                  <a:lnTo>
                    <a:pt x="7500" y="24673"/>
                  </a:lnTo>
                  <a:lnTo>
                    <a:pt x="6042" y="23122"/>
                  </a:lnTo>
                  <a:lnTo>
                    <a:pt x="4140" y="22419"/>
                  </a:lnTo>
                  <a:lnTo>
                    <a:pt x="2541" y="20174"/>
                  </a:lnTo>
                  <a:lnTo>
                    <a:pt x="1901" y="14684"/>
                  </a:lnTo>
                  <a:lnTo>
                    <a:pt x="2656" y="11455"/>
                  </a:lnTo>
                  <a:lnTo>
                    <a:pt x="2129" y="10950"/>
                  </a:lnTo>
                  <a:lnTo>
                    <a:pt x="2295" y="8376"/>
                  </a:lnTo>
                  <a:lnTo>
                    <a:pt x="1528" y="7570"/>
                  </a:lnTo>
                  <a:lnTo>
                    <a:pt x="417" y="7882"/>
                  </a:lnTo>
                  <a:lnTo>
                    <a:pt x="0" y="6847"/>
                  </a:lnTo>
                  <a:lnTo>
                    <a:pt x="1358" y="312"/>
                  </a:lnTo>
                  <a:lnTo>
                    <a:pt x="2499" y="0"/>
                  </a:lnTo>
                  <a:lnTo>
                    <a:pt x="4563" y="1776"/>
                  </a:lnTo>
                  <a:lnTo>
                    <a:pt x="5377" y="5004"/>
                  </a:lnTo>
                  <a:lnTo>
                    <a:pt x="8919" y="7202"/>
                  </a:lnTo>
                  <a:lnTo>
                    <a:pt x="10071" y="6384"/>
                  </a:lnTo>
                  <a:lnTo>
                    <a:pt x="9053" y="3407"/>
                  </a:lnTo>
                  <a:lnTo>
                    <a:pt x="13297" y="1678"/>
                  </a:lnTo>
                  <a:lnTo>
                    <a:pt x="16530" y="3172"/>
                  </a:lnTo>
                  <a:lnTo>
                    <a:pt x="16038" y="99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4" name="ph5564"/>
            <p:cNvSpPr/>
            <p:nvPr/>
          </p:nvSpPr>
          <p:spPr>
            <a:xfrm>
              <a:off x="7971878" y="3270304"/>
              <a:ext cx="46969" cy="44235"/>
            </a:xfrm>
            <a:custGeom>
              <a:avLst/>
              <a:pathLst>
                <a:path w="46969" h="44235">
                  <a:moveTo>
                    <a:pt x="4719" y="1909"/>
                  </a:moveTo>
                  <a:lnTo>
                    <a:pt x="5372" y="6429"/>
                  </a:lnTo>
                  <a:lnTo>
                    <a:pt x="9442" y="6676"/>
                  </a:lnTo>
                  <a:lnTo>
                    <a:pt x="16092" y="5541"/>
                  </a:lnTo>
                  <a:lnTo>
                    <a:pt x="19319" y="7184"/>
                  </a:lnTo>
                  <a:lnTo>
                    <a:pt x="24501" y="3265"/>
                  </a:lnTo>
                  <a:lnTo>
                    <a:pt x="28626" y="3490"/>
                  </a:lnTo>
                  <a:lnTo>
                    <a:pt x="32427" y="2320"/>
                  </a:lnTo>
                  <a:lnTo>
                    <a:pt x="34613" y="3068"/>
                  </a:lnTo>
                  <a:lnTo>
                    <a:pt x="38171" y="7787"/>
                  </a:lnTo>
                  <a:lnTo>
                    <a:pt x="40749" y="8487"/>
                  </a:lnTo>
                  <a:lnTo>
                    <a:pt x="46757" y="12829"/>
                  </a:lnTo>
                  <a:lnTo>
                    <a:pt x="46969" y="13438"/>
                  </a:lnTo>
                  <a:lnTo>
                    <a:pt x="44975" y="16098"/>
                  </a:lnTo>
                  <a:lnTo>
                    <a:pt x="43892" y="15659"/>
                  </a:lnTo>
                  <a:lnTo>
                    <a:pt x="40922" y="19711"/>
                  </a:lnTo>
                  <a:lnTo>
                    <a:pt x="41527" y="23285"/>
                  </a:lnTo>
                  <a:lnTo>
                    <a:pt x="40180" y="25428"/>
                  </a:lnTo>
                  <a:lnTo>
                    <a:pt x="37946" y="27093"/>
                  </a:lnTo>
                  <a:lnTo>
                    <a:pt x="34899" y="27973"/>
                  </a:lnTo>
                  <a:lnTo>
                    <a:pt x="33725" y="30170"/>
                  </a:lnTo>
                  <a:lnTo>
                    <a:pt x="32498" y="28657"/>
                  </a:lnTo>
                  <a:lnTo>
                    <a:pt x="32797" y="32692"/>
                  </a:lnTo>
                  <a:lnTo>
                    <a:pt x="31754" y="38140"/>
                  </a:lnTo>
                  <a:lnTo>
                    <a:pt x="24936" y="43598"/>
                  </a:lnTo>
                  <a:lnTo>
                    <a:pt x="22697" y="44235"/>
                  </a:lnTo>
                  <a:lnTo>
                    <a:pt x="20397" y="42142"/>
                  </a:lnTo>
                  <a:lnTo>
                    <a:pt x="20481" y="38825"/>
                  </a:lnTo>
                  <a:lnTo>
                    <a:pt x="17481" y="36449"/>
                  </a:lnTo>
                  <a:lnTo>
                    <a:pt x="15482" y="35842"/>
                  </a:lnTo>
                  <a:lnTo>
                    <a:pt x="12583" y="36286"/>
                  </a:lnTo>
                  <a:lnTo>
                    <a:pt x="13611" y="33036"/>
                  </a:lnTo>
                  <a:lnTo>
                    <a:pt x="11444" y="26674"/>
                  </a:lnTo>
                  <a:lnTo>
                    <a:pt x="12318" y="25430"/>
                  </a:lnTo>
                  <a:lnTo>
                    <a:pt x="11130" y="21622"/>
                  </a:lnTo>
                  <a:lnTo>
                    <a:pt x="7292" y="19016"/>
                  </a:lnTo>
                  <a:lnTo>
                    <a:pt x="6984" y="12372"/>
                  </a:lnTo>
                  <a:lnTo>
                    <a:pt x="5050" y="10646"/>
                  </a:lnTo>
                  <a:lnTo>
                    <a:pt x="3422" y="10691"/>
                  </a:lnTo>
                  <a:lnTo>
                    <a:pt x="1168" y="8679"/>
                  </a:lnTo>
                  <a:lnTo>
                    <a:pt x="0" y="3831"/>
                  </a:lnTo>
                  <a:lnTo>
                    <a:pt x="150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5" name="ph5565"/>
            <p:cNvSpPr/>
            <p:nvPr/>
          </p:nvSpPr>
          <p:spPr>
            <a:xfrm>
              <a:off x="7888782" y="3172974"/>
              <a:ext cx="66110" cy="22452"/>
            </a:xfrm>
            <a:custGeom>
              <a:avLst/>
              <a:pathLst>
                <a:path w="66110" h="22452">
                  <a:moveTo>
                    <a:pt x="53511" y="0"/>
                  </a:moveTo>
                  <a:lnTo>
                    <a:pt x="57421" y="2239"/>
                  </a:lnTo>
                  <a:lnTo>
                    <a:pt x="63710" y="2070"/>
                  </a:lnTo>
                  <a:lnTo>
                    <a:pt x="66055" y="3406"/>
                  </a:lnTo>
                  <a:lnTo>
                    <a:pt x="66110" y="4507"/>
                  </a:lnTo>
                  <a:lnTo>
                    <a:pt x="57536" y="7497"/>
                  </a:lnTo>
                  <a:lnTo>
                    <a:pt x="55840" y="8854"/>
                  </a:lnTo>
                  <a:lnTo>
                    <a:pt x="54757" y="11833"/>
                  </a:lnTo>
                  <a:lnTo>
                    <a:pt x="55761" y="15877"/>
                  </a:lnTo>
                  <a:lnTo>
                    <a:pt x="53202" y="22182"/>
                  </a:lnTo>
                  <a:lnTo>
                    <a:pt x="49634" y="22452"/>
                  </a:lnTo>
                  <a:lnTo>
                    <a:pt x="47645" y="21197"/>
                  </a:lnTo>
                  <a:lnTo>
                    <a:pt x="46466" y="18008"/>
                  </a:lnTo>
                  <a:lnTo>
                    <a:pt x="43860" y="16346"/>
                  </a:lnTo>
                  <a:lnTo>
                    <a:pt x="38762" y="16613"/>
                  </a:lnTo>
                  <a:lnTo>
                    <a:pt x="34840" y="17451"/>
                  </a:lnTo>
                  <a:lnTo>
                    <a:pt x="33329" y="19144"/>
                  </a:lnTo>
                  <a:lnTo>
                    <a:pt x="29538" y="19398"/>
                  </a:lnTo>
                  <a:lnTo>
                    <a:pt x="27992" y="17273"/>
                  </a:lnTo>
                  <a:lnTo>
                    <a:pt x="28867" y="16090"/>
                  </a:lnTo>
                  <a:lnTo>
                    <a:pt x="29928" y="17347"/>
                  </a:lnTo>
                  <a:lnTo>
                    <a:pt x="31645" y="17384"/>
                  </a:lnTo>
                  <a:lnTo>
                    <a:pt x="30788" y="11008"/>
                  </a:lnTo>
                  <a:lnTo>
                    <a:pt x="29011" y="8637"/>
                  </a:lnTo>
                  <a:lnTo>
                    <a:pt x="24964" y="5841"/>
                  </a:lnTo>
                  <a:lnTo>
                    <a:pt x="21020" y="4321"/>
                  </a:lnTo>
                  <a:lnTo>
                    <a:pt x="11551" y="5679"/>
                  </a:lnTo>
                  <a:lnTo>
                    <a:pt x="11517" y="8631"/>
                  </a:lnTo>
                  <a:lnTo>
                    <a:pt x="8535" y="10690"/>
                  </a:lnTo>
                  <a:lnTo>
                    <a:pt x="6830" y="9530"/>
                  </a:lnTo>
                  <a:lnTo>
                    <a:pt x="3249" y="9685"/>
                  </a:lnTo>
                  <a:lnTo>
                    <a:pt x="2005" y="10763"/>
                  </a:lnTo>
                  <a:lnTo>
                    <a:pt x="0" y="7808"/>
                  </a:lnTo>
                  <a:lnTo>
                    <a:pt x="15861" y="356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6" name="ph5566"/>
            <p:cNvSpPr/>
            <p:nvPr/>
          </p:nvSpPr>
          <p:spPr>
            <a:xfrm>
              <a:off x="7994196" y="3203996"/>
              <a:ext cx="75385" cy="82731"/>
            </a:xfrm>
            <a:custGeom>
              <a:avLst/>
              <a:pathLst>
                <a:path w="75385" h="82731">
                  <a:moveTo>
                    <a:pt x="24863" y="239"/>
                  </a:moveTo>
                  <a:lnTo>
                    <a:pt x="30361" y="8613"/>
                  </a:lnTo>
                  <a:lnTo>
                    <a:pt x="33208" y="9080"/>
                  </a:lnTo>
                  <a:lnTo>
                    <a:pt x="39515" y="4498"/>
                  </a:lnTo>
                  <a:lnTo>
                    <a:pt x="38704" y="2863"/>
                  </a:lnTo>
                  <a:lnTo>
                    <a:pt x="36101" y="1012"/>
                  </a:lnTo>
                  <a:lnTo>
                    <a:pt x="39588" y="281"/>
                  </a:lnTo>
                  <a:lnTo>
                    <a:pt x="44638" y="4807"/>
                  </a:lnTo>
                  <a:lnTo>
                    <a:pt x="48005" y="2346"/>
                  </a:lnTo>
                  <a:lnTo>
                    <a:pt x="51675" y="3455"/>
                  </a:lnTo>
                  <a:lnTo>
                    <a:pt x="51778" y="5434"/>
                  </a:lnTo>
                  <a:lnTo>
                    <a:pt x="49677" y="8603"/>
                  </a:lnTo>
                  <a:lnTo>
                    <a:pt x="48345" y="12776"/>
                  </a:lnTo>
                  <a:lnTo>
                    <a:pt x="50417" y="14622"/>
                  </a:lnTo>
                  <a:lnTo>
                    <a:pt x="51190" y="18281"/>
                  </a:lnTo>
                  <a:lnTo>
                    <a:pt x="49898" y="29747"/>
                  </a:lnTo>
                  <a:lnTo>
                    <a:pt x="53035" y="31786"/>
                  </a:lnTo>
                  <a:lnTo>
                    <a:pt x="62961" y="35260"/>
                  </a:lnTo>
                  <a:lnTo>
                    <a:pt x="64767" y="32366"/>
                  </a:lnTo>
                  <a:lnTo>
                    <a:pt x="68897" y="32258"/>
                  </a:lnTo>
                  <a:lnTo>
                    <a:pt x="68234" y="37068"/>
                  </a:lnTo>
                  <a:lnTo>
                    <a:pt x="72700" y="41125"/>
                  </a:lnTo>
                  <a:lnTo>
                    <a:pt x="73568" y="44162"/>
                  </a:lnTo>
                  <a:lnTo>
                    <a:pt x="72680" y="43579"/>
                  </a:lnTo>
                  <a:lnTo>
                    <a:pt x="75385" y="47187"/>
                  </a:lnTo>
                  <a:lnTo>
                    <a:pt x="75207" y="49694"/>
                  </a:lnTo>
                  <a:lnTo>
                    <a:pt x="72488" y="50198"/>
                  </a:lnTo>
                  <a:lnTo>
                    <a:pt x="72264" y="48303"/>
                  </a:lnTo>
                  <a:lnTo>
                    <a:pt x="69745" y="47486"/>
                  </a:lnTo>
                  <a:lnTo>
                    <a:pt x="67000" y="48983"/>
                  </a:lnTo>
                  <a:lnTo>
                    <a:pt x="62898" y="53359"/>
                  </a:lnTo>
                  <a:lnTo>
                    <a:pt x="57679" y="60744"/>
                  </a:lnTo>
                  <a:lnTo>
                    <a:pt x="49613" y="58675"/>
                  </a:lnTo>
                  <a:lnTo>
                    <a:pt x="48116" y="60003"/>
                  </a:lnTo>
                  <a:lnTo>
                    <a:pt x="48614" y="66086"/>
                  </a:lnTo>
                  <a:lnTo>
                    <a:pt x="47913" y="66441"/>
                  </a:lnTo>
                  <a:lnTo>
                    <a:pt x="47923" y="68921"/>
                  </a:lnTo>
                  <a:lnTo>
                    <a:pt x="48769" y="71147"/>
                  </a:lnTo>
                  <a:lnTo>
                    <a:pt x="41854" y="76531"/>
                  </a:lnTo>
                  <a:lnTo>
                    <a:pt x="38351" y="78153"/>
                  </a:lnTo>
                  <a:lnTo>
                    <a:pt x="32935" y="77879"/>
                  </a:lnTo>
                  <a:lnTo>
                    <a:pt x="27842" y="78617"/>
                  </a:lnTo>
                  <a:lnTo>
                    <a:pt x="26777" y="81573"/>
                  </a:lnTo>
                  <a:lnTo>
                    <a:pt x="23836" y="82731"/>
                  </a:lnTo>
                  <a:lnTo>
                    <a:pt x="22657" y="82406"/>
                  </a:lnTo>
                  <a:lnTo>
                    <a:pt x="24651" y="79747"/>
                  </a:lnTo>
                  <a:lnTo>
                    <a:pt x="24439" y="79137"/>
                  </a:lnTo>
                  <a:lnTo>
                    <a:pt x="18431" y="74795"/>
                  </a:lnTo>
                  <a:lnTo>
                    <a:pt x="15853" y="74095"/>
                  </a:lnTo>
                  <a:lnTo>
                    <a:pt x="12295" y="69376"/>
                  </a:lnTo>
                  <a:lnTo>
                    <a:pt x="10109" y="68629"/>
                  </a:lnTo>
                  <a:lnTo>
                    <a:pt x="6308" y="69798"/>
                  </a:lnTo>
                  <a:lnTo>
                    <a:pt x="5204" y="65911"/>
                  </a:lnTo>
                  <a:lnTo>
                    <a:pt x="6200" y="51289"/>
                  </a:lnTo>
                  <a:lnTo>
                    <a:pt x="5184" y="49845"/>
                  </a:lnTo>
                  <a:lnTo>
                    <a:pt x="4914" y="41280"/>
                  </a:lnTo>
                  <a:lnTo>
                    <a:pt x="2162" y="37797"/>
                  </a:lnTo>
                  <a:lnTo>
                    <a:pt x="1265" y="37795"/>
                  </a:lnTo>
                  <a:lnTo>
                    <a:pt x="0" y="35220"/>
                  </a:lnTo>
                  <a:lnTo>
                    <a:pt x="1618" y="33174"/>
                  </a:lnTo>
                  <a:lnTo>
                    <a:pt x="4953" y="33255"/>
                  </a:lnTo>
                  <a:lnTo>
                    <a:pt x="6103" y="32582"/>
                  </a:lnTo>
                  <a:lnTo>
                    <a:pt x="7020" y="29557"/>
                  </a:lnTo>
                  <a:lnTo>
                    <a:pt x="8795" y="27641"/>
                  </a:lnTo>
                  <a:lnTo>
                    <a:pt x="13252" y="25911"/>
                  </a:lnTo>
                  <a:lnTo>
                    <a:pt x="15506" y="26707"/>
                  </a:lnTo>
                  <a:lnTo>
                    <a:pt x="16141" y="21959"/>
                  </a:lnTo>
                  <a:lnTo>
                    <a:pt x="14491" y="20171"/>
                  </a:lnTo>
                  <a:lnTo>
                    <a:pt x="8004" y="19446"/>
                  </a:lnTo>
                  <a:lnTo>
                    <a:pt x="5896" y="18658"/>
                  </a:lnTo>
                  <a:lnTo>
                    <a:pt x="4894" y="17440"/>
                  </a:lnTo>
                  <a:lnTo>
                    <a:pt x="8369" y="13456"/>
                  </a:lnTo>
                  <a:lnTo>
                    <a:pt x="10891" y="15903"/>
                  </a:lnTo>
                  <a:lnTo>
                    <a:pt x="12208" y="14149"/>
                  </a:lnTo>
                  <a:lnTo>
                    <a:pt x="12430" y="14930"/>
                  </a:lnTo>
                  <a:lnTo>
                    <a:pt x="15266" y="15201"/>
                  </a:lnTo>
                  <a:lnTo>
                    <a:pt x="17824" y="14393"/>
                  </a:lnTo>
                  <a:lnTo>
                    <a:pt x="19692" y="12017"/>
                  </a:lnTo>
                  <a:lnTo>
                    <a:pt x="21036" y="3155"/>
                  </a:lnTo>
                  <a:lnTo>
                    <a:pt x="20717" y="1437"/>
                  </a:lnTo>
                  <a:lnTo>
                    <a:pt x="2293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7" name="ph5567"/>
            <p:cNvSpPr/>
            <p:nvPr/>
          </p:nvSpPr>
          <p:spPr>
            <a:xfrm>
              <a:off x="7814618" y="3180782"/>
              <a:ext cx="108273" cy="59994"/>
            </a:xfrm>
            <a:custGeom>
              <a:avLst/>
              <a:pathLst>
                <a:path w="108273" h="59994">
                  <a:moveTo>
                    <a:pt x="76168" y="2954"/>
                  </a:moveTo>
                  <a:lnTo>
                    <a:pt x="75392" y="3591"/>
                  </a:lnTo>
                  <a:lnTo>
                    <a:pt x="74611" y="7953"/>
                  </a:lnTo>
                  <a:lnTo>
                    <a:pt x="80378" y="13802"/>
                  </a:lnTo>
                  <a:lnTo>
                    <a:pt x="81297" y="16074"/>
                  </a:lnTo>
                  <a:lnTo>
                    <a:pt x="81682" y="25520"/>
                  </a:lnTo>
                  <a:lnTo>
                    <a:pt x="86761" y="28751"/>
                  </a:lnTo>
                  <a:lnTo>
                    <a:pt x="89087" y="27735"/>
                  </a:lnTo>
                  <a:lnTo>
                    <a:pt x="90957" y="32371"/>
                  </a:lnTo>
                  <a:lnTo>
                    <a:pt x="95608" y="37050"/>
                  </a:lnTo>
                  <a:lnTo>
                    <a:pt x="100604" y="39332"/>
                  </a:lnTo>
                  <a:lnTo>
                    <a:pt x="101992" y="40973"/>
                  </a:lnTo>
                  <a:lnTo>
                    <a:pt x="102885" y="43428"/>
                  </a:lnTo>
                  <a:lnTo>
                    <a:pt x="102534" y="45092"/>
                  </a:lnTo>
                  <a:lnTo>
                    <a:pt x="104918" y="50595"/>
                  </a:lnTo>
                  <a:lnTo>
                    <a:pt x="106948" y="53741"/>
                  </a:lnTo>
                  <a:lnTo>
                    <a:pt x="108273" y="54145"/>
                  </a:lnTo>
                  <a:lnTo>
                    <a:pt x="106423" y="58755"/>
                  </a:lnTo>
                  <a:lnTo>
                    <a:pt x="97614" y="58971"/>
                  </a:lnTo>
                  <a:lnTo>
                    <a:pt x="94565" y="54755"/>
                  </a:lnTo>
                  <a:lnTo>
                    <a:pt x="91322" y="55988"/>
                  </a:lnTo>
                  <a:lnTo>
                    <a:pt x="77826" y="56833"/>
                  </a:lnTo>
                  <a:lnTo>
                    <a:pt x="73162" y="59591"/>
                  </a:lnTo>
                  <a:lnTo>
                    <a:pt x="69880" y="59994"/>
                  </a:lnTo>
                  <a:lnTo>
                    <a:pt x="67147" y="54502"/>
                  </a:lnTo>
                  <a:lnTo>
                    <a:pt x="66763" y="48338"/>
                  </a:lnTo>
                  <a:lnTo>
                    <a:pt x="57290" y="48899"/>
                  </a:lnTo>
                  <a:lnTo>
                    <a:pt x="56572" y="42984"/>
                  </a:lnTo>
                  <a:lnTo>
                    <a:pt x="51002" y="43334"/>
                  </a:lnTo>
                  <a:lnTo>
                    <a:pt x="49546" y="44953"/>
                  </a:lnTo>
                  <a:lnTo>
                    <a:pt x="39280" y="42118"/>
                  </a:lnTo>
                  <a:lnTo>
                    <a:pt x="31392" y="43840"/>
                  </a:lnTo>
                  <a:lnTo>
                    <a:pt x="29257" y="40720"/>
                  </a:lnTo>
                  <a:lnTo>
                    <a:pt x="27961" y="36000"/>
                  </a:lnTo>
                  <a:lnTo>
                    <a:pt x="20046" y="37593"/>
                  </a:lnTo>
                  <a:lnTo>
                    <a:pt x="17824" y="38799"/>
                  </a:lnTo>
                  <a:lnTo>
                    <a:pt x="15966" y="41090"/>
                  </a:lnTo>
                  <a:lnTo>
                    <a:pt x="14610" y="41314"/>
                  </a:lnTo>
                  <a:lnTo>
                    <a:pt x="13819" y="38697"/>
                  </a:lnTo>
                  <a:lnTo>
                    <a:pt x="17892" y="35855"/>
                  </a:lnTo>
                  <a:lnTo>
                    <a:pt x="16936" y="31623"/>
                  </a:lnTo>
                  <a:lnTo>
                    <a:pt x="14465" y="30907"/>
                  </a:lnTo>
                  <a:lnTo>
                    <a:pt x="1021" y="32559"/>
                  </a:lnTo>
                  <a:lnTo>
                    <a:pt x="135" y="31800"/>
                  </a:lnTo>
                  <a:lnTo>
                    <a:pt x="0" y="29950"/>
                  </a:lnTo>
                  <a:lnTo>
                    <a:pt x="74163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8" name="ph5568"/>
            <p:cNvSpPr/>
            <p:nvPr/>
          </p:nvSpPr>
          <p:spPr>
            <a:xfrm>
              <a:off x="7942293" y="3140643"/>
              <a:ext cx="111797" cy="78554"/>
            </a:xfrm>
            <a:custGeom>
              <a:avLst/>
              <a:pathLst>
                <a:path w="111797" h="78554">
                  <a:moveTo>
                    <a:pt x="79310" y="6533"/>
                  </a:moveTo>
                  <a:lnTo>
                    <a:pt x="82926" y="11955"/>
                  </a:lnTo>
                  <a:lnTo>
                    <a:pt x="83270" y="17471"/>
                  </a:lnTo>
                  <a:lnTo>
                    <a:pt x="85217" y="21207"/>
                  </a:lnTo>
                  <a:lnTo>
                    <a:pt x="92132" y="24518"/>
                  </a:lnTo>
                  <a:lnTo>
                    <a:pt x="95616" y="23842"/>
                  </a:lnTo>
                  <a:lnTo>
                    <a:pt x="97088" y="24908"/>
                  </a:lnTo>
                  <a:lnTo>
                    <a:pt x="96762" y="28946"/>
                  </a:lnTo>
                  <a:lnTo>
                    <a:pt x="93538" y="32634"/>
                  </a:lnTo>
                  <a:lnTo>
                    <a:pt x="98602" y="34978"/>
                  </a:lnTo>
                  <a:lnTo>
                    <a:pt x="104212" y="40726"/>
                  </a:lnTo>
                  <a:lnTo>
                    <a:pt x="101389" y="43618"/>
                  </a:lnTo>
                  <a:lnTo>
                    <a:pt x="108809" y="43988"/>
                  </a:lnTo>
                  <a:lnTo>
                    <a:pt x="110744" y="45140"/>
                  </a:lnTo>
                  <a:lnTo>
                    <a:pt x="111797" y="48304"/>
                  </a:lnTo>
                  <a:lnTo>
                    <a:pt x="109403" y="48976"/>
                  </a:lnTo>
                  <a:lnTo>
                    <a:pt x="103578" y="47736"/>
                  </a:lnTo>
                  <a:lnTo>
                    <a:pt x="100492" y="50218"/>
                  </a:lnTo>
                  <a:lnTo>
                    <a:pt x="97775" y="55641"/>
                  </a:lnTo>
                  <a:lnTo>
                    <a:pt x="100007" y="63603"/>
                  </a:lnTo>
                  <a:lnTo>
                    <a:pt x="102304" y="63961"/>
                  </a:lnTo>
                  <a:lnTo>
                    <a:pt x="104323" y="65639"/>
                  </a:lnTo>
                  <a:lnTo>
                    <a:pt x="103578" y="66808"/>
                  </a:lnTo>
                  <a:lnTo>
                    <a:pt x="99908" y="65699"/>
                  </a:lnTo>
                  <a:lnTo>
                    <a:pt x="96541" y="68160"/>
                  </a:lnTo>
                  <a:lnTo>
                    <a:pt x="91491" y="63634"/>
                  </a:lnTo>
                  <a:lnTo>
                    <a:pt x="88004" y="64365"/>
                  </a:lnTo>
                  <a:lnTo>
                    <a:pt x="90607" y="66216"/>
                  </a:lnTo>
                  <a:lnTo>
                    <a:pt x="91418" y="67851"/>
                  </a:lnTo>
                  <a:lnTo>
                    <a:pt x="85111" y="72433"/>
                  </a:lnTo>
                  <a:lnTo>
                    <a:pt x="82264" y="71966"/>
                  </a:lnTo>
                  <a:lnTo>
                    <a:pt x="76765" y="63592"/>
                  </a:lnTo>
                  <a:lnTo>
                    <a:pt x="74841" y="63352"/>
                  </a:lnTo>
                  <a:lnTo>
                    <a:pt x="72619" y="64790"/>
                  </a:lnTo>
                  <a:lnTo>
                    <a:pt x="72939" y="66508"/>
                  </a:lnTo>
                  <a:lnTo>
                    <a:pt x="71595" y="75370"/>
                  </a:lnTo>
                  <a:lnTo>
                    <a:pt x="69727" y="77746"/>
                  </a:lnTo>
                  <a:lnTo>
                    <a:pt x="67168" y="78554"/>
                  </a:lnTo>
                  <a:lnTo>
                    <a:pt x="64333" y="78283"/>
                  </a:lnTo>
                  <a:lnTo>
                    <a:pt x="64111" y="77502"/>
                  </a:lnTo>
                  <a:lnTo>
                    <a:pt x="62271" y="75967"/>
                  </a:lnTo>
                  <a:lnTo>
                    <a:pt x="62526" y="69459"/>
                  </a:lnTo>
                  <a:lnTo>
                    <a:pt x="61877" y="68620"/>
                  </a:lnTo>
                  <a:lnTo>
                    <a:pt x="54634" y="64156"/>
                  </a:lnTo>
                  <a:lnTo>
                    <a:pt x="51331" y="63840"/>
                  </a:lnTo>
                  <a:lnTo>
                    <a:pt x="47854" y="61862"/>
                  </a:lnTo>
                  <a:lnTo>
                    <a:pt x="52195" y="56989"/>
                  </a:lnTo>
                  <a:lnTo>
                    <a:pt x="54053" y="48346"/>
                  </a:lnTo>
                  <a:lnTo>
                    <a:pt x="48662" y="47791"/>
                  </a:lnTo>
                  <a:lnTo>
                    <a:pt x="39769" y="54574"/>
                  </a:lnTo>
                  <a:lnTo>
                    <a:pt x="35317" y="47077"/>
                  </a:lnTo>
                  <a:lnTo>
                    <a:pt x="29363" y="43793"/>
                  </a:lnTo>
                  <a:lnTo>
                    <a:pt x="27718" y="45340"/>
                  </a:lnTo>
                  <a:lnTo>
                    <a:pt x="27357" y="46856"/>
                  </a:lnTo>
                  <a:lnTo>
                    <a:pt x="22500" y="43559"/>
                  </a:lnTo>
                  <a:lnTo>
                    <a:pt x="20330" y="43363"/>
                  </a:lnTo>
                  <a:lnTo>
                    <a:pt x="19667" y="49547"/>
                  </a:lnTo>
                  <a:lnTo>
                    <a:pt x="10774" y="49362"/>
                  </a:lnTo>
                  <a:lnTo>
                    <a:pt x="10972" y="47882"/>
                  </a:lnTo>
                  <a:lnTo>
                    <a:pt x="12599" y="36837"/>
                  </a:lnTo>
                  <a:lnTo>
                    <a:pt x="12543" y="35736"/>
                  </a:lnTo>
                  <a:lnTo>
                    <a:pt x="10199" y="34401"/>
                  </a:lnTo>
                  <a:lnTo>
                    <a:pt x="3910" y="34569"/>
                  </a:lnTo>
                  <a:lnTo>
                    <a:pt x="0" y="32330"/>
                  </a:lnTo>
                  <a:lnTo>
                    <a:pt x="5840" y="33251"/>
                  </a:lnTo>
                  <a:lnTo>
                    <a:pt x="13628" y="32880"/>
                  </a:lnTo>
                  <a:lnTo>
                    <a:pt x="21326" y="31692"/>
                  </a:lnTo>
                  <a:lnTo>
                    <a:pt x="28291" y="29425"/>
                  </a:lnTo>
                  <a:lnTo>
                    <a:pt x="35508" y="25426"/>
                  </a:lnTo>
                  <a:lnTo>
                    <a:pt x="41089" y="20372"/>
                  </a:lnTo>
                  <a:lnTo>
                    <a:pt x="45853" y="14158"/>
                  </a:lnTo>
                  <a:lnTo>
                    <a:pt x="48056" y="9952"/>
                  </a:lnTo>
                  <a:lnTo>
                    <a:pt x="51713" y="6864"/>
                  </a:lnTo>
                  <a:lnTo>
                    <a:pt x="69151" y="2819"/>
                  </a:lnTo>
                  <a:lnTo>
                    <a:pt x="7678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9" name="ph5569"/>
            <p:cNvSpPr/>
            <p:nvPr/>
          </p:nvSpPr>
          <p:spPr>
            <a:xfrm>
              <a:off x="7926827" y="3184437"/>
              <a:ext cx="83509" cy="83499"/>
            </a:xfrm>
            <a:custGeom>
              <a:avLst/>
              <a:pathLst>
                <a:path w="83509" h="83499">
                  <a:moveTo>
                    <a:pt x="50783" y="3283"/>
                  </a:moveTo>
                  <a:lnTo>
                    <a:pt x="55235" y="10781"/>
                  </a:lnTo>
                  <a:lnTo>
                    <a:pt x="64128" y="3997"/>
                  </a:lnTo>
                  <a:lnTo>
                    <a:pt x="69519" y="4553"/>
                  </a:lnTo>
                  <a:lnTo>
                    <a:pt x="67661" y="13195"/>
                  </a:lnTo>
                  <a:lnTo>
                    <a:pt x="63320" y="18068"/>
                  </a:lnTo>
                  <a:lnTo>
                    <a:pt x="66797" y="20047"/>
                  </a:lnTo>
                  <a:lnTo>
                    <a:pt x="70100" y="20363"/>
                  </a:lnTo>
                  <a:lnTo>
                    <a:pt x="77342" y="24827"/>
                  </a:lnTo>
                  <a:lnTo>
                    <a:pt x="77992" y="25666"/>
                  </a:lnTo>
                  <a:lnTo>
                    <a:pt x="77737" y="32174"/>
                  </a:lnTo>
                  <a:lnTo>
                    <a:pt x="79577" y="33709"/>
                  </a:lnTo>
                  <a:lnTo>
                    <a:pt x="78259" y="35463"/>
                  </a:lnTo>
                  <a:lnTo>
                    <a:pt x="75737" y="33015"/>
                  </a:lnTo>
                  <a:lnTo>
                    <a:pt x="72262" y="36999"/>
                  </a:lnTo>
                  <a:lnTo>
                    <a:pt x="73265" y="38217"/>
                  </a:lnTo>
                  <a:lnTo>
                    <a:pt x="75373" y="39005"/>
                  </a:lnTo>
                  <a:lnTo>
                    <a:pt x="81860" y="39730"/>
                  </a:lnTo>
                  <a:lnTo>
                    <a:pt x="83509" y="41518"/>
                  </a:lnTo>
                  <a:lnTo>
                    <a:pt x="82874" y="46267"/>
                  </a:lnTo>
                  <a:lnTo>
                    <a:pt x="80621" y="45470"/>
                  </a:lnTo>
                  <a:lnTo>
                    <a:pt x="76164" y="47200"/>
                  </a:lnTo>
                  <a:lnTo>
                    <a:pt x="74389" y="49116"/>
                  </a:lnTo>
                  <a:lnTo>
                    <a:pt x="73472" y="52141"/>
                  </a:lnTo>
                  <a:lnTo>
                    <a:pt x="72321" y="52815"/>
                  </a:lnTo>
                  <a:lnTo>
                    <a:pt x="68987" y="52733"/>
                  </a:lnTo>
                  <a:lnTo>
                    <a:pt x="67368" y="54779"/>
                  </a:lnTo>
                  <a:lnTo>
                    <a:pt x="64846" y="55440"/>
                  </a:lnTo>
                  <a:lnTo>
                    <a:pt x="62635" y="59244"/>
                  </a:lnTo>
                  <a:lnTo>
                    <a:pt x="54434" y="57919"/>
                  </a:lnTo>
                  <a:lnTo>
                    <a:pt x="53383" y="58819"/>
                  </a:lnTo>
                  <a:lnTo>
                    <a:pt x="51029" y="63071"/>
                  </a:lnTo>
                  <a:lnTo>
                    <a:pt x="47962" y="72071"/>
                  </a:lnTo>
                  <a:lnTo>
                    <a:pt x="46359" y="73697"/>
                  </a:lnTo>
                  <a:lnTo>
                    <a:pt x="44024" y="71210"/>
                  </a:lnTo>
                  <a:lnTo>
                    <a:pt x="41561" y="72143"/>
                  </a:lnTo>
                  <a:lnTo>
                    <a:pt x="40968" y="74892"/>
                  </a:lnTo>
                  <a:lnTo>
                    <a:pt x="42470" y="77289"/>
                  </a:lnTo>
                  <a:lnTo>
                    <a:pt x="42961" y="79469"/>
                  </a:lnTo>
                  <a:lnTo>
                    <a:pt x="39728" y="77975"/>
                  </a:lnTo>
                  <a:lnTo>
                    <a:pt x="35485" y="79704"/>
                  </a:lnTo>
                  <a:lnTo>
                    <a:pt x="36502" y="82681"/>
                  </a:lnTo>
                  <a:lnTo>
                    <a:pt x="35351" y="83499"/>
                  </a:lnTo>
                  <a:lnTo>
                    <a:pt x="31808" y="81300"/>
                  </a:lnTo>
                  <a:lnTo>
                    <a:pt x="30994" y="78073"/>
                  </a:lnTo>
                  <a:lnTo>
                    <a:pt x="28931" y="76296"/>
                  </a:lnTo>
                  <a:lnTo>
                    <a:pt x="31411" y="72523"/>
                  </a:lnTo>
                  <a:lnTo>
                    <a:pt x="29485" y="68991"/>
                  </a:lnTo>
                  <a:lnTo>
                    <a:pt x="27492" y="67071"/>
                  </a:lnTo>
                  <a:lnTo>
                    <a:pt x="19737" y="66909"/>
                  </a:lnTo>
                  <a:lnTo>
                    <a:pt x="18170" y="70118"/>
                  </a:lnTo>
                  <a:lnTo>
                    <a:pt x="15894" y="66293"/>
                  </a:lnTo>
                  <a:lnTo>
                    <a:pt x="16741" y="63324"/>
                  </a:lnTo>
                  <a:lnTo>
                    <a:pt x="20622" y="61485"/>
                  </a:lnTo>
                  <a:lnTo>
                    <a:pt x="20692" y="60120"/>
                  </a:lnTo>
                  <a:lnTo>
                    <a:pt x="7489" y="53133"/>
                  </a:lnTo>
                  <a:lnTo>
                    <a:pt x="5523" y="52661"/>
                  </a:lnTo>
                  <a:lnTo>
                    <a:pt x="4155" y="53352"/>
                  </a:lnTo>
                  <a:lnTo>
                    <a:pt x="1425" y="53581"/>
                  </a:lnTo>
                  <a:lnTo>
                    <a:pt x="0" y="52065"/>
                  </a:lnTo>
                  <a:lnTo>
                    <a:pt x="2962" y="51301"/>
                  </a:lnTo>
                  <a:lnTo>
                    <a:pt x="4116" y="52330"/>
                  </a:lnTo>
                  <a:lnTo>
                    <a:pt x="7701" y="52142"/>
                  </a:lnTo>
                  <a:lnTo>
                    <a:pt x="10095" y="48242"/>
                  </a:lnTo>
                  <a:lnTo>
                    <a:pt x="18458" y="50771"/>
                  </a:lnTo>
                  <a:lnTo>
                    <a:pt x="23864" y="47476"/>
                  </a:lnTo>
                  <a:lnTo>
                    <a:pt x="28064" y="41622"/>
                  </a:lnTo>
                  <a:lnTo>
                    <a:pt x="28364" y="39700"/>
                  </a:lnTo>
                  <a:lnTo>
                    <a:pt x="31045" y="39476"/>
                  </a:lnTo>
                  <a:lnTo>
                    <a:pt x="32156" y="40089"/>
                  </a:lnTo>
                  <a:lnTo>
                    <a:pt x="31862" y="41295"/>
                  </a:lnTo>
                  <a:lnTo>
                    <a:pt x="32991" y="44326"/>
                  </a:lnTo>
                  <a:lnTo>
                    <a:pt x="34875" y="44629"/>
                  </a:lnTo>
                  <a:lnTo>
                    <a:pt x="40169" y="41483"/>
                  </a:lnTo>
                  <a:lnTo>
                    <a:pt x="43414" y="38107"/>
                  </a:lnTo>
                  <a:lnTo>
                    <a:pt x="42981" y="37105"/>
                  </a:lnTo>
                  <a:lnTo>
                    <a:pt x="45666" y="22838"/>
                  </a:lnTo>
                  <a:lnTo>
                    <a:pt x="50569" y="13382"/>
                  </a:lnTo>
                  <a:lnTo>
                    <a:pt x="48260" y="8786"/>
                  </a:lnTo>
                  <a:lnTo>
                    <a:pt x="42823" y="3062"/>
                  </a:lnTo>
                  <a:lnTo>
                    <a:pt x="43184" y="1547"/>
                  </a:lnTo>
                  <a:lnTo>
                    <a:pt x="4482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0" name="ph5570"/>
            <p:cNvSpPr/>
            <p:nvPr/>
          </p:nvSpPr>
          <p:spPr>
            <a:xfrm>
              <a:off x="7889230" y="3177295"/>
              <a:ext cx="54694" cy="36137"/>
            </a:xfrm>
            <a:custGeom>
              <a:avLst/>
              <a:pathLst>
                <a:path w="54694" h="36137">
                  <a:moveTo>
                    <a:pt x="24516" y="1520"/>
                  </a:moveTo>
                  <a:lnTo>
                    <a:pt x="28563" y="4316"/>
                  </a:lnTo>
                  <a:lnTo>
                    <a:pt x="30340" y="6687"/>
                  </a:lnTo>
                  <a:lnTo>
                    <a:pt x="31196" y="13063"/>
                  </a:lnTo>
                  <a:lnTo>
                    <a:pt x="29480" y="13025"/>
                  </a:lnTo>
                  <a:lnTo>
                    <a:pt x="28419" y="11769"/>
                  </a:lnTo>
                  <a:lnTo>
                    <a:pt x="27544" y="12952"/>
                  </a:lnTo>
                  <a:lnTo>
                    <a:pt x="29090" y="15076"/>
                  </a:lnTo>
                  <a:lnTo>
                    <a:pt x="32881" y="14823"/>
                  </a:lnTo>
                  <a:lnTo>
                    <a:pt x="34392" y="13130"/>
                  </a:lnTo>
                  <a:lnTo>
                    <a:pt x="38314" y="12292"/>
                  </a:lnTo>
                  <a:lnTo>
                    <a:pt x="43412" y="12024"/>
                  </a:lnTo>
                  <a:lnTo>
                    <a:pt x="46018" y="13687"/>
                  </a:lnTo>
                  <a:lnTo>
                    <a:pt x="47197" y="16876"/>
                  </a:lnTo>
                  <a:lnTo>
                    <a:pt x="49186" y="18130"/>
                  </a:lnTo>
                  <a:lnTo>
                    <a:pt x="52754" y="17861"/>
                  </a:lnTo>
                  <a:lnTo>
                    <a:pt x="54694" y="19467"/>
                  </a:lnTo>
                  <a:lnTo>
                    <a:pt x="53232" y="22982"/>
                  </a:lnTo>
                  <a:lnTo>
                    <a:pt x="51082" y="25201"/>
                  </a:lnTo>
                  <a:lnTo>
                    <a:pt x="46707" y="25482"/>
                  </a:lnTo>
                  <a:lnTo>
                    <a:pt x="47051" y="24610"/>
                  </a:lnTo>
                  <a:lnTo>
                    <a:pt x="45490" y="24743"/>
                  </a:lnTo>
                  <a:lnTo>
                    <a:pt x="40200" y="32613"/>
                  </a:lnTo>
                  <a:lnTo>
                    <a:pt x="38169" y="35002"/>
                  </a:lnTo>
                  <a:lnTo>
                    <a:pt x="27383" y="29685"/>
                  </a:lnTo>
                  <a:lnTo>
                    <a:pt x="26545" y="27211"/>
                  </a:lnTo>
                  <a:lnTo>
                    <a:pt x="25134" y="25979"/>
                  </a:lnTo>
                  <a:lnTo>
                    <a:pt x="21446" y="29713"/>
                  </a:lnTo>
                  <a:lnTo>
                    <a:pt x="17787" y="36137"/>
                  </a:lnTo>
                  <a:lnTo>
                    <a:pt x="16346" y="35859"/>
                  </a:lnTo>
                  <a:lnTo>
                    <a:pt x="14475" y="31222"/>
                  </a:lnTo>
                  <a:lnTo>
                    <a:pt x="12150" y="32239"/>
                  </a:lnTo>
                  <a:lnTo>
                    <a:pt x="7070" y="29008"/>
                  </a:lnTo>
                  <a:lnTo>
                    <a:pt x="6686" y="19562"/>
                  </a:lnTo>
                  <a:lnTo>
                    <a:pt x="5766" y="17289"/>
                  </a:lnTo>
                  <a:lnTo>
                    <a:pt x="0" y="11440"/>
                  </a:lnTo>
                  <a:lnTo>
                    <a:pt x="781" y="7078"/>
                  </a:lnTo>
                  <a:lnTo>
                    <a:pt x="1557" y="6441"/>
                  </a:lnTo>
                  <a:lnTo>
                    <a:pt x="2801" y="5364"/>
                  </a:lnTo>
                  <a:lnTo>
                    <a:pt x="6382" y="5209"/>
                  </a:lnTo>
                  <a:lnTo>
                    <a:pt x="8086" y="6369"/>
                  </a:lnTo>
                  <a:lnTo>
                    <a:pt x="11069" y="4310"/>
                  </a:lnTo>
                  <a:lnTo>
                    <a:pt x="11103" y="1357"/>
                  </a:lnTo>
                  <a:lnTo>
                    <a:pt x="20572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1" name="ph5571"/>
            <p:cNvSpPr/>
            <p:nvPr/>
          </p:nvSpPr>
          <p:spPr>
            <a:xfrm>
              <a:off x="8107295" y="3227256"/>
              <a:ext cx="35912" cy="66283"/>
            </a:xfrm>
            <a:custGeom>
              <a:avLst/>
              <a:pathLst>
                <a:path w="35912" h="66283">
                  <a:moveTo>
                    <a:pt x="9696" y="781"/>
                  </a:moveTo>
                  <a:lnTo>
                    <a:pt x="18469" y="5624"/>
                  </a:lnTo>
                  <a:lnTo>
                    <a:pt x="17070" y="9986"/>
                  </a:lnTo>
                  <a:lnTo>
                    <a:pt x="18026" y="10949"/>
                  </a:lnTo>
                  <a:lnTo>
                    <a:pt x="18090" y="12351"/>
                  </a:lnTo>
                  <a:lnTo>
                    <a:pt x="14691" y="20223"/>
                  </a:lnTo>
                  <a:lnTo>
                    <a:pt x="15515" y="29622"/>
                  </a:lnTo>
                  <a:lnTo>
                    <a:pt x="19102" y="30027"/>
                  </a:lnTo>
                  <a:lnTo>
                    <a:pt x="24283" y="27379"/>
                  </a:lnTo>
                  <a:lnTo>
                    <a:pt x="26653" y="27398"/>
                  </a:lnTo>
                  <a:lnTo>
                    <a:pt x="26569" y="25491"/>
                  </a:lnTo>
                  <a:lnTo>
                    <a:pt x="22286" y="23846"/>
                  </a:lnTo>
                  <a:lnTo>
                    <a:pt x="21983" y="22932"/>
                  </a:lnTo>
                  <a:lnTo>
                    <a:pt x="32467" y="22126"/>
                  </a:lnTo>
                  <a:lnTo>
                    <a:pt x="33423" y="28539"/>
                  </a:lnTo>
                  <a:lnTo>
                    <a:pt x="33387" y="36904"/>
                  </a:lnTo>
                  <a:lnTo>
                    <a:pt x="34288" y="39390"/>
                  </a:lnTo>
                  <a:lnTo>
                    <a:pt x="35912" y="40765"/>
                  </a:lnTo>
                  <a:lnTo>
                    <a:pt x="35051" y="43852"/>
                  </a:lnTo>
                  <a:lnTo>
                    <a:pt x="33590" y="44074"/>
                  </a:lnTo>
                  <a:lnTo>
                    <a:pt x="32542" y="47644"/>
                  </a:lnTo>
                  <a:lnTo>
                    <a:pt x="35277" y="56485"/>
                  </a:lnTo>
                  <a:lnTo>
                    <a:pt x="32946" y="59811"/>
                  </a:lnTo>
                  <a:lnTo>
                    <a:pt x="32275" y="64728"/>
                  </a:lnTo>
                  <a:lnTo>
                    <a:pt x="31584" y="65553"/>
                  </a:lnTo>
                  <a:lnTo>
                    <a:pt x="29375" y="65902"/>
                  </a:lnTo>
                  <a:lnTo>
                    <a:pt x="27228" y="66283"/>
                  </a:lnTo>
                  <a:lnTo>
                    <a:pt x="23187" y="64953"/>
                  </a:lnTo>
                  <a:lnTo>
                    <a:pt x="18941" y="61892"/>
                  </a:lnTo>
                  <a:lnTo>
                    <a:pt x="20179" y="60840"/>
                  </a:lnTo>
                  <a:lnTo>
                    <a:pt x="21210" y="61501"/>
                  </a:lnTo>
                  <a:lnTo>
                    <a:pt x="24749" y="57554"/>
                  </a:lnTo>
                  <a:lnTo>
                    <a:pt x="26352" y="52057"/>
                  </a:lnTo>
                  <a:lnTo>
                    <a:pt x="25601" y="46412"/>
                  </a:lnTo>
                  <a:lnTo>
                    <a:pt x="24314" y="44565"/>
                  </a:lnTo>
                  <a:lnTo>
                    <a:pt x="22058" y="36458"/>
                  </a:lnTo>
                  <a:lnTo>
                    <a:pt x="22700" y="34132"/>
                  </a:lnTo>
                  <a:lnTo>
                    <a:pt x="17715" y="33325"/>
                  </a:lnTo>
                  <a:lnTo>
                    <a:pt x="1243" y="28334"/>
                  </a:lnTo>
                  <a:lnTo>
                    <a:pt x="0" y="27645"/>
                  </a:lnTo>
                  <a:lnTo>
                    <a:pt x="1983" y="25901"/>
                  </a:lnTo>
                  <a:lnTo>
                    <a:pt x="5013" y="26188"/>
                  </a:lnTo>
                  <a:lnTo>
                    <a:pt x="5655" y="20774"/>
                  </a:lnTo>
                  <a:lnTo>
                    <a:pt x="4686" y="18113"/>
                  </a:lnTo>
                  <a:lnTo>
                    <a:pt x="512" y="6142"/>
                  </a:lnTo>
                  <a:lnTo>
                    <a:pt x="554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2" name="ph5572"/>
            <p:cNvSpPr/>
            <p:nvPr/>
          </p:nvSpPr>
          <p:spPr>
            <a:xfrm>
              <a:off x="7814754" y="3211690"/>
              <a:ext cx="106677" cy="113227"/>
            </a:xfrm>
            <a:custGeom>
              <a:avLst/>
              <a:pathLst>
                <a:path w="106677" h="113227">
                  <a:moveTo>
                    <a:pt x="14329" y="0"/>
                  </a:moveTo>
                  <a:lnTo>
                    <a:pt x="16801" y="715"/>
                  </a:lnTo>
                  <a:lnTo>
                    <a:pt x="17757" y="4947"/>
                  </a:lnTo>
                  <a:lnTo>
                    <a:pt x="13684" y="7789"/>
                  </a:lnTo>
                  <a:lnTo>
                    <a:pt x="14475" y="10406"/>
                  </a:lnTo>
                  <a:lnTo>
                    <a:pt x="15830" y="10182"/>
                  </a:lnTo>
                  <a:lnTo>
                    <a:pt x="17689" y="7891"/>
                  </a:lnTo>
                  <a:lnTo>
                    <a:pt x="19910" y="6686"/>
                  </a:lnTo>
                  <a:lnTo>
                    <a:pt x="27826" y="5092"/>
                  </a:lnTo>
                  <a:lnTo>
                    <a:pt x="29121" y="9812"/>
                  </a:lnTo>
                  <a:lnTo>
                    <a:pt x="31256" y="12932"/>
                  </a:lnTo>
                  <a:lnTo>
                    <a:pt x="39144" y="11210"/>
                  </a:lnTo>
                  <a:lnTo>
                    <a:pt x="49411" y="14045"/>
                  </a:lnTo>
                  <a:lnTo>
                    <a:pt x="50867" y="12426"/>
                  </a:lnTo>
                  <a:lnTo>
                    <a:pt x="56436" y="12076"/>
                  </a:lnTo>
                  <a:lnTo>
                    <a:pt x="57155" y="17991"/>
                  </a:lnTo>
                  <a:lnTo>
                    <a:pt x="66628" y="17430"/>
                  </a:lnTo>
                  <a:lnTo>
                    <a:pt x="67011" y="23594"/>
                  </a:lnTo>
                  <a:lnTo>
                    <a:pt x="69745" y="29086"/>
                  </a:lnTo>
                  <a:lnTo>
                    <a:pt x="73027" y="28683"/>
                  </a:lnTo>
                  <a:lnTo>
                    <a:pt x="77691" y="25925"/>
                  </a:lnTo>
                  <a:lnTo>
                    <a:pt x="91186" y="25080"/>
                  </a:lnTo>
                  <a:lnTo>
                    <a:pt x="94429" y="23847"/>
                  </a:lnTo>
                  <a:lnTo>
                    <a:pt x="97478" y="28064"/>
                  </a:lnTo>
                  <a:lnTo>
                    <a:pt x="106287" y="27847"/>
                  </a:lnTo>
                  <a:lnTo>
                    <a:pt x="106677" y="28629"/>
                  </a:lnTo>
                  <a:lnTo>
                    <a:pt x="102810" y="30597"/>
                  </a:lnTo>
                  <a:lnTo>
                    <a:pt x="100301" y="36742"/>
                  </a:lnTo>
                  <a:lnTo>
                    <a:pt x="100450" y="38661"/>
                  </a:lnTo>
                  <a:lnTo>
                    <a:pt x="102517" y="40678"/>
                  </a:lnTo>
                  <a:lnTo>
                    <a:pt x="100917" y="45554"/>
                  </a:lnTo>
                  <a:lnTo>
                    <a:pt x="97664" y="48329"/>
                  </a:lnTo>
                  <a:lnTo>
                    <a:pt x="97515" y="49795"/>
                  </a:lnTo>
                  <a:lnTo>
                    <a:pt x="98149" y="50216"/>
                  </a:lnTo>
                  <a:lnTo>
                    <a:pt x="101918" y="49171"/>
                  </a:lnTo>
                  <a:lnTo>
                    <a:pt x="100988" y="52357"/>
                  </a:lnTo>
                  <a:lnTo>
                    <a:pt x="98018" y="52136"/>
                  </a:lnTo>
                  <a:lnTo>
                    <a:pt x="96559" y="50812"/>
                  </a:lnTo>
                  <a:lnTo>
                    <a:pt x="96063" y="51384"/>
                  </a:lnTo>
                  <a:lnTo>
                    <a:pt x="97390" y="54580"/>
                  </a:lnTo>
                  <a:lnTo>
                    <a:pt x="101102" y="59055"/>
                  </a:lnTo>
                  <a:lnTo>
                    <a:pt x="101286" y="63765"/>
                  </a:lnTo>
                  <a:lnTo>
                    <a:pt x="100702" y="65374"/>
                  </a:lnTo>
                  <a:lnTo>
                    <a:pt x="101367" y="67584"/>
                  </a:lnTo>
                  <a:lnTo>
                    <a:pt x="97807" y="68281"/>
                  </a:lnTo>
                  <a:lnTo>
                    <a:pt x="94880" y="71762"/>
                  </a:lnTo>
                  <a:lnTo>
                    <a:pt x="94203" y="74604"/>
                  </a:lnTo>
                  <a:lnTo>
                    <a:pt x="93537" y="75840"/>
                  </a:lnTo>
                  <a:lnTo>
                    <a:pt x="90517" y="76482"/>
                  </a:lnTo>
                  <a:lnTo>
                    <a:pt x="90065" y="81714"/>
                  </a:lnTo>
                  <a:lnTo>
                    <a:pt x="87283" y="80881"/>
                  </a:lnTo>
                  <a:lnTo>
                    <a:pt x="85868" y="81738"/>
                  </a:lnTo>
                  <a:lnTo>
                    <a:pt x="83585" y="88933"/>
                  </a:lnTo>
                  <a:lnTo>
                    <a:pt x="83440" y="94975"/>
                  </a:lnTo>
                  <a:lnTo>
                    <a:pt x="78469" y="103201"/>
                  </a:lnTo>
                  <a:lnTo>
                    <a:pt x="72245" y="113227"/>
                  </a:lnTo>
                  <a:lnTo>
                    <a:pt x="70111" y="112356"/>
                  </a:lnTo>
                  <a:lnTo>
                    <a:pt x="61986" y="106252"/>
                  </a:lnTo>
                  <a:lnTo>
                    <a:pt x="61123" y="104610"/>
                  </a:lnTo>
                  <a:lnTo>
                    <a:pt x="63232" y="99911"/>
                  </a:lnTo>
                  <a:lnTo>
                    <a:pt x="65199" y="100194"/>
                  </a:lnTo>
                  <a:lnTo>
                    <a:pt x="66974" y="97123"/>
                  </a:lnTo>
                  <a:lnTo>
                    <a:pt x="68947" y="81866"/>
                  </a:lnTo>
                  <a:lnTo>
                    <a:pt x="63878" y="81532"/>
                  </a:lnTo>
                  <a:lnTo>
                    <a:pt x="58478" y="76833"/>
                  </a:lnTo>
                  <a:lnTo>
                    <a:pt x="53348" y="69936"/>
                  </a:lnTo>
                  <a:lnTo>
                    <a:pt x="52478" y="67044"/>
                  </a:lnTo>
                  <a:lnTo>
                    <a:pt x="50996" y="66059"/>
                  </a:lnTo>
                  <a:lnTo>
                    <a:pt x="38634" y="62122"/>
                  </a:lnTo>
                  <a:lnTo>
                    <a:pt x="34527" y="60165"/>
                  </a:lnTo>
                  <a:lnTo>
                    <a:pt x="32901" y="58054"/>
                  </a:lnTo>
                  <a:lnTo>
                    <a:pt x="27078" y="58063"/>
                  </a:lnTo>
                  <a:lnTo>
                    <a:pt x="24854" y="54427"/>
                  </a:lnTo>
                  <a:lnTo>
                    <a:pt x="25218" y="52195"/>
                  </a:lnTo>
                  <a:lnTo>
                    <a:pt x="23752" y="47440"/>
                  </a:lnTo>
                  <a:lnTo>
                    <a:pt x="21853" y="45552"/>
                  </a:lnTo>
                  <a:lnTo>
                    <a:pt x="16545" y="47255"/>
                  </a:lnTo>
                  <a:lnTo>
                    <a:pt x="14166" y="44443"/>
                  </a:lnTo>
                  <a:lnTo>
                    <a:pt x="8196" y="43744"/>
                  </a:lnTo>
                  <a:lnTo>
                    <a:pt x="6637" y="30872"/>
                  </a:lnTo>
                  <a:lnTo>
                    <a:pt x="10105" y="28064"/>
                  </a:lnTo>
                  <a:lnTo>
                    <a:pt x="9307" y="25308"/>
                  </a:lnTo>
                  <a:lnTo>
                    <a:pt x="8522" y="25253"/>
                  </a:lnTo>
                  <a:lnTo>
                    <a:pt x="4787" y="11979"/>
                  </a:lnTo>
                  <a:lnTo>
                    <a:pt x="4675" y="5647"/>
                  </a:lnTo>
                  <a:lnTo>
                    <a:pt x="3324" y="3973"/>
                  </a:lnTo>
                  <a:lnTo>
                    <a:pt x="747" y="5070"/>
                  </a:lnTo>
                  <a:lnTo>
                    <a:pt x="0" y="892"/>
                  </a:lnTo>
                  <a:lnTo>
                    <a:pt x="886" y="1651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3" name="ph5573"/>
            <p:cNvSpPr/>
            <p:nvPr/>
          </p:nvSpPr>
          <p:spPr>
            <a:xfrm>
              <a:off x="7967796" y="3239216"/>
              <a:ext cx="32708" cy="38273"/>
            </a:xfrm>
            <a:custGeom>
              <a:avLst/>
              <a:pathLst>
                <a:path w="32708" h="38273">
                  <a:moveTo>
                    <a:pt x="26399" y="0"/>
                  </a:moveTo>
                  <a:lnTo>
                    <a:pt x="27665" y="2575"/>
                  </a:lnTo>
                  <a:lnTo>
                    <a:pt x="28561" y="2577"/>
                  </a:lnTo>
                  <a:lnTo>
                    <a:pt x="31314" y="6060"/>
                  </a:lnTo>
                  <a:lnTo>
                    <a:pt x="31584" y="14625"/>
                  </a:lnTo>
                  <a:lnTo>
                    <a:pt x="32599" y="16069"/>
                  </a:lnTo>
                  <a:lnTo>
                    <a:pt x="31604" y="30691"/>
                  </a:lnTo>
                  <a:lnTo>
                    <a:pt x="32708" y="34578"/>
                  </a:lnTo>
                  <a:lnTo>
                    <a:pt x="28582" y="34353"/>
                  </a:lnTo>
                  <a:lnTo>
                    <a:pt x="23400" y="38273"/>
                  </a:lnTo>
                  <a:lnTo>
                    <a:pt x="20174" y="36629"/>
                  </a:lnTo>
                  <a:lnTo>
                    <a:pt x="13524" y="37765"/>
                  </a:lnTo>
                  <a:lnTo>
                    <a:pt x="9454" y="37517"/>
                  </a:lnTo>
                  <a:lnTo>
                    <a:pt x="8800" y="32998"/>
                  </a:lnTo>
                  <a:lnTo>
                    <a:pt x="5590" y="31088"/>
                  </a:lnTo>
                  <a:lnTo>
                    <a:pt x="3182" y="24268"/>
                  </a:lnTo>
                  <a:lnTo>
                    <a:pt x="5805" y="24289"/>
                  </a:lnTo>
                  <a:lnTo>
                    <a:pt x="6166" y="21563"/>
                  </a:lnTo>
                  <a:lnTo>
                    <a:pt x="3677" y="21523"/>
                  </a:lnTo>
                  <a:lnTo>
                    <a:pt x="1501" y="22510"/>
                  </a:lnTo>
                  <a:lnTo>
                    <a:pt x="0" y="20113"/>
                  </a:lnTo>
                  <a:lnTo>
                    <a:pt x="592" y="17363"/>
                  </a:lnTo>
                  <a:lnTo>
                    <a:pt x="3056" y="16431"/>
                  </a:lnTo>
                  <a:lnTo>
                    <a:pt x="5390" y="18917"/>
                  </a:lnTo>
                  <a:lnTo>
                    <a:pt x="6993" y="17292"/>
                  </a:lnTo>
                  <a:lnTo>
                    <a:pt x="10060" y="8292"/>
                  </a:lnTo>
                  <a:lnTo>
                    <a:pt x="12415" y="4040"/>
                  </a:lnTo>
                  <a:lnTo>
                    <a:pt x="13465" y="3140"/>
                  </a:lnTo>
                  <a:lnTo>
                    <a:pt x="21666" y="4465"/>
                  </a:lnTo>
                  <a:lnTo>
                    <a:pt x="23877" y="66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4" name="ph5574"/>
            <p:cNvSpPr/>
            <p:nvPr/>
          </p:nvSpPr>
          <p:spPr>
            <a:xfrm>
              <a:off x="7929430" y="3177481"/>
              <a:ext cx="26962" cy="44141"/>
            </a:xfrm>
            <a:custGeom>
              <a:avLst/>
              <a:pathLst>
                <a:path w="26962" h="44141">
                  <a:moveTo>
                    <a:pt x="25462" y="0"/>
                  </a:moveTo>
                  <a:lnTo>
                    <a:pt x="23835" y="11045"/>
                  </a:lnTo>
                  <a:lnTo>
                    <a:pt x="22038" y="11697"/>
                  </a:lnTo>
                  <a:lnTo>
                    <a:pt x="21696" y="16730"/>
                  </a:lnTo>
                  <a:lnTo>
                    <a:pt x="20290" y="21592"/>
                  </a:lnTo>
                  <a:lnTo>
                    <a:pt x="23064" y="33036"/>
                  </a:lnTo>
                  <a:lnTo>
                    <a:pt x="25979" y="35349"/>
                  </a:lnTo>
                  <a:lnTo>
                    <a:pt x="26962" y="38759"/>
                  </a:lnTo>
                  <a:lnTo>
                    <a:pt x="24765" y="44141"/>
                  </a:lnTo>
                  <a:lnTo>
                    <a:pt x="13338" y="42116"/>
                  </a:lnTo>
                  <a:lnTo>
                    <a:pt x="11538" y="39304"/>
                  </a:lnTo>
                  <a:lnTo>
                    <a:pt x="12424" y="36982"/>
                  </a:lnTo>
                  <a:lnTo>
                    <a:pt x="11944" y="35802"/>
                  </a:lnTo>
                  <a:lnTo>
                    <a:pt x="10082" y="34424"/>
                  </a:lnTo>
                  <a:lnTo>
                    <a:pt x="7242" y="33799"/>
                  </a:lnTo>
                  <a:lnTo>
                    <a:pt x="5170" y="34529"/>
                  </a:lnTo>
                  <a:lnTo>
                    <a:pt x="1951" y="34285"/>
                  </a:lnTo>
                  <a:lnTo>
                    <a:pt x="0" y="32427"/>
                  </a:lnTo>
                  <a:lnTo>
                    <a:pt x="5289" y="24557"/>
                  </a:lnTo>
                  <a:lnTo>
                    <a:pt x="6850" y="24424"/>
                  </a:lnTo>
                  <a:lnTo>
                    <a:pt x="6507" y="25296"/>
                  </a:lnTo>
                  <a:lnTo>
                    <a:pt x="10881" y="25015"/>
                  </a:lnTo>
                  <a:lnTo>
                    <a:pt x="13032" y="22796"/>
                  </a:lnTo>
                  <a:lnTo>
                    <a:pt x="14494" y="19281"/>
                  </a:lnTo>
                  <a:lnTo>
                    <a:pt x="12554" y="17675"/>
                  </a:lnTo>
                  <a:lnTo>
                    <a:pt x="15113" y="11370"/>
                  </a:lnTo>
                  <a:lnTo>
                    <a:pt x="14108" y="7326"/>
                  </a:lnTo>
                  <a:lnTo>
                    <a:pt x="15192" y="4347"/>
                  </a:lnTo>
                  <a:lnTo>
                    <a:pt x="16887" y="299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5" name="ph5575"/>
            <p:cNvSpPr/>
            <p:nvPr/>
          </p:nvSpPr>
          <p:spPr>
            <a:xfrm>
              <a:off x="8035831" y="3163433"/>
              <a:ext cx="77005" cy="86371"/>
            </a:xfrm>
            <a:custGeom>
              <a:avLst/>
              <a:pathLst>
                <a:path w="77005" h="86371">
                  <a:moveTo>
                    <a:pt x="3267" y="20"/>
                  </a:moveTo>
                  <a:lnTo>
                    <a:pt x="5030" y="1265"/>
                  </a:lnTo>
                  <a:lnTo>
                    <a:pt x="21539" y="0"/>
                  </a:lnTo>
                  <a:lnTo>
                    <a:pt x="22128" y="10805"/>
                  </a:lnTo>
                  <a:lnTo>
                    <a:pt x="23211" y="15595"/>
                  </a:lnTo>
                  <a:lnTo>
                    <a:pt x="22854" y="24878"/>
                  </a:lnTo>
                  <a:lnTo>
                    <a:pt x="27178" y="32257"/>
                  </a:lnTo>
                  <a:lnTo>
                    <a:pt x="25917" y="35207"/>
                  </a:lnTo>
                  <a:lnTo>
                    <a:pt x="26174" y="39570"/>
                  </a:lnTo>
                  <a:lnTo>
                    <a:pt x="30794" y="45414"/>
                  </a:lnTo>
                  <a:lnTo>
                    <a:pt x="33095" y="47133"/>
                  </a:lnTo>
                  <a:lnTo>
                    <a:pt x="36577" y="48041"/>
                  </a:lnTo>
                  <a:lnTo>
                    <a:pt x="39072" y="46224"/>
                  </a:lnTo>
                  <a:lnTo>
                    <a:pt x="41863" y="46058"/>
                  </a:lnTo>
                  <a:lnTo>
                    <a:pt x="45477" y="51781"/>
                  </a:lnTo>
                  <a:lnTo>
                    <a:pt x="51795" y="56166"/>
                  </a:lnTo>
                  <a:lnTo>
                    <a:pt x="55787" y="56649"/>
                  </a:lnTo>
                  <a:lnTo>
                    <a:pt x="60162" y="56084"/>
                  </a:lnTo>
                  <a:lnTo>
                    <a:pt x="64589" y="59578"/>
                  </a:lnTo>
                  <a:lnTo>
                    <a:pt x="72541" y="60426"/>
                  </a:lnTo>
                  <a:lnTo>
                    <a:pt x="77005" y="63823"/>
                  </a:lnTo>
                  <a:lnTo>
                    <a:pt x="71976" y="69965"/>
                  </a:lnTo>
                  <a:lnTo>
                    <a:pt x="67722" y="72591"/>
                  </a:lnTo>
                  <a:lnTo>
                    <a:pt x="60908" y="71337"/>
                  </a:lnTo>
                  <a:lnTo>
                    <a:pt x="58404" y="73313"/>
                  </a:lnTo>
                  <a:lnTo>
                    <a:pt x="57989" y="74866"/>
                  </a:lnTo>
                  <a:lnTo>
                    <a:pt x="55502" y="76032"/>
                  </a:lnTo>
                  <a:lnTo>
                    <a:pt x="54345" y="75146"/>
                  </a:lnTo>
                  <a:lnTo>
                    <a:pt x="54291" y="73925"/>
                  </a:lnTo>
                  <a:lnTo>
                    <a:pt x="56281" y="70993"/>
                  </a:lnTo>
                  <a:lnTo>
                    <a:pt x="56114" y="70174"/>
                  </a:lnTo>
                  <a:lnTo>
                    <a:pt x="49599" y="69023"/>
                  </a:lnTo>
                  <a:lnTo>
                    <a:pt x="42507" y="76572"/>
                  </a:lnTo>
                  <a:lnTo>
                    <a:pt x="36315" y="79007"/>
                  </a:lnTo>
                  <a:lnTo>
                    <a:pt x="36219" y="84015"/>
                  </a:lnTo>
                  <a:lnTo>
                    <a:pt x="34494" y="86371"/>
                  </a:lnTo>
                  <a:lnTo>
                    <a:pt x="31932" y="84726"/>
                  </a:lnTo>
                  <a:lnTo>
                    <a:pt x="31064" y="81688"/>
                  </a:lnTo>
                  <a:lnTo>
                    <a:pt x="26598" y="77631"/>
                  </a:lnTo>
                  <a:lnTo>
                    <a:pt x="27261" y="72821"/>
                  </a:lnTo>
                  <a:lnTo>
                    <a:pt x="23131" y="72929"/>
                  </a:lnTo>
                  <a:lnTo>
                    <a:pt x="21326" y="75823"/>
                  </a:lnTo>
                  <a:lnTo>
                    <a:pt x="11400" y="72350"/>
                  </a:lnTo>
                  <a:lnTo>
                    <a:pt x="8262" y="70310"/>
                  </a:lnTo>
                  <a:lnTo>
                    <a:pt x="9554" y="58844"/>
                  </a:lnTo>
                  <a:lnTo>
                    <a:pt x="8782" y="55185"/>
                  </a:lnTo>
                  <a:lnTo>
                    <a:pt x="6710" y="53340"/>
                  </a:lnTo>
                  <a:lnTo>
                    <a:pt x="8041" y="49166"/>
                  </a:lnTo>
                  <a:lnTo>
                    <a:pt x="10143" y="45997"/>
                  </a:lnTo>
                  <a:lnTo>
                    <a:pt x="10039" y="44019"/>
                  </a:lnTo>
                  <a:lnTo>
                    <a:pt x="10784" y="42849"/>
                  </a:lnTo>
                  <a:lnTo>
                    <a:pt x="8766" y="41172"/>
                  </a:lnTo>
                  <a:lnTo>
                    <a:pt x="6469" y="40813"/>
                  </a:lnTo>
                  <a:lnTo>
                    <a:pt x="4237" y="32851"/>
                  </a:lnTo>
                  <a:lnTo>
                    <a:pt x="6953" y="27429"/>
                  </a:lnTo>
                  <a:lnTo>
                    <a:pt x="10039" y="24946"/>
                  </a:lnTo>
                  <a:lnTo>
                    <a:pt x="15865" y="26186"/>
                  </a:lnTo>
                  <a:lnTo>
                    <a:pt x="18259" y="25514"/>
                  </a:lnTo>
                  <a:lnTo>
                    <a:pt x="17205" y="22351"/>
                  </a:lnTo>
                  <a:lnTo>
                    <a:pt x="15271" y="21198"/>
                  </a:lnTo>
                  <a:lnTo>
                    <a:pt x="7851" y="20829"/>
                  </a:lnTo>
                  <a:lnTo>
                    <a:pt x="10674" y="17936"/>
                  </a:lnTo>
                  <a:lnTo>
                    <a:pt x="5064" y="12189"/>
                  </a:lnTo>
                  <a:lnTo>
                    <a:pt x="0" y="9845"/>
                  </a:lnTo>
                  <a:lnTo>
                    <a:pt x="3224" y="6157"/>
                  </a:lnTo>
                  <a:lnTo>
                    <a:pt x="3550" y="2118"/>
                  </a:lnTo>
                  <a:lnTo>
                    <a:pt x="2077" y="105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6" name="ph5576"/>
            <p:cNvSpPr/>
            <p:nvPr/>
          </p:nvSpPr>
          <p:spPr>
            <a:xfrm>
              <a:off x="7949720" y="3184007"/>
              <a:ext cx="27675" cy="45059"/>
            </a:xfrm>
            <a:custGeom>
              <a:avLst/>
              <a:pathLst>
                <a:path w="27675" h="45059">
                  <a:moveTo>
                    <a:pt x="15073" y="195"/>
                  </a:moveTo>
                  <a:lnTo>
                    <a:pt x="19930" y="3492"/>
                  </a:lnTo>
                  <a:lnTo>
                    <a:pt x="25367" y="9216"/>
                  </a:lnTo>
                  <a:lnTo>
                    <a:pt x="27675" y="13812"/>
                  </a:lnTo>
                  <a:lnTo>
                    <a:pt x="22773" y="23268"/>
                  </a:lnTo>
                  <a:lnTo>
                    <a:pt x="20087" y="37535"/>
                  </a:lnTo>
                  <a:lnTo>
                    <a:pt x="20520" y="38537"/>
                  </a:lnTo>
                  <a:lnTo>
                    <a:pt x="17276" y="41913"/>
                  </a:lnTo>
                  <a:lnTo>
                    <a:pt x="11981" y="45059"/>
                  </a:lnTo>
                  <a:lnTo>
                    <a:pt x="10098" y="44756"/>
                  </a:lnTo>
                  <a:lnTo>
                    <a:pt x="8968" y="41724"/>
                  </a:lnTo>
                  <a:lnTo>
                    <a:pt x="9262" y="40519"/>
                  </a:lnTo>
                  <a:lnTo>
                    <a:pt x="8152" y="39906"/>
                  </a:lnTo>
                  <a:lnTo>
                    <a:pt x="5470" y="40130"/>
                  </a:lnTo>
                  <a:lnTo>
                    <a:pt x="5171" y="42052"/>
                  </a:lnTo>
                  <a:lnTo>
                    <a:pt x="4474" y="37614"/>
                  </a:lnTo>
                  <a:lnTo>
                    <a:pt x="6672" y="32232"/>
                  </a:lnTo>
                  <a:lnTo>
                    <a:pt x="5689" y="28823"/>
                  </a:lnTo>
                  <a:lnTo>
                    <a:pt x="2774" y="26509"/>
                  </a:lnTo>
                  <a:lnTo>
                    <a:pt x="0" y="15065"/>
                  </a:lnTo>
                  <a:lnTo>
                    <a:pt x="1406" y="10204"/>
                  </a:lnTo>
                  <a:lnTo>
                    <a:pt x="1748" y="5171"/>
                  </a:lnTo>
                  <a:lnTo>
                    <a:pt x="3545" y="4518"/>
                  </a:lnTo>
                  <a:lnTo>
                    <a:pt x="3346" y="5998"/>
                  </a:lnTo>
                  <a:lnTo>
                    <a:pt x="12239" y="6183"/>
                  </a:lnTo>
                  <a:lnTo>
                    <a:pt x="12902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7" name="ph5577"/>
            <p:cNvSpPr/>
            <p:nvPr/>
          </p:nvSpPr>
          <p:spPr>
            <a:xfrm>
              <a:off x="8136671" y="3261127"/>
              <a:ext cx="81529" cy="54087"/>
            </a:xfrm>
            <a:custGeom>
              <a:avLst/>
              <a:pathLst>
                <a:path w="81529" h="54087">
                  <a:moveTo>
                    <a:pt x="17408" y="973"/>
                  </a:moveTo>
                  <a:lnTo>
                    <a:pt x="15883" y="3059"/>
                  </a:lnTo>
                  <a:lnTo>
                    <a:pt x="20982" y="5861"/>
                  </a:lnTo>
                  <a:lnTo>
                    <a:pt x="23121" y="5962"/>
                  </a:lnTo>
                  <a:lnTo>
                    <a:pt x="24509" y="4594"/>
                  </a:lnTo>
                  <a:lnTo>
                    <a:pt x="26805" y="4544"/>
                  </a:lnTo>
                  <a:lnTo>
                    <a:pt x="31097" y="6553"/>
                  </a:lnTo>
                  <a:lnTo>
                    <a:pt x="31981" y="7817"/>
                  </a:lnTo>
                  <a:lnTo>
                    <a:pt x="31563" y="11298"/>
                  </a:lnTo>
                  <a:lnTo>
                    <a:pt x="32576" y="12807"/>
                  </a:lnTo>
                  <a:lnTo>
                    <a:pt x="35199" y="12799"/>
                  </a:lnTo>
                  <a:lnTo>
                    <a:pt x="37864" y="8824"/>
                  </a:lnTo>
                  <a:lnTo>
                    <a:pt x="43818" y="8898"/>
                  </a:lnTo>
                  <a:lnTo>
                    <a:pt x="46761" y="12341"/>
                  </a:lnTo>
                  <a:lnTo>
                    <a:pt x="50390" y="10541"/>
                  </a:lnTo>
                  <a:lnTo>
                    <a:pt x="55019" y="10860"/>
                  </a:lnTo>
                  <a:lnTo>
                    <a:pt x="55414" y="15213"/>
                  </a:lnTo>
                  <a:lnTo>
                    <a:pt x="60197" y="21471"/>
                  </a:lnTo>
                  <a:lnTo>
                    <a:pt x="70313" y="20015"/>
                  </a:lnTo>
                  <a:lnTo>
                    <a:pt x="73769" y="21828"/>
                  </a:lnTo>
                  <a:lnTo>
                    <a:pt x="74167" y="27742"/>
                  </a:lnTo>
                  <a:lnTo>
                    <a:pt x="79743" y="27203"/>
                  </a:lnTo>
                  <a:lnTo>
                    <a:pt x="81529" y="49781"/>
                  </a:lnTo>
                  <a:lnTo>
                    <a:pt x="24487" y="54087"/>
                  </a:lnTo>
                  <a:lnTo>
                    <a:pt x="25777" y="50610"/>
                  </a:lnTo>
                  <a:lnTo>
                    <a:pt x="25820" y="47212"/>
                  </a:lnTo>
                  <a:lnTo>
                    <a:pt x="27357" y="46406"/>
                  </a:lnTo>
                  <a:lnTo>
                    <a:pt x="30245" y="47275"/>
                  </a:lnTo>
                  <a:lnTo>
                    <a:pt x="30969" y="45659"/>
                  </a:lnTo>
                  <a:lnTo>
                    <a:pt x="25798" y="37742"/>
                  </a:lnTo>
                  <a:lnTo>
                    <a:pt x="23246" y="36582"/>
                  </a:lnTo>
                  <a:lnTo>
                    <a:pt x="21161" y="37866"/>
                  </a:lnTo>
                  <a:lnTo>
                    <a:pt x="14267" y="36198"/>
                  </a:lnTo>
                  <a:lnTo>
                    <a:pt x="10730" y="34456"/>
                  </a:lnTo>
                  <a:lnTo>
                    <a:pt x="8030" y="35555"/>
                  </a:lnTo>
                  <a:lnTo>
                    <a:pt x="1812" y="33848"/>
                  </a:lnTo>
                  <a:lnTo>
                    <a:pt x="0" y="32031"/>
                  </a:lnTo>
                  <a:lnTo>
                    <a:pt x="2209" y="31682"/>
                  </a:lnTo>
                  <a:lnTo>
                    <a:pt x="2899" y="30857"/>
                  </a:lnTo>
                  <a:lnTo>
                    <a:pt x="3571" y="25940"/>
                  </a:lnTo>
                  <a:lnTo>
                    <a:pt x="5901" y="22614"/>
                  </a:lnTo>
                  <a:lnTo>
                    <a:pt x="3167" y="13773"/>
                  </a:lnTo>
                  <a:lnTo>
                    <a:pt x="4215" y="10203"/>
                  </a:lnTo>
                  <a:lnTo>
                    <a:pt x="5676" y="9981"/>
                  </a:lnTo>
                  <a:lnTo>
                    <a:pt x="6537" y="6894"/>
                  </a:lnTo>
                  <a:lnTo>
                    <a:pt x="6962" y="7518"/>
                  </a:lnTo>
                  <a:lnTo>
                    <a:pt x="8105" y="7073"/>
                  </a:lnTo>
                  <a:lnTo>
                    <a:pt x="9411" y="3644"/>
                  </a:lnTo>
                  <a:lnTo>
                    <a:pt x="11230" y="1491"/>
                  </a:lnTo>
                  <a:lnTo>
                    <a:pt x="16996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8" name="ph5578"/>
            <p:cNvSpPr/>
            <p:nvPr/>
          </p:nvSpPr>
          <p:spPr>
            <a:xfrm>
              <a:off x="7271270" y="2629288"/>
              <a:ext cx="64600" cy="62523"/>
            </a:xfrm>
            <a:custGeom>
              <a:avLst/>
              <a:pathLst>
                <a:path w="64600" h="62523">
                  <a:moveTo>
                    <a:pt x="34891" y="476"/>
                  </a:moveTo>
                  <a:lnTo>
                    <a:pt x="34139" y="6758"/>
                  </a:lnTo>
                  <a:lnTo>
                    <a:pt x="37270" y="21171"/>
                  </a:lnTo>
                  <a:lnTo>
                    <a:pt x="40133" y="21895"/>
                  </a:lnTo>
                  <a:lnTo>
                    <a:pt x="41511" y="19842"/>
                  </a:lnTo>
                  <a:lnTo>
                    <a:pt x="41451" y="18518"/>
                  </a:lnTo>
                  <a:lnTo>
                    <a:pt x="43380" y="17361"/>
                  </a:lnTo>
                  <a:lnTo>
                    <a:pt x="51040" y="19330"/>
                  </a:lnTo>
                  <a:lnTo>
                    <a:pt x="52640" y="24458"/>
                  </a:lnTo>
                  <a:lnTo>
                    <a:pt x="52653" y="28903"/>
                  </a:lnTo>
                  <a:lnTo>
                    <a:pt x="58893" y="32658"/>
                  </a:lnTo>
                  <a:lnTo>
                    <a:pt x="59531" y="45020"/>
                  </a:lnTo>
                  <a:lnTo>
                    <a:pt x="64600" y="61740"/>
                  </a:lnTo>
                  <a:lnTo>
                    <a:pt x="60220" y="62376"/>
                  </a:lnTo>
                  <a:lnTo>
                    <a:pt x="54533" y="61932"/>
                  </a:lnTo>
                  <a:lnTo>
                    <a:pt x="48722" y="62523"/>
                  </a:lnTo>
                  <a:lnTo>
                    <a:pt x="46205" y="61335"/>
                  </a:lnTo>
                  <a:lnTo>
                    <a:pt x="39516" y="58385"/>
                  </a:lnTo>
                  <a:lnTo>
                    <a:pt x="35947" y="58653"/>
                  </a:lnTo>
                  <a:lnTo>
                    <a:pt x="35311" y="59871"/>
                  </a:lnTo>
                  <a:lnTo>
                    <a:pt x="33685" y="59813"/>
                  </a:lnTo>
                  <a:lnTo>
                    <a:pt x="28551" y="53646"/>
                  </a:lnTo>
                  <a:lnTo>
                    <a:pt x="23860" y="51461"/>
                  </a:lnTo>
                  <a:lnTo>
                    <a:pt x="22442" y="51887"/>
                  </a:lnTo>
                  <a:lnTo>
                    <a:pt x="19261" y="49960"/>
                  </a:lnTo>
                  <a:lnTo>
                    <a:pt x="17852" y="46893"/>
                  </a:lnTo>
                  <a:lnTo>
                    <a:pt x="18376" y="44190"/>
                  </a:lnTo>
                  <a:lnTo>
                    <a:pt x="12862" y="44314"/>
                  </a:lnTo>
                  <a:lnTo>
                    <a:pt x="10931" y="46502"/>
                  </a:lnTo>
                  <a:lnTo>
                    <a:pt x="8968" y="47355"/>
                  </a:lnTo>
                  <a:lnTo>
                    <a:pt x="6619" y="44729"/>
                  </a:lnTo>
                  <a:lnTo>
                    <a:pt x="1924" y="38952"/>
                  </a:lnTo>
                  <a:lnTo>
                    <a:pt x="2605" y="32794"/>
                  </a:lnTo>
                  <a:lnTo>
                    <a:pt x="0" y="32570"/>
                  </a:lnTo>
                  <a:lnTo>
                    <a:pt x="1072" y="20487"/>
                  </a:lnTo>
                  <a:lnTo>
                    <a:pt x="3854" y="20726"/>
                  </a:lnTo>
                  <a:lnTo>
                    <a:pt x="4537" y="7661"/>
                  </a:lnTo>
                  <a:lnTo>
                    <a:pt x="5616" y="7777"/>
                  </a:lnTo>
                  <a:lnTo>
                    <a:pt x="5886" y="5038"/>
                  </a:lnTo>
                  <a:lnTo>
                    <a:pt x="7597" y="6649"/>
                  </a:lnTo>
                  <a:lnTo>
                    <a:pt x="9005" y="10538"/>
                  </a:lnTo>
                  <a:lnTo>
                    <a:pt x="9608" y="16772"/>
                  </a:lnTo>
                  <a:lnTo>
                    <a:pt x="10773" y="17936"/>
                  </a:lnTo>
                  <a:lnTo>
                    <a:pt x="11805" y="17797"/>
                  </a:lnTo>
                  <a:lnTo>
                    <a:pt x="14897" y="16825"/>
                  </a:lnTo>
                  <a:lnTo>
                    <a:pt x="15798" y="7721"/>
                  </a:lnTo>
                  <a:lnTo>
                    <a:pt x="21425" y="8268"/>
                  </a:lnTo>
                  <a:lnTo>
                    <a:pt x="26946" y="6102"/>
                  </a:lnTo>
                  <a:lnTo>
                    <a:pt x="27521" y="967"/>
                  </a:lnTo>
                  <a:lnTo>
                    <a:pt x="30157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9" name="ph5579"/>
            <p:cNvSpPr/>
            <p:nvPr/>
          </p:nvSpPr>
          <p:spPr>
            <a:xfrm>
              <a:off x="7142914" y="2478156"/>
              <a:ext cx="52569" cy="76644"/>
            </a:xfrm>
            <a:custGeom>
              <a:avLst/>
              <a:pathLst>
                <a:path w="52569" h="76644">
                  <a:moveTo>
                    <a:pt x="21019" y="413"/>
                  </a:moveTo>
                  <a:lnTo>
                    <a:pt x="33282" y="17303"/>
                  </a:lnTo>
                  <a:lnTo>
                    <a:pt x="52569" y="38070"/>
                  </a:lnTo>
                  <a:lnTo>
                    <a:pt x="52024" y="38058"/>
                  </a:lnTo>
                  <a:lnTo>
                    <a:pt x="52391" y="43063"/>
                  </a:lnTo>
                  <a:lnTo>
                    <a:pt x="42257" y="52278"/>
                  </a:lnTo>
                  <a:lnTo>
                    <a:pt x="40793" y="54379"/>
                  </a:lnTo>
                  <a:lnTo>
                    <a:pt x="41464" y="57276"/>
                  </a:lnTo>
                  <a:lnTo>
                    <a:pt x="38275" y="60411"/>
                  </a:lnTo>
                  <a:lnTo>
                    <a:pt x="34429" y="60647"/>
                  </a:lnTo>
                  <a:lnTo>
                    <a:pt x="32200" y="67584"/>
                  </a:lnTo>
                  <a:lnTo>
                    <a:pt x="28155" y="72453"/>
                  </a:lnTo>
                  <a:lnTo>
                    <a:pt x="28224" y="75000"/>
                  </a:lnTo>
                  <a:lnTo>
                    <a:pt x="30418" y="75293"/>
                  </a:lnTo>
                  <a:lnTo>
                    <a:pt x="30911" y="76644"/>
                  </a:lnTo>
                  <a:lnTo>
                    <a:pt x="27343" y="76530"/>
                  </a:lnTo>
                  <a:lnTo>
                    <a:pt x="22935" y="72702"/>
                  </a:lnTo>
                  <a:lnTo>
                    <a:pt x="19894" y="71834"/>
                  </a:lnTo>
                  <a:lnTo>
                    <a:pt x="16038" y="72858"/>
                  </a:lnTo>
                  <a:lnTo>
                    <a:pt x="14738" y="65365"/>
                  </a:lnTo>
                  <a:lnTo>
                    <a:pt x="12202" y="58811"/>
                  </a:lnTo>
                  <a:lnTo>
                    <a:pt x="10968" y="48092"/>
                  </a:lnTo>
                  <a:lnTo>
                    <a:pt x="14130" y="48500"/>
                  </a:lnTo>
                  <a:lnTo>
                    <a:pt x="14904" y="46154"/>
                  </a:lnTo>
                  <a:lnTo>
                    <a:pt x="14368" y="44316"/>
                  </a:lnTo>
                  <a:lnTo>
                    <a:pt x="10884" y="42884"/>
                  </a:lnTo>
                  <a:lnTo>
                    <a:pt x="5938" y="28667"/>
                  </a:lnTo>
                  <a:lnTo>
                    <a:pt x="10969" y="25716"/>
                  </a:lnTo>
                  <a:lnTo>
                    <a:pt x="8240" y="21308"/>
                  </a:lnTo>
                  <a:lnTo>
                    <a:pt x="2876" y="21481"/>
                  </a:lnTo>
                  <a:lnTo>
                    <a:pt x="2576" y="20865"/>
                  </a:lnTo>
                  <a:lnTo>
                    <a:pt x="1778" y="16548"/>
                  </a:lnTo>
                  <a:lnTo>
                    <a:pt x="0" y="13650"/>
                  </a:lnTo>
                  <a:lnTo>
                    <a:pt x="2185" y="12202"/>
                  </a:lnTo>
                  <a:lnTo>
                    <a:pt x="6882" y="11372"/>
                  </a:lnTo>
                  <a:lnTo>
                    <a:pt x="9640" y="9934"/>
                  </a:lnTo>
                  <a:lnTo>
                    <a:pt x="8440" y="9402"/>
                  </a:lnTo>
                  <a:lnTo>
                    <a:pt x="12211" y="4340"/>
                  </a:lnTo>
                  <a:lnTo>
                    <a:pt x="1831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0" name="ph5580"/>
            <p:cNvSpPr/>
            <p:nvPr/>
          </p:nvSpPr>
          <p:spPr>
            <a:xfrm>
              <a:off x="7221012" y="2356206"/>
              <a:ext cx="72970" cy="63214"/>
            </a:xfrm>
            <a:custGeom>
              <a:avLst/>
              <a:pathLst>
                <a:path w="72970" h="63214">
                  <a:moveTo>
                    <a:pt x="34731" y="3440"/>
                  </a:moveTo>
                  <a:lnTo>
                    <a:pt x="38469" y="5107"/>
                  </a:lnTo>
                  <a:lnTo>
                    <a:pt x="44007" y="10587"/>
                  </a:lnTo>
                  <a:lnTo>
                    <a:pt x="49632" y="28394"/>
                  </a:lnTo>
                  <a:lnTo>
                    <a:pt x="45900" y="34440"/>
                  </a:lnTo>
                  <a:lnTo>
                    <a:pt x="50990" y="40021"/>
                  </a:lnTo>
                  <a:lnTo>
                    <a:pt x="54526" y="38600"/>
                  </a:lnTo>
                  <a:lnTo>
                    <a:pt x="56421" y="36057"/>
                  </a:lnTo>
                  <a:lnTo>
                    <a:pt x="58080" y="35277"/>
                  </a:lnTo>
                  <a:lnTo>
                    <a:pt x="63167" y="40781"/>
                  </a:lnTo>
                  <a:lnTo>
                    <a:pt x="66764" y="42783"/>
                  </a:lnTo>
                  <a:lnTo>
                    <a:pt x="68074" y="41624"/>
                  </a:lnTo>
                  <a:lnTo>
                    <a:pt x="72970" y="50608"/>
                  </a:lnTo>
                  <a:lnTo>
                    <a:pt x="67695" y="54909"/>
                  </a:lnTo>
                  <a:lnTo>
                    <a:pt x="62874" y="54071"/>
                  </a:lnTo>
                  <a:lnTo>
                    <a:pt x="62954" y="56310"/>
                  </a:lnTo>
                  <a:lnTo>
                    <a:pt x="56803" y="61649"/>
                  </a:lnTo>
                  <a:lnTo>
                    <a:pt x="56863" y="63214"/>
                  </a:lnTo>
                  <a:lnTo>
                    <a:pt x="51915" y="62498"/>
                  </a:lnTo>
                  <a:lnTo>
                    <a:pt x="35249" y="59989"/>
                  </a:lnTo>
                  <a:lnTo>
                    <a:pt x="35574" y="57782"/>
                  </a:lnTo>
                  <a:lnTo>
                    <a:pt x="23453" y="56122"/>
                  </a:lnTo>
                  <a:lnTo>
                    <a:pt x="23172" y="58188"/>
                  </a:lnTo>
                  <a:lnTo>
                    <a:pt x="14572" y="56899"/>
                  </a:lnTo>
                  <a:lnTo>
                    <a:pt x="7550" y="57445"/>
                  </a:lnTo>
                  <a:lnTo>
                    <a:pt x="6207" y="52516"/>
                  </a:lnTo>
                  <a:lnTo>
                    <a:pt x="7121" y="44008"/>
                  </a:lnTo>
                  <a:lnTo>
                    <a:pt x="1803" y="42534"/>
                  </a:lnTo>
                  <a:lnTo>
                    <a:pt x="1508" y="39675"/>
                  </a:lnTo>
                  <a:lnTo>
                    <a:pt x="1639" y="35361"/>
                  </a:lnTo>
                  <a:lnTo>
                    <a:pt x="5153" y="29574"/>
                  </a:lnTo>
                  <a:lnTo>
                    <a:pt x="5221" y="22396"/>
                  </a:lnTo>
                  <a:lnTo>
                    <a:pt x="4006" y="23822"/>
                  </a:lnTo>
                  <a:lnTo>
                    <a:pt x="0" y="21062"/>
                  </a:lnTo>
                  <a:lnTo>
                    <a:pt x="8974" y="12591"/>
                  </a:lnTo>
                  <a:lnTo>
                    <a:pt x="12574" y="8208"/>
                  </a:lnTo>
                  <a:lnTo>
                    <a:pt x="19940" y="4965"/>
                  </a:lnTo>
                  <a:lnTo>
                    <a:pt x="20393" y="6688"/>
                  </a:lnTo>
                  <a:lnTo>
                    <a:pt x="25592" y="7334"/>
                  </a:lnTo>
                  <a:lnTo>
                    <a:pt x="25576" y="4606"/>
                  </a:lnTo>
                  <a:lnTo>
                    <a:pt x="3249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1" name="ph5581"/>
            <p:cNvSpPr/>
            <p:nvPr/>
          </p:nvSpPr>
          <p:spPr>
            <a:xfrm>
              <a:off x="7130136" y="2138319"/>
              <a:ext cx="39718" cy="42556"/>
            </a:xfrm>
            <a:custGeom>
              <a:avLst/>
              <a:pathLst>
                <a:path w="39718" h="42556">
                  <a:moveTo>
                    <a:pt x="21015" y="0"/>
                  </a:moveTo>
                  <a:lnTo>
                    <a:pt x="21161" y="1283"/>
                  </a:lnTo>
                  <a:lnTo>
                    <a:pt x="30596" y="2103"/>
                  </a:lnTo>
                  <a:lnTo>
                    <a:pt x="30116" y="3987"/>
                  </a:lnTo>
                  <a:lnTo>
                    <a:pt x="30599" y="5085"/>
                  </a:lnTo>
                  <a:lnTo>
                    <a:pt x="35365" y="6514"/>
                  </a:lnTo>
                  <a:lnTo>
                    <a:pt x="39718" y="12735"/>
                  </a:lnTo>
                  <a:lnTo>
                    <a:pt x="38515" y="17439"/>
                  </a:lnTo>
                  <a:lnTo>
                    <a:pt x="37262" y="18429"/>
                  </a:lnTo>
                  <a:lnTo>
                    <a:pt x="39360" y="21272"/>
                  </a:lnTo>
                  <a:lnTo>
                    <a:pt x="37718" y="21937"/>
                  </a:lnTo>
                  <a:lnTo>
                    <a:pt x="36923" y="25982"/>
                  </a:lnTo>
                  <a:lnTo>
                    <a:pt x="37401" y="40873"/>
                  </a:lnTo>
                  <a:lnTo>
                    <a:pt x="29542" y="40804"/>
                  </a:lnTo>
                  <a:lnTo>
                    <a:pt x="27784" y="41675"/>
                  </a:lnTo>
                  <a:lnTo>
                    <a:pt x="20444" y="42556"/>
                  </a:lnTo>
                  <a:lnTo>
                    <a:pt x="11603" y="35704"/>
                  </a:lnTo>
                  <a:lnTo>
                    <a:pt x="7945" y="32766"/>
                  </a:lnTo>
                  <a:lnTo>
                    <a:pt x="4337" y="35864"/>
                  </a:lnTo>
                  <a:lnTo>
                    <a:pt x="3620" y="36055"/>
                  </a:lnTo>
                  <a:lnTo>
                    <a:pt x="2588" y="34476"/>
                  </a:lnTo>
                  <a:lnTo>
                    <a:pt x="0" y="30020"/>
                  </a:lnTo>
                  <a:lnTo>
                    <a:pt x="1596" y="18595"/>
                  </a:lnTo>
                  <a:lnTo>
                    <a:pt x="2277" y="17970"/>
                  </a:lnTo>
                  <a:lnTo>
                    <a:pt x="3138" y="3883"/>
                  </a:lnTo>
                  <a:lnTo>
                    <a:pt x="10115" y="3979"/>
                  </a:lnTo>
                  <a:lnTo>
                    <a:pt x="10372" y="249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2" name="ph5582"/>
            <p:cNvSpPr/>
            <p:nvPr/>
          </p:nvSpPr>
          <p:spPr>
            <a:xfrm>
              <a:off x="7209777" y="2178370"/>
              <a:ext cx="28037" cy="31593"/>
            </a:xfrm>
            <a:custGeom>
              <a:avLst/>
              <a:pathLst>
                <a:path w="28037" h="31593">
                  <a:moveTo>
                    <a:pt x="19093" y="144"/>
                  </a:moveTo>
                  <a:lnTo>
                    <a:pt x="25550" y="1912"/>
                  </a:lnTo>
                  <a:lnTo>
                    <a:pt x="28037" y="4863"/>
                  </a:lnTo>
                  <a:lnTo>
                    <a:pt x="26315" y="6381"/>
                  </a:lnTo>
                  <a:lnTo>
                    <a:pt x="24892" y="18497"/>
                  </a:lnTo>
                  <a:lnTo>
                    <a:pt x="23797" y="19333"/>
                  </a:lnTo>
                  <a:lnTo>
                    <a:pt x="23998" y="28775"/>
                  </a:lnTo>
                  <a:lnTo>
                    <a:pt x="21224" y="28838"/>
                  </a:lnTo>
                  <a:lnTo>
                    <a:pt x="21330" y="31593"/>
                  </a:lnTo>
                  <a:lnTo>
                    <a:pt x="3351" y="29539"/>
                  </a:lnTo>
                  <a:lnTo>
                    <a:pt x="3799" y="27947"/>
                  </a:lnTo>
                  <a:lnTo>
                    <a:pt x="2707" y="25523"/>
                  </a:lnTo>
                  <a:lnTo>
                    <a:pt x="1248" y="25530"/>
                  </a:lnTo>
                  <a:lnTo>
                    <a:pt x="33" y="24384"/>
                  </a:lnTo>
                  <a:lnTo>
                    <a:pt x="0" y="22052"/>
                  </a:lnTo>
                  <a:lnTo>
                    <a:pt x="2645" y="20086"/>
                  </a:lnTo>
                  <a:lnTo>
                    <a:pt x="4441" y="20043"/>
                  </a:lnTo>
                  <a:lnTo>
                    <a:pt x="4369" y="16762"/>
                  </a:lnTo>
                  <a:lnTo>
                    <a:pt x="2251" y="12032"/>
                  </a:lnTo>
                  <a:lnTo>
                    <a:pt x="4987" y="8122"/>
                  </a:lnTo>
                  <a:lnTo>
                    <a:pt x="6002" y="7769"/>
                  </a:lnTo>
                  <a:lnTo>
                    <a:pt x="7398" y="1063"/>
                  </a:lnTo>
                  <a:lnTo>
                    <a:pt x="8582" y="87"/>
                  </a:lnTo>
                  <a:lnTo>
                    <a:pt x="9442" y="1640"/>
                  </a:lnTo>
                  <a:lnTo>
                    <a:pt x="10357" y="3001"/>
                  </a:lnTo>
                  <a:lnTo>
                    <a:pt x="12215" y="3240"/>
                  </a:lnTo>
                  <a:lnTo>
                    <a:pt x="14858" y="2251"/>
                  </a:lnTo>
                  <a:lnTo>
                    <a:pt x="1593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3" name="ph5583"/>
            <p:cNvSpPr/>
            <p:nvPr/>
          </p:nvSpPr>
          <p:spPr>
            <a:xfrm>
              <a:off x="7157920" y="2159276"/>
              <a:ext cx="30156" cy="47524"/>
            </a:xfrm>
            <a:custGeom>
              <a:avLst/>
              <a:pathLst>
                <a:path w="30156" h="47524">
                  <a:moveTo>
                    <a:pt x="29234" y="5396"/>
                  </a:moveTo>
                  <a:lnTo>
                    <a:pt x="30156" y="14894"/>
                  </a:lnTo>
                  <a:lnTo>
                    <a:pt x="20984" y="40546"/>
                  </a:lnTo>
                  <a:lnTo>
                    <a:pt x="19429" y="41972"/>
                  </a:lnTo>
                  <a:lnTo>
                    <a:pt x="16443" y="42395"/>
                  </a:lnTo>
                  <a:lnTo>
                    <a:pt x="12829" y="44074"/>
                  </a:lnTo>
                  <a:lnTo>
                    <a:pt x="8823" y="47413"/>
                  </a:lnTo>
                  <a:lnTo>
                    <a:pt x="7235" y="47524"/>
                  </a:lnTo>
                  <a:lnTo>
                    <a:pt x="4113" y="44643"/>
                  </a:lnTo>
                  <a:lnTo>
                    <a:pt x="0" y="20718"/>
                  </a:lnTo>
                  <a:lnTo>
                    <a:pt x="1758" y="19847"/>
                  </a:lnTo>
                  <a:lnTo>
                    <a:pt x="9616" y="19915"/>
                  </a:lnTo>
                  <a:lnTo>
                    <a:pt x="9138" y="5025"/>
                  </a:lnTo>
                  <a:lnTo>
                    <a:pt x="9933" y="980"/>
                  </a:lnTo>
                  <a:lnTo>
                    <a:pt x="11576" y="315"/>
                  </a:lnTo>
                  <a:lnTo>
                    <a:pt x="13379" y="2337"/>
                  </a:lnTo>
                  <a:lnTo>
                    <a:pt x="15703" y="2145"/>
                  </a:lnTo>
                  <a:lnTo>
                    <a:pt x="1855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4" name="ph5584"/>
            <p:cNvSpPr/>
            <p:nvPr/>
          </p:nvSpPr>
          <p:spPr>
            <a:xfrm>
              <a:off x="7306017" y="2202207"/>
              <a:ext cx="27588" cy="72844"/>
            </a:xfrm>
            <a:custGeom>
              <a:avLst/>
              <a:pathLst>
                <a:path w="27588" h="72844">
                  <a:moveTo>
                    <a:pt x="5247" y="4509"/>
                  </a:moveTo>
                  <a:lnTo>
                    <a:pt x="5657" y="12738"/>
                  </a:lnTo>
                  <a:lnTo>
                    <a:pt x="4456" y="12781"/>
                  </a:lnTo>
                  <a:lnTo>
                    <a:pt x="4607" y="16688"/>
                  </a:lnTo>
                  <a:lnTo>
                    <a:pt x="11233" y="18674"/>
                  </a:lnTo>
                  <a:lnTo>
                    <a:pt x="18024" y="21788"/>
                  </a:lnTo>
                  <a:lnTo>
                    <a:pt x="26483" y="31960"/>
                  </a:lnTo>
                  <a:lnTo>
                    <a:pt x="27588" y="72410"/>
                  </a:lnTo>
                  <a:lnTo>
                    <a:pt x="11850" y="72844"/>
                  </a:lnTo>
                  <a:lnTo>
                    <a:pt x="3448" y="72650"/>
                  </a:lnTo>
                  <a:lnTo>
                    <a:pt x="3051" y="58469"/>
                  </a:lnTo>
                  <a:lnTo>
                    <a:pt x="693" y="58541"/>
                  </a:lnTo>
                  <a:lnTo>
                    <a:pt x="401" y="55898"/>
                  </a:lnTo>
                  <a:lnTo>
                    <a:pt x="0" y="45069"/>
                  </a:lnTo>
                  <a:lnTo>
                    <a:pt x="1350" y="39923"/>
                  </a:lnTo>
                  <a:lnTo>
                    <a:pt x="3170" y="39883"/>
                  </a:lnTo>
                  <a:lnTo>
                    <a:pt x="4719" y="33531"/>
                  </a:lnTo>
                  <a:lnTo>
                    <a:pt x="4560" y="26248"/>
                  </a:lnTo>
                  <a:lnTo>
                    <a:pt x="3255" y="23180"/>
                  </a:lnTo>
                  <a:lnTo>
                    <a:pt x="3063" y="17057"/>
                  </a:lnTo>
                  <a:lnTo>
                    <a:pt x="4845" y="9186"/>
                  </a:lnTo>
                  <a:lnTo>
                    <a:pt x="4570" y="1040"/>
                  </a:lnTo>
                  <a:lnTo>
                    <a:pt x="5104" y="469"/>
                  </a:lnTo>
                  <a:lnTo>
                    <a:pt x="581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5" name="ph5585"/>
            <p:cNvSpPr/>
            <p:nvPr/>
          </p:nvSpPr>
          <p:spPr>
            <a:xfrm>
              <a:off x="7200648" y="2276311"/>
              <a:ext cx="95238" cy="78131"/>
            </a:xfrm>
            <a:custGeom>
              <a:avLst/>
              <a:pathLst>
                <a:path w="95238" h="78131">
                  <a:moveTo>
                    <a:pt x="73394" y="3715"/>
                  </a:moveTo>
                  <a:lnTo>
                    <a:pt x="73367" y="7581"/>
                  </a:lnTo>
                  <a:lnTo>
                    <a:pt x="83804" y="7284"/>
                  </a:lnTo>
                  <a:lnTo>
                    <a:pt x="94868" y="6941"/>
                  </a:lnTo>
                  <a:lnTo>
                    <a:pt x="94945" y="9628"/>
                  </a:lnTo>
                  <a:lnTo>
                    <a:pt x="95238" y="20273"/>
                  </a:lnTo>
                  <a:lnTo>
                    <a:pt x="92999" y="25744"/>
                  </a:lnTo>
                  <a:lnTo>
                    <a:pt x="89429" y="25165"/>
                  </a:lnTo>
                  <a:lnTo>
                    <a:pt x="89625" y="32260"/>
                  </a:lnTo>
                  <a:lnTo>
                    <a:pt x="81738" y="31776"/>
                  </a:lnTo>
                  <a:lnTo>
                    <a:pt x="81423" y="36923"/>
                  </a:lnTo>
                  <a:lnTo>
                    <a:pt x="77880" y="36701"/>
                  </a:lnTo>
                  <a:lnTo>
                    <a:pt x="76629" y="37809"/>
                  </a:lnTo>
                  <a:lnTo>
                    <a:pt x="74112" y="41434"/>
                  </a:lnTo>
                  <a:lnTo>
                    <a:pt x="73032" y="45511"/>
                  </a:lnTo>
                  <a:lnTo>
                    <a:pt x="65269" y="45552"/>
                  </a:lnTo>
                  <a:lnTo>
                    <a:pt x="64467" y="52602"/>
                  </a:lnTo>
                  <a:lnTo>
                    <a:pt x="61707" y="55795"/>
                  </a:lnTo>
                  <a:lnTo>
                    <a:pt x="57502" y="56798"/>
                  </a:lnTo>
                  <a:lnTo>
                    <a:pt x="54721" y="69829"/>
                  </a:lnTo>
                  <a:lnTo>
                    <a:pt x="52524" y="74740"/>
                  </a:lnTo>
                  <a:lnTo>
                    <a:pt x="52206" y="75646"/>
                  </a:lnTo>
                  <a:lnTo>
                    <a:pt x="37288" y="78131"/>
                  </a:lnTo>
                  <a:lnTo>
                    <a:pt x="36601" y="73350"/>
                  </a:lnTo>
                  <a:lnTo>
                    <a:pt x="32309" y="70760"/>
                  </a:lnTo>
                  <a:lnTo>
                    <a:pt x="32866" y="62879"/>
                  </a:lnTo>
                  <a:lnTo>
                    <a:pt x="23195" y="61464"/>
                  </a:lnTo>
                  <a:lnTo>
                    <a:pt x="17745" y="65488"/>
                  </a:lnTo>
                  <a:lnTo>
                    <a:pt x="12527" y="63938"/>
                  </a:lnTo>
                  <a:lnTo>
                    <a:pt x="13412" y="60033"/>
                  </a:lnTo>
                  <a:lnTo>
                    <a:pt x="14930" y="60869"/>
                  </a:lnTo>
                  <a:lnTo>
                    <a:pt x="15062" y="57046"/>
                  </a:lnTo>
                  <a:lnTo>
                    <a:pt x="135" y="54747"/>
                  </a:lnTo>
                  <a:lnTo>
                    <a:pt x="0" y="51141"/>
                  </a:lnTo>
                  <a:lnTo>
                    <a:pt x="51511" y="7939"/>
                  </a:lnTo>
                  <a:lnTo>
                    <a:pt x="51559" y="2449"/>
                  </a:lnTo>
                  <a:lnTo>
                    <a:pt x="50162" y="2479"/>
                  </a:lnTo>
                  <a:lnTo>
                    <a:pt x="50266" y="1507"/>
                  </a:lnTo>
                  <a:lnTo>
                    <a:pt x="56794" y="2261"/>
                  </a:lnTo>
                  <a:lnTo>
                    <a:pt x="57247" y="6354"/>
                  </a:lnTo>
                  <a:lnTo>
                    <a:pt x="62782" y="5976"/>
                  </a:lnTo>
                  <a:lnTo>
                    <a:pt x="66361" y="5072"/>
                  </a:lnTo>
                  <a:lnTo>
                    <a:pt x="66547" y="3381"/>
                  </a:lnTo>
                  <a:lnTo>
                    <a:pt x="7041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6" name="ph5586"/>
            <p:cNvSpPr/>
            <p:nvPr/>
          </p:nvSpPr>
          <p:spPr>
            <a:xfrm>
              <a:off x="7110208" y="2547911"/>
              <a:ext cx="22552" cy="49300"/>
            </a:xfrm>
            <a:custGeom>
              <a:avLst/>
              <a:pathLst>
                <a:path w="22552" h="49300">
                  <a:moveTo>
                    <a:pt x="18298" y="5147"/>
                  </a:moveTo>
                  <a:lnTo>
                    <a:pt x="18582" y="12892"/>
                  </a:lnTo>
                  <a:lnTo>
                    <a:pt x="16935" y="12622"/>
                  </a:lnTo>
                  <a:lnTo>
                    <a:pt x="16624" y="13821"/>
                  </a:lnTo>
                  <a:lnTo>
                    <a:pt x="19801" y="24553"/>
                  </a:lnTo>
                  <a:lnTo>
                    <a:pt x="19230" y="25465"/>
                  </a:lnTo>
                  <a:lnTo>
                    <a:pt x="14461" y="23913"/>
                  </a:lnTo>
                  <a:lnTo>
                    <a:pt x="14645" y="27114"/>
                  </a:lnTo>
                  <a:lnTo>
                    <a:pt x="18780" y="27031"/>
                  </a:lnTo>
                  <a:lnTo>
                    <a:pt x="20073" y="44102"/>
                  </a:lnTo>
                  <a:lnTo>
                    <a:pt x="22391" y="46630"/>
                  </a:lnTo>
                  <a:lnTo>
                    <a:pt x="22552" y="49300"/>
                  </a:lnTo>
                  <a:lnTo>
                    <a:pt x="19294" y="48403"/>
                  </a:lnTo>
                  <a:lnTo>
                    <a:pt x="14111" y="44669"/>
                  </a:lnTo>
                  <a:lnTo>
                    <a:pt x="7378" y="44922"/>
                  </a:lnTo>
                  <a:lnTo>
                    <a:pt x="7070" y="37468"/>
                  </a:lnTo>
                  <a:lnTo>
                    <a:pt x="2988" y="37740"/>
                  </a:lnTo>
                  <a:lnTo>
                    <a:pt x="1137" y="31073"/>
                  </a:lnTo>
                  <a:lnTo>
                    <a:pt x="4770" y="30093"/>
                  </a:lnTo>
                  <a:lnTo>
                    <a:pt x="4277" y="28041"/>
                  </a:lnTo>
                  <a:lnTo>
                    <a:pt x="744" y="23599"/>
                  </a:lnTo>
                  <a:lnTo>
                    <a:pt x="0" y="20168"/>
                  </a:lnTo>
                  <a:lnTo>
                    <a:pt x="310" y="13227"/>
                  </a:lnTo>
                  <a:lnTo>
                    <a:pt x="1500" y="13108"/>
                  </a:lnTo>
                  <a:lnTo>
                    <a:pt x="2563" y="7742"/>
                  </a:lnTo>
                  <a:lnTo>
                    <a:pt x="4049" y="3912"/>
                  </a:lnTo>
                  <a:lnTo>
                    <a:pt x="8622" y="4268"/>
                  </a:lnTo>
                  <a:lnTo>
                    <a:pt x="12224" y="4217"/>
                  </a:lnTo>
                  <a:lnTo>
                    <a:pt x="11969" y="17"/>
                  </a:lnTo>
                  <a:lnTo>
                    <a:pt x="1323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7" name="ph5587"/>
            <p:cNvSpPr/>
            <p:nvPr/>
          </p:nvSpPr>
          <p:spPr>
            <a:xfrm>
              <a:off x="7055626" y="2571510"/>
              <a:ext cx="77202" cy="86781"/>
            </a:xfrm>
            <a:custGeom>
              <a:avLst/>
              <a:pathLst>
                <a:path w="77202" h="86781">
                  <a:moveTo>
                    <a:pt x="55326" y="0"/>
                  </a:moveTo>
                  <a:lnTo>
                    <a:pt x="58859" y="4442"/>
                  </a:lnTo>
                  <a:lnTo>
                    <a:pt x="59352" y="6494"/>
                  </a:lnTo>
                  <a:lnTo>
                    <a:pt x="55719" y="7474"/>
                  </a:lnTo>
                  <a:lnTo>
                    <a:pt x="57570" y="14141"/>
                  </a:lnTo>
                  <a:lnTo>
                    <a:pt x="61652" y="13868"/>
                  </a:lnTo>
                  <a:lnTo>
                    <a:pt x="61960" y="21323"/>
                  </a:lnTo>
                  <a:lnTo>
                    <a:pt x="68693" y="21070"/>
                  </a:lnTo>
                  <a:lnTo>
                    <a:pt x="73876" y="24803"/>
                  </a:lnTo>
                  <a:lnTo>
                    <a:pt x="73059" y="28172"/>
                  </a:lnTo>
                  <a:lnTo>
                    <a:pt x="76480" y="34412"/>
                  </a:lnTo>
                  <a:lnTo>
                    <a:pt x="77202" y="39855"/>
                  </a:lnTo>
                  <a:lnTo>
                    <a:pt x="70350" y="46560"/>
                  </a:lnTo>
                  <a:lnTo>
                    <a:pt x="72755" y="50167"/>
                  </a:lnTo>
                  <a:lnTo>
                    <a:pt x="72050" y="60991"/>
                  </a:lnTo>
                  <a:lnTo>
                    <a:pt x="66775" y="69117"/>
                  </a:lnTo>
                  <a:lnTo>
                    <a:pt x="69855" y="71552"/>
                  </a:lnTo>
                  <a:lnTo>
                    <a:pt x="75534" y="85635"/>
                  </a:lnTo>
                  <a:lnTo>
                    <a:pt x="73224" y="86436"/>
                  </a:lnTo>
                  <a:lnTo>
                    <a:pt x="70671" y="86781"/>
                  </a:lnTo>
                  <a:lnTo>
                    <a:pt x="67453" y="83109"/>
                  </a:lnTo>
                  <a:lnTo>
                    <a:pt x="52553" y="78129"/>
                  </a:lnTo>
                  <a:lnTo>
                    <a:pt x="47549" y="81028"/>
                  </a:lnTo>
                  <a:lnTo>
                    <a:pt x="36616" y="81046"/>
                  </a:lnTo>
                  <a:lnTo>
                    <a:pt x="32462" y="78795"/>
                  </a:lnTo>
                  <a:lnTo>
                    <a:pt x="32979" y="71960"/>
                  </a:lnTo>
                  <a:lnTo>
                    <a:pt x="28134" y="69504"/>
                  </a:lnTo>
                  <a:lnTo>
                    <a:pt x="19076" y="69399"/>
                  </a:lnTo>
                  <a:lnTo>
                    <a:pt x="11181" y="72881"/>
                  </a:lnTo>
                  <a:lnTo>
                    <a:pt x="2425" y="69681"/>
                  </a:lnTo>
                  <a:lnTo>
                    <a:pt x="1451" y="68184"/>
                  </a:lnTo>
                  <a:lnTo>
                    <a:pt x="10149" y="59999"/>
                  </a:lnTo>
                  <a:lnTo>
                    <a:pt x="8179" y="47780"/>
                  </a:lnTo>
                  <a:lnTo>
                    <a:pt x="157" y="48042"/>
                  </a:lnTo>
                  <a:lnTo>
                    <a:pt x="0" y="40317"/>
                  </a:lnTo>
                  <a:lnTo>
                    <a:pt x="1558" y="35401"/>
                  </a:lnTo>
                  <a:lnTo>
                    <a:pt x="2793" y="35663"/>
                  </a:lnTo>
                  <a:lnTo>
                    <a:pt x="11897" y="28697"/>
                  </a:lnTo>
                  <a:lnTo>
                    <a:pt x="4814" y="24387"/>
                  </a:lnTo>
                  <a:lnTo>
                    <a:pt x="11202" y="22741"/>
                  </a:lnTo>
                  <a:lnTo>
                    <a:pt x="12590" y="20763"/>
                  </a:lnTo>
                  <a:lnTo>
                    <a:pt x="14466" y="15053"/>
                  </a:lnTo>
                  <a:lnTo>
                    <a:pt x="12772" y="12505"/>
                  </a:lnTo>
                  <a:lnTo>
                    <a:pt x="10828" y="12931"/>
                  </a:lnTo>
                  <a:lnTo>
                    <a:pt x="10544" y="9792"/>
                  </a:lnTo>
                  <a:lnTo>
                    <a:pt x="17219" y="9172"/>
                  </a:lnTo>
                  <a:lnTo>
                    <a:pt x="17095" y="5082"/>
                  </a:lnTo>
                  <a:lnTo>
                    <a:pt x="19319" y="5252"/>
                  </a:lnTo>
                  <a:lnTo>
                    <a:pt x="22862" y="10679"/>
                  </a:lnTo>
                  <a:lnTo>
                    <a:pt x="25605" y="18226"/>
                  </a:lnTo>
                  <a:lnTo>
                    <a:pt x="30404" y="14837"/>
                  </a:lnTo>
                  <a:lnTo>
                    <a:pt x="29286" y="8285"/>
                  </a:lnTo>
                  <a:lnTo>
                    <a:pt x="37147" y="7054"/>
                  </a:lnTo>
                  <a:lnTo>
                    <a:pt x="37083" y="13075"/>
                  </a:lnTo>
                  <a:lnTo>
                    <a:pt x="43426" y="14162"/>
                  </a:lnTo>
                  <a:lnTo>
                    <a:pt x="45772" y="13195"/>
                  </a:lnTo>
                  <a:lnTo>
                    <a:pt x="47476" y="15371"/>
                  </a:lnTo>
                  <a:lnTo>
                    <a:pt x="48087" y="8659"/>
                  </a:lnTo>
                  <a:lnTo>
                    <a:pt x="50047" y="93"/>
                  </a:lnTo>
                  <a:lnTo>
                    <a:pt x="54545" y="56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8" name="ph5588"/>
            <p:cNvSpPr/>
            <p:nvPr/>
          </p:nvSpPr>
          <p:spPr>
            <a:xfrm>
              <a:off x="7316088" y="2690623"/>
              <a:ext cx="18101" cy="16050"/>
            </a:xfrm>
            <a:custGeom>
              <a:avLst/>
              <a:pathLst>
                <a:path w="18101" h="16050">
                  <a:moveTo>
                    <a:pt x="3904" y="1188"/>
                  </a:moveTo>
                  <a:lnTo>
                    <a:pt x="9714" y="597"/>
                  </a:lnTo>
                  <a:lnTo>
                    <a:pt x="15402" y="1041"/>
                  </a:lnTo>
                  <a:lnTo>
                    <a:pt x="16311" y="3063"/>
                  </a:lnTo>
                  <a:lnTo>
                    <a:pt x="15460" y="10919"/>
                  </a:lnTo>
                  <a:lnTo>
                    <a:pt x="18101" y="12986"/>
                  </a:lnTo>
                  <a:lnTo>
                    <a:pt x="18008" y="15308"/>
                  </a:lnTo>
                  <a:lnTo>
                    <a:pt x="17152" y="16050"/>
                  </a:lnTo>
                  <a:lnTo>
                    <a:pt x="10990" y="14208"/>
                  </a:lnTo>
                  <a:lnTo>
                    <a:pt x="6335" y="7964"/>
                  </a:lnTo>
                  <a:lnTo>
                    <a:pt x="2736" y="5062"/>
                  </a:lnTo>
                  <a:lnTo>
                    <a:pt x="0" y="4006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rgbClr val="FCBBA1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9" name="ph5589"/>
            <p:cNvSpPr/>
            <p:nvPr/>
          </p:nvSpPr>
          <p:spPr>
            <a:xfrm>
              <a:off x="7247314" y="2408687"/>
              <a:ext cx="96981" cy="158925"/>
            </a:xfrm>
            <a:custGeom>
              <a:avLst/>
              <a:pathLst>
                <a:path w="96981" h="158925">
                  <a:moveTo>
                    <a:pt x="94513" y="21260"/>
                  </a:moveTo>
                  <a:lnTo>
                    <a:pt x="92323" y="65710"/>
                  </a:lnTo>
                  <a:lnTo>
                    <a:pt x="93031" y="89558"/>
                  </a:lnTo>
                  <a:lnTo>
                    <a:pt x="92768" y="107132"/>
                  </a:lnTo>
                  <a:lnTo>
                    <a:pt x="90712" y="144462"/>
                  </a:lnTo>
                  <a:lnTo>
                    <a:pt x="91066" y="158257"/>
                  </a:lnTo>
                  <a:lnTo>
                    <a:pt x="86522" y="155799"/>
                  </a:lnTo>
                  <a:lnTo>
                    <a:pt x="85745" y="153301"/>
                  </a:lnTo>
                  <a:lnTo>
                    <a:pt x="86082" y="150665"/>
                  </a:lnTo>
                  <a:lnTo>
                    <a:pt x="84995" y="149801"/>
                  </a:lnTo>
                  <a:lnTo>
                    <a:pt x="80360" y="151276"/>
                  </a:lnTo>
                  <a:lnTo>
                    <a:pt x="79644" y="155259"/>
                  </a:lnTo>
                  <a:lnTo>
                    <a:pt x="76303" y="155059"/>
                  </a:lnTo>
                  <a:lnTo>
                    <a:pt x="75426" y="153393"/>
                  </a:lnTo>
                  <a:lnTo>
                    <a:pt x="73534" y="153169"/>
                  </a:lnTo>
                  <a:lnTo>
                    <a:pt x="71430" y="154124"/>
                  </a:lnTo>
                  <a:lnTo>
                    <a:pt x="69606" y="156756"/>
                  </a:lnTo>
                  <a:lnTo>
                    <a:pt x="67725" y="156659"/>
                  </a:lnTo>
                  <a:lnTo>
                    <a:pt x="64583" y="155076"/>
                  </a:lnTo>
                  <a:lnTo>
                    <a:pt x="62097" y="149942"/>
                  </a:lnTo>
                  <a:lnTo>
                    <a:pt x="59999" y="149966"/>
                  </a:lnTo>
                  <a:lnTo>
                    <a:pt x="58822" y="151224"/>
                  </a:lnTo>
                  <a:lnTo>
                    <a:pt x="57023" y="151206"/>
                  </a:lnTo>
                  <a:lnTo>
                    <a:pt x="53219" y="149773"/>
                  </a:lnTo>
                  <a:lnTo>
                    <a:pt x="50906" y="147124"/>
                  </a:lnTo>
                  <a:lnTo>
                    <a:pt x="48216" y="146652"/>
                  </a:lnTo>
                  <a:lnTo>
                    <a:pt x="47494" y="147103"/>
                  </a:lnTo>
                  <a:lnTo>
                    <a:pt x="47162" y="149386"/>
                  </a:lnTo>
                  <a:lnTo>
                    <a:pt x="40736" y="148465"/>
                  </a:lnTo>
                  <a:lnTo>
                    <a:pt x="37361" y="149923"/>
                  </a:lnTo>
                  <a:lnTo>
                    <a:pt x="38050" y="153126"/>
                  </a:lnTo>
                  <a:lnTo>
                    <a:pt x="37321" y="157045"/>
                  </a:lnTo>
                  <a:lnTo>
                    <a:pt x="34008" y="158407"/>
                  </a:lnTo>
                  <a:lnTo>
                    <a:pt x="33881" y="157253"/>
                  </a:lnTo>
                  <a:lnTo>
                    <a:pt x="32584" y="156616"/>
                  </a:lnTo>
                  <a:lnTo>
                    <a:pt x="26932" y="158925"/>
                  </a:lnTo>
                  <a:lnTo>
                    <a:pt x="18803" y="151985"/>
                  </a:lnTo>
                  <a:lnTo>
                    <a:pt x="19815" y="145844"/>
                  </a:lnTo>
                  <a:lnTo>
                    <a:pt x="18298" y="142205"/>
                  </a:lnTo>
                  <a:lnTo>
                    <a:pt x="13669" y="141666"/>
                  </a:lnTo>
                  <a:lnTo>
                    <a:pt x="13528" y="142572"/>
                  </a:lnTo>
                  <a:lnTo>
                    <a:pt x="8571" y="141978"/>
                  </a:lnTo>
                  <a:lnTo>
                    <a:pt x="9935" y="137318"/>
                  </a:lnTo>
                  <a:lnTo>
                    <a:pt x="12251" y="133587"/>
                  </a:lnTo>
                  <a:lnTo>
                    <a:pt x="11379" y="129713"/>
                  </a:lnTo>
                  <a:lnTo>
                    <a:pt x="5476" y="122192"/>
                  </a:lnTo>
                  <a:lnTo>
                    <a:pt x="0" y="116717"/>
                  </a:lnTo>
                  <a:lnTo>
                    <a:pt x="1755" y="101397"/>
                  </a:lnTo>
                  <a:lnTo>
                    <a:pt x="5691" y="101775"/>
                  </a:lnTo>
                  <a:lnTo>
                    <a:pt x="6234" y="94915"/>
                  </a:lnTo>
                  <a:lnTo>
                    <a:pt x="3114" y="89279"/>
                  </a:lnTo>
                  <a:lnTo>
                    <a:pt x="29040" y="74399"/>
                  </a:lnTo>
                  <a:lnTo>
                    <a:pt x="34506" y="68991"/>
                  </a:lnTo>
                  <a:lnTo>
                    <a:pt x="32622" y="69118"/>
                  </a:lnTo>
                  <a:lnTo>
                    <a:pt x="31966" y="68007"/>
                  </a:lnTo>
                  <a:lnTo>
                    <a:pt x="33252" y="64774"/>
                  </a:lnTo>
                  <a:lnTo>
                    <a:pt x="35080" y="63497"/>
                  </a:lnTo>
                  <a:lnTo>
                    <a:pt x="36949" y="63385"/>
                  </a:lnTo>
                  <a:lnTo>
                    <a:pt x="37707" y="59617"/>
                  </a:lnTo>
                  <a:lnTo>
                    <a:pt x="36165" y="57057"/>
                  </a:lnTo>
                  <a:lnTo>
                    <a:pt x="43433" y="56811"/>
                  </a:lnTo>
                  <a:lnTo>
                    <a:pt x="44074" y="49170"/>
                  </a:lnTo>
                  <a:lnTo>
                    <a:pt x="54161" y="48939"/>
                  </a:lnTo>
                  <a:lnTo>
                    <a:pt x="59899" y="47757"/>
                  </a:lnTo>
                  <a:lnTo>
                    <a:pt x="50876" y="41770"/>
                  </a:lnTo>
                  <a:lnTo>
                    <a:pt x="57176" y="29432"/>
                  </a:lnTo>
                  <a:lnTo>
                    <a:pt x="56945" y="21671"/>
                  </a:lnTo>
                  <a:lnTo>
                    <a:pt x="77592" y="6445"/>
                  </a:lnTo>
                  <a:lnTo>
                    <a:pt x="79177" y="8689"/>
                  </a:lnTo>
                  <a:lnTo>
                    <a:pt x="82993" y="8882"/>
                  </a:lnTo>
                  <a:lnTo>
                    <a:pt x="85951" y="7428"/>
                  </a:lnTo>
                  <a:lnTo>
                    <a:pt x="89033" y="3869"/>
                  </a:lnTo>
                  <a:lnTo>
                    <a:pt x="89511" y="278"/>
                  </a:lnTo>
                  <a:lnTo>
                    <a:pt x="9698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0" name="ph5590"/>
            <p:cNvSpPr/>
            <p:nvPr/>
          </p:nvSpPr>
          <p:spPr>
            <a:xfrm>
              <a:off x="7178905" y="2163547"/>
              <a:ext cx="40314" cy="53766"/>
            </a:xfrm>
            <a:custGeom>
              <a:avLst/>
              <a:pathLst>
                <a:path w="40314" h="53766">
                  <a:moveTo>
                    <a:pt x="11258" y="0"/>
                  </a:moveTo>
                  <a:lnTo>
                    <a:pt x="15207" y="2771"/>
                  </a:lnTo>
                  <a:lnTo>
                    <a:pt x="22859" y="788"/>
                  </a:lnTo>
                  <a:lnTo>
                    <a:pt x="25185" y="1163"/>
                  </a:lnTo>
                  <a:lnTo>
                    <a:pt x="29564" y="6656"/>
                  </a:lnTo>
                  <a:lnTo>
                    <a:pt x="36566" y="12526"/>
                  </a:lnTo>
                  <a:lnTo>
                    <a:pt x="40089" y="14559"/>
                  </a:lnTo>
                  <a:lnTo>
                    <a:pt x="40314" y="16462"/>
                  </a:lnTo>
                  <a:lnTo>
                    <a:pt x="39454" y="14910"/>
                  </a:lnTo>
                  <a:lnTo>
                    <a:pt x="38270" y="15885"/>
                  </a:lnTo>
                  <a:lnTo>
                    <a:pt x="36875" y="22591"/>
                  </a:lnTo>
                  <a:lnTo>
                    <a:pt x="35859" y="22945"/>
                  </a:lnTo>
                  <a:lnTo>
                    <a:pt x="33123" y="26854"/>
                  </a:lnTo>
                  <a:lnTo>
                    <a:pt x="35241" y="31584"/>
                  </a:lnTo>
                  <a:lnTo>
                    <a:pt x="35313" y="34865"/>
                  </a:lnTo>
                  <a:lnTo>
                    <a:pt x="33517" y="34909"/>
                  </a:lnTo>
                  <a:lnTo>
                    <a:pt x="30872" y="36875"/>
                  </a:lnTo>
                  <a:lnTo>
                    <a:pt x="30906" y="39206"/>
                  </a:lnTo>
                  <a:lnTo>
                    <a:pt x="32120" y="40353"/>
                  </a:lnTo>
                  <a:lnTo>
                    <a:pt x="33580" y="40345"/>
                  </a:lnTo>
                  <a:lnTo>
                    <a:pt x="34671" y="42769"/>
                  </a:lnTo>
                  <a:lnTo>
                    <a:pt x="34223" y="44362"/>
                  </a:lnTo>
                  <a:lnTo>
                    <a:pt x="23914" y="43166"/>
                  </a:lnTo>
                  <a:lnTo>
                    <a:pt x="21295" y="46256"/>
                  </a:lnTo>
                  <a:lnTo>
                    <a:pt x="14958" y="53766"/>
                  </a:lnTo>
                  <a:lnTo>
                    <a:pt x="0" y="36275"/>
                  </a:lnTo>
                  <a:lnTo>
                    <a:pt x="9171" y="10623"/>
                  </a:lnTo>
                  <a:lnTo>
                    <a:pt x="8249" y="112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1" name="ph5591"/>
            <p:cNvSpPr/>
            <p:nvPr/>
          </p:nvSpPr>
          <p:spPr>
            <a:xfrm>
              <a:off x="7160637" y="2327452"/>
              <a:ext cx="94458" cy="52330"/>
            </a:xfrm>
            <a:custGeom>
              <a:avLst/>
              <a:pathLst>
                <a:path w="94458" h="52330">
                  <a:moveTo>
                    <a:pt x="40146" y="3605"/>
                  </a:moveTo>
                  <a:lnTo>
                    <a:pt x="55073" y="5905"/>
                  </a:lnTo>
                  <a:lnTo>
                    <a:pt x="54941" y="9728"/>
                  </a:lnTo>
                  <a:lnTo>
                    <a:pt x="53422" y="8892"/>
                  </a:lnTo>
                  <a:lnTo>
                    <a:pt x="52538" y="12797"/>
                  </a:lnTo>
                  <a:lnTo>
                    <a:pt x="57755" y="14347"/>
                  </a:lnTo>
                  <a:lnTo>
                    <a:pt x="63206" y="10323"/>
                  </a:lnTo>
                  <a:lnTo>
                    <a:pt x="72877" y="11738"/>
                  </a:lnTo>
                  <a:lnTo>
                    <a:pt x="72319" y="19619"/>
                  </a:lnTo>
                  <a:lnTo>
                    <a:pt x="76611" y="22209"/>
                  </a:lnTo>
                  <a:lnTo>
                    <a:pt x="77299" y="26990"/>
                  </a:lnTo>
                  <a:lnTo>
                    <a:pt x="92216" y="24505"/>
                  </a:lnTo>
                  <a:lnTo>
                    <a:pt x="92535" y="23599"/>
                  </a:lnTo>
                  <a:lnTo>
                    <a:pt x="94458" y="26016"/>
                  </a:lnTo>
                  <a:lnTo>
                    <a:pt x="92426" y="27948"/>
                  </a:lnTo>
                  <a:lnTo>
                    <a:pt x="92865" y="28753"/>
                  </a:lnTo>
                  <a:lnTo>
                    <a:pt x="85951" y="33359"/>
                  </a:lnTo>
                  <a:lnTo>
                    <a:pt x="85966" y="36087"/>
                  </a:lnTo>
                  <a:lnTo>
                    <a:pt x="80767" y="35441"/>
                  </a:lnTo>
                  <a:lnTo>
                    <a:pt x="80314" y="33718"/>
                  </a:lnTo>
                  <a:lnTo>
                    <a:pt x="72948" y="36961"/>
                  </a:lnTo>
                  <a:lnTo>
                    <a:pt x="69349" y="41344"/>
                  </a:lnTo>
                  <a:lnTo>
                    <a:pt x="60374" y="49816"/>
                  </a:lnTo>
                  <a:lnTo>
                    <a:pt x="59877" y="52330"/>
                  </a:lnTo>
                  <a:lnTo>
                    <a:pt x="48422" y="50107"/>
                  </a:lnTo>
                  <a:lnTo>
                    <a:pt x="43667" y="50582"/>
                  </a:lnTo>
                  <a:lnTo>
                    <a:pt x="44070" y="46960"/>
                  </a:lnTo>
                  <a:lnTo>
                    <a:pt x="33728" y="45576"/>
                  </a:lnTo>
                  <a:lnTo>
                    <a:pt x="33751" y="46995"/>
                  </a:lnTo>
                  <a:lnTo>
                    <a:pt x="30124" y="46083"/>
                  </a:lnTo>
                  <a:lnTo>
                    <a:pt x="29859" y="36090"/>
                  </a:lnTo>
                  <a:lnTo>
                    <a:pt x="24436" y="32767"/>
                  </a:lnTo>
                  <a:lnTo>
                    <a:pt x="24651" y="37103"/>
                  </a:lnTo>
                  <a:lnTo>
                    <a:pt x="22073" y="37780"/>
                  </a:lnTo>
                  <a:lnTo>
                    <a:pt x="20997" y="36227"/>
                  </a:lnTo>
                  <a:lnTo>
                    <a:pt x="15908" y="35619"/>
                  </a:lnTo>
                  <a:lnTo>
                    <a:pt x="10979" y="38192"/>
                  </a:lnTo>
                  <a:lnTo>
                    <a:pt x="5637" y="37650"/>
                  </a:lnTo>
                  <a:lnTo>
                    <a:pt x="5398" y="36750"/>
                  </a:lnTo>
                  <a:lnTo>
                    <a:pt x="0" y="35285"/>
                  </a:lnTo>
                  <a:lnTo>
                    <a:pt x="5363" y="28392"/>
                  </a:lnTo>
                  <a:lnTo>
                    <a:pt x="2488" y="15927"/>
                  </a:lnTo>
                  <a:lnTo>
                    <a:pt x="5038" y="13238"/>
                  </a:lnTo>
                  <a:lnTo>
                    <a:pt x="4074" y="11304"/>
                  </a:lnTo>
                  <a:lnTo>
                    <a:pt x="12299" y="8971"/>
                  </a:lnTo>
                  <a:lnTo>
                    <a:pt x="14510" y="6824"/>
                  </a:lnTo>
                  <a:lnTo>
                    <a:pt x="15933" y="1835"/>
                  </a:lnTo>
                  <a:lnTo>
                    <a:pt x="17036" y="1112"/>
                  </a:lnTo>
                  <a:lnTo>
                    <a:pt x="19491" y="1329"/>
                  </a:lnTo>
                  <a:lnTo>
                    <a:pt x="21313" y="7639"/>
                  </a:lnTo>
                  <a:lnTo>
                    <a:pt x="23354" y="8218"/>
                  </a:lnTo>
                  <a:lnTo>
                    <a:pt x="31775" y="7303"/>
                  </a:lnTo>
                  <a:lnTo>
                    <a:pt x="4001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2" name="ph5592"/>
            <p:cNvSpPr/>
            <p:nvPr/>
          </p:nvSpPr>
          <p:spPr>
            <a:xfrm>
              <a:off x="7231002" y="2182924"/>
              <a:ext cx="53450" cy="100969"/>
            </a:xfrm>
            <a:custGeom>
              <a:avLst/>
              <a:pathLst>
                <a:path w="53450" h="100969">
                  <a:moveTo>
                    <a:pt x="16833" y="1180"/>
                  </a:moveTo>
                  <a:lnTo>
                    <a:pt x="20667" y="4857"/>
                  </a:lnTo>
                  <a:lnTo>
                    <a:pt x="37823" y="17235"/>
                  </a:lnTo>
                  <a:lnTo>
                    <a:pt x="40732" y="18521"/>
                  </a:lnTo>
                  <a:lnTo>
                    <a:pt x="50828" y="20732"/>
                  </a:lnTo>
                  <a:lnTo>
                    <a:pt x="50605" y="23631"/>
                  </a:lnTo>
                  <a:lnTo>
                    <a:pt x="52599" y="24218"/>
                  </a:lnTo>
                  <a:lnTo>
                    <a:pt x="50761" y="31152"/>
                  </a:lnTo>
                  <a:lnTo>
                    <a:pt x="53450" y="100672"/>
                  </a:lnTo>
                  <a:lnTo>
                    <a:pt x="43013" y="100969"/>
                  </a:lnTo>
                  <a:lnTo>
                    <a:pt x="43040" y="97103"/>
                  </a:lnTo>
                  <a:lnTo>
                    <a:pt x="40055" y="93387"/>
                  </a:lnTo>
                  <a:lnTo>
                    <a:pt x="36193" y="96769"/>
                  </a:lnTo>
                  <a:lnTo>
                    <a:pt x="36007" y="98460"/>
                  </a:lnTo>
                  <a:lnTo>
                    <a:pt x="32428" y="99364"/>
                  </a:lnTo>
                  <a:lnTo>
                    <a:pt x="26893" y="99742"/>
                  </a:lnTo>
                  <a:lnTo>
                    <a:pt x="26439" y="95649"/>
                  </a:lnTo>
                  <a:lnTo>
                    <a:pt x="19912" y="94895"/>
                  </a:lnTo>
                  <a:lnTo>
                    <a:pt x="19808" y="95867"/>
                  </a:lnTo>
                  <a:lnTo>
                    <a:pt x="2156" y="96301"/>
                  </a:lnTo>
                  <a:lnTo>
                    <a:pt x="1527" y="67917"/>
                  </a:lnTo>
                  <a:lnTo>
                    <a:pt x="105" y="27039"/>
                  </a:lnTo>
                  <a:lnTo>
                    <a:pt x="0" y="24284"/>
                  </a:lnTo>
                  <a:lnTo>
                    <a:pt x="2773" y="24221"/>
                  </a:lnTo>
                  <a:lnTo>
                    <a:pt x="2572" y="14779"/>
                  </a:lnTo>
                  <a:lnTo>
                    <a:pt x="3667" y="13942"/>
                  </a:lnTo>
                  <a:lnTo>
                    <a:pt x="5091" y="1827"/>
                  </a:lnTo>
                  <a:lnTo>
                    <a:pt x="6812" y="309"/>
                  </a:lnTo>
                  <a:lnTo>
                    <a:pt x="9466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3" name="ph5593"/>
            <p:cNvSpPr/>
            <p:nvPr/>
          </p:nvSpPr>
          <p:spPr>
            <a:xfrm>
              <a:off x="7281607" y="2201832"/>
              <a:ext cx="38587" cy="89588"/>
            </a:xfrm>
            <a:custGeom>
              <a:avLst/>
              <a:pathLst>
                <a:path w="38587" h="89588">
                  <a:moveTo>
                    <a:pt x="4207" y="719"/>
                  </a:moveTo>
                  <a:lnTo>
                    <a:pt x="7059" y="1106"/>
                  </a:lnTo>
                  <a:lnTo>
                    <a:pt x="10974" y="3019"/>
                  </a:lnTo>
                  <a:lnTo>
                    <a:pt x="13271" y="3032"/>
                  </a:lnTo>
                  <a:lnTo>
                    <a:pt x="15315" y="0"/>
                  </a:lnTo>
                  <a:lnTo>
                    <a:pt x="21035" y="389"/>
                  </a:lnTo>
                  <a:lnTo>
                    <a:pt x="22646" y="1802"/>
                  </a:lnTo>
                  <a:lnTo>
                    <a:pt x="29515" y="844"/>
                  </a:lnTo>
                  <a:lnTo>
                    <a:pt x="28980" y="1415"/>
                  </a:lnTo>
                  <a:lnTo>
                    <a:pt x="29256" y="9561"/>
                  </a:lnTo>
                  <a:lnTo>
                    <a:pt x="27474" y="17432"/>
                  </a:lnTo>
                  <a:lnTo>
                    <a:pt x="27666" y="23555"/>
                  </a:lnTo>
                  <a:lnTo>
                    <a:pt x="28970" y="26623"/>
                  </a:lnTo>
                  <a:lnTo>
                    <a:pt x="29129" y="33906"/>
                  </a:lnTo>
                  <a:lnTo>
                    <a:pt x="27581" y="40258"/>
                  </a:lnTo>
                  <a:lnTo>
                    <a:pt x="25760" y="40298"/>
                  </a:lnTo>
                  <a:lnTo>
                    <a:pt x="24410" y="45444"/>
                  </a:lnTo>
                  <a:lnTo>
                    <a:pt x="24812" y="56273"/>
                  </a:lnTo>
                  <a:lnTo>
                    <a:pt x="25104" y="58916"/>
                  </a:lnTo>
                  <a:lnTo>
                    <a:pt x="27462" y="58844"/>
                  </a:lnTo>
                  <a:lnTo>
                    <a:pt x="27859" y="73025"/>
                  </a:lnTo>
                  <a:lnTo>
                    <a:pt x="36260" y="73219"/>
                  </a:lnTo>
                  <a:lnTo>
                    <a:pt x="38544" y="74342"/>
                  </a:lnTo>
                  <a:lnTo>
                    <a:pt x="38587" y="76308"/>
                  </a:lnTo>
                  <a:lnTo>
                    <a:pt x="37480" y="78702"/>
                  </a:lnTo>
                  <a:lnTo>
                    <a:pt x="27943" y="89047"/>
                  </a:lnTo>
                  <a:lnTo>
                    <a:pt x="28134" y="89559"/>
                  </a:lnTo>
                  <a:lnTo>
                    <a:pt x="27152" y="89588"/>
                  </a:lnTo>
                  <a:lnTo>
                    <a:pt x="26978" y="83737"/>
                  </a:lnTo>
                  <a:lnTo>
                    <a:pt x="23365" y="81468"/>
                  </a:lnTo>
                  <a:lnTo>
                    <a:pt x="17449" y="81647"/>
                  </a:lnTo>
                  <a:lnTo>
                    <a:pt x="17522" y="84018"/>
                  </a:lnTo>
                  <a:lnTo>
                    <a:pt x="13986" y="84107"/>
                  </a:lnTo>
                  <a:lnTo>
                    <a:pt x="13909" y="81421"/>
                  </a:lnTo>
                  <a:lnTo>
                    <a:pt x="2845" y="81764"/>
                  </a:lnTo>
                  <a:lnTo>
                    <a:pt x="156" y="12244"/>
                  </a:lnTo>
                  <a:lnTo>
                    <a:pt x="1994" y="5310"/>
                  </a:lnTo>
                  <a:lnTo>
                    <a:pt x="0" y="4723"/>
                  </a:lnTo>
                  <a:lnTo>
                    <a:pt x="223" y="182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4" name="ph5594"/>
            <p:cNvSpPr/>
            <p:nvPr/>
          </p:nvSpPr>
          <p:spPr>
            <a:xfrm>
              <a:off x="7122401" y="2594339"/>
              <a:ext cx="56916" cy="66614"/>
            </a:xfrm>
            <a:custGeom>
              <a:avLst/>
              <a:pathLst>
                <a:path w="56916" h="66614">
                  <a:moveTo>
                    <a:pt x="16494" y="990"/>
                  </a:moveTo>
                  <a:lnTo>
                    <a:pt x="17888" y="5030"/>
                  </a:lnTo>
                  <a:lnTo>
                    <a:pt x="24231" y="4958"/>
                  </a:lnTo>
                  <a:lnTo>
                    <a:pt x="24390" y="10726"/>
                  </a:lnTo>
                  <a:lnTo>
                    <a:pt x="27901" y="15582"/>
                  </a:lnTo>
                  <a:lnTo>
                    <a:pt x="43067" y="20073"/>
                  </a:lnTo>
                  <a:lnTo>
                    <a:pt x="48204" y="19096"/>
                  </a:lnTo>
                  <a:lnTo>
                    <a:pt x="50978" y="23777"/>
                  </a:lnTo>
                  <a:lnTo>
                    <a:pt x="52534" y="29923"/>
                  </a:lnTo>
                  <a:lnTo>
                    <a:pt x="50882" y="31561"/>
                  </a:lnTo>
                  <a:lnTo>
                    <a:pt x="50894" y="33002"/>
                  </a:lnTo>
                  <a:lnTo>
                    <a:pt x="53930" y="33407"/>
                  </a:lnTo>
                  <a:lnTo>
                    <a:pt x="56916" y="41642"/>
                  </a:lnTo>
                  <a:lnTo>
                    <a:pt x="53442" y="40926"/>
                  </a:lnTo>
                  <a:lnTo>
                    <a:pt x="53239" y="42938"/>
                  </a:lnTo>
                  <a:lnTo>
                    <a:pt x="51574" y="42850"/>
                  </a:lnTo>
                  <a:lnTo>
                    <a:pt x="48324" y="49846"/>
                  </a:lnTo>
                  <a:lnTo>
                    <a:pt x="46544" y="50602"/>
                  </a:lnTo>
                  <a:lnTo>
                    <a:pt x="45129" y="53436"/>
                  </a:lnTo>
                  <a:lnTo>
                    <a:pt x="43423" y="61725"/>
                  </a:lnTo>
                  <a:lnTo>
                    <a:pt x="31823" y="66614"/>
                  </a:lnTo>
                  <a:lnTo>
                    <a:pt x="28772" y="60609"/>
                  </a:lnTo>
                  <a:lnTo>
                    <a:pt x="23489" y="61468"/>
                  </a:lnTo>
                  <a:lnTo>
                    <a:pt x="21711" y="56133"/>
                  </a:lnTo>
                  <a:lnTo>
                    <a:pt x="17733" y="57255"/>
                  </a:lnTo>
                  <a:lnTo>
                    <a:pt x="15039" y="57096"/>
                  </a:lnTo>
                  <a:lnTo>
                    <a:pt x="10342" y="46906"/>
                  </a:lnTo>
                  <a:lnTo>
                    <a:pt x="8193" y="46099"/>
                  </a:lnTo>
                  <a:lnTo>
                    <a:pt x="2430" y="46770"/>
                  </a:lnTo>
                  <a:lnTo>
                    <a:pt x="3080" y="48724"/>
                  </a:lnTo>
                  <a:lnTo>
                    <a:pt x="0" y="46288"/>
                  </a:lnTo>
                  <a:lnTo>
                    <a:pt x="5275" y="38162"/>
                  </a:lnTo>
                  <a:lnTo>
                    <a:pt x="5980" y="27338"/>
                  </a:lnTo>
                  <a:lnTo>
                    <a:pt x="3575" y="23732"/>
                  </a:lnTo>
                  <a:lnTo>
                    <a:pt x="10427" y="17027"/>
                  </a:lnTo>
                  <a:lnTo>
                    <a:pt x="9705" y="11583"/>
                  </a:lnTo>
                  <a:lnTo>
                    <a:pt x="6284" y="5343"/>
                  </a:lnTo>
                  <a:lnTo>
                    <a:pt x="7101" y="1975"/>
                  </a:lnTo>
                  <a:lnTo>
                    <a:pt x="10359" y="2872"/>
                  </a:lnTo>
                  <a:lnTo>
                    <a:pt x="11684" y="3581"/>
                  </a:lnTo>
                  <a:lnTo>
                    <a:pt x="11841" y="194"/>
                  </a:lnTo>
                  <a:lnTo>
                    <a:pt x="1406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5" name="ph5595"/>
            <p:cNvSpPr/>
            <p:nvPr/>
          </p:nvSpPr>
          <p:spPr>
            <a:xfrm>
              <a:off x="7169583" y="2449566"/>
              <a:ext cx="65565" cy="56262"/>
            </a:xfrm>
            <a:custGeom>
              <a:avLst/>
              <a:pathLst>
                <a:path w="65565" h="56262">
                  <a:moveTo>
                    <a:pt x="54766" y="4231"/>
                  </a:moveTo>
                  <a:lnTo>
                    <a:pt x="58977" y="12069"/>
                  </a:lnTo>
                  <a:lnTo>
                    <a:pt x="65565" y="10013"/>
                  </a:lnTo>
                  <a:lnTo>
                    <a:pt x="58434" y="16138"/>
                  </a:lnTo>
                  <a:lnTo>
                    <a:pt x="61838" y="19447"/>
                  </a:lnTo>
                  <a:lnTo>
                    <a:pt x="63965" y="27510"/>
                  </a:lnTo>
                  <a:lnTo>
                    <a:pt x="64258" y="28589"/>
                  </a:lnTo>
                  <a:lnTo>
                    <a:pt x="63549" y="29148"/>
                  </a:lnTo>
                  <a:lnTo>
                    <a:pt x="57028" y="30291"/>
                  </a:lnTo>
                  <a:lnTo>
                    <a:pt x="53215" y="40121"/>
                  </a:lnTo>
                  <a:lnTo>
                    <a:pt x="53164" y="44131"/>
                  </a:lnTo>
                  <a:lnTo>
                    <a:pt x="54275" y="47904"/>
                  </a:lnTo>
                  <a:lnTo>
                    <a:pt x="51823" y="45022"/>
                  </a:lnTo>
                  <a:lnTo>
                    <a:pt x="50291" y="46464"/>
                  </a:lnTo>
                  <a:lnTo>
                    <a:pt x="51619" y="51118"/>
                  </a:lnTo>
                  <a:lnTo>
                    <a:pt x="54472" y="52573"/>
                  </a:lnTo>
                  <a:lnTo>
                    <a:pt x="55027" y="53684"/>
                  </a:lnTo>
                  <a:lnTo>
                    <a:pt x="53192" y="56262"/>
                  </a:lnTo>
                  <a:lnTo>
                    <a:pt x="50312" y="55830"/>
                  </a:lnTo>
                  <a:lnTo>
                    <a:pt x="49980" y="54184"/>
                  </a:lnTo>
                  <a:lnTo>
                    <a:pt x="44622" y="52821"/>
                  </a:lnTo>
                  <a:lnTo>
                    <a:pt x="43172" y="54146"/>
                  </a:lnTo>
                  <a:lnTo>
                    <a:pt x="42436" y="53567"/>
                  </a:lnTo>
                  <a:lnTo>
                    <a:pt x="37904" y="48504"/>
                  </a:lnTo>
                  <a:lnTo>
                    <a:pt x="37901" y="47851"/>
                  </a:lnTo>
                  <a:lnTo>
                    <a:pt x="38846" y="47937"/>
                  </a:lnTo>
                  <a:lnTo>
                    <a:pt x="27803" y="33902"/>
                  </a:lnTo>
                  <a:lnTo>
                    <a:pt x="8728" y="23521"/>
                  </a:lnTo>
                  <a:lnTo>
                    <a:pt x="7342" y="16705"/>
                  </a:lnTo>
                  <a:lnTo>
                    <a:pt x="4303" y="15423"/>
                  </a:lnTo>
                  <a:lnTo>
                    <a:pt x="1996" y="15594"/>
                  </a:lnTo>
                  <a:lnTo>
                    <a:pt x="0" y="14826"/>
                  </a:lnTo>
                  <a:lnTo>
                    <a:pt x="775" y="14923"/>
                  </a:lnTo>
                  <a:lnTo>
                    <a:pt x="2950" y="2701"/>
                  </a:lnTo>
                  <a:lnTo>
                    <a:pt x="23548" y="10547"/>
                  </a:lnTo>
                  <a:lnTo>
                    <a:pt x="24295" y="4598"/>
                  </a:lnTo>
                  <a:lnTo>
                    <a:pt x="21918" y="1903"/>
                  </a:lnTo>
                  <a:lnTo>
                    <a:pt x="28194" y="2467"/>
                  </a:lnTo>
                  <a:lnTo>
                    <a:pt x="2727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6" name="ph5596"/>
            <p:cNvSpPr/>
            <p:nvPr/>
          </p:nvSpPr>
          <p:spPr>
            <a:xfrm>
              <a:off x="7156949" y="2360220"/>
              <a:ext cx="71612" cy="99893"/>
            </a:xfrm>
            <a:custGeom>
              <a:avLst/>
              <a:pathLst>
                <a:path w="71612" h="99893">
                  <a:moveTo>
                    <a:pt x="33547" y="3323"/>
                  </a:moveTo>
                  <a:lnTo>
                    <a:pt x="33812" y="13316"/>
                  </a:lnTo>
                  <a:lnTo>
                    <a:pt x="37439" y="14228"/>
                  </a:lnTo>
                  <a:lnTo>
                    <a:pt x="40041" y="14248"/>
                  </a:lnTo>
                  <a:lnTo>
                    <a:pt x="38926" y="21070"/>
                  </a:lnTo>
                  <a:lnTo>
                    <a:pt x="43672" y="27548"/>
                  </a:lnTo>
                  <a:lnTo>
                    <a:pt x="42393" y="28146"/>
                  </a:lnTo>
                  <a:lnTo>
                    <a:pt x="46926" y="34104"/>
                  </a:lnTo>
                  <a:lnTo>
                    <a:pt x="49278" y="40167"/>
                  </a:lnTo>
                  <a:lnTo>
                    <a:pt x="50976" y="49656"/>
                  </a:lnTo>
                  <a:lnTo>
                    <a:pt x="62035" y="46253"/>
                  </a:lnTo>
                  <a:lnTo>
                    <a:pt x="62480" y="50395"/>
                  </a:lnTo>
                  <a:lnTo>
                    <a:pt x="70068" y="53498"/>
                  </a:lnTo>
                  <a:lnTo>
                    <a:pt x="71612" y="53430"/>
                  </a:lnTo>
                  <a:lnTo>
                    <a:pt x="67977" y="60779"/>
                  </a:lnTo>
                  <a:lnTo>
                    <a:pt x="63117" y="60169"/>
                  </a:lnTo>
                  <a:lnTo>
                    <a:pt x="62912" y="60820"/>
                  </a:lnTo>
                  <a:lnTo>
                    <a:pt x="62429" y="68756"/>
                  </a:lnTo>
                  <a:lnTo>
                    <a:pt x="67400" y="93577"/>
                  </a:lnTo>
                  <a:lnTo>
                    <a:pt x="39910" y="89346"/>
                  </a:lnTo>
                  <a:lnTo>
                    <a:pt x="40827" y="91813"/>
                  </a:lnTo>
                  <a:lnTo>
                    <a:pt x="34552" y="91249"/>
                  </a:lnTo>
                  <a:lnTo>
                    <a:pt x="36929" y="93945"/>
                  </a:lnTo>
                  <a:lnTo>
                    <a:pt x="36182" y="99893"/>
                  </a:lnTo>
                  <a:lnTo>
                    <a:pt x="15584" y="92047"/>
                  </a:lnTo>
                  <a:lnTo>
                    <a:pt x="13882" y="91406"/>
                  </a:lnTo>
                  <a:lnTo>
                    <a:pt x="14658" y="87242"/>
                  </a:lnTo>
                  <a:lnTo>
                    <a:pt x="24639" y="87308"/>
                  </a:lnTo>
                  <a:lnTo>
                    <a:pt x="19389" y="81960"/>
                  </a:lnTo>
                  <a:lnTo>
                    <a:pt x="19363" y="80120"/>
                  </a:lnTo>
                  <a:lnTo>
                    <a:pt x="8827" y="70415"/>
                  </a:lnTo>
                  <a:lnTo>
                    <a:pt x="5662" y="65317"/>
                  </a:lnTo>
                  <a:lnTo>
                    <a:pt x="2496" y="62581"/>
                  </a:lnTo>
                  <a:lnTo>
                    <a:pt x="0" y="62177"/>
                  </a:lnTo>
                  <a:lnTo>
                    <a:pt x="4618" y="54411"/>
                  </a:lnTo>
                  <a:lnTo>
                    <a:pt x="5659" y="54343"/>
                  </a:lnTo>
                  <a:lnTo>
                    <a:pt x="5953" y="43615"/>
                  </a:lnTo>
                  <a:lnTo>
                    <a:pt x="11257" y="37052"/>
                  </a:lnTo>
                  <a:lnTo>
                    <a:pt x="5250" y="36982"/>
                  </a:lnTo>
                  <a:lnTo>
                    <a:pt x="5473" y="33737"/>
                  </a:lnTo>
                  <a:lnTo>
                    <a:pt x="6085" y="33217"/>
                  </a:lnTo>
                  <a:lnTo>
                    <a:pt x="6718" y="19077"/>
                  </a:lnTo>
                  <a:lnTo>
                    <a:pt x="4895" y="19863"/>
                  </a:lnTo>
                  <a:lnTo>
                    <a:pt x="2974" y="14655"/>
                  </a:lnTo>
                  <a:lnTo>
                    <a:pt x="5849" y="13419"/>
                  </a:lnTo>
                  <a:lnTo>
                    <a:pt x="6660" y="14011"/>
                  </a:lnTo>
                  <a:lnTo>
                    <a:pt x="3687" y="2518"/>
                  </a:lnTo>
                  <a:lnTo>
                    <a:pt x="9086" y="3982"/>
                  </a:lnTo>
                  <a:lnTo>
                    <a:pt x="9325" y="4883"/>
                  </a:lnTo>
                  <a:lnTo>
                    <a:pt x="14667" y="5424"/>
                  </a:lnTo>
                  <a:lnTo>
                    <a:pt x="19596" y="2852"/>
                  </a:lnTo>
                  <a:lnTo>
                    <a:pt x="24685" y="3459"/>
                  </a:lnTo>
                  <a:lnTo>
                    <a:pt x="25761" y="5012"/>
                  </a:lnTo>
                  <a:lnTo>
                    <a:pt x="28339" y="4335"/>
                  </a:lnTo>
                  <a:lnTo>
                    <a:pt x="2812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7" name="ph5597"/>
            <p:cNvSpPr/>
            <p:nvPr/>
          </p:nvSpPr>
          <p:spPr>
            <a:xfrm>
              <a:off x="7253064" y="2283301"/>
              <a:ext cx="108549" cy="150013"/>
            </a:xfrm>
            <a:custGeom>
              <a:avLst/>
              <a:pathLst>
                <a:path w="108549" h="150013">
                  <a:moveTo>
                    <a:pt x="55521" y="2268"/>
                  </a:moveTo>
                  <a:lnTo>
                    <a:pt x="55695" y="8119"/>
                  </a:lnTo>
                  <a:lnTo>
                    <a:pt x="56677" y="8091"/>
                  </a:lnTo>
                  <a:lnTo>
                    <a:pt x="61601" y="8013"/>
                  </a:lnTo>
                  <a:lnTo>
                    <a:pt x="64136" y="5915"/>
                  </a:lnTo>
                  <a:lnTo>
                    <a:pt x="66400" y="7221"/>
                  </a:lnTo>
                  <a:lnTo>
                    <a:pt x="83630" y="23005"/>
                  </a:lnTo>
                  <a:lnTo>
                    <a:pt x="83587" y="21659"/>
                  </a:lnTo>
                  <a:lnTo>
                    <a:pt x="89543" y="27689"/>
                  </a:lnTo>
                  <a:lnTo>
                    <a:pt x="108549" y="51171"/>
                  </a:lnTo>
                  <a:lnTo>
                    <a:pt x="100567" y="79779"/>
                  </a:lnTo>
                  <a:lnTo>
                    <a:pt x="94590" y="106305"/>
                  </a:lnTo>
                  <a:lnTo>
                    <a:pt x="91231" y="125386"/>
                  </a:lnTo>
                  <a:lnTo>
                    <a:pt x="83761" y="125665"/>
                  </a:lnTo>
                  <a:lnTo>
                    <a:pt x="83282" y="129256"/>
                  </a:lnTo>
                  <a:lnTo>
                    <a:pt x="80201" y="132815"/>
                  </a:lnTo>
                  <a:lnTo>
                    <a:pt x="77242" y="134269"/>
                  </a:lnTo>
                  <a:lnTo>
                    <a:pt x="73427" y="134076"/>
                  </a:lnTo>
                  <a:lnTo>
                    <a:pt x="71842" y="131832"/>
                  </a:lnTo>
                  <a:lnTo>
                    <a:pt x="51195" y="147058"/>
                  </a:lnTo>
                  <a:lnTo>
                    <a:pt x="47182" y="150013"/>
                  </a:lnTo>
                  <a:lnTo>
                    <a:pt x="45299" y="146916"/>
                  </a:lnTo>
                  <a:lnTo>
                    <a:pt x="51979" y="141479"/>
                  </a:lnTo>
                  <a:lnTo>
                    <a:pt x="50935" y="136329"/>
                  </a:lnTo>
                  <a:lnTo>
                    <a:pt x="39942" y="136855"/>
                  </a:lnTo>
                  <a:lnTo>
                    <a:pt x="39824" y="134784"/>
                  </a:lnTo>
                  <a:lnTo>
                    <a:pt x="31057" y="134423"/>
                  </a:lnTo>
                  <a:lnTo>
                    <a:pt x="30902" y="129215"/>
                  </a:lnTo>
                  <a:lnTo>
                    <a:pt x="30822" y="126976"/>
                  </a:lnTo>
                  <a:lnTo>
                    <a:pt x="35643" y="127814"/>
                  </a:lnTo>
                  <a:lnTo>
                    <a:pt x="40918" y="123513"/>
                  </a:lnTo>
                  <a:lnTo>
                    <a:pt x="36022" y="114529"/>
                  </a:lnTo>
                  <a:lnTo>
                    <a:pt x="34712" y="115688"/>
                  </a:lnTo>
                  <a:lnTo>
                    <a:pt x="31115" y="113687"/>
                  </a:lnTo>
                  <a:lnTo>
                    <a:pt x="26028" y="108182"/>
                  </a:lnTo>
                  <a:lnTo>
                    <a:pt x="24369" y="108963"/>
                  </a:lnTo>
                  <a:lnTo>
                    <a:pt x="22474" y="111505"/>
                  </a:lnTo>
                  <a:lnTo>
                    <a:pt x="18938" y="112926"/>
                  </a:lnTo>
                  <a:lnTo>
                    <a:pt x="13848" y="107345"/>
                  </a:lnTo>
                  <a:lnTo>
                    <a:pt x="17580" y="101299"/>
                  </a:lnTo>
                  <a:lnTo>
                    <a:pt x="11955" y="83492"/>
                  </a:lnTo>
                  <a:lnTo>
                    <a:pt x="6417" y="78012"/>
                  </a:lnTo>
                  <a:lnTo>
                    <a:pt x="2679" y="76345"/>
                  </a:lnTo>
                  <a:lnTo>
                    <a:pt x="438" y="72905"/>
                  </a:lnTo>
                  <a:lnTo>
                    <a:pt x="0" y="72100"/>
                  </a:lnTo>
                  <a:lnTo>
                    <a:pt x="2031" y="70168"/>
                  </a:lnTo>
                  <a:lnTo>
                    <a:pt x="108" y="67751"/>
                  </a:lnTo>
                  <a:lnTo>
                    <a:pt x="2305" y="62840"/>
                  </a:lnTo>
                  <a:lnTo>
                    <a:pt x="5086" y="49809"/>
                  </a:lnTo>
                  <a:lnTo>
                    <a:pt x="9291" y="48805"/>
                  </a:lnTo>
                  <a:lnTo>
                    <a:pt x="12051" y="45613"/>
                  </a:lnTo>
                  <a:lnTo>
                    <a:pt x="12852" y="38563"/>
                  </a:lnTo>
                  <a:lnTo>
                    <a:pt x="20616" y="38522"/>
                  </a:lnTo>
                  <a:lnTo>
                    <a:pt x="21695" y="34445"/>
                  </a:lnTo>
                  <a:lnTo>
                    <a:pt x="24213" y="30820"/>
                  </a:lnTo>
                  <a:lnTo>
                    <a:pt x="25464" y="29712"/>
                  </a:lnTo>
                  <a:lnTo>
                    <a:pt x="29007" y="29934"/>
                  </a:lnTo>
                  <a:lnTo>
                    <a:pt x="29322" y="24787"/>
                  </a:lnTo>
                  <a:lnTo>
                    <a:pt x="37209" y="25271"/>
                  </a:lnTo>
                  <a:lnTo>
                    <a:pt x="37013" y="18176"/>
                  </a:lnTo>
                  <a:lnTo>
                    <a:pt x="40583" y="18755"/>
                  </a:lnTo>
                  <a:lnTo>
                    <a:pt x="42822" y="13284"/>
                  </a:lnTo>
                  <a:lnTo>
                    <a:pt x="42529" y="2639"/>
                  </a:lnTo>
                  <a:lnTo>
                    <a:pt x="46065" y="2549"/>
                  </a:lnTo>
                  <a:lnTo>
                    <a:pt x="45992" y="178"/>
                  </a:lnTo>
                  <a:lnTo>
                    <a:pt x="5190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8" name="ph5598"/>
            <p:cNvSpPr/>
            <p:nvPr/>
          </p:nvSpPr>
          <p:spPr>
            <a:xfrm>
              <a:off x="7309550" y="2202207"/>
              <a:ext cx="92695" cy="132264"/>
            </a:xfrm>
            <a:custGeom>
              <a:avLst/>
              <a:pathLst>
                <a:path w="92695" h="132264">
                  <a:moveTo>
                    <a:pt x="20555" y="3482"/>
                  </a:moveTo>
                  <a:lnTo>
                    <a:pt x="29238" y="3813"/>
                  </a:lnTo>
                  <a:lnTo>
                    <a:pt x="33772" y="5258"/>
                  </a:lnTo>
                  <a:lnTo>
                    <a:pt x="38224" y="12521"/>
                  </a:lnTo>
                  <a:lnTo>
                    <a:pt x="44943" y="15349"/>
                  </a:lnTo>
                  <a:lnTo>
                    <a:pt x="46581" y="17084"/>
                  </a:lnTo>
                  <a:lnTo>
                    <a:pt x="48090" y="21533"/>
                  </a:lnTo>
                  <a:lnTo>
                    <a:pt x="52486" y="22379"/>
                  </a:lnTo>
                  <a:lnTo>
                    <a:pt x="54368" y="21645"/>
                  </a:lnTo>
                  <a:lnTo>
                    <a:pt x="55992" y="22315"/>
                  </a:lnTo>
                  <a:lnTo>
                    <a:pt x="57401" y="26187"/>
                  </a:lnTo>
                  <a:lnTo>
                    <a:pt x="62014" y="27479"/>
                  </a:lnTo>
                  <a:lnTo>
                    <a:pt x="66016" y="26789"/>
                  </a:lnTo>
                  <a:lnTo>
                    <a:pt x="67106" y="23139"/>
                  </a:lnTo>
                  <a:lnTo>
                    <a:pt x="65311" y="18178"/>
                  </a:lnTo>
                  <a:lnTo>
                    <a:pt x="68171" y="15861"/>
                  </a:lnTo>
                  <a:lnTo>
                    <a:pt x="72513" y="14890"/>
                  </a:lnTo>
                  <a:lnTo>
                    <a:pt x="76828" y="11974"/>
                  </a:lnTo>
                  <a:lnTo>
                    <a:pt x="88501" y="10326"/>
                  </a:lnTo>
                  <a:lnTo>
                    <a:pt x="90753" y="10252"/>
                  </a:lnTo>
                  <a:lnTo>
                    <a:pt x="92225" y="11103"/>
                  </a:lnTo>
                  <a:lnTo>
                    <a:pt x="92695" y="19258"/>
                  </a:lnTo>
                  <a:lnTo>
                    <a:pt x="91827" y="31643"/>
                  </a:lnTo>
                  <a:lnTo>
                    <a:pt x="90576" y="41572"/>
                  </a:lnTo>
                  <a:lnTo>
                    <a:pt x="87962" y="51227"/>
                  </a:lnTo>
                  <a:lnTo>
                    <a:pt x="60298" y="109876"/>
                  </a:lnTo>
                  <a:lnTo>
                    <a:pt x="52062" y="132264"/>
                  </a:lnTo>
                  <a:lnTo>
                    <a:pt x="33056" y="108782"/>
                  </a:lnTo>
                  <a:lnTo>
                    <a:pt x="27100" y="102752"/>
                  </a:lnTo>
                  <a:lnTo>
                    <a:pt x="27143" y="104099"/>
                  </a:lnTo>
                  <a:lnTo>
                    <a:pt x="9914" y="88315"/>
                  </a:lnTo>
                  <a:lnTo>
                    <a:pt x="7649" y="87009"/>
                  </a:lnTo>
                  <a:lnTo>
                    <a:pt x="5115" y="89107"/>
                  </a:lnTo>
                  <a:lnTo>
                    <a:pt x="191" y="89184"/>
                  </a:lnTo>
                  <a:lnTo>
                    <a:pt x="0" y="88672"/>
                  </a:lnTo>
                  <a:lnTo>
                    <a:pt x="9537" y="78327"/>
                  </a:lnTo>
                  <a:lnTo>
                    <a:pt x="10644" y="75933"/>
                  </a:lnTo>
                  <a:lnTo>
                    <a:pt x="10601" y="73967"/>
                  </a:lnTo>
                  <a:lnTo>
                    <a:pt x="8317" y="72844"/>
                  </a:lnTo>
                  <a:lnTo>
                    <a:pt x="24055" y="72410"/>
                  </a:lnTo>
                  <a:lnTo>
                    <a:pt x="22950" y="31960"/>
                  </a:lnTo>
                  <a:lnTo>
                    <a:pt x="14491" y="21788"/>
                  </a:lnTo>
                  <a:lnTo>
                    <a:pt x="7700" y="18674"/>
                  </a:lnTo>
                  <a:lnTo>
                    <a:pt x="1074" y="16688"/>
                  </a:lnTo>
                  <a:lnTo>
                    <a:pt x="923" y="12781"/>
                  </a:lnTo>
                  <a:lnTo>
                    <a:pt x="2124" y="12738"/>
                  </a:lnTo>
                  <a:lnTo>
                    <a:pt x="1714" y="4509"/>
                  </a:lnTo>
                  <a:lnTo>
                    <a:pt x="2284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9" name="ph5599"/>
            <p:cNvSpPr/>
            <p:nvPr/>
          </p:nvSpPr>
          <p:spPr>
            <a:xfrm>
              <a:off x="7194366" y="2373029"/>
              <a:ext cx="34196" cy="40689"/>
            </a:xfrm>
            <a:custGeom>
              <a:avLst/>
              <a:pathLst>
                <a:path w="34196" h="40689">
                  <a:moveTo>
                    <a:pt x="10341" y="1383"/>
                  </a:moveTo>
                  <a:lnTo>
                    <a:pt x="9938" y="5005"/>
                  </a:lnTo>
                  <a:lnTo>
                    <a:pt x="14694" y="4530"/>
                  </a:lnTo>
                  <a:lnTo>
                    <a:pt x="26148" y="6753"/>
                  </a:lnTo>
                  <a:lnTo>
                    <a:pt x="26646" y="4239"/>
                  </a:lnTo>
                  <a:lnTo>
                    <a:pt x="30652" y="6998"/>
                  </a:lnTo>
                  <a:lnTo>
                    <a:pt x="31867" y="5572"/>
                  </a:lnTo>
                  <a:lnTo>
                    <a:pt x="31799" y="12750"/>
                  </a:lnTo>
                  <a:lnTo>
                    <a:pt x="28285" y="18538"/>
                  </a:lnTo>
                  <a:lnTo>
                    <a:pt x="28154" y="22851"/>
                  </a:lnTo>
                  <a:lnTo>
                    <a:pt x="28449" y="25710"/>
                  </a:lnTo>
                  <a:lnTo>
                    <a:pt x="33767" y="27185"/>
                  </a:lnTo>
                  <a:lnTo>
                    <a:pt x="32853" y="35692"/>
                  </a:lnTo>
                  <a:lnTo>
                    <a:pt x="34196" y="40621"/>
                  </a:lnTo>
                  <a:lnTo>
                    <a:pt x="32651" y="40689"/>
                  </a:lnTo>
                  <a:lnTo>
                    <a:pt x="25064" y="37585"/>
                  </a:lnTo>
                  <a:lnTo>
                    <a:pt x="24618" y="33443"/>
                  </a:lnTo>
                  <a:lnTo>
                    <a:pt x="13559" y="36847"/>
                  </a:lnTo>
                  <a:lnTo>
                    <a:pt x="11862" y="27357"/>
                  </a:lnTo>
                  <a:lnTo>
                    <a:pt x="9509" y="21295"/>
                  </a:lnTo>
                  <a:lnTo>
                    <a:pt x="4976" y="15336"/>
                  </a:lnTo>
                  <a:lnTo>
                    <a:pt x="6255" y="14738"/>
                  </a:lnTo>
                  <a:lnTo>
                    <a:pt x="1509" y="8261"/>
                  </a:lnTo>
                  <a:lnTo>
                    <a:pt x="2624" y="1439"/>
                  </a:lnTo>
                  <a:lnTo>
                    <a:pt x="22" y="1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0" name="ph5600"/>
            <p:cNvSpPr/>
            <p:nvPr/>
          </p:nvSpPr>
          <p:spPr>
            <a:xfrm>
              <a:off x="7154225" y="2656064"/>
              <a:ext cx="24163" cy="28251"/>
            </a:xfrm>
            <a:custGeom>
              <a:avLst/>
              <a:pathLst>
                <a:path w="24163" h="28251">
                  <a:moveTo>
                    <a:pt x="19286" y="10582"/>
                  </a:moveTo>
                  <a:lnTo>
                    <a:pt x="21745" y="15743"/>
                  </a:lnTo>
                  <a:lnTo>
                    <a:pt x="24163" y="23620"/>
                  </a:lnTo>
                  <a:lnTo>
                    <a:pt x="23680" y="28251"/>
                  </a:lnTo>
                  <a:lnTo>
                    <a:pt x="9342" y="27762"/>
                  </a:lnTo>
                  <a:lnTo>
                    <a:pt x="8786" y="27741"/>
                  </a:lnTo>
                  <a:lnTo>
                    <a:pt x="5440" y="20348"/>
                  </a:lnTo>
                  <a:lnTo>
                    <a:pt x="4203" y="14678"/>
                  </a:lnTo>
                  <a:lnTo>
                    <a:pt x="0" y="4889"/>
                  </a:lnTo>
                  <a:lnTo>
                    <a:pt x="1159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1" name="ph5601"/>
            <p:cNvSpPr/>
            <p:nvPr/>
          </p:nvSpPr>
          <p:spPr>
            <a:xfrm>
              <a:off x="7175641" y="2624917"/>
              <a:ext cx="78166" cy="64966"/>
            </a:xfrm>
            <a:custGeom>
              <a:avLst/>
              <a:pathLst>
                <a:path w="78166" h="64966">
                  <a:moveTo>
                    <a:pt x="4048" y="832"/>
                  </a:moveTo>
                  <a:lnTo>
                    <a:pt x="6457" y="3358"/>
                  </a:lnTo>
                  <a:lnTo>
                    <a:pt x="11100" y="2735"/>
                  </a:lnTo>
                  <a:lnTo>
                    <a:pt x="13083" y="3243"/>
                  </a:lnTo>
                  <a:lnTo>
                    <a:pt x="18593" y="4816"/>
                  </a:lnTo>
                  <a:lnTo>
                    <a:pt x="21482" y="6900"/>
                  </a:lnTo>
                  <a:lnTo>
                    <a:pt x="26671" y="6794"/>
                  </a:lnTo>
                  <a:lnTo>
                    <a:pt x="26489" y="8331"/>
                  </a:lnTo>
                  <a:lnTo>
                    <a:pt x="28564" y="9791"/>
                  </a:lnTo>
                  <a:lnTo>
                    <a:pt x="31038" y="9323"/>
                  </a:lnTo>
                  <a:lnTo>
                    <a:pt x="30708" y="7916"/>
                  </a:lnTo>
                  <a:lnTo>
                    <a:pt x="31715" y="7363"/>
                  </a:lnTo>
                  <a:lnTo>
                    <a:pt x="33728" y="9100"/>
                  </a:lnTo>
                  <a:lnTo>
                    <a:pt x="34051" y="18491"/>
                  </a:lnTo>
                  <a:lnTo>
                    <a:pt x="32823" y="18283"/>
                  </a:lnTo>
                  <a:lnTo>
                    <a:pt x="31020" y="32027"/>
                  </a:lnTo>
                  <a:lnTo>
                    <a:pt x="36613" y="35634"/>
                  </a:lnTo>
                  <a:lnTo>
                    <a:pt x="38324" y="35295"/>
                  </a:lnTo>
                  <a:lnTo>
                    <a:pt x="42545" y="31772"/>
                  </a:lnTo>
                  <a:lnTo>
                    <a:pt x="44612" y="32875"/>
                  </a:lnTo>
                  <a:lnTo>
                    <a:pt x="53801" y="33077"/>
                  </a:lnTo>
                  <a:lnTo>
                    <a:pt x="54267" y="29566"/>
                  </a:lnTo>
                  <a:lnTo>
                    <a:pt x="60590" y="32944"/>
                  </a:lnTo>
                  <a:lnTo>
                    <a:pt x="71555" y="35095"/>
                  </a:lnTo>
                  <a:lnTo>
                    <a:pt x="72675" y="36994"/>
                  </a:lnTo>
                  <a:lnTo>
                    <a:pt x="72046" y="42892"/>
                  </a:lnTo>
                  <a:lnTo>
                    <a:pt x="71090" y="43717"/>
                  </a:lnTo>
                  <a:lnTo>
                    <a:pt x="72245" y="50311"/>
                  </a:lnTo>
                  <a:lnTo>
                    <a:pt x="74698" y="51932"/>
                  </a:lnTo>
                  <a:lnTo>
                    <a:pt x="76005" y="51594"/>
                  </a:lnTo>
                  <a:lnTo>
                    <a:pt x="78166" y="54989"/>
                  </a:lnTo>
                  <a:lnTo>
                    <a:pt x="74193" y="57645"/>
                  </a:lnTo>
                  <a:lnTo>
                    <a:pt x="67556" y="59531"/>
                  </a:lnTo>
                  <a:lnTo>
                    <a:pt x="56292" y="58366"/>
                  </a:lnTo>
                  <a:lnTo>
                    <a:pt x="52657" y="58856"/>
                  </a:lnTo>
                  <a:lnTo>
                    <a:pt x="45906" y="63694"/>
                  </a:lnTo>
                  <a:lnTo>
                    <a:pt x="38946" y="64966"/>
                  </a:lnTo>
                  <a:lnTo>
                    <a:pt x="28669" y="64258"/>
                  </a:lnTo>
                  <a:lnTo>
                    <a:pt x="27274" y="63466"/>
                  </a:lnTo>
                  <a:lnTo>
                    <a:pt x="25404" y="63349"/>
                  </a:lnTo>
                  <a:lnTo>
                    <a:pt x="23540" y="52529"/>
                  </a:lnTo>
                  <a:lnTo>
                    <a:pt x="21064" y="52467"/>
                  </a:lnTo>
                  <a:lnTo>
                    <a:pt x="19761" y="46440"/>
                  </a:lnTo>
                  <a:lnTo>
                    <a:pt x="12645" y="34082"/>
                  </a:lnTo>
                  <a:lnTo>
                    <a:pt x="14237" y="33293"/>
                  </a:lnTo>
                  <a:lnTo>
                    <a:pt x="13917" y="32526"/>
                  </a:lnTo>
                  <a:lnTo>
                    <a:pt x="11179" y="29171"/>
                  </a:lnTo>
                  <a:lnTo>
                    <a:pt x="9323" y="29192"/>
                  </a:lnTo>
                  <a:lnTo>
                    <a:pt x="7849" y="30216"/>
                  </a:lnTo>
                  <a:lnTo>
                    <a:pt x="5490" y="18665"/>
                  </a:lnTo>
                  <a:lnTo>
                    <a:pt x="6195" y="18621"/>
                  </a:lnTo>
                  <a:lnTo>
                    <a:pt x="4783" y="14787"/>
                  </a:lnTo>
                  <a:lnTo>
                    <a:pt x="1046" y="13434"/>
                  </a:lnTo>
                  <a:lnTo>
                    <a:pt x="0" y="12360"/>
                  </a:lnTo>
                  <a:lnTo>
                    <a:pt x="202" y="10348"/>
                  </a:lnTo>
                  <a:lnTo>
                    <a:pt x="3676" y="11064"/>
                  </a:lnTo>
                  <a:lnTo>
                    <a:pt x="691" y="2829"/>
                  </a:lnTo>
                  <a:lnTo>
                    <a:pt x="282" y="880"/>
                  </a:lnTo>
                  <a:lnTo>
                    <a:pt x="195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2" name="ph5602"/>
            <p:cNvSpPr/>
            <p:nvPr/>
          </p:nvSpPr>
          <p:spPr>
            <a:xfrm>
              <a:off x="7146633" y="2587069"/>
              <a:ext cx="44402" cy="41205"/>
            </a:xfrm>
            <a:custGeom>
              <a:avLst/>
              <a:pathLst>
                <a:path w="44402" h="41205">
                  <a:moveTo>
                    <a:pt x="25865" y="2502"/>
                  </a:moveTo>
                  <a:lnTo>
                    <a:pt x="25363" y="2954"/>
                  </a:lnTo>
                  <a:lnTo>
                    <a:pt x="26470" y="6909"/>
                  </a:lnTo>
                  <a:lnTo>
                    <a:pt x="30562" y="13328"/>
                  </a:lnTo>
                  <a:lnTo>
                    <a:pt x="35116" y="17896"/>
                  </a:lnTo>
                  <a:lnTo>
                    <a:pt x="39387" y="19268"/>
                  </a:lnTo>
                  <a:lnTo>
                    <a:pt x="42084" y="19205"/>
                  </a:lnTo>
                  <a:lnTo>
                    <a:pt x="44253" y="21073"/>
                  </a:lnTo>
                  <a:lnTo>
                    <a:pt x="44402" y="26806"/>
                  </a:lnTo>
                  <a:lnTo>
                    <a:pt x="42937" y="29900"/>
                  </a:lnTo>
                  <a:lnTo>
                    <a:pt x="41411" y="39807"/>
                  </a:lnTo>
                  <a:lnTo>
                    <a:pt x="42091" y="41091"/>
                  </a:lnTo>
                  <a:lnTo>
                    <a:pt x="40108" y="40583"/>
                  </a:lnTo>
                  <a:lnTo>
                    <a:pt x="35465" y="41205"/>
                  </a:lnTo>
                  <a:lnTo>
                    <a:pt x="33056" y="38680"/>
                  </a:lnTo>
                  <a:lnTo>
                    <a:pt x="30967" y="37847"/>
                  </a:lnTo>
                  <a:lnTo>
                    <a:pt x="29290" y="38728"/>
                  </a:lnTo>
                  <a:lnTo>
                    <a:pt x="29698" y="40677"/>
                  </a:lnTo>
                  <a:lnTo>
                    <a:pt x="26662" y="40272"/>
                  </a:lnTo>
                  <a:lnTo>
                    <a:pt x="26650" y="38831"/>
                  </a:lnTo>
                  <a:lnTo>
                    <a:pt x="28302" y="37193"/>
                  </a:lnTo>
                  <a:lnTo>
                    <a:pt x="26746" y="31047"/>
                  </a:lnTo>
                  <a:lnTo>
                    <a:pt x="23972" y="26365"/>
                  </a:lnTo>
                  <a:lnTo>
                    <a:pt x="18835" y="27342"/>
                  </a:lnTo>
                  <a:lnTo>
                    <a:pt x="3669" y="22851"/>
                  </a:lnTo>
                  <a:lnTo>
                    <a:pt x="158" y="17995"/>
                  </a:lnTo>
                  <a:lnTo>
                    <a:pt x="0" y="12227"/>
                  </a:lnTo>
                  <a:lnTo>
                    <a:pt x="1266" y="1245"/>
                  </a:lnTo>
                  <a:lnTo>
                    <a:pt x="5866" y="655"/>
                  </a:lnTo>
                  <a:lnTo>
                    <a:pt x="10691" y="2711"/>
                  </a:lnTo>
                  <a:lnTo>
                    <a:pt x="10862" y="1169"/>
                  </a:lnTo>
                  <a:lnTo>
                    <a:pt x="2068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3" name="ph5603"/>
            <p:cNvSpPr/>
            <p:nvPr/>
          </p:nvSpPr>
          <p:spPr>
            <a:xfrm>
              <a:off x="7202130" y="2579481"/>
              <a:ext cx="75759" cy="105030"/>
            </a:xfrm>
            <a:custGeom>
              <a:avLst/>
              <a:pathLst>
                <a:path w="75759" h="105030">
                  <a:moveTo>
                    <a:pt x="64040" y="3830"/>
                  </a:moveTo>
                  <a:lnTo>
                    <a:pt x="61799" y="12386"/>
                  </a:lnTo>
                  <a:lnTo>
                    <a:pt x="64568" y="13263"/>
                  </a:lnTo>
                  <a:lnTo>
                    <a:pt x="65570" y="9348"/>
                  </a:lnTo>
                  <a:lnTo>
                    <a:pt x="67992" y="9703"/>
                  </a:lnTo>
                  <a:lnTo>
                    <a:pt x="68839" y="10787"/>
                  </a:lnTo>
                  <a:lnTo>
                    <a:pt x="68981" y="13754"/>
                  </a:lnTo>
                  <a:lnTo>
                    <a:pt x="64535" y="16953"/>
                  </a:lnTo>
                  <a:lnTo>
                    <a:pt x="67267" y="18975"/>
                  </a:lnTo>
                  <a:lnTo>
                    <a:pt x="69526" y="21935"/>
                  </a:lnTo>
                  <a:lnTo>
                    <a:pt x="68164" y="35802"/>
                  </a:lnTo>
                  <a:lnTo>
                    <a:pt x="70014" y="39769"/>
                  </a:lnTo>
                  <a:lnTo>
                    <a:pt x="68790" y="45600"/>
                  </a:lnTo>
                  <a:lnTo>
                    <a:pt x="71135" y="51187"/>
                  </a:lnTo>
                  <a:lnTo>
                    <a:pt x="75026" y="54845"/>
                  </a:lnTo>
                  <a:lnTo>
                    <a:pt x="74756" y="57584"/>
                  </a:lnTo>
                  <a:lnTo>
                    <a:pt x="73677" y="57468"/>
                  </a:lnTo>
                  <a:lnTo>
                    <a:pt x="72993" y="70533"/>
                  </a:lnTo>
                  <a:lnTo>
                    <a:pt x="70212" y="70294"/>
                  </a:lnTo>
                  <a:lnTo>
                    <a:pt x="69139" y="82377"/>
                  </a:lnTo>
                  <a:lnTo>
                    <a:pt x="71745" y="82601"/>
                  </a:lnTo>
                  <a:lnTo>
                    <a:pt x="71064" y="88759"/>
                  </a:lnTo>
                  <a:lnTo>
                    <a:pt x="75759" y="94536"/>
                  </a:lnTo>
                  <a:lnTo>
                    <a:pt x="73127" y="96125"/>
                  </a:lnTo>
                  <a:lnTo>
                    <a:pt x="71554" y="100059"/>
                  </a:lnTo>
                  <a:lnTo>
                    <a:pt x="73378" y="101610"/>
                  </a:lnTo>
                  <a:lnTo>
                    <a:pt x="72864" y="104675"/>
                  </a:lnTo>
                  <a:lnTo>
                    <a:pt x="65929" y="105030"/>
                  </a:lnTo>
                  <a:lnTo>
                    <a:pt x="58933" y="100545"/>
                  </a:lnTo>
                  <a:lnTo>
                    <a:pt x="51676" y="100425"/>
                  </a:lnTo>
                  <a:lnTo>
                    <a:pt x="49515" y="97030"/>
                  </a:lnTo>
                  <a:lnTo>
                    <a:pt x="48208" y="97368"/>
                  </a:lnTo>
                  <a:lnTo>
                    <a:pt x="45755" y="95747"/>
                  </a:lnTo>
                  <a:lnTo>
                    <a:pt x="44600" y="89153"/>
                  </a:lnTo>
                  <a:lnTo>
                    <a:pt x="45557" y="88328"/>
                  </a:lnTo>
                  <a:lnTo>
                    <a:pt x="46185" y="82430"/>
                  </a:lnTo>
                  <a:lnTo>
                    <a:pt x="45065" y="80531"/>
                  </a:lnTo>
                  <a:lnTo>
                    <a:pt x="34101" y="78380"/>
                  </a:lnTo>
                  <a:lnTo>
                    <a:pt x="27777" y="75002"/>
                  </a:lnTo>
                  <a:lnTo>
                    <a:pt x="27311" y="78514"/>
                  </a:lnTo>
                  <a:lnTo>
                    <a:pt x="18122" y="78311"/>
                  </a:lnTo>
                  <a:lnTo>
                    <a:pt x="16056" y="77208"/>
                  </a:lnTo>
                  <a:lnTo>
                    <a:pt x="11835" y="80731"/>
                  </a:lnTo>
                  <a:lnTo>
                    <a:pt x="10124" y="81070"/>
                  </a:lnTo>
                  <a:lnTo>
                    <a:pt x="4530" y="77463"/>
                  </a:lnTo>
                  <a:lnTo>
                    <a:pt x="6333" y="63719"/>
                  </a:lnTo>
                  <a:lnTo>
                    <a:pt x="7562" y="63927"/>
                  </a:lnTo>
                  <a:lnTo>
                    <a:pt x="7239" y="54536"/>
                  </a:lnTo>
                  <a:lnTo>
                    <a:pt x="5225" y="52799"/>
                  </a:lnTo>
                  <a:lnTo>
                    <a:pt x="4218" y="53352"/>
                  </a:lnTo>
                  <a:lnTo>
                    <a:pt x="4548" y="54760"/>
                  </a:lnTo>
                  <a:lnTo>
                    <a:pt x="2075" y="55228"/>
                  </a:lnTo>
                  <a:lnTo>
                    <a:pt x="0" y="53768"/>
                  </a:lnTo>
                  <a:lnTo>
                    <a:pt x="181" y="52231"/>
                  </a:lnTo>
                  <a:lnTo>
                    <a:pt x="3873" y="51042"/>
                  </a:lnTo>
                  <a:lnTo>
                    <a:pt x="4404" y="46921"/>
                  </a:lnTo>
                  <a:lnTo>
                    <a:pt x="1933" y="45775"/>
                  </a:lnTo>
                  <a:lnTo>
                    <a:pt x="1594" y="48432"/>
                  </a:lnTo>
                  <a:lnTo>
                    <a:pt x="865" y="48336"/>
                  </a:lnTo>
                  <a:lnTo>
                    <a:pt x="1990" y="41392"/>
                  </a:lnTo>
                  <a:lnTo>
                    <a:pt x="7142" y="37055"/>
                  </a:lnTo>
                  <a:lnTo>
                    <a:pt x="13953" y="38038"/>
                  </a:lnTo>
                  <a:lnTo>
                    <a:pt x="16703" y="21320"/>
                  </a:lnTo>
                  <a:lnTo>
                    <a:pt x="14700" y="21414"/>
                  </a:lnTo>
                  <a:lnTo>
                    <a:pt x="16449" y="13904"/>
                  </a:lnTo>
                  <a:lnTo>
                    <a:pt x="17600" y="18523"/>
                  </a:lnTo>
                  <a:lnTo>
                    <a:pt x="21070" y="18754"/>
                  </a:lnTo>
                  <a:lnTo>
                    <a:pt x="20860" y="17591"/>
                  </a:lnTo>
                  <a:lnTo>
                    <a:pt x="25527" y="17685"/>
                  </a:lnTo>
                  <a:lnTo>
                    <a:pt x="25067" y="21042"/>
                  </a:lnTo>
                  <a:lnTo>
                    <a:pt x="28441" y="22669"/>
                  </a:lnTo>
                  <a:lnTo>
                    <a:pt x="33269" y="23227"/>
                  </a:lnTo>
                  <a:lnTo>
                    <a:pt x="33686" y="19672"/>
                  </a:lnTo>
                  <a:lnTo>
                    <a:pt x="41938" y="19329"/>
                  </a:lnTo>
                  <a:lnTo>
                    <a:pt x="42613" y="13187"/>
                  </a:lnTo>
                  <a:lnTo>
                    <a:pt x="48679" y="12645"/>
                  </a:lnTo>
                  <a:lnTo>
                    <a:pt x="53598" y="14000"/>
                  </a:lnTo>
                  <a:lnTo>
                    <a:pt x="58474" y="2900"/>
                  </a:lnTo>
                  <a:lnTo>
                    <a:pt x="58170" y="570"/>
                  </a:lnTo>
                  <a:lnTo>
                    <a:pt x="5972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4" name="ph5604"/>
            <p:cNvSpPr/>
            <p:nvPr/>
          </p:nvSpPr>
          <p:spPr>
            <a:xfrm>
              <a:off x="7069319" y="1994656"/>
              <a:ext cx="52563" cy="53101"/>
            </a:xfrm>
            <a:custGeom>
              <a:avLst/>
              <a:pathLst>
                <a:path w="52563" h="53101">
                  <a:moveTo>
                    <a:pt x="23614" y="1531"/>
                  </a:moveTo>
                  <a:lnTo>
                    <a:pt x="25638" y="3093"/>
                  </a:lnTo>
                  <a:lnTo>
                    <a:pt x="34811" y="5039"/>
                  </a:lnTo>
                  <a:lnTo>
                    <a:pt x="43352" y="8167"/>
                  </a:lnTo>
                  <a:lnTo>
                    <a:pt x="45081" y="9458"/>
                  </a:lnTo>
                  <a:lnTo>
                    <a:pt x="47719" y="16144"/>
                  </a:lnTo>
                  <a:lnTo>
                    <a:pt x="46732" y="23382"/>
                  </a:lnTo>
                  <a:lnTo>
                    <a:pt x="50804" y="23380"/>
                  </a:lnTo>
                  <a:lnTo>
                    <a:pt x="52239" y="24476"/>
                  </a:lnTo>
                  <a:lnTo>
                    <a:pt x="52563" y="25730"/>
                  </a:lnTo>
                  <a:lnTo>
                    <a:pt x="50698" y="30088"/>
                  </a:lnTo>
                  <a:lnTo>
                    <a:pt x="51683" y="34738"/>
                  </a:lnTo>
                  <a:lnTo>
                    <a:pt x="51250" y="38327"/>
                  </a:lnTo>
                  <a:lnTo>
                    <a:pt x="49871" y="44261"/>
                  </a:lnTo>
                  <a:lnTo>
                    <a:pt x="47890" y="46152"/>
                  </a:lnTo>
                  <a:lnTo>
                    <a:pt x="51111" y="48838"/>
                  </a:lnTo>
                  <a:lnTo>
                    <a:pt x="51979" y="50527"/>
                  </a:lnTo>
                  <a:lnTo>
                    <a:pt x="50968" y="53101"/>
                  </a:lnTo>
                  <a:lnTo>
                    <a:pt x="37357" y="52416"/>
                  </a:lnTo>
                  <a:lnTo>
                    <a:pt x="34289" y="51207"/>
                  </a:lnTo>
                  <a:lnTo>
                    <a:pt x="23323" y="50524"/>
                  </a:lnTo>
                  <a:lnTo>
                    <a:pt x="21327" y="51271"/>
                  </a:lnTo>
                  <a:lnTo>
                    <a:pt x="19667" y="31865"/>
                  </a:lnTo>
                  <a:lnTo>
                    <a:pt x="960" y="24980"/>
                  </a:lnTo>
                  <a:lnTo>
                    <a:pt x="0" y="17422"/>
                  </a:lnTo>
                  <a:lnTo>
                    <a:pt x="2293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5" name="ph5605"/>
            <p:cNvSpPr/>
            <p:nvPr/>
          </p:nvSpPr>
          <p:spPr>
            <a:xfrm>
              <a:off x="7129010" y="2463166"/>
              <a:ext cx="90886" cy="54267"/>
            </a:xfrm>
            <a:custGeom>
              <a:avLst/>
              <a:pathLst>
                <a:path w="90886" h="54267">
                  <a:moveTo>
                    <a:pt x="40573" y="1226"/>
                  </a:moveTo>
                  <a:lnTo>
                    <a:pt x="42569" y="1994"/>
                  </a:lnTo>
                  <a:lnTo>
                    <a:pt x="44876" y="1823"/>
                  </a:lnTo>
                  <a:lnTo>
                    <a:pt x="47915" y="3106"/>
                  </a:lnTo>
                  <a:lnTo>
                    <a:pt x="49301" y="9921"/>
                  </a:lnTo>
                  <a:lnTo>
                    <a:pt x="68376" y="20302"/>
                  </a:lnTo>
                  <a:lnTo>
                    <a:pt x="79419" y="34337"/>
                  </a:lnTo>
                  <a:lnTo>
                    <a:pt x="78474" y="34251"/>
                  </a:lnTo>
                  <a:lnTo>
                    <a:pt x="78477" y="34904"/>
                  </a:lnTo>
                  <a:lnTo>
                    <a:pt x="83009" y="39967"/>
                  </a:lnTo>
                  <a:lnTo>
                    <a:pt x="83745" y="40546"/>
                  </a:lnTo>
                  <a:lnTo>
                    <a:pt x="85195" y="39221"/>
                  </a:lnTo>
                  <a:lnTo>
                    <a:pt x="90553" y="40584"/>
                  </a:lnTo>
                  <a:lnTo>
                    <a:pt x="90886" y="42230"/>
                  </a:lnTo>
                  <a:lnTo>
                    <a:pt x="90694" y="43850"/>
                  </a:lnTo>
                  <a:lnTo>
                    <a:pt x="86149" y="45226"/>
                  </a:lnTo>
                  <a:lnTo>
                    <a:pt x="72563" y="54019"/>
                  </a:lnTo>
                  <a:lnTo>
                    <a:pt x="70008" y="54267"/>
                  </a:lnTo>
                  <a:lnTo>
                    <a:pt x="66473" y="53060"/>
                  </a:lnTo>
                  <a:lnTo>
                    <a:pt x="47187" y="32292"/>
                  </a:lnTo>
                  <a:lnTo>
                    <a:pt x="34924" y="15402"/>
                  </a:lnTo>
                  <a:lnTo>
                    <a:pt x="32223" y="14989"/>
                  </a:lnTo>
                  <a:lnTo>
                    <a:pt x="26116" y="19330"/>
                  </a:lnTo>
                  <a:lnTo>
                    <a:pt x="22345" y="24392"/>
                  </a:lnTo>
                  <a:lnTo>
                    <a:pt x="23544" y="24924"/>
                  </a:lnTo>
                  <a:lnTo>
                    <a:pt x="20786" y="26362"/>
                  </a:lnTo>
                  <a:lnTo>
                    <a:pt x="16090" y="27192"/>
                  </a:lnTo>
                  <a:lnTo>
                    <a:pt x="13904" y="28640"/>
                  </a:lnTo>
                  <a:lnTo>
                    <a:pt x="15682" y="31538"/>
                  </a:lnTo>
                  <a:lnTo>
                    <a:pt x="16480" y="35854"/>
                  </a:lnTo>
                  <a:lnTo>
                    <a:pt x="13654" y="37330"/>
                  </a:lnTo>
                  <a:lnTo>
                    <a:pt x="4777" y="37343"/>
                  </a:lnTo>
                  <a:lnTo>
                    <a:pt x="2560" y="30426"/>
                  </a:lnTo>
                  <a:lnTo>
                    <a:pt x="3837" y="30855"/>
                  </a:lnTo>
                  <a:lnTo>
                    <a:pt x="0" y="18552"/>
                  </a:lnTo>
                  <a:lnTo>
                    <a:pt x="4992" y="20581"/>
                  </a:lnTo>
                  <a:lnTo>
                    <a:pt x="17237" y="12231"/>
                  </a:lnTo>
                  <a:lnTo>
                    <a:pt x="26573" y="10146"/>
                  </a:lnTo>
                  <a:lnTo>
                    <a:pt x="32264" y="9999"/>
                  </a:lnTo>
                  <a:lnTo>
                    <a:pt x="33243" y="11079"/>
                  </a:lnTo>
                  <a:lnTo>
                    <a:pt x="36571" y="11087"/>
                  </a:lnTo>
                  <a:lnTo>
                    <a:pt x="36784" y="6495"/>
                  </a:lnTo>
                  <a:lnTo>
                    <a:pt x="34602" y="6214"/>
                  </a:lnTo>
                  <a:lnTo>
                    <a:pt x="34783" y="2557"/>
                  </a:lnTo>
                  <a:lnTo>
                    <a:pt x="3664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6" name="ph5606"/>
            <p:cNvSpPr/>
            <p:nvPr/>
          </p:nvSpPr>
          <p:spPr>
            <a:xfrm>
              <a:off x="7165824" y="2637189"/>
              <a:ext cx="37091" cy="51254"/>
            </a:xfrm>
            <a:custGeom>
              <a:avLst/>
              <a:pathLst>
                <a:path w="37091" h="51254">
                  <a:moveTo>
                    <a:pt x="9816" y="87"/>
                  </a:moveTo>
                  <a:lnTo>
                    <a:pt x="10863" y="1162"/>
                  </a:lnTo>
                  <a:lnTo>
                    <a:pt x="14600" y="2515"/>
                  </a:lnTo>
                  <a:lnTo>
                    <a:pt x="16012" y="6349"/>
                  </a:lnTo>
                  <a:lnTo>
                    <a:pt x="15307" y="6393"/>
                  </a:lnTo>
                  <a:lnTo>
                    <a:pt x="17665" y="17944"/>
                  </a:lnTo>
                  <a:lnTo>
                    <a:pt x="19139" y="16920"/>
                  </a:lnTo>
                  <a:lnTo>
                    <a:pt x="20995" y="16899"/>
                  </a:lnTo>
                  <a:lnTo>
                    <a:pt x="23734" y="20254"/>
                  </a:lnTo>
                  <a:lnTo>
                    <a:pt x="24054" y="21020"/>
                  </a:lnTo>
                  <a:lnTo>
                    <a:pt x="22462" y="21809"/>
                  </a:lnTo>
                  <a:lnTo>
                    <a:pt x="29577" y="34168"/>
                  </a:lnTo>
                  <a:lnTo>
                    <a:pt x="30880" y="40195"/>
                  </a:lnTo>
                  <a:lnTo>
                    <a:pt x="33357" y="40257"/>
                  </a:lnTo>
                  <a:lnTo>
                    <a:pt x="35221" y="51077"/>
                  </a:lnTo>
                  <a:lnTo>
                    <a:pt x="37091" y="51194"/>
                  </a:lnTo>
                  <a:lnTo>
                    <a:pt x="36020" y="51254"/>
                  </a:lnTo>
                  <a:lnTo>
                    <a:pt x="35200" y="51229"/>
                  </a:lnTo>
                  <a:lnTo>
                    <a:pt x="34358" y="48492"/>
                  </a:lnTo>
                  <a:lnTo>
                    <a:pt x="18661" y="45874"/>
                  </a:lnTo>
                  <a:lnTo>
                    <a:pt x="12081" y="47127"/>
                  </a:lnTo>
                  <a:lnTo>
                    <a:pt x="12564" y="42496"/>
                  </a:lnTo>
                  <a:lnTo>
                    <a:pt x="10146" y="34618"/>
                  </a:lnTo>
                  <a:lnTo>
                    <a:pt x="7687" y="29457"/>
                  </a:lnTo>
                  <a:lnTo>
                    <a:pt x="0" y="18875"/>
                  </a:lnTo>
                  <a:lnTo>
                    <a:pt x="1706" y="10586"/>
                  </a:lnTo>
                  <a:lnTo>
                    <a:pt x="3120" y="7751"/>
                  </a:lnTo>
                  <a:lnTo>
                    <a:pt x="4900" y="6995"/>
                  </a:lnTo>
                  <a:lnTo>
                    <a:pt x="815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7" name="ph5607"/>
            <p:cNvSpPr/>
            <p:nvPr/>
          </p:nvSpPr>
          <p:spPr>
            <a:xfrm>
              <a:off x="7050875" y="2536090"/>
              <a:ext cx="61896" cy="59807"/>
            </a:xfrm>
            <a:custGeom>
              <a:avLst/>
              <a:pathLst>
                <a:path w="61896" h="59807">
                  <a:moveTo>
                    <a:pt x="31529" y="5537"/>
                  </a:moveTo>
                  <a:lnTo>
                    <a:pt x="35695" y="7146"/>
                  </a:lnTo>
                  <a:lnTo>
                    <a:pt x="39284" y="3219"/>
                  </a:lnTo>
                  <a:lnTo>
                    <a:pt x="41974" y="8436"/>
                  </a:lnTo>
                  <a:lnTo>
                    <a:pt x="45175" y="8746"/>
                  </a:lnTo>
                  <a:lnTo>
                    <a:pt x="45325" y="5052"/>
                  </a:lnTo>
                  <a:lnTo>
                    <a:pt x="51863" y="1489"/>
                  </a:lnTo>
                  <a:lnTo>
                    <a:pt x="55929" y="5209"/>
                  </a:lnTo>
                  <a:lnTo>
                    <a:pt x="58225" y="8992"/>
                  </a:lnTo>
                  <a:lnTo>
                    <a:pt x="60620" y="19639"/>
                  </a:lnTo>
                  <a:lnTo>
                    <a:pt x="61896" y="19563"/>
                  </a:lnTo>
                  <a:lnTo>
                    <a:pt x="60833" y="24929"/>
                  </a:lnTo>
                  <a:lnTo>
                    <a:pt x="59643" y="25048"/>
                  </a:lnTo>
                  <a:lnTo>
                    <a:pt x="59332" y="31989"/>
                  </a:lnTo>
                  <a:lnTo>
                    <a:pt x="60077" y="35419"/>
                  </a:lnTo>
                  <a:lnTo>
                    <a:pt x="59297" y="35982"/>
                  </a:lnTo>
                  <a:lnTo>
                    <a:pt x="54798" y="35513"/>
                  </a:lnTo>
                  <a:lnTo>
                    <a:pt x="52838" y="44079"/>
                  </a:lnTo>
                  <a:lnTo>
                    <a:pt x="52227" y="50791"/>
                  </a:lnTo>
                  <a:lnTo>
                    <a:pt x="50523" y="48615"/>
                  </a:lnTo>
                  <a:lnTo>
                    <a:pt x="48177" y="49582"/>
                  </a:lnTo>
                  <a:lnTo>
                    <a:pt x="41835" y="48495"/>
                  </a:lnTo>
                  <a:lnTo>
                    <a:pt x="41898" y="42473"/>
                  </a:lnTo>
                  <a:lnTo>
                    <a:pt x="34038" y="43705"/>
                  </a:lnTo>
                  <a:lnTo>
                    <a:pt x="35155" y="50256"/>
                  </a:lnTo>
                  <a:lnTo>
                    <a:pt x="30356" y="53646"/>
                  </a:lnTo>
                  <a:lnTo>
                    <a:pt x="27613" y="46099"/>
                  </a:lnTo>
                  <a:lnTo>
                    <a:pt x="24070" y="40672"/>
                  </a:lnTo>
                  <a:lnTo>
                    <a:pt x="21847" y="40502"/>
                  </a:lnTo>
                  <a:lnTo>
                    <a:pt x="21970" y="44592"/>
                  </a:lnTo>
                  <a:lnTo>
                    <a:pt x="15295" y="45212"/>
                  </a:lnTo>
                  <a:lnTo>
                    <a:pt x="15579" y="48351"/>
                  </a:lnTo>
                  <a:lnTo>
                    <a:pt x="17523" y="47925"/>
                  </a:lnTo>
                  <a:lnTo>
                    <a:pt x="19217" y="50473"/>
                  </a:lnTo>
                  <a:lnTo>
                    <a:pt x="17341" y="56183"/>
                  </a:lnTo>
                  <a:lnTo>
                    <a:pt x="15953" y="58161"/>
                  </a:lnTo>
                  <a:lnTo>
                    <a:pt x="9565" y="59807"/>
                  </a:lnTo>
                  <a:lnTo>
                    <a:pt x="9599" y="56624"/>
                  </a:lnTo>
                  <a:lnTo>
                    <a:pt x="3916" y="56067"/>
                  </a:lnTo>
                  <a:lnTo>
                    <a:pt x="3462" y="46309"/>
                  </a:lnTo>
                  <a:lnTo>
                    <a:pt x="4498" y="46403"/>
                  </a:lnTo>
                  <a:lnTo>
                    <a:pt x="5160" y="42228"/>
                  </a:lnTo>
                  <a:lnTo>
                    <a:pt x="8149" y="32437"/>
                  </a:lnTo>
                  <a:lnTo>
                    <a:pt x="0" y="28153"/>
                  </a:lnTo>
                  <a:lnTo>
                    <a:pt x="7723" y="20687"/>
                  </a:lnTo>
                  <a:lnTo>
                    <a:pt x="19544" y="20967"/>
                  </a:lnTo>
                  <a:lnTo>
                    <a:pt x="26972" y="22587"/>
                  </a:lnTo>
                  <a:lnTo>
                    <a:pt x="23554" y="7184"/>
                  </a:lnTo>
                  <a:lnTo>
                    <a:pt x="26333" y="7813"/>
                  </a:lnTo>
                  <a:lnTo>
                    <a:pt x="28206" y="2791"/>
                  </a:lnTo>
                  <a:lnTo>
                    <a:pt x="3271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8" name="ph5608"/>
            <p:cNvSpPr/>
            <p:nvPr/>
          </p:nvSpPr>
          <p:spPr>
            <a:xfrm>
              <a:off x="7108198" y="2422397"/>
              <a:ext cx="73390" cy="61350"/>
            </a:xfrm>
            <a:custGeom>
              <a:avLst/>
              <a:pathLst>
                <a:path w="73390" h="61350">
                  <a:moveTo>
                    <a:pt x="51247" y="404"/>
                  </a:moveTo>
                  <a:lnTo>
                    <a:pt x="54413" y="3140"/>
                  </a:lnTo>
                  <a:lnTo>
                    <a:pt x="57578" y="8238"/>
                  </a:lnTo>
                  <a:lnTo>
                    <a:pt x="68114" y="17943"/>
                  </a:lnTo>
                  <a:lnTo>
                    <a:pt x="68140" y="19783"/>
                  </a:lnTo>
                  <a:lnTo>
                    <a:pt x="73390" y="25131"/>
                  </a:lnTo>
                  <a:lnTo>
                    <a:pt x="63409" y="25065"/>
                  </a:lnTo>
                  <a:lnTo>
                    <a:pt x="62633" y="29229"/>
                  </a:lnTo>
                  <a:lnTo>
                    <a:pt x="64335" y="29869"/>
                  </a:lnTo>
                  <a:lnTo>
                    <a:pt x="62159" y="42092"/>
                  </a:lnTo>
                  <a:lnTo>
                    <a:pt x="61384" y="41995"/>
                  </a:lnTo>
                  <a:lnTo>
                    <a:pt x="57460" y="40768"/>
                  </a:lnTo>
                  <a:lnTo>
                    <a:pt x="55595" y="43326"/>
                  </a:lnTo>
                  <a:lnTo>
                    <a:pt x="55413" y="46983"/>
                  </a:lnTo>
                  <a:lnTo>
                    <a:pt x="57595" y="47264"/>
                  </a:lnTo>
                  <a:lnTo>
                    <a:pt x="57382" y="51856"/>
                  </a:lnTo>
                  <a:lnTo>
                    <a:pt x="54055" y="51848"/>
                  </a:lnTo>
                  <a:lnTo>
                    <a:pt x="53075" y="50768"/>
                  </a:lnTo>
                  <a:lnTo>
                    <a:pt x="47385" y="50915"/>
                  </a:lnTo>
                  <a:lnTo>
                    <a:pt x="38049" y="52999"/>
                  </a:lnTo>
                  <a:lnTo>
                    <a:pt x="25804" y="61350"/>
                  </a:lnTo>
                  <a:lnTo>
                    <a:pt x="20811" y="59321"/>
                  </a:lnTo>
                  <a:lnTo>
                    <a:pt x="16762" y="55452"/>
                  </a:lnTo>
                  <a:lnTo>
                    <a:pt x="14034" y="49857"/>
                  </a:lnTo>
                  <a:lnTo>
                    <a:pt x="10532" y="49167"/>
                  </a:lnTo>
                  <a:lnTo>
                    <a:pt x="0" y="39043"/>
                  </a:lnTo>
                  <a:lnTo>
                    <a:pt x="898" y="25916"/>
                  </a:lnTo>
                  <a:lnTo>
                    <a:pt x="7079" y="11034"/>
                  </a:lnTo>
                  <a:lnTo>
                    <a:pt x="7458" y="2482"/>
                  </a:lnTo>
                  <a:lnTo>
                    <a:pt x="26494" y="4186"/>
                  </a:lnTo>
                  <a:lnTo>
                    <a:pt x="29230" y="877"/>
                  </a:lnTo>
                  <a:lnTo>
                    <a:pt x="38008" y="1387"/>
                  </a:lnTo>
                  <a:lnTo>
                    <a:pt x="4875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9" name="ph5609"/>
            <p:cNvSpPr/>
            <p:nvPr/>
          </p:nvSpPr>
          <p:spPr>
            <a:xfrm>
              <a:off x="7157496" y="2532939"/>
              <a:ext cx="103829" cy="69770"/>
            </a:xfrm>
            <a:custGeom>
              <a:avLst/>
              <a:pathLst>
                <a:path w="103829" h="69770">
                  <a:moveTo>
                    <a:pt x="40243" y="0"/>
                  </a:moveTo>
                  <a:lnTo>
                    <a:pt x="45566" y="477"/>
                  </a:lnTo>
                  <a:lnTo>
                    <a:pt x="46849" y="3982"/>
                  </a:lnTo>
                  <a:lnTo>
                    <a:pt x="51928" y="6860"/>
                  </a:lnTo>
                  <a:lnTo>
                    <a:pt x="50260" y="21610"/>
                  </a:lnTo>
                  <a:lnTo>
                    <a:pt x="61655" y="20949"/>
                  </a:lnTo>
                  <a:lnTo>
                    <a:pt x="64164" y="22084"/>
                  </a:lnTo>
                  <a:lnTo>
                    <a:pt x="64942" y="35276"/>
                  </a:lnTo>
                  <a:lnTo>
                    <a:pt x="62512" y="35421"/>
                  </a:lnTo>
                  <a:lnTo>
                    <a:pt x="62800" y="40443"/>
                  </a:lnTo>
                  <a:lnTo>
                    <a:pt x="65227" y="40271"/>
                  </a:lnTo>
                  <a:lnTo>
                    <a:pt x="65567" y="48590"/>
                  </a:lnTo>
                  <a:lnTo>
                    <a:pt x="67969" y="48927"/>
                  </a:lnTo>
                  <a:lnTo>
                    <a:pt x="71908" y="45301"/>
                  </a:lnTo>
                  <a:lnTo>
                    <a:pt x="73494" y="35760"/>
                  </a:lnTo>
                  <a:lnTo>
                    <a:pt x="79206" y="33203"/>
                  </a:lnTo>
                  <a:lnTo>
                    <a:pt x="79908" y="34707"/>
                  </a:lnTo>
                  <a:lnTo>
                    <a:pt x="83299" y="32808"/>
                  </a:lnTo>
                  <a:lnTo>
                    <a:pt x="84767" y="29525"/>
                  </a:lnTo>
                  <a:lnTo>
                    <a:pt x="91714" y="28449"/>
                  </a:lnTo>
                  <a:lnTo>
                    <a:pt x="90494" y="32955"/>
                  </a:lnTo>
                  <a:lnTo>
                    <a:pt x="96150" y="34539"/>
                  </a:lnTo>
                  <a:lnTo>
                    <a:pt x="96870" y="40993"/>
                  </a:lnTo>
                  <a:lnTo>
                    <a:pt x="103829" y="44787"/>
                  </a:lnTo>
                  <a:lnTo>
                    <a:pt x="102804" y="47112"/>
                  </a:lnTo>
                  <a:lnTo>
                    <a:pt x="103109" y="49442"/>
                  </a:lnTo>
                  <a:lnTo>
                    <a:pt x="98232" y="60542"/>
                  </a:lnTo>
                  <a:lnTo>
                    <a:pt x="93314" y="59187"/>
                  </a:lnTo>
                  <a:lnTo>
                    <a:pt x="87248" y="59729"/>
                  </a:lnTo>
                  <a:lnTo>
                    <a:pt x="86573" y="65871"/>
                  </a:lnTo>
                  <a:lnTo>
                    <a:pt x="78321" y="66214"/>
                  </a:lnTo>
                  <a:lnTo>
                    <a:pt x="77904" y="69770"/>
                  </a:lnTo>
                  <a:lnTo>
                    <a:pt x="73076" y="69211"/>
                  </a:lnTo>
                  <a:lnTo>
                    <a:pt x="69702" y="67584"/>
                  </a:lnTo>
                  <a:lnTo>
                    <a:pt x="70162" y="64228"/>
                  </a:lnTo>
                  <a:lnTo>
                    <a:pt x="65494" y="64133"/>
                  </a:lnTo>
                  <a:lnTo>
                    <a:pt x="65704" y="65296"/>
                  </a:lnTo>
                  <a:lnTo>
                    <a:pt x="62235" y="65065"/>
                  </a:lnTo>
                  <a:lnTo>
                    <a:pt x="61084" y="60447"/>
                  </a:lnTo>
                  <a:lnTo>
                    <a:pt x="60969" y="58728"/>
                  </a:lnTo>
                  <a:lnTo>
                    <a:pt x="42631" y="56008"/>
                  </a:lnTo>
                  <a:lnTo>
                    <a:pt x="35255" y="53149"/>
                  </a:lnTo>
                  <a:lnTo>
                    <a:pt x="32989" y="53492"/>
                  </a:lnTo>
                  <a:lnTo>
                    <a:pt x="32087" y="55158"/>
                  </a:lnTo>
                  <a:lnTo>
                    <a:pt x="27571" y="58099"/>
                  </a:lnTo>
                  <a:lnTo>
                    <a:pt x="22054" y="56729"/>
                  </a:lnTo>
                  <a:lnTo>
                    <a:pt x="14500" y="57084"/>
                  </a:lnTo>
                  <a:lnTo>
                    <a:pt x="15002" y="56633"/>
                  </a:lnTo>
                  <a:lnTo>
                    <a:pt x="9820" y="54130"/>
                  </a:lnTo>
                  <a:lnTo>
                    <a:pt x="0" y="55299"/>
                  </a:lnTo>
                  <a:lnTo>
                    <a:pt x="6914" y="52138"/>
                  </a:lnTo>
                  <a:lnTo>
                    <a:pt x="9630" y="42712"/>
                  </a:lnTo>
                  <a:lnTo>
                    <a:pt x="12976" y="39437"/>
                  </a:lnTo>
                  <a:lnTo>
                    <a:pt x="14518" y="38925"/>
                  </a:lnTo>
                  <a:lnTo>
                    <a:pt x="9269" y="32965"/>
                  </a:lnTo>
                  <a:lnTo>
                    <a:pt x="8064" y="25132"/>
                  </a:lnTo>
                  <a:lnTo>
                    <a:pt x="8413" y="21587"/>
                  </a:lnTo>
                  <a:lnTo>
                    <a:pt x="12761" y="21747"/>
                  </a:lnTo>
                  <a:lnTo>
                    <a:pt x="16330" y="21861"/>
                  </a:lnTo>
                  <a:lnTo>
                    <a:pt x="15837" y="20510"/>
                  </a:lnTo>
                  <a:lnTo>
                    <a:pt x="13643" y="20217"/>
                  </a:lnTo>
                  <a:lnTo>
                    <a:pt x="13574" y="17670"/>
                  </a:lnTo>
                  <a:lnTo>
                    <a:pt x="17619" y="12801"/>
                  </a:lnTo>
                  <a:lnTo>
                    <a:pt x="19848" y="5864"/>
                  </a:lnTo>
                  <a:lnTo>
                    <a:pt x="23694" y="5628"/>
                  </a:lnTo>
                  <a:lnTo>
                    <a:pt x="26883" y="2494"/>
                  </a:lnTo>
                  <a:lnTo>
                    <a:pt x="28942" y="47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0" name="ph5610"/>
            <p:cNvSpPr/>
            <p:nvPr/>
          </p:nvSpPr>
          <p:spPr>
            <a:xfrm>
              <a:off x="7106350" y="2492446"/>
              <a:ext cx="65663" cy="106922"/>
            </a:xfrm>
            <a:custGeom>
              <a:avLst/>
              <a:pathLst>
                <a:path w="65663" h="106922">
                  <a:moveTo>
                    <a:pt x="25219" y="1146"/>
                  </a:moveTo>
                  <a:lnTo>
                    <a:pt x="27437" y="8063"/>
                  </a:lnTo>
                  <a:lnTo>
                    <a:pt x="36314" y="8050"/>
                  </a:lnTo>
                  <a:lnTo>
                    <a:pt x="39140" y="6574"/>
                  </a:lnTo>
                  <a:lnTo>
                    <a:pt x="39441" y="7191"/>
                  </a:lnTo>
                  <a:lnTo>
                    <a:pt x="44805" y="7018"/>
                  </a:lnTo>
                  <a:lnTo>
                    <a:pt x="47534" y="11426"/>
                  </a:lnTo>
                  <a:lnTo>
                    <a:pt x="42502" y="14377"/>
                  </a:lnTo>
                  <a:lnTo>
                    <a:pt x="47449" y="28593"/>
                  </a:lnTo>
                  <a:lnTo>
                    <a:pt x="50933" y="30026"/>
                  </a:lnTo>
                  <a:lnTo>
                    <a:pt x="51468" y="31864"/>
                  </a:lnTo>
                  <a:lnTo>
                    <a:pt x="50695" y="34210"/>
                  </a:lnTo>
                  <a:lnTo>
                    <a:pt x="47532" y="33802"/>
                  </a:lnTo>
                  <a:lnTo>
                    <a:pt x="48767" y="44521"/>
                  </a:lnTo>
                  <a:lnTo>
                    <a:pt x="51303" y="51075"/>
                  </a:lnTo>
                  <a:lnTo>
                    <a:pt x="52602" y="58568"/>
                  </a:lnTo>
                  <a:lnTo>
                    <a:pt x="56458" y="57543"/>
                  </a:lnTo>
                  <a:lnTo>
                    <a:pt x="59500" y="58412"/>
                  </a:lnTo>
                  <a:lnTo>
                    <a:pt x="63907" y="62240"/>
                  </a:lnTo>
                  <a:lnTo>
                    <a:pt x="59558" y="62079"/>
                  </a:lnTo>
                  <a:lnTo>
                    <a:pt x="59209" y="65625"/>
                  </a:lnTo>
                  <a:lnTo>
                    <a:pt x="60415" y="73458"/>
                  </a:lnTo>
                  <a:lnTo>
                    <a:pt x="65663" y="79418"/>
                  </a:lnTo>
                  <a:lnTo>
                    <a:pt x="64121" y="79930"/>
                  </a:lnTo>
                  <a:lnTo>
                    <a:pt x="60775" y="83205"/>
                  </a:lnTo>
                  <a:lnTo>
                    <a:pt x="58060" y="92631"/>
                  </a:lnTo>
                  <a:lnTo>
                    <a:pt x="51145" y="95792"/>
                  </a:lnTo>
                  <a:lnTo>
                    <a:pt x="50974" y="97334"/>
                  </a:lnTo>
                  <a:lnTo>
                    <a:pt x="46149" y="95278"/>
                  </a:lnTo>
                  <a:lnTo>
                    <a:pt x="41549" y="95868"/>
                  </a:lnTo>
                  <a:lnTo>
                    <a:pt x="40282" y="106851"/>
                  </a:lnTo>
                  <a:lnTo>
                    <a:pt x="33939" y="106922"/>
                  </a:lnTo>
                  <a:lnTo>
                    <a:pt x="32545" y="102883"/>
                  </a:lnTo>
                  <a:lnTo>
                    <a:pt x="30116" y="101892"/>
                  </a:lnTo>
                  <a:lnTo>
                    <a:pt x="27892" y="102086"/>
                  </a:lnTo>
                  <a:lnTo>
                    <a:pt x="27735" y="105474"/>
                  </a:lnTo>
                  <a:lnTo>
                    <a:pt x="26410" y="104765"/>
                  </a:lnTo>
                  <a:lnTo>
                    <a:pt x="26249" y="102095"/>
                  </a:lnTo>
                  <a:lnTo>
                    <a:pt x="23931" y="99567"/>
                  </a:lnTo>
                  <a:lnTo>
                    <a:pt x="22638" y="82496"/>
                  </a:lnTo>
                  <a:lnTo>
                    <a:pt x="18503" y="82579"/>
                  </a:lnTo>
                  <a:lnTo>
                    <a:pt x="18319" y="79377"/>
                  </a:lnTo>
                  <a:lnTo>
                    <a:pt x="23088" y="80930"/>
                  </a:lnTo>
                  <a:lnTo>
                    <a:pt x="23659" y="80018"/>
                  </a:lnTo>
                  <a:lnTo>
                    <a:pt x="20482" y="69286"/>
                  </a:lnTo>
                  <a:lnTo>
                    <a:pt x="20793" y="68087"/>
                  </a:lnTo>
                  <a:lnTo>
                    <a:pt x="22440" y="68357"/>
                  </a:lnTo>
                  <a:lnTo>
                    <a:pt x="22156" y="60612"/>
                  </a:lnTo>
                  <a:lnTo>
                    <a:pt x="17092" y="55464"/>
                  </a:lnTo>
                  <a:lnTo>
                    <a:pt x="15827" y="55482"/>
                  </a:lnTo>
                  <a:lnTo>
                    <a:pt x="16082" y="59682"/>
                  </a:lnTo>
                  <a:lnTo>
                    <a:pt x="12480" y="59733"/>
                  </a:lnTo>
                  <a:lnTo>
                    <a:pt x="4760" y="37050"/>
                  </a:lnTo>
                  <a:lnTo>
                    <a:pt x="0" y="27048"/>
                  </a:lnTo>
                  <a:lnTo>
                    <a:pt x="2722" y="26660"/>
                  </a:lnTo>
                  <a:lnTo>
                    <a:pt x="4160" y="23744"/>
                  </a:lnTo>
                  <a:lnTo>
                    <a:pt x="1547" y="17252"/>
                  </a:lnTo>
                  <a:lnTo>
                    <a:pt x="2246" y="14478"/>
                  </a:lnTo>
                  <a:lnTo>
                    <a:pt x="7145" y="15844"/>
                  </a:lnTo>
                  <a:lnTo>
                    <a:pt x="12269" y="13689"/>
                  </a:lnTo>
                  <a:lnTo>
                    <a:pt x="2202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1" name="ph5611"/>
            <p:cNvSpPr/>
            <p:nvPr/>
          </p:nvSpPr>
          <p:spPr>
            <a:xfrm>
              <a:off x="7098173" y="2380099"/>
              <a:ext cx="38873" cy="35949"/>
            </a:xfrm>
            <a:custGeom>
              <a:avLst/>
              <a:pathLst>
                <a:path w="38873" h="35949">
                  <a:moveTo>
                    <a:pt x="38873" y="0"/>
                  </a:moveTo>
                  <a:lnTo>
                    <a:pt x="33201" y="20440"/>
                  </a:lnTo>
                  <a:lnTo>
                    <a:pt x="33130" y="26569"/>
                  </a:lnTo>
                  <a:lnTo>
                    <a:pt x="31561" y="27286"/>
                  </a:lnTo>
                  <a:lnTo>
                    <a:pt x="30704" y="26879"/>
                  </a:lnTo>
                  <a:lnTo>
                    <a:pt x="28010" y="23916"/>
                  </a:lnTo>
                  <a:lnTo>
                    <a:pt x="19612" y="26685"/>
                  </a:lnTo>
                  <a:lnTo>
                    <a:pt x="15056" y="29332"/>
                  </a:lnTo>
                  <a:lnTo>
                    <a:pt x="14055" y="35949"/>
                  </a:lnTo>
                  <a:lnTo>
                    <a:pt x="11674" y="30397"/>
                  </a:lnTo>
                  <a:lnTo>
                    <a:pt x="1724" y="33566"/>
                  </a:lnTo>
                  <a:lnTo>
                    <a:pt x="0" y="24386"/>
                  </a:lnTo>
                  <a:lnTo>
                    <a:pt x="3343" y="21467"/>
                  </a:lnTo>
                  <a:lnTo>
                    <a:pt x="14649" y="15174"/>
                  </a:lnTo>
                  <a:lnTo>
                    <a:pt x="18711" y="15167"/>
                  </a:lnTo>
                  <a:lnTo>
                    <a:pt x="21262" y="16698"/>
                  </a:lnTo>
                  <a:lnTo>
                    <a:pt x="22240" y="16279"/>
                  </a:lnTo>
                  <a:lnTo>
                    <a:pt x="27776" y="12491"/>
                  </a:lnTo>
                  <a:lnTo>
                    <a:pt x="27570" y="7504"/>
                  </a:lnTo>
                  <a:lnTo>
                    <a:pt x="29660" y="3766"/>
                  </a:lnTo>
                  <a:lnTo>
                    <a:pt x="33835" y="685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2" name="ph5612"/>
            <p:cNvSpPr/>
            <p:nvPr/>
          </p:nvSpPr>
          <p:spPr>
            <a:xfrm>
              <a:off x="7183708" y="2474874"/>
              <a:ext cx="101419" cy="117870"/>
            </a:xfrm>
            <a:custGeom>
              <a:avLst/>
              <a:pathLst>
                <a:path w="101419" h="117870">
                  <a:moveTo>
                    <a:pt x="51440" y="0"/>
                  </a:moveTo>
                  <a:lnTo>
                    <a:pt x="51728" y="3301"/>
                  </a:lnTo>
                  <a:lnTo>
                    <a:pt x="53695" y="6399"/>
                  </a:lnTo>
                  <a:lnTo>
                    <a:pt x="57846" y="6853"/>
                  </a:lnTo>
                  <a:lnTo>
                    <a:pt x="60236" y="2330"/>
                  </a:lnTo>
                  <a:lnTo>
                    <a:pt x="61616" y="5044"/>
                  </a:lnTo>
                  <a:lnTo>
                    <a:pt x="62126" y="6756"/>
                  </a:lnTo>
                  <a:lnTo>
                    <a:pt x="64552" y="8228"/>
                  </a:lnTo>
                  <a:lnTo>
                    <a:pt x="65946" y="10402"/>
                  </a:lnTo>
                  <a:lnTo>
                    <a:pt x="65784" y="11393"/>
                  </a:lnTo>
                  <a:lnTo>
                    <a:pt x="59465" y="15326"/>
                  </a:lnTo>
                  <a:lnTo>
                    <a:pt x="59602" y="22663"/>
                  </a:lnTo>
                  <a:lnTo>
                    <a:pt x="61300" y="26294"/>
                  </a:lnTo>
                  <a:lnTo>
                    <a:pt x="66719" y="23092"/>
                  </a:lnTo>
                  <a:lnTo>
                    <a:pt x="69839" y="28729"/>
                  </a:lnTo>
                  <a:lnTo>
                    <a:pt x="69297" y="35589"/>
                  </a:lnTo>
                  <a:lnTo>
                    <a:pt x="65361" y="35211"/>
                  </a:lnTo>
                  <a:lnTo>
                    <a:pt x="63605" y="50531"/>
                  </a:lnTo>
                  <a:lnTo>
                    <a:pt x="69082" y="56005"/>
                  </a:lnTo>
                  <a:lnTo>
                    <a:pt x="74985" y="63527"/>
                  </a:lnTo>
                  <a:lnTo>
                    <a:pt x="75857" y="67400"/>
                  </a:lnTo>
                  <a:lnTo>
                    <a:pt x="73541" y="71132"/>
                  </a:lnTo>
                  <a:lnTo>
                    <a:pt x="72177" y="75792"/>
                  </a:lnTo>
                  <a:lnTo>
                    <a:pt x="77133" y="76385"/>
                  </a:lnTo>
                  <a:lnTo>
                    <a:pt x="77275" y="75479"/>
                  </a:lnTo>
                  <a:lnTo>
                    <a:pt x="81904" y="76019"/>
                  </a:lnTo>
                  <a:lnTo>
                    <a:pt x="83421" y="79657"/>
                  </a:lnTo>
                  <a:lnTo>
                    <a:pt x="82408" y="85799"/>
                  </a:lnTo>
                  <a:lnTo>
                    <a:pt x="90538" y="92739"/>
                  </a:lnTo>
                  <a:lnTo>
                    <a:pt x="96189" y="90429"/>
                  </a:lnTo>
                  <a:lnTo>
                    <a:pt x="97487" y="91067"/>
                  </a:lnTo>
                  <a:lnTo>
                    <a:pt x="97613" y="92221"/>
                  </a:lnTo>
                  <a:lnTo>
                    <a:pt x="100926" y="90859"/>
                  </a:lnTo>
                  <a:lnTo>
                    <a:pt x="101419" y="96057"/>
                  </a:lnTo>
                  <a:lnTo>
                    <a:pt x="98796" y="99660"/>
                  </a:lnTo>
                  <a:lnTo>
                    <a:pt x="95286" y="98623"/>
                  </a:lnTo>
                  <a:lnTo>
                    <a:pt x="90392" y="110376"/>
                  </a:lnTo>
                  <a:lnTo>
                    <a:pt x="87359" y="107843"/>
                  </a:lnTo>
                  <a:lnTo>
                    <a:pt x="86087" y="110640"/>
                  </a:lnTo>
                  <a:lnTo>
                    <a:pt x="89440" y="113206"/>
                  </a:lnTo>
                  <a:lnTo>
                    <a:pt x="88887" y="114757"/>
                  </a:lnTo>
                  <a:lnTo>
                    <a:pt x="87262" y="115393"/>
                  </a:lnTo>
                  <a:lnTo>
                    <a:pt x="86414" y="114310"/>
                  </a:lnTo>
                  <a:lnTo>
                    <a:pt x="83992" y="113955"/>
                  </a:lnTo>
                  <a:lnTo>
                    <a:pt x="82990" y="117870"/>
                  </a:lnTo>
                  <a:lnTo>
                    <a:pt x="80222" y="116993"/>
                  </a:lnTo>
                  <a:lnTo>
                    <a:pt x="82462" y="108437"/>
                  </a:lnTo>
                  <a:lnTo>
                    <a:pt x="78143" y="104606"/>
                  </a:lnTo>
                  <a:lnTo>
                    <a:pt x="76592" y="105177"/>
                  </a:lnTo>
                  <a:lnTo>
                    <a:pt x="77617" y="102851"/>
                  </a:lnTo>
                  <a:lnTo>
                    <a:pt x="70658" y="99057"/>
                  </a:lnTo>
                  <a:lnTo>
                    <a:pt x="69937" y="92604"/>
                  </a:lnTo>
                  <a:lnTo>
                    <a:pt x="64282" y="91020"/>
                  </a:lnTo>
                  <a:lnTo>
                    <a:pt x="65502" y="86513"/>
                  </a:lnTo>
                  <a:lnTo>
                    <a:pt x="58555" y="87590"/>
                  </a:lnTo>
                  <a:lnTo>
                    <a:pt x="57087" y="90872"/>
                  </a:lnTo>
                  <a:lnTo>
                    <a:pt x="53695" y="92772"/>
                  </a:lnTo>
                  <a:lnTo>
                    <a:pt x="52994" y="91267"/>
                  </a:lnTo>
                  <a:lnTo>
                    <a:pt x="47281" y="93824"/>
                  </a:lnTo>
                  <a:lnTo>
                    <a:pt x="45696" y="103366"/>
                  </a:lnTo>
                  <a:lnTo>
                    <a:pt x="41756" y="106992"/>
                  </a:lnTo>
                  <a:lnTo>
                    <a:pt x="39354" y="106654"/>
                  </a:lnTo>
                  <a:lnTo>
                    <a:pt x="39014" y="98335"/>
                  </a:lnTo>
                  <a:lnTo>
                    <a:pt x="36588" y="98507"/>
                  </a:lnTo>
                  <a:lnTo>
                    <a:pt x="36300" y="93486"/>
                  </a:lnTo>
                  <a:lnTo>
                    <a:pt x="38730" y="93341"/>
                  </a:lnTo>
                  <a:lnTo>
                    <a:pt x="37951" y="80149"/>
                  </a:lnTo>
                  <a:lnTo>
                    <a:pt x="35443" y="79013"/>
                  </a:lnTo>
                  <a:lnTo>
                    <a:pt x="24047" y="79675"/>
                  </a:lnTo>
                  <a:lnTo>
                    <a:pt x="25716" y="64924"/>
                  </a:lnTo>
                  <a:lnTo>
                    <a:pt x="20636" y="62046"/>
                  </a:lnTo>
                  <a:lnTo>
                    <a:pt x="19354" y="58542"/>
                  </a:lnTo>
                  <a:lnTo>
                    <a:pt x="14031" y="58064"/>
                  </a:lnTo>
                  <a:lnTo>
                    <a:pt x="2729" y="58535"/>
                  </a:lnTo>
                  <a:lnTo>
                    <a:pt x="671" y="60558"/>
                  </a:lnTo>
                  <a:lnTo>
                    <a:pt x="0" y="57661"/>
                  </a:lnTo>
                  <a:lnTo>
                    <a:pt x="1464" y="55560"/>
                  </a:lnTo>
                  <a:lnTo>
                    <a:pt x="11597" y="46345"/>
                  </a:lnTo>
                  <a:lnTo>
                    <a:pt x="11231" y="41340"/>
                  </a:lnTo>
                  <a:lnTo>
                    <a:pt x="11775" y="41352"/>
                  </a:lnTo>
                  <a:lnTo>
                    <a:pt x="15310" y="42559"/>
                  </a:lnTo>
                  <a:lnTo>
                    <a:pt x="17865" y="42312"/>
                  </a:lnTo>
                  <a:lnTo>
                    <a:pt x="31451" y="33518"/>
                  </a:lnTo>
                  <a:lnTo>
                    <a:pt x="35996" y="32143"/>
                  </a:lnTo>
                  <a:lnTo>
                    <a:pt x="36187" y="30522"/>
                  </a:lnTo>
                  <a:lnTo>
                    <a:pt x="39067" y="30954"/>
                  </a:lnTo>
                  <a:lnTo>
                    <a:pt x="40902" y="28376"/>
                  </a:lnTo>
                  <a:lnTo>
                    <a:pt x="40347" y="27265"/>
                  </a:lnTo>
                  <a:lnTo>
                    <a:pt x="37494" y="25810"/>
                  </a:lnTo>
                  <a:lnTo>
                    <a:pt x="36166" y="21156"/>
                  </a:lnTo>
                  <a:lnTo>
                    <a:pt x="37698" y="19714"/>
                  </a:lnTo>
                  <a:lnTo>
                    <a:pt x="40150" y="22596"/>
                  </a:lnTo>
                  <a:lnTo>
                    <a:pt x="39040" y="18823"/>
                  </a:lnTo>
                  <a:lnTo>
                    <a:pt x="39090" y="14814"/>
                  </a:lnTo>
                  <a:lnTo>
                    <a:pt x="42903" y="4983"/>
                  </a:lnTo>
                  <a:lnTo>
                    <a:pt x="49424" y="3841"/>
                  </a:lnTo>
                  <a:lnTo>
                    <a:pt x="50133" y="3281"/>
                  </a:lnTo>
                  <a:lnTo>
                    <a:pt x="49840" y="2203"/>
                  </a:lnTo>
                  <a:lnTo>
                    <a:pt x="50193" y="475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3" name="ph5613"/>
            <p:cNvSpPr/>
            <p:nvPr/>
          </p:nvSpPr>
          <p:spPr>
            <a:xfrm>
              <a:off x="7171996" y="2586088"/>
              <a:ext cx="46837" cy="45730"/>
            </a:xfrm>
            <a:custGeom>
              <a:avLst/>
              <a:pathLst>
                <a:path w="46837" h="45730">
                  <a:moveTo>
                    <a:pt x="20755" y="0"/>
                  </a:moveTo>
                  <a:lnTo>
                    <a:pt x="28131" y="2859"/>
                  </a:lnTo>
                  <a:lnTo>
                    <a:pt x="46469" y="5579"/>
                  </a:lnTo>
                  <a:lnTo>
                    <a:pt x="46583" y="7298"/>
                  </a:lnTo>
                  <a:lnTo>
                    <a:pt x="44834" y="14808"/>
                  </a:lnTo>
                  <a:lnTo>
                    <a:pt x="46837" y="14713"/>
                  </a:lnTo>
                  <a:lnTo>
                    <a:pt x="44087" y="31431"/>
                  </a:lnTo>
                  <a:lnTo>
                    <a:pt x="37276" y="30448"/>
                  </a:lnTo>
                  <a:lnTo>
                    <a:pt x="32124" y="34785"/>
                  </a:lnTo>
                  <a:lnTo>
                    <a:pt x="30999" y="41729"/>
                  </a:lnTo>
                  <a:lnTo>
                    <a:pt x="31728" y="41826"/>
                  </a:lnTo>
                  <a:lnTo>
                    <a:pt x="32068" y="39168"/>
                  </a:lnTo>
                  <a:lnTo>
                    <a:pt x="34538" y="40315"/>
                  </a:lnTo>
                  <a:lnTo>
                    <a:pt x="34007" y="44435"/>
                  </a:lnTo>
                  <a:lnTo>
                    <a:pt x="30315" y="45624"/>
                  </a:lnTo>
                  <a:lnTo>
                    <a:pt x="25127" y="45730"/>
                  </a:lnTo>
                  <a:lnTo>
                    <a:pt x="22237" y="43645"/>
                  </a:lnTo>
                  <a:lnTo>
                    <a:pt x="16728" y="42073"/>
                  </a:lnTo>
                  <a:lnTo>
                    <a:pt x="16048" y="40788"/>
                  </a:lnTo>
                  <a:lnTo>
                    <a:pt x="17574" y="30882"/>
                  </a:lnTo>
                  <a:lnTo>
                    <a:pt x="19039" y="27787"/>
                  </a:lnTo>
                  <a:lnTo>
                    <a:pt x="18890" y="22055"/>
                  </a:lnTo>
                  <a:lnTo>
                    <a:pt x="16721" y="20187"/>
                  </a:lnTo>
                  <a:lnTo>
                    <a:pt x="14023" y="20249"/>
                  </a:lnTo>
                  <a:lnTo>
                    <a:pt x="9753" y="18877"/>
                  </a:lnTo>
                  <a:lnTo>
                    <a:pt x="5199" y="14309"/>
                  </a:lnTo>
                  <a:lnTo>
                    <a:pt x="1107" y="7890"/>
                  </a:lnTo>
                  <a:lnTo>
                    <a:pt x="0" y="3935"/>
                  </a:lnTo>
                  <a:lnTo>
                    <a:pt x="7554" y="3580"/>
                  </a:lnTo>
                  <a:lnTo>
                    <a:pt x="13070" y="4949"/>
                  </a:lnTo>
                  <a:lnTo>
                    <a:pt x="17587" y="2009"/>
                  </a:lnTo>
                  <a:lnTo>
                    <a:pt x="18489" y="343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4" name="ph5614"/>
            <p:cNvSpPr/>
            <p:nvPr/>
          </p:nvSpPr>
          <p:spPr>
            <a:xfrm>
              <a:off x="7112228" y="2370810"/>
              <a:ext cx="55977" cy="55773"/>
            </a:xfrm>
            <a:custGeom>
              <a:avLst/>
              <a:pathLst>
                <a:path w="55977" h="55773">
                  <a:moveTo>
                    <a:pt x="47695" y="4065"/>
                  </a:moveTo>
                  <a:lnTo>
                    <a:pt x="49616" y="9272"/>
                  </a:lnTo>
                  <a:lnTo>
                    <a:pt x="51439" y="8486"/>
                  </a:lnTo>
                  <a:lnTo>
                    <a:pt x="50805" y="22627"/>
                  </a:lnTo>
                  <a:lnTo>
                    <a:pt x="50194" y="23146"/>
                  </a:lnTo>
                  <a:lnTo>
                    <a:pt x="49971" y="26391"/>
                  </a:lnTo>
                  <a:lnTo>
                    <a:pt x="55977" y="26461"/>
                  </a:lnTo>
                  <a:lnTo>
                    <a:pt x="50674" y="33024"/>
                  </a:lnTo>
                  <a:lnTo>
                    <a:pt x="50379" y="43752"/>
                  </a:lnTo>
                  <a:lnTo>
                    <a:pt x="49339" y="43820"/>
                  </a:lnTo>
                  <a:lnTo>
                    <a:pt x="44720" y="51586"/>
                  </a:lnTo>
                  <a:lnTo>
                    <a:pt x="33978" y="52974"/>
                  </a:lnTo>
                  <a:lnTo>
                    <a:pt x="25199" y="52463"/>
                  </a:lnTo>
                  <a:lnTo>
                    <a:pt x="22464" y="55773"/>
                  </a:lnTo>
                  <a:lnTo>
                    <a:pt x="3428" y="54069"/>
                  </a:lnTo>
                  <a:lnTo>
                    <a:pt x="0" y="45237"/>
                  </a:lnTo>
                  <a:lnTo>
                    <a:pt x="1001" y="38620"/>
                  </a:lnTo>
                  <a:lnTo>
                    <a:pt x="5557" y="35974"/>
                  </a:lnTo>
                  <a:lnTo>
                    <a:pt x="13954" y="33205"/>
                  </a:lnTo>
                  <a:lnTo>
                    <a:pt x="16648" y="36168"/>
                  </a:lnTo>
                  <a:lnTo>
                    <a:pt x="17505" y="36574"/>
                  </a:lnTo>
                  <a:lnTo>
                    <a:pt x="19074" y="35858"/>
                  </a:lnTo>
                  <a:lnTo>
                    <a:pt x="19146" y="29728"/>
                  </a:lnTo>
                  <a:lnTo>
                    <a:pt x="24817" y="9288"/>
                  </a:lnTo>
                  <a:lnTo>
                    <a:pt x="29577" y="4397"/>
                  </a:lnTo>
                  <a:lnTo>
                    <a:pt x="34283" y="2611"/>
                  </a:lnTo>
                  <a:lnTo>
                    <a:pt x="3780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5" name="ph5615"/>
            <p:cNvSpPr/>
            <p:nvPr/>
          </p:nvSpPr>
          <p:spPr>
            <a:xfrm>
              <a:off x="7088882" y="2045181"/>
              <a:ext cx="71850" cy="97117"/>
            </a:xfrm>
            <a:custGeom>
              <a:avLst/>
              <a:pathLst>
                <a:path w="71850" h="97117">
                  <a:moveTo>
                    <a:pt x="14727" y="682"/>
                  </a:moveTo>
                  <a:lnTo>
                    <a:pt x="17795" y="1892"/>
                  </a:lnTo>
                  <a:lnTo>
                    <a:pt x="31405" y="2576"/>
                  </a:lnTo>
                  <a:lnTo>
                    <a:pt x="32812" y="4116"/>
                  </a:lnTo>
                  <a:lnTo>
                    <a:pt x="35161" y="2912"/>
                  </a:lnTo>
                  <a:lnTo>
                    <a:pt x="36520" y="3386"/>
                  </a:lnTo>
                  <a:lnTo>
                    <a:pt x="37892" y="5264"/>
                  </a:lnTo>
                  <a:lnTo>
                    <a:pt x="39040" y="10505"/>
                  </a:lnTo>
                  <a:lnTo>
                    <a:pt x="39870" y="14927"/>
                  </a:lnTo>
                  <a:lnTo>
                    <a:pt x="39787" y="25945"/>
                  </a:lnTo>
                  <a:lnTo>
                    <a:pt x="37021" y="29692"/>
                  </a:lnTo>
                  <a:lnTo>
                    <a:pt x="38019" y="35424"/>
                  </a:lnTo>
                  <a:lnTo>
                    <a:pt x="39833" y="36672"/>
                  </a:lnTo>
                  <a:lnTo>
                    <a:pt x="41514" y="35741"/>
                  </a:lnTo>
                  <a:lnTo>
                    <a:pt x="44922" y="40317"/>
                  </a:lnTo>
                  <a:lnTo>
                    <a:pt x="44196" y="43195"/>
                  </a:lnTo>
                  <a:lnTo>
                    <a:pt x="45272" y="45883"/>
                  </a:lnTo>
                  <a:lnTo>
                    <a:pt x="52481" y="48856"/>
                  </a:lnTo>
                  <a:lnTo>
                    <a:pt x="52131" y="53872"/>
                  </a:lnTo>
                  <a:lnTo>
                    <a:pt x="53438" y="55465"/>
                  </a:lnTo>
                  <a:lnTo>
                    <a:pt x="56095" y="55478"/>
                  </a:lnTo>
                  <a:lnTo>
                    <a:pt x="57769" y="56351"/>
                  </a:lnTo>
                  <a:lnTo>
                    <a:pt x="59276" y="58351"/>
                  </a:lnTo>
                  <a:lnTo>
                    <a:pt x="62420" y="65552"/>
                  </a:lnTo>
                  <a:lnTo>
                    <a:pt x="62864" y="71062"/>
                  </a:lnTo>
                  <a:lnTo>
                    <a:pt x="66571" y="73722"/>
                  </a:lnTo>
                  <a:lnTo>
                    <a:pt x="66529" y="77772"/>
                  </a:lnTo>
                  <a:lnTo>
                    <a:pt x="67763" y="82709"/>
                  </a:lnTo>
                  <a:lnTo>
                    <a:pt x="70424" y="87237"/>
                  </a:lnTo>
                  <a:lnTo>
                    <a:pt x="71850" y="95241"/>
                  </a:lnTo>
                  <a:lnTo>
                    <a:pt x="62415" y="94421"/>
                  </a:lnTo>
                  <a:lnTo>
                    <a:pt x="62269" y="93137"/>
                  </a:lnTo>
                  <a:lnTo>
                    <a:pt x="51626" y="95629"/>
                  </a:lnTo>
                  <a:lnTo>
                    <a:pt x="51369" y="97117"/>
                  </a:lnTo>
                  <a:lnTo>
                    <a:pt x="44392" y="97021"/>
                  </a:lnTo>
                  <a:lnTo>
                    <a:pt x="44701" y="90916"/>
                  </a:lnTo>
                  <a:lnTo>
                    <a:pt x="27860" y="82286"/>
                  </a:lnTo>
                  <a:lnTo>
                    <a:pt x="13605" y="81768"/>
                  </a:lnTo>
                  <a:lnTo>
                    <a:pt x="13103" y="80129"/>
                  </a:lnTo>
                  <a:lnTo>
                    <a:pt x="13784" y="78516"/>
                  </a:lnTo>
                  <a:lnTo>
                    <a:pt x="18266" y="74328"/>
                  </a:lnTo>
                  <a:lnTo>
                    <a:pt x="18799" y="65768"/>
                  </a:lnTo>
                  <a:lnTo>
                    <a:pt x="22453" y="60580"/>
                  </a:lnTo>
                  <a:lnTo>
                    <a:pt x="21113" y="56350"/>
                  </a:lnTo>
                  <a:lnTo>
                    <a:pt x="12799" y="51520"/>
                  </a:lnTo>
                  <a:lnTo>
                    <a:pt x="10805" y="52228"/>
                  </a:lnTo>
                  <a:lnTo>
                    <a:pt x="6726" y="51298"/>
                  </a:lnTo>
                  <a:lnTo>
                    <a:pt x="2176" y="51806"/>
                  </a:lnTo>
                  <a:lnTo>
                    <a:pt x="486" y="53172"/>
                  </a:lnTo>
                  <a:lnTo>
                    <a:pt x="0" y="48116"/>
                  </a:lnTo>
                  <a:lnTo>
                    <a:pt x="4246" y="49074"/>
                  </a:lnTo>
                  <a:lnTo>
                    <a:pt x="13829" y="29853"/>
                  </a:lnTo>
                  <a:lnTo>
                    <a:pt x="12740" y="26939"/>
                  </a:lnTo>
                  <a:lnTo>
                    <a:pt x="10359" y="25105"/>
                  </a:lnTo>
                  <a:lnTo>
                    <a:pt x="1765" y="746"/>
                  </a:lnTo>
                  <a:lnTo>
                    <a:pt x="376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6" name="ph5616"/>
            <p:cNvSpPr/>
            <p:nvPr/>
          </p:nvSpPr>
          <p:spPr>
            <a:xfrm>
              <a:off x="7331491" y="2691028"/>
              <a:ext cx="8885" cy="12581"/>
            </a:xfrm>
            <a:custGeom>
              <a:avLst/>
              <a:pathLst>
                <a:path w="8885" h="12581">
                  <a:moveTo>
                    <a:pt x="8885" y="8179"/>
                  </a:moveTo>
                  <a:lnTo>
                    <a:pt x="4054" y="10706"/>
                  </a:lnTo>
                  <a:lnTo>
                    <a:pt x="2698" y="12581"/>
                  </a:lnTo>
                  <a:lnTo>
                    <a:pt x="58" y="10514"/>
                  </a:lnTo>
                  <a:lnTo>
                    <a:pt x="908" y="2658"/>
                  </a:lnTo>
                  <a:lnTo>
                    <a:pt x="0" y="636"/>
                  </a:lnTo>
                  <a:lnTo>
                    <a:pt x="437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7" name="ph5617"/>
            <p:cNvSpPr/>
            <p:nvPr/>
          </p:nvSpPr>
          <p:spPr>
            <a:xfrm>
              <a:off x="7072689" y="2505329"/>
              <a:ext cx="46140" cy="50400"/>
            </a:xfrm>
            <a:custGeom>
              <a:avLst/>
              <a:pathLst>
                <a:path w="46140" h="50400">
                  <a:moveTo>
                    <a:pt x="35906" y="1595"/>
                  </a:moveTo>
                  <a:lnTo>
                    <a:pt x="35208" y="4368"/>
                  </a:lnTo>
                  <a:lnTo>
                    <a:pt x="37821" y="10860"/>
                  </a:lnTo>
                  <a:lnTo>
                    <a:pt x="36382" y="13776"/>
                  </a:lnTo>
                  <a:lnTo>
                    <a:pt x="33660" y="14164"/>
                  </a:lnTo>
                  <a:lnTo>
                    <a:pt x="38421" y="24167"/>
                  </a:lnTo>
                  <a:lnTo>
                    <a:pt x="46140" y="46850"/>
                  </a:lnTo>
                  <a:lnTo>
                    <a:pt x="41567" y="46494"/>
                  </a:lnTo>
                  <a:lnTo>
                    <a:pt x="40081" y="50323"/>
                  </a:lnTo>
                  <a:lnTo>
                    <a:pt x="38805" y="50400"/>
                  </a:lnTo>
                  <a:lnTo>
                    <a:pt x="36411" y="39752"/>
                  </a:lnTo>
                  <a:lnTo>
                    <a:pt x="34114" y="35969"/>
                  </a:lnTo>
                  <a:lnTo>
                    <a:pt x="30048" y="32250"/>
                  </a:lnTo>
                  <a:lnTo>
                    <a:pt x="23511" y="35813"/>
                  </a:lnTo>
                  <a:lnTo>
                    <a:pt x="23360" y="39506"/>
                  </a:lnTo>
                  <a:lnTo>
                    <a:pt x="20159" y="39197"/>
                  </a:lnTo>
                  <a:lnTo>
                    <a:pt x="17469" y="33980"/>
                  </a:lnTo>
                  <a:lnTo>
                    <a:pt x="13880" y="37907"/>
                  </a:lnTo>
                  <a:lnTo>
                    <a:pt x="9715" y="36297"/>
                  </a:lnTo>
                  <a:lnTo>
                    <a:pt x="10899" y="30760"/>
                  </a:lnTo>
                  <a:lnTo>
                    <a:pt x="6391" y="33552"/>
                  </a:lnTo>
                  <a:lnTo>
                    <a:pt x="4518" y="38574"/>
                  </a:lnTo>
                  <a:lnTo>
                    <a:pt x="1740" y="37944"/>
                  </a:lnTo>
                  <a:lnTo>
                    <a:pt x="0" y="30148"/>
                  </a:lnTo>
                  <a:lnTo>
                    <a:pt x="5272" y="15902"/>
                  </a:lnTo>
                  <a:lnTo>
                    <a:pt x="9134" y="8184"/>
                  </a:lnTo>
                  <a:lnTo>
                    <a:pt x="11709" y="1481"/>
                  </a:lnTo>
                  <a:lnTo>
                    <a:pt x="18335" y="92"/>
                  </a:lnTo>
                  <a:lnTo>
                    <a:pt x="2273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8" name="ph5618"/>
            <p:cNvSpPr/>
            <p:nvPr/>
          </p:nvSpPr>
          <p:spPr>
            <a:xfrm>
              <a:off x="7243174" y="2412516"/>
              <a:ext cx="64039" cy="88651"/>
            </a:xfrm>
            <a:custGeom>
              <a:avLst/>
              <a:pathLst>
                <a:path w="64039" h="88651">
                  <a:moveTo>
                    <a:pt x="40947" y="5207"/>
                  </a:moveTo>
                  <a:lnTo>
                    <a:pt x="49714" y="5568"/>
                  </a:lnTo>
                  <a:lnTo>
                    <a:pt x="49832" y="7639"/>
                  </a:lnTo>
                  <a:lnTo>
                    <a:pt x="60825" y="7114"/>
                  </a:lnTo>
                  <a:lnTo>
                    <a:pt x="61870" y="12263"/>
                  </a:lnTo>
                  <a:lnTo>
                    <a:pt x="55189" y="17700"/>
                  </a:lnTo>
                  <a:lnTo>
                    <a:pt x="57072" y="20797"/>
                  </a:lnTo>
                  <a:lnTo>
                    <a:pt x="61085" y="17842"/>
                  </a:lnTo>
                  <a:lnTo>
                    <a:pt x="61316" y="25603"/>
                  </a:lnTo>
                  <a:lnTo>
                    <a:pt x="55016" y="37941"/>
                  </a:lnTo>
                  <a:lnTo>
                    <a:pt x="64039" y="43928"/>
                  </a:lnTo>
                  <a:lnTo>
                    <a:pt x="58301" y="45110"/>
                  </a:lnTo>
                  <a:lnTo>
                    <a:pt x="48214" y="45341"/>
                  </a:lnTo>
                  <a:lnTo>
                    <a:pt x="47573" y="52982"/>
                  </a:lnTo>
                  <a:lnTo>
                    <a:pt x="40305" y="53228"/>
                  </a:lnTo>
                  <a:lnTo>
                    <a:pt x="41847" y="55788"/>
                  </a:lnTo>
                  <a:lnTo>
                    <a:pt x="41089" y="59556"/>
                  </a:lnTo>
                  <a:lnTo>
                    <a:pt x="39220" y="59668"/>
                  </a:lnTo>
                  <a:lnTo>
                    <a:pt x="37393" y="60945"/>
                  </a:lnTo>
                  <a:lnTo>
                    <a:pt x="36106" y="64178"/>
                  </a:lnTo>
                  <a:lnTo>
                    <a:pt x="36762" y="65289"/>
                  </a:lnTo>
                  <a:lnTo>
                    <a:pt x="38646" y="65163"/>
                  </a:lnTo>
                  <a:lnTo>
                    <a:pt x="33180" y="70570"/>
                  </a:lnTo>
                  <a:lnTo>
                    <a:pt x="7254" y="85450"/>
                  </a:lnTo>
                  <a:lnTo>
                    <a:pt x="1834" y="88651"/>
                  </a:lnTo>
                  <a:lnTo>
                    <a:pt x="137" y="85021"/>
                  </a:lnTo>
                  <a:lnTo>
                    <a:pt x="0" y="77683"/>
                  </a:lnTo>
                  <a:lnTo>
                    <a:pt x="6319" y="73750"/>
                  </a:lnTo>
                  <a:lnTo>
                    <a:pt x="6480" y="72759"/>
                  </a:lnTo>
                  <a:lnTo>
                    <a:pt x="5087" y="70585"/>
                  </a:lnTo>
                  <a:lnTo>
                    <a:pt x="2660" y="69114"/>
                  </a:lnTo>
                  <a:lnTo>
                    <a:pt x="2150" y="67401"/>
                  </a:lnTo>
                  <a:lnTo>
                    <a:pt x="3896" y="52629"/>
                  </a:lnTo>
                  <a:lnTo>
                    <a:pt x="5169" y="49801"/>
                  </a:lnTo>
                  <a:lnTo>
                    <a:pt x="11213" y="43252"/>
                  </a:lnTo>
                  <a:lnTo>
                    <a:pt x="18648" y="39267"/>
                  </a:lnTo>
                  <a:lnTo>
                    <a:pt x="22012" y="39924"/>
                  </a:lnTo>
                  <a:lnTo>
                    <a:pt x="25555" y="30708"/>
                  </a:lnTo>
                  <a:lnTo>
                    <a:pt x="29241" y="17281"/>
                  </a:lnTo>
                  <a:lnTo>
                    <a:pt x="28560" y="15887"/>
                  </a:lnTo>
                  <a:lnTo>
                    <a:pt x="29753" y="6188"/>
                  </a:lnTo>
                  <a:lnTo>
                    <a:pt x="34701" y="6903"/>
                  </a:lnTo>
                  <a:lnTo>
                    <a:pt x="34641" y="5338"/>
                  </a:lnTo>
                  <a:lnTo>
                    <a:pt x="4079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9" name="ph5619"/>
            <p:cNvSpPr/>
            <p:nvPr/>
          </p:nvSpPr>
          <p:spPr>
            <a:xfrm>
              <a:off x="7266666" y="2555340"/>
              <a:ext cx="73699" cy="106606"/>
            </a:xfrm>
            <a:custGeom>
              <a:avLst/>
              <a:pathLst>
                <a:path w="73699" h="106606">
                  <a:moveTo>
                    <a:pt x="31554" y="471"/>
                  </a:moveTo>
                  <a:lnTo>
                    <a:pt x="33867" y="3120"/>
                  </a:lnTo>
                  <a:lnTo>
                    <a:pt x="37671" y="4553"/>
                  </a:lnTo>
                  <a:lnTo>
                    <a:pt x="39470" y="4571"/>
                  </a:lnTo>
                  <a:lnTo>
                    <a:pt x="40646" y="3313"/>
                  </a:lnTo>
                  <a:lnTo>
                    <a:pt x="42744" y="3290"/>
                  </a:lnTo>
                  <a:lnTo>
                    <a:pt x="45231" y="8424"/>
                  </a:lnTo>
                  <a:lnTo>
                    <a:pt x="48372" y="10007"/>
                  </a:lnTo>
                  <a:lnTo>
                    <a:pt x="50254" y="10103"/>
                  </a:lnTo>
                  <a:lnTo>
                    <a:pt x="52078" y="7471"/>
                  </a:lnTo>
                  <a:lnTo>
                    <a:pt x="54182" y="6516"/>
                  </a:lnTo>
                  <a:lnTo>
                    <a:pt x="56074" y="6740"/>
                  </a:lnTo>
                  <a:lnTo>
                    <a:pt x="56950" y="8407"/>
                  </a:lnTo>
                  <a:lnTo>
                    <a:pt x="60292" y="8606"/>
                  </a:lnTo>
                  <a:lnTo>
                    <a:pt x="61007" y="4623"/>
                  </a:lnTo>
                  <a:lnTo>
                    <a:pt x="65642" y="3148"/>
                  </a:lnTo>
                  <a:lnTo>
                    <a:pt x="66730" y="4012"/>
                  </a:lnTo>
                  <a:lnTo>
                    <a:pt x="66393" y="6648"/>
                  </a:lnTo>
                  <a:lnTo>
                    <a:pt x="67169" y="9147"/>
                  </a:lnTo>
                  <a:lnTo>
                    <a:pt x="71714" y="11604"/>
                  </a:lnTo>
                  <a:lnTo>
                    <a:pt x="73699" y="44523"/>
                  </a:lnTo>
                  <a:lnTo>
                    <a:pt x="73529" y="61291"/>
                  </a:lnTo>
                  <a:lnTo>
                    <a:pt x="71161" y="74730"/>
                  </a:lnTo>
                  <a:lnTo>
                    <a:pt x="64843" y="91992"/>
                  </a:lnTo>
                  <a:lnTo>
                    <a:pt x="63497" y="106606"/>
                  </a:lnTo>
                  <a:lnTo>
                    <a:pt x="57257" y="102850"/>
                  </a:lnTo>
                  <a:lnTo>
                    <a:pt x="57244" y="98405"/>
                  </a:lnTo>
                  <a:lnTo>
                    <a:pt x="55643" y="93278"/>
                  </a:lnTo>
                  <a:lnTo>
                    <a:pt x="47984" y="91308"/>
                  </a:lnTo>
                  <a:lnTo>
                    <a:pt x="46055" y="92466"/>
                  </a:lnTo>
                  <a:lnTo>
                    <a:pt x="46115" y="93789"/>
                  </a:lnTo>
                  <a:lnTo>
                    <a:pt x="44737" y="95843"/>
                  </a:lnTo>
                  <a:lnTo>
                    <a:pt x="41873" y="95119"/>
                  </a:lnTo>
                  <a:lnTo>
                    <a:pt x="38743" y="80706"/>
                  </a:lnTo>
                  <a:lnTo>
                    <a:pt x="39495" y="74424"/>
                  </a:lnTo>
                  <a:lnTo>
                    <a:pt x="34761" y="73947"/>
                  </a:lnTo>
                  <a:lnTo>
                    <a:pt x="32125" y="74914"/>
                  </a:lnTo>
                  <a:lnTo>
                    <a:pt x="31550" y="80050"/>
                  </a:lnTo>
                  <a:lnTo>
                    <a:pt x="26028" y="82216"/>
                  </a:lnTo>
                  <a:lnTo>
                    <a:pt x="20402" y="81668"/>
                  </a:lnTo>
                  <a:lnTo>
                    <a:pt x="19501" y="90773"/>
                  </a:lnTo>
                  <a:lnTo>
                    <a:pt x="16409" y="91745"/>
                  </a:lnTo>
                  <a:lnTo>
                    <a:pt x="15377" y="91884"/>
                  </a:lnTo>
                  <a:lnTo>
                    <a:pt x="14211" y="90720"/>
                  </a:lnTo>
                  <a:lnTo>
                    <a:pt x="13609" y="84486"/>
                  </a:lnTo>
                  <a:lnTo>
                    <a:pt x="12201" y="80597"/>
                  </a:lnTo>
                  <a:lnTo>
                    <a:pt x="10490" y="78986"/>
                  </a:lnTo>
                  <a:lnTo>
                    <a:pt x="6599" y="75327"/>
                  </a:lnTo>
                  <a:lnTo>
                    <a:pt x="4254" y="69741"/>
                  </a:lnTo>
                  <a:lnTo>
                    <a:pt x="5479" y="63910"/>
                  </a:lnTo>
                  <a:lnTo>
                    <a:pt x="3628" y="59943"/>
                  </a:lnTo>
                  <a:lnTo>
                    <a:pt x="4990" y="46075"/>
                  </a:lnTo>
                  <a:lnTo>
                    <a:pt x="2731" y="43116"/>
                  </a:lnTo>
                  <a:lnTo>
                    <a:pt x="0" y="41093"/>
                  </a:lnTo>
                  <a:lnTo>
                    <a:pt x="4445" y="37895"/>
                  </a:lnTo>
                  <a:lnTo>
                    <a:pt x="4304" y="34927"/>
                  </a:lnTo>
                  <a:lnTo>
                    <a:pt x="5929" y="34290"/>
                  </a:lnTo>
                  <a:lnTo>
                    <a:pt x="6482" y="32740"/>
                  </a:lnTo>
                  <a:lnTo>
                    <a:pt x="3128" y="30174"/>
                  </a:lnTo>
                  <a:lnTo>
                    <a:pt x="4401" y="27376"/>
                  </a:lnTo>
                  <a:lnTo>
                    <a:pt x="7434" y="29910"/>
                  </a:lnTo>
                  <a:lnTo>
                    <a:pt x="12328" y="18156"/>
                  </a:lnTo>
                  <a:lnTo>
                    <a:pt x="15837" y="19194"/>
                  </a:lnTo>
                  <a:lnTo>
                    <a:pt x="18461" y="15591"/>
                  </a:lnTo>
                  <a:lnTo>
                    <a:pt x="17968" y="10393"/>
                  </a:lnTo>
                  <a:lnTo>
                    <a:pt x="18698" y="6474"/>
                  </a:lnTo>
                  <a:lnTo>
                    <a:pt x="18009" y="3270"/>
                  </a:lnTo>
                  <a:lnTo>
                    <a:pt x="21383" y="1812"/>
                  </a:lnTo>
                  <a:lnTo>
                    <a:pt x="27809" y="2733"/>
                  </a:lnTo>
                  <a:lnTo>
                    <a:pt x="28142" y="451"/>
                  </a:lnTo>
                  <a:lnTo>
                    <a:pt x="2886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0" name="ph5620"/>
            <p:cNvSpPr/>
            <p:nvPr/>
          </p:nvSpPr>
          <p:spPr>
            <a:xfrm>
              <a:off x="7219379" y="2412328"/>
              <a:ext cx="53547" cy="69399"/>
            </a:xfrm>
            <a:custGeom>
              <a:avLst/>
              <a:pathLst>
                <a:path w="53547" h="69399">
                  <a:moveTo>
                    <a:pt x="37207" y="1660"/>
                  </a:moveTo>
                  <a:lnTo>
                    <a:pt x="36882" y="3866"/>
                  </a:lnTo>
                  <a:lnTo>
                    <a:pt x="53547" y="6376"/>
                  </a:lnTo>
                  <a:lnTo>
                    <a:pt x="52355" y="16075"/>
                  </a:lnTo>
                  <a:lnTo>
                    <a:pt x="53035" y="17468"/>
                  </a:lnTo>
                  <a:lnTo>
                    <a:pt x="49350" y="30896"/>
                  </a:lnTo>
                  <a:lnTo>
                    <a:pt x="45807" y="40112"/>
                  </a:lnTo>
                  <a:lnTo>
                    <a:pt x="42442" y="39455"/>
                  </a:lnTo>
                  <a:lnTo>
                    <a:pt x="35008" y="43440"/>
                  </a:lnTo>
                  <a:lnTo>
                    <a:pt x="28963" y="49989"/>
                  </a:lnTo>
                  <a:lnTo>
                    <a:pt x="27691" y="52817"/>
                  </a:lnTo>
                  <a:lnTo>
                    <a:pt x="25945" y="67589"/>
                  </a:lnTo>
                  <a:lnTo>
                    <a:pt x="24565" y="64875"/>
                  </a:lnTo>
                  <a:lnTo>
                    <a:pt x="22175" y="69399"/>
                  </a:lnTo>
                  <a:lnTo>
                    <a:pt x="18024" y="68945"/>
                  </a:lnTo>
                  <a:lnTo>
                    <a:pt x="16057" y="65846"/>
                  </a:lnTo>
                  <a:lnTo>
                    <a:pt x="15769" y="62545"/>
                  </a:lnTo>
                  <a:lnTo>
                    <a:pt x="14522" y="63020"/>
                  </a:lnTo>
                  <a:lnTo>
                    <a:pt x="14169" y="64748"/>
                  </a:lnTo>
                  <a:lnTo>
                    <a:pt x="12042" y="56684"/>
                  </a:lnTo>
                  <a:lnTo>
                    <a:pt x="8638" y="53376"/>
                  </a:lnTo>
                  <a:lnTo>
                    <a:pt x="15769" y="47251"/>
                  </a:lnTo>
                  <a:lnTo>
                    <a:pt x="9181" y="49307"/>
                  </a:lnTo>
                  <a:lnTo>
                    <a:pt x="4970" y="41469"/>
                  </a:lnTo>
                  <a:lnTo>
                    <a:pt x="0" y="16648"/>
                  </a:lnTo>
                  <a:lnTo>
                    <a:pt x="482" y="8712"/>
                  </a:lnTo>
                  <a:lnTo>
                    <a:pt x="687" y="8061"/>
                  </a:lnTo>
                  <a:lnTo>
                    <a:pt x="5547" y="8670"/>
                  </a:lnTo>
                  <a:lnTo>
                    <a:pt x="9183" y="1322"/>
                  </a:lnTo>
                  <a:lnTo>
                    <a:pt x="16205" y="776"/>
                  </a:lnTo>
                  <a:lnTo>
                    <a:pt x="24805" y="2065"/>
                  </a:lnTo>
                  <a:lnTo>
                    <a:pt x="2508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1" name="ph5621"/>
            <p:cNvSpPr/>
            <p:nvPr/>
          </p:nvSpPr>
          <p:spPr>
            <a:xfrm>
              <a:off x="7273900" y="3087369"/>
              <a:ext cx="7588" cy="7956"/>
            </a:xfrm>
            <a:custGeom>
              <a:avLst/>
              <a:pathLst>
                <a:path w="7588" h="7956">
                  <a:moveTo>
                    <a:pt x="7243" y="3838"/>
                  </a:moveTo>
                  <a:lnTo>
                    <a:pt x="7588" y="5815"/>
                  </a:lnTo>
                  <a:lnTo>
                    <a:pt x="4114" y="7956"/>
                  </a:lnTo>
                  <a:lnTo>
                    <a:pt x="0" y="3234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2" name="ph5622"/>
            <p:cNvSpPr/>
            <p:nvPr/>
          </p:nvSpPr>
          <p:spPr>
            <a:xfrm>
              <a:off x="7266838" y="3047921"/>
              <a:ext cx="10844" cy="5262"/>
            </a:xfrm>
            <a:custGeom>
              <a:avLst/>
              <a:pathLst>
                <a:path w="10844" h="5262">
                  <a:moveTo>
                    <a:pt x="9546" y="873"/>
                  </a:moveTo>
                  <a:lnTo>
                    <a:pt x="10844" y="4693"/>
                  </a:lnTo>
                  <a:lnTo>
                    <a:pt x="9229" y="5262"/>
                  </a:lnTo>
                  <a:lnTo>
                    <a:pt x="5529" y="4795"/>
                  </a:lnTo>
                  <a:lnTo>
                    <a:pt x="0" y="2761"/>
                  </a:lnTo>
                  <a:lnTo>
                    <a:pt x="1428" y="859"/>
                  </a:lnTo>
                  <a:lnTo>
                    <a:pt x="5823" y="1562"/>
                  </a:lnTo>
                  <a:lnTo>
                    <a:pt x="6059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3" name="ph5623"/>
            <p:cNvSpPr/>
            <p:nvPr/>
          </p:nvSpPr>
          <p:spPr>
            <a:xfrm>
              <a:off x="7320725" y="3052371"/>
              <a:ext cx="9745" cy="9231"/>
            </a:xfrm>
            <a:custGeom>
              <a:avLst/>
              <a:pathLst>
                <a:path w="9745" h="9231">
                  <a:moveTo>
                    <a:pt x="9745" y="3775"/>
                  </a:moveTo>
                  <a:lnTo>
                    <a:pt x="6865" y="3891"/>
                  </a:lnTo>
                  <a:lnTo>
                    <a:pt x="5722" y="6579"/>
                  </a:lnTo>
                  <a:lnTo>
                    <a:pt x="5820" y="8545"/>
                  </a:lnTo>
                  <a:lnTo>
                    <a:pt x="4957" y="9231"/>
                  </a:lnTo>
                  <a:lnTo>
                    <a:pt x="1228" y="8807"/>
                  </a:lnTo>
                  <a:lnTo>
                    <a:pt x="0" y="8213"/>
                  </a:lnTo>
                  <a:lnTo>
                    <a:pt x="669" y="7677"/>
                  </a:lnTo>
                  <a:lnTo>
                    <a:pt x="2686" y="4274"/>
                  </a:lnTo>
                  <a:lnTo>
                    <a:pt x="5308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4" name="ph5624"/>
            <p:cNvSpPr/>
            <p:nvPr/>
          </p:nvSpPr>
          <p:spPr>
            <a:xfrm>
              <a:off x="7288312" y="3079591"/>
              <a:ext cx="12385" cy="14448"/>
            </a:xfrm>
            <a:custGeom>
              <a:avLst/>
              <a:pathLst>
                <a:path w="12385" h="14448">
                  <a:moveTo>
                    <a:pt x="9168" y="5"/>
                  </a:moveTo>
                  <a:lnTo>
                    <a:pt x="12385" y="5827"/>
                  </a:lnTo>
                  <a:lnTo>
                    <a:pt x="10535" y="10641"/>
                  </a:lnTo>
                  <a:lnTo>
                    <a:pt x="9905" y="12090"/>
                  </a:lnTo>
                  <a:lnTo>
                    <a:pt x="9039" y="12249"/>
                  </a:lnTo>
                  <a:lnTo>
                    <a:pt x="5203" y="14448"/>
                  </a:lnTo>
                  <a:lnTo>
                    <a:pt x="4709" y="14157"/>
                  </a:lnTo>
                  <a:lnTo>
                    <a:pt x="2574" y="12207"/>
                  </a:lnTo>
                  <a:lnTo>
                    <a:pt x="0" y="10868"/>
                  </a:lnTo>
                  <a:lnTo>
                    <a:pt x="4489" y="7214"/>
                  </a:lnTo>
                  <a:lnTo>
                    <a:pt x="8726" y="5116"/>
                  </a:lnTo>
                  <a:lnTo>
                    <a:pt x="6937" y="1861"/>
                  </a:lnTo>
                  <a:lnTo>
                    <a:pt x="772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5" name="ph5625"/>
            <p:cNvSpPr/>
            <p:nvPr/>
          </p:nvSpPr>
          <p:spPr>
            <a:xfrm>
              <a:off x="7296370" y="3099237"/>
              <a:ext cx="7430" cy="2135"/>
            </a:xfrm>
            <a:custGeom>
              <a:avLst/>
              <a:pathLst>
                <a:path w="7430" h="2135">
                  <a:moveTo>
                    <a:pt x="2317" y="559"/>
                  </a:moveTo>
                  <a:lnTo>
                    <a:pt x="7430" y="768"/>
                  </a:lnTo>
                  <a:lnTo>
                    <a:pt x="7056" y="2135"/>
                  </a:lnTo>
                  <a:lnTo>
                    <a:pt x="4574" y="2084"/>
                  </a:lnTo>
                  <a:lnTo>
                    <a:pt x="182" y="18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6" name="ph5626"/>
            <p:cNvSpPr/>
            <p:nvPr/>
          </p:nvSpPr>
          <p:spPr>
            <a:xfrm>
              <a:off x="7338252" y="3061360"/>
              <a:ext cx="23214" cy="22357"/>
            </a:xfrm>
            <a:custGeom>
              <a:avLst/>
              <a:pathLst>
                <a:path w="23214" h="22357">
                  <a:moveTo>
                    <a:pt x="11346" y="3409"/>
                  </a:moveTo>
                  <a:lnTo>
                    <a:pt x="16636" y="5209"/>
                  </a:lnTo>
                  <a:lnTo>
                    <a:pt x="23214" y="13492"/>
                  </a:lnTo>
                  <a:lnTo>
                    <a:pt x="22576" y="16748"/>
                  </a:lnTo>
                  <a:lnTo>
                    <a:pt x="19274" y="18436"/>
                  </a:lnTo>
                  <a:lnTo>
                    <a:pt x="21104" y="20462"/>
                  </a:lnTo>
                  <a:lnTo>
                    <a:pt x="20348" y="22357"/>
                  </a:lnTo>
                  <a:lnTo>
                    <a:pt x="16892" y="21344"/>
                  </a:lnTo>
                  <a:lnTo>
                    <a:pt x="16754" y="18448"/>
                  </a:lnTo>
                  <a:lnTo>
                    <a:pt x="11789" y="19114"/>
                  </a:lnTo>
                  <a:lnTo>
                    <a:pt x="9983" y="18484"/>
                  </a:lnTo>
                  <a:lnTo>
                    <a:pt x="4435" y="13878"/>
                  </a:lnTo>
                  <a:lnTo>
                    <a:pt x="3039" y="16066"/>
                  </a:lnTo>
                  <a:lnTo>
                    <a:pt x="1210" y="7317"/>
                  </a:lnTo>
                  <a:lnTo>
                    <a:pt x="0" y="6793"/>
                  </a:lnTo>
                  <a:lnTo>
                    <a:pt x="3270" y="5780"/>
                  </a:lnTo>
                  <a:lnTo>
                    <a:pt x="115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7" name="ph5627"/>
            <p:cNvSpPr/>
            <p:nvPr/>
          </p:nvSpPr>
          <p:spPr>
            <a:xfrm>
              <a:off x="7291179" y="3097957"/>
              <a:ext cx="3820" cy="2668"/>
            </a:xfrm>
            <a:custGeom>
              <a:avLst/>
              <a:pathLst>
                <a:path w="3820" h="2668">
                  <a:moveTo>
                    <a:pt x="0" y="2668"/>
                  </a:moveTo>
                  <a:lnTo>
                    <a:pt x="269" y="1031"/>
                  </a:lnTo>
                  <a:lnTo>
                    <a:pt x="382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8" name="ph5628"/>
            <p:cNvSpPr/>
            <p:nvPr/>
          </p:nvSpPr>
          <p:spPr>
            <a:xfrm>
              <a:off x="7292768" y="3103771"/>
              <a:ext cx="4459" cy="3871"/>
            </a:xfrm>
            <a:custGeom>
              <a:avLst/>
              <a:pathLst>
                <a:path w="4459" h="3871">
                  <a:moveTo>
                    <a:pt x="3857" y="0"/>
                  </a:moveTo>
                  <a:lnTo>
                    <a:pt x="4459" y="1560"/>
                  </a:lnTo>
                  <a:lnTo>
                    <a:pt x="3192" y="3871"/>
                  </a:lnTo>
                  <a:lnTo>
                    <a:pt x="0" y="349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9" name="ph5629"/>
            <p:cNvSpPr/>
            <p:nvPr/>
          </p:nvSpPr>
          <p:spPr>
            <a:xfrm>
              <a:off x="7287176" y="3097755"/>
              <a:ext cx="9450" cy="9512"/>
            </a:xfrm>
            <a:custGeom>
              <a:avLst/>
              <a:pathLst>
                <a:path w="9450" h="9512">
                  <a:moveTo>
                    <a:pt x="9194" y="1482"/>
                  </a:moveTo>
                  <a:lnTo>
                    <a:pt x="9376" y="3293"/>
                  </a:lnTo>
                  <a:lnTo>
                    <a:pt x="9450" y="6016"/>
                  </a:lnTo>
                  <a:lnTo>
                    <a:pt x="5592" y="9512"/>
                  </a:lnTo>
                  <a:lnTo>
                    <a:pt x="2348" y="7844"/>
                  </a:lnTo>
                  <a:lnTo>
                    <a:pt x="0" y="5980"/>
                  </a:lnTo>
                  <a:lnTo>
                    <a:pt x="4003" y="2871"/>
                  </a:lnTo>
                  <a:lnTo>
                    <a:pt x="7823" y="202"/>
                  </a:lnTo>
                  <a:lnTo>
                    <a:pt x="801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0" name="ph5630"/>
            <p:cNvSpPr/>
            <p:nvPr/>
          </p:nvSpPr>
          <p:spPr>
            <a:xfrm>
              <a:off x="7291449" y="3095176"/>
              <a:ext cx="3740" cy="3812"/>
            </a:xfrm>
            <a:custGeom>
              <a:avLst/>
              <a:pathLst>
                <a:path w="3740" h="3812">
                  <a:moveTo>
                    <a:pt x="3740" y="2578"/>
                  </a:moveTo>
                  <a:lnTo>
                    <a:pt x="3550" y="2781"/>
                  </a:lnTo>
                  <a:lnTo>
                    <a:pt x="0" y="3812"/>
                  </a:lnTo>
                  <a:lnTo>
                    <a:pt x="154" y="3437"/>
                  </a:lnTo>
                  <a:lnTo>
                    <a:pt x="2021" y="1257"/>
                  </a:lnTo>
                  <a:lnTo>
                    <a:pt x="2223" y="116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1" name="ph5631"/>
            <p:cNvSpPr/>
            <p:nvPr/>
          </p:nvSpPr>
          <p:spPr>
            <a:xfrm>
              <a:off x="7341291" y="3075238"/>
              <a:ext cx="21810" cy="13759"/>
            </a:xfrm>
            <a:custGeom>
              <a:avLst/>
              <a:pathLst>
                <a:path w="21810" h="13759">
                  <a:moveTo>
                    <a:pt x="6944" y="4605"/>
                  </a:moveTo>
                  <a:lnTo>
                    <a:pt x="8750" y="5236"/>
                  </a:lnTo>
                  <a:lnTo>
                    <a:pt x="13715" y="4569"/>
                  </a:lnTo>
                  <a:lnTo>
                    <a:pt x="13853" y="7466"/>
                  </a:lnTo>
                  <a:lnTo>
                    <a:pt x="17308" y="8479"/>
                  </a:lnTo>
                  <a:lnTo>
                    <a:pt x="18065" y="6584"/>
                  </a:lnTo>
                  <a:lnTo>
                    <a:pt x="16235" y="4557"/>
                  </a:lnTo>
                  <a:lnTo>
                    <a:pt x="19537" y="2869"/>
                  </a:lnTo>
                  <a:lnTo>
                    <a:pt x="21810" y="3899"/>
                  </a:lnTo>
                  <a:lnTo>
                    <a:pt x="21445" y="9401"/>
                  </a:lnTo>
                  <a:lnTo>
                    <a:pt x="18569" y="11244"/>
                  </a:lnTo>
                  <a:lnTo>
                    <a:pt x="16310" y="13629"/>
                  </a:lnTo>
                  <a:lnTo>
                    <a:pt x="12978" y="13759"/>
                  </a:lnTo>
                  <a:lnTo>
                    <a:pt x="5962" y="11618"/>
                  </a:lnTo>
                  <a:lnTo>
                    <a:pt x="8219" y="6364"/>
                  </a:lnTo>
                  <a:lnTo>
                    <a:pt x="5395" y="3782"/>
                  </a:lnTo>
                  <a:lnTo>
                    <a:pt x="2477" y="3752"/>
                  </a:lnTo>
                  <a:lnTo>
                    <a:pt x="0" y="2188"/>
                  </a:lnTo>
                  <a:lnTo>
                    <a:pt x="139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2" name="ph5632"/>
            <p:cNvSpPr/>
            <p:nvPr/>
          </p:nvSpPr>
          <p:spPr>
            <a:xfrm>
              <a:off x="7293516" y="3091841"/>
              <a:ext cx="5856" cy="7954"/>
            </a:xfrm>
            <a:custGeom>
              <a:avLst/>
              <a:pathLst>
                <a:path w="5856" h="7954">
                  <a:moveTo>
                    <a:pt x="5856" y="3652"/>
                  </a:moveTo>
                  <a:lnTo>
                    <a:pt x="5365" y="6732"/>
                  </a:lnTo>
                  <a:lnTo>
                    <a:pt x="5171" y="7954"/>
                  </a:lnTo>
                  <a:lnTo>
                    <a:pt x="2854" y="7395"/>
                  </a:lnTo>
                  <a:lnTo>
                    <a:pt x="1673" y="5913"/>
                  </a:lnTo>
                  <a:lnTo>
                    <a:pt x="675" y="3334"/>
                  </a:lnTo>
                  <a:lnTo>
                    <a:pt x="0" y="2199"/>
                  </a:lnTo>
                  <a:lnTo>
                    <a:pt x="383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3" name="ph5633"/>
            <p:cNvSpPr/>
            <p:nvPr/>
          </p:nvSpPr>
          <p:spPr>
            <a:xfrm>
              <a:off x="7326033" y="3048194"/>
              <a:ext cx="14264" cy="8886"/>
            </a:xfrm>
            <a:custGeom>
              <a:avLst/>
              <a:pathLst>
                <a:path w="14264" h="8886">
                  <a:moveTo>
                    <a:pt x="4530" y="2278"/>
                  </a:moveTo>
                  <a:lnTo>
                    <a:pt x="7228" y="1666"/>
                  </a:lnTo>
                  <a:lnTo>
                    <a:pt x="12678" y="3874"/>
                  </a:lnTo>
                  <a:lnTo>
                    <a:pt x="14228" y="5601"/>
                  </a:lnTo>
                  <a:lnTo>
                    <a:pt x="14264" y="7669"/>
                  </a:lnTo>
                  <a:lnTo>
                    <a:pt x="8469" y="7891"/>
                  </a:lnTo>
                  <a:lnTo>
                    <a:pt x="7685" y="8886"/>
                  </a:lnTo>
                  <a:lnTo>
                    <a:pt x="4437" y="7952"/>
                  </a:lnTo>
                  <a:lnTo>
                    <a:pt x="0" y="4177"/>
                  </a:lnTo>
                  <a:lnTo>
                    <a:pt x="3334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4" name="ph5634"/>
            <p:cNvSpPr/>
            <p:nvPr/>
          </p:nvSpPr>
          <p:spPr>
            <a:xfrm>
              <a:off x="7300999" y="3099481"/>
              <a:ext cx="11948" cy="14721"/>
            </a:xfrm>
            <a:custGeom>
              <a:avLst/>
              <a:pathLst>
                <a:path w="11948" h="14721">
                  <a:moveTo>
                    <a:pt x="10521" y="0"/>
                  </a:moveTo>
                  <a:lnTo>
                    <a:pt x="11948" y="6905"/>
                  </a:lnTo>
                  <a:lnTo>
                    <a:pt x="10793" y="9583"/>
                  </a:lnTo>
                  <a:lnTo>
                    <a:pt x="4118" y="14721"/>
                  </a:lnTo>
                  <a:lnTo>
                    <a:pt x="302" y="13354"/>
                  </a:lnTo>
                  <a:lnTo>
                    <a:pt x="0" y="11936"/>
                  </a:lnTo>
                  <a:lnTo>
                    <a:pt x="1089" y="10854"/>
                  </a:lnTo>
                  <a:lnTo>
                    <a:pt x="5120" y="6468"/>
                  </a:lnTo>
                  <a:lnTo>
                    <a:pt x="6518" y="3871"/>
                  </a:lnTo>
                  <a:lnTo>
                    <a:pt x="8228" y="667"/>
                  </a:lnTo>
                  <a:lnTo>
                    <a:pt x="8439" y="26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5" name="ph5635"/>
            <p:cNvSpPr/>
            <p:nvPr/>
          </p:nvSpPr>
          <p:spPr>
            <a:xfrm>
              <a:off x="7296552" y="3101048"/>
              <a:ext cx="4391" cy="4283"/>
            </a:xfrm>
            <a:custGeom>
              <a:avLst/>
              <a:pathLst>
                <a:path w="4391" h="4283">
                  <a:moveTo>
                    <a:pt x="4391" y="272"/>
                  </a:moveTo>
                  <a:lnTo>
                    <a:pt x="3746" y="2886"/>
                  </a:lnTo>
                  <a:lnTo>
                    <a:pt x="2034" y="4275"/>
                  </a:lnTo>
                  <a:lnTo>
                    <a:pt x="675" y="4283"/>
                  </a:lnTo>
                  <a:lnTo>
                    <a:pt x="73" y="2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6" name="ph5636"/>
            <p:cNvSpPr/>
            <p:nvPr/>
          </p:nvSpPr>
          <p:spPr>
            <a:xfrm>
              <a:off x="7271911" y="3052614"/>
              <a:ext cx="17200" cy="26334"/>
            </a:xfrm>
            <a:custGeom>
              <a:avLst/>
              <a:pathLst>
                <a:path w="17200" h="26334">
                  <a:moveTo>
                    <a:pt x="5771" y="0"/>
                  </a:moveTo>
                  <a:lnTo>
                    <a:pt x="6262" y="847"/>
                  </a:lnTo>
                  <a:lnTo>
                    <a:pt x="12004" y="1589"/>
                  </a:lnTo>
                  <a:lnTo>
                    <a:pt x="12040" y="4704"/>
                  </a:lnTo>
                  <a:lnTo>
                    <a:pt x="15037" y="5302"/>
                  </a:lnTo>
                  <a:lnTo>
                    <a:pt x="14305" y="8764"/>
                  </a:lnTo>
                  <a:lnTo>
                    <a:pt x="15007" y="9261"/>
                  </a:lnTo>
                  <a:lnTo>
                    <a:pt x="16647" y="8589"/>
                  </a:lnTo>
                  <a:lnTo>
                    <a:pt x="16657" y="12425"/>
                  </a:lnTo>
                  <a:lnTo>
                    <a:pt x="17200" y="13938"/>
                  </a:lnTo>
                  <a:lnTo>
                    <a:pt x="16165" y="15703"/>
                  </a:lnTo>
                  <a:lnTo>
                    <a:pt x="15291" y="20896"/>
                  </a:lnTo>
                  <a:lnTo>
                    <a:pt x="15887" y="22921"/>
                  </a:lnTo>
                  <a:lnTo>
                    <a:pt x="14190" y="25044"/>
                  </a:lnTo>
                  <a:lnTo>
                    <a:pt x="10134" y="26334"/>
                  </a:lnTo>
                  <a:lnTo>
                    <a:pt x="7001" y="22308"/>
                  </a:lnTo>
                  <a:lnTo>
                    <a:pt x="7118" y="20521"/>
                  </a:lnTo>
                  <a:lnTo>
                    <a:pt x="9049" y="19394"/>
                  </a:lnTo>
                  <a:lnTo>
                    <a:pt x="9093" y="17336"/>
                  </a:lnTo>
                  <a:lnTo>
                    <a:pt x="5198" y="13086"/>
                  </a:lnTo>
                  <a:lnTo>
                    <a:pt x="3120" y="11924"/>
                  </a:lnTo>
                  <a:lnTo>
                    <a:pt x="3361" y="10134"/>
                  </a:lnTo>
                  <a:lnTo>
                    <a:pt x="1287" y="9987"/>
                  </a:lnTo>
                  <a:lnTo>
                    <a:pt x="0" y="6773"/>
                  </a:lnTo>
                  <a:lnTo>
                    <a:pt x="4156" y="56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7" name="ph5637"/>
            <p:cNvSpPr/>
            <p:nvPr/>
          </p:nvSpPr>
          <p:spPr>
            <a:xfrm>
              <a:off x="7298881" y="3094258"/>
              <a:ext cx="22379" cy="12128"/>
            </a:xfrm>
            <a:custGeom>
              <a:avLst/>
              <a:pathLst>
                <a:path w="22379" h="12128">
                  <a:moveTo>
                    <a:pt x="22107" y="2931"/>
                  </a:moveTo>
                  <a:lnTo>
                    <a:pt x="22379" y="3027"/>
                  </a:lnTo>
                  <a:lnTo>
                    <a:pt x="21227" y="5778"/>
                  </a:lnTo>
                  <a:lnTo>
                    <a:pt x="14067" y="12128"/>
                  </a:lnTo>
                  <a:lnTo>
                    <a:pt x="12639" y="5223"/>
                  </a:lnTo>
                  <a:lnTo>
                    <a:pt x="10557" y="5486"/>
                  </a:lnTo>
                  <a:lnTo>
                    <a:pt x="4456" y="3502"/>
                  </a:lnTo>
                  <a:lnTo>
                    <a:pt x="0" y="4315"/>
                  </a:lnTo>
                  <a:lnTo>
                    <a:pt x="491" y="1235"/>
                  </a:lnTo>
                  <a:lnTo>
                    <a:pt x="2697" y="0"/>
                  </a:lnTo>
                  <a:lnTo>
                    <a:pt x="3317" y="2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8" name="ph5638"/>
            <p:cNvSpPr/>
            <p:nvPr/>
          </p:nvSpPr>
          <p:spPr>
            <a:xfrm>
              <a:off x="7287203" y="3064772"/>
              <a:ext cx="15077" cy="16761"/>
            </a:xfrm>
            <a:custGeom>
              <a:avLst/>
              <a:pathLst>
                <a:path w="15077" h="16761">
                  <a:moveTo>
                    <a:pt x="14960" y="2462"/>
                  </a:moveTo>
                  <a:lnTo>
                    <a:pt x="15077" y="6153"/>
                  </a:lnTo>
                  <a:lnTo>
                    <a:pt x="11455" y="9203"/>
                  </a:lnTo>
                  <a:lnTo>
                    <a:pt x="10995" y="11165"/>
                  </a:lnTo>
                  <a:lnTo>
                    <a:pt x="12300" y="13986"/>
                  </a:lnTo>
                  <a:lnTo>
                    <a:pt x="8830" y="14818"/>
                  </a:lnTo>
                  <a:lnTo>
                    <a:pt x="8046" y="16680"/>
                  </a:lnTo>
                  <a:lnTo>
                    <a:pt x="6081" y="16761"/>
                  </a:lnTo>
                  <a:lnTo>
                    <a:pt x="6457" y="13614"/>
                  </a:lnTo>
                  <a:lnTo>
                    <a:pt x="5734" y="12406"/>
                  </a:lnTo>
                  <a:lnTo>
                    <a:pt x="2195" y="9284"/>
                  </a:lnTo>
                  <a:lnTo>
                    <a:pt x="595" y="10763"/>
                  </a:lnTo>
                  <a:lnTo>
                    <a:pt x="0" y="8738"/>
                  </a:lnTo>
                  <a:lnTo>
                    <a:pt x="873" y="3545"/>
                  </a:lnTo>
                  <a:lnTo>
                    <a:pt x="1908" y="1780"/>
                  </a:lnTo>
                  <a:lnTo>
                    <a:pt x="1365" y="266"/>
                  </a:lnTo>
                  <a:lnTo>
                    <a:pt x="3614" y="1037"/>
                  </a:lnTo>
                  <a:lnTo>
                    <a:pt x="6685" y="4330"/>
                  </a:lnTo>
                  <a:lnTo>
                    <a:pt x="995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9" name="ph5639"/>
            <p:cNvSpPr/>
            <p:nvPr/>
          </p:nvSpPr>
          <p:spPr>
            <a:xfrm>
              <a:off x="7297351" y="3091682"/>
              <a:ext cx="4226" cy="3811"/>
            </a:xfrm>
            <a:custGeom>
              <a:avLst/>
              <a:pathLst>
                <a:path w="4226" h="3811">
                  <a:moveTo>
                    <a:pt x="866" y="0"/>
                  </a:moveTo>
                  <a:lnTo>
                    <a:pt x="4226" y="2575"/>
                  </a:lnTo>
                  <a:lnTo>
                    <a:pt x="2020" y="3811"/>
                  </a:lnTo>
                  <a:lnTo>
                    <a:pt x="0" y="158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0" name="ph5640"/>
            <p:cNvSpPr/>
            <p:nvPr/>
          </p:nvSpPr>
          <p:spPr>
            <a:xfrm>
              <a:off x="7263969" y="3073135"/>
              <a:ext cx="23218" cy="20049"/>
            </a:xfrm>
            <a:custGeom>
              <a:avLst/>
              <a:pathLst>
                <a:path w="23218" h="20049">
                  <a:moveTo>
                    <a:pt x="14943" y="1786"/>
                  </a:moveTo>
                  <a:lnTo>
                    <a:pt x="18076" y="5813"/>
                  </a:lnTo>
                  <a:lnTo>
                    <a:pt x="22132" y="4523"/>
                  </a:lnTo>
                  <a:lnTo>
                    <a:pt x="23218" y="10498"/>
                  </a:lnTo>
                  <a:lnTo>
                    <a:pt x="20999" y="13828"/>
                  </a:lnTo>
                  <a:lnTo>
                    <a:pt x="16590" y="15722"/>
                  </a:lnTo>
                  <a:lnTo>
                    <a:pt x="18114" y="15671"/>
                  </a:lnTo>
                  <a:lnTo>
                    <a:pt x="19172" y="17268"/>
                  </a:lnTo>
                  <a:lnTo>
                    <a:pt x="19243" y="18168"/>
                  </a:lnTo>
                  <a:lnTo>
                    <a:pt x="17519" y="20049"/>
                  </a:lnTo>
                  <a:lnTo>
                    <a:pt x="17174" y="18071"/>
                  </a:lnTo>
                  <a:lnTo>
                    <a:pt x="10145" y="14233"/>
                  </a:lnTo>
                  <a:lnTo>
                    <a:pt x="5825" y="12809"/>
                  </a:lnTo>
                  <a:lnTo>
                    <a:pt x="4170" y="10500"/>
                  </a:lnTo>
                  <a:lnTo>
                    <a:pt x="38" y="4807"/>
                  </a:lnTo>
                  <a:lnTo>
                    <a:pt x="0" y="4468"/>
                  </a:lnTo>
                  <a:lnTo>
                    <a:pt x="2572" y="5722"/>
                  </a:lnTo>
                  <a:lnTo>
                    <a:pt x="6398" y="5283"/>
                  </a:lnTo>
                  <a:lnTo>
                    <a:pt x="11042" y="1276"/>
                  </a:lnTo>
                  <a:lnTo>
                    <a:pt x="13773" y="1288"/>
                  </a:lnTo>
                  <a:lnTo>
                    <a:pt x="1506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1" name="ph5641"/>
            <p:cNvSpPr/>
            <p:nvPr/>
          </p:nvSpPr>
          <p:spPr>
            <a:xfrm>
              <a:off x="7283688" y="3093965"/>
              <a:ext cx="4320" cy="5567"/>
            </a:xfrm>
            <a:custGeom>
              <a:avLst/>
              <a:pathLst>
                <a:path w="4320" h="5567">
                  <a:moveTo>
                    <a:pt x="3742" y="0"/>
                  </a:moveTo>
                  <a:lnTo>
                    <a:pt x="3379" y="1492"/>
                  </a:lnTo>
                  <a:lnTo>
                    <a:pt x="4320" y="5567"/>
                  </a:lnTo>
                  <a:lnTo>
                    <a:pt x="0" y="251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2" name="ph5642"/>
            <p:cNvSpPr/>
            <p:nvPr/>
          </p:nvSpPr>
          <p:spPr>
            <a:xfrm>
              <a:off x="7280560" y="3086964"/>
              <a:ext cx="4465" cy="6143"/>
            </a:xfrm>
            <a:custGeom>
              <a:avLst/>
              <a:pathLst>
                <a:path w="4465" h="6143">
                  <a:moveTo>
                    <a:pt x="4458" y="2156"/>
                  </a:moveTo>
                  <a:lnTo>
                    <a:pt x="4465" y="3212"/>
                  </a:lnTo>
                  <a:lnTo>
                    <a:pt x="1018" y="6143"/>
                  </a:lnTo>
                  <a:lnTo>
                    <a:pt x="2652" y="4339"/>
                  </a:lnTo>
                  <a:lnTo>
                    <a:pt x="2581" y="3439"/>
                  </a:lnTo>
                  <a:lnTo>
                    <a:pt x="1524" y="1843"/>
                  </a:lnTo>
                  <a:lnTo>
                    <a:pt x="0" y="1893"/>
                  </a:lnTo>
                  <a:lnTo>
                    <a:pt x="440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3" name="ph5643"/>
            <p:cNvSpPr/>
            <p:nvPr/>
          </p:nvSpPr>
          <p:spPr>
            <a:xfrm>
              <a:off x="7291603" y="3093749"/>
              <a:ext cx="2587" cy="4864"/>
            </a:xfrm>
            <a:custGeom>
              <a:avLst/>
              <a:pathLst>
                <a:path w="2587" h="4864">
                  <a:moveTo>
                    <a:pt x="1417" y="0"/>
                  </a:moveTo>
                  <a:lnTo>
                    <a:pt x="1912" y="290"/>
                  </a:lnTo>
                  <a:lnTo>
                    <a:pt x="2587" y="1426"/>
                  </a:lnTo>
                  <a:lnTo>
                    <a:pt x="2068" y="2591"/>
                  </a:lnTo>
                  <a:lnTo>
                    <a:pt x="1752" y="2697"/>
                  </a:lnTo>
                  <a:lnTo>
                    <a:pt x="1596" y="2795"/>
                  </a:lnTo>
                  <a:lnTo>
                    <a:pt x="0" y="486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4" name="ph5644"/>
            <p:cNvSpPr/>
            <p:nvPr/>
          </p:nvSpPr>
          <p:spPr>
            <a:xfrm>
              <a:off x="7295961" y="3101321"/>
              <a:ext cx="11556" cy="8800"/>
            </a:xfrm>
            <a:custGeom>
              <a:avLst/>
              <a:pathLst>
                <a:path w="11556" h="8800">
                  <a:moveTo>
                    <a:pt x="4983" y="0"/>
                  </a:moveTo>
                  <a:lnTo>
                    <a:pt x="7465" y="51"/>
                  </a:lnTo>
                  <a:lnTo>
                    <a:pt x="7413" y="284"/>
                  </a:lnTo>
                  <a:lnTo>
                    <a:pt x="5521" y="1490"/>
                  </a:lnTo>
                  <a:lnTo>
                    <a:pt x="5158" y="3241"/>
                  </a:lnTo>
                  <a:lnTo>
                    <a:pt x="5925" y="3978"/>
                  </a:lnTo>
                  <a:lnTo>
                    <a:pt x="11556" y="2031"/>
                  </a:lnTo>
                  <a:lnTo>
                    <a:pt x="10159" y="4629"/>
                  </a:lnTo>
                  <a:lnTo>
                    <a:pt x="3628" y="6885"/>
                  </a:lnTo>
                  <a:lnTo>
                    <a:pt x="1581" y="8800"/>
                  </a:lnTo>
                  <a:lnTo>
                    <a:pt x="0" y="6321"/>
                  </a:lnTo>
                  <a:lnTo>
                    <a:pt x="1267" y="4010"/>
                  </a:lnTo>
                  <a:lnTo>
                    <a:pt x="2625" y="4002"/>
                  </a:lnTo>
                  <a:lnTo>
                    <a:pt x="4338" y="261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5" name="ph5645"/>
            <p:cNvSpPr/>
            <p:nvPr/>
          </p:nvSpPr>
          <p:spPr>
            <a:xfrm>
              <a:off x="7308622" y="3074762"/>
              <a:ext cx="12559" cy="6189"/>
            </a:xfrm>
            <a:custGeom>
              <a:avLst/>
              <a:pathLst>
                <a:path w="12559" h="6189">
                  <a:moveTo>
                    <a:pt x="5550" y="0"/>
                  </a:moveTo>
                  <a:lnTo>
                    <a:pt x="11633" y="3378"/>
                  </a:lnTo>
                  <a:lnTo>
                    <a:pt x="12559" y="4049"/>
                  </a:lnTo>
                  <a:lnTo>
                    <a:pt x="11937" y="6189"/>
                  </a:lnTo>
                  <a:lnTo>
                    <a:pt x="8444" y="5766"/>
                  </a:lnTo>
                  <a:lnTo>
                    <a:pt x="853" y="5490"/>
                  </a:lnTo>
                  <a:lnTo>
                    <a:pt x="0" y="4229"/>
                  </a:lnTo>
                  <a:lnTo>
                    <a:pt x="851" y="1153"/>
                  </a:lnTo>
                  <a:lnTo>
                    <a:pt x="421" y="7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6" name="ph5646"/>
            <p:cNvSpPr/>
            <p:nvPr/>
          </p:nvSpPr>
          <p:spPr>
            <a:xfrm>
              <a:off x="7278015" y="3090177"/>
              <a:ext cx="9994" cy="16230"/>
            </a:xfrm>
            <a:custGeom>
              <a:avLst/>
              <a:pathLst>
                <a:path w="9994" h="16230">
                  <a:moveTo>
                    <a:pt x="9416" y="3788"/>
                  </a:moveTo>
                  <a:lnTo>
                    <a:pt x="5673" y="6304"/>
                  </a:lnTo>
                  <a:lnTo>
                    <a:pt x="9994" y="9356"/>
                  </a:lnTo>
                  <a:lnTo>
                    <a:pt x="8424" y="13361"/>
                  </a:lnTo>
                  <a:lnTo>
                    <a:pt x="7048" y="16230"/>
                  </a:lnTo>
                  <a:lnTo>
                    <a:pt x="4988" y="14011"/>
                  </a:lnTo>
                  <a:lnTo>
                    <a:pt x="1231" y="8854"/>
                  </a:lnTo>
                  <a:lnTo>
                    <a:pt x="0" y="5148"/>
                  </a:lnTo>
                  <a:lnTo>
                    <a:pt x="3563" y="2930"/>
                  </a:lnTo>
                  <a:lnTo>
                    <a:pt x="701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7" name="ph5647"/>
            <p:cNvSpPr/>
            <p:nvPr/>
          </p:nvSpPr>
          <p:spPr>
            <a:xfrm>
              <a:off x="7256992" y="3064270"/>
              <a:ext cx="6131" cy="8849"/>
            </a:xfrm>
            <a:custGeom>
              <a:avLst/>
              <a:pathLst>
                <a:path w="6131" h="8849">
                  <a:moveTo>
                    <a:pt x="6131" y="8275"/>
                  </a:moveTo>
                  <a:lnTo>
                    <a:pt x="4244" y="8849"/>
                  </a:lnTo>
                  <a:lnTo>
                    <a:pt x="2277" y="4438"/>
                  </a:lnTo>
                  <a:lnTo>
                    <a:pt x="0" y="4499"/>
                  </a:lnTo>
                  <a:lnTo>
                    <a:pt x="445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8" name="ph5648"/>
            <p:cNvSpPr/>
            <p:nvPr/>
          </p:nvSpPr>
          <p:spPr>
            <a:xfrm>
              <a:off x="7261675" y="3047921"/>
              <a:ext cx="14391" cy="17537"/>
            </a:xfrm>
            <a:custGeom>
              <a:avLst/>
              <a:pathLst>
                <a:path w="14391" h="17537">
                  <a:moveTo>
                    <a:pt x="10985" y="1562"/>
                  </a:moveTo>
                  <a:lnTo>
                    <a:pt x="6591" y="859"/>
                  </a:lnTo>
                  <a:lnTo>
                    <a:pt x="5162" y="2761"/>
                  </a:lnTo>
                  <a:lnTo>
                    <a:pt x="10691" y="4795"/>
                  </a:lnTo>
                  <a:lnTo>
                    <a:pt x="14391" y="5262"/>
                  </a:lnTo>
                  <a:lnTo>
                    <a:pt x="10235" y="11467"/>
                  </a:lnTo>
                  <a:lnTo>
                    <a:pt x="11522" y="14681"/>
                  </a:lnTo>
                  <a:lnTo>
                    <a:pt x="13597" y="14827"/>
                  </a:lnTo>
                  <a:lnTo>
                    <a:pt x="13355" y="16617"/>
                  </a:lnTo>
                  <a:lnTo>
                    <a:pt x="4017" y="17537"/>
                  </a:lnTo>
                  <a:lnTo>
                    <a:pt x="2204" y="15820"/>
                  </a:lnTo>
                  <a:lnTo>
                    <a:pt x="0" y="15620"/>
                  </a:lnTo>
                  <a:lnTo>
                    <a:pt x="6679" y="10280"/>
                  </a:lnTo>
                  <a:lnTo>
                    <a:pt x="7854" y="10323"/>
                  </a:lnTo>
                  <a:lnTo>
                    <a:pt x="8106" y="6563"/>
                  </a:lnTo>
                  <a:lnTo>
                    <a:pt x="3464" y="5638"/>
                  </a:lnTo>
                  <a:lnTo>
                    <a:pt x="1053" y="1474"/>
                  </a:lnTo>
                  <a:lnTo>
                    <a:pt x="1198" y="138"/>
                  </a:lnTo>
                  <a:lnTo>
                    <a:pt x="1122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9" name="ph5649"/>
            <p:cNvSpPr/>
            <p:nvPr/>
          </p:nvSpPr>
          <p:spPr>
            <a:xfrm>
              <a:off x="7301120" y="3100148"/>
              <a:ext cx="8107" cy="5151"/>
            </a:xfrm>
            <a:custGeom>
              <a:avLst/>
              <a:pathLst>
                <a:path w="8107" h="5151">
                  <a:moveTo>
                    <a:pt x="8107" y="0"/>
                  </a:moveTo>
                  <a:lnTo>
                    <a:pt x="6397" y="3203"/>
                  </a:lnTo>
                  <a:lnTo>
                    <a:pt x="766" y="5151"/>
                  </a:lnTo>
                  <a:lnTo>
                    <a:pt x="0" y="4413"/>
                  </a:lnTo>
                  <a:lnTo>
                    <a:pt x="362" y="2662"/>
                  </a:lnTo>
                  <a:lnTo>
                    <a:pt x="2254" y="1457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0" name="ph5650"/>
            <p:cNvSpPr/>
            <p:nvPr/>
          </p:nvSpPr>
          <p:spPr>
            <a:xfrm>
              <a:off x="7298687" y="3097760"/>
              <a:ext cx="10751" cy="3845"/>
            </a:xfrm>
            <a:custGeom>
              <a:avLst/>
              <a:pathLst>
                <a:path w="10751" h="3845">
                  <a:moveTo>
                    <a:pt x="10751" y="1984"/>
                  </a:moveTo>
                  <a:lnTo>
                    <a:pt x="10540" y="2388"/>
                  </a:lnTo>
                  <a:lnTo>
                    <a:pt x="4687" y="3845"/>
                  </a:lnTo>
                  <a:lnTo>
                    <a:pt x="4738" y="3612"/>
                  </a:lnTo>
                  <a:lnTo>
                    <a:pt x="5112" y="2245"/>
                  </a:lnTo>
                  <a:lnTo>
                    <a:pt x="0" y="2035"/>
                  </a:lnTo>
                  <a:lnTo>
                    <a:pt x="193" y="813"/>
                  </a:lnTo>
                  <a:lnTo>
                    <a:pt x="465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1" name="ph5651"/>
            <p:cNvSpPr/>
            <p:nvPr/>
          </p:nvSpPr>
          <p:spPr>
            <a:xfrm>
              <a:off x="7301818" y="3078918"/>
              <a:ext cx="4259" cy="4675"/>
            </a:xfrm>
            <a:custGeom>
              <a:avLst/>
              <a:pathLst>
                <a:path w="4259" h="4675">
                  <a:moveTo>
                    <a:pt x="800" y="4134"/>
                  </a:moveTo>
                  <a:lnTo>
                    <a:pt x="0" y="1336"/>
                  </a:lnTo>
                  <a:lnTo>
                    <a:pt x="4053" y="0"/>
                  </a:lnTo>
                  <a:lnTo>
                    <a:pt x="4259" y="182"/>
                  </a:lnTo>
                  <a:lnTo>
                    <a:pt x="3890" y="467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2" name="ph5652"/>
            <p:cNvSpPr/>
            <p:nvPr/>
          </p:nvSpPr>
          <p:spPr>
            <a:xfrm>
              <a:off x="7296033" y="3078758"/>
              <a:ext cx="3470" cy="838"/>
            </a:xfrm>
            <a:custGeom>
              <a:avLst/>
              <a:pathLst>
                <a:path w="3470" h="838">
                  <a:moveTo>
                    <a:pt x="1447" y="838"/>
                  </a:moveTo>
                  <a:lnTo>
                    <a:pt x="0" y="832"/>
                  </a:lnTo>
                  <a:lnTo>
                    <a:pt x="347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3" name="ph5653"/>
            <p:cNvSpPr/>
            <p:nvPr/>
          </p:nvSpPr>
          <p:spPr>
            <a:xfrm>
              <a:off x="7235963" y="3045641"/>
              <a:ext cx="33819" cy="22780"/>
            </a:xfrm>
            <a:custGeom>
              <a:avLst/>
              <a:pathLst>
                <a:path w="33819" h="22780">
                  <a:moveTo>
                    <a:pt x="18000" y="0"/>
                  </a:moveTo>
                  <a:lnTo>
                    <a:pt x="19423" y="2461"/>
                  </a:lnTo>
                  <a:lnTo>
                    <a:pt x="21216" y="339"/>
                  </a:lnTo>
                  <a:lnTo>
                    <a:pt x="23348" y="4490"/>
                  </a:lnTo>
                  <a:lnTo>
                    <a:pt x="26766" y="3754"/>
                  </a:lnTo>
                  <a:lnTo>
                    <a:pt x="29177" y="7918"/>
                  </a:lnTo>
                  <a:lnTo>
                    <a:pt x="33819" y="8842"/>
                  </a:lnTo>
                  <a:lnTo>
                    <a:pt x="33567" y="12603"/>
                  </a:lnTo>
                  <a:lnTo>
                    <a:pt x="32391" y="12560"/>
                  </a:lnTo>
                  <a:lnTo>
                    <a:pt x="25586" y="12016"/>
                  </a:lnTo>
                  <a:lnTo>
                    <a:pt x="23787" y="11131"/>
                  </a:lnTo>
                  <a:lnTo>
                    <a:pt x="16671" y="15751"/>
                  </a:lnTo>
                  <a:lnTo>
                    <a:pt x="12248" y="16154"/>
                  </a:lnTo>
                  <a:lnTo>
                    <a:pt x="9149" y="19555"/>
                  </a:lnTo>
                  <a:lnTo>
                    <a:pt x="9483" y="22480"/>
                  </a:lnTo>
                  <a:lnTo>
                    <a:pt x="7110" y="22780"/>
                  </a:lnTo>
                  <a:lnTo>
                    <a:pt x="3383" y="16039"/>
                  </a:lnTo>
                  <a:lnTo>
                    <a:pt x="1090" y="14346"/>
                  </a:lnTo>
                  <a:lnTo>
                    <a:pt x="0" y="12233"/>
                  </a:lnTo>
                  <a:lnTo>
                    <a:pt x="3206" y="5507"/>
                  </a:lnTo>
                  <a:lnTo>
                    <a:pt x="5146" y="4429"/>
                  </a:lnTo>
                  <a:lnTo>
                    <a:pt x="7586" y="4192"/>
                  </a:lnTo>
                  <a:lnTo>
                    <a:pt x="9012" y="5441"/>
                  </a:lnTo>
                  <a:lnTo>
                    <a:pt x="11651" y="4945"/>
                  </a:lnTo>
                  <a:lnTo>
                    <a:pt x="14456" y="2477"/>
                  </a:lnTo>
                  <a:lnTo>
                    <a:pt x="15742" y="4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4" name="ph5654"/>
            <p:cNvSpPr/>
            <p:nvPr/>
          </p:nvSpPr>
          <p:spPr>
            <a:xfrm>
              <a:off x="7327057" y="3088837"/>
              <a:ext cx="14873" cy="8469"/>
            </a:xfrm>
            <a:custGeom>
              <a:avLst/>
              <a:pathLst>
                <a:path w="14873" h="8469">
                  <a:moveTo>
                    <a:pt x="14168" y="2678"/>
                  </a:moveTo>
                  <a:lnTo>
                    <a:pt x="14873" y="4842"/>
                  </a:lnTo>
                  <a:lnTo>
                    <a:pt x="13341" y="6515"/>
                  </a:lnTo>
                  <a:lnTo>
                    <a:pt x="9209" y="8469"/>
                  </a:lnTo>
                  <a:lnTo>
                    <a:pt x="7294" y="6793"/>
                  </a:lnTo>
                  <a:lnTo>
                    <a:pt x="1317" y="7249"/>
                  </a:lnTo>
                  <a:lnTo>
                    <a:pt x="0" y="6706"/>
                  </a:lnTo>
                  <a:lnTo>
                    <a:pt x="2112" y="6040"/>
                  </a:lnTo>
                  <a:lnTo>
                    <a:pt x="1078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5" name="ph5655"/>
            <p:cNvSpPr/>
            <p:nvPr/>
          </p:nvSpPr>
          <p:spPr>
            <a:xfrm>
              <a:off x="7285018" y="3089121"/>
              <a:ext cx="5868" cy="4843"/>
            </a:xfrm>
            <a:custGeom>
              <a:avLst/>
              <a:pathLst>
                <a:path w="5868" h="4843">
                  <a:moveTo>
                    <a:pt x="3293" y="1338"/>
                  </a:moveTo>
                  <a:lnTo>
                    <a:pt x="5868" y="2677"/>
                  </a:lnTo>
                  <a:lnTo>
                    <a:pt x="2412" y="4843"/>
                  </a:lnTo>
                  <a:lnTo>
                    <a:pt x="7" y="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6" name="ph5656"/>
            <p:cNvSpPr/>
            <p:nvPr/>
          </p:nvSpPr>
          <p:spPr>
            <a:xfrm>
              <a:off x="7298198" y="3069765"/>
              <a:ext cx="7879" cy="10489"/>
            </a:xfrm>
            <a:custGeom>
              <a:avLst/>
              <a:pathLst>
                <a:path w="7879" h="10489">
                  <a:moveTo>
                    <a:pt x="7879" y="1373"/>
                  </a:moveTo>
                  <a:lnTo>
                    <a:pt x="6436" y="6413"/>
                  </a:lnTo>
                  <a:lnTo>
                    <a:pt x="7673" y="9153"/>
                  </a:lnTo>
                  <a:lnTo>
                    <a:pt x="3619" y="10489"/>
                  </a:lnTo>
                  <a:lnTo>
                    <a:pt x="1305" y="8993"/>
                  </a:lnTo>
                  <a:lnTo>
                    <a:pt x="0" y="6173"/>
                  </a:lnTo>
                  <a:lnTo>
                    <a:pt x="459" y="4211"/>
                  </a:lnTo>
                  <a:lnTo>
                    <a:pt x="4081" y="1161"/>
                  </a:lnTo>
                  <a:lnTo>
                    <a:pt x="4642" y="276"/>
                  </a:lnTo>
                  <a:lnTo>
                    <a:pt x="606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7" name="ph5657"/>
            <p:cNvSpPr/>
            <p:nvPr/>
          </p:nvSpPr>
          <p:spPr>
            <a:xfrm>
              <a:off x="7320086" y="3068154"/>
              <a:ext cx="29424" cy="33982"/>
            </a:xfrm>
            <a:custGeom>
              <a:avLst/>
              <a:pathLst>
                <a:path w="29424" h="33982">
                  <a:moveTo>
                    <a:pt x="18166" y="0"/>
                  </a:moveTo>
                  <a:lnTo>
                    <a:pt x="19376" y="523"/>
                  </a:lnTo>
                  <a:lnTo>
                    <a:pt x="21205" y="9272"/>
                  </a:lnTo>
                  <a:lnTo>
                    <a:pt x="23682" y="10836"/>
                  </a:lnTo>
                  <a:lnTo>
                    <a:pt x="26600" y="10867"/>
                  </a:lnTo>
                  <a:lnTo>
                    <a:pt x="29424" y="13449"/>
                  </a:lnTo>
                  <a:lnTo>
                    <a:pt x="27168" y="18703"/>
                  </a:lnTo>
                  <a:lnTo>
                    <a:pt x="25045" y="21058"/>
                  </a:lnTo>
                  <a:lnTo>
                    <a:pt x="21140" y="23361"/>
                  </a:lnTo>
                  <a:lnTo>
                    <a:pt x="17752" y="20683"/>
                  </a:lnTo>
                  <a:lnTo>
                    <a:pt x="9084" y="26723"/>
                  </a:lnTo>
                  <a:lnTo>
                    <a:pt x="6971" y="27389"/>
                  </a:lnTo>
                  <a:lnTo>
                    <a:pt x="5391" y="28850"/>
                  </a:lnTo>
                  <a:lnTo>
                    <a:pt x="6916" y="29386"/>
                  </a:lnTo>
                  <a:lnTo>
                    <a:pt x="7888" y="33982"/>
                  </a:lnTo>
                  <a:lnTo>
                    <a:pt x="6246" y="33600"/>
                  </a:lnTo>
                  <a:lnTo>
                    <a:pt x="1175" y="29131"/>
                  </a:lnTo>
                  <a:lnTo>
                    <a:pt x="903" y="29035"/>
                  </a:lnTo>
                  <a:lnTo>
                    <a:pt x="0" y="21931"/>
                  </a:lnTo>
                  <a:lnTo>
                    <a:pt x="3068" y="21018"/>
                  </a:lnTo>
                  <a:lnTo>
                    <a:pt x="3833" y="17532"/>
                  </a:lnTo>
                  <a:lnTo>
                    <a:pt x="3016" y="15797"/>
                  </a:lnTo>
                  <a:lnTo>
                    <a:pt x="2892" y="16345"/>
                  </a:lnTo>
                  <a:lnTo>
                    <a:pt x="391" y="16030"/>
                  </a:lnTo>
                  <a:lnTo>
                    <a:pt x="473" y="12797"/>
                  </a:lnTo>
                  <a:lnTo>
                    <a:pt x="1095" y="10657"/>
                  </a:lnTo>
                  <a:lnTo>
                    <a:pt x="5231" y="7012"/>
                  </a:lnTo>
                  <a:lnTo>
                    <a:pt x="8082" y="477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8" name="ph5658"/>
            <p:cNvSpPr/>
            <p:nvPr/>
          </p:nvSpPr>
          <p:spPr>
            <a:xfrm>
              <a:off x="7297481" y="3078758"/>
              <a:ext cx="5138" cy="6660"/>
            </a:xfrm>
            <a:custGeom>
              <a:avLst/>
              <a:pathLst>
                <a:path w="5138" h="6660">
                  <a:moveTo>
                    <a:pt x="4337" y="1495"/>
                  </a:moveTo>
                  <a:lnTo>
                    <a:pt x="5138" y="4294"/>
                  </a:lnTo>
                  <a:lnTo>
                    <a:pt x="4180" y="6167"/>
                  </a:lnTo>
                  <a:lnTo>
                    <a:pt x="3217" y="6660"/>
                  </a:lnTo>
                  <a:lnTo>
                    <a:pt x="0" y="838"/>
                  </a:lnTo>
                  <a:lnTo>
                    <a:pt x="202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9" name="ph5659"/>
            <p:cNvSpPr/>
            <p:nvPr/>
          </p:nvSpPr>
          <p:spPr>
            <a:xfrm>
              <a:off x="7302029" y="3065857"/>
              <a:ext cx="15076" cy="13243"/>
            </a:xfrm>
            <a:custGeom>
              <a:avLst/>
              <a:pathLst>
                <a:path w="15076" h="13243">
                  <a:moveTo>
                    <a:pt x="2664" y="338"/>
                  </a:moveTo>
                  <a:lnTo>
                    <a:pt x="4015" y="2113"/>
                  </a:lnTo>
                  <a:lnTo>
                    <a:pt x="4347" y="5757"/>
                  </a:lnTo>
                  <a:lnTo>
                    <a:pt x="5261" y="6389"/>
                  </a:lnTo>
                  <a:lnTo>
                    <a:pt x="11092" y="5610"/>
                  </a:lnTo>
                  <a:lnTo>
                    <a:pt x="12811" y="4008"/>
                  </a:lnTo>
                  <a:lnTo>
                    <a:pt x="15076" y="4266"/>
                  </a:lnTo>
                  <a:lnTo>
                    <a:pt x="12143" y="8905"/>
                  </a:lnTo>
                  <a:lnTo>
                    <a:pt x="7013" y="8981"/>
                  </a:lnTo>
                  <a:lnTo>
                    <a:pt x="4048" y="13243"/>
                  </a:lnTo>
                  <a:lnTo>
                    <a:pt x="3842" y="13061"/>
                  </a:lnTo>
                  <a:lnTo>
                    <a:pt x="2606" y="10321"/>
                  </a:lnTo>
                  <a:lnTo>
                    <a:pt x="4048" y="5281"/>
                  </a:lnTo>
                  <a:lnTo>
                    <a:pt x="2235" y="3908"/>
                  </a:lnTo>
                  <a:lnTo>
                    <a:pt x="812" y="4184"/>
                  </a:lnTo>
                  <a:lnTo>
                    <a:pt x="250" y="5069"/>
                  </a:lnTo>
                  <a:lnTo>
                    <a:pt x="134" y="1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0" name="ph5660"/>
            <p:cNvSpPr/>
            <p:nvPr/>
          </p:nvSpPr>
          <p:spPr>
            <a:xfrm>
              <a:off x="7301661" y="3083053"/>
              <a:ext cx="14242" cy="5867"/>
            </a:xfrm>
            <a:custGeom>
              <a:avLst/>
              <a:pathLst>
                <a:path w="14242" h="5867">
                  <a:moveTo>
                    <a:pt x="4047" y="541"/>
                  </a:moveTo>
                  <a:lnTo>
                    <a:pt x="8833" y="3127"/>
                  </a:lnTo>
                  <a:lnTo>
                    <a:pt x="11690" y="2264"/>
                  </a:lnTo>
                  <a:lnTo>
                    <a:pt x="12586" y="2873"/>
                  </a:lnTo>
                  <a:lnTo>
                    <a:pt x="13352" y="3678"/>
                  </a:lnTo>
                  <a:lnTo>
                    <a:pt x="14242" y="4892"/>
                  </a:lnTo>
                  <a:lnTo>
                    <a:pt x="13786" y="5867"/>
                  </a:lnTo>
                  <a:lnTo>
                    <a:pt x="10066" y="5783"/>
                  </a:lnTo>
                  <a:lnTo>
                    <a:pt x="0" y="1873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1" name="ph5661"/>
            <p:cNvSpPr/>
            <p:nvPr/>
          </p:nvSpPr>
          <p:spPr>
            <a:xfrm>
              <a:off x="7293116" y="3049293"/>
              <a:ext cx="18433" cy="14592"/>
            </a:xfrm>
            <a:custGeom>
              <a:avLst/>
              <a:pathLst>
                <a:path w="18433" h="14592">
                  <a:moveTo>
                    <a:pt x="8687" y="0"/>
                  </a:moveTo>
                  <a:lnTo>
                    <a:pt x="11214" y="1693"/>
                  </a:lnTo>
                  <a:lnTo>
                    <a:pt x="10335" y="3980"/>
                  </a:lnTo>
                  <a:lnTo>
                    <a:pt x="10748" y="5106"/>
                  </a:lnTo>
                  <a:lnTo>
                    <a:pt x="16528" y="8302"/>
                  </a:lnTo>
                  <a:lnTo>
                    <a:pt x="18433" y="10314"/>
                  </a:lnTo>
                  <a:lnTo>
                    <a:pt x="8577" y="14592"/>
                  </a:lnTo>
                  <a:lnTo>
                    <a:pt x="7977" y="12626"/>
                  </a:lnTo>
                  <a:lnTo>
                    <a:pt x="5891" y="12526"/>
                  </a:lnTo>
                  <a:lnTo>
                    <a:pt x="910" y="8366"/>
                  </a:lnTo>
                  <a:lnTo>
                    <a:pt x="0" y="2758"/>
                  </a:lnTo>
                  <a:lnTo>
                    <a:pt x="670" y="1677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2" name="ph5662"/>
            <p:cNvSpPr/>
            <p:nvPr/>
          </p:nvSpPr>
          <p:spPr>
            <a:xfrm>
              <a:off x="7286217" y="3057659"/>
              <a:ext cx="15946" cy="9575"/>
            </a:xfrm>
            <a:custGeom>
              <a:avLst/>
              <a:pathLst>
                <a:path w="15946" h="9575">
                  <a:moveTo>
                    <a:pt x="12790" y="4159"/>
                  </a:moveTo>
                  <a:lnTo>
                    <a:pt x="14876" y="4259"/>
                  </a:lnTo>
                  <a:lnTo>
                    <a:pt x="15476" y="6225"/>
                  </a:lnTo>
                  <a:lnTo>
                    <a:pt x="15812" y="8197"/>
                  </a:lnTo>
                  <a:lnTo>
                    <a:pt x="15946" y="9575"/>
                  </a:lnTo>
                  <a:lnTo>
                    <a:pt x="10939" y="7113"/>
                  </a:lnTo>
                  <a:lnTo>
                    <a:pt x="6681" y="3320"/>
                  </a:lnTo>
                  <a:lnTo>
                    <a:pt x="2404" y="2007"/>
                  </a:lnTo>
                  <a:lnTo>
                    <a:pt x="1730" y="3293"/>
                  </a:lnTo>
                  <a:lnTo>
                    <a:pt x="2341" y="3544"/>
                  </a:lnTo>
                  <a:lnTo>
                    <a:pt x="701" y="4216"/>
                  </a:lnTo>
                  <a:lnTo>
                    <a:pt x="0" y="3719"/>
                  </a:lnTo>
                  <a:lnTo>
                    <a:pt x="731" y="257"/>
                  </a:lnTo>
                  <a:lnTo>
                    <a:pt x="7809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3" name="ph5663"/>
            <p:cNvSpPr/>
            <p:nvPr/>
          </p:nvSpPr>
          <p:spPr>
            <a:xfrm>
              <a:off x="7309475" y="3080252"/>
              <a:ext cx="8330" cy="5663"/>
            </a:xfrm>
            <a:custGeom>
              <a:avLst/>
              <a:pathLst>
                <a:path w="8330" h="5663">
                  <a:moveTo>
                    <a:pt x="7591" y="276"/>
                  </a:moveTo>
                  <a:lnTo>
                    <a:pt x="8330" y="2239"/>
                  </a:lnTo>
                  <a:lnTo>
                    <a:pt x="7760" y="2708"/>
                  </a:lnTo>
                  <a:lnTo>
                    <a:pt x="5798" y="1411"/>
                  </a:lnTo>
                  <a:lnTo>
                    <a:pt x="5258" y="1772"/>
                  </a:lnTo>
                  <a:lnTo>
                    <a:pt x="4536" y="3370"/>
                  </a:lnTo>
                  <a:lnTo>
                    <a:pt x="4751" y="5663"/>
                  </a:lnTo>
                  <a:lnTo>
                    <a:pt x="3877" y="50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4" name="ph5664"/>
            <p:cNvSpPr/>
            <p:nvPr/>
          </p:nvSpPr>
          <p:spPr>
            <a:xfrm>
              <a:off x="7298848" y="3084926"/>
              <a:ext cx="20603" cy="10109"/>
            </a:xfrm>
            <a:custGeom>
              <a:avLst/>
              <a:pathLst>
                <a:path w="20603" h="10109">
                  <a:moveTo>
                    <a:pt x="12880" y="3910"/>
                  </a:moveTo>
                  <a:lnTo>
                    <a:pt x="16600" y="3994"/>
                  </a:lnTo>
                  <a:lnTo>
                    <a:pt x="17056" y="3018"/>
                  </a:lnTo>
                  <a:lnTo>
                    <a:pt x="16166" y="1805"/>
                  </a:lnTo>
                  <a:lnTo>
                    <a:pt x="20603" y="4603"/>
                  </a:lnTo>
                  <a:lnTo>
                    <a:pt x="17093" y="6207"/>
                  </a:lnTo>
                  <a:lnTo>
                    <a:pt x="14658" y="10109"/>
                  </a:lnTo>
                  <a:lnTo>
                    <a:pt x="6028" y="7832"/>
                  </a:lnTo>
                  <a:lnTo>
                    <a:pt x="6107" y="7220"/>
                  </a:lnTo>
                  <a:lnTo>
                    <a:pt x="0" y="5306"/>
                  </a:lnTo>
                  <a:lnTo>
                    <a:pt x="1850" y="492"/>
                  </a:lnTo>
                  <a:lnTo>
                    <a:pt x="281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5" name="ph5665"/>
            <p:cNvSpPr/>
            <p:nvPr/>
          </p:nvSpPr>
          <p:spPr>
            <a:xfrm>
              <a:off x="7359860" y="3074483"/>
              <a:ext cx="11636" cy="14367"/>
            </a:xfrm>
            <a:custGeom>
              <a:avLst/>
              <a:pathLst>
                <a:path w="11636" h="14367">
                  <a:moveTo>
                    <a:pt x="4445" y="895"/>
                  </a:moveTo>
                  <a:lnTo>
                    <a:pt x="5320" y="3434"/>
                  </a:lnTo>
                  <a:lnTo>
                    <a:pt x="6664" y="3874"/>
                  </a:lnTo>
                  <a:lnTo>
                    <a:pt x="10782" y="5024"/>
                  </a:lnTo>
                  <a:lnTo>
                    <a:pt x="11636" y="8808"/>
                  </a:lnTo>
                  <a:lnTo>
                    <a:pt x="9154" y="11506"/>
                  </a:lnTo>
                  <a:lnTo>
                    <a:pt x="7648" y="10993"/>
                  </a:lnTo>
                  <a:lnTo>
                    <a:pt x="6293" y="13467"/>
                  </a:lnTo>
                  <a:lnTo>
                    <a:pt x="3650" y="14367"/>
                  </a:lnTo>
                  <a:lnTo>
                    <a:pt x="0" y="11999"/>
                  </a:lnTo>
                  <a:lnTo>
                    <a:pt x="2875" y="10156"/>
                  </a:lnTo>
                  <a:lnTo>
                    <a:pt x="3240" y="4654"/>
                  </a:lnTo>
                  <a:lnTo>
                    <a:pt x="967" y="3625"/>
                  </a:lnTo>
                  <a:lnTo>
                    <a:pt x="1605" y="369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6" name="ph5666"/>
            <p:cNvSpPr/>
            <p:nvPr/>
          </p:nvSpPr>
          <p:spPr>
            <a:xfrm>
              <a:off x="7245112" y="3056773"/>
              <a:ext cx="23242" cy="13667"/>
            </a:xfrm>
            <a:custGeom>
              <a:avLst/>
              <a:pathLst>
                <a:path w="23242" h="13667">
                  <a:moveTo>
                    <a:pt x="16436" y="884"/>
                  </a:moveTo>
                  <a:lnTo>
                    <a:pt x="23242" y="1428"/>
                  </a:lnTo>
                  <a:lnTo>
                    <a:pt x="16563" y="6768"/>
                  </a:lnTo>
                  <a:lnTo>
                    <a:pt x="16331" y="7497"/>
                  </a:lnTo>
                  <a:lnTo>
                    <a:pt x="11880" y="11996"/>
                  </a:lnTo>
                  <a:lnTo>
                    <a:pt x="8280" y="11302"/>
                  </a:lnTo>
                  <a:lnTo>
                    <a:pt x="5722" y="13667"/>
                  </a:lnTo>
                  <a:lnTo>
                    <a:pt x="953" y="12756"/>
                  </a:lnTo>
                  <a:lnTo>
                    <a:pt x="334" y="11349"/>
                  </a:lnTo>
                  <a:lnTo>
                    <a:pt x="0" y="8423"/>
                  </a:lnTo>
                  <a:lnTo>
                    <a:pt x="3099" y="5022"/>
                  </a:lnTo>
                  <a:lnTo>
                    <a:pt x="7522" y="4619"/>
                  </a:lnTo>
                  <a:lnTo>
                    <a:pt x="1463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7" name="ph5667"/>
            <p:cNvSpPr/>
            <p:nvPr/>
          </p:nvSpPr>
          <p:spPr>
            <a:xfrm>
              <a:off x="7261236" y="3063542"/>
              <a:ext cx="19768" cy="15315"/>
            </a:xfrm>
            <a:custGeom>
              <a:avLst/>
              <a:pathLst>
                <a:path w="19768" h="15315">
                  <a:moveTo>
                    <a:pt x="13795" y="996"/>
                  </a:moveTo>
                  <a:lnTo>
                    <a:pt x="15873" y="2158"/>
                  </a:lnTo>
                  <a:lnTo>
                    <a:pt x="19768" y="6409"/>
                  </a:lnTo>
                  <a:lnTo>
                    <a:pt x="19724" y="8466"/>
                  </a:lnTo>
                  <a:lnTo>
                    <a:pt x="17793" y="9593"/>
                  </a:lnTo>
                  <a:lnTo>
                    <a:pt x="16505" y="10882"/>
                  </a:lnTo>
                  <a:lnTo>
                    <a:pt x="13775" y="10869"/>
                  </a:lnTo>
                  <a:lnTo>
                    <a:pt x="9131" y="14877"/>
                  </a:lnTo>
                  <a:lnTo>
                    <a:pt x="5305" y="15315"/>
                  </a:lnTo>
                  <a:lnTo>
                    <a:pt x="2732" y="14061"/>
                  </a:lnTo>
                  <a:lnTo>
                    <a:pt x="0" y="9577"/>
                  </a:lnTo>
                  <a:lnTo>
                    <a:pt x="1887" y="9003"/>
                  </a:lnTo>
                  <a:lnTo>
                    <a:pt x="207" y="728"/>
                  </a:lnTo>
                  <a:lnTo>
                    <a:pt x="439" y="0"/>
                  </a:lnTo>
                  <a:lnTo>
                    <a:pt x="2643" y="199"/>
                  </a:lnTo>
                  <a:lnTo>
                    <a:pt x="4456" y="191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8" name="ph5668"/>
            <p:cNvSpPr/>
            <p:nvPr/>
          </p:nvSpPr>
          <p:spPr>
            <a:xfrm>
              <a:off x="7301693" y="3052634"/>
              <a:ext cx="24763" cy="19612"/>
            </a:xfrm>
            <a:custGeom>
              <a:avLst/>
              <a:pathLst>
                <a:path w="24763" h="19612">
                  <a:moveTo>
                    <a:pt x="19342" y="3272"/>
                  </a:moveTo>
                  <a:lnTo>
                    <a:pt x="21718" y="4012"/>
                  </a:lnTo>
                  <a:lnTo>
                    <a:pt x="19701" y="7414"/>
                  </a:lnTo>
                  <a:lnTo>
                    <a:pt x="17704" y="8567"/>
                  </a:lnTo>
                  <a:lnTo>
                    <a:pt x="18166" y="9485"/>
                  </a:lnTo>
                  <a:lnTo>
                    <a:pt x="24763" y="11757"/>
                  </a:lnTo>
                  <a:lnTo>
                    <a:pt x="24165" y="14670"/>
                  </a:lnTo>
                  <a:lnTo>
                    <a:pt x="21869" y="17407"/>
                  </a:lnTo>
                  <a:lnTo>
                    <a:pt x="15412" y="17489"/>
                  </a:lnTo>
                  <a:lnTo>
                    <a:pt x="13147" y="17231"/>
                  </a:lnTo>
                  <a:lnTo>
                    <a:pt x="11428" y="18833"/>
                  </a:lnTo>
                  <a:lnTo>
                    <a:pt x="5597" y="19612"/>
                  </a:lnTo>
                  <a:lnTo>
                    <a:pt x="4683" y="18980"/>
                  </a:lnTo>
                  <a:lnTo>
                    <a:pt x="4350" y="15336"/>
                  </a:lnTo>
                  <a:lnTo>
                    <a:pt x="2999" y="13561"/>
                  </a:lnTo>
                  <a:lnTo>
                    <a:pt x="335" y="13222"/>
                  </a:lnTo>
                  <a:lnTo>
                    <a:pt x="0" y="11251"/>
                  </a:lnTo>
                  <a:lnTo>
                    <a:pt x="9855" y="6973"/>
                  </a:lnTo>
                  <a:lnTo>
                    <a:pt x="12079" y="6327"/>
                  </a:lnTo>
                  <a:lnTo>
                    <a:pt x="13640" y="8014"/>
                  </a:lnTo>
                  <a:lnTo>
                    <a:pt x="15153" y="889"/>
                  </a:lnTo>
                  <a:lnTo>
                    <a:pt x="16015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9" name="ph5669"/>
            <p:cNvSpPr/>
            <p:nvPr/>
          </p:nvSpPr>
          <p:spPr>
            <a:xfrm>
              <a:off x="7286439" y="3091799"/>
              <a:ext cx="6581" cy="11936"/>
            </a:xfrm>
            <a:custGeom>
              <a:avLst/>
              <a:pathLst>
                <a:path w="6581" h="11936">
                  <a:moveTo>
                    <a:pt x="6581" y="1950"/>
                  </a:moveTo>
                  <a:lnTo>
                    <a:pt x="5163" y="6815"/>
                  </a:lnTo>
                  <a:lnTo>
                    <a:pt x="5009" y="7190"/>
                  </a:lnTo>
                  <a:lnTo>
                    <a:pt x="4739" y="8827"/>
                  </a:lnTo>
                  <a:lnTo>
                    <a:pt x="736" y="11936"/>
                  </a:lnTo>
                  <a:lnTo>
                    <a:pt x="0" y="11739"/>
                  </a:lnTo>
                  <a:lnTo>
                    <a:pt x="1569" y="7734"/>
                  </a:lnTo>
                  <a:lnTo>
                    <a:pt x="627" y="3659"/>
                  </a:lnTo>
                  <a:lnTo>
                    <a:pt x="991" y="2166"/>
                  </a:lnTo>
                  <a:lnTo>
                    <a:pt x="444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0" name="ph5670"/>
            <p:cNvSpPr/>
            <p:nvPr/>
          </p:nvSpPr>
          <p:spPr>
            <a:xfrm>
              <a:off x="7276384" y="3033047"/>
              <a:ext cx="52983" cy="27601"/>
            </a:xfrm>
            <a:custGeom>
              <a:avLst/>
              <a:pathLst>
                <a:path w="52983" h="27601">
                  <a:moveTo>
                    <a:pt x="42133" y="2791"/>
                  </a:moveTo>
                  <a:lnTo>
                    <a:pt x="42590" y="9488"/>
                  </a:lnTo>
                  <a:lnTo>
                    <a:pt x="49759" y="11899"/>
                  </a:lnTo>
                  <a:lnTo>
                    <a:pt x="52983" y="15146"/>
                  </a:lnTo>
                  <a:lnTo>
                    <a:pt x="49648" y="19324"/>
                  </a:lnTo>
                  <a:lnTo>
                    <a:pt x="47027" y="23598"/>
                  </a:lnTo>
                  <a:lnTo>
                    <a:pt x="44651" y="22858"/>
                  </a:lnTo>
                  <a:lnTo>
                    <a:pt x="41323" y="19586"/>
                  </a:lnTo>
                  <a:lnTo>
                    <a:pt x="40462" y="20476"/>
                  </a:lnTo>
                  <a:lnTo>
                    <a:pt x="38948" y="27601"/>
                  </a:lnTo>
                  <a:lnTo>
                    <a:pt x="37387" y="25914"/>
                  </a:lnTo>
                  <a:lnTo>
                    <a:pt x="35164" y="26559"/>
                  </a:lnTo>
                  <a:lnTo>
                    <a:pt x="33259" y="24548"/>
                  </a:lnTo>
                  <a:lnTo>
                    <a:pt x="27479" y="21351"/>
                  </a:lnTo>
                  <a:lnTo>
                    <a:pt x="27066" y="20225"/>
                  </a:lnTo>
                  <a:lnTo>
                    <a:pt x="27945" y="17938"/>
                  </a:lnTo>
                  <a:lnTo>
                    <a:pt x="25419" y="16245"/>
                  </a:lnTo>
                  <a:lnTo>
                    <a:pt x="17402" y="17922"/>
                  </a:lnTo>
                  <a:lnTo>
                    <a:pt x="16731" y="19003"/>
                  </a:lnTo>
                  <a:lnTo>
                    <a:pt x="17641" y="24612"/>
                  </a:lnTo>
                  <a:lnTo>
                    <a:pt x="10563" y="24869"/>
                  </a:lnTo>
                  <a:lnTo>
                    <a:pt x="7566" y="24270"/>
                  </a:lnTo>
                  <a:lnTo>
                    <a:pt x="7531" y="21156"/>
                  </a:lnTo>
                  <a:lnTo>
                    <a:pt x="1788" y="20413"/>
                  </a:lnTo>
                  <a:lnTo>
                    <a:pt x="1297" y="19566"/>
                  </a:lnTo>
                  <a:lnTo>
                    <a:pt x="0" y="15747"/>
                  </a:lnTo>
                  <a:lnTo>
                    <a:pt x="1762" y="13229"/>
                  </a:lnTo>
                  <a:lnTo>
                    <a:pt x="6940" y="5604"/>
                  </a:lnTo>
                  <a:lnTo>
                    <a:pt x="7242" y="3535"/>
                  </a:lnTo>
                  <a:lnTo>
                    <a:pt x="6113" y="3516"/>
                  </a:lnTo>
                  <a:lnTo>
                    <a:pt x="5839" y="774"/>
                  </a:lnTo>
                  <a:lnTo>
                    <a:pt x="8376" y="0"/>
                  </a:lnTo>
                  <a:lnTo>
                    <a:pt x="15332" y="987"/>
                  </a:lnTo>
                  <a:lnTo>
                    <a:pt x="15781" y="4348"/>
                  </a:lnTo>
                  <a:lnTo>
                    <a:pt x="17250" y="6579"/>
                  </a:lnTo>
                  <a:lnTo>
                    <a:pt x="26788" y="7294"/>
                  </a:lnTo>
                  <a:lnTo>
                    <a:pt x="35912" y="4292"/>
                  </a:lnTo>
                  <a:lnTo>
                    <a:pt x="38689" y="312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1" name="ph5671"/>
            <p:cNvSpPr/>
            <p:nvPr/>
          </p:nvSpPr>
          <p:spPr>
            <a:xfrm>
              <a:off x="7319368" y="3073910"/>
              <a:ext cx="5948" cy="4901"/>
            </a:xfrm>
            <a:custGeom>
              <a:avLst/>
              <a:pathLst>
                <a:path w="5948" h="4901">
                  <a:moveTo>
                    <a:pt x="5948" y="1255"/>
                  </a:moveTo>
                  <a:lnTo>
                    <a:pt x="1812" y="4901"/>
                  </a:lnTo>
                  <a:lnTo>
                    <a:pt x="886" y="4229"/>
                  </a:lnTo>
                  <a:lnTo>
                    <a:pt x="0" y="2496"/>
                  </a:lnTo>
                  <a:lnTo>
                    <a:pt x="316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2" name="ph5672"/>
            <p:cNvSpPr/>
            <p:nvPr/>
          </p:nvSpPr>
          <p:spPr>
            <a:xfrm>
              <a:off x="7319397" y="3055864"/>
              <a:ext cx="23912" cy="17062"/>
            </a:xfrm>
            <a:custGeom>
              <a:avLst/>
              <a:pathLst>
                <a:path w="23912" h="17062">
                  <a:moveTo>
                    <a:pt x="11073" y="282"/>
                  </a:moveTo>
                  <a:lnTo>
                    <a:pt x="14321" y="1217"/>
                  </a:lnTo>
                  <a:lnTo>
                    <a:pt x="15104" y="222"/>
                  </a:lnTo>
                  <a:lnTo>
                    <a:pt x="20900" y="0"/>
                  </a:lnTo>
                  <a:lnTo>
                    <a:pt x="20490" y="5186"/>
                  </a:lnTo>
                  <a:lnTo>
                    <a:pt x="23707" y="7737"/>
                  </a:lnTo>
                  <a:lnTo>
                    <a:pt x="23912" y="8884"/>
                  </a:lnTo>
                  <a:lnTo>
                    <a:pt x="22124" y="11276"/>
                  </a:lnTo>
                  <a:lnTo>
                    <a:pt x="18854" y="12290"/>
                  </a:lnTo>
                  <a:lnTo>
                    <a:pt x="8771" y="17062"/>
                  </a:lnTo>
                  <a:lnTo>
                    <a:pt x="4164" y="14177"/>
                  </a:lnTo>
                  <a:lnTo>
                    <a:pt x="6460" y="11440"/>
                  </a:lnTo>
                  <a:lnTo>
                    <a:pt x="7059" y="8527"/>
                  </a:lnTo>
                  <a:lnTo>
                    <a:pt x="462" y="6255"/>
                  </a:lnTo>
                  <a:lnTo>
                    <a:pt x="0" y="5337"/>
                  </a:lnTo>
                  <a:lnTo>
                    <a:pt x="1996" y="4184"/>
                  </a:lnTo>
                  <a:lnTo>
                    <a:pt x="1327" y="4721"/>
                  </a:lnTo>
                  <a:lnTo>
                    <a:pt x="2556" y="5315"/>
                  </a:lnTo>
                  <a:lnTo>
                    <a:pt x="6285" y="5739"/>
                  </a:lnTo>
                  <a:lnTo>
                    <a:pt x="7148" y="5053"/>
                  </a:lnTo>
                  <a:lnTo>
                    <a:pt x="7050" y="3087"/>
                  </a:lnTo>
                  <a:lnTo>
                    <a:pt x="8193" y="39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3" name="ph5673"/>
            <p:cNvSpPr/>
            <p:nvPr/>
          </p:nvSpPr>
          <p:spPr>
            <a:xfrm>
              <a:off x="7305709" y="3074839"/>
              <a:ext cx="7642" cy="11342"/>
            </a:xfrm>
            <a:custGeom>
              <a:avLst/>
              <a:pathLst>
                <a:path w="7642" h="11342">
                  <a:moveTo>
                    <a:pt x="3763" y="1077"/>
                  </a:moveTo>
                  <a:lnTo>
                    <a:pt x="2912" y="4153"/>
                  </a:lnTo>
                  <a:lnTo>
                    <a:pt x="3765" y="5413"/>
                  </a:lnTo>
                  <a:lnTo>
                    <a:pt x="7642" y="10479"/>
                  </a:lnTo>
                  <a:lnTo>
                    <a:pt x="4786" y="11342"/>
                  </a:lnTo>
                  <a:lnTo>
                    <a:pt x="0" y="8755"/>
                  </a:lnTo>
                  <a:lnTo>
                    <a:pt x="368" y="4261"/>
                  </a:lnTo>
                  <a:lnTo>
                    <a:pt x="333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4" name="ph5674"/>
            <p:cNvSpPr/>
            <p:nvPr/>
          </p:nvSpPr>
          <p:spPr>
            <a:xfrm>
              <a:off x="7302199" y="3089530"/>
              <a:ext cx="18790" cy="7659"/>
            </a:xfrm>
            <a:custGeom>
              <a:avLst/>
              <a:pathLst>
                <a:path w="18790" h="7659">
                  <a:moveTo>
                    <a:pt x="17886" y="555"/>
                  </a:moveTo>
                  <a:lnTo>
                    <a:pt x="18790" y="7659"/>
                  </a:lnTo>
                  <a:lnTo>
                    <a:pt x="0" y="4756"/>
                  </a:lnTo>
                  <a:lnTo>
                    <a:pt x="2756" y="2617"/>
                  </a:lnTo>
                  <a:lnTo>
                    <a:pt x="2677" y="3228"/>
                  </a:lnTo>
                  <a:lnTo>
                    <a:pt x="11307" y="5506"/>
                  </a:lnTo>
                  <a:lnTo>
                    <a:pt x="13742" y="1604"/>
                  </a:lnTo>
                  <a:lnTo>
                    <a:pt x="1725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5" name="ph5675"/>
            <p:cNvSpPr/>
            <p:nvPr/>
          </p:nvSpPr>
          <p:spPr>
            <a:xfrm>
              <a:off x="7314011" y="3080529"/>
              <a:ext cx="9908" cy="9556"/>
            </a:xfrm>
            <a:custGeom>
              <a:avLst/>
              <a:pathLst>
                <a:path w="9908" h="9556">
                  <a:moveTo>
                    <a:pt x="6548" y="422"/>
                  </a:moveTo>
                  <a:lnTo>
                    <a:pt x="6465" y="3655"/>
                  </a:lnTo>
                  <a:lnTo>
                    <a:pt x="8967" y="3970"/>
                  </a:lnTo>
                  <a:lnTo>
                    <a:pt x="9091" y="3422"/>
                  </a:lnTo>
                  <a:lnTo>
                    <a:pt x="9908" y="5157"/>
                  </a:lnTo>
                  <a:lnTo>
                    <a:pt x="9142" y="8643"/>
                  </a:lnTo>
                  <a:lnTo>
                    <a:pt x="6074" y="9556"/>
                  </a:lnTo>
                  <a:lnTo>
                    <a:pt x="5440" y="9000"/>
                  </a:lnTo>
                  <a:lnTo>
                    <a:pt x="1003" y="6202"/>
                  </a:lnTo>
                  <a:lnTo>
                    <a:pt x="230" y="5394"/>
                  </a:lnTo>
                  <a:lnTo>
                    <a:pt x="0" y="3093"/>
                  </a:lnTo>
                  <a:lnTo>
                    <a:pt x="722" y="1495"/>
                  </a:lnTo>
                  <a:lnTo>
                    <a:pt x="1262" y="1134"/>
                  </a:lnTo>
                  <a:lnTo>
                    <a:pt x="3224" y="2431"/>
                  </a:lnTo>
                  <a:lnTo>
                    <a:pt x="3794" y="1963"/>
                  </a:lnTo>
                  <a:lnTo>
                    <a:pt x="305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6" name="ph5676"/>
            <p:cNvSpPr/>
            <p:nvPr/>
          </p:nvSpPr>
          <p:spPr>
            <a:xfrm>
              <a:off x="7297542" y="3105950"/>
              <a:ext cx="8577" cy="4385"/>
            </a:xfrm>
            <a:custGeom>
              <a:avLst/>
              <a:pathLst>
                <a:path w="8577" h="4385">
                  <a:moveTo>
                    <a:pt x="4546" y="4385"/>
                  </a:moveTo>
                  <a:lnTo>
                    <a:pt x="0" y="4171"/>
                  </a:lnTo>
                  <a:lnTo>
                    <a:pt x="2046" y="2256"/>
                  </a:lnTo>
                  <a:lnTo>
                    <a:pt x="857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7" name="ph5677"/>
            <p:cNvSpPr/>
            <p:nvPr/>
          </p:nvSpPr>
          <p:spPr>
            <a:xfrm>
              <a:off x="7287947" y="3059667"/>
              <a:ext cx="9208" cy="9435"/>
            </a:xfrm>
            <a:custGeom>
              <a:avLst/>
              <a:pathLst>
                <a:path w="9208" h="9435">
                  <a:moveTo>
                    <a:pt x="4950" y="1312"/>
                  </a:moveTo>
                  <a:lnTo>
                    <a:pt x="9208" y="5105"/>
                  </a:lnTo>
                  <a:lnTo>
                    <a:pt x="5940" y="9435"/>
                  </a:lnTo>
                  <a:lnTo>
                    <a:pt x="2869" y="6142"/>
                  </a:lnTo>
                  <a:lnTo>
                    <a:pt x="620" y="5372"/>
                  </a:lnTo>
                  <a:lnTo>
                    <a:pt x="611" y="1536"/>
                  </a:lnTo>
                  <a:lnTo>
                    <a:pt x="0" y="1285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8" name="ph5678"/>
            <p:cNvSpPr/>
            <p:nvPr/>
          </p:nvSpPr>
          <p:spPr>
            <a:xfrm>
              <a:off x="7284968" y="3074057"/>
              <a:ext cx="8692" cy="16402"/>
            </a:xfrm>
            <a:custGeom>
              <a:avLst/>
              <a:pathLst>
                <a:path w="8692" h="16402">
                  <a:moveTo>
                    <a:pt x="4430" y="0"/>
                  </a:moveTo>
                  <a:lnTo>
                    <a:pt x="7969" y="3121"/>
                  </a:lnTo>
                  <a:lnTo>
                    <a:pt x="8692" y="4329"/>
                  </a:lnTo>
                  <a:lnTo>
                    <a:pt x="8316" y="7476"/>
                  </a:lnTo>
                  <a:lnTo>
                    <a:pt x="8619" y="8922"/>
                  </a:lnTo>
                  <a:lnTo>
                    <a:pt x="7178" y="11020"/>
                  </a:lnTo>
                  <a:lnTo>
                    <a:pt x="5463" y="12007"/>
                  </a:lnTo>
                  <a:lnTo>
                    <a:pt x="3825" y="11776"/>
                  </a:lnTo>
                  <a:lnTo>
                    <a:pt x="3834" y="12318"/>
                  </a:lnTo>
                  <a:lnTo>
                    <a:pt x="7833" y="12749"/>
                  </a:lnTo>
                  <a:lnTo>
                    <a:pt x="3344" y="16402"/>
                  </a:lnTo>
                  <a:lnTo>
                    <a:pt x="50" y="15064"/>
                  </a:lnTo>
                  <a:lnTo>
                    <a:pt x="0" y="12907"/>
                  </a:lnTo>
                  <a:lnTo>
                    <a:pt x="2219" y="9577"/>
                  </a:lnTo>
                  <a:lnTo>
                    <a:pt x="1133" y="3602"/>
                  </a:lnTo>
                  <a:lnTo>
                    <a:pt x="2830" y="1478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9" name="ph5679"/>
            <p:cNvSpPr/>
            <p:nvPr/>
          </p:nvSpPr>
          <p:spPr>
            <a:xfrm>
              <a:off x="7325477" y="3093680"/>
              <a:ext cx="18334" cy="11725"/>
            </a:xfrm>
            <a:custGeom>
              <a:avLst/>
              <a:pathLst>
                <a:path w="18334" h="11725">
                  <a:moveTo>
                    <a:pt x="18334" y="4018"/>
                  </a:moveTo>
                  <a:lnTo>
                    <a:pt x="12872" y="7513"/>
                  </a:lnTo>
                  <a:lnTo>
                    <a:pt x="10533" y="10755"/>
                  </a:lnTo>
                  <a:lnTo>
                    <a:pt x="9098" y="11725"/>
                  </a:lnTo>
                  <a:lnTo>
                    <a:pt x="2497" y="8456"/>
                  </a:lnTo>
                  <a:lnTo>
                    <a:pt x="1525" y="3861"/>
                  </a:lnTo>
                  <a:lnTo>
                    <a:pt x="0" y="3324"/>
                  </a:lnTo>
                  <a:lnTo>
                    <a:pt x="1580" y="1863"/>
                  </a:lnTo>
                  <a:lnTo>
                    <a:pt x="2897" y="2406"/>
                  </a:lnTo>
                  <a:lnTo>
                    <a:pt x="8875" y="1950"/>
                  </a:lnTo>
                  <a:lnTo>
                    <a:pt x="10789" y="3627"/>
                  </a:lnTo>
                  <a:lnTo>
                    <a:pt x="14921" y="1672"/>
                  </a:lnTo>
                  <a:lnTo>
                    <a:pt x="1645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0" name="ph5680"/>
            <p:cNvSpPr/>
            <p:nvPr/>
          </p:nvSpPr>
          <p:spPr>
            <a:xfrm>
              <a:off x="7298217" y="3090233"/>
              <a:ext cx="6738" cy="4053"/>
            </a:xfrm>
            <a:custGeom>
              <a:avLst/>
              <a:pathLst>
                <a:path w="6738" h="4053">
                  <a:moveTo>
                    <a:pt x="6738" y="1914"/>
                  </a:moveTo>
                  <a:lnTo>
                    <a:pt x="3981" y="4053"/>
                  </a:lnTo>
                  <a:lnTo>
                    <a:pt x="3360" y="4025"/>
                  </a:lnTo>
                  <a:lnTo>
                    <a:pt x="0" y="1449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1" name="ph5681"/>
            <p:cNvSpPr/>
            <p:nvPr/>
          </p:nvSpPr>
          <p:spPr>
            <a:xfrm>
              <a:off x="7314172" y="3070041"/>
              <a:ext cx="13996" cy="8099"/>
            </a:xfrm>
            <a:custGeom>
              <a:avLst/>
              <a:pathLst>
                <a:path w="13996" h="8099">
                  <a:moveTo>
                    <a:pt x="9389" y="0"/>
                  </a:moveTo>
                  <a:lnTo>
                    <a:pt x="13996" y="2885"/>
                  </a:lnTo>
                  <a:lnTo>
                    <a:pt x="11145" y="5124"/>
                  </a:lnTo>
                  <a:lnTo>
                    <a:pt x="8365" y="3869"/>
                  </a:lnTo>
                  <a:lnTo>
                    <a:pt x="5196" y="6365"/>
                  </a:lnTo>
                  <a:lnTo>
                    <a:pt x="6082" y="8099"/>
                  </a:lnTo>
                  <a:lnTo>
                    <a:pt x="0" y="4721"/>
                  </a:lnTo>
                  <a:lnTo>
                    <a:pt x="2932" y="8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2" name="ph5682"/>
            <p:cNvSpPr/>
            <p:nvPr/>
          </p:nvSpPr>
          <p:spPr>
            <a:xfrm>
              <a:off x="7288793" y="3081453"/>
              <a:ext cx="8245" cy="5353"/>
            </a:xfrm>
            <a:custGeom>
              <a:avLst/>
              <a:pathLst>
                <a:path w="8245" h="5353">
                  <a:moveTo>
                    <a:pt x="6455" y="0"/>
                  </a:moveTo>
                  <a:lnTo>
                    <a:pt x="8245" y="3255"/>
                  </a:lnTo>
                  <a:lnTo>
                    <a:pt x="4007" y="5353"/>
                  </a:lnTo>
                  <a:lnTo>
                    <a:pt x="9" y="4922"/>
                  </a:lnTo>
                  <a:lnTo>
                    <a:pt x="0" y="4380"/>
                  </a:lnTo>
                  <a:lnTo>
                    <a:pt x="1638" y="4612"/>
                  </a:lnTo>
                  <a:lnTo>
                    <a:pt x="3353" y="3624"/>
                  </a:lnTo>
                  <a:lnTo>
                    <a:pt x="4794" y="1526"/>
                  </a:lnTo>
                  <a:lnTo>
                    <a:pt x="4490" y="8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3" name="ph5683"/>
            <p:cNvSpPr/>
            <p:nvPr/>
          </p:nvSpPr>
          <p:spPr>
            <a:xfrm>
              <a:off x="7460168" y="3083472"/>
              <a:ext cx="20111" cy="10965"/>
            </a:xfrm>
            <a:custGeom>
              <a:avLst/>
              <a:pathLst>
                <a:path w="20111" h="10965">
                  <a:moveTo>
                    <a:pt x="11461" y="0"/>
                  </a:moveTo>
                  <a:lnTo>
                    <a:pt x="18042" y="1294"/>
                  </a:lnTo>
                  <a:lnTo>
                    <a:pt x="20111" y="3137"/>
                  </a:lnTo>
                  <a:lnTo>
                    <a:pt x="17070" y="3816"/>
                  </a:lnTo>
                  <a:lnTo>
                    <a:pt x="11290" y="6952"/>
                  </a:lnTo>
                  <a:lnTo>
                    <a:pt x="4561" y="10965"/>
                  </a:lnTo>
                  <a:lnTo>
                    <a:pt x="0" y="9651"/>
                  </a:lnTo>
                  <a:lnTo>
                    <a:pt x="7651" y="1604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4" name="ph5684"/>
            <p:cNvSpPr/>
            <p:nvPr/>
          </p:nvSpPr>
          <p:spPr>
            <a:xfrm>
              <a:off x="7602809" y="3201295"/>
              <a:ext cx="32171" cy="57758"/>
            </a:xfrm>
            <a:custGeom>
              <a:avLst/>
              <a:pathLst>
                <a:path w="32171" h="57758">
                  <a:moveTo>
                    <a:pt x="27306" y="0"/>
                  </a:moveTo>
                  <a:lnTo>
                    <a:pt x="27139" y="5750"/>
                  </a:lnTo>
                  <a:lnTo>
                    <a:pt x="29621" y="8250"/>
                  </a:lnTo>
                  <a:lnTo>
                    <a:pt x="31678" y="9099"/>
                  </a:lnTo>
                  <a:lnTo>
                    <a:pt x="32171" y="10540"/>
                  </a:lnTo>
                  <a:lnTo>
                    <a:pt x="26217" y="17511"/>
                  </a:lnTo>
                  <a:lnTo>
                    <a:pt x="23207" y="17912"/>
                  </a:lnTo>
                  <a:lnTo>
                    <a:pt x="21627" y="21341"/>
                  </a:lnTo>
                  <a:lnTo>
                    <a:pt x="21750" y="29779"/>
                  </a:lnTo>
                  <a:lnTo>
                    <a:pt x="20868" y="31084"/>
                  </a:lnTo>
                  <a:lnTo>
                    <a:pt x="22822" y="34782"/>
                  </a:lnTo>
                  <a:lnTo>
                    <a:pt x="24944" y="35480"/>
                  </a:lnTo>
                  <a:lnTo>
                    <a:pt x="21119" y="47919"/>
                  </a:lnTo>
                  <a:lnTo>
                    <a:pt x="18067" y="47540"/>
                  </a:lnTo>
                  <a:lnTo>
                    <a:pt x="17054" y="48104"/>
                  </a:lnTo>
                  <a:lnTo>
                    <a:pt x="12895" y="57758"/>
                  </a:lnTo>
                  <a:lnTo>
                    <a:pt x="4481" y="57196"/>
                  </a:lnTo>
                  <a:lnTo>
                    <a:pt x="3788" y="54268"/>
                  </a:lnTo>
                  <a:lnTo>
                    <a:pt x="0" y="37169"/>
                  </a:lnTo>
                  <a:lnTo>
                    <a:pt x="5376" y="35357"/>
                  </a:lnTo>
                  <a:lnTo>
                    <a:pt x="6019" y="34065"/>
                  </a:lnTo>
                  <a:lnTo>
                    <a:pt x="5686" y="30754"/>
                  </a:lnTo>
                  <a:lnTo>
                    <a:pt x="6989" y="27703"/>
                  </a:lnTo>
                  <a:lnTo>
                    <a:pt x="11536" y="25746"/>
                  </a:lnTo>
                  <a:lnTo>
                    <a:pt x="12829" y="20359"/>
                  </a:lnTo>
                  <a:lnTo>
                    <a:pt x="12532" y="19023"/>
                  </a:lnTo>
                  <a:lnTo>
                    <a:pt x="20337" y="12466"/>
                  </a:lnTo>
                  <a:lnTo>
                    <a:pt x="21397" y="10058"/>
                  </a:lnTo>
                  <a:lnTo>
                    <a:pt x="21546" y="6828"/>
                  </a:lnTo>
                  <a:lnTo>
                    <a:pt x="19120" y="6411"/>
                  </a:lnTo>
                  <a:lnTo>
                    <a:pt x="18825" y="5459"/>
                  </a:lnTo>
                  <a:lnTo>
                    <a:pt x="19812" y="770"/>
                  </a:lnTo>
                  <a:lnTo>
                    <a:pt x="21576" y="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5" name="ph5685"/>
            <p:cNvSpPr/>
            <p:nvPr/>
          </p:nvSpPr>
          <p:spPr>
            <a:xfrm>
              <a:off x="7437965" y="3148616"/>
              <a:ext cx="8727" cy="4462"/>
            </a:xfrm>
            <a:custGeom>
              <a:avLst/>
              <a:pathLst>
                <a:path w="8727" h="4462">
                  <a:moveTo>
                    <a:pt x="4440" y="377"/>
                  </a:moveTo>
                  <a:lnTo>
                    <a:pt x="5877" y="3047"/>
                  </a:lnTo>
                  <a:lnTo>
                    <a:pt x="8019" y="1583"/>
                  </a:lnTo>
                  <a:lnTo>
                    <a:pt x="8727" y="2714"/>
                  </a:lnTo>
                  <a:lnTo>
                    <a:pt x="5119" y="4462"/>
                  </a:lnTo>
                  <a:lnTo>
                    <a:pt x="0" y="2885"/>
                  </a:lnTo>
                  <a:lnTo>
                    <a:pt x="66" y="1553"/>
                  </a:lnTo>
                  <a:lnTo>
                    <a:pt x="183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6" name="ph5686"/>
            <p:cNvSpPr/>
            <p:nvPr/>
          </p:nvSpPr>
          <p:spPr>
            <a:xfrm>
              <a:off x="7451637" y="3021017"/>
              <a:ext cx="11323" cy="15178"/>
            </a:xfrm>
            <a:custGeom>
              <a:avLst/>
              <a:pathLst>
                <a:path w="11323" h="15178">
                  <a:moveTo>
                    <a:pt x="11073" y="939"/>
                  </a:moveTo>
                  <a:lnTo>
                    <a:pt x="10336" y="773"/>
                  </a:lnTo>
                  <a:lnTo>
                    <a:pt x="6450" y="7646"/>
                  </a:lnTo>
                  <a:lnTo>
                    <a:pt x="6612" y="10170"/>
                  </a:lnTo>
                  <a:lnTo>
                    <a:pt x="7242" y="9327"/>
                  </a:lnTo>
                  <a:lnTo>
                    <a:pt x="9549" y="14521"/>
                  </a:lnTo>
                  <a:lnTo>
                    <a:pt x="6884" y="15178"/>
                  </a:lnTo>
                  <a:lnTo>
                    <a:pt x="3122" y="9148"/>
                  </a:lnTo>
                  <a:lnTo>
                    <a:pt x="955" y="7618"/>
                  </a:lnTo>
                  <a:lnTo>
                    <a:pt x="0" y="6437"/>
                  </a:lnTo>
                  <a:lnTo>
                    <a:pt x="226" y="4536"/>
                  </a:lnTo>
                  <a:lnTo>
                    <a:pt x="2193" y="4803"/>
                  </a:lnTo>
                  <a:lnTo>
                    <a:pt x="4196" y="3206"/>
                  </a:lnTo>
                  <a:lnTo>
                    <a:pt x="8691" y="1417"/>
                  </a:lnTo>
                  <a:lnTo>
                    <a:pt x="1132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7" name="ph5687"/>
            <p:cNvSpPr/>
            <p:nvPr/>
          </p:nvSpPr>
          <p:spPr>
            <a:xfrm>
              <a:off x="7453392" y="3085058"/>
              <a:ext cx="20496" cy="14852"/>
            </a:xfrm>
            <a:custGeom>
              <a:avLst/>
              <a:pathLst>
                <a:path w="20496" h="14852">
                  <a:moveTo>
                    <a:pt x="14427" y="18"/>
                  </a:moveTo>
                  <a:lnTo>
                    <a:pt x="6776" y="8065"/>
                  </a:lnTo>
                  <a:lnTo>
                    <a:pt x="11337" y="9380"/>
                  </a:lnTo>
                  <a:lnTo>
                    <a:pt x="18066" y="5367"/>
                  </a:lnTo>
                  <a:lnTo>
                    <a:pt x="17510" y="6681"/>
                  </a:lnTo>
                  <a:lnTo>
                    <a:pt x="20496" y="8843"/>
                  </a:lnTo>
                  <a:lnTo>
                    <a:pt x="19129" y="11100"/>
                  </a:lnTo>
                  <a:lnTo>
                    <a:pt x="15627" y="11407"/>
                  </a:lnTo>
                  <a:lnTo>
                    <a:pt x="13679" y="12381"/>
                  </a:lnTo>
                  <a:lnTo>
                    <a:pt x="14084" y="14852"/>
                  </a:lnTo>
                  <a:lnTo>
                    <a:pt x="11862" y="14427"/>
                  </a:lnTo>
                  <a:lnTo>
                    <a:pt x="7341" y="11930"/>
                  </a:lnTo>
                  <a:lnTo>
                    <a:pt x="6111" y="12798"/>
                  </a:lnTo>
                  <a:lnTo>
                    <a:pt x="1724" y="14012"/>
                  </a:lnTo>
                  <a:lnTo>
                    <a:pt x="732" y="12685"/>
                  </a:lnTo>
                  <a:lnTo>
                    <a:pt x="0" y="9128"/>
                  </a:lnTo>
                  <a:lnTo>
                    <a:pt x="6970" y="1746"/>
                  </a:lnTo>
                  <a:lnTo>
                    <a:pt x="1189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8" name="ph5688"/>
            <p:cNvSpPr/>
            <p:nvPr/>
          </p:nvSpPr>
          <p:spPr>
            <a:xfrm>
              <a:off x="7367987" y="2845059"/>
              <a:ext cx="47821" cy="53657"/>
            </a:xfrm>
            <a:custGeom>
              <a:avLst/>
              <a:pathLst>
                <a:path w="47821" h="53657">
                  <a:moveTo>
                    <a:pt x="17693" y="309"/>
                  </a:moveTo>
                  <a:lnTo>
                    <a:pt x="20059" y="2947"/>
                  </a:lnTo>
                  <a:lnTo>
                    <a:pt x="22917" y="3219"/>
                  </a:lnTo>
                  <a:lnTo>
                    <a:pt x="23763" y="1894"/>
                  </a:lnTo>
                  <a:lnTo>
                    <a:pt x="26180" y="2644"/>
                  </a:lnTo>
                  <a:lnTo>
                    <a:pt x="28445" y="5069"/>
                  </a:lnTo>
                  <a:lnTo>
                    <a:pt x="39583" y="28796"/>
                  </a:lnTo>
                  <a:lnTo>
                    <a:pt x="46403" y="39535"/>
                  </a:lnTo>
                  <a:lnTo>
                    <a:pt x="47821" y="43993"/>
                  </a:lnTo>
                  <a:lnTo>
                    <a:pt x="45730" y="46194"/>
                  </a:lnTo>
                  <a:lnTo>
                    <a:pt x="43205" y="46499"/>
                  </a:lnTo>
                  <a:lnTo>
                    <a:pt x="41410" y="43812"/>
                  </a:lnTo>
                  <a:lnTo>
                    <a:pt x="37130" y="43658"/>
                  </a:lnTo>
                  <a:lnTo>
                    <a:pt x="35618" y="44914"/>
                  </a:lnTo>
                  <a:lnTo>
                    <a:pt x="34973" y="47393"/>
                  </a:lnTo>
                  <a:lnTo>
                    <a:pt x="32353" y="51492"/>
                  </a:lnTo>
                  <a:lnTo>
                    <a:pt x="29935" y="52638"/>
                  </a:lnTo>
                  <a:lnTo>
                    <a:pt x="26843" y="52312"/>
                  </a:lnTo>
                  <a:lnTo>
                    <a:pt x="24970" y="53657"/>
                  </a:lnTo>
                  <a:lnTo>
                    <a:pt x="24590" y="52187"/>
                  </a:lnTo>
                  <a:lnTo>
                    <a:pt x="20397" y="51532"/>
                  </a:lnTo>
                  <a:lnTo>
                    <a:pt x="18311" y="49679"/>
                  </a:lnTo>
                  <a:lnTo>
                    <a:pt x="13291" y="42004"/>
                  </a:lnTo>
                  <a:lnTo>
                    <a:pt x="13551" y="40388"/>
                  </a:lnTo>
                  <a:lnTo>
                    <a:pt x="15528" y="39151"/>
                  </a:lnTo>
                  <a:lnTo>
                    <a:pt x="17755" y="40609"/>
                  </a:lnTo>
                  <a:lnTo>
                    <a:pt x="18066" y="37945"/>
                  </a:lnTo>
                  <a:lnTo>
                    <a:pt x="16519" y="36258"/>
                  </a:lnTo>
                  <a:lnTo>
                    <a:pt x="14094" y="35697"/>
                  </a:lnTo>
                  <a:lnTo>
                    <a:pt x="13634" y="39137"/>
                  </a:lnTo>
                  <a:lnTo>
                    <a:pt x="11936" y="37859"/>
                  </a:lnTo>
                  <a:lnTo>
                    <a:pt x="12558" y="27158"/>
                  </a:lnTo>
                  <a:lnTo>
                    <a:pt x="8909" y="24454"/>
                  </a:lnTo>
                  <a:lnTo>
                    <a:pt x="3644" y="25193"/>
                  </a:lnTo>
                  <a:lnTo>
                    <a:pt x="973" y="22440"/>
                  </a:lnTo>
                  <a:lnTo>
                    <a:pt x="0" y="19374"/>
                  </a:lnTo>
                  <a:lnTo>
                    <a:pt x="6574" y="11664"/>
                  </a:lnTo>
                  <a:lnTo>
                    <a:pt x="7233" y="9360"/>
                  </a:lnTo>
                  <a:lnTo>
                    <a:pt x="11079" y="8711"/>
                  </a:lnTo>
                  <a:lnTo>
                    <a:pt x="10171" y="5026"/>
                  </a:lnTo>
                  <a:lnTo>
                    <a:pt x="9149" y="4238"/>
                  </a:lnTo>
                  <a:lnTo>
                    <a:pt x="7911" y="4964"/>
                  </a:lnTo>
                  <a:lnTo>
                    <a:pt x="4864" y="4799"/>
                  </a:lnTo>
                  <a:lnTo>
                    <a:pt x="5071" y="3771"/>
                  </a:lnTo>
                  <a:lnTo>
                    <a:pt x="6995" y="2397"/>
                  </a:lnTo>
                  <a:lnTo>
                    <a:pt x="1562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9" name="ph5689"/>
            <p:cNvSpPr/>
            <p:nvPr/>
          </p:nvSpPr>
          <p:spPr>
            <a:xfrm>
              <a:off x="7589889" y="3216531"/>
              <a:ext cx="10192" cy="15541"/>
            </a:xfrm>
            <a:custGeom>
              <a:avLst/>
              <a:pathLst>
                <a:path w="10192" h="15541">
                  <a:moveTo>
                    <a:pt x="3905" y="0"/>
                  </a:moveTo>
                  <a:lnTo>
                    <a:pt x="9675" y="5748"/>
                  </a:lnTo>
                  <a:lnTo>
                    <a:pt x="10192" y="8601"/>
                  </a:lnTo>
                  <a:lnTo>
                    <a:pt x="7650" y="9479"/>
                  </a:lnTo>
                  <a:lnTo>
                    <a:pt x="9367" y="14171"/>
                  </a:lnTo>
                  <a:lnTo>
                    <a:pt x="9210" y="15541"/>
                  </a:lnTo>
                  <a:lnTo>
                    <a:pt x="2753" y="15172"/>
                  </a:lnTo>
                  <a:lnTo>
                    <a:pt x="1184" y="10587"/>
                  </a:lnTo>
                  <a:lnTo>
                    <a:pt x="1465" y="8747"/>
                  </a:lnTo>
                  <a:lnTo>
                    <a:pt x="4058" y="8188"/>
                  </a:lnTo>
                  <a:lnTo>
                    <a:pt x="5402" y="6892"/>
                  </a:lnTo>
                  <a:lnTo>
                    <a:pt x="3380" y="3575"/>
                  </a:lnTo>
                  <a:lnTo>
                    <a:pt x="0" y="674"/>
                  </a:lnTo>
                  <a:lnTo>
                    <a:pt x="949" y="132"/>
                  </a:lnTo>
                  <a:lnTo>
                    <a:pt x="2323" y="151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0" name="ph5690"/>
            <p:cNvSpPr/>
            <p:nvPr/>
          </p:nvSpPr>
          <p:spPr>
            <a:xfrm>
              <a:off x="7303545" y="2819747"/>
              <a:ext cx="23129" cy="26039"/>
            </a:xfrm>
            <a:custGeom>
              <a:avLst/>
              <a:pathLst>
                <a:path w="23129" h="26039">
                  <a:moveTo>
                    <a:pt x="6107" y="0"/>
                  </a:moveTo>
                  <a:lnTo>
                    <a:pt x="8214" y="1210"/>
                  </a:lnTo>
                  <a:lnTo>
                    <a:pt x="8987" y="2984"/>
                  </a:lnTo>
                  <a:lnTo>
                    <a:pt x="11116" y="2410"/>
                  </a:lnTo>
                  <a:lnTo>
                    <a:pt x="12856" y="3968"/>
                  </a:lnTo>
                  <a:lnTo>
                    <a:pt x="14362" y="12951"/>
                  </a:lnTo>
                  <a:lnTo>
                    <a:pt x="17686" y="13097"/>
                  </a:lnTo>
                  <a:lnTo>
                    <a:pt x="22047" y="14739"/>
                  </a:lnTo>
                  <a:lnTo>
                    <a:pt x="23129" y="16879"/>
                  </a:lnTo>
                  <a:lnTo>
                    <a:pt x="22912" y="18087"/>
                  </a:lnTo>
                  <a:lnTo>
                    <a:pt x="21899" y="18605"/>
                  </a:lnTo>
                  <a:lnTo>
                    <a:pt x="19185" y="17748"/>
                  </a:lnTo>
                  <a:lnTo>
                    <a:pt x="19277" y="20966"/>
                  </a:lnTo>
                  <a:lnTo>
                    <a:pt x="18970" y="21702"/>
                  </a:lnTo>
                  <a:lnTo>
                    <a:pt x="18810" y="23031"/>
                  </a:lnTo>
                  <a:lnTo>
                    <a:pt x="13160" y="26039"/>
                  </a:lnTo>
                  <a:lnTo>
                    <a:pt x="9285" y="25029"/>
                  </a:lnTo>
                  <a:lnTo>
                    <a:pt x="10212" y="23180"/>
                  </a:lnTo>
                  <a:lnTo>
                    <a:pt x="10024" y="21853"/>
                  </a:lnTo>
                  <a:lnTo>
                    <a:pt x="4580" y="14466"/>
                  </a:lnTo>
                  <a:lnTo>
                    <a:pt x="0" y="13761"/>
                  </a:lnTo>
                  <a:lnTo>
                    <a:pt x="3012" y="9944"/>
                  </a:lnTo>
                  <a:lnTo>
                    <a:pt x="5975" y="9753"/>
                  </a:lnTo>
                  <a:lnTo>
                    <a:pt x="6343" y="7687"/>
                  </a:lnTo>
                  <a:lnTo>
                    <a:pt x="5254" y="147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1" name="ph5691"/>
            <p:cNvSpPr/>
            <p:nvPr/>
          </p:nvSpPr>
          <p:spPr>
            <a:xfrm>
              <a:off x="7513473" y="3055196"/>
              <a:ext cx="21281" cy="13920"/>
            </a:xfrm>
            <a:custGeom>
              <a:avLst/>
              <a:pathLst>
                <a:path w="21281" h="13920">
                  <a:moveTo>
                    <a:pt x="20604" y="2098"/>
                  </a:moveTo>
                  <a:lnTo>
                    <a:pt x="21281" y="4452"/>
                  </a:lnTo>
                  <a:lnTo>
                    <a:pt x="20004" y="5815"/>
                  </a:lnTo>
                  <a:lnTo>
                    <a:pt x="19906" y="10868"/>
                  </a:lnTo>
                  <a:lnTo>
                    <a:pt x="18671" y="12999"/>
                  </a:lnTo>
                  <a:lnTo>
                    <a:pt x="16071" y="13496"/>
                  </a:lnTo>
                  <a:lnTo>
                    <a:pt x="13089" y="12927"/>
                  </a:lnTo>
                  <a:lnTo>
                    <a:pt x="2275" y="13920"/>
                  </a:lnTo>
                  <a:lnTo>
                    <a:pt x="0" y="8502"/>
                  </a:lnTo>
                  <a:lnTo>
                    <a:pt x="2420" y="5868"/>
                  </a:lnTo>
                  <a:lnTo>
                    <a:pt x="11917" y="4015"/>
                  </a:lnTo>
                  <a:lnTo>
                    <a:pt x="1844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2" name="ph5692"/>
            <p:cNvSpPr/>
            <p:nvPr/>
          </p:nvSpPr>
          <p:spPr>
            <a:xfrm>
              <a:off x="7427179" y="3063211"/>
              <a:ext cx="25933" cy="23549"/>
            </a:xfrm>
            <a:custGeom>
              <a:avLst/>
              <a:pathLst>
                <a:path w="25933" h="23549">
                  <a:moveTo>
                    <a:pt x="3263" y="2235"/>
                  </a:moveTo>
                  <a:lnTo>
                    <a:pt x="5081" y="5516"/>
                  </a:lnTo>
                  <a:lnTo>
                    <a:pt x="10079" y="5277"/>
                  </a:lnTo>
                  <a:lnTo>
                    <a:pt x="14760" y="8794"/>
                  </a:lnTo>
                  <a:lnTo>
                    <a:pt x="18104" y="9112"/>
                  </a:lnTo>
                  <a:lnTo>
                    <a:pt x="18482" y="9870"/>
                  </a:lnTo>
                  <a:lnTo>
                    <a:pt x="17677" y="14225"/>
                  </a:lnTo>
                  <a:lnTo>
                    <a:pt x="17869" y="16407"/>
                  </a:lnTo>
                  <a:lnTo>
                    <a:pt x="19232" y="18625"/>
                  </a:lnTo>
                  <a:lnTo>
                    <a:pt x="25933" y="22206"/>
                  </a:lnTo>
                  <a:lnTo>
                    <a:pt x="24202" y="23549"/>
                  </a:lnTo>
                  <a:lnTo>
                    <a:pt x="23467" y="22821"/>
                  </a:lnTo>
                  <a:lnTo>
                    <a:pt x="20392" y="21940"/>
                  </a:lnTo>
                  <a:lnTo>
                    <a:pt x="16567" y="18399"/>
                  </a:lnTo>
                  <a:lnTo>
                    <a:pt x="13216" y="18939"/>
                  </a:lnTo>
                  <a:lnTo>
                    <a:pt x="9459" y="20881"/>
                  </a:lnTo>
                  <a:lnTo>
                    <a:pt x="6181" y="20382"/>
                  </a:lnTo>
                  <a:lnTo>
                    <a:pt x="5199" y="18602"/>
                  </a:lnTo>
                  <a:lnTo>
                    <a:pt x="3753" y="18973"/>
                  </a:lnTo>
                  <a:lnTo>
                    <a:pt x="6255" y="11620"/>
                  </a:lnTo>
                  <a:lnTo>
                    <a:pt x="3206" y="8424"/>
                  </a:lnTo>
                  <a:lnTo>
                    <a:pt x="1016" y="8029"/>
                  </a:lnTo>
                  <a:lnTo>
                    <a:pt x="0" y="5554"/>
                  </a:lnTo>
                  <a:lnTo>
                    <a:pt x="1072" y="931"/>
                  </a:lnTo>
                  <a:lnTo>
                    <a:pt x="237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3" name="ph5693"/>
            <p:cNvSpPr/>
            <p:nvPr/>
          </p:nvSpPr>
          <p:spPr>
            <a:xfrm>
              <a:off x="7474143" y="2970544"/>
              <a:ext cx="31233" cy="42368"/>
            </a:xfrm>
            <a:custGeom>
              <a:avLst/>
              <a:pathLst>
                <a:path w="31233" h="42368">
                  <a:moveTo>
                    <a:pt x="24922" y="19443"/>
                  </a:moveTo>
                  <a:lnTo>
                    <a:pt x="26310" y="23639"/>
                  </a:lnTo>
                  <a:lnTo>
                    <a:pt x="31233" y="29593"/>
                  </a:lnTo>
                  <a:lnTo>
                    <a:pt x="30252" y="37326"/>
                  </a:lnTo>
                  <a:lnTo>
                    <a:pt x="27808" y="42368"/>
                  </a:lnTo>
                  <a:lnTo>
                    <a:pt x="19461" y="38005"/>
                  </a:lnTo>
                  <a:lnTo>
                    <a:pt x="16067" y="34418"/>
                  </a:lnTo>
                  <a:lnTo>
                    <a:pt x="15964" y="33068"/>
                  </a:lnTo>
                  <a:lnTo>
                    <a:pt x="17349" y="27868"/>
                  </a:lnTo>
                  <a:lnTo>
                    <a:pt x="16184" y="21499"/>
                  </a:lnTo>
                  <a:lnTo>
                    <a:pt x="14066" y="20601"/>
                  </a:lnTo>
                  <a:lnTo>
                    <a:pt x="9278" y="24470"/>
                  </a:lnTo>
                  <a:lnTo>
                    <a:pt x="6360" y="23898"/>
                  </a:lnTo>
                  <a:lnTo>
                    <a:pt x="5798" y="23167"/>
                  </a:lnTo>
                  <a:lnTo>
                    <a:pt x="3252" y="25142"/>
                  </a:lnTo>
                  <a:lnTo>
                    <a:pt x="0" y="23015"/>
                  </a:lnTo>
                  <a:lnTo>
                    <a:pt x="1615" y="20901"/>
                  </a:lnTo>
                  <a:lnTo>
                    <a:pt x="1899" y="19229"/>
                  </a:lnTo>
                  <a:lnTo>
                    <a:pt x="1315" y="18379"/>
                  </a:lnTo>
                  <a:lnTo>
                    <a:pt x="4638" y="17537"/>
                  </a:lnTo>
                  <a:lnTo>
                    <a:pt x="11322" y="9661"/>
                  </a:lnTo>
                  <a:lnTo>
                    <a:pt x="6677" y="1129"/>
                  </a:lnTo>
                  <a:lnTo>
                    <a:pt x="789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4" name="ph5694"/>
            <p:cNvSpPr/>
            <p:nvPr/>
          </p:nvSpPr>
          <p:spPr>
            <a:xfrm>
              <a:off x="7415589" y="3034390"/>
              <a:ext cx="13583" cy="9095"/>
            </a:xfrm>
            <a:custGeom>
              <a:avLst/>
              <a:pathLst>
                <a:path w="13583" h="9095">
                  <a:moveTo>
                    <a:pt x="7880" y="1036"/>
                  </a:moveTo>
                  <a:lnTo>
                    <a:pt x="13583" y="5040"/>
                  </a:lnTo>
                  <a:lnTo>
                    <a:pt x="11719" y="9095"/>
                  </a:lnTo>
                  <a:lnTo>
                    <a:pt x="11248" y="6971"/>
                  </a:lnTo>
                  <a:lnTo>
                    <a:pt x="9851" y="7400"/>
                  </a:lnTo>
                  <a:lnTo>
                    <a:pt x="2808" y="6653"/>
                  </a:lnTo>
                  <a:lnTo>
                    <a:pt x="2928" y="3995"/>
                  </a:lnTo>
                  <a:lnTo>
                    <a:pt x="1511" y="3311"/>
                  </a:lnTo>
                  <a:lnTo>
                    <a:pt x="0" y="1059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5" name="ph5695"/>
            <p:cNvSpPr/>
            <p:nvPr/>
          </p:nvSpPr>
          <p:spPr>
            <a:xfrm>
              <a:off x="7490412" y="3136602"/>
              <a:ext cx="28366" cy="16975"/>
            </a:xfrm>
            <a:custGeom>
              <a:avLst/>
              <a:pathLst>
                <a:path w="28366" h="16975">
                  <a:moveTo>
                    <a:pt x="16816" y="467"/>
                  </a:moveTo>
                  <a:lnTo>
                    <a:pt x="20044" y="2578"/>
                  </a:lnTo>
                  <a:lnTo>
                    <a:pt x="25253" y="5994"/>
                  </a:lnTo>
                  <a:lnTo>
                    <a:pt x="27195" y="8540"/>
                  </a:lnTo>
                  <a:lnTo>
                    <a:pt x="28366" y="11928"/>
                  </a:lnTo>
                  <a:lnTo>
                    <a:pt x="27271" y="13795"/>
                  </a:lnTo>
                  <a:lnTo>
                    <a:pt x="24209" y="14220"/>
                  </a:lnTo>
                  <a:lnTo>
                    <a:pt x="23416" y="15680"/>
                  </a:lnTo>
                  <a:lnTo>
                    <a:pt x="20996" y="16975"/>
                  </a:lnTo>
                  <a:lnTo>
                    <a:pt x="4402" y="15821"/>
                  </a:lnTo>
                  <a:lnTo>
                    <a:pt x="1077" y="14710"/>
                  </a:lnTo>
                  <a:lnTo>
                    <a:pt x="0" y="4803"/>
                  </a:lnTo>
                  <a:lnTo>
                    <a:pt x="5858" y="5209"/>
                  </a:lnTo>
                  <a:lnTo>
                    <a:pt x="6142" y="2944"/>
                  </a:lnTo>
                  <a:lnTo>
                    <a:pt x="5440" y="1908"/>
                  </a:lnTo>
                  <a:lnTo>
                    <a:pt x="878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6" name="ph5696"/>
            <p:cNvSpPr/>
            <p:nvPr/>
          </p:nvSpPr>
          <p:spPr>
            <a:xfrm>
              <a:off x="7424181" y="3168312"/>
              <a:ext cx="12517" cy="9236"/>
            </a:xfrm>
            <a:custGeom>
              <a:avLst/>
              <a:pathLst>
                <a:path w="12517" h="9236">
                  <a:moveTo>
                    <a:pt x="11521" y="2013"/>
                  </a:moveTo>
                  <a:lnTo>
                    <a:pt x="12517" y="3829"/>
                  </a:lnTo>
                  <a:lnTo>
                    <a:pt x="10737" y="9236"/>
                  </a:lnTo>
                  <a:lnTo>
                    <a:pt x="6612" y="6757"/>
                  </a:lnTo>
                  <a:lnTo>
                    <a:pt x="1476" y="5314"/>
                  </a:lnTo>
                  <a:lnTo>
                    <a:pt x="0" y="3616"/>
                  </a:lnTo>
                  <a:lnTo>
                    <a:pt x="2254" y="4199"/>
                  </a:lnTo>
                  <a:lnTo>
                    <a:pt x="7691" y="1390"/>
                  </a:lnTo>
                  <a:lnTo>
                    <a:pt x="8755" y="367"/>
                  </a:lnTo>
                  <a:lnTo>
                    <a:pt x="836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7" name="ph5697"/>
            <p:cNvSpPr/>
            <p:nvPr/>
          </p:nvSpPr>
          <p:spPr>
            <a:xfrm>
              <a:off x="7747776" y="3245887"/>
              <a:ext cx="8844" cy="6139"/>
            </a:xfrm>
            <a:custGeom>
              <a:avLst/>
              <a:pathLst>
                <a:path w="8844" h="6139">
                  <a:moveTo>
                    <a:pt x="7065" y="558"/>
                  </a:moveTo>
                  <a:lnTo>
                    <a:pt x="7225" y="579"/>
                  </a:lnTo>
                  <a:lnTo>
                    <a:pt x="7383" y="601"/>
                  </a:lnTo>
                  <a:lnTo>
                    <a:pt x="8016" y="3067"/>
                  </a:lnTo>
                  <a:lnTo>
                    <a:pt x="8844" y="4130"/>
                  </a:lnTo>
                  <a:lnTo>
                    <a:pt x="7072" y="6139"/>
                  </a:lnTo>
                  <a:lnTo>
                    <a:pt x="658" y="2214"/>
                  </a:lnTo>
                  <a:lnTo>
                    <a:pt x="0" y="1377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8" name="ph5698"/>
            <p:cNvSpPr/>
            <p:nvPr/>
          </p:nvSpPr>
          <p:spPr>
            <a:xfrm>
              <a:off x="7778533" y="3227792"/>
              <a:ext cx="10247" cy="8380"/>
            </a:xfrm>
            <a:custGeom>
              <a:avLst/>
              <a:pathLst>
                <a:path w="10247" h="8380">
                  <a:moveTo>
                    <a:pt x="7432" y="1682"/>
                  </a:moveTo>
                  <a:lnTo>
                    <a:pt x="10247" y="4334"/>
                  </a:lnTo>
                  <a:lnTo>
                    <a:pt x="2276" y="8380"/>
                  </a:lnTo>
                  <a:lnTo>
                    <a:pt x="560" y="5972"/>
                  </a:lnTo>
                  <a:lnTo>
                    <a:pt x="1434" y="4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9" name="ph5699"/>
            <p:cNvSpPr/>
            <p:nvPr/>
          </p:nvSpPr>
          <p:spPr>
            <a:xfrm>
              <a:off x="7742604" y="3310817"/>
              <a:ext cx="104547" cy="39298"/>
            </a:xfrm>
            <a:custGeom>
              <a:avLst/>
              <a:pathLst>
                <a:path w="104547" h="39298">
                  <a:moveTo>
                    <a:pt x="24335" y="1084"/>
                  </a:moveTo>
                  <a:lnTo>
                    <a:pt x="39422" y="1886"/>
                  </a:lnTo>
                  <a:lnTo>
                    <a:pt x="39331" y="5246"/>
                  </a:lnTo>
                  <a:lnTo>
                    <a:pt x="48943" y="1464"/>
                  </a:lnTo>
                  <a:lnTo>
                    <a:pt x="49765" y="3375"/>
                  </a:lnTo>
                  <a:lnTo>
                    <a:pt x="47031" y="4903"/>
                  </a:lnTo>
                  <a:lnTo>
                    <a:pt x="48839" y="7801"/>
                  </a:lnTo>
                  <a:lnTo>
                    <a:pt x="50210" y="8513"/>
                  </a:lnTo>
                  <a:lnTo>
                    <a:pt x="62017" y="7367"/>
                  </a:lnTo>
                  <a:lnTo>
                    <a:pt x="67589" y="18186"/>
                  </a:lnTo>
                  <a:lnTo>
                    <a:pt x="68555" y="17206"/>
                  </a:lnTo>
                  <a:lnTo>
                    <a:pt x="72221" y="14938"/>
                  </a:lnTo>
                  <a:lnTo>
                    <a:pt x="78536" y="13751"/>
                  </a:lnTo>
                  <a:lnTo>
                    <a:pt x="89107" y="13848"/>
                  </a:lnTo>
                  <a:lnTo>
                    <a:pt x="90512" y="15848"/>
                  </a:lnTo>
                  <a:lnTo>
                    <a:pt x="97637" y="15478"/>
                  </a:lnTo>
                  <a:lnTo>
                    <a:pt x="104547" y="18270"/>
                  </a:lnTo>
                  <a:lnTo>
                    <a:pt x="103864" y="20830"/>
                  </a:lnTo>
                  <a:lnTo>
                    <a:pt x="104373" y="31537"/>
                  </a:lnTo>
                  <a:lnTo>
                    <a:pt x="95514" y="32097"/>
                  </a:lnTo>
                  <a:lnTo>
                    <a:pt x="95660" y="34135"/>
                  </a:lnTo>
                  <a:lnTo>
                    <a:pt x="84480" y="34698"/>
                  </a:lnTo>
                  <a:lnTo>
                    <a:pt x="85087" y="35400"/>
                  </a:lnTo>
                  <a:lnTo>
                    <a:pt x="85061" y="39298"/>
                  </a:lnTo>
                  <a:lnTo>
                    <a:pt x="1892" y="39055"/>
                  </a:lnTo>
                  <a:lnTo>
                    <a:pt x="198" y="35882"/>
                  </a:lnTo>
                  <a:lnTo>
                    <a:pt x="0" y="26555"/>
                  </a:lnTo>
                  <a:lnTo>
                    <a:pt x="3237" y="24748"/>
                  </a:lnTo>
                  <a:lnTo>
                    <a:pt x="6695" y="24286"/>
                  </a:lnTo>
                  <a:lnTo>
                    <a:pt x="6839" y="18839"/>
                  </a:lnTo>
                  <a:lnTo>
                    <a:pt x="12202" y="19154"/>
                  </a:lnTo>
                  <a:lnTo>
                    <a:pt x="14174" y="20590"/>
                  </a:lnTo>
                  <a:lnTo>
                    <a:pt x="14096" y="12906"/>
                  </a:lnTo>
                  <a:lnTo>
                    <a:pt x="17762" y="13779"/>
                  </a:lnTo>
                  <a:lnTo>
                    <a:pt x="20106" y="3408"/>
                  </a:lnTo>
                  <a:lnTo>
                    <a:pt x="2189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0" name="ph5700"/>
            <p:cNvSpPr/>
            <p:nvPr/>
          </p:nvSpPr>
          <p:spPr>
            <a:xfrm>
              <a:off x="7442919" y="2953816"/>
              <a:ext cx="30046" cy="21167"/>
            </a:xfrm>
            <a:custGeom>
              <a:avLst/>
              <a:pathLst>
                <a:path w="30046" h="21167">
                  <a:moveTo>
                    <a:pt x="13761" y="360"/>
                  </a:moveTo>
                  <a:lnTo>
                    <a:pt x="17845" y="1355"/>
                  </a:lnTo>
                  <a:lnTo>
                    <a:pt x="25483" y="5880"/>
                  </a:lnTo>
                  <a:lnTo>
                    <a:pt x="28830" y="5969"/>
                  </a:lnTo>
                  <a:lnTo>
                    <a:pt x="30046" y="8435"/>
                  </a:lnTo>
                  <a:lnTo>
                    <a:pt x="29238" y="10494"/>
                  </a:lnTo>
                  <a:lnTo>
                    <a:pt x="21143" y="14824"/>
                  </a:lnTo>
                  <a:lnTo>
                    <a:pt x="17152" y="20337"/>
                  </a:lnTo>
                  <a:lnTo>
                    <a:pt x="17160" y="19567"/>
                  </a:lnTo>
                  <a:lnTo>
                    <a:pt x="15502" y="18294"/>
                  </a:lnTo>
                  <a:lnTo>
                    <a:pt x="12635" y="19140"/>
                  </a:lnTo>
                  <a:lnTo>
                    <a:pt x="11100" y="21167"/>
                  </a:lnTo>
                  <a:lnTo>
                    <a:pt x="9816" y="20678"/>
                  </a:lnTo>
                  <a:lnTo>
                    <a:pt x="9352" y="19381"/>
                  </a:lnTo>
                  <a:lnTo>
                    <a:pt x="8119" y="18886"/>
                  </a:lnTo>
                  <a:lnTo>
                    <a:pt x="4486" y="19386"/>
                  </a:lnTo>
                  <a:lnTo>
                    <a:pt x="730" y="14167"/>
                  </a:lnTo>
                  <a:lnTo>
                    <a:pt x="0" y="10432"/>
                  </a:lnTo>
                  <a:lnTo>
                    <a:pt x="2138" y="5764"/>
                  </a:lnTo>
                  <a:lnTo>
                    <a:pt x="900" y="2554"/>
                  </a:lnTo>
                  <a:lnTo>
                    <a:pt x="1012" y="690"/>
                  </a:lnTo>
                  <a:lnTo>
                    <a:pt x="2273" y="0"/>
                  </a:lnTo>
                  <a:lnTo>
                    <a:pt x="4957" y="1263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1" name="ph5701"/>
            <p:cNvSpPr/>
            <p:nvPr/>
          </p:nvSpPr>
          <p:spPr>
            <a:xfrm>
              <a:off x="7610871" y="3281112"/>
              <a:ext cx="33952" cy="29573"/>
            </a:xfrm>
            <a:custGeom>
              <a:avLst/>
              <a:pathLst>
                <a:path w="33952" h="29573">
                  <a:moveTo>
                    <a:pt x="19107" y="8441"/>
                  </a:moveTo>
                  <a:lnTo>
                    <a:pt x="25749" y="12650"/>
                  </a:lnTo>
                  <a:lnTo>
                    <a:pt x="29419" y="13386"/>
                  </a:lnTo>
                  <a:lnTo>
                    <a:pt x="32302" y="12568"/>
                  </a:lnTo>
                  <a:lnTo>
                    <a:pt x="33952" y="15085"/>
                  </a:lnTo>
                  <a:lnTo>
                    <a:pt x="27142" y="19462"/>
                  </a:lnTo>
                  <a:lnTo>
                    <a:pt x="28935" y="23369"/>
                  </a:lnTo>
                  <a:lnTo>
                    <a:pt x="31912" y="22729"/>
                  </a:lnTo>
                  <a:lnTo>
                    <a:pt x="26678" y="25908"/>
                  </a:lnTo>
                  <a:lnTo>
                    <a:pt x="24986" y="27795"/>
                  </a:lnTo>
                  <a:lnTo>
                    <a:pt x="18542" y="26245"/>
                  </a:lnTo>
                  <a:lnTo>
                    <a:pt x="17167" y="27484"/>
                  </a:lnTo>
                  <a:lnTo>
                    <a:pt x="9934" y="29573"/>
                  </a:lnTo>
                  <a:lnTo>
                    <a:pt x="7927" y="27924"/>
                  </a:lnTo>
                  <a:lnTo>
                    <a:pt x="7394" y="24893"/>
                  </a:lnTo>
                  <a:lnTo>
                    <a:pt x="5700" y="22647"/>
                  </a:lnTo>
                  <a:lnTo>
                    <a:pt x="0" y="19922"/>
                  </a:lnTo>
                  <a:lnTo>
                    <a:pt x="937" y="17142"/>
                  </a:lnTo>
                  <a:lnTo>
                    <a:pt x="1532" y="10637"/>
                  </a:lnTo>
                  <a:lnTo>
                    <a:pt x="3193" y="7417"/>
                  </a:lnTo>
                  <a:lnTo>
                    <a:pt x="5195" y="4658"/>
                  </a:lnTo>
                  <a:lnTo>
                    <a:pt x="1114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2" name="ph5702"/>
            <p:cNvSpPr/>
            <p:nvPr/>
          </p:nvSpPr>
          <p:spPr>
            <a:xfrm>
              <a:off x="7358631" y="2963204"/>
              <a:ext cx="12193" cy="8878"/>
            </a:xfrm>
            <a:custGeom>
              <a:avLst/>
              <a:pathLst>
                <a:path w="12193" h="8878">
                  <a:moveTo>
                    <a:pt x="8115" y="4395"/>
                  </a:moveTo>
                  <a:lnTo>
                    <a:pt x="9526" y="4351"/>
                  </a:lnTo>
                  <a:lnTo>
                    <a:pt x="11025" y="2820"/>
                  </a:lnTo>
                  <a:lnTo>
                    <a:pt x="12193" y="6140"/>
                  </a:lnTo>
                  <a:lnTo>
                    <a:pt x="9914" y="8878"/>
                  </a:lnTo>
                  <a:lnTo>
                    <a:pt x="8215" y="7863"/>
                  </a:lnTo>
                  <a:lnTo>
                    <a:pt x="4210" y="8094"/>
                  </a:lnTo>
                  <a:lnTo>
                    <a:pt x="2186" y="6877"/>
                  </a:lnTo>
                  <a:lnTo>
                    <a:pt x="574" y="4474"/>
                  </a:lnTo>
                  <a:lnTo>
                    <a:pt x="0" y="3078"/>
                  </a:lnTo>
                  <a:lnTo>
                    <a:pt x="3561" y="542"/>
                  </a:lnTo>
                  <a:lnTo>
                    <a:pt x="3399" y="0"/>
                  </a:lnTo>
                  <a:lnTo>
                    <a:pt x="5605" y="228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3" name="ph5703"/>
            <p:cNvSpPr/>
            <p:nvPr/>
          </p:nvSpPr>
          <p:spPr>
            <a:xfrm>
              <a:off x="7649504" y="3152183"/>
              <a:ext cx="47313" cy="65998"/>
            </a:xfrm>
            <a:custGeom>
              <a:avLst/>
              <a:pathLst>
                <a:path w="47313" h="65998">
                  <a:moveTo>
                    <a:pt x="21602" y="1274"/>
                  </a:moveTo>
                  <a:lnTo>
                    <a:pt x="29903" y="1071"/>
                  </a:lnTo>
                  <a:lnTo>
                    <a:pt x="34678" y="3686"/>
                  </a:lnTo>
                  <a:lnTo>
                    <a:pt x="47313" y="13735"/>
                  </a:lnTo>
                  <a:lnTo>
                    <a:pt x="37289" y="21883"/>
                  </a:lnTo>
                  <a:lnTo>
                    <a:pt x="37508" y="23086"/>
                  </a:lnTo>
                  <a:lnTo>
                    <a:pt x="40810" y="22693"/>
                  </a:lnTo>
                  <a:lnTo>
                    <a:pt x="42944" y="23375"/>
                  </a:lnTo>
                  <a:lnTo>
                    <a:pt x="44735" y="26018"/>
                  </a:lnTo>
                  <a:lnTo>
                    <a:pt x="44165" y="27561"/>
                  </a:lnTo>
                  <a:lnTo>
                    <a:pt x="41407" y="28595"/>
                  </a:lnTo>
                  <a:lnTo>
                    <a:pt x="39021" y="27814"/>
                  </a:lnTo>
                  <a:lnTo>
                    <a:pt x="35239" y="28501"/>
                  </a:lnTo>
                  <a:lnTo>
                    <a:pt x="35607" y="30134"/>
                  </a:lnTo>
                  <a:lnTo>
                    <a:pt x="37154" y="31179"/>
                  </a:lnTo>
                  <a:lnTo>
                    <a:pt x="38205" y="34369"/>
                  </a:lnTo>
                  <a:lnTo>
                    <a:pt x="35561" y="42106"/>
                  </a:lnTo>
                  <a:lnTo>
                    <a:pt x="36651" y="51235"/>
                  </a:lnTo>
                  <a:lnTo>
                    <a:pt x="35161" y="53243"/>
                  </a:lnTo>
                  <a:lnTo>
                    <a:pt x="27734" y="59549"/>
                  </a:lnTo>
                  <a:lnTo>
                    <a:pt x="29729" y="60363"/>
                  </a:lnTo>
                  <a:lnTo>
                    <a:pt x="28808" y="62184"/>
                  </a:lnTo>
                  <a:lnTo>
                    <a:pt x="26842" y="63412"/>
                  </a:lnTo>
                  <a:lnTo>
                    <a:pt x="22799" y="61885"/>
                  </a:lnTo>
                  <a:lnTo>
                    <a:pt x="19304" y="61768"/>
                  </a:lnTo>
                  <a:lnTo>
                    <a:pt x="20340" y="65363"/>
                  </a:lnTo>
                  <a:lnTo>
                    <a:pt x="19722" y="65998"/>
                  </a:lnTo>
                  <a:lnTo>
                    <a:pt x="15826" y="65297"/>
                  </a:lnTo>
                  <a:lnTo>
                    <a:pt x="16416" y="63800"/>
                  </a:lnTo>
                  <a:lnTo>
                    <a:pt x="14344" y="62803"/>
                  </a:lnTo>
                  <a:lnTo>
                    <a:pt x="11873" y="62660"/>
                  </a:lnTo>
                  <a:lnTo>
                    <a:pt x="10688" y="64052"/>
                  </a:lnTo>
                  <a:lnTo>
                    <a:pt x="8006" y="64705"/>
                  </a:lnTo>
                  <a:lnTo>
                    <a:pt x="339" y="65838"/>
                  </a:lnTo>
                  <a:lnTo>
                    <a:pt x="0" y="63084"/>
                  </a:lnTo>
                  <a:lnTo>
                    <a:pt x="1301" y="62584"/>
                  </a:lnTo>
                  <a:lnTo>
                    <a:pt x="1881" y="60882"/>
                  </a:lnTo>
                  <a:lnTo>
                    <a:pt x="6115" y="60873"/>
                  </a:lnTo>
                  <a:lnTo>
                    <a:pt x="10933" y="57796"/>
                  </a:lnTo>
                  <a:lnTo>
                    <a:pt x="12568" y="54658"/>
                  </a:lnTo>
                  <a:lnTo>
                    <a:pt x="13161" y="43594"/>
                  </a:lnTo>
                  <a:lnTo>
                    <a:pt x="19509" y="40429"/>
                  </a:lnTo>
                  <a:lnTo>
                    <a:pt x="20325" y="39365"/>
                  </a:lnTo>
                  <a:lnTo>
                    <a:pt x="21066" y="29694"/>
                  </a:lnTo>
                  <a:lnTo>
                    <a:pt x="24974" y="27133"/>
                  </a:lnTo>
                  <a:lnTo>
                    <a:pt x="24685" y="25634"/>
                  </a:lnTo>
                  <a:lnTo>
                    <a:pt x="19272" y="23016"/>
                  </a:lnTo>
                  <a:lnTo>
                    <a:pt x="15936" y="19424"/>
                  </a:lnTo>
                  <a:lnTo>
                    <a:pt x="13091" y="18885"/>
                  </a:lnTo>
                  <a:lnTo>
                    <a:pt x="13304" y="17458"/>
                  </a:lnTo>
                  <a:lnTo>
                    <a:pt x="15111" y="15697"/>
                  </a:lnTo>
                  <a:lnTo>
                    <a:pt x="17679" y="14465"/>
                  </a:lnTo>
                  <a:lnTo>
                    <a:pt x="16345" y="5890"/>
                  </a:lnTo>
                  <a:lnTo>
                    <a:pt x="15104" y="3178"/>
                  </a:lnTo>
                  <a:lnTo>
                    <a:pt x="1684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4" name="ph5704"/>
            <p:cNvSpPr/>
            <p:nvPr/>
          </p:nvSpPr>
          <p:spPr>
            <a:xfrm>
              <a:off x="7437965" y="3151501"/>
              <a:ext cx="5681" cy="4442"/>
            </a:xfrm>
            <a:custGeom>
              <a:avLst/>
              <a:pathLst>
                <a:path w="5681" h="4442">
                  <a:moveTo>
                    <a:pt x="5119" y="1577"/>
                  </a:moveTo>
                  <a:lnTo>
                    <a:pt x="5681" y="3960"/>
                  </a:lnTo>
                  <a:lnTo>
                    <a:pt x="73" y="4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5" name="ph5705"/>
            <p:cNvSpPr/>
            <p:nvPr/>
          </p:nvSpPr>
          <p:spPr>
            <a:xfrm>
              <a:off x="7428981" y="3141875"/>
              <a:ext cx="8902" cy="5243"/>
            </a:xfrm>
            <a:custGeom>
              <a:avLst/>
              <a:pathLst>
                <a:path w="8902" h="5243">
                  <a:moveTo>
                    <a:pt x="3823" y="1314"/>
                  </a:moveTo>
                  <a:lnTo>
                    <a:pt x="6100" y="1457"/>
                  </a:lnTo>
                  <a:lnTo>
                    <a:pt x="8902" y="4206"/>
                  </a:lnTo>
                  <a:lnTo>
                    <a:pt x="3603" y="5243"/>
                  </a:lnTo>
                  <a:lnTo>
                    <a:pt x="0" y="1240"/>
                  </a:lnTo>
                  <a:lnTo>
                    <a:pt x="282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6" name="ph5706"/>
            <p:cNvSpPr/>
            <p:nvPr/>
          </p:nvSpPr>
          <p:spPr>
            <a:xfrm>
              <a:off x="7447744" y="3042097"/>
              <a:ext cx="4334" cy="5591"/>
            </a:xfrm>
            <a:custGeom>
              <a:avLst/>
              <a:pathLst>
                <a:path w="4334" h="5591">
                  <a:moveTo>
                    <a:pt x="4334" y="3062"/>
                  </a:moveTo>
                  <a:lnTo>
                    <a:pt x="1884" y="5461"/>
                  </a:lnTo>
                  <a:lnTo>
                    <a:pt x="989" y="5591"/>
                  </a:lnTo>
                  <a:lnTo>
                    <a:pt x="0" y="544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7" name="ph5707"/>
            <p:cNvSpPr/>
            <p:nvPr/>
          </p:nvSpPr>
          <p:spPr>
            <a:xfrm>
              <a:off x="7383735" y="2916904"/>
              <a:ext cx="10906" cy="13282"/>
            </a:xfrm>
            <a:custGeom>
              <a:avLst/>
              <a:pathLst>
                <a:path w="10906" h="13282">
                  <a:moveTo>
                    <a:pt x="7505" y="790"/>
                  </a:moveTo>
                  <a:lnTo>
                    <a:pt x="8976" y="2917"/>
                  </a:lnTo>
                  <a:lnTo>
                    <a:pt x="10906" y="11083"/>
                  </a:lnTo>
                  <a:lnTo>
                    <a:pt x="10463" y="13282"/>
                  </a:lnTo>
                  <a:lnTo>
                    <a:pt x="4975" y="12992"/>
                  </a:lnTo>
                  <a:lnTo>
                    <a:pt x="0" y="11008"/>
                  </a:lnTo>
                  <a:lnTo>
                    <a:pt x="607" y="7008"/>
                  </a:lnTo>
                  <a:lnTo>
                    <a:pt x="4640" y="3961"/>
                  </a:lnTo>
                  <a:lnTo>
                    <a:pt x="574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8" name="ph5708"/>
            <p:cNvSpPr/>
            <p:nvPr/>
          </p:nvSpPr>
          <p:spPr>
            <a:xfrm>
              <a:off x="7713859" y="3249340"/>
              <a:ext cx="12779" cy="15768"/>
            </a:xfrm>
            <a:custGeom>
              <a:avLst/>
              <a:pathLst>
                <a:path w="12779" h="15768">
                  <a:moveTo>
                    <a:pt x="12779" y="3970"/>
                  </a:moveTo>
                  <a:lnTo>
                    <a:pt x="12279" y="10163"/>
                  </a:lnTo>
                  <a:lnTo>
                    <a:pt x="10770" y="11733"/>
                  </a:lnTo>
                  <a:lnTo>
                    <a:pt x="7224" y="12966"/>
                  </a:lnTo>
                  <a:lnTo>
                    <a:pt x="7467" y="15768"/>
                  </a:lnTo>
                  <a:lnTo>
                    <a:pt x="7112" y="14392"/>
                  </a:lnTo>
                  <a:lnTo>
                    <a:pt x="2666" y="11623"/>
                  </a:lnTo>
                  <a:lnTo>
                    <a:pt x="0" y="8291"/>
                  </a:lnTo>
                  <a:lnTo>
                    <a:pt x="2260" y="4889"/>
                  </a:lnTo>
                  <a:lnTo>
                    <a:pt x="7057" y="566"/>
                  </a:lnTo>
                  <a:lnTo>
                    <a:pt x="1131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9" name="ph5709"/>
            <p:cNvSpPr/>
            <p:nvPr/>
          </p:nvSpPr>
          <p:spPr>
            <a:xfrm>
              <a:off x="7447433" y="2972110"/>
              <a:ext cx="29963" cy="50324"/>
            </a:xfrm>
            <a:custGeom>
              <a:avLst/>
              <a:pathLst>
                <a:path w="29963" h="50324">
                  <a:moveTo>
                    <a:pt x="12647" y="1273"/>
                  </a:moveTo>
                  <a:lnTo>
                    <a:pt x="12639" y="2043"/>
                  </a:lnTo>
                  <a:lnTo>
                    <a:pt x="9966" y="4211"/>
                  </a:lnTo>
                  <a:lnTo>
                    <a:pt x="9151" y="6797"/>
                  </a:lnTo>
                  <a:lnTo>
                    <a:pt x="13161" y="9598"/>
                  </a:lnTo>
                  <a:lnTo>
                    <a:pt x="15507" y="15844"/>
                  </a:lnTo>
                  <a:lnTo>
                    <a:pt x="21309" y="19212"/>
                  </a:lnTo>
                  <a:lnTo>
                    <a:pt x="27670" y="17788"/>
                  </a:lnTo>
                  <a:lnTo>
                    <a:pt x="28025" y="16813"/>
                  </a:lnTo>
                  <a:lnTo>
                    <a:pt x="28609" y="17663"/>
                  </a:lnTo>
                  <a:lnTo>
                    <a:pt x="28325" y="19335"/>
                  </a:lnTo>
                  <a:lnTo>
                    <a:pt x="26710" y="21449"/>
                  </a:lnTo>
                  <a:lnTo>
                    <a:pt x="29963" y="23576"/>
                  </a:lnTo>
                  <a:lnTo>
                    <a:pt x="27044" y="27377"/>
                  </a:lnTo>
                  <a:lnTo>
                    <a:pt x="24720" y="27041"/>
                  </a:lnTo>
                  <a:lnTo>
                    <a:pt x="24733" y="28398"/>
                  </a:lnTo>
                  <a:lnTo>
                    <a:pt x="27710" y="31779"/>
                  </a:lnTo>
                  <a:lnTo>
                    <a:pt x="24366" y="33384"/>
                  </a:lnTo>
                  <a:lnTo>
                    <a:pt x="19984" y="41445"/>
                  </a:lnTo>
                  <a:lnTo>
                    <a:pt x="20054" y="43475"/>
                  </a:lnTo>
                  <a:lnTo>
                    <a:pt x="18434" y="43557"/>
                  </a:lnTo>
                  <a:lnTo>
                    <a:pt x="20003" y="47383"/>
                  </a:lnTo>
                  <a:lnTo>
                    <a:pt x="19761" y="48767"/>
                  </a:lnTo>
                  <a:lnTo>
                    <a:pt x="17144" y="48937"/>
                  </a:lnTo>
                  <a:lnTo>
                    <a:pt x="15775" y="49978"/>
                  </a:lnTo>
                  <a:lnTo>
                    <a:pt x="15278" y="49846"/>
                  </a:lnTo>
                  <a:lnTo>
                    <a:pt x="15528" y="48906"/>
                  </a:lnTo>
                  <a:lnTo>
                    <a:pt x="12896" y="50324"/>
                  </a:lnTo>
                  <a:lnTo>
                    <a:pt x="12144" y="48509"/>
                  </a:lnTo>
                  <a:lnTo>
                    <a:pt x="12743" y="45924"/>
                  </a:lnTo>
                  <a:lnTo>
                    <a:pt x="10478" y="39857"/>
                  </a:lnTo>
                  <a:lnTo>
                    <a:pt x="8039" y="36204"/>
                  </a:lnTo>
                  <a:lnTo>
                    <a:pt x="5638" y="33849"/>
                  </a:lnTo>
                  <a:lnTo>
                    <a:pt x="4774" y="33857"/>
                  </a:lnTo>
                  <a:lnTo>
                    <a:pt x="4124" y="25813"/>
                  </a:lnTo>
                  <a:lnTo>
                    <a:pt x="3295" y="24018"/>
                  </a:lnTo>
                  <a:lnTo>
                    <a:pt x="457" y="22717"/>
                  </a:lnTo>
                  <a:lnTo>
                    <a:pt x="1320" y="21380"/>
                  </a:lnTo>
                  <a:lnTo>
                    <a:pt x="0" y="8985"/>
                  </a:lnTo>
                  <a:lnTo>
                    <a:pt x="1408" y="3850"/>
                  </a:lnTo>
                  <a:lnTo>
                    <a:pt x="5303" y="2384"/>
                  </a:lnTo>
                  <a:lnTo>
                    <a:pt x="6587" y="2873"/>
                  </a:lnTo>
                  <a:lnTo>
                    <a:pt x="8122" y="846"/>
                  </a:lnTo>
                  <a:lnTo>
                    <a:pt x="1098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0" name="ph5710"/>
            <p:cNvSpPr/>
            <p:nvPr/>
          </p:nvSpPr>
          <p:spPr>
            <a:xfrm>
              <a:off x="7423469" y="3024394"/>
              <a:ext cx="11329" cy="15037"/>
            </a:xfrm>
            <a:custGeom>
              <a:avLst/>
              <a:pathLst>
                <a:path w="11329" h="15037">
                  <a:moveTo>
                    <a:pt x="10212" y="2575"/>
                  </a:moveTo>
                  <a:lnTo>
                    <a:pt x="11329" y="4371"/>
                  </a:lnTo>
                  <a:lnTo>
                    <a:pt x="7872" y="7419"/>
                  </a:lnTo>
                  <a:lnTo>
                    <a:pt x="5702" y="15037"/>
                  </a:lnTo>
                  <a:lnTo>
                    <a:pt x="0" y="11032"/>
                  </a:lnTo>
                  <a:lnTo>
                    <a:pt x="755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1" name="ph5711"/>
            <p:cNvSpPr/>
            <p:nvPr/>
          </p:nvSpPr>
          <p:spPr>
            <a:xfrm>
              <a:off x="7370716" y="2972244"/>
              <a:ext cx="13683" cy="12164"/>
            </a:xfrm>
            <a:custGeom>
              <a:avLst/>
              <a:pathLst>
                <a:path w="13683" h="12164">
                  <a:moveTo>
                    <a:pt x="11133" y="0"/>
                  </a:moveTo>
                  <a:lnTo>
                    <a:pt x="12596" y="2762"/>
                  </a:lnTo>
                  <a:lnTo>
                    <a:pt x="13683" y="3048"/>
                  </a:lnTo>
                  <a:lnTo>
                    <a:pt x="13299" y="4726"/>
                  </a:lnTo>
                  <a:lnTo>
                    <a:pt x="8759" y="7060"/>
                  </a:lnTo>
                  <a:lnTo>
                    <a:pt x="5695" y="11192"/>
                  </a:lnTo>
                  <a:lnTo>
                    <a:pt x="2659" y="12164"/>
                  </a:lnTo>
                  <a:lnTo>
                    <a:pt x="1389" y="9899"/>
                  </a:lnTo>
                  <a:lnTo>
                    <a:pt x="2819" y="10135"/>
                  </a:lnTo>
                  <a:lnTo>
                    <a:pt x="3479" y="9096"/>
                  </a:lnTo>
                  <a:lnTo>
                    <a:pt x="429" y="6986"/>
                  </a:lnTo>
                  <a:lnTo>
                    <a:pt x="0" y="1949"/>
                  </a:lnTo>
                  <a:lnTo>
                    <a:pt x="2434" y="96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2" name="ph5712"/>
            <p:cNvSpPr/>
            <p:nvPr/>
          </p:nvSpPr>
          <p:spPr>
            <a:xfrm>
              <a:off x="7247781" y="2750027"/>
              <a:ext cx="30608" cy="32568"/>
            </a:xfrm>
            <a:custGeom>
              <a:avLst/>
              <a:pathLst>
                <a:path w="30608" h="32568">
                  <a:moveTo>
                    <a:pt x="17754" y="1751"/>
                  </a:moveTo>
                  <a:lnTo>
                    <a:pt x="18283" y="6387"/>
                  </a:lnTo>
                  <a:lnTo>
                    <a:pt x="20192" y="9183"/>
                  </a:lnTo>
                  <a:lnTo>
                    <a:pt x="30608" y="8187"/>
                  </a:lnTo>
                  <a:lnTo>
                    <a:pt x="29002" y="23541"/>
                  </a:lnTo>
                  <a:lnTo>
                    <a:pt x="30373" y="23750"/>
                  </a:lnTo>
                  <a:lnTo>
                    <a:pt x="30135" y="25976"/>
                  </a:lnTo>
                  <a:lnTo>
                    <a:pt x="28632" y="28307"/>
                  </a:lnTo>
                  <a:lnTo>
                    <a:pt x="16780" y="30656"/>
                  </a:lnTo>
                  <a:lnTo>
                    <a:pt x="16854" y="29655"/>
                  </a:lnTo>
                  <a:lnTo>
                    <a:pt x="13405" y="27978"/>
                  </a:lnTo>
                  <a:lnTo>
                    <a:pt x="9635" y="29036"/>
                  </a:lnTo>
                  <a:lnTo>
                    <a:pt x="8646" y="30548"/>
                  </a:lnTo>
                  <a:lnTo>
                    <a:pt x="5413" y="32568"/>
                  </a:lnTo>
                  <a:lnTo>
                    <a:pt x="2916" y="32300"/>
                  </a:lnTo>
                  <a:lnTo>
                    <a:pt x="1075" y="26481"/>
                  </a:lnTo>
                  <a:lnTo>
                    <a:pt x="121" y="26950"/>
                  </a:lnTo>
                  <a:lnTo>
                    <a:pt x="0" y="24874"/>
                  </a:lnTo>
                  <a:lnTo>
                    <a:pt x="4609" y="23134"/>
                  </a:lnTo>
                  <a:lnTo>
                    <a:pt x="9890" y="19172"/>
                  </a:lnTo>
                  <a:lnTo>
                    <a:pt x="12324" y="15859"/>
                  </a:lnTo>
                  <a:lnTo>
                    <a:pt x="11240" y="12742"/>
                  </a:lnTo>
                  <a:lnTo>
                    <a:pt x="7689" y="10221"/>
                  </a:lnTo>
                  <a:lnTo>
                    <a:pt x="8213" y="7112"/>
                  </a:lnTo>
                  <a:lnTo>
                    <a:pt x="9250" y="4567"/>
                  </a:lnTo>
                  <a:lnTo>
                    <a:pt x="1501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3" name="ph5713"/>
            <p:cNvSpPr/>
            <p:nvPr/>
          </p:nvSpPr>
          <p:spPr>
            <a:xfrm>
              <a:off x="7442980" y="3095086"/>
              <a:ext cx="46912" cy="17580"/>
            </a:xfrm>
            <a:custGeom>
              <a:avLst/>
              <a:pathLst>
                <a:path w="46912" h="17580">
                  <a:moveTo>
                    <a:pt x="3221" y="0"/>
                  </a:moveTo>
                  <a:lnTo>
                    <a:pt x="3665" y="1546"/>
                  </a:lnTo>
                  <a:lnTo>
                    <a:pt x="11144" y="2656"/>
                  </a:lnTo>
                  <a:lnTo>
                    <a:pt x="12136" y="3984"/>
                  </a:lnTo>
                  <a:lnTo>
                    <a:pt x="13763" y="4063"/>
                  </a:lnTo>
                  <a:lnTo>
                    <a:pt x="16418" y="7240"/>
                  </a:lnTo>
                  <a:lnTo>
                    <a:pt x="21372" y="9644"/>
                  </a:lnTo>
                  <a:lnTo>
                    <a:pt x="21389" y="7220"/>
                  </a:lnTo>
                  <a:lnTo>
                    <a:pt x="29312" y="9279"/>
                  </a:lnTo>
                  <a:lnTo>
                    <a:pt x="32028" y="12382"/>
                  </a:lnTo>
                  <a:lnTo>
                    <a:pt x="36603" y="14597"/>
                  </a:lnTo>
                  <a:lnTo>
                    <a:pt x="46598" y="15971"/>
                  </a:lnTo>
                  <a:lnTo>
                    <a:pt x="46912" y="16831"/>
                  </a:lnTo>
                  <a:lnTo>
                    <a:pt x="46003" y="17580"/>
                  </a:lnTo>
                  <a:lnTo>
                    <a:pt x="42093" y="17427"/>
                  </a:lnTo>
                  <a:lnTo>
                    <a:pt x="37278" y="16442"/>
                  </a:lnTo>
                  <a:lnTo>
                    <a:pt x="27827" y="11269"/>
                  </a:lnTo>
                  <a:lnTo>
                    <a:pt x="23987" y="10144"/>
                  </a:lnTo>
                  <a:lnTo>
                    <a:pt x="21767" y="11561"/>
                  </a:lnTo>
                  <a:lnTo>
                    <a:pt x="23513" y="14973"/>
                  </a:lnTo>
                  <a:lnTo>
                    <a:pt x="26806" y="17459"/>
                  </a:lnTo>
                  <a:lnTo>
                    <a:pt x="21243" y="16040"/>
                  </a:lnTo>
                  <a:lnTo>
                    <a:pt x="19858" y="15481"/>
                  </a:lnTo>
                  <a:lnTo>
                    <a:pt x="17425" y="16723"/>
                  </a:lnTo>
                  <a:lnTo>
                    <a:pt x="11905" y="17259"/>
                  </a:lnTo>
                  <a:lnTo>
                    <a:pt x="9662" y="15807"/>
                  </a:lnTo>
                  <a:lnTo>
                    <a:pt x="7543" y="17179"/>
                  </a:lnTo>
                  <a:lnTo>
                    <a:pt x="2534" y="11025"/>
                  </a:lnTo>
                  <a:lnTo>
                    <a:pt x="2977" y="10562"/>
                  </a:lnTo>
                  <a:lnTo>
                    <a:pt x="1946" y="5771"/>
                  </a:lnTo>
                  <a:lnTo>
                    <a:pt x="0" y="2784"/>
                  </a:lnTo>
                  <a:lnTo>
                    <a:pt x="531" y="156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4" name="ph5714"/>
            <p:cNvSpPr/>
            <p:nvPr/>
          </p:nvSpPr>
          <p:spPr>
            <a:xfrm>
              <a:off x="7420627" y="2923326"/>
              <a:ext cx="21855" cy="20406"/>
            </a:xfrm>
            <a:custGeom>
              <a:avLst/>
              <a:pathLst>
                <a:path w="21855" h="20406">
                  <a:moveTo>
                    <a:pt x="15535" y="4730"/>
                  </a:moveTo>
                  <a:lnTo>
                    <a:pt x="13430" y="6173"/>
                  </a:lnTo>
                  <a:lnTo>
                    <a:pt x="17032" y="8078"/>
                  </a:lnTo>
                  <a:lnTo>
                    <a:pt x="21855" y="7275"/>
                  </a:lnTo>
                  <a:lnTo>
                    <a:pt x="19975" y="8961"/>
                  </a:lnTo>
                  <a:lnTo>
                    <a:pt x="19857" y="10278"/>
                  </a:lnTo>
                  <a:lnTo>
                    <a:pt x="20882" y="11399"/>
                  </a:lnTo>
                  <a:lnTo>
                    <a:pt x="19337" y="15181"/>
                  </a:lnTo>
                  <a:lnTo>
                    <a:pt x="10952" y="19628"/>
                  </a:lnTo>
                  <a:lnTo>
                    <a:pt x="6452" y="20406"/>
                  </a:lnTo>
                  <a:lnTo>
                    <a:pt x="753" y="15538"/>
                  </a:lnTo>
                  <a:lnTo>
                    <a:pt x="0" y="11543"/>
                  </a:lnTo>
                  <a:lnTo>
                    <a:pt x="3846" y="8581"/>
                  </a:lnTo>
                  <a:lnTo>
                    <a:pt x="5438" y="4652"/>
                  </a:lnTo>
                  <a:lnTo>
                    <a:pt x="4684" y="3305"/>
                  </a:lnTo>
                  <a:lnTo>
                    <a:pt x="6768" y="2628"/>
                  </a:lnTo>
                  <a:lnTo>
                    <a:pt x="8073" y="735"/>
                  </a:lnTo>
                  <a:lnTo>
                    <a:pt x="10402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5" name="ph5715"/>
            <p:cNvSpPr/>
            <p:nvPr/>
          </p:nvSpPr>
          <p:spPr>
            <a:xfrm>
              <a:off x="7443085" y="3151331"/>
              <a:ext cx="6122" cy="4130"/>
            </a:xfrm>
            <a:custGeom>
              <a:avLst/>
              <a:pathLst>
                <a:path w="6122" h="4130">
                  <a:moveTo>
                    <a:pt x="6122" y="3479"/>
                  </a:moveTo>
                  <a:lnTo>
                    <a:pt x="561" y="4130"/>
                  </a:lnTo>
                  <a:lnTo>
                    <a:pt x="0" y="1747"/>
                  </a:lnTo>
                  <a:lnTo>
                    <a:pt x="360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6" name="ph5716"/>
            <p:cNvSpPr/>
            <p:nvPr/>
          </p:nvSpPr>
          <p:spPr>
            <a:xfrm>
              <a:off x="7571484" y="3145414"/>
              <a:ext cx="20614" cy="36531"/>
            </a:xfrm>
            <a:custGeom>
              <a:avLst/>
              <a:pathLst>
                <a:path w="20614" h="36531">
                  <a:moveTo>
                    <a:pt x="13176" y="0"/>
                  </a:moveTo>
                  <a:lnTo>
                    <a:pt x="20614" y="4449"/>
                  </a:lnTo>
                  <a:lnTo>
                    <a:pt x="19645" y="22345"/>
                  </a:lnTo>
                  <a:lnTo>
                    <a:pt x="18782" y="26161"/>
                  </a:lnTo>
                  <a:lnTo>
                    <a:pt x="19333" y="28319"/>
                  </a:lnTo>
                  <a:lnTo>
                    <a:pt x="9750" y="36531"/>
                  </a:lnTo>
                  <a:lnTo>
                    <a:pt x="1792" y="28645"/>
                  </a:lnTo>
                  <a:lnTo>
                    <a:pt x="1916" y="26643"/>
                  </a:lnTo>
                  <a:lnTo>
                    <a:pt x="2621" y="23893"/>
                  </a:lnTo>
                  <a:lnTo>
                    <a:pt x="846" y="20934"/>
                  </a:lnTo>
                  <a:lnTo>
                    <a:pt x="0" y="16561"/>
                  </a:lnTo>
                  <a:lnTo>
                    <a:pt x="1041" y="7867"/>
                  </a:lnTo>
                  <a:lnTo>
                    <a:pt x="2036" y="5869"/>
                  </a:lnTo>
                  <a:lnTo>
                    <a:pt x="8242" y="38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7" name="ph5717"/>
            <p:cNvSpPr/>
            <p:nvPr/>
          </p:nvSpPr>
          <p:spPr>
            <a:xfrm>
              <a:off x="7430925" y="3145896"/>
              <a:ext cx="8618" cy="4949"/>
            </a:xfrm>
            <a:custGeom>
              <a:avLst/>
              <a:pathLst>
                <a:path w="8618" h="4949">
                  <a:moveTo>
                    <a:pt x="6958" y="185"/>
                  </a:moveTo>
                  <a:lnTo>
                    <a:pt x="8417" y="0"/>
                  </a:lnTo>
                  <a:lnTo>
                    <a:pt x="8618" y="1342"/>
                  </a:lnTo>
                  <a:lnTo>
                    <a:pt x="4419" y="4949"/>
                  </a:lnTo>
                  <a:lnTo>
                    <a:pt x="0" y="3363"/>
                  </a:lnTo>
                  <a:lnTo>
                    <a:pt x="1660" y="122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8" name="ph5718"/>
            <p:cNvSpPr/>
            <p:nvPr/>
          </p:nvSpPr>
          <p:spPr>
            <a:xfrm>
              <a:off x="7653824" y="3201428"/>
              <a:ext cx="56817" cy="34671"/>
            </a:xfrm>
            <a:custGeom>
              <a:avLst/>
              <a:pathLst>
                <a:path w="56817" h="34671">
                  <a:moveTo>
                    <a:pt x="52631" y="1931"/>
                  </a:moveTo>
                  <a:lnTo>
                    <a:pt x="51415" y="4281"/>
                  </a:lnTo>
                  <a:lnTo>
                    <a:pt x="52012" y="6962"/>
                  </a:lnTo>
                  <a:lnTo>
                    <a:pt x="53814" y="12343"/>
                  </a:lnTo>
                  <a:lnTo>
                    <a:pt x="54551" y="13131"/>
                  </a:lnTo>
                  <a:lnTo>
                    <a:pt x="56256" y="12923"/>
                  </a:lnTo>
                  <a:lnTo>
                    <a:pt x="56817" y="21747"/>
                  </a:lnTo>
                  <a:lnTo>
                    <a:pt x="53228" y="26136"/>
                  </a:lnTo>
                  <a:lnTo>
                    <a:pt x="49475" y="26385"/>
                  </a:lnTo>
                  <a:lnTo>
                    <a:pt x="44307" y="24476"/>
                  </a:lnTo>
                  <a:lnTo>
                    <a:pt x="37051" y="26133"/>
                  </a:lnTo>
                  <a:lnTo>
                    <a:pt x="32173" y="33531"/>
                  </a:lnTo>
                  <a:lnTo>
                    <a:pt x="28332" y="34671"/>
                  </a:lnTo>
                  <a:lnTo>
                    <a:pt x="23069" y="29502"/>
                  </a:lnTo>
                  <a:lnTo>
                    <a:pt x="19602" y="28264"/>
                  </a:lnTo>
                  <a:lnTo>
                    <a:pt x="16634" y="29233"/>
                  </a:lnTo>
                  <a:lnTo>
                    <a:pt x="13264" y="28203"/>
                  </a:lnTo>
                  <a:lnTo>
                    <a:pt x="7067" y="22717"/>
                  </a:lnTo>
                  <a:lnTo>
                    <a:pt x="3099" y="21877"/>
                  </a:lnTo>
                  <a:lnTo>
                    <a:pt x="1301" y="21316"/>
                  </a:lnTo>
                  <a:lnTo>
                    <a:pt x="0" y="19294"/>
                  </a:lnTo>
                  <a:lnTo>
                    <a:pt x="729" y="17464"/>
                  </a:lnTo>
                  <a:lnTo>
                    <a:pt x="2966" y="17198"/>
                  </a:lnTo>
                  <a:lnTo>
                    <a:pt x="3686" y="15459"/>
                  </a:lnTo>
                  <a:lnTo>
                    <a:pt x="6368" y="14807"/>
                  </a:lnTo>
                  <a:lnTo>
                    <a:pt x="7553" y="13415"/>
                  </a:lnTo>
                  <a:lnTo>
                    <a:pt x="10024" y="13558"/>
                  </a:lnTo>
                  <a:lnTo>
                    <a:pt x="12096" y="14555"/>
                  </a:lnTo>
                  <a:lnTo>
                    <a:pt x="11506" y="16052"/>
                  </a:lnTo>
                  <a:lnTo>
                    <a:pt x="15402" y="16753"/>
                  </a:lnTo>
                  <a:lnTo>
                    <a:pt x="16020" y="16117"/>
                  </a:lnTo>
                  <a:lnTo>
                    <a:pt x="14984" y="12522"/>
                  </a:lnTo>
                  <a:lnTo>
                    <a:pt x="18479" y="12640"/>
                  </a:lnTo>
                  <a:lnTo>
                    <a:pt x="22522" y="14167"/>
                  </a:lnTo>
                  <a:lnTo>
                    <a:pt x="24488" y="12938"/>
                  </a:lnTo>
                  <a:lnTo>
                    <a:pt x="25409" y="11118"/>
                  </a:lnTo>
                  <a:lnTo>
                    <a:pt x="23414" y="10304"/>
                  </a:lnTo>
                  <a:lnTo>
                    <a:pt x="30841" y="3998"/>
                  </a:lnTo>
                  <a:lnTo>
                    <a:pt x="32594" y="5008"/>
                  </a:lnTo>
                  <a:lnTo>
                    <a:pt x="41179" y="2771"/>
                  </a:lnTo>
                  <a:lnTo>
                    <a:pt x="43327" y="6935"/>
                  </a:lnTo>
                  <a:lnTo>
                    <a:pt x="46125" y="7567"/>
                  </a:lnTo>
                  <a:lnTo>
                    <a:pt x="48565" y="5706"/>
                  </a:lnTo>
                  <a:lnTo>
                    <a:pt x="47201" y="2777"/>
                  </a:lnTo>
                  <a:lnTo>
                    <a:pt x="48735" y="1017"/>
                  </a:lnTo>
                  <a:lnTo>
                    <a:pt x="5122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9" name="ph5719"/>
            <p:cNvSpPr/>
            <p:nvPr/>
          </p:nvSpPr>
          <p:spPr>
            <a:xfrm>
              <a:off x="7246830" y="2903817"/>
              <a:ext cx="31637" cy="50251"/>
            </a:xfrm>
            <a:custGeom>
              <a:avLst/>
              <a:pathLst>
                <a:path w="31637" h="50251">
                  <a:moveTo>
                    <a:pt x="27753" y="3712"/>
                  </a:moveTo>
                  <a:lnTo>
                    <a:pt x="31637" y="3826"/>
                  </a:lnTo>
                  <a:lnTo>
                    <a:pt x="29355" y="6121"/>
                  </a:lnTo>
                  <a:lnTo>
                    <a:pt x="29778" y="8985"/>
                  </a:lnTo>
                  <a:lnTo>
                    <a:pt x="24978" y="14319"/>
                  </a:lnTo>
                  <a:lnTo>
                    <a:pt x="23176" y="20463"/>
                  </a:lnTo>
                  <a:lnTo>
                    <a:pt x="23559" y="22458"/>
                  </a:lnTo>
                  <a:lnTo>
                    <a:pt x="24377" y="22796"/>
                  </a:lnTo>
                  <a:lnTo>
                    <a:pt x="21254" y="23642"/>
                  </a:lnTo>
                  <a:lnTo>
                    <a:pt x="20583" y="25258"/>
                  </a:lnTo>
                  <a:lnTo>
                    <a:pt x="20537" y="26637"/>
                  </a:lnTo>
                  <a:lnTo>
                    <a:pt x="23938" y="30607"/>
                  </a:lnTo>
                  <a:lnTo>
                    <a:pt x="23037" y="33289"/>
                  </a:lnTo>
                  <a:lnTo>
                    <a:pt x="19425" y="37648"/>
                  </a:lnTo>
                  <a:lnTo>
                    <a:pt x="19170" y="41534"/>
                  </a:lnTo>
                  <a:lnTo>
                    <a:pt x="20500" y="41752"/>
                  </a:lnTo>
                  <a:lnTo>
                    <a:pt x="24745" y="40014"/>
                  </a:lnTo>
                  <a:lnTo>
                    <a:pt x="26371" y="40982"/>
                  </a:lnTo>
                  <a:lnTo>
                    <a:pt x="22481" y="44046"/>
                  </a:lnTo>
                  <a:lnTo>
                    <a:pt x="17656" y="50251"/>
                  </a:lnTo>
                  <a:lnTo>
                    <a:pt x="16286" y="50098"/>
                  </a:lnTo>
                  <a:lnTo>
                    <a:pt x="8225" y="48727"/>
                  </a:lnTo>
                  <a:lnTo>
                    <a:pt x="6132" y="42393"/>
                  </a:lnTo>
                  <a:lnTo>
                    <a:pt x="5984" y="37569"/>
                  </a:lnTo>
                  <a:lnTo>
                    <a:pt x="5458" y="35678"/>
                  </a:lnTo>
                  <a:lnTo>
                    <a:pt x="0" y="29417"/>
                  </a:lnTo>
                  <a:lnTo>
                    <a:pt x="4598" y="27512"/>
                  </a:lnTo>
                  <a:lnTo>
                    <a:pt x="7388" y="24961"/>
                  </a:lnTo>
                  <a:lnTo>
                    <a:pt x="8791" y="22264"/>
                  </a:lnTo>
                  <a:lnTo>
                    <a:pt x="8913" y="17895"/>
                  </a:lnTo>
                  <a:lnTo>
                    <a:pt x="10968" y="15980"/>
                  </a:lnTo>
                  <a:lnTo>
                    <a:pt x="14160" y="16851"/>
                  </a:lnTo>
                  <a:lnTo>
                    <a:pt x="12173" y="9643"/>
                  </a:lnTo>
                  <a:lnTo>
                    <a:pt x="2003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0" name="ph5720"/>
            <p:cNvSpPr/>
            <p:nvPr/>
          </p:nvSpPr>
          <p:spPr>
            <a:xfrm>
              <a:off x="7700788" y="3190370"/>
              <a:ext cx="30836" cy="46204"/>
            </a:xfrm>
            <a:custGeom>
              <a:avLst/>
              <a:pathLst>
                <a:path w="30836" h="46204">
                  <a:moveTo>
                    <a:pt x="25012" y="1610"/>
                  </a:moveTo>
                  <a:lnTo>
                    <a:pt x="25961" y="4687"/>
                  </a:lnTo>
                  <a:lnTo>
                    <a:pt x="24645" y="7069"/>
                  </a:lnTo>
                  <a:lnTo>
                    <a:pt x="24659" y="10389"/>
                  </a:lnTo>
                  <a:lnTo>
                    <a:pt x="24798" y="12634"/>
                  </a:lnTo>
                  <a:lnTo>
                    <a:pt x="27251" y="17097"/>
                  </a:lnTo>
                  <a:lnTo>
                    <a:pt x="27014" y="18068"/>
                  </a:lnTo>
                  <a:lnTo>
                    <a:pt x="23990" y="18540"/>
                  </a:lnTo>
                  <a:lnTo>
                    <a:pt x="22743" y="19541"/>
                  </a:lnTo>
                  <a:lnTo>
                    <a:pt x="22706" y="25195"/>
                  </a:lnTo>
                  <a:lnTo>
                    <a:pt x="24709" y="32059"/>
                  </a:lnTo>
                  <a:lnTo>
                    <a:pt x="29966" y="32437"/>
                  </a:lnTo>
                  <a:lnTo>
                    <a:pt x="30670" y="33230"/>
                  </a:lnTo>
                  <a:lnTo>
                    <a:pt x="30836" y="36076"/>
                  </a:lnTo>
                  <a:lnTo>
                    <a:pt x="28414" y="35861"/>
                  </a:lnTo>
                  <a:lnTo>
                    <a:pt x="26207" y="36662"/>
                  </a:lnTo>
                  <a:lnTo>
                    <a:pt x="23626" y="40862"/>
                  </a:lnTo>
                  <a:lnTo>
                    <a:pt x="24644" y="41817"/>
                  </a:lnTo>
                  <a:lnTo>
                    <a:pt x="30098" y="41397"/>
                  </a:lnTo>
                  <a:lnTo>
                    <a:pt x="30623" y="41958"/>
                  </a:lnTo>
                  <a:lnTo>
                    <a:pt x="29325" y="46125"/>
                  </a:lnTo>
                  <a:lnTo>
                    <a:pt x="23331" y="46204"/>
                  </a:lnTo>
                  <a:lnTo>
                    <a:pt x="21427" y="44601"/>
                  </a:lnTo>
                  <a:lnTo>
                    <a:pt x="18044" y="38363"/>
                  </a:lnTo>
                  <a:lnTo>
                    <a:pt x="14866" y="35818"/>
                  </a:lnTo>
                  <a:lnTo>
                    <a:pt x="12992" y="35062"/>
                  </a:lnTo>
                  <a:lnTo>
                    <a:pt x="6694" y="39937"/>
                  </a:lnTo>
                  <a:lnTo>
                    <a:pt x="6265" y="37194"/>
                  </a:lnTo>
                  <a:lnTo>
                    <a:pt x="9854" y="32806"/>
                  </a:lnTo>
                  <a:lnTo>
                    <a:pt x="9293" y="23981"/>
                  </a:lnTo>
                  <a:lnTo>
                    <a:pt x="7588" y="24190"/>
                  </a:lnTo>
                  <a:lnTo>
                    <a:pt x="6851" y="23401"/>
                  </a:lnTo>
                  <a:lnTo>
                    <a:pt x="5049" y="18020"/>
                  </a:lnTo>
                  <a:lnTo>
                    <a:pt x="4452" y="15340"/>
                  </a:lnTo>
                  <a:lnTo>
                    <a:pt x="5668" y="12989"/>
                  </a:lnTo>
                  <a:lnTo>
                    <a:pt x="4261" y="11058"/>
                  </a:lnTo>
                  <a:lnTo>
                    <a:pt x="1772" y="12075"/>
                  </a:lnTo>
                  <a:lnTo>
                    <a:pt x="0" y="11294"/>
                  </a:lnTo>
                  <a:lnTo>
                    <a:pt x="646" y="9820"/>
                  </a:lnTo>
                  <a:lnTo>
                    <a:pt x="7114" y="6036"/>
                  </a:lnTo>
                  <a:lnTo>
                    <a:pt x="14273" y="6980"/>
                  </a:lnTo>
                  <a:lnTo>
                    <a:pt x="16534" y="5950"/>
                  </a:lnTo>
                  <a:lnTo>
                    <a:pt x="19968" y="2004"/>
                  </a:lnTo>
                  <a:lnTo>
                    <a:pt x="2352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1" name="ph5721"/>
            <p:cNvSpPr/>
            <p:nvPr/>
          </p:nvSpPr>
          <p:spPr>
            <a:xfrm>
              <a:off x="7339449" y="2816490"/>
              <a:ext cx="5611" cy="6127"/>
            </a:xfrm>
            <a:custGeom>
              <a:avLst/>
              <a:pathLst>
                <a:path w="5611" h="6127">
                  <a:moveTo>
                    <a:pt x="1623" y="6127"/>
                  </a:moveTo>
                  <a:lnTo>
                    <a:pt x="29" y="5512"/>
                  </a:lnTo>
                  <a:lnTo>
                    <a:pt x="0" y="2523"/>
                  </a:lnTo>
                  <a:lnTo>
                    <a:pt x="2983" y="0"/>
                  </a:lnTo>
                  <a:lnTo>
                    <a:pt x="5611" y="543"/>
                  </a:lnTo>
                  <a:lnTo>
                    <a:pt x="3843" y="452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2" name="ph5722"/>
            <p:cNvSpPr/>
            <p:nvPr/>
          </p:nvSpPr>
          <p:spPr>
            <a:xfrm>
              <a:off x="7341476" y="2806877"/>
              <a:ext cx="6156" cy="4315"/>
            </a:xfrm>
            <a:custGeom>
              <a:avLst/>
              <a:pathLst>
                <a:path w="6156" h="4315">
                  <a:moveTo>
                    <a:pt x="4951" y="4315"/>
                  </a:moveTo>
                  <a:lnTo>
                    <a:pt x="0" y="2863"/>
                  </a:lnTo>
                  <a:lnTo>
                    <a:pt x="998" y="1434"/>
                  </a:lnTo>
                  <a:lnTo>
                    <a:pt x="3578" y="0"/>
                  </a:lnTo>
                  <a:lnTo>
                    <a:pt x="5672" y="207"/>
                  </a:lnTo>
                  <a:lnTo>
                    <a:pt x="6156" y="3192"/>
                  </a:lnTo>
                  <a:lnTo>
                    <a:pt x="5847" y="358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3" name="ph5723"/>
            <p:cNvSpPr/>
            <p:nvPr/>
          </p:nvSpPr>
          <p:spPr>
            <a:xfrm>
              <a:off x="7346609" y="2781800"/>
              <a:ext cx="29958" cy="31609"/>
            </a:xfrm>
            <a:custGeom>
              <a:avLst/>
              <a:pathLst>
                <a:path w="29958" h="31609">
                  <a:moveTo>
                    <a:pt x="28328" y="26810"/>
                  </a:moveTo>
                  <a:lnTo>
                    <a:pt x="25670" y="29515"/>
                  </a:lnTo>
                  <a:lnTo>
                    <a:pt x="24688" y="31609"/>
                  </a:lnTo>
                  <a:lnTo>
                    <a:pt x="20148" y="27902"/>
                  </a:lnTo>
                  <a:lnTo>
                    <a:pt x="22034" y="28970"/>
                  </a:lnTo>
                  <a:lnTo>
                    <a:pt x="24321" y="27808"/>
                  </a:lnTo>
                  <a:lnTo>
                    <a:pt x="23937" y="23907"/>
                  </a:lnTo>
                  <a:lnTo>
                    <a:pt x="21286" y="18700"/>
                  </a:lnTo>
                  <a:lnTo>
                    <a:pt x="18543" y="16667"/>
                  </a:lnTo>
                  <a:lnTo>
                    <a:pt x="13057" y="19559"/>
                  </a:lnTo>
                  <a:lnTo>
                    <a:pt x="2245" y="23699"/>
                  </a:lnTo>
                  <a:lnTo>
                    <a:pt x="0" y="23836"/>
                  </a:lnTo>
                  <a:lnTo>
                    <a:pt x="372" y="17071"/>
                  </a:lnTo>
                  <a:lnTo>
                    <a:pt x="1471" y="16137"/>
                  </a:lnTo>
                  <a:lnTo>
                    <a:pt x="796" y="13320"/>
                  </a:lnTo>
                  <a:lnTo>
                    <a:pt x="1125" y="12118"/>
                  </a:lnTo>
                  <a:lnTo>
                    <a:pt x="3703" y="10668"/>
                  </a:lnTo>
                  <a:lnTo>
                    <a:pt x="5201" y="8394"/>
                  </a:lnTo>
                  <a:lnTo>
                    <a:pt x="3582" y="6867"/>
                  </a:lnTo>
                  <a:lnTo>
                    <a:pt x="4146" y="3224"/>
                  </a:lnTo>
                  <a:lnTo>
                    <a:pt x="7442" y="1503"/>
                  </a:lnTo>
                  <a:lnTo>
                    <a:pt x="13271" y="0"/>
                  </a:lnTo>
                  <a:lnTo>
                    <a:pt x="27507" y="5693"/>
                  </a:lnTo>
                  <a:lnTo>
                    <a:pt x="29958" y="2097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4" name="ph5724"/>
            <p:cNvSpPr/>
            <p:nvPr/>
          </p:nvSpPr>
          <p:spPr>
            <a:xfrm>
              <a:off x="7502416" y="3096574"/>
              <a:ext cx="34145" cy="33015"/>
            </a:xfrm>
            <a:custGeom>
              <a:avLst/>
              <a:pathLst>
                <a:path w="34145" h="33015">
                  <a:moveTo>
                    <a:pt x="16847" y="0"/>
                  </a:moveTo>
                  <a:lnTo>
                    <a:pt x="16457" y="1913"/>
                  </a:lnTo>
                  <a:lnTo>
                    <a:pt x="19179" y="2272"/>
                  </a:lnTo>
                  <a:lnTo>
                    <a:pt x="20882" y="3745"/>
                  </a:lnTo>
                  <a:lnTo>
                    <a:pt x="25474" y="12183"/>
                  </a:lnTo>
                  <a:lnTo>
                    <a:pt x="25824" y="14772"/>
                  </a:lnTo>
                  <a:lnTo>
                    <a:pt x="24272" y="17911"/>
                  </a:lnTo>
                  <a:lnTo>
                    <a:pt x="21767" y="19059"/>
                  </a:lnTo>
                  <a:lnTo>
                    <a:pt x="24486" y="20880"/>
                  </a:lnTo>
                  <a:lnTo>
                    <a:pt x="30539" y="21746"/>
                  </a:lnTo>
                  <a:lnTo>
                    <a:pt x="33350" y="23905"/>
                  </a:lnTo>
                  <a:lnTo>
                    <a:pt x="32875" y="26732"/>
                  </a:lnTo>
                  <a:lnTo>
                    <a:pt x="34145" y="26659"/>
                  </a:lnTo>
                  <a:lnTo>
                    <a:pt x="32761" y="28385"/>
                  </a:lnTo>
                  <a:lnTo>
                    <a:pt x="24172" y="32635"/>
                  </a:lnTo>
                  <a:lnTo>
                    <a:pt x="19119" y="32163"/>
                  </a:lnTo>
                  <a:lnTo>
                    <a:pt x="17365" y="31115"/>
                  </a:lnTo>
                  <a:lnTo>
                    <a:pt x="15342" y="32475"/>
                  </a:lnTo>
                  <a:lnTo>
                    <a:pt x="11885" y="33015"/>
                  </a:lnTo>
                  <a:lnTo>
                    <a:pt x="6098" y="30425"/>
                  </a:lnTo>
                  <a:lnTo>
                    <a:pt x="3784" y="29332"/>
                  </a:lnTo>
                  <a:lnTo>
                    <a:pt x="3626" y="28082"/>
                  </a:lnTo>
                  <a:lnTo>
                    <a:pt x="10025" y="25188"/>
                  </a:lnTo>
                  <a:lnTo>
                    <a:pt x="12226" y="26134"/>
                  </a:lnTo>
                  <a:lnTo>
                    <a:pt x="12901" y="20716"/>
                  </a:lnTo>
                  <a:lnTo>
                    <a:pt x="12224" y="18330"/>
                  </a:lnTo>
                  <a:lnTo>
                    <a:pt x="6986" y="19096"/>
                  </a:lnTo>
                  <a:lnTo>
                    <a:pt x="0" y="15712"/>
                  </a:lnTo>
                  <a:lnTo>
                    <a:pt x="1734" y="15933"/>
                  </a:lnTo>
                  <a:lnTo>
                    <a:pt x="2601" y="15322"/>
                  </a:lnTo>
                  <a:lnTo>
                    <a:pt x="3285" y="14725"/>
                  </a:lnTo>
                  <a:lnTo>
                    <a:pt x="2288" y="13936"/>
                  </a:lnTo>
                  <a:lnTo>
                    <a:pt x="1508" y="9436"/>
                  </a:lnTo>
                  <a:lnTo>
                    <a:pt x="4668" y="7788"/>
                  </a:lnTo>
                  <a:lnTo>
                    <a:pt x="10876" y="6748"/>
                  </a:lnTo>
                  <a:lnTo>
                    <a:pt x="10953" y="5636"/>
                  </a:lnTo>
                  <a:lnTo>
                    <a:pt x="10077" y="4936"/>
                  </a:lnTo>
                  <a:lnTo>
                    <a:pt x="11342" y="121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5" name="ph5725"/>
            <p:cNvSpPr/>
            <p:nvPr/>
          </p:nvSpPr>
          <p:spPr>
            <a:xfrm>
              <a:off x="7422086" y="3153258"/>
              <a:ext cx="13521" cy="19254"/>
            </a:xfrm>
            <a:custGeom>
              <a:avLst/>
              <a:pathLst>
                <a:path w="13521" h="19254">
                  <a:moveTo>
                    <a:pt x="5518" y="1175"/>
                  </a:moveTo>
                  <a:lnTo>
                    <a:pt x="5441" y="2819"/>
                  </a:lnTo>
                  <a:lnTo>
                    <a:pt x="9656" y="2008"/>
                  </a:lnTo>
                  <a:lnTo>
                    <a:pt x="12297" y="1447"/>
                  </a:lnTo>
                  <a:lnTo>
                    <a:pt x="13521" y="1542"/>
                  </a:lnTo>
                  <a:lnTo>
                    <a:pt x="13495" y="6266"/>
                  </a:lnTo>
                  <a:lnTo>
                    <a:pt x="12934" y="10374"/>
                  </a:lnTo>
                  <a:lnTo>
                    <a:pt x="7074" y="14172"/>
                  </a:lnTo>
                  <a:lnTo>
                    <a:pt x="8029" y="15712"/>
                  </a:lnTo>
                  <a:lnTo>
                    <a:pt x="10455" y="15054"/>
                  </a:lnTo>
                  <a:lnTo>
                    <a:pt x="10850" y="15422"/>
                  </a:lnTo>
                  <a:lnTo>
                    <a:pt x="9786" y="16444"/>
                  </a:lnTo>
                  <a:lnTo>
                    <a:pt x="4350" y="19254"/>
                  </a:lnTo>
                  <a:lnTo>
                    <a:pt x="2095" y="18671"/>
                  </a:lnTo>
                  <a:lnTo>
                    <a:pt x="966" y="18087"/>
                  </a:lnTo>
                  <a:lnTo>
                    <a:pt x="0" y="17397"/>
                  </a:lnTo>
                  <a:lnTo>
                    <a:pt x="259" y="15128"/>
                  </a:lnTo>
                  <a:lnTo>
                    <a:pt x="3090" y="7928"/>
                  </a:lnTo>
                  <a:lnTo>
                    <a:pt x="2625" y="3863"/>
                  </a:lnTo>
                  <a:lnTo>
                    <a:pt x="1726" y="2986"/>
                  </a:lnTo>
                  <a:lnTo>
                    <a:pt x="398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6" name="ph5726"/>
            <p:cNvSpPr/>
            <p:nvPr/>
          </p:nvSpPr>
          <p:spPr>
            <a:xfrm>
              <a:off x="7455116" y="3097856"/>
              <a:ext cx="9253" cy="6874"/>
            </a:xfrm>
            <a:custGeom>
              <a:avLst/>
              <a:pathLst>
                <a:path w="9253" h="6874">
                  <a:moveTo>
                    <a:pt x="4387" y="0"/>
                  </a:moveTo>
                  <a:lnTo>
                    <a:pt x="9253" y="4451"/>
                  </a:lnTo>
                  <a:lnTo>
                    <a:pt x="9235" y="6874"/>
                  </a:lnTo>
                  <a:lnTo>
                    <a:pt x="4282" y="4471"/>
                  </a:lnTo>
                  <a:lnTo>
                    <a:pt x="1627" y="1294"/>
                  </a:lnTo>
                  <a:lnTo>
                    <a:pt x="0" y="121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7" name="ph5727"/>
            <p:cNvSpPr/>
            <p:nvPr/>
          </p:nvSpPr>
          <p:spPr>
            <a:xfrm>
              <a:off x="7718112" y="3236495"/>
              <a:ext cx="18600" cy="13412"/>
            </a:xfrm>
            <a:custGeom>
              <a:avLst/>
              <a:pathLst>
                <a:path w="18600" h="13412">
                  <a:moveTo>
                    <a:pt x="12000" y="0"/>
                  </a:moveTo>
                  <a:lnTo>
                    <a:pt x="17522" y="2935"/>
                  </a:lnTo>
                  <a:lnTo>
                    <a:pt x="18600" y="6524"/>
                  </a:lnTo>
                  <a:lnTo>
                    <a:pt x="15088" y="9163"/>
                  </a:lnTo>
                  <a:lnTo>
                    <a:pt x="11382" y="10247"/>
                  </a:lnTo>
                  <a:lnTo>
                    <a:pt x="7059" y="12845"/>
                  </a:lnTo>
                  <a:lnTo>
                    <a:pt x="2804" y="13412"/>
                  </a:lnTo>
                  <a:lnTo>
                    <a:pt x="739" y="12604"/>
                  </a:lnTo>
                  <a:lnTo>
                    <a:pt x="0" y="11075"/>
                  </a:lnTo>
                  <a:lnTo>
                    <a:pt x="1977" y="7915"/>
                  </a:lnTo>
                  <a:lnTo>
                    <a:pt x="7640" y="7742"/>
                  </a:lnTo>
                  <a:lnTo>
                    <a:pt x="4590" y="2458"/>
                  </a:lnTo>
                  <a:lnTo>
                    <a:pt x="6006" y="79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8" name="ph5728"/>
            <p:cNvSpPr/>
            <p:nvPr/>
          </p:nvSpPr>
          <p:spPr>
            <a:xfrm>
              <a:off x="7473996" y="3025668"/>
              <a:ext cx="57918" cy="43656"/>
            </a:xfrm>
            <a:custGeom>
              <a:avLst/>
              <a:pathLst>
                <a:path w="57918" h="43656">
                  <a:moveTo>
                    <a:pt x="47298" y="2685"/>
                  </a:moveTo>
                  <a:lnTo>
                    <a:pt x="51897" y="20717"/>
                  </a:lnTo>
                  <a:lnTo>
                    <a:pt x="53914" y="24520"/>
                  </a:lnTo>
                  <a:lnTo>
                    <a:pt x="57918" y="29527"/>
                  </a:lnTo>
                  <a:lnTo>
                    <a:pt x="51395" y="33543"/>
                  </a:lnTo>
                  <a:lnTo>
                    <a:pt x="41898" y="35396"/>
                  </a:lnTo>
                  <a:lnTo>
                    <a:pt x="39477" y="38030"/>
                  </a:lnTo>
                  <a:lnTo>
                    <a:pt x="37760" y="40672"/>
                  </a:lnTo>
                  <a:lnTo>
                    <a:pt x="32229" y="43656"/>
                  </a:lnTo>
                  <a:lnTo>
                    <a:pt x="28927" y="41400"/>
                  </a:lnTo>
                  <a:lnTo>
                    <a:pt x="23518" y="40834"/>
                  </a:lnTo>
                  <a:lnTo>
                    <a:pt x="18789" y="38809"/>
                  </a:lnTo>
                  <a:lnTo>
                    <a:pt x="10816" y="33751"/>
                  </a:lnTo>
                  <a:lnTo>
                    <a:pt x="8177" y="28916"/>
                  </a:lnTo>
                  <a:lnTo>
                    <a:pt x="5271" y="28403"/>
                  </a:lnTo>
                  <a:lnTo>
                    <a:pt x="0" y="25434"/>
                  </a:lnTo>
                  <a:lnTo>
                    <a:pt x="422" y="24313"/>
                  </a:lnTo>
                  <a:lnTo>
                    <a:pt x="3162" y="22712"/>
                  </a:lnTo>
                  <a:lnTo>
                    <a:pt x="4358" y="21354"/>
                  </a:lnTo>
                  <a:lnTo>
                    <a:pt x="10791" y="22519"/>
                  </a:lnTo>
                  <a:lnTo>
                    <a:pt x="12286" y="24735"/>
                  </a:lnTo>
                  <a:lnTo>
                    <a:pt x="14695" y="26517"/>
                  </a:lnTo>
                  <a:lnTo>
                    <a:pt x="16038" y="25747"/>
                  </a:lnTo>
                  <a:lnTo>
                    <a:pt x="13517" y="23076"/>
                  </a:lnTo>
                  <a:lnTo>
                    <a:pt x="13928" y="20384"/>
                  </a:lnTo>
                  <a:lnTo>
                    <a:pt x="16473" y="19034"/>
                  </a:lnTo>
                  <a:lnTo>
                    <a:pt x="18488" y="19736"/>
                  </a:lnTo>
                  <a:lnTo>
                    <a:pt x="21031" y="17401"/>
                  </a:lnTo>
                  <a:lnTo>
                    <a:pt x="21382" y="14969"/>
                  </a:lnTo>
                  <a:lnTo>
                    <a:pt x="28776" y="14684"/>
                  </a:lnTo>
                  <a:lnTo>
                    <a:pt x="32631" y="8910"/>
                  </a:lnTo>
                  <a:lnTo>
                    <a:pt x="35278" y="3070"/>
                  </a:lnTo>
                  <a:lnTo>
                    <a:pt x="4181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9" name="ph5729"/>
            <p:cNvSpPr/>
            <p:nvPr/>
          </p:nvSpPr>
          <p:spPr>
            <a:xfrm>
              <a:off x="7728899" y="3262527"/>
              <a:ext cx="53128" cy="68881"/>
            </a:xfrm>
            <a:custGeom>
              <a:avLst/>
              <a:pathLst>
                <a:path w="53128" h="68881">
                  <a:moveTo>
                    <a:pt x="32551" y="4870"/>
                  </a:moveTo>
                  <a:lnTo>
                    <a:pt x="28764" y="11619"/>
                  </a:lnTo>
                  <a:lnTo>
                    <a:pt x="31380" y="17165"/>
                  </a:lnTo>
                  <a:lnTo>
                    <a:pt x="33435" y="25456"/>
                  </a:lnTo>
                  <a:lnTo>
                    <a:pt x="44794" y="24077"/>
                  </a:lnTo>
                  <a:lnTo>
                    <a:pt x="50416" y="27602"/>
                  </a:lnTo>
                  <a:lnTo>
                    <a:pt x="51697" y="31900"/>
                  </a:lnTo>
                  <a:lnTo>
                    <a:pt x="48422" y="35242"/>
                  </a:lnTo>
                  <a:lnTo>
                    <a:pt x="46754" y="38166"/>
                  </a:lnTo>
                  <a:lnTo>
                    <a:pt x="46947" y="40652"/>
                  </a:lnTo>
                  <a:lnTo>
                    <a:pt x="48861" y="45423"/>
                  </a:lnTo>
                  <a:lnTo>
                    <a:pt x="49554" y="46457"/>
                  </a:lnTo>
                  <a:lnTo>
                    <a:pt x="51494" y="47053"/>
                  </a:lnTo>
                  <a:lnTo>
                    <a:pt x="53128" y="50177"/>
                  </a:lnTo>
                  <a:lnTo>
                    <a:pt x="38041" y="49375"/>
                  </a:lnTo>
                  <a:lnTo>
                    <a:pt x="35603" y="48290"/>
                  </a:lnTo>
                  <a:lnTo>
                    <a:pt x="33811" y="51699"/>
                  </a:lnTo>
                  <a:lnTo>
                    <a:pt x="31467" y="62070"/>
                  </a:lnTo>
                  <a:lnTo>
                    <a:pt x="27802" y="61197"/>
                  </a:lnTo>
                  <a:lnTo>
                    <a:pt x="27880" y="68881"/>
                  </a:lnTo>
                  <a:lnTo>
                    <a:pt x="25907" y="67444"/>
                  </a:lnTo>
                  <a:lnTo>
                    <a:pt x="23772" y="63069"/>
                  </a:lnTo>
                  <a:lnTo>
                    <a:pt x="25498" y="63094"/>
                  </a:lnTo>
                  <a:lnTo>
                    <a:pt x="26539" y="64068"/>
                  </a:lnTo>
                  <a:lnTo>
                    <a:pt x="25858" y="61098"/>
                  </a:lnTo>
                  <a:lnTo>
                    <a:pt x="21123" y="60699"/>
                  </a:lnTo>
                  <a:lnTo>
                    <a:pt x="16927" y="63122"/>
                  </a:lnTo>
                  <a:lnTo>
                    <a:pt x="15444" y="62015"/>
                  </a:lnTo>
                  <a:lnTo>
                    <a:pt x="15882" y="55249"/>
                  </a:lnTo>
                  <a:lnTo>
                    <a:pt x="13761" y="52207"/>
                  </a:lnTo>
                  <a:lnTo>
                    <a:pt x="8829" y="52599"/>
                  </a:lnTo>
                  <a:lnTo>
                    <a:pt x="5593" y="55531"/>
                  </a:lnTo>
                  <a:lnTo>
                    <a:pt x="0" y="51244"/>
                  </a:lnTo>
                  <a:lnTo>
                    <a:pt x="78" y="48045"/>
                  </a:lnTo>
                  <a:lnTo>
                    <a:pt x="1929" y="46154"/>
                  </a:lnTo>
                  <a:lnTo>
                    <a:pt x="3137" y="46104"/>
                  </a:lnTo>
                  <a:lnTo>
                    <a:pt x="4897" y="48143"/>
                  </a:lnTo>
                  <a:lnTo>
                    <a:pt x="7202" y="49006"/>
                  </a:lnTo>
                  <a:lnTo>
                    <a:pt x="12457" y="48077"/>
                  </a:lnTo>
                  <a:lnTo>
                    <a:pt x="15729" y="45407"/>
                  </a:lnTo>
                  <a:lnTo>
                    <a:pt x="17433" y="40634"/>
                  </a:lnTo>
                  <a:lnTo>
                    <a:pt x="16008" y="39018"/>
                  </a:lnTo>
                  <a:lnTo>
                    <a:pt x="11951" y="36804"/>
                  </a:lnTo>
                  <a:lnTo>
                    <a:pt x="10740" y="34923"/>
                  </a:lnTo>
                  <a:lnTo>
                    <a:pt x="11270" y="33255"/>
                  </a:lnTo>
                  <a:lnTo>
                    <a:pt x="14857" y="31646"/>
                  </a:lnTo>
                  <a:lnTo>
                    <a:pt x="11664" y="28106"/>
                  </a:lnTo>
                  <a:lnTo>
                    <a:pt x="17754" y="18603"/>
                  </a:lnTo>
                  <a:lnTo>
                    <a:pt x="17081" y="17306"/>
                  </a:lnTo>
                  <a:lnTo>
                    <a:pt x="16676" y="16151"/>
                  </a:lnTo>
                  <a:lnTo>
                    <a:pt x="17500" y="15631"/>
                  </a:lnTo>
                  <a:lnTo>
                    <a:pt x="19519" y="17452"/>
                  </a:lnTo>
                  <a:lnTo>
                    <a:pt x="18860" y="19383"/>
                  </a:lnTo>
                  <a:lnTo>
                    <a:pt x="20375" y="19077"/>
                  </a:lnTo>
                  <a:lnTo>
                    <a:pt x="20171" y="10955"/>
                  </a:lnTo>
                  <a:lnTo>
                    <a:pt x="26142" y="3103"/>
                  </a:lnTo>
                  <a:lnTo>
                    <a:pt x="2502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0" name="ph5730"/>
            <p:cNvSpPr/>
            <p:nvPr/>
          </p:nvSpPr>
          <p:spPr>
            <a:xfrm>
              <a:off x="7446936" y="3126271"/>
              <a:ext cx="14053" cy="22923"/>
            </a:xfrm>
            <a:custGeom>
              <a:avLst/>
              <a:pathLst>
                <a:path w="14053" h="22923">
                  <a:moveTo>
                    <a:pt x="5134" y="0"/>
                  </a:moveTo>
                  <a:lnTo>
                    <a:pt x="4778" y="1828"/>
                  </a:lnTo>
                  <a:lnTo>
                    <a:pt x="7497" y="6790"/>
                  </a:lnTo>
                  <a:lnTo>
                    <a:pt x="6465" y="9977"/>
                  </a:lnTo>
                  <a:lnTo>
                    <a:pt x="6770" y="12571"/>
                  </a:lnTo>
                  <a:lnTo>
                    <a:pt x="8441" y="17850"/>
                  </a:lnTo>
                  <a:lnTo>
                    <a:pt x="10106" y="18318"/>
                  </a:lnTo>
                  <a:lnTo>
                    <a:pt x="10136" y="20057"/>
                  </a:lnTo>
                  <a:lnTo>
                    <a:pt x="13014" y="21080"/>
                  </a:lnTo>
                  <a:lnTo>
                    <a:pt x="14053" y="22923"/>
                  </a:lnTo>
                  <a:lnTo>
                    <a:pt x="8289" y="20076"/>
                  </a:lnTo>
                  <a:lnTo>
                    <a:pt x="5087" y="15247"/>
                  </a:lnTo>
                  <a:lnTo>
                    <a:pt x="1522" y="6298"/>
                  </a:lnTo>
                  <a:lnTo>
                    <a:pt x="0" y="219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1" name="ph5731"/>
            <p:cNvSpPr/>
            <p:nvPr/>
          </p:nvSpPr>
          <p:spPr>
            <a:xfrm>
              <a:off x="7354097" y="2960697"/>
              <a:ext cx="12749" cy="12279"/>
            </a:xfrm>
            <a:custGeom>
              <a:avLst/>
              <a:pathLst>
                <a:path w="12749" h="12279">
                  <a:moveTo>
                    <a:pt x="7934" y="2507"/>
                  </a:moveTo>
                  <a:lnTo>
                    <a:pt x="8095" y="3049"/>
                  </a:lnTo>
                  <a:lnTo>
                    <a:pt x="4534" y="5585"/>
                  </a:lnTo>
                  <a:lnTo>
                    <a:pt x="5108" y="6981"/>
                  </a:lnTo>
                  <a:lnTo>
                    <a:pt x="6720" y="9384"/>
                  </a:lnTo>
                  <a:lnTo>
                    <a:pt x="8744" y="10601"/>
                  </a:lnTo>
                  <a:lnTo>
                    <a:pt x="12749" y="10370"/>
                  </a:lnTo>
                  <a:lnTo>
                    <a:pt x="9920" y="12279"/>
                  </a:lnTo>
                  <a:lnTo>
                    <a:pt x="5557" y="11676"/>
                  </a:lnTo>
                  <a:lnTo>
                    <a:pt x="1654" y="9855"/>
                  </a:lnTo>
                  <a:lnTo>
                    <a:pt x="0" y="2680"/>
                  </a:lnTo>
                  <a:lnTo>
                    <a:pt x="4798" y="2669"/>
                  </a:lnTo>
                  <a:lnTo>
                    <a:pt x="695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2" name="ph5732"/>
            <p:cNvSpPr/>
            <p:nvPr/>
          </p:nvSpPr>
          <p:spPr>
            <a:xfrm>
              <a:off x="7369761" y="2946429"/>
              <a:ext cx="28498" cy="28577"/>
            </a:xfrm>
            <a:custGeom>
              <a:avLst/>
              <a:pathLst>
                <a:path w="28498" h="28577">
                  <a:moveTo>
                    <a:pt x="10719" y="0"/>
                  </a:moveTo>
                  <a:lnTo>
                    <a:pt x="11235" y="3613"/>
                  </a:lnTo>
                  <a:lnTo>
                    <a:pt x="15546" y="4775"/>
                  </a:lnTo>
                  <a:lnTo>
                    <a:pt x="19983" y="4891"/>
                  </a:lnTo>
                  <a:lnTo>
                    <a:pt x="23932" y="7222"/>
                  </a:lnTo>
                  <a:lnTo>
                    <a:pt x="26563" y="12628"/>
                  </a:lnTo>
                  <a:lnTo>
                    <a:pt x="28498" y="14860"/>
                  </a:lnTo>
                  <a:lnTo>
                    <a:pt x="19990" y="16198"/>
                  </a:lnTo>
                  <a:lnTo>
                    <a:pt x="18638" y="17335"/>
                  </a:lnTo>
                  <a:lnTo>
                    <a:pt x="18029" y="19210"/>
                  </a:lnTo>
                  <a:lnTo>
                    <a:pt x="18436" y="23798"/>
                  </a:lnTo>
                  <a:lnTo>
                    <a:pt x="15479" y="26311"/>
                  </a:lnTo>
                  <a:lnTo>
                    <a:pt x="13551" y="28577"/>
                  </a:lnTo>
                  <a:lnTo>
                    <a:pt x="12088" y="25814"/>
                  </a:lnTo>
                  <a:lnTo>
                    <a:pt x="13191" y="24599"/>
                  </a:lnTo>
                  <a:lnTo>
                    <a:pt x="12549" y="20994"/>
                  </a:lnTo>
                  <a:lnTo>
                    <a:pt x="11459" y="20722"/>
                  </a:lnTo>
                  <a:lnTo>
                    <a:pt x="9860" y="22331"/>
                  </a:lnTo>
                  <a:lnTo>
                    <a:pt x="7787" y="22755"/>
                  </a:lnTo>
                  <a:lnTo>
                    <a:pt x="7339" y="21330"/>
                  </a:lnTo>
                  <a:lnTo>
                    <a:pt x="11403" y="17092"/>
                  </a:lnTo>
                  <a:lnTo>
                    <a:pt x="14847" y="15803"/>
                  </a:lnTo>
                  <a:lnTo>
                    <a:pt x="15654" y="14010"/>
                  </a:lnTo>
                  <a:lnTo>
                    <a:pt x="8187" y="12363"/>
                  </a:lnTo>
                  <a:lnTo>
                    <a:pt x="3368" y="13379"/>
                  </a:lnTo>
                  <a:lnTo>
                    <a:pt x="2614" y="14011"/>
                  </a:lnTo>
                  <a:lnTo>
                    <a:pt x="976" y="13740"/>
                  </a:lnTo>
                  <a:lnTo>
                    <a:pt x="0" y="12470"/>
                  </a:lnTo>
                  <a:lnTo>
                    <a:pt x="723" y="8242"/>
                  </a:lnTo>
                  <a:lnTo>
                    <a:pt x="3993" y="242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3" name="ph5733"/>
            <p:cNvSpPr/>
            <p:nvPr/>
          </p:nvSpPr>
          <p:spPr>
            <a:xfrm>
              <a:off x="7460783" y="3047192"/>
              <a:ext cx="45441" cy="29531"/>
            </a:xfrm>
            <a:custGeom>
              <a:avLst/>
              <a:pathLst>
                <a:path w="45441" h="29531">
                  <a:moveTo>
                    <a:pt x="16374" y="1188"/>
                  </a:moveTo>
                  <a:lnTo>
                    <a:pt x="13634" y="2790"/>
                  </a:lnTo>
                  <a:lnTo>
                    <a:pt x="13212" y="3910"/>
                  </a:lnTo>
                  <a:lnTo>
                    <a:pt x="18484" y="6879"/>
                  </a:lnTo>
                  <a:lnTo>
                    <a:pt x="21389" y="7393"/>
                  </a:lnTo>
                  <a:lnTo>
                    <a:pt x="24028" y="12227"/>
                  </a:lnTo>
                  <a:lnTo>
                    <a:pt x="32001" y="17285"/>
                  </a:lnTo>
                  <a:lnTo>
                    <a:pt x="36730" y="19311"/>
                  </a:lnTo>
                  <a:lnTo>
                    <a:pt x="42139" y="19877"/>
                  </a:lnTo>
                  <a:lnTo>
                    <a:pt x="45441" y="22132"/>
                  </a:lnTo>
                  <a:lnTo>
                    <a:pt x="43008" y="29531"/>
                  </a:lnTo>
                  <a:lnTo>
                    <a:pt x="33162" y="29466"/>
                  </a:lnTo>
                  <a:lnTo>
                    <a:pt x="30960" y="28798"/>
                  </a:lnTo>
                  <a:lnTo>
                    <a:pt x="28056" y="25540"/>
                  </a:lnTo>
                  <a:lnTo>
                    <a:pt x="25483" y="26993"/>
                  </a:lnTo>
                  <a:lnTo>
                    <a:pt x="24906" y="28140"/>
                  </a:lnTo>
                  <a:lnTo>
                    <a:pt x="21115" y="26347"/>
                  </a:lnTo>
                  <a:lnTo>
                    <a:pt x="18445" y="23426"/>
                  </a:lnTo>
                  <a:lnTo>
                    <a:pt x="15471" y="23869"/>
                  </a:lnTo>
                  <a:lnTo>
                    <a:pt x="15859" y="26568"/>
                  </a:lnTo>
                  <a:lnTo>
                    <a:pt x="11127" y="23697"/>
                  </a:lnTo>
                  <a:lnTo>
                    <a:pt x="13214" y="20978"/>
                  </a:lnTo>
                  <a:lnTo>
                    <a:pt x="10502" y="19332"/>
                  </a:lnTo>
                  <a:lnTo>
                    <a:pt x="2159" y="17390"/>
                  </a:lnTo>
                  <a:lnTo>
                    <a:pt x="0" y="15185"/>
                  </a:lnTo>
                  <a:lnTo>
                    <a:pt x="322" y="12246"/>
                  </a:lnTo>
                  <a:lnTo>
                    <a:pt x="5448" y="8766"/>
                  </a:lnTo>
                  <a:lnTo>
                    <a:pt x="9623" y="8343"/>
                  </a:lnTo>
                  <a:lnTo>
                    <a:pt x="7263" y="2929"/>
                  </a:lnTo>
                  <a:lnTo>
                    <a:pt x="8567" y="1728"/>
                  </a:lnTo>
                  <a:lnTo>
                    <a:pt x="11158" y="2163"/>
                  </a:lnTo>
                  <a:lnTo>
                    <a:pt x="12484" y="1033"/>
                  </a:lnTo>
                  <a:lnTo>
                    <a:pt x="1209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4" name="ph5734"/>
            <p:cNvSpPr/>
            <p:nvPr/>
          </p:nvSpPr>
          <p:spPr>
            <a:xfrm>
              <a:off x="7369657" y="2962864"/>
              <a:ext cx="6602" cy="6481"/>
            </a:xfrm>
            <a:custGeom>
              <a:avLst/>
              <a:pathLst>
                <a:path w="6602" h="6481">
                  <a:moveTo>
                    <a:pt x="6602" y="742"/>
                  </a:moveTo>
                  <a:lnTo>
                    <a:pt x="5442" y="4714"/>
                  </a:lnTo>
                  <a:lnTo>
                    <a:pt x="4063" y="5990"/>
                  </a:lnTo>
                  <a:lnTo>
                    <a:pt x="1168" y="6481"/>
                  </a:lnTo>
                  <a:lnTo>
                    <a:pt x="0" y="3161"/>
                  </a:lnTo>
                  <a:lnTo>
                    <a:pt x="440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5" name="ph5735"/>
            <p:cNvSpPr/>
            <p:nvPr/>
          </p:nvSpPr>
          <p:spPr>
            <a:xfrm>
              <a:off x="7466443" y="3155497"/>
              <a:ext cx="27367" cy="50071"/>
            </a:xfrm>
            <a:custGeom>
              <a:avLst/>
              <a:pathLst>
                <a:path w="27367" h="50071">
                  <a:moveTo>
                    <a:pt x="5947" y="249"/>
                  </a:moveTo>
                  <a:lnTo>
                    <a:pt x="9201" y="1432"/>
                  </a:lnTo>
                  <a:lnTo>
                    <a:pt x="14325" y="7216"/>
                  </a:lnTo>
                  <a:lnTo>
                    <a:pt x="16550" y="6897"/>
                  </a:lnTo>
                  <a:lnTo>
                    <a:pt x="19061" y="7825"/>
                  </a:lnTo>
                  <a:lnTo>
                    <a:pt x="22677" y="11726"/>
                  </a:lnTo>
                  <a:lnTo>
                    <a:pt x="25592" y="13331"/>
                  </a:lnTo>
                  <a:lnTo>
                    <a:pt x="25049" y="14070"/>
                  </a:lnTo>
                  <a:lnTo>
                    <a:pt x="26412" y="18096"/>
                  </a:lnTo>
                  <a:lnTo>
                    <a:pt x="25113" y="23377"/>
                  </a:lnTo>
                  <a:lnTo>
                    <a:pt x="24096" y="25339"/>
                  </a:lnTo>
                  <a:lnTo>
                    <a:pt x="21999" y="22800"/>
                  </a:lnTo>
                  <a:lnTo>
                    <a:pt x="20989" y="24711"/>
                  </a:lnTo>
                  <a:lnTo>
                    <a:pt x="22403" y="28791"/>
                  </a:lnTo>
                  <a:lnTo>
                    <a:pt x="26519" y="32305"/>
                  </a:lnTo>
                  <a:lnTo>
                    <a:pt x="26427" y="34268"/>
                  </a:lnTo>
                  <a:lnTo>
                    <a:pt x="24084" y="38221"/>
                  </a:lnTo>
                  <a:lnTo>
                    <a:pt x="23432" y="41585"/>
                  </a:lnTo>
                  <a:lnTo>
                    <a:pt x="23941" y="42495"/>
                  </a:lnTo>
                  <a:lnTo>
                    <a:pt x="27111" y="43783"/>
                  </a:lnTo>
                  <a:lnTo>
                    <a:pt x="27367" y="47611"/>
                  </a:lnTo>
                  <a:lnTo>
                    <a:pt x="25427" y="50071"/>
                  </a:lnTo>
                  <a:lnTo>
                    <a:pt x="24854" y="47716"/>
                  </a:lnTo>
                  <a:lnTo>
                    <a:pt x="20775" y="49025"/>
                  </a:lnTo>
                  <a:lnTo>
                    <a:pt x="19670" y="47785"/>
                  </a:lnTo>
                  <a:lnTo>
                    <a:pt x="21223" y="46166"/>
                  </a:lnTo>
                  <a:lnTo>
                    <a:pt x="21630" y="44515"/>
                  </a:lnTo>
                  <a:lnTo>
                    <a:pt x="17256" y="44466"/>
                  </a:lnTo>
                  <a:lnTo>
                    <a:pt x="14458" y="41837"/>
                  </a:lnTo>
                  <a:lnTo>
                    <a:pt x="12624" y="33608"/>
                  </a:lnTo>
                  <a:lnTo>
                    <a:pt x="8647" y="33164"/>
                  </a:lnTo>
                  <a:lnTo>
                    <a:pt x="6507" y="33862"/>
                  </a:lnTo>
                  <a:lnTo>
                    <a:pt x="5953" y="32306"/>
                  </a:lnTo>
                  <a:lnTo>
                    <a:pt x="3283" y="31190"/>
                  </a:lnTo>
                  <a:lnTo>
                    <a:pt x="3356" y="29706"/>
                  </a:lnTo>
                  <a:lnTo>
                    <a:pt x="6476" y="25162"/>
                  </a:lnTo>
                  <a:lnTo>
                    <a:pt x="7139" y="21402"/>
                  </a:lnTo>
                  <a:lnTo>
                    <a:pt x="1140" y="16730"/>
                  </a:lnTo>
                  <a:lnTo>
                    <a:pt x="921" y="14739"/>
                  </a:lnTo>
                  <a:lnTo>
                    <a:pt x="2139" y="13242"/>
                  </a:lnTo>
                  <a:lnTo>
                    <a:pt x="0" y="1029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6" name="ph5736"/>
            <p:cNvSpPr/>
            <p:nvPr/>
          </p:nvSpPr>
          <p:spPr>
            <a:xfrm>
              <a:off x="7717595" y="3176382"/>
              <a:ext cx="26706" cy="41661"/>
            </a:xfrm>
            <a:custGeom>
              <a:avLst/>
              <a:pathLst>
                <a:path w="26706" h="41661">
                  <a:moveTo>
                    <a:pt x="12402" y="0"/>
                  </a:moveTo>
                  <a:lnTo>
                    <a:pt x="14718" y="7583"/>
                  </a:lnTo>
                  <a:lnTo>
                    <a:pt x="19609" y="14445"/>
                  </a:lnTo>
                  <a:lnTo>
                    <a:pt x="26706" y="19882"/>
                  </a:lnTo>
                  <a:lnTo>
                    <a:pt x="20630" y="26693"/>
                  </a:lnTo>
                  <a:lnTo>
                    <a:pt x="20327" y="30750"/>
                  </a:lnTo>
                  <a:lnTo>
                    <a:pt x="22042" y="34496"/>
                  </a:lnTo>
                  <a:lnTo>
                    <a:pt x="17733" y="35770"/>
                  </a:lnTo>
                  <a:lnTo>
                    <a:pt x="17025" y="37811"/>
                  </a:lnTo>
                  <a:lnTo>
                    <a:pt x="17156" y="41519"/>
                  </a:lnTo>
                  <a:lnTo>
                    <a:pt x="15161" y="41661"/>
                  </a:lnTo>
                  <a:lnTo>
                    <a:pt x="15059" y="34859"/>
                  </a:lnTo>
                  <a:lnTo>
                    <a:pt x="16071" y="33541"/>
                  </a:lnTo>
                  <a:lnTo>
                    <a:pt x="11684" y="27716"/>
                  </a:lnTo>
                  <a:lnTo>
                    <a:pt x="8980" y="26075"/>
                  </a:lnTo>
                  <a:lnTo>
                    <a:pt x="7851" y="24377"/>
                  </a:lnTo>
                  <a:lnTo>
                    <a:pt x="7838" y="21056"/>
                  </a:lnTo>
                  <a:lnTo>
                    <a:pt x="9153" y="18675"/>
                  </a:lnTo>
                  <a:lnTo>
                    <a:pt x="8205" y="15598"/>
                  </a:lnTo>
                  <a:lnTo>
                    <a:pt x="6719" y="13987"/>
                  </a:lnTo>
                  <a:lnTo>
                    <a:pt x="3160" y="15991"/>
                  </a:lnTo>
                  <a:lnTo>
                    <a:pt x="281" y="13763"/>
                  </a:lnTo>
                  <a:lnTo>
                    <a:pt x="0" y="12726"/>
                  </a:lnTo>
                  <a:lnTo>
                    <a:pt x="1148" y="8953"/>
                  </a:lnTo>
                  <a:lnTo>
                    <a:pt x="3373" y="773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7" name="ph5737"/>
            <p:cNvSpPr/>
            <p:nvPr/>
          </p:nvSpPr>
          <p:spPr>
            <a:xfrm>
              <a:off x="7684666" y="3165918"/>
              <a:ext cx="36302" cy="43077"/>
            </a:xfrm>
            <a:custGeom>
              <a:avLst/>
              <a:pathLst>
                <a:path w="36302" h="43077">
                  <a:moveTo>
                    <a:pt x="12273" y="2311"/>
                  </a:moveTo>
                  <a:lnTo>
                    <a:pt x="17168" y="4513"/>
                  </a:lnTo>
                  <a:lnTo>
                    <a:pt x="24773" y="5856"/>
                  </a:lnTo>
                  <a:lnTo>
                    <a:pt x="31355" y="5758"/>
                  </a:lnTo>
                  <a:lnTo>
                    <a:pt x="30003" y="15272"/>
                  </a:lnTo>
                  <a:lnTo>
                    <a:pt x="30952" y="18515"/>
                  </a:lnTo>
                  <a:lnTo>
                    <a:pt x="31339" y="19138"/>
                  </a:lnTo>
                  <a:lnTo>
                    <a:pt x="36302" y="18196"/>
                  </a:lnTo>
                  <a:lnTo>
                    <a:pt x="34077" y="19417"/>
                  </a:lnTo>
                  <a:lnTo>
                    <a:pt x="32929" y="23189"/>
                  </a:lnTo>
                  <a:lnTo>
                    <a:pt x="33211" y="24227"/>
                  </a:lnTo>
                  <a:lnTo>
                    <a:pt x="36089" y="26455"/>
                  </a:lnTo>
                  <a:lnTo>
                    <a:pt x="32655" y="30401"/>
                  </a:lnTo>
                  <a:lnTo>
                    <a:pt x="30395" y="31431"/>
                  </a:lnTo>
                  <a:lnTo>
                    <a:pt x="23235" y="30488"/>
                  </a:lnTo>
                  <a:lnTo>
                    <a:pt x="16768" y="34271"/>
                  </a:lnTo>
                  <a:lnTo>
                    <a:pt x="16121" y="35745"/>
                  </a:lnTo>
                  <a:lnTo>
                    <a:pt x="17893" y="36526"/>
                  </a:lnTo>
                  <a:lnTo>
                    <a:pt x="16360" y="38287"/>
                  </a:lnTo>
                  <a:lnTo>
                    <a:pt x="17724" y="41215"/>
                  </a:lnTo>
                  <a:lnTo>
                    <a:pt x="15284" y="43077"/>
                  </a:lnTo>
                  <a:lnTo>
                    <a:pt x="12485" y="42445"/>
                  </a:lnTo>
                  <a:lnTo>
                    <a:pt x="10337" y="38280"/>
                  </a:lnTo>
                  <a:lnTo>
                    <a:pt x="1752" y="40518"/>
                  </a:lnTo>
                  <a:lnTo>
                    <a:pt x="0" y="39507"/>
                  </a:lnTo>
                  <a:lnTo>
                    <a:pt x="1490" y="37499"/>
                  </a:lnTo>
                  <a:lnTo>
                    <a:pt x="400" y="28371"/>
                  </a:lnTo>
                  <a:lnTo>
                    <a:pt x="3043" y="20633"/>
                  </a:lnTo>
                  <a:lnTo>
                    <a:pt x="1992" y="17443"/>
                  </a:lnTo>
                  <a:lnTo>
                    <a:pt x="445" y="16398"/>
                  </a:lnTo>
                  <a:lnTo>
                    <a:pt x="77" y="14766"/>
                  </a:lnTo>
                  <a:lnTo>
                    <a:pt x="3859" y="14078"/>
                  </a:lnTo>
                  <a:lnTo>
                    <a:pt x="6245" y="14859"/>
                  </a:lnTo>
                  <a:lnTo>
                    <a:pt x="9003" y="13825"/>
                  </a:lnTo>
                  <a:lnTo>
                    <a:pt x="9573" y="12283"/>
                  </a:lnTo>
                  <a:lnTo>
                    <a:pt x="7782" y="9639"/>
                  </a:lnTo>
                  <a:lnTo>
                    <a:pt x="5649" y="8958"/>
                  </a:lnTo>
                  <a:lnTo>
                    <a:pt x="2347" y="9350"/>
                  </a:lnTo>
                  <a:lnTo>
                    <a:pt x="2128" y="814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8" name="ph5738"/>
            <p:cNvSpPr/>
            <p:nvPr/>
          </p:nvSpPr>
          <p:spPr>
            <a:xfrm>
              <a:off x="7363614" y="2927913"/>
              <a:ext cx="31563" cy="21423"/>
            </a:xfrm>
            <a:custGeom>
              <a:avLst/>
              <a:pathLst>
                <a:path w="31563" h="21423">
                  <a:moveTo>
                    <a:pt x="25096" y="1983"/>
                  </a:moveTo>
                  <a:lnTo>
                    <a:pt x="30584" y="2273"/>
                  </a:lnTo>
                  <a:lnTo>
                    <a:pt x="31563" y="3269"/>
                  </a:lnTo>
                  <a:lnTo>
                    <a:pt x="31250" y="4618"/>
                  </a:lnTo>
                  <a:lnTo>
                    <a:pt x="24895" y="9041"/>
                  </a:lnTo>
                  <a:lnTo>
                    <a:pt x="22784" y="13419"/>
                  </a:lnTo>
                  <a:lnTo>
                    <a:pt x="22662" y="19980"/>
                  </a:lnTo>
                  <a:lnTo>
                    <a:pt x="19156" y="18000"/>
                  </a:lnTo>
                  <a:lnTo>
                    <a:pt x="16866" y="18515"/>
                  </a:lnTo>
                  <a:lnTo>
                    <a:pt x="10140" y="20939"/>
                  </a:lnTo>
                  <a:lnTo>
                    <a:pt x="7603" y="20534"/>
                  </a:lnTo>
                  <a:lnTo>
                    <a:pt x="5648" y="21423"/>
                  </a:lnTo>
                  <a:lnTo>
                    <a:pt x="3793" y="20555"/>
                  </a:lnTo>
                  <a:lnTo>
                    <a:pt x="0" y="16294"/>
                  </a:lnTo>
                  <a:lnTo>
                    <a:pt x="950" y="13558"/>
                  </a:lnTo>
                  <a:lnTo>
                    <a:pt x="2230" y="10414"/>
                  </a:lnTo>
                  <a:lnTo>
                    <a:pt x="8145" y="4967"/>
                  </a:lnTo>
                  <a:lnTo>
                    <a:pt x="9333" y="2518"/>
                  </a:lnTo>
                  <a:lnTo>
                    <a:pt x="13570" y="2700"/>
                  </a:lnTo>
                  <a:lnTo>
                    <a:pt x="2012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9" name="ph5739"/>
            <p:cNvSpPr/>
            <p:nvPr/>
          </p:nvSpPr>
          <p:spPr>
            <a:xfrm>
              <a:off x="7751040" y="3214217"/>
              <a:ext cx="52408" cy="17908"/>
            </a:xfrm>
            <a:custGeom>
              <a:avLst/>
              <a:pathLst>
                <a:path w="52408" h="17908">
                  <a:moveTo>
                    <a:pt x="2733" y="0"/>
                  </a:moveTo>
                  <a:lnTo>
                    <a:pt x="5107" y="2182"/>
                  </a:lnTo>
                  <a:lnTo>
                    <a:pt x="12593" y="6054"/>
                  </a:lnTo>
                  <a:lnTo>
                    <a:pt x="20807" y="6991"/>
                  </a:lnTo>
                  <a:lnTo>
                    <a:pt x="35699" y="4458"/>
                  </a:lnTo>
                  <a:lnTo>
                    <a:pt x="49950" y="529"/>
                  </a:lnTo>
                  <a:lnTo>
                    <a:pt x="49956" y="2136"/>
                  </a:lnTo>
                  <a:lnTo>
                    <a:pt x="52408" y="7269"/>
                  </a:lnTo>
                  <a:lnTo>
                    <a:pt x="50658" y="13804"/>
                  </a:lnTo>
                  <a:lnTo>
                    <a:pt x="48623" y="16166"/>
                  </a:lnTo>
                  <a:lnTo>
                    <a:pt x="41718" y="12918"/>
                  </a:lnTo>
                  <a:lnTo>
                    <a:pt x="40500" y="15592"/>
                  </a:lnTo>
                  <a:lnTo>
                    <a:pt x="38606" y="17335"/>
                  </a:lnTo>
                  <a:lnTo>
                    <a:pt x="37740" y="17908"/>
                  </a:lnTo>
                  <a:lnTo>
                    <a:pt x="34925" y="15256"/>
                  </a:lnTo>
                  <a:lnTo>
                    <a:pt x="27492" y="13574"/>
                  </a:lnTo>
                  <a:lnTo>
                    <a:pt x="26153" y="14325"/>
                  </a:lnTo>
                  <a:lnTo>
                    <a:pt x="24952" y="12443"/>
                  </a:lnTo>
                  <a:lnTo>
                    <a:pt x="21621" y="12059"/>
                  </a:lnTo>
                  <a:lnTo>
                    <a:pt x="18530" y="12803"/>
                  </a:lnTo>
                  <a:lnTo>
                    <a:pt x="15873" y="12278"/>
                  </a:lnTo>
                  <a:lnTo>
                    <a:pt x="15671" y="10092"/>
                  </a:lnTo>
                  <a:lnTo>
                    <a:pt x="13836" y="9455"/>
                  </a:lnTo>
                  <a:lnTo>
                    <a:pt x="7144" y="11538"/>
                  </a:lnTo>
                  <a:lnTo>
                    <a:pt x="904" y="6928"/>
                  </a:lnTo>
                  <a:lnTo>
                    <a:pt x="0" y="5121"/>
                  </a:lnTo>
                  <a:lnTo>
                    <a:pt x="1354" y="2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0" name="ph5740"/>
            <p:cNvSpPr/>
            <p:nvPr/>
          </p:nvSpPr>
          <p:spPr>
            <a:xfrm>
              <a:off x="7435334" y="3054188"/>
              <a:ext cx="39144" cy="21622"/>
            </a:xfrm>
            <a:custGeom>
              <a:avLst/>
              <a:pathLst>
                <a:path w="39144" h="21622">
                  <a:moveTo>
                    <a:pt x="1617" y="0"/>
                  </a:moveTo>
                  <a:lnTo>
                    <a:pt x="4739" y="1996"/>
                  </a:lnTo>
                  <a:lnTo>
                    <a:pt x="9232" y="2886"/>
                  </a:lnTo>
                  <a:lnTo>
                    <a:pt x="11397" y="984"/>
                  </a:lnTo>
                  <a:lnTo>
                    <a:pt x="13657" y="2396"/>
                  </a:lnTo>
                  <a:lnTo>
                    <a:pt x="17586" y="2801"/>
                  </a:lnTo>
                  <a:lnTo>
                    <a:pt x="19704" y="1699"/>
                  </a:lnTo>
                  <a:lnTo>
                    <a:pt x="25772" y="5250"/>
                  </a:lnTo>
                  <a:lnTo>
                    <a:pt x="25449" y="8189"/>
                  </a:lnTo>
                  <a:lnTo>
                    <a:pt x="27608" y="10394"/>
                  </a:lnTo>
                  <a:lnTo>
                    <a:pt x="35951" y="12336"/>
                  </a:lnTo>
                  <a:lnTo>
                    <a:pt x="38664" y="13982"/>
                  </a:lnTo>
                  <a:lnTo>
                    <a:pt x="36577" y="16701"/>
                  </a:lnTo>
                  <a:lnTo>
                    <a:pt x="36352" y="18179"/>
                  </a:lnTo>
                  <a:lnTo>
                    <a:pt x="39144" y="20595"/>
                  </a:lnTo>
                  <a:lnTo>
                    <a:pt x="38716" y="21622"/>
                  </a:lnTo>
                  <a:lnTo>
                    <a:pt x="38246" y="21396"/>
                  </a:lnTo>
                  <a:lnTo>
                    <a:pt x="33334" y="19959"/>
                  </a:lnTo>
                  <a:lnTo>
                    <a:pt x="26846" y="19637"/>
                  </a:lnTo>
                  <a:lnTo>
                    <a:pt x="25290" y="19293"/>
                  </a:lnTo>
                  <a:lnTo>
                    <a:pt x="19839" y="13735"/>
                  </a:lnTo>
                  <a:lnTo>
                    <a:pt x="13703" y="10375"/>
                  </a:lnTo>
                  <a:lnTo>
                    <a:pt x="6153" y="4440"/>
                  </a:lnTo>
                  <a:lnTo>
                    <a:pt x="2713" y="2129"/>
                  </a:lnTo>
                  <a:lnTo>
                    <a:pt x="0" y="1425"/>
                  </a:lnTo>
                  <a:lnTo>
                    <a:pt x="136" y="26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1" name="ph5741"/>
            <p:cNvSpPr/>
            <p:nvPr/>
          </p:nvSpPr>
          <p:spPr>
            <a:xfrm>
              <a:off x="7351401" y="2954926"/>
              <a:ext cx="9830" cy="8452"/>
            </a:xfrm>
            <a:custGeom>
              <a:avLst/>
              <a:pathLst>
                <a:path w="9830" h="8452">
                  <a:moveTo>
                    <a:pt x="9645" y="5771"/>
                  </a:moveTo>
                  <a:lnTo>
                    <a:pt x="7493" y="8440"/>
                  </a:lnTo>
                  <a:lnTo>
                    <a:pt x="2695" y="8452"/>
                  </a:lnTo>
                  <a:lnTo>
                    <a:pt x="0" y="3919"/>
                  </a:lnTo>
                  <a:lnTo>
                    <a:pt x="6010" y="2946"/>
                  </a:lnTo>
                  <a:lnTo>
                    <a:pt x="983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2" name="ph5742"/>
            <p:cNvSpPr/>
            <p:nvPr/>
          </p:nvSpPr>
          <p:spPr>
            <a:xfrm>
              <a:off x="7449599" y="3028635"/>
              <a:ext cx="8922" cy="11257"/>
            </a:xfrm>
            <a:custGeom>
              <a:avLst/>
              <a:pathLst>
                <a:path w="8922" h="11257">
                  <a:moveTo>
                    <a:pt x="2993" y="0"/>
                  </a:moveTo>
                  <a:lnTo>
                    <a:pt x="5160" y="1529"/>
                  </a:lnTo>
                  <a:lnTo>
                    <a:pt x="8922" y="7560"/>
                  </a:lnTo>
                  <a:lnTo>
                    <a:pt x="8675" y="11257"/>
                  </a:lnTo>
                  <a:lnTo>
                    <a:pt x="2246" y="10363"/>
                  </a:lnTo>
                  <a:lnTo>
                    <a:pt x="0" y="68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3" name="ph5743"/>
            <p:cNvSpPr/>
            <p:nvPr/>
          </p:nvSpPr>
          <p:spPr>
            <a:xfrm>
              <a:off x="7322958" y="2809027"/>
              <a:ext cx="13857" cy="23555"/>
            </a:xfrm>
            <a:custGeom>
              <a:avLst/>
              <a:pathLst>
                <a:path w="13857" h="23555">
                  <a:moveTo>
                    <a:pt x="2929" y="1558"/>
                  </a:moveTo>
                  <a:lnTo>
                    <a:pt x="6842" y="6504"/>
                  </a:lnTo>
                  <a:lnTo>
                    <a:pt x="7967" y="5407"/>
                  </a:lnTo>
                  <a:lnTo>
                    <a:pt x="7762" y="2439"/>
                  </a:lnTo>
                  <a:lnTo>
                    <a:pt x="12574" y="6271"/>
                  </a:lnTo>
                  <a:lnTo>
                    <a:pt x="11169" y="10150"/>
                  </a:lnTo>
                  <a:lnTo>
                    <a:pt x="12048" y="14070"/>
                  </a:lnTo>
                  <a:lnTo>
                    <a:pt x="13857" y="15257"/>
                  </a:lnTo>
                  <a:lnTo>
                    <a:pt x="13805" y="16728"/>
                  </a:lnTo>
                  <a:lnTo>
                    <a:pt x="10599" y="23555"/>
                  </a:lnTo>
                  <a:lnTo>
                    <a:pt x="9709" y="23077"/>
                  </a:lnTo>
                  <a:lnTo>
                    <a:pt x="6126" y="15339"/>
                  </a:lnTo>
                  <a:lnTo>
                    <a:pt x="6204" y="7192"/>
                  </a:lnTo>
                  <a:lnTo>
                    <a:pt x="2292" y="5657"/>
                  </a:lnTo>
                  <a:lnTo>
                    <a:pt x="0" y="3422"/>
                  </a:lnTo>
                  <a:lnTo>
                    <a:pt x="254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4" name="ph5744"/>
            <p:cNvSpPr/>
            <p:nvPr/>
          </p:nvSpPr>
          <p:spPr>
            <a:xfrm>
              <a:off x="7337235" y="2833150"/>
              <a:ext cx="16988" cy="14020"/>
            </a:xfrm>
            <a:custGeom>
              <a:avLst/>
              <a:pathLst>
                <a:path w="16988" h="14020">
                  <a:moveTo>
                    <a:pt x="11765" y="3839"/>
                  </a:moveTo>
                  <a:lnTo>
                    <a:pt x="15748" y="5015"/>
                  </a:lnTo>
                  <a:lnTo>
                    <a:pt x="16013" y="4389"/>
                  </a:lnTo>
                  <a:lnTo>
                    <a:pt x="16988" y="5991"/>
                  </a:lnTo>
                  <a:lnTo>
                    <a:pt x="16729" y="9577"/>
                  </a:lnTo>
                  <a:lnTo>
                    <a:pt x="14546" y="14020"/>
                  </a:lnTo>
                  <a:lnTo>
                    <a:pt x="12021" y="13935"/>
                  </a:lnTo>
                  <a:lnTo>
                    <a:pt x="11072" y="12987"/>
                  </a:lnTo>
                  <a:lnTo>
                    <a:pt x="8514" y="12537"/>
                  </a:lnTo>
                  <a:lnTo>
                    <a:pt x="8025" y="9829"/>
                  </a:lnTo>
                  <a:lnTo>
                    <a:pt x="4552" y="7196"/>
                  </a:lnTo>
                  <a:lnTo>
                    <a:pt x="1401" y="7928"/>
                  </a:lnTo>
                  <a:lnTo>
                    <a:pt x="0" y="7383"/>
                  </a:lnTo>
                  <a:lnTo>
                    <a:pt x="1664" y="2273"/>
                  </a:lnTo>
                  <a:lnTo>
                    <a:pt x="2770" y="2570"/>
                  </a:lnTo>
                  <a:lnTo>
                    <a:pt x="6044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5" name="ph5745"/>
            <p:cNvSpPr/>
            <p:nvPr/>
          </p:nvSpPr>
          <p:spPr>
            <a:xfrm>
              <a:off x="7392957" y="2888718"/>
              <a:ext cx="28013" cy="22127"/>
            </a:xfrm>
            <a:custGeom>
              <a:avLst/>
              <a:pathLst>
                <a:path w="28013" h="22127">
                  <a:moveTo>
                    <a:pt x="16440" y="153"/>
                  </a:moveTo>
                  <a:lnTo>
                    <a:pt x="18235" y="2840"/>
                  </a:lnTo>
                  <a:lnTo>
                    <a:pt x="20760" y="2535"/>
                  </a:lnTo>
                  <a:lnTo>
                    <a:pt x="22851" y="334"/>
                  </a:lnTo>
                  <a:lnTo>
                    <a:pt x="24529" y="2873"/>
                  </a:lnTo>
                  <a:lnTo>
                    <a:pt x="25944" y="8162"/>
                  </a:lnTo>
                  <a:lnTo>
                    <a:pt x="26203" y="12711"/>
                  </a:lnTo>
                  <a:lnTo>
                    <a:pt x="28013" y="16581"/>
                  </a:lnTo>
                  <a:lnTo>
                    <a:pt x="25542" y="16345"/>
                  </a:lnTo>
                  <a:lnTo>
                    <a:pt x="15991" y="22127"/>
                  </a:lnTo>
                  <a:lnTo>
                    <a:pt x="10347" y="19406"/>
                  </a:lnTo>
                  <a:lnTo>
                    <a:pt x="7101" y="20091"/>
                  </a:lnTo>
                  <a:lnTo>
                    <a:pt x="3551" y="19468"/>
                  </a:lnTo>
                  <a:lnTo>
                    <a:pt x="5089" y="15824"/>
                  </a:lnTo>
                  <a:lnTo>
                    <a:pt x="3191" y="13638"/>
                  </a:lnTo>
                  <a:lnTo>
                    <a:pt x="2765" y="14908"/>
                  </a:lnTo>
                  <a:lnTo>
                    <a:pt x="33" y="12288"/>
                  </a:lnTo>
                  <a:lnTo>
                    <a:pt x="0" y="9998"/>
                  </a:lnTo>
                  <a:lnTo>
                    <a:pt x="1873" y="8653"/>
                  </a:lnTo>
                  <a:lnTo>
                    <a:pt x="4965" y="8979"/>
                  </a:lnTo>
                  <a:lnTo>
                    <a:pt x="7383" y="7833"/>
                  </a:lnTo>
                  <a:lnTo>
                    <a:pt x="10003" y="3734"/>
                  </a:lnTo>
                  <a:lnTo>
                    <a:pt x="10648" y="1255"/>
                  </a:lnTo>
                  <a:lnTo>
                    <a:pt x="1216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6" name="ph5746"/>
            <p:cNvSpPr/>
            <p:nvPr/>
          </p:nvSpPr>
          <p:spPr>
            <a:xfrm>
              <a:off x="7426738" y="3148631"/>
              <a:ext cx="8606" cy="6635"/>
            </a:xfrm>
            <a:custGeom>
              <a:avLst/>
              <a:pathLst>
                <a:path w="8606" h="6635">
                  <a:moveTo>
                    <a:pt x="1756" y="0"/>
                  </a:moveTo>
                  <a:lnTo>
                    <a:pt x="4186" y="627"/>
                  </a:lnTo>
                  <a:lnTo>
                    <a:pt x="8606" y="2213"/>
                  </a:lnTo>
                  <a:lnTo>
                    <a:pt x="7645" y="6073"/>
                  </a:lnTo>
                  <a:lnTo>
                    <a:pt x="5004" y="6635"/>
                  </a:lnTo>
                  <a:lnTo>
                    <a:pt x="5110" y="4706"/>
                  </a:lnTo>
                  <a:lnTo>
                    <a:pt x="368" y="2843"/>
                  </a:lnTo>
                  <a:lnTo>
                    <a:pt x="0" y="130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7" name="ph5747"/>
            <p:cNvSpPr/>
            <p:nvPr/>
          </p:nvSpPr>
          <p:spPr>
            <a:xfrm>
              <a:off x="7416953" y="3101850"/>
              <a:ext cx="26731" cy="18864"/>
            </a:xfrm>
            <a:custGeom>
              <a:avLst/>
              <a:pathLst>
                <a:path w="26731" h="18864">
                  <a:moveTo>
                    <a:pt x="10199" y="1136"/>
                  </a:moveTo>
                  <a:lnTo>
                    <a:pt x="15205" y="825"/>
                  </a:lnTo>
                  <a:lnTo>
                    <a:pt x="19580" y="176"/>
                  </a:lnTo>
                  <a:lnTo>
                    <a:pt x="23845" y="1322"/>
                  </a:lnTo>
                  <a:lnTo>
                    <a:pt x="26731" y="4584"/>
                  </a:lnTo>
                  <a:lnTo>
                    <a:pt x="25125" y="7187"/>
                  </a:lnTo>
                  <a:lnTo>
                    <a:pt x="18599" y="4298"/>
                  </a:lnTo>
                  <a:lnTo>
                    <a:pt x="15628" y="5518"/>
                  </a:lnTo>
                  <a:lnTo>
                    <a:pt x="8338" y="9502"/>
                  </a:lnTo>
                  <a:lnTo>
                    <a:pt x="8994" y="12454"/>
                  </a:lnTo>
                  <a:lnTo>
                    <a:pt x="11862" y="13819"/>
                  </a:lnTo>
                  <a:lnTo>
                    <a:pt x="9379" y="15474"/>
                  </a:lnTo>
                  <a:lnTo>
                    <a:pt x="6986" y="16598"/>
                  </a:lnTo>
                  <a:lnTo>
                    <a:pt x="3658" y="16804"/>
                  </a:lnTo>
                  <a:lnTo>
                    <a:pt x="519" y="18864"/>
                  </a:lnTo>
                  <a:lnTo>
                    <a:pt x="0" y="14578"/>
                  </a:lnTo>
                  <a:lnTo>
                    <a:pt x="905" y="10110"/>
                  </a:lnTo>
                  <a:lnTo>
                    <a:pt x="4258" y="7896"/>
                  </a:lnTo>
                  <a:lnTo>
                    <a:pt x="8155" y="3928"/>
                  </a:lnTo>
                  <a:lnTo>
                    <a:pt x="7853" y="1392"/>
                  </a:lnTo>
                  <a:lnTo>
                    <a:pt x="888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8" name="ph5748"/>
            <p:cNvSpPr/>
            <p:nvPr/>
          </p:nvSpPr>
          <p:spPr>
            <a:xfrm>
              <a:off x="7556420" y="3096863"/>
              <a:ext cx="6873" cy="15210"/>
            </a:xfrm>
            <a:custGeom>
              <a:avLst/>
              <a:pathLst>
                <a:path w="6873" h="15210">
                  <a:moveTo>
                    <a:pt x="6873" y="2515"/>
                  </a:moveTo>
                  <a:lnTo>
                    <a:pt x="5448" y="5702"/>
                  </a:lnTo>
                  <a:lnTo>
                    <a:pt x="6421" y="9002"/>
                  </a:lnTo>
                  <a:lnTo>
                    <a:pt x="4335" y="15210"/>
                  </a:lnTo>
                  <a:lnTo>
                    <a:pt x="1141" y="15070"/>
                  </a:lnTo>
                  <a:lnTo>
                    <a:pt x="779" y="11781"/>
                  </a:lnTo>
                  <a:lnTo>
                    <a:pt x="1237" y="10209"/>
                  </a:lnTo>
                  <a:lnTo>
                    <a:pt x="4070" y="10437"/>
                  </a:lnTo>
                  <a:lnTo>
                    <a:pt x="4905" y="9489"/>
                  </a:lnTo>
                  <a:lnTo>
                    <a:pt x="4551" y="8410"/>
                  </a:lnTo>
                  <a:lnTo>
                    <a:pt x="1982" y="7129"/>
                  </a:lnTo>
                  <a:lnTo>
                    <a:pt x="0" y="8318"/>
                  </a:lnTo>
                  <a:lnTo>
                    <a:pt x="1962" y="924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9" name="ph5749"/>
            <p:cNvSpPr/>
            <p:nvPr/>
          </p:nvSpPr>
          <p:spPr>
            <a:xfrm>
              <a:off x="7287159" y="2878251"/>
              <a:ext cx="21695" cy="22987"/>
            </a:xfrm>
            <a:custGeom>
              <a:avLst/>
              <a:pathLst>
                <a:path w="21695" h="22987">
                  <a:moveTo>
                    <a:pt x="7559" y="2666"/>
                  </a:moveTo>
                  <a:lnTo>
                    <a:pt x="8093" y="1928"/>
                  </a:lnTo>
                  <a:lnTo>
                    <a:pt x="11453" y="1388"/>
                  </a:lnTo>
                  <a:lnTo>
                    <a:pt x="15603" y="1550"/>
                  </a:lnTo>
                  <a:lnTo>
                    <a:pt x="17424" y="3029"/>
                  </a:lnTo>
                  <a:lnTo>
                    <a:pt x="18573" y="5312"/>
                  </a:lnTo>
                  <a:lnTo>
                    <a:pt x="17130" y="9755"/>
                  </a:lnTo>
                  <a:lnTo>
                    <a:pt x="21695" y="17207"/>
                  </a:lnTo>
                  <a:lnTo>
                    <a:pt x="19458" y="22756"/>
                  </a:lnTo>
                  <a:lnTo>
                    <a:pt x="16589" y="22987"/>
                  </a:lnTo>
                  <a:lnTo>
                    <a:pt x="9754" y="21800"/>
                  </a:lnTo>
                  <a:lnTo>
                    <a:pt x="7804" y="21576"/>
                  </a:lnTo>
                  <a:lnTo>
                    <a:pt x="5408" y="19811"/>
                  </a:lnTo>
                  <a:lnTo>
                    <a:pt x="3873" y="18285"/>
                  </a:lnTo>
                  <a:lnTo>
                    <a:pt x="3652" y="16163"/>
                  </a:lnTo>
                  <a:lnTo>
                    <a:pt x="2475" y="15039"/>
                  </a:lnTo>
                  <a:lnTo>
                    <a:pt x="1798" y="15432"/>
                  </a:lnTo>
                  <a:lnTo>
                    <a:pt x="3534" y="14317"/>
                  </a:lnTo>
                  <a:lnTo>
                    <a:pt x="4374" y="11634"/>
                  </a:lnTo>
                  <a:lnTo>
                    <a:pt x="974" y="11246"/>
                  </a:lnTo>
                  <a:lnTo>
                    <a:pt x="0" y="8358"/>
                  </a:lnTo>
                  <a:lnTo>
                    <a:pt x="149" y="4263"/>
                  </a:lnTo>
                  <a:lnTo>
                    <a:pt x="1059" y="1304"/>
                  </a:lnTo>
                  <a:lnTo>
                    <a:pt x="424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0" name="ph5750"/>
            <p:cNvSpPr/>
            <p:nvPr/>
          </p:nvSpPr>
          <p:spPr>
            <a:xfrm>
              <a:off x="7449629" y="3045160"/>
              <a:ext cx="11372" cy="3796"/>
            </a:xfrm>
            <a:custGeom>
              <a:avLst/>
              <a:pathLst>
                <a:path w="11372" h="3796">
                  <a:moveTo>
                    <a:pt x="8313" y="229"/>
                  </a:moveTo>
                  <a:lnTo>
                    <a:pt x="11372" y="1746"/>
                  </a:lnTo>
                  <a:lnTo>
                    <a:pt x="4280" y="3796"/>
                  </a:lnTo>
                  <a:lnTo>
                    <a:pt x="0" y="2398"/>
                  </a:lnTo>
                  <a:lnTo>
                    <a:pt x="244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1" name="ph5751"/>
            <p:cNvSpPr/>
            <p:nvPr/>
          </p:nvSpPr>
          <p:spPr>
            <a:xfrm>
              <a:off x="7444856" y="3073081"/>
              <a:ext cx="2488" cy="4355"/>
            </a:xfrm>
            <a:custGeom>
              <a:avLst/>
              <a:pathLst>
                <a:path w="2488" h="4355">
                  <a:moveTo>
                    <a:pt x="0" y="4355"/>
                  </a:moveTo>
                  <a:lnTo>
                    <a:pt x="804" y="0"/>
                  </a:lnTo>
                  <a:lnTo>
                    <a:pt x="2488" y="346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2" name="ph5752"/>
            <p:cNvSpPr/>
            <p:nvPr/>
          </p:nvSpPr>
          <p:spPr>
            <a:xfrm>
              <a:off x="7414656" y="3060194"/>
              <a:ext cx="18778" cy="23661"/>
            </a:xfrm>
            <a:custGeom>
              <a:avLst/>
              <a:pathLst>
                <a:path w="18778" h="23661">
                  <a:moveTo>
                    <a:pt x="16192" y="3717"/>
                  </a:moveTo>
                  <a:lnTo>
                    <a:pt x="15785" y="5251"/>
                  </a:lnTo>
                  <a:lnTo>
                    <a:pt x="14897" y="3016"/>
                  </a:lnTo>
                  <a:lnTo>
                    <a:pt x="13595" y="3948"/>
                  </a:lnTo>
                  <a:lnTo>
                    <a:pt x="12522" y="8570"/>
                  </a:lnTo>
                  <a:lnTo>
                    <a:pt x="13539" y="11046"/>
                  </a:lnTo>
                  <a:lnTo>
                    <a:pt x="15729" y="11440"/>
                  </a:lnTo>
                  <a:lnTo>
                    <a:pt x="18778" y="14637"/>
                  </a:lnTo>
                  <a:lnTo>
                    <a:pt x="16275" y="21990"/>
                  </a:lnTo>
                  <a:lnTo>
                    <a:pt x="12882" y="21095"/>
                  </a:lnTo>
                  <a:lnTo>
                    <a:pt x="10030" y="23661"/>
                  </a:lnTo>
                  <a:lnTo>
                    <a:pt x="7905" y="21891"/>
                  </a:lnTo>
                  <a:lnTo>
                    <a:pt x="8764" y="21241"/>
                  </a:lnTo>
                  <a:lnTo>
                    <a:pt x="8422" y="17252"/>
                  </a:lnTo>
                  <a:lnTo>
                    <a:pt x="3622" y="14741"/>
                  </a:lnTo>
                  <a:lnTo>
                    <a:pt x="1279" y="14318"/>
                  </a:lnTo>
                  <a:lnTo>
                    <a:pt x="6119" y="13952"/>
                  </a:lnTo>
                  <a:lnTo>
                    <a:pt x="3244" y="8207"/>
                  </a:lnTo>
                  <a:lnTo>
                    <a:pt x="0" y="5146"/>
                  </a:lnTo>
                  <a:lnTo>
                    <a:pt x="1788" y="2668"/>
                  </a:lnTo>
                  <a:lnTo>
                    <a:pt x="9484" y="1642"/>
                  </a:lnTo>
                  <a:lnTo>
                    <a:pt x="15361" y="0"/>
                  </a:lnTo>
                  <a:lnTo>
                    <a:pt x="15180" y="142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3" name="ph5753"/>
            <p:cNvSpPr/>
            <p:nvPr/>
          </p:nvSpPr>
          <p:spPr>
            <a:xfrm>
              <a:off x="7446202" y="3074147"/>
              <a:ext cx="53317" cy="23596"/>
            </a:xfrm>
            <a:custGeom>
              <a:avLst/>
              <a:pathLst>
                <a:path w="53317" h="23596">
                  <a:moveTo>
                    <a:pt x="22466" y="0"/>
                  </a:moveTo>
                  <a:lnTo>
                    <a:pt x="27378" y="1437"/>
                  </a:lnTo>
                  <a:lnTo>
                    <a:pt x="28444" y="4582"/>
                  </a:lnTo>
                  <a:lnTo>
                    <a:pt x="33148" y="7447"/>
                  </a:lnTo>
                  <a:lnTo>
                    <a:pt x="35024" y="7143"/>
                  </a:lnTo>
                  <a:lnTo>
                    <a:pt x="37809" y="13025"/>
                  </a:lnTo>
                  <a:lnTo>
                    <a:pt x="41038" y="12399"/>
                  </a:lnTo>
                  <a:lnTo>
                    <a:pt x="40249" y="7185"/>
                  </a:lnTo>
                  <a:lnTo>
                    <a:pt x="43634" y="8125"/>
                  </a:lnTo>
                  <a:lnTo>
                    <a:pt x="49459" y="5690"/>
                  </a:lnTo>
                  <a:lnTo>
                    <a:pt x="51485" y="3510"/>
                  </a:lnTo>
                  <a:lnTo>
                    <a:pt x="52654" y="3946"/>
                  </a:lnTo>
                  <a:lnTo>
                    <a:pt x="53317" y="5477"/>
                  </a:lnTo>
                  <a:lnTo>
                    <a:pt x="51347" y="9297"/>
                  </a:lnTo>
                  <a:lnTo>
                    <a:pt x="48841" y="11348"/>
                  </a:lnTo>
                  <a:lnTo>
                    <a:pt x="27686" y="19754"/>
                  </a:lnTo>
                  <a:lnTo>
                    <a:pt x="24700" y="17592"/>
                  </a:lnTo>
                  <a:lnTo>
                    <a:pt x="25257" y="16277"/>
                  </a:lnTo>
                  <a:lnTo>
                    <a:pt x="31036" y="13141"/>
                  </a:lnTo>
                  <a:lnTo>
                    <a:pt x="34077" y="12462"/>
                  </a:lnTo>
                  <a:lnTo>
                    <a:pt x="32009" y="10619"/>
                  </a:lnTo>
                  <a:lnTo>
                    <a:pt x="25427" y="9325"/>
                  </a:lnTo>
                  <a:lnTo>
                    <a:pt x="21617" y="10929"/>
                  </a:lnTo>
                  <a:lnTo>
                    <a:pt x="19087" y="10910"/>
                  </a:lnTo>
                  <a:lnTo>
                    <a:pt x="14160" y="12657"/>
                  </a:lnTo>
                  <a:lnTo>
                    <a:pt x="7190" y="20039"/>
                  </a:lnTo>
                  <a:lnTo>
                    <a:pt x="7922" y="23596"/>
                  </a:lnTo>
                  <a:lnTo>
                    <a:pt x="443" y="22486"/>
                  </a:lnTo>
                  <a:lnTo>
                    <a:pt x="0" y="20939"/>
                  </a:lnTo>
                  <a:lnTo>
                    <a:pt x="3445" y="18386"/>
                  </a:lnTo>
                  <a:lnTo>
                    <a:pt x="2986" y="15869"/>
                  </a:lnTo>
                  <a:lnTo>
                    <a:pt x="5179" y="12612"/>
                  </a:lnTo>
                  <a:lnTo>
                    <a:pt x="6910" y="11270"/>
                  </a:lnTo>
                  <a:lnTo>
                    <a:pt x="9980" y="10112"/>
                  </a:lnTo>
                  <a:lnTo>
                    <a:pt x="16129" y="4879"/>
                  </a:lnTo>
                  <a:lnTo>
                    <a:pt x="16188" y="380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4" name="ph5754"/>
            <p:cNvSpPr/>
            <p:nvPr/>
          </p:nvSpPr>
          <p:spPr>
            <a:xfrm>
              <a:off x="7414965" y="2986009"/>
              <a:ext cx="37252" cy="36924"/>
            </a:xfrm>
            <a:custGeom>
              <a:avLst/>
              <a:pathLst>
                <a:path w="37252" h="36924">
                  <a:moveTo>
                    <a:pt x="26011" y="280"/>
                  </a:moveTo>
                  <a:lnTo>
                    <a:pt x="26197" y="2168"/>
                  </a:lnTo>
                  <a:lnTo>
                    <a:pt x="24985" y="2574"/>
                  </a:lnTo>
                  <a:lnTo>
                    <a:pt x="24272" y="947"/>
                  </a:lnTo>
                  <a:lnTo>
                    <a:pt x="23538" y="2283"/>
                  </a:lnTo>
                  <a:lnTo>
                    <a:pt x="24834" y="7821"/>
                  </a:lnTo>
                  <a:lnTo>
                    <a:pt x="31367" y="11818"/>
                  </a:lnTo>
                  <a:lnTo>
                    <a:pt x="32329" y="11457"/>
                  </a:lnTo>
                  <a:lnTo>
                    <a:pt x="32924" y="8818"/>
                  </a:lnTo>
                  <a:lnTo>
                    <a:pt x="35762" y="10119"/>
                  </a:lnTo>
                  <a:lnTo>
                    <a:pt x="36592" y="11914"/>
                  </a:lnTo>
                  <a:lnTo>
                    <a:pt x="37242" y="19959"/>
                  </a:lnTo>
                  <a:lnTo>
                    <a:pt x="37252" y="20249"/>
                  </a:lnTo>
                  <a:lnTo>
                    <a:pt x="30727" y="23841"/>
                  </a:lnTo>
                  <a:lnTo>
                    <a:pt x="17782" y="27210"/>
                  </a:lnTo>
                  <a:lnTo>
                    <a:pt x="15050" y="31313"/>
                  </a:lnTo>
                  <a:lnTo>
                    <a:pt x="9792" y="36131"/>
                  </a:lnTo>
                  <a:lnTo>
                    <a:pt x="6946" y="36924"/>
                  </a:lnTo>
                  <a:lnTo>
                    <a:pt x="1292" y="36477"/>
                  </a:lnTo>
                  <a:lnTo>
                    <a:pt x="0" y="35152"/>
                  </a:lnTo>
                  <a:lnTo>
                    <a:pt x="2613" y="30844"/>
                  </a:lnTo>
                  <a:lnTo>
                    <a:pt x="1188" y="27188"/>
                  </a:lnTo>
                  <a:lnTo>
                    <a:pt x="618" y="22647"/>
                  </a:lnTo>
                  <a:lnTo>
                    <a:pt x="4079" y="17497"/>
                  </a:lnTo>
                  <a:lnTo>
                    <a:pt x="5936" y="15729"/>
                  </a:lnTo>
                  <a:lnTo>
                    <a:pt x="10140" y="8992"/>
                  </a:lnTo>
                  <a:lnTo>
                    <a:pt x="14400" y="4584"/>
                  </a:lnTo>
                  <a:lnTo>
                    <a:pt x="2082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5" name="ph5755"/>
            <p:cNvSpPr/>
            <p:nvPr/>
          </p:nvSpPr>
          <p:spPr>
            <a:xfrm>
              <a:off x="7435075" y="3124884"/>
              <a:ext cx="13384" cy="14722"/>
            </a:xfrm>
            <a:custGeom>
              <a:avLst/>
              <a:pathLst>
                <a:path w="13384" h="14722">
                  <a:moveTo>
                    <a:pt x="10075" y="0"/>
                  </a:moveTo>
                  <a:lnTo>
                    <a:pt x="11861" y="3577"/>
                  </a:lnTo>
                  <a:lnTo>
                    <a:pt x="13384" y="7685"/>
                  </a:lnTo>
                  <a:lnTo>
                    <a:pt x="10466" y="6053"/>
                  </a:lnTo>
                  <a:lnTo>
                    <a:pt x="8595" y="6063"/>
                  </a:lnTo>
                  <a:lnTo>
                    <a:pt x="5808" y="14722"/>
                  </a:lnTo>
                  <a:lnTo>
                    <a:pt x="3120" y="14072"/>
                  </a:lnTo>
                  <a:lnTo>
                    <a:pt x="2940" y="10844"/>
                  </a:lnTo>
                  <a:lnTo>
                    <a:pt x="5222" y="9677"/>
                  </a:lnTo>
                  <a:lnTo>
                    <a:pt x="5162" y="9088"/>
                  </a:lnTo>
                  <a:lnTo>
                    <a:pt x="4327" y="7354"/>
                  </a:lnTo>
                  <a:lnTo>
                    <a:pt x="901" y="5893"/>
                  </a:lnTo>
                  <a:lnTo>
                    <a:pt x="0" y="3052"/>
                  </a:lnTo>
                  <a:lnTo>
                    <a:pt x="2893" y="456"/>
                  </a:lnTo>
                  <a:lnTo>
                    <a:pt x="4400" y="1196"/>
                  </a:lnTo>
                  <a:lnTo>
                    <a:pt x="5388" y="2278"/>
                  </a:lnTo>
                  <a:lnTo>
                    <a:pt x="6922" y="2257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6" name="ph5756"/>
            <p:cNvSpPr/>
            <p:nvPr/>
          </p:nvSpPr>
          <p:spPr>
            <a:xfrm>
              <a:off x="7435581" y="3149856"/>
              <a:ext cx="22315" cy="12958"/>
            </a:xfrm>
            <a:custGeom>
              <a:avLst/>
              <a:pathLst>
                <a:path w="22315" h="12958">
                  <a:moveTo>
                    <a:pt x="21002" y="3637"/>
                  </a:moveTo>
                  <a:lnTo>
                    <a:pt x="22315" y="5964"/>
                  </a:lnTo>
                  <a:lnTo>
                    <a:pt x="17517" y="12534"/>
                  </a:lnTo>
                  <a:lnTo>
                    <a:pt x="14919" y="12715"/>
                  </a:lnTo>
                  <a:lnTo>
                    <a:pt x="7948" y="12958"/>
                  </a:lnTo>
                  <a:lnTo>
                    <a:pt x="7222" y="12268"/>
                  </a:lnTo>
                  <a:lnTo>
                    <a:pt x="1215" y="12393"/>
                  </a:lnTo>
                  <a:lnTo>
                    <a:pt x="0" y="9667"/>
                  </a:lnTo>
                  <a:lnTo>
                    <a:pt x="26" y="4943"/>
                  </a:lnTo>
                  <a:lnTo>
                    <a:pt x="2457" y="6087"/>
                  </a:lnTo>
                  <a:lnTo>
                    <a:pt x="8065" y="5605"/>
                  </a:lnTo>
                  <a:lnTo>
                    <a:pt x="13626" y="4953"/>
                  </a:lnTo>
                  <a:lnTo>
                    <a:pt x="14838" y="5726"/>
                  </a:lnTo>
                  <a:lnTo>
                    <a:pt x="18306" y="2678"/>
                  </a:lnTo>
                  <a:lnTo>
                    <a:pt x="17799" y="675"/>
                  </a:lnTo>
                  <a:lnTo>
                    <a:pt x="1937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7" name="ph5757"/>
            <p:cNvSpPr/>
            <p:nvPr/>
          </p:nvSpPr>
          <p:spPr>
            <a:xfrm>
              <a:off x="7468796" y="3027978"/>
              <a:ext cx="14232" cy="15607"/>
            </a:xfrm>
            <a:custGeom>
              <a:avLst/>
              <a:pathLst>
                <a:path w="14232" h="15607">
                  <a:moveTo>
                    <a:pt x="9878" y="685"/>
                  </a:moveTo>
                  <a:lnTo>
                    <a:pt x="12321" y="77"/>
                  </a:lnTo>
                  <a:lnTo>
                    <a:pt x="14232" y="3162"/>
                  </a:lnTo>
                  <a:lnTo>
                    <a:pt x="11680" y="7434"/>
                  </a:lnTo>
                  <a:lnTo>
                    <a:pt x="9139" y="14299"/>
                  </a:lnTo>
                  <a:lnTo>
                    <a:pt x="7370" y="15607"/>
                  </a:lnTo>
                  <a:lnTo>
                    <a:pt x="4492" y="13270"/>
                  </a:lnTo>
                  <a:lnTo>
                    <a:pt x="4240" y="10105"/>
                  </a:lnTo>
                  <a:lnTo>
                    <a:pt x="0" y="6576"/>
                  </a:lnTo>
                  <a:lnTo>
                    <a:pt x="2040" y="3094"/>
                  </a:lnTo>
                  <a:lnTo>
                    <a:pt x="4334" y="2890"/>
                  </a:lnTo>
                  <a:lnTo>
                    <a:pt x="596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8" name="ph5758"/>
            <p:cNvSpPr/>
            <p:nvPr/>
          </p:nvSpPr>
          <p:spPr>
            <a:xfrm>
              <a:off x="7463381" y="3111127"/>
              <a:ext cx="11792" cy="10506"/>
            </a:xfrm>
            <a:custGeom>
              <a:avLst/>
              <a:pathLst>
                <a:path w="11792" h="10506">
                  <a:moveTo>
                    <a:pt x="6404" y="1418"/>
                  </a:moveTo>
                  <a:lnTo>
                    <a:pt x="11792" y="7977"/>
                  </a:lnTo>
                  <a:lnTo>
                    <a:pt x="10563" y="10447"/>
                  </a:lnTo>
                  <a:lnTo>
                    <a:pt x="5174" y="10391"/>
                  </a:lnTo>
                  <a:lnTo>
                    <a:pt x="3386" y="10506"/>
                  </a:lnTo>
                  <a:lnTo>
                    <a:pt x="2450" y="9727"/>
                  </a:lnTo>
                  <a:lnTo>
                    <a:pt x="237" y="2913"/>
                  </a:lnTo>
                  <a:lnTo>
                    <a:pt x="0" y="605"/>
                  </a:lnTo>
                  <a:lnTo>
                    <a:pt x="841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9" name="ph5759"/>
            <p:cNvSpPr/>
            <p:nvPr/>
          </p:nvSpPr>
          <p:spPr>
            <a:xfrm>
              <a:off x="7445284" y="3070661"/>
              <a:ext cx="23384" cy="7289"/>
            </a:xfrm>
            <a:custGeom>
              <a:avLst/>
              <a:pathLst>
                <a:path w="23384" h="7289">
                  <a:moveTo>
                    <a:pt x="5370" y="0"/>
                  </a:moveTo>
                  <a:lnTo>
                    <a:pt x="12606" y="1578"/>
                  </a:lnTo>
                  <a:lnTo>
                    <a:pt x="15542" y="3385"/>
                  </a:lnTo>
                  <a:lnTo>
                    <a:pt x="16896" y="3164"/>
                  </a:lnTo>
                  <a:lnTo>
                    <a:pt x="23384" y="3486"/>
                  </a:lnTo>
                  <a:lnTo>
                    <a:pt x="17106" y="7289"/>
                  </a:lnTo>
                  <a:lnTo>
                    <a:pt x="14242" y="6618"/>
                  </a:lnTo>
                  <a:lnTo>
                    <a:pt x="12421" y="4077"/>
                  </a:lnTo>
                  <a:lnTo>
                    <a:pt x="7525" y="6082"/>
                  </a:lnTo>
                  <a:lnTo>
                    <a:pt x="2555" y="6411"/>
                  </a:lnTo>
                  <a:lnTo>
                    <a:pt x="2061" y="5883"/>
                  </a:lnTo>
                  <a:lnTo>
                    <a:pt x="377" y="2420"/>
                  </a:lnTo>
                  <a:lnTo>
                    <a:pt x="0" y="166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0" name="ph5760"/>
            <p:cNvSpPr/>
            <p:nvPr/>
          </p:nvSpPr>
          <p:spPr>
            <a:xfrm>
              <a:off x="7496787" y="3072775"/>
              <a:ext cx="36797" cy="28736"/>
            </a:xfrm>
            <a:custGeom>
              <a:avLst/>
              <a:pathLst>
                <a:path w="36797" h="28736">
                  <a:moveTo>
                    <a:pt x="30657" y="392"/>
                  </a:moveTo>
                  <a:lnTo>
                    <a:pt x="36797" y="8780"/>
                  </a:lnTo>
                  <a:lnTo>
                    <a:pt x="35289" y="15997"/>
                  </a:lnTo>
                  <a:lnTo>
                    <a:pt x="36394" y="21611"/>
                  </a:lnTo>
                  <a:lnTo>
                    <a:pt x="33051" y="23047"/>
                  </a:lnTo>
                  <a:lnTo>
                    <a:pt x="22477" y="23799"/>
                  </a:lnTo>
                  <a:lnTo>
                    <a:pt x="16971" y="25012"/>
                  </a:lnTo>
                  <a:lnTo>
                    <a:pt x="15706" y="28736"/>
                  </a:lnTo>
                  <a:lnTo>
                    <a:pt x="9789" y="27663"/>
                  </a:lnTo>
                  <a:lnTo>
                    <a:pt x="3829" y="25049"/>
                  </a:lnTo>
                  <a:lnTo>
                    <a:pt x="0" y="22344"/>
                  </a:lnTo>
                  <a:lnTo>
                    <a:pt x="16009" y="10590"/>
                  </a:lnTo>
                  <a:lnTo>
                    <a:pt x="20932" y="6481"/>
                  </a:lnTo>
                  <a:lnTo>
                    <a:pt x="24054" y="2645"/>
                  </a:lnTo>
                  <a:lnTo>
                    <a:pt x="29024" y="649"/>
                  </a:lnTo>
                  <a:lnTo>
                    <a:pt x="2985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1" name="ph5761"/>
            <p:cNvSpPr/>
            <p:nvPr/>
          </p:nvSpPr>
          <p:spPr>
            <a:xfrm>
              <a:off x="7368546" y="2958792"/>
              <a:ext cx="16869" cy="15400"/>
            </a:xfrm>
            <a:custGeom>
              <a:avLst/>
              <a:pathLst>
                <a:path w="16869" h="15400">
                  <a:moveTo>
                    <a:pt x="16869" y="1647"/>
                  </a:moveTo>
                  <a:lnTo>
                    <a:pt x="16062" y="3440"/>
                  </a:lnTo>
                  <a:lnTo>
                    <a:pt x="12618" y="4729"/>
                  </a:lnTo>
                  <a:lnTo>
                    <a:pt x="8554" y="8967"/>
                  </a:lnTo>
                  <a:lnTo>
                    <a:pt x="9003" y="10392"/>
                  </a:lnTo>
                  <a:lnTo>
                    <a:pt x="11076" y="9967"/>
                  </a:lnTo>
                  <a:lnTo>
                    <a:pt x="12675" y="8359"/>
                  </a:lnTo>
                  <a:lnTo>
                    <a:pt x="13765" y="8631"/>
                  </a:lnTo>
                  <a:lnTo>
                    <a:pt x="14406" y="12235"/>
                  </a:lnTo>
                  <a:lnTo>
                    <a:pt x="13304" y="13451"/>
                  </a:lnTo>
                  <a:lnTo>
                    <a:pt x="4605" y="14412"/>
                  </a:lnTo>
                  <a:lnTo>
                    <a:pt x="2170" y="15400"/>
                  </a:lnTo>
                  <a:lnTo>
                    <a:pt x="93" y="13585"/>
                  </a:lnTo>
                  <a:lnTo>
                    <a:pt x="0" y="13289"/>
                  </a:lnTo>
                  <a:lnTo>
                    <a:pt x="2278" y="10552"/>
                  </a:lnTo>
                  <a:lnTo>
                    <a:pt x="5174" y="10062"/>
                  </a:lnTo>
                  <a:lnTo>
                    <a:pt x="6553" y="8786"/>
                  </a:lnTo>
                  <a:lnTo>
                    <a:pt x="7713" y="4813"/>
                  </a:lnTo>
                  <a:lnTo>
                    <a:pt x="5517" y="4071"/>
                  </a:lnTo>
                  <a:lnTo>
                    <a:pt x="4584" y="1016"/>
                  </a:lnTo>
                  <a:lnTo>
                    <a:pt x="940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2" name="ph5762"/>
            <p:cNvSpPr/>
            <p:nvPr/>
          </p:nvSpPr>
          <p:spPr>
            <a:xfrm>
              <a:off x="7444856" y="3074738"/>
              <a:ext cx="17534" cy="10679"/>
            </a:xfrm>
            <a:custGeom>
              <a:avLst/>
              <a:pathLst>
                <a:path w="17534" h="10679">
                  <a:moveTo>
                    <a:pt x="14670" y="2540"/>
                  </a:moveTo>
                  <a:lnTo>
                    <a:pt x="17534" y="3211"/>
                  </a:lnTo>
                  <a:lnTo>
                    <a:pt x="17474" y="4287"/>
                  </a:lnTo>
                  <a:lnTo>
                    <a:pt x="11326" y="9521"/>
                  </a:lnTo>
                  <a:lnTo>
                    <a:pt x="8256" y="10679"/>
                  </a:lnTo>
                  <a:lnTo>
                    <a:pt x="1555" y="7097"/>
                  </a:lnTo>
                  <a:lnTo>
                    <a:pt x="192" y="4879"/>
                  </a:lnTo>
                  <a:lnTo>
                    <a:pt x="0" y="2697"/>
                  </a:lnTo>
                  <a:lnTo>
                    <a:pt x="2488" y="1805"/>
                  </a:lnTo>
                  <a:lnTo>
                    <a:pt x="2983" y="2334"/>
                  </a:lnTo>
                  <a:lnTo>
                    <a:pt x="7952" y="2005"/>
                  </a:lnTo>
                  <a:lnTo>
                    <a:pt x="1284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3" name="ph5763"/>
            <p:cNvSpPr/>
            <p:nvPr/>
          </p:nvSpPr>
          <p:spPr>
            <a:xfrm>
              <a:off x="7468556" y="3121519"/>
              <a:ext cx="19048" cy="21170"/>
            </a:xfrm>
            <a:custGeom>
              <a:avLst/>
              <a:pathLst>
                <a:path w="19048" h="21170">
                  <a:moveTo>
                    <a:pt x="5389" y="56"/>
                  </a:moveTo>
                  <a:lnTo>
                    <a:pt x="9704" y="6105"/>
                  </a:lnTo>
                  <a:lnTo>
                    <a:pt x="15956" y="17687"/>
                  </a:lnTo>
                  <a:lnTo>
                    <a:pt x="19048" y="20635"/>
                  </a:lnTo>
                  <a:lnTo>
                    <a:pt x="14560" y="21170"/>
                  </a:lnTo>
                  <a:lnTo>
                    <a:pt x="10281" y="17622"/>
                  </a:lnTo>
                  <a:lnTo>
                    <a:pt x="4757" y="16723"/>
                  </a:lnTo>
                  <a:lnTo>
                    <a:pt x="3853" y="8839"/>
                  </a:lnTo>
                  <a:lnTo>
                    <a:pt x="772" y="65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4" name="ph5764"/>
            <p:cNvSpPr/>
            <p:nvPr/>
          </p:nvSpPr>
          <p:spPr>
            <a:xfrm>
              <a:off x="7394361" y="3041007"/>
              <a:ext cx="41532" cy="34735"/>
            </a:xfrm>
            <a:custGeom>
              <a:avLst/>
              <a:pathLst>
                <a:path w="41532" h="34735">
                  <a:moveTo>
                    <a:pt x="24036" y="36"/>
                  </a:moveTo>
                  <a:lnTo>
                    <a:pt x="31078" y="783"/>
                  </a:lnTo>
                  <a:lnTo>
                    <a:pt x="32476" y="354"/>
                  </a:lnTo>
                  <a:lnTo>
                    <a:pt x="32946" y="2477"/>
                  </a:lnTo>
                  <a:lnTo>
                    <a:pt x="35757" y="4510"/>
                  </a:lnTo>
                  <a:lnTo>
                    <a:pt x="41532" y="11119"/>
                  </a:lnTo>
                  <a:lnTo>
                    <a:pt x="41109" y="13441"/>
                  </a:lnTo>
                  <a:lnTo>
                    <a:pt x="40972" y="14605"/>
                  </a:lnTo>
                  <a:lnTo>
                    <a:pt x="35656" y="19186"/>
                  </a:lnTo>
                  <a:lnTo>
                    <a:pt x="29780" y="20829"/>
                  </a:lnTo>
                  <a:lnTo>
                    <a:pt x="22084" y="21854"/>
                  </a:lnTo>
                  <a:lnTo>
                    <a:pt x="20295" y="24333"/>
                  </a:lnTo>
                  <a:lnTo>
                    <a:pt x="23540" y="27394"/>
                  </a:lnTo>
                  <a:lnTo>
                    <a:pt x="26414" y="33138"/>
                  </a:lnTo>
                  <a:lnTo>
                    <a:pt x="21575" y="33505"/>
                  </a:lnTo>
                  <a:lnTo>
                    <a:pt x="19678" y="32930"/>
                  </a:lnTo>
                  <a:lnTo>
                    <a:pt x="12689" y="32477"/>
                  </a:lnTo>
                  <a:lnTo>
                    <a:pt x="11396" y="34363"/>
                  </a:lnTo>
                  <a:lnTo>
                    <a:pt x="9946" y="34735"/>
                  </a:lnTo>
                  <a:lnTo>
                    <a:pt x="8419" y="31233"/>
                  </a:lnTo>
                  <a:lnTo>
                    <a:pt x="5613" y="30767"/>
                  </a:lnTo>
                  <a:lnTo>
                    <a:pt x="5454" y="29639"/>
                  </a:lnTo>
                  <a:lnTo>
                    <a:pt x="6041" y="27914"/>
                  </a:lnTo>
                  <a:lnTo>
                    <a:pt x="10090" y="27330"/>
                  </a:lnTo>
                  <a:lnTo>
                    <a:pt x="11302" y="24846"/>
                  </a:lnTo>
                  <a:lnTo>
                    <a:pt x="10989" y="20441"/>
                  </a:lnTo>
                  <a:lnTo>
                    <a:pt x="10025" y="19385"/>
                  </a:lnTo>
                  <a:lnTo>
                    <a:pt x="3758" y="18549"/>
                  </a:lnTo>
                  <a:lnTo>
                    <a:pt x="1001" y="13272"/>
                  </a:lnTo>
                  <a:lnTo>
                    <a:pt x="0" y="6749"/>
                  </a:lnTo>
                  <a:lnTo>
                    <a:pt x="1491" y="2443"/>
                  </a:lnTo>
                  <a:lnTo>
                    <a:pt x="6358" y="983"/>
                  </a:lnTo>
                  <a:lnTo>
                    <a:pt x="10425" y="3661"/>
                  </a:lnTo>
                  <a:lnTo>
                    <a:pt x="15011" y="814"/>
                  </a:lnTo>
                  <a:lnTo>
                    <a:pt x="15748" y="2032"/>
                  </a:lnTo>
                  <a:lnTo>
                    <a:pt x="15267" y="3896"/>
                  </a:lnTo>
                  <a:lnTo>
                    <a:pt x="18273" y="2876"/>
                  </a:lnTo>
                  <a:lnTo>
                    <a:pt x="2032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5" name="ph5765"/>
            <p:cNvSpPr/>
            <p:nvPr/>
          </p:nvSpPr>
          <p:spPr>
            <a:xfrm>
              <a:off x="7429160" y="3159524"/>
              <a:ext cx="16228" cy="11493"/>
            </a:xfrm>
            <a:custGeom>
              <a:avLst/>
              <a:pathLst>
                <a:path w="16228" h="11493">
                  <a:moveTo>
                    <a:pt x="7636" y="2726"/>
                  </a:moveTo>
                  <a:lnTo>
                    <a:pt x="13643" y="2601"/>
                  </a:lnTo>
                  <a:lnTo>
                    <a:pt x="14369" y="3291"/>
                  </a:lnTo>
                  <a:lnTo>
                    <a:pt x="16228" y="5569"/>
                  </a:lnTo>
                  <a:lnTo>
                    <a:pt x="16144" y="8255"/>
                  </a:lnTo>
                  <a:lnTo>
                    <a:pt x="13542" y="11446"/>
                  </a:lnTo>
                  <a:lnTo>
                    <a:pt x="12764" y="11493"/>
                  </a:lnTo>
                  <a:lnTo>
                    <a:pt x="6541" y="10802"/>
                  </a:lnTo>
                  <a:lnTo>
                    <a:pt x="3380" y="8788"/>
                  </a:lnTo>
                  <a:lnTo>
                    <a:pt x="955" y="9446"/>
                  </a:lnTo>
                  <a:lnTo>
                    <a:pt x="0" y="7906"/>
                  </a:lnTo>
                  <a:lnTo>
                    <a:pt x="5859" y="4108"/>
                  </a:lnTo>
                  <a:lnTo>
                    <a:pt x="642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6" name="ph5766"/>
            <p:cNvSpPr/>
            <p:nvPr/>
          </p:nvSpPr>
          <p:spPr>
            <a:xfrm>
              <a:off x="7419304" y="3128784"/>
              <a:ext cx="18891" cy="12138"/>
            </a:xfrm>
            <a:custGeom>
              <a:avLst/>
              <a:pathLst>
                <a:path w="18891" h="12138">
                  <a:moveTo>
                    <a:pt x="5651" y="0"/>
                  </a:moveTo>
                  <a:lnTo>
                    <a:pt x="10379" y="1232"/>
                  </a:lnTo>
                  <a:lnTo>
                    <a:pt x="17583" y="4434"/>
                  </a:lnTo>
                  <a:lnTo>
                    <a:pt x="18711" y="6944"/>
                  </a:lnTo>
                  <a:lnTo>
                    <a:pt x="18891" y="10172"/>
                  </a:lnTo>
                  <a:lnTo>
                    <a:pt x="18330" y="12138"/>
                  </a:lnTo>
                  <a:lnTo>
                    <a:pt x="15569" y="7718"/>
                  </a:lnTo>
                  <a:lnTo>
                    <a:pt x="10003" y="5608"/>
                  </a:lnTo>
                  <a:lnTo>
                    <a:pt x="4717" y="7384"/>
                  </a:lnTo>
                  <a:lnTo>
                    <a:pt x="1075" y="6467"/>
                  </a:lnTo>
                  <a:lnTo>
                    <a:pt x="0" y="323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7" name="ph5767"/>
            <p:cNvSpPr/>
            <p:nvPr/>
          </p:nvSpPr>
          <p:spPr>
            <a:xfrm>
              <a:off x="7408305" y="3149478"/>
              <a:ext cx="7027" cy="6462"/>
            </a:xfrm>
            <a:custGeom>
              <a:avLst/>
              <a:pathLst>
                <a:path w="7027" h="6462">
                  <a:moveTo>
                    <a:pt x="4449" y="247"/>
                  </a:moveTo>
                  <a:lnTo>
                    <a:pt x="7027" y="3352"/>
                  </a:lnTo>
                  <a:lnTo>
                    <a:pt x="6096" y="4745"/>
                  </a:lnTo>
                  <a:lnTo>
                    <a:pt x="2963" y="6097"/>
                  </a:lnTo>
                  <a:lnTo>
                    <a:pt x="2298" y="6462"/>
                  </a:lnTo>
                  <a:lnTo>
                    <a:pt x="0" y="4732"/>
                  </a:lnTo>
                  <a:lnTo>
                    <a:pt x="2651" y="189"/>
                  </a:lnTo>
                  <a:lnTo>
                    <a:pt x="271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8" name="ph5768"/>
            <p:cNvSpPr/>
            <p:nvPr/>
          </p:nvSpPr>
          <p:spPr>
            <a:xfrm>
              <a:off x="7477935" y="3000138"/>
              <a:ext cx="43541" cy="52047"/>
            </a:xfrm>
            <a:custGeom>
              <a:avLst/>
              <a:pathLst>
                <a:path w="43541" h="52047">
                  <a:moveTo>
                    <a:pt x="37742" y="12015"/>
                  </a:moveTo>
                  <a:lnTo>
                    <a:pt x="42698" y="22468"/>
                  </a:lnTo>
                  <a:lnTo>
                    <a:pt x="43541" y="25181"/>
                  </a:lnTo>
                  <a:lnTo>
                    <a:pt x="43358" y="28215"/>
                  </a:lnTo>
                  <a:lnTo>
                    <a:pt x="37875" y="25530"/>
                  </a:lnTo>
                  <a:lnTo>
                    <a:pt x="31339" y="28600"/>
                  </a:lnTo>
                  <a:lnTo>
                    <a:pt x="28691" y="34440"/>
                  </a:lnTo>
                  <a:lnTo>
                    <a:pt x="24836" y="40214"/>
                  </a:lnTo>
                  <a:lnTo>
                    <a:pt x="17442" y="40499"/>
                  </a:lnTo>
                  <a:lnTo>
                    <a:pt x="17091" y="42931"/>
                  </a:lnTo>
                  <a:lnTo>
                    <a:pt x="14549" y="45266"/>
                  </a:lnTo>
                  <a:lnTo>
                    <a:pt x="12534" y="44565"/>
                  </a:lnTo>
                  <a:lnTo>
                    <a:pt x="9989" y="45915"/>
                  </a:lnTo>
                  <a:lnTo>
                    <a:pt x="9577" y="48606"/>
                  </a:lnTo>
                  <a:lnTo>
                    <a:pt x="12098" y="51278"/>
                  </a:lnTo>
                  <a:lnTo>
                    <a:pt x="10756" y="52047"/>
                  </a:lnTo>
                  <a:lnTo>
                    <a:pt x="8346" y="50265"/>
                  </a:lnTo>
                  <a:lnTo>
                    <a:pt x="6851" y="48050"/>
                  </a:lnTo>
                  <a:lnTo>
                    <a:pt x="419" y="46884"/>
                  </a:lnTo>
                  <a:lnTo>
                    <a:pt x="0" y="42140"/>
                  </a:lnTo>
                  <a:lnTo>
                    <a:pt x="2541" y="35275"/>
                  </a:lnTo>
                  <a:lnTo>
                    <a:pt x="5093" y="31002"/>
                  </a:lnTo>
                  <a:lnTo>
                    <a:pt x="3182" y="27917"/>
                  </a:lnTo>
                  <a:lnTo>
                    <a:pt x="4804" y="27952"/>
                  </a:lnTo>
                  <a:lnTo>
                    <a:pt x="10385" y="25542"/>
                  </a:lnTo>
                  <a:lnTo>
                    <a:pt x="10655" y="24890"/>
                  </a:lnTo>
                  <a:lnTo>
                    <a:pt x="9790" y="23959"/>
                  </a:lnTo>
                  <a:lnTo>
                    <a:pt x="12834" y="23002"/>
                  </a:lnTo>
                  <a:lnTo>
                    <a:pt x="17111" y="19230"/>
                  </a:lnTo>
                  <a:lnTo>
                    <a:pt x="21163" y="17675"/>
                  </a:lnTo>
                  <a:lnTo>
                    <a:pt x="24015" y="12775"/>
                  </a:lnTo>
                  <a:lnTo>
                    <a:pt x="26460" y="7732"/>
                  </a:lnTo>
                  <a:lnTo>
                    <a:pt x="2744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9" name="ph5769"/>
            <p:cNvSpPr/>
            <p:nvPr/>
          </p:nvSpPr>
          <p:spPr>
            <a:xfrm>
              <a:off x="7458275" y="3030344"/>
              <a:ext cx="20080" cy="18036"/>
            </a:xfrm>
            <a:custGeom>
              <a:avLst/>
              <a:pathLst>
                <a:path w="20080" h="18036">
                  <a:moveTo>
                    <a:pt x="6290" y="2117"/>
                  </a:moveTo>
                  <a:lnTo>
                    <a:pt x="10521" y="4210"/>
                  </a:lnTo>
                  <a:lnTo>
                    <a:pt x="14761" y="7739"/>
                  </a:lnTo>
                  <a:lnTo>
                    <a:pt x="15014" y="10904"/>
                  </a:lnTo>
                  <a:lnTo>
                    <a:pt x="17892" y="13242"/>
                  </a:lnTo>
                  <a:lnTo>
                    <a:pt x="19660" y="11934"/>
                  </a:lnTo>
                  <a:lnTo>
                    <a:pt x="20080" y="16678"/>
                  </a:lnTo>
                  <a:lnTo>
                    <a:pt x="18883" y="18036"/>
                  </a:lnTo>
                  <a:lnTo>
                    <a:pt x="14606" y="16847"/>
                  </a:lnTo>
                  <a:lnTo>
                    <a:pt x="9393" y="13895"/>
                  </a:lnTo>
                  <a:lnTo>
                    <a:pt x="9159" y="13007"/>
                  </a:lnTo>
                  <a:lnTo>
                    <a:pt x="0" y="9548"/>
                  </a:lnTo>
                  <a:lnTo>
                    <a:pt x="247" y="5851"/>
                  </a:lnTo>
                  <a:lnTo>
                    <a:pt x="2912" y="5194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0" name="ph5770"/>
            <p:cNvSpPr/>
            <p:nvPr/>
          </p:nvSpPr>
          <p:spPr>
            <a:xfrm>
              <a:off x="7425291" y="3106149"/>
              <a:ext cx="16786" cy="9521"/>
            </a:xfrm>
            <a:custGeom>
              <a:avLst/>
              <a:pathLst>
                <a:path w="16786" h="9521">
                  <a:moveTo>
                    <a:pt x="10260" y="0"/>
                  </a:moveTo>
                  <a:lnTo>
                    <a:pt x="16786" y="2889"/>
                  </a:lnTo>
                  <a:lnTo>
                    <a:pt x="15510" y="5281"/>
                  </a:lnTo>
                  <a:lnTo>
                    <a:pt x="10992" y="7896"/>
                  </a:lnTo>
                  <a:lnTo>
                    <a:pt x="10926" y="8979"/>
                  </a:lnTo>
                  <a:lnTo>
                    <a:pt x="3523" y="9521"/>
                  </a:lnTo>
                  <a:lnTo>
                    <a:pt x="656" y="8155"/>
                  </a:lnTo>
                  <a:lnTo>
                    <a:pt x="0" y="5203"/>
                  </a:lnTo>
                  <a:lnTo>
                    <a:pt x="7290" y="121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1" name="ph5771"/>
            <p:cNvSpPr/>
            <p:nvPr/>
          </p:nvSpPr>
          <p:spPr>
            <a:xfrm>
              <a:off x="7494876" y="3114637"/>
              <a:ext cx="20441" cy="13692"/>
            </a:xfrm>
            <a:custGeom>
              <a:avLst/>
              <a:pathLst>
                <a:path w="20441" h="13692">
                  <a:moveTo>
                    <a:pt x="11425" y="180"/>
                  </a:moveTo>
                  <a:lnTo>
                    <a:pt x="12930" y="1715"/>
                  </a:lnTo>
                  <a:lnTo>
                    <a:pt x="14526" y="1033"/>
                  </a:lnTo>
                  <a:lnTo>
                    <a:pt x="19764" y="268"/>
                  </a:lnTo>
                  <a:lnTo>
                    <a:pt x="20441" y="2653"/>
                  </a:lnTo>
                  <a:lnTo>
                    <a:pt x="19766" y="8072"/>
                  </a:lnTo>
                  <a:lnTo>
                    <a:pt x="17565" y="7126"/>
                  </a:lnTo>
                  <a:lnTo>
                    <a:pt x="11166" y="10020"/>
                  </a:lnTo>
                  <a:lnTo>
                    <a:pt x="11325" y="11270"/>
                  </a:lnTo>
                  <a:lnTo>
                    <a:pt x="13638" y="12363"/>
                  </a:lnTo>
                  <a:lnTo>
                    <a:pt x="4510" y="13692"/>
                  </a:lnTo>
                  <a:lnTo>
                    <a:pt x="3943" y="10060"/>
                  </a:lnTo>
                  <a:lnTo>
                    <a:pt x="4694" y="8790"/>
                  </a:lnTo>
                  <a:lnTo>
                    <a:pt x="4348" y="5037"/>
                  </a:lnTo>
                  <a:lnTo>
                    <a:pt x="3342" y="4333"/>
                  </a:lnTo>
                  <a:lnTo>
                    <a:pt x="1385" y="4801"/>
                  </a:lnTo>
                  <a:lnTo>
                    <a:pt x="0" y="2446"/>
                  </a:lnTo>
                  <a:lnTo>
                    <a:pt x="328" y="1026"/>
                  </a:lnTo>
                  <a:lnTo>
                    <a:pt x="939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2" name="ph5772"/>
            <p:cNvSpPr/>
            <p:nvPr/>
          </p:nvSpPr>
          <p:spPr>
            <a:xfrm>
              <a:off x="7408529" y="3151860"/>
              <a:ext cx="17540" cy="21018"/>
            </a:xfrm>
            <a:custGeom>
              <a:avLst/>
              <a:pathLst>
                <a:path w="17540" h="21018">
                  <a:moveTo>
                    <a:pt x="17540" y="1398"/>
                  </a:moveTo>
                  <a:lnTo>
                    <a:pt x="15283" y="4384"/>
                  </a:lnTo>
                  <a:lnTo>
                    <a:pt x="16182" y="5262"/>
                  </a:lnTo>
                  <a:lnTo>
                    <a:pt x="16648" y="9326"/>
                  </a:lnTo>
                  <a:lnTo>
                    <a:pt x="13816" y="16526"/>
                  </a:lnTo>
                  <a:lnTo>
                    <a:pt x="13557" y="18795"/>
                  </a:lnTo>
                  <a:lnTo>
                    <a:pt x="14523" y="19486"/>
                  </a:lnTo>
                  <a:lnTo>
                    <a:pt x="9786" y="21018"/>
                  </a:lnTo>
                  <a:lnTo>
                    <a:pt x="8647" y="18540"/>
                  </a:lnTo>
                  <a:lnTo>
                    <a:pt x="5909" y="15733"/>
                  </a:lnTo>
                  <a:lnTo>
                    <a:pt x="2511" y="15994"/>
                  </a:lnTo>
                  <a:lnTo>
                    <a:pt x="759" y="14393"/>
                  </a:lnTo>
                  <a:lnTo>
                    <a:pt x="0" y="10426"/>
                  </a:lnTo>
                  <a:lnTo>
                    <a:pt x="2075" y="4080"/>
                  </a:lnTo>
                  <a:lnTo>
                    <a:pt x="2740" y="3715"/>
                  </a:lnTo>
                  <a:lnTo>
                    <a:pt x="9149" y="2511"/>
                  </a:lnTo>
                  <a:lnTo>
                    <a:pt x="1524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3" name="ph5773"/>
            <p:cNvSpPr/>
            <p:nvPr/>
          </p:nvSpPr>
          <p:spPr>
            <a:xfrm>
              <a:off x="7785723" y="3227136"/>
              <a:ext cx="22050" cy="27203"/>
            </a:xfrm>
            <a:custGeom>
              <a:avLst/>
              <a:pathLst>
                <a:path w="22050" h="27203">
                  <a:moveTo>
                    <a:pt x="13940" y="3247"/>
                  </a:moveTo>
                  <a:lnTo>
                    <a:pt x="10846" y="4440"/>
                  </a:lnTo>
                  <a:lnTo>
                    <a:pt x="12238" y="6023"/>
                  </a:lnTo>
                  <a:lnTo>
                    <a:pt x="15982" y="5485"/>
                  </a:lnTo>
                  <a:lnTo>
                    <a:pt x="19102" y="6832"/>
                  </a:lnTo>
                  <a:lnTo>
                    <a:pt x="19066" y="11706"/>
                  </a:lnTo>
                  <a:lnTo>
                    <a:pt x="22050" y="13351"/>
                  </a:lnTo>
                  <a:lnTo>
                    <a:pt x="19637" y="19701"/>
                  </a:lnTo>
                  <a:lnTo>
                    <a:pt x="15993" y="25823"/>
                  </a:lnTo>
                  <a:lnTo>
                    <a:pt x="13987" y="27203"/>
                  </a:lnTo>
                  <a:lnTo>
                    <a:pt x="3075" y="24428"/>
                  </a:lnTo>
                  <a:lnTo>
                    <a:pt x="3262" y="22610"/>
                  </a:lnTo>
                  <a:lnTo>
                    <a:pt x="0" y="15021"/>
                  </a:lnTo>
                  <a:lnTo>
                    <a:pt x="3930" y="11719"/>
                  </a:lnTo>
                  <a:lnTo>
                    <a:pt x="6326" y="6188"/>
                  </a:lnTo>
                  <a:lnTo>
                    <a:pt x="6355" y="5262"/>
                  </a:lnTo>
                  <a:lnTo>
                    <a:pt x="3922" y="4417"/>
                  </a:lnTo>
                  <a:lnTo>
                    <a:pt x="5816" y="2673"/>
                  </a:lnTo>
                  <a:lnTo>
                    <a:pt x="703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4" name="ph5774"/>
            <p:cNvSpPr/>
            <p:nvPr/>
          </p:nvSpPr>
          <p:spPr>
            <a:xfrm>
              <a:off x="7447582" y="3169331"/>
              <a:ext cx="13719" cy="12730"/>
            </a:xfrm>
            <a:custGeom>
              <a:avLst/>
              <a:pathLst>
                <a:path w="13719" h="12730">
                  <a:moveTo>
                    <a:pt x="11268" y="406"/>
                  </a:moveTo>
                  <a:lnTo>
                    <a:pt x="12992" y="4795"/>
                  </a:lnTo>
                  <a:lnTo>
                    <a:pt x="13719" y="9847"/>
                  </a:lnTo>
                  <a:lnTo>
                    <a:pt x="12949" y="11415"/>
                  </a:lnTo>
                  <a:lnTo>
                    <a:pt x="8547" y="12730"/>
                  </a:lnTo>
                  <a:lnTo>
                    <a:pt x="2328" y="10998"/>
                  </a:lnTo>
                  <a:lnTo>
                    <a:pt x="0" y="8812"/>
                  </a:lnTo>
                  <a:lnTo>
                    <a:pt x="6340" y="4950"/>
                  </a:lnTo>
                  <a:lnTo>
                    <a:pt x="8282" y="2780"/>
                  </a:lnTo>
                  <a:lnTo>
                    <a:pt x="10498" y="2279"/>
                  </a:lnTo>
                  <a:lnTo>
                    <a:pt x="7821" y="736"/>
                  </a:lnTo>
                  <a:lnTo>
                    <a:pt x="1008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5" name="ph5775"/>
            <p:cNvSpPr/>
            <p:nvPr/>
          </p:nvSpPr>
          <p:spPr>
            <a:xfrm>
              <a:off x="7591734" y="3162702"/>
              <a:ext cx="23727" cy="24860"/>
            </a:xfrm>
            <a:custGeom>
              <a:avLst/>
              <a:pathLst>
                <a:path w="23727" h="24860">
                  <a:moveTo>
                    <a:pt x="7137" y="0"/>
                  </a:moveTo>
                  <a:lnTo>
                    <a:pt x="7861" y="310"/>
                  </a:lnTo>
                  <a:lnTo>
                    <a:pt x="10630" y="2307"/>
                  </a:lnTo>
                  <a:lnTo>
                    <a:pt x="13006" y="9808"/>
                  </a:lnTo>
                  <a:lnTo>
                    <a:pt x="16652" y="13166"/>
                  </a:lnTo>
                  <a:lnTo>
                    <a:pt x="15789" y="14359"/>
                  </a:lnTo>
                  <a:lnTo>
                    <a:pt x="16744" y="15545"/>
                  </a:lnTo>
                  <a:lnTo>
                    <a:pt x="20969" y="15708"/>
                  </a:lnTo>
                  <a:lnTo>
                    <a:pt x="22043" y="17063"/>
                  </a:lnTo>
                  <a:lnTo>
                    <a:pt x="23727" y="19920"/>
                  </a:lnTo>
                  <a:lnTo>
                    <a:pt x="23079" y="21502"/>
                  </a:lnTo>
                  <a:lnTo>
                    <a:pt x="21773" y="22632"/>
                  </a:lnTo>
                  <a:lnTo>
                    <a:pt x="18564" y="22086"/>
                  </a:lnTo>
                  <a:lnTo>
                    <a:pt x="14657" y="24860"/>
                  </a:lnTo>
                  <a:lnTo>
                    <a:pt x="11982" y="24811"/>
                  </a:lnTo>
                  <a:lnTo>
                    <a:pt x="8452" y="22861"/>
                  </a:lnTo>
                  <a:lnTo>
                    <a:pt x="7537" y="20306"/>
                  </a:lnTo>
                  <a:lnTo>
                    <a:pt x="8240" y="15800"/>
                  </a:lnTo>
                  <a:lnTo>
                    <a:pt x="0" y="7538"/>
                  </a:lnTo>
                  <a:lnTo>
                    <a:pt x="1160" y="4043"/>
                  </a:lnTo>
                  <a:lnTo>
                    <a:pt x="2720" y="197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6" name="ph5776"/>
            <p:cNvSpPr/>
            <p:nvPr/>
          </p:nvSpPr>
          <p:spPr>
            <a:xfrm>
              <a:off x="7349992" y="2935274"/>
              <a:ext cx="24070" cy="32326"/>
            </a:xfrm>
            <a:custGeom>
              <a:avLst/>
              <a:pathLst>
                <a:path w="24070" h="32326">
                  <a:moveTo>
                    <a:pt x="6819" y="584"/>
                  </a:moveTo>
                  <a:lnTo>
                    <a:pt x="8161" y="3266"/>
                  </a:lnTo>
                  <a:lnTo>
                    <a:pt x="14572" y="6197"/>
                  </a:lnTo>
                  <a:lnTo>
                    <a:pt x="13621" y="8933"/>
                  </a:lnTo>
                  <a:lnTo>
                    <a:pt x="17415" y="13194"/>
                  </a:lnTo>
                  <a:lnTo>
                    <a:pt x="19270" y="14063"/>
                  </a:lnTo>
                  <a:lnTo>
                    <a:pt x="21225" y="13174"/>
                  </a:lnTo>
                  <a:lnTo>
                    <a:pt x="23762" y="13579"/>
                  </a:lnTo>
                  <a:lnTo>
                    <a:pt x="20491" y="19398"/>
                  </a:lnTo>
                  <a:lnTo>
                    <a:pt x="19768" y="23625"/>
                  </a:lnTo>
                  <a:lnTo>
                    <a:pt x="20744" y="24896"/>
                  </a:lnTo>
                  <a:lnTo>
                    <a:pt x="22383" y="25166"/>
                  </a:lnTo>
                  <a:lnTo>
                    <a:pt x="23137" y="24534"/>
                  </a:lnTo>
                  <a:lnTo>
                    <a:pt x="24070" y="27590"/>
                  </a:lnTo>
                  <a:lnTo>
                    <a:pt x="19664" y="30751"/>
                  </a:lnTo>
                  <a:lnTo>
                    <a:pt x="18165" y="32282"/>
                  </a:lnTo>
                  <a:lnTo>
                    <a:pt x="16753" y="32326"/>
                  </a:lnTo>
                  <a:lnTo>
                    <a:pt x="14244" y="28158"/>
                  </a:lnTo>
                  <a:lnTo>
                    <a:pt x="12038" y="27930"/>
                  </a:lnTo>
                  <a:lnTo>
                    <a:pt x="11054" y="25423"/>
                  </a:lnTo>
                  <a:lnTo>
                    <a:pt x="11239" y="19652"/>
                  </a:lnTo>
                  <a:lnTo>
                    <a:pt x="10322" y="17486"/>
                  </a:lnTo>
                  <a:lnTo>
                    <a:pt x="6711" y="16892"/>
                  </a:lnTo>
                  <a:lnTo>
                    <a:pt x="2852" y="13225"/>
                  </a:lnTo>
                  <a:lnTo>
                    <a:pt x="2409" y="10477"/>
                  </a:lnTo>
                  <a:lnTo>
                    <a:pt x="0" y="10257"/>
                  </a:lnTo>
                  <a:lnTo>
                    <a:pt x="1931" y="4871"/>
                  </a:lnTo>
                  <a:lnTo>
                    <a:pt x="3633" y="833"/>
                  </a:lnTo>
                  <a:lnTo>
                    <a:pt x="458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7" name="ph5777"/>
            <p:cNvSpPr/>
            <p:nvPr/>
          </p:nvSpPr>
          <p:spPr>
            <a:xfrm>
              <a:off x="7556703" y="3192990"/>
              <a:ext cx="52025" cy="40462"/>
            </a:xfrm>
            <a:custGeom>
              <a:avLst/>
              <a:pathLst>
                <a:path w="52025" h="40462">
                  <a:moveTo>
                    <a:pt x="33862" y="394"/>
                  </a:moveTo>
                  <a:lnTo>
                    <a:pt x="36193" y="3009"/>
                  </a:lnTo>
                  <a:lnTo>
                    <a:pt x="34972" y="6977"/>
                  </a:lnTo>
                  <a:lnTo>
                    <a:pt x="37026" y="7377"/>
                  </a:lnTo>
                  <a:lnTo>
                    <a:pt x="40523" y="7597"/>
                  </a:lnTo>
                  <a:lnTo>
                    <a:pt x="48845" y="5545"/>
                  </a:lnTo>
                  <a:lnTo>
                    <a:pt x="50027" y="3355"/>
                  </a:lnTo>
                  <a:lnTo>
                    <a:pt x="50251" y="10988"/>
                  </a:lnTo>
                  <a:lnTo>
                    <a:pt x="52025" y="14466"/>
                  </a:lnTo>
                  <a:lnTo>
                    <a:pt x="49512" y="12757"/>
                  </a:lnTo>
                  <a:lnTo>
                    <a:pt x="42753" y="12439"/>
                  </a:lnTo>
                  <a:lnTo>
                    <a:pt x="41469" y="14287"/>
                  </a:lnTo>
                  <a:lnTo>
                    <a:pt x="42238" y="16967"/>
                  </a:lnTo>
                  <a:lnTo>
                    <a:pt x="41801" y="18511"/>
                  </a:lnTo>
                  <a:lnTo>
                    <a:pt x="37882" y="20296"/>
                  </a:lnTo>
                  <a:lnTo>
                    <a:pt x="35174" y="20120"/>
                  </a:lnTo>
                  <a:lnTo>
                    <a:pt x="33842" y="20810"/>
                  </a:lnTo>
                  <a:lnTo>
                    <a:pt x="33347" y="21642"/>
                  </a:lnTo>
                  <a:lnTo>
                    <a:pt x="34135" y="23674"/>
                  </a:lnTo>
                  <a:lnTo>
                    <a:pt x="33185" y="24215"/>
                  </a:lnTo>
                  <a:lnTo>
                    <a:pt x="29660" y="23739"/>
                  </a:lnTo>
                  <a:lnTo>
                    <a:pt x="28484" y="24962"/>
                  </a:lnTo>
                  <a:lnTo>
                    <a:pt x="24384" y="23940"/>
                  </a:lnTo>
                  <a:lnTo>
                    <a:pt x="24020" y="25618"/>
                  </a:lnTo>
                  <a:lnTo>
                    <a:pt x="25880" y="30952"/>
                  </a:lnTo>
                  <a:lnTo>
                    <a:pt x="25624" y="32093"/>
                  </a:lnTo>
                  <a:lnTo>
                    <a:pt x="22584" y="32822"/>
                  </a:lnTo>
                  <a:lnTo>
                    <a:pt x="21895" y="29545"/>
                  </a:lnTo>
                  <a:lnTo>
                    <a:pt x="20397" y="28652"/>
                  </a:lnTo>
                  <a:lnTo>
                    <a:pt x="18891" y="28825"/>
                  </a:lnTo>
                  <a:lnTo>
                    <a:pt x="17849" y="30277"/>
                  </a:lnTo>
                  <a:lnTo>
                    <a:pt x="17721" y="34076"/>
                  </a:lnTo>
                  <a:lnTo>
                    <a:pt x="13047" y="36242"/>
                  </a:lnTo>
                  <a:lnTo>
                    <a:pt x="9492" y="35862"/>
                  </a:lnTo>
                  <a:lnTo>
                    <a:pt x="8343" y="37334"/>
                  </a:lnTo>
                  <a:lnTo>
                    <a:pt x="8114" y="39260"/>
                  </a:lnTo>
                  <a:lnTo>
                    <a:pt x="3947" y="40462"/>
                  </a:lnTo>
                  <a:lnTo>
                    <a:pt x="1139" y="39519"/>
                  </a:lnTo>
                  <a:lnTo>
                    <a:pt x="0" y="38153"/>
                  </a:lnTo>
                  <a:lnTo>
                    <a:pt x="54" y="36119"/>
                  </a:lnTo>
                  <a:lnTo>
                    <a:pt x="2167" y="35631"/>
                  </a:lnTo>
                  <a:lnTo>
                    <a:pt x="1933" y="33455"/>
                  </a:lnTo>
                  <a:lnTo>
                    <a:pt x="1667" y="32939"/>
                  </a:lnTo>
                  <a:lnTo>
                    <a:pt x="4152" y="32430"/>
                  </a:lnTo>
                  <a:lnTo>
                    <a:pt x="6086" y="33503"/>
                  </a:lnTo>
                  <a:lnTo>
                    <a:pt x="12139" y="31914"/>
                  </a:lnTo>
                  <a:lnTo>
                    <a:pt x="14628" y="29287"/>
                  </a:lnTo>
                  <a:lnTo>
                    <a:pt x="16093" y="23890"/>
                  </a:lnTo>
                  <a:lnTo>
                    <a:pt x="11381" y="14606"/>
                  </a:lnTo>
                  <a:lnTo>
                    <a:pt x="17785" y="8092"/>
                  </a:lnTo>
                  <a:lnTo>
                    <a:pt x="20328" y="7838"/>
                  </a:lnTo>
                  <a:lnTo>
                    <a:pt x="20348" y="6190"/>
                  </a:lnTo>
                  <a:lnTo>
                    <a:pt x="23993" y="916"/>
                  </a:lnTo>
                  <a:lnTo>
                    <a:pt x="30263" y="628"/>
                  </a:lnTo>
                  <a:lnTo>
                    <a:pt x="3052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8" name="ph5778"/>
            <p:cNvSpPr/>
            <p:nvPr/>
          </p:nvSpPr>
          <p:spPr>
            <a:xfrm>
              <a:off x="7343293" y="2816721"/>
              <a:ext cx="25165" cy="14383"/>
            </a:xfrm>
            <a:custGeom>
              <a:avLst/>
              <a:pathLst>
                <a:path w="25165" h="14383">
                  <a:moveTo>
                    <a:pt x="22937" y="4275"/>
                  </a:moveTo>
                  <a:lnTo>
                    <a:pt x="25012" y="986"/>
                  </a:lnTo>
                  <a:lnTo>
                    <a:pt x="25165" y="8361"/>
                  </a:lnTo>
                  <a:lnTo>
                    <a:pt x="21544" y="10090"/>
                  </a:lnTo>
                  <a:lnTo>
                    <a:pt x="17965" y="9772"/>
                  </a:lnTo>
                  <a:lnTo>
                    <a:pt x="16210" y="10650"/>
                  </a:lnTo>
                  <a:lnTo>
                    <a:pt x="14729" y="7292"/>
                  </a:lnTo>
                  <a:lnTo>
                    <a:pt x="13055" y="9171"/>
                  </a:lnTo>
                  <a:lnTo>
                    <a:pt x="14602" y="10157"/>
                  </a:lnTo>
                  <a:lnTo>
                    <a:pt x="14106" y="12296"/>
                  </a:lnTo>
                  <a:lnTo>
                    <a:pt x="9412" y="14383"/>
                  </a:lnTo>
                  <a:lnTo>
                    <a:pt x="5583" y="10883"/>
                  </a:lnTo>
                  <a:lnTo>
                    <a:pt x="1915" y="4394"/>
                  </a:lnTo>
                  <a:lnTo>
                    <a:pt x="0" y="4290"/>
                  </a:lnTo>
                  <a:lnTo>
                    <a:pt x="1767" y="312"/>
                  </a:lnTo>
                  <a:lnTo>
                    <a:pt x="2657" y="2252"/>
                  </a:lnTo>
                  <a:lnTo>
                    <a:pt x="7319" y="3598"/>
                  </a:lnTo>
                  <a:lnTo>
                    <a:pt x="11215" y="2462"/>
                  </a:lnTo>
                  <a:lnTo>
                    <a:pt x="11265" y="651"/>
                  </a:lnTo>
                  <a:lnTo>
                    <a:pt x="1278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9" name="ph5779"/>
            <p:cNvSpPr/>
            <p:nvPr/>
          </p:nvSpPr>
          <p:spPr>
            <a:xfrm>
              <a:off x="7457043" y="3128091"/>
              <a:ext cx="17111" cy="23121"/>
            </a:xfrm>
            <a:custGeom>
              <a:avLst/>
              <a:pathLst>
                <a:path w="17111" h="23121">
                  <a:moveTo>
                    <a:pt x="12284" y="0"/>
                  </a:moveTo>
                  <a:lnTo>
                    <a:pt x="15365" y="2266"/>
                  </a:lnTo>
                  <a:lnTo>
                    <a:pt x="16270" y="10150"/>
                  </a:lnTo>
                  <a:lnTo>
                    <a:pt x="12832" y="12368"/>
                  </a:lnTo>
                  <a:lnTo>
                    <a:pt x="16811" y="15368"/>
                  </a:lnTo>
                  <a:lnTo>
                    <a:pt x="17111" y="18598"/>
                  </a:lnTo>
                  <a:lnTo>
                    <a:pt x="15670" y="17771"/>
                  </a:lnTo>
                  <a:lnTo>
                    <a:pt x="13619" y="20042"/>
                  </a:lnTo>
                  <a:lnTo>
                    <a:pt x="15110" y="22850"/>
                  </a:lnTo>
                  <a:lnTo>
                    <a:pt x="12218" y="22871"/>
                  </a:lnTo>
                  <a:lnTo>
                    <a:pt x="8669" y="21126"/>
                  </a:lnTo>
                  <a:lnTo>
                    <a:pt x="6778" y="23121"/>
                  </a:lnTo>
                  <a:lnTo>
                    <a:pt x="4257" y="22056"/>
                  </a:lnTo>
                  <a:lnTo>
                    <a:pt x="3946" y="21103"/>
                  </a:lnTo>
                  <a:lnTo>
                    <a:pt x="2907" y="19260"/>
                  </a:lnTo>
                  <a:lnTo>
                    <a:pt x="29" y="18237"/>
                  </a:lnTo>
                  <a:lnTo>
                    <a:pt x="0" y="16498"/>
                  </a:lnTo>
                  <a:lnTo>
                    <a:pt x="1345" y="14298"/>
                  </a:lnTo>
                  <a:lnTo>
                    <a:pt x="8730" y="11350"/>
                  </a:lnTo>
                  <a:lnTo>
                    <a:pt x="9165" y="9947"/>
                  </a:lnTo>
                  <a:lnTo>
                    <a:pt x="6456" y="6765"/>
                  </a:lnTo>
                  <a:lnTo>
                    <a:pt x="9847" y="50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0" name="ph5780"/>
            <p:cNvSpPr/>
            <p:nvPr/>
          </p:nvSpPr>
          <p:spPr>
            <a:xfrm>
              <a:off x="7464565" y="3029110"/>
              <a:ext cx="6271" cy="5443"/>
            </a:xfrm>
            <a:custGeom>
              <a:avLst/>
              <a:pathLst>
                <a:path w="6271" h="5443">
                  <a:moveTo>
                    <a:pt x="3598" y="0"/>
                  </a:moveTo>
                  <a:lnTo>
                    <a:pt x="6271" y="1962"/>
                  </a:lnTo>
                  <a:lnTo>
                    <a:pt x="4231" y="5443"/>
                  </a:lnTo>
                  <a:lnTo>
                    <a:pt x="0" y="3351"/>
                  </a:lnTo>
                  <a:lnTo>
                    <a:pt x="983" y="85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1" name="ph5781"/>
            <p:cNvSpPr/>
            <p:nvPr/>
          </p:nvSpPr>
          <p:spPr>
            <a:xfrm>
              <a:off x="7435470" y="3041659"/>
              <a:ext cx="13263" cy="15415"/>
            </a:xfrm>
            <a:custGeom>
              <a:avLst/>
              <a:pathLst>
                <a:path w="13263" h="15415">
                  <a:moveTo>
                    <a:pt x="8295" y="0"/>
                  </a:moveTo>
                  <a:lnTo>
                    <a:pt x="12273" y="982"/>
                  </a:lnTo>
                  <a:lnTo>
                    <a:pt x="13263" y="6029"/>
                  </a:lnTo>
                  <a:lnTo>
                    <a:pt x="11260" y="13512"/>
                  </a:lnTo>
                  <a:lnTo>
                    <a:pt x="9095" y="15415"/>
                  </a:lnTo>
                  <a:lnTo>
                    <a:pt x="4603" y="14525"/>
                  </a:lnTo>
                  <a:lnTo>
                    <a:pt x="1480" y="12528"/>
                  </a:lnTo>
                  <a:lnTo>
                    <a:pt x="0" y="12789"/>
                  </a:lnTo>
                  <a:lnTo>
                    <a:pt x="423" y="10467"/>
                  </a:lnTo>
                  <a:lnTo>
                    <a:pt x="1548" y="9920"/>
                  </a:lnTo>
                  <a:lnTo>
                    <a:pt x="1431" y="556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2" name="ph5782"/>
            <p:cNvSpPr/>
            <p:nvPr/>
          </p:nvSpPr>
          <p:spPr>
            <a:xfrm>
              <a:off x="7673427" y="3225432"/>
              <a:ext cx="52324" cy="28797"/>
            </a:xfrm>
            <a:custGeom>
              <a:avLst/>
              <a:pathLst>
                <a:path w="52324" h="28797">
                  <a:moveTo>
                    <a:pt x="33625" y="2132"/>
                  </a:moveTo>
                  <a:lnTo>
                    <a:pt x="34054" y="4875"/>
                  </a:lnTo>
                  <a:lnTo>
                    <a:pt x="40352" y="0"/>
                  </a:lnTo>
                  <a:lnTo>
                    <a:pt x="42226" y="755"/>
                  </a:lnTo>
                  <a:lnTo>
                    <a:pt x="45405" y="3300"/>
                  </a:lnTo>
                  <a:lnTo>
                    <a:pt x="48787" y="9539"/>
                  </a:lnTo>
                  <a:lnTo>
                    <a:pt x="50691" y="11142"/>
                  </a:lnTo>
                  <a:lnTo>
                    <a:pt x="49275" y="13522"/>
                  </a:lnTo>
                  <a:lnTo>
                    <a:pt x="52324" y="18805"/>
                  </a:lnTo>
                  <a:lnTo>
                    <a:pt x="46662" y="18978"/>
                  </a:lnTo>
                  <a:lnTo>
                    <a:pt x="44684" y="22138"/>
                  </a:lnTo>
                  <a:lnTo>
                    <a:pt x="45424" y="23667"/>
                  </a:lnTo>
                  <a:lnTo>
                    <a:pt x="47489" y="24475"/>
                  </a:lnTo>
                  <a:lnTo>
                    <a:pt x="42691" y="28797"/>
                  </a:lnTo>
                  <a:lnTo>
                    <a:pt x="32930" y="28161"/>
                  </a:lnTo>
                  <a:lnTo>
                    <a:pt x="32491" y="26281"/>
                  </a:lnTo>
                  <a:lnTo>
                    <a:pt x="26267" y="22640"/>
                  </a:lnTo>
                  <a:lnTo>
                    <a:pt x="21412" y="23080"/>
                  </a:lnTo>
                  <a:lnTo>
                    <a:pt x="19307" y="25143"/>
                  </a:lnTo>
                  <a:lnTo>
                    <a:pt x="15511" y="27208"/>
                  </a:lnTo>
                  <a:lnTo>
                    <a:pt x="12522" y="25426"/>
                  </a:lnTo>
                  <a:lnTo>
                    <a:pt x="12385" y="22390"/>
                  </a:lnTo>
                  <a:lnTo>
                    <a:pt x="8898" y="22017"/>
                  </a:lnTo>
                  <a:lnTo>
                    <a:pt x="0" y="4260"/>
                  </a:lnTo>
                  <a:lnTo>
                    <a:pt x="3466" y="5498"/>
                  </a:lnTo>
                  <a:lnTo>
                    <a:pt x="8729" y="10667"/>
                  </a:lnTo>
                  <a:lnTo>
                    <a:pt x="12570" y="9528"/>
                  </a:lnTo>
                  <a:lnTo>
                    <a:pt x="17448" y="2129"/>
                  </a:lnTo>
                  <a:lnTo>
                    <a:pt x="24704" y="472"/>
                  </a:lnTo>
                  <a:lnTo>
                    <a:pt x="29872" y="238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3" name="ph5783"/>
            <p:cNvSpPr/>
            <p:nvPr/>
          </p:nvSpPr>
          <p:spPr>
            <a:xfrm>
              <a:off x="7745406" y="3239849"/>
              <a:ext cx="5182" cy="7415"/>
            </a:xfrm>
            <a:custGeom>
              <a:avLst/>
              <a:pathLst>
                <a:path w="5182" h="7415">
                  <a:moveTo>
                    <a:pt x="5073" y="6037"/>
                  </a:moveTo>
                  <a:lnTo>
                    <a:pt x="2370" y="7415"/>
                  </a:lnTo>
                  <a:lnTo>
                    <a:pt x="271" y="4821"/>
                  </a:lnTo>
                  <a:lnTo>
                    <a:pt x="0" y="2213"/>
                  </a:lnTo>
                  <a:lnTo>
                    <a:pt x="59" y="1908"/>
                  </a:lnTo>
                  <a:lnTo>
                    <a:pt x="73" y="1704"/>
                  </a:lnTo>
                  <a:lnTo>
                    <a:pt x="518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4" name="ph5784"/>
            <p:cNvSpPr/>
            <p:nvPr/>
          </p:nvSpPr>
          <p:spPr>
            <a:xfrm>
              <a:off x="7416083" y="3117324"/>
              <a:ext cx="24214" cy="18404"/>
            </a:xfrm>
            <a:custGeom>
              <a:avLst/>
              <a:pathLst>
                <a:path w="24214" h="18404">
                  <a:moveTo>
                    <a:pt x="14376" y="5450"/>
                  </a:moveTo>
                  <a:lnTo>
                    <a:pt x="21885" y="8016"/>
                  </a:lnTo>
                  <a:lnTo>
                    <a:pt x="18992" y="10612"/>
                  </a:lnTo>
                  <a:lnTo>
                    <a:pt x="19893" y="13453"/>
                  </a:lnTo>
                  <a:lnTo>
                    <a:pt x="23319" y="14914"/>
                  </a:lnTo>
                  <a:lnTo>
                    <a:pt x="24154" y="16648"/>
                  </a:lnTo>
                  <a:lnTo>
                    <a:pt x="24214" y="17237"/>
                  </a:lnTo>
                  <a:lnTo>
                    <a:pt x="21932" y="18404"/>
                  </a:lnTo>
                  <a:lnTo>
                    <a:pt x="20804" y="15893"/>
                  </a:lnTo>
                  <a:lnTo>
                    <a:pt x="13601" y="12692"/>
                  </a:lnTo>
                  <a:lnTo>
                    <a:pt x="8872" y="11459"/>
                  </a:lnTo>
                  <a:lnTo>
                    <a:pt x="3221" y="14694"/>
                  </a:lnTo>
                  <a:lnTo>
                    <a:pt x="0" y="7845"/>
                  </a:lnTo>
                  <a:lnTo>
                    <a:pt x="1114" y="3668"/>
                  </a:lnTo>
                  <a:lnTo>
                    <a:pt x="1321" y="3459"/>
                  </a:lnTo>
                  <a:lnTo>
                    <a:pt x="4528" y="1330"/>
                  </a:lnTo>
                  <a:lnTo>
                    <a:pt x="7856" y="1124"/>
                  </a:lnTo>
                  <a:lnTo>
                    <a:pt x="1024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5" name="ph5785"/>
            <p:cNvSpPr/>
            <p:nvPr/>
          </p:nvSpPr>
          <p:spPr>
            <a:xfrm>
              <a:off x="7746372" y="3223795"/>
              <a:ext cx="33502" cy="35405"/>
            </a:xfrm>
            <a:custGeom>
              <a:avLst/>
              <a:pathLst>
                <a:path w="33502" h="35405">
                  <a:moveTo>
                    <a:pt x="18756" y="0"/>
                  </a:moveTo>
                  <a:lnTo>
                    <a:pt x="20338" y="515"/>
                  </a:lnTo>
                  <a:lnTo>
                    <a:pt x="20540" y="2700"/>
                  </a:lnTo>
                  <a:lnTo>
                    <a:pt x="23197" y="3225"/>
                  </a:lnTo>
                  <a:lnTo>
                    <a:pt x="26288" y="2481"/>
                  </a:lnTo>
                  <a:lnTo>
                    <a:pt x="29619" y="2865"/>
                  </a:lnTo>
                  <a:lnTo>
                    <a:pt x="30821" y="4747"/>
                  </a:lnTo>
                  <a:lnTo>
                    <a:pt x="32160" y="3996"/>
                  </a:lnTo>
                  <a:lnTo>
                    <a:pt x="33502" y="8219"/>
                  </a:lnTo>
                  <a:lnTo>
                    <a:pt x="32720" y="9968"/>
                  </a:lnTo>
                  <a:lnTo>
                    <a:pt x="28118" y="13368"/>
                  </a:lnTo>
                  <a:lnTo>
                    <a:pt x="24904" y="14630"/>
                  </a:lnTo>
                  <a:lnTo>
                    <a:pt x="23417" y="13967"/>
                  </a:lnTo>
                  <a:lnTo>
                    <a:pt x="22647" y="11938"/>
                  </a:lnTo>
                  <a:lnTo>
                    <a:pt x="23515" y="10371"/>
                  </a:lnTo>
                  <a:lnTo>
                    <a:pt x="20820" y="8450"/>
                  </a:lnTo>
                  <a:lnTo>
                    <a:pt x="16410" y="8413"/>
                  </a:lnTo>
                  <a:lnTo>
                    <a:pt x="13918" y="5463"/>
                  </a:lnTo>
                  <a:lnTo>
                    <a:pt x="12711" y="7260"/>
                  </a:lnTo>
                  <a:lnTo>
                    <a:pt x="13959" y="10840"/>
                  </a:lnTo>
                  <a:lnTo>
                    <a:pt x="13696" y="11063"/>
                  </a:lnTo>
                  <a:lnTo>
                    <a:pt x="14218" y="13339"/>
                  </a:lnTo>
                  <a:lnTo>
                    <a:pt x="17167" y="14253"/>
                  </a:lnTo>
                  <a:lnTo>
                    <a:pt x="12612" y="16933"/>
                  </a:lnTo>
                  <a:lnTo>
                    <a:pt x="11192" y="20252"/>
                  </a:lnTo>
                  <a:lnTo>
                    <a:pt x="13558" y="22330"/>
                  </a:lnTo>
                  <a:lnTo>
                    <a:pt x="15487" y="22919"/>
                  </a:lnTo>
                  <a:lnTo>
                    <a:pt x="15462" y="25509"/>
                  </a:lnTo>
                  <a:lnTo>
                    <a:pt x="13223" y="31303"/>
                  </a:lnTo>
                  <a:lnTo>
                    <a:pt x="8608" y="32671"/>
                  </a:lnTo>
                  <a:lnTo>
                    <a:pt x="5755" y="35405"/>
                  </a:lnTo>
                  <a:lnTo>
                    <a:pt x="2749" y="35134"/>
                  </a:lnTo>
                  <a:lnTo>
                    <a:pt x="214" y="33449"/>
                  </a:lnTo>
                  <a:lnTo>
                    <a:pt x="0" y="29351"/>
                  </a:lnTo>
                  <a:lnTo>
                    <a:pt x="2062" y="24306"/>
                  </a:lnTo>
                  <a:lnTo>
                    <a:pt x="8475" y="28231"/>
                  </a:lnTo>
                  <a:lnTo>
                    <a:pt x="10247" y="26221"/>
                  </a:lnTo>
                  <a:lnTo>
                    <a:pt x="9324" y="24980"/>
                  </a:lnTo>
                  <a:lnTo>
                    <a:pt x="8779" y="22691"/>
                  </a:lnTo>
                  <a:lnTo>
                    <a:pt x="8629" y="22671"/>
                  </a:lnTo>
                  <a:lnTo>
                    <a:pt x="8455" y="22647"/>
                  </a:lnTo>
                  <a:lnTo>
                    <a:pt x="4106" y="22091"/>
                  </a:lnTo>
                  <a:lnTo>
                    <a:pt x="4216" y="16053"/>
                  </a:lnTo>
                  <a:lnTo>
                    <a:pt x="8097" y="13066"/>
                  </a:lnTo>
                  <a:lnTo>
                    <a:pt x="11373" y="6987"/>
                  </a:lnTo>
                  <a:lnTo>
                    <a:pt x="11647" y="6033"/>
                  </a:lnTo>
                  <a:lnTo>
                    <a:pt x="10819" y="5335"/>
                  </a:lnTo>
                  <a:lnTo>
                    <a:pt x="11812" y="196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6" name="ph5786"/>
            <p:cNvSpPr/>
            <p:nvPr/>
          </p:nvSpPr>
          <p:spPr>
            <a:xfrm>
              <a:off x="7730113" y="3227151"/>
              <a:ext cx="27906" cy="14402"/>
            </a:xfrm>
            <a:custGeom>
              <a:avLst/>
              <a:pathLst>
                <a:path w="27906" h="14402">
                  <a:moveTo>
                    <a:pt x="16782" y="2848"/>
                  </a:moveTo>
                  <a:lnTo>
                    <a:pt x="21857" y="2675"/>
                  </a:lnTo>
                  <a:lnTo>
                    <a:pt x="25053" y="884"/>
                  </a:lnTo>
                  <a:lnTo>
                    <a:pt x="27078" y="1979"/>
                  </a:lnTo>
                  <a:lnTo>
                    <a:pt x="27906" y="2677"/>
                  </a:lnTo>
                  <a:lnTo>
                    <a:pt x="27633" y="3631"/>
                  </a:lnTo>
                  <a:lnTo>
                    <a:pt x="24356" y="9710"/>
                  </a:lnTo>
                  <a:lnTo>
                    <a:pt x="20475" y="12697"/>
                  </a:lnTo>
                  <a:lnTo>
                    <a:pt x="15366" y="14402"/>
                  </a:lnTo>
                  <a:lnTo>
                    <a:pt x="13654" y="13115"/>
                  </a:lnTo>
                  <a:lnTo>
                    <a:pt x="5522" y="12279"/>
                  </a:lnTo>
                  <a:lnTo>
                    <a:pt x="0" y="9343"/>
                  </a:lnTo>
                  <a:lnTo>
                    <a:pt x="1298" y="5176"/>
                  </a:lnTo>
                  <a:lnTo>
                    <a:pt x="1270" y="4580"/>
                  </a:lnTo>
                  <a:lnTo>
                    <a:pt x="2946" y="4285"/>
                  </a:lnTo>
                  <a:lnTo>
                    <a:pt x="8232" y="4740"/>
                  </a:lnTo>
                  <a:lnTo>
                    <a:pt x="8855" y="3005"/>
                  </a:lnTo>
                  <a:lnTo>
                    <a:pt x="8625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7" name="ph5787"/>
            <p:cNvSpPr/>
            <p:nvPr/>
          </p:nvSpPr>
          <p:spPr>
            <a:xfrm>
              <a:off x="7518873" y="3094333"/>
              <a:ext cx="23480" cy="29393"/>
            </a:xfrm>
            <a:custGeom>
              <a:avLst/>
              <a:pathLst>
                <a:path w="23480" h="29393">
                  <a:moveTo>
                    <a:pt x="18073" y="1531"/>
                  </a:moveTo>
                  <a:lnTo>
                    <a:pt x="18863" y="5086"/>
                  </a:lnTo>
                  <a:lnTo>
                    <a:pt x="23220" y="8305"/>
                  </a:lnTo>
                  <a:lnTo>
                    <a:pt x="23480" y="17376"/>
                  </a:lnTo>
                  <a:lnTo>
                    <a:pt x="21202" y="17911"/>
                  </a:lnTo>
                  <a:lnTo>
                    <a:pt x="18767" y="22203"/>
                  </a:lnTo>
                  <a:lnTo>
                    <a:pt x="18859" y="29393"/>
                  </a:lnTo>
                  <a:lnTo>
                    <a:pt x="17688" y="28901"/>
                  </a:lnTo>
                  <a:lnTo>
                    <a:pt x="16418" y="28974"/>
                  </a:lnTo>
                  <a:lnTo>
                    <a:pt x="16893" y="26146"/>
                  </a:lnTo>
                  <a:lnTo>
                    <a:pt x="14082" y="23987"/>
                  </a:lnTo>
                  <a:lnTo>
                    <a:pt x="8029" y="23122"/>
                  </a:lnTo>
                  <a:lnTo>
                    <a:pt x="5310" y="21301"/>
                  </a:lnTo>
                  <a:lnTo>
                    <a:pt x="7815" y="20153"/>
                  </a:lnTo>
                  <a:lnTo>
                    <a:pt x="9367" y="17013"/>
                  </a:lnTo>
                  <a:lnTo>
                    <a:pt x="9017" y="14425"/>
                  </a:lnTo>
                  <a:lnTo>
                    <a:pt x="4425" y="5986"/>
                  </a:lnTo>
                  <a:lnTo>
                    <a:pt x="2722" y="4513"/>
                  </a:lnTo>
                  <a:lnTo>
                    <a:pt x="0" y="4155"/>
                  </a:lnTo>
                  <a:lnTo>
                    <a:pt x="390" y="2241"/>
                  </a:lnTo>
                  <a:lnTo>
                    <a:pt x="10964" y="1489"/>
                  </a:lnTo>
                  <a:lnTo>
                    <a:pt x="14308" y="53"/>
                  </a:lnTo>
                  <a:lnTo>
                    <a:pt x="1588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8" name="ph5788"/>
            <p:cNvSpPr/>
            <p:nvPr/>
          </p:nvSpPr>
          <p:spPr>
            <a:xfrm>
              <a:off x="7453698" y="3044239"/>
              <a:ext cx="19569" cy="15198"/>
            </a:xfrm>
            <a:custGeom>
              <a:avLst/>
              <a:pathLst>
                <a:path w="19569" h="15198">
                  <a:moveTo>
                    <a:pt x="19183" y="2952"/>
                  </a:moveTo>
                  <a:lnTo>
                    <a:pt x="19569" y="3986"/>
                  </a:lnTo>
                  <a:lnTo>
                    <a:pt x="18243" y="5115"/>
                  </a:lnTo>
                  <a:lnTo>
                    <a:pt x="15652" y="4681"/>
                  </a:lnTo>
                  <a:lnTo>
                    <a:pt x="14348" y="5882"/>
                  </a:lnTo>
                  <a:lnTo>
                    <a:pt x="16708" y="11296"/>
                  </a:lnTo>
                  <a:lnTo>
                    <a:pt x="12533" y="11718"/>
                  </a:lnTo>
                  <a:lnTo>
                    <a:pt x="7407" y="15198"/>
                  </a:lnTo>
                  <a:lnTo>
                    <a:pt x="1339" y="11647"/>
                  </a:lnTo>
                  <a:lnTo>
                    <a:pt x="0" y="9163"/>
                  </a:lnTo>
                  <a:lnTo>
                    <a:pt x="211" y="4716"/>
                  </a:lnTo>
                  <a:lnTo>
                    <a:pt x="7303" y="2666"/>
                  </a:lnTo>
                  <a:lnTo>
                    <a:pt x="1396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9" name="ph5789"/>
            <p:cNvSpPr/>
            <p:nvPr/>
          </p:nvSpPr>
          <p:spPr>
            <a:xfrm>
              <a:off x="7633799" y="3153608"/>
              <a:ext cx="13856" cy="14234"/>
            </a:xfrm>
            <a:custGeom>
              <a:avLst/>
              <a:pathLst>
                <a:path w="13856" h="14234">
                  <a:moveTo>
                    <a:pt x="13856" y="16"/>
                  </a:moveTo>
                  <a:lnTo>
                    <a:pt x="9246" y="3810"/>
                  </a:lnTo>
                  <a:lnTo>
                    <a:pt x="10615" y="14234"/>
                  </a:lnTo>
                  <a:lnTo>
                    <a:pt x="7474" y="13399"/>
                  </a:lnTo>
                  <a:lnTo>
                    <a:pt x="1000" y="14071"/>
                  </a:lnTo>
                  <a:lnTo>
                    <a:pt x="119" y="12402"/>
                  </a:lnTo>
                  <a:lnTo>
                    <a:pt x="0" y="8258"/>
                  </a:lnTo>
                  <a:lnTo>
                    <a:pt x="4775" y="6479"/>
                  </a:lnTo>
                  <a:lnTo>
                    <a:pt x="4875" y="3305"/>
                  </a:lnTo>
                  <a:lnTo>
                    <a:pt x="280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0" name="ph5790"/>
            <p:cNvSpPr/>
            <p:nvPr/>
          </p:nvSpPr>
          <p:spPr>
            <a:xfrm>
              <a:off x="7412426" y="3006259"/>
              <a:ext cx="40716" cy="34785"/>
            </a:xfrm>
            <a:custGeom>
              <a:avLst/>
              <a:pathLst>
                <a:path w="40716" h="34785">
                  <a:moveTo>
                    <a:pt x="40716" y="3595"/>
                  </a:moveTo>
                  <a:lnTo>
                    <a:pt x="35597" y="14322"/>
                  </a:lnTo>
                  <a:lnTo>
                    <a:pt x="31669" y="15116"/>
                  </a:lnTo>
                  <a:lnTo>
                    <a:pt x="30346" y="15000"/>
                  </a:lnTo>
                  <a:lnTo>
                    <a:pt x="26124" y="17124"/>
                  </a:lnTo>
                  <a:lnTo>
                    <a:pt x="25146" y="18484"/>
                  </a:lnTo>
                  <a:lnTo>
                    <a:pt x="25378" y="19764"/>
                  </a:lnTo>
                  <a:lnTo>
                    <a:pt x="21255" y="20711"/>
                  </a:lnTo>
                  <a:lnTo>
                    <a:pt x="18598" y="18135"/>
                  </a:lnTo>
                  <a:lnTo>
                    <a:pt x="11043" y="29167"/>
                  </a:lnTo>
                  <a:lnTo>
                    <a:pt x="3492" y="28131"/>
                  </a:lnTo>
                  <a:lnTo>
                    <a:pt x="3162" y="29191"/>
                  </a:lnTo>
                  <a:lnTo>
                    <a:pt x="4673" y="31442"/>
                  </a:lnTo>
                  <a:lnTo>
                    <a:pt x="6090" y="32126"/>
                  </a:lnTo>
                  <a:lnTo>
                    <a:pt x="5970" y="34785"/>
                  </a:lnTo>
                  <a:lnTo>
                    <a:pt x="2261" y="34748"/>
                  </a:lnTo>
                  <a:lnTo>
                    <a:pt x="427" y="28496"/>
                  </a:lnTo>
                  <a:lnTo>
                    <a:pt x="0" y="21597"/>
                  </a:lnTo>
                  <a:lnTo>
                    <a:pt x="205" y="19686"/>
                  </a:lnTo>
                  <a:lnTo>
                    <a:pt x="2538" y="14902"/>
                  </a:lnTo>
                  <a:lnTo>
                    <a:pt x="3831" y="16228"/>
                  </a:lnTo>
                  <a:lnTo>
                    <a:pt x="9485" y="16675"/>
                  </a:lnTo>
                  <a:lnTo>
                    <a:pt x="12331" y="15881"/>
                  </a:lnTo>
                  <a:lnTo>
                    <a:pt x="17589" y="11064"/>
                  </a:lnTo>
                  <a:lnTo>
                    <a:pt x="20321" y="6960"/>
                  </a:lnTo>
                  <a:lnTo>
                    <a:pt x="33266" y="3592"/>
                  </a:lnTo>
                  <a:lnTo>
                    <a:pt x="3979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1" name="ph5791"/>
            <p:cNvSpPr/>
            <p:nvPr/>
          </p:nvSpPr>
          <p:spPr>
            <a:xfrm>
              <a:off x="7752127" y="3229259"/>
              <a:ext cx="67902" cy="99745"/>
            </a:xfrm>
            <a:custGeom>
              <a:avLst/>
              <a:pathLst>
                <a:path w="67902" h="99745">
                  <a:moveTo>
                    <a:pt x="10654" y="2950"/>
                  </a:moveTo>
                  <a:lnTo>
                    <a:pt x="15065" y="2986"/>
                  </a:lnTo>
                  <a:lnTo>
                    <a:pt x="17760" y="4908"/>
                  </a:lnTo>
                  <a:lnTo>
                    <a:pt x="16892" y="6475"/>
                  </a:lnTo>
                  <a:lnTo>
                    <a:pt x="17662" y="8503"/>
                  </a:lnTo>
                  <a:lnTo>
                    <a:pt x="19149" y="9166"/>
                  </a:lnTo>
                  <a:lnTo>
                    <a:pt x="22363" y="7904"/>
                  </a:lnTo>
                  <a:lnTo>
                    <a:pt x="26814" y="13544"/>
                  </a:lnTo>
                  <a:lnTo>
                    <a:pt x="24188" y="17975"/>
                  </a:lnTo>
                  <a:lnTo>
                    <a:pt x="26073" y="23244"/>
                  </a:lnTo>
                  <a:lnTo>
                    <a:pt x="35081" y="23573"/>
                  </a:lnTo>
                  <a:lnTo>
                    <a:pt x="36671" y="22305"/>
                  </a:lnTo>
                  <a:lnTo>
                    <a:pt x="47583" y="25081"/>
                  </a:lnTo>
                  <a:lnTo>
                    <a:pt x="47069" y="28444"/>
                  </a:lnTo>
                  <a:lnTo>
                    <a:pt x="44911" y="29431"/>
                  </a:lnTo>
                  <a:lnTo>
                    <a:pt x="44294" y="28415"/>
                  </a:lnTo>
                  <a:lnTo>
                    <a:pt x="45655" y="27977"/>
                  </a:lnTo>
                  <a:lnTo>
                    <a:pt x="44524" y="27441"/>
                  </a:lnTo>
                  <a:lnTo>
                    <a:pt x="41889" y="31717"/>
                  </a:lnTo>
                  <a:lnTo>
                    <a:pt x="50902" y="31102"/>
                  </a:lnTo>
                  <a:lnTo>
                    <a:pt x="54599" y="28537"/>
                  </a:lnTo>
                  <a:lnTo>
                    <a:pt x="56055" y="28927"/>
                  </a:lnTo>
                  <a:lnTo>
                    <a:pt x="56396" y="30648"/>
                  </a:lnTo>
                  <a:lnTo>
                    <a:pt x="53734" y="41366"/>
                  </a:lnTo>
                  <a:lnTo>
                    <a:pt x="54573" y="44155"/>
                  </a:lnTo>
                  <a:lnTo>
                    <a:pt x="59626" y="47709"/>
                  </a:lnTo>
                  <a:lnTo>
                    <a:pt x="59256" y="52782"/>
                  </a:lnTo>
                  <a:lnTo>
                    <a:pt x="63361" y="58409"/>
                  </a:lnTo>
                  <a:lnTo>
                    <a:pt x="64270" y="61195"/>
                  </a:lnTo>
                  <a:lnTo>
                    <a:pt x="67902" y="63113"/>
                  </a:lnTo>
                  <a:lnTo>
                    <a:pt x="65380" y="65346"/>
                  </a:lnTo>
                  <a:lnTo>
                    <a:pt x="60798" y="66083"/>
                  </a:lnTo>
                  <a:lnTo>
                    <a:pt x="58582" y="64219"/>
                  </a:lnTo>
                  <a:lnTo>
                    <a:pt x="55846" y="64903"/>
                  </a:lnTo>
                  <a:lnTo>
                    <a:pt x="55205" y="68348"/>
                  </a:lnTo>
                  <a:lnTo>
                    <a:pt x="53662" y="70892"/>
                  </a:lnTo>
                  <a:lnTo>
                    <a:pt x="55279" y="74578"/>
                  </a:lnTo>
                  <a:lnTo>
                    <a:pt x="56624" y="74504"/>
                  </a:lnTo>
                  <a:lnTo>
                    <a:pt x="56656" y="75895"/>
                  </a:lnTo>
                  <a:lnTo>
                    <a:pt x="55332" y="76945"/>
                  </a:lnTo>
                  <a:lnTo>
                    <a:pt x="55076" y="79670"/>
                  </a:lnTo>
                  <a:lnTo>
                    <a:pt x="55972" y="82534"/>
                  </a:lnTo>
                  <a:lnTo>
                    <a:pt x="59665" y="87395"/>
                  </a:lnTo>
                  <a:lnTo>
                    <a:pt x="59931" y="91222"/>
                  </a:lnTo>
                  <a:lnTo>
                    <a:pt x="57788" y="94564"/>
                  </a:lnTo>
                  <a:lnTo>
                    <a:pt x="59032" y="98764"/>
                  </a:lnTo>
                  <a:lnTo>
                    <a:pt x="58066" y="99745"/>
                  </a:lnTo>
                  <a:lnTo>
                    <a:pt x="52494" y="88926"/>
                  </a:lnTo>
                  <a:lnTo>
                    <a:pt x="40687" y="90071"/>
                  </a:lnTo>
                  <a:lnTo>
                    <a:pt x="39316" y="89360"/>
                  </a:lnTo>
                  <a:lnTo>
                    <a:pt x="37508" y="86461"/>
                  </a:lnTo>
                  <a:lnTo>
                    <a:pt x="40242" y="84934"/>
                  </a:lnTo>
                  <a:lnTo>
                    <a:pt x="39420" y="83023"/>
                  </a:lnTo>
                  <a:lnTo>
                    <a:pt x="29808" y="86804"/>
                  </a:lnTo>
                  <a:lnTo>
                    <a:pt x="29899" y="83445"/>
                  </a:lnTo>
                  <a:lnTo>
                    <a:pt x="28265" y="80321"/>
                  </a:lnTo>
                  <a:lnTo>
                    <a:pt x="26325" y="79725"/>
                  </a:lnTo>
                  <a:lnTo>
                    <a:pt x="25632" y="78691"/>
                  </a:lnTo>
                  <a:lnTo>
                    <a:pt x="23719" y="73920"/>
                  </a:lnTo>
                  <a:lnTo>
                    <a:pt x="23525" y="71434"/>
                  </a:lnTo>
                  <a:lnTo>
                    <a:pt x="25193" y="68511"/>
                  </a:lnTo>
                  <a:lnTo>
                    <a:pt x="28469" y="65168"/>
                  </a:lnTo>
                  <a:lnTo>
                    <a:pt x="27187" y="60870"/>
                  </a:lnTo>
                  <a:lnTo>
                    <a:pt x="21566" y="57345"/>
                  </a:lnTo>
                  <a:lnTo>
                    <a:pt x="10207" y="58724"/>
                  </a:lnTo>
                  <a:lnTo>
                    <a:pt x="8151" y="50433"/>
                  </a:lnTo>
                  <a:lnTo>
                    <a:pt x="5535" y="44887"/>
                  </a:lnTo>
                  <a:lnTo>
                    <a:pt x="9323" y="38138"/>
                  </a:lnTo>
                  <a:lnTo>
                    <a:pt x="1800" y="33268"/>
                  </a:lnTo>
                  <a:lnTo>
                    <a:pt x="0" y="29942"/>
                  </a:lnTo>
                  <a:lnTo>
                    <a:pt x="2853" y="27207"/>
                  </a:lnTo>
                  <a:lnTo>
                    <a:pt x="7468" y="25840"/>
                  </a:lnTo>
                  <a:lnTo>
                    <a:pt x="9707" y="20046"/>
                  </a:lnTo>
                  <a:lnTo>
                    <a:pt x="9732" y="17455"/>
                  </a:lnTo>
                  <a:lnTo>
                    <a:pt x="7803" y="16867"/>
                  </a:lnTo>
                  <a:lnTo>
                    <a:pt x="5437" y="14788"/>
                  </a:lnTo>
                  <a:lnTo>
                    <a:pt x="6857" y="11469"/>
                  </a:lnTo>
                  <a:lnTo>
                    <a:pt x="11412" y="8789"/>
                  </a:lnTo>
                  <a:lnTo>
                    <a:pt x="8463" y="7876"/>
                  </a:lnTo>
                  <a:lnTo>
                    <a:pt x="7941" y="5600"/>
                  </a:lnTo>
                  <a:lnTo>
                    <a:pt x="8204" y="5376"/>
                  </a:lnTo>
                  <a:lnTo>
                    <a:pt x="6955" y="1797"/>
                  </a:lnTo>
                  <a:lnTo>
                    <a:pt x="816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2" name="ph5792"/>
            <p:cNvSpPr/>
            <p:nvPr/>
          </p:nvSpPr>
          <p:spPr>
            <a:xfrm>
              <a:off x="7560756" y="3105865"/>
              <a:ext cx="77919" cy="70004"/>
            </a:xfrm>
            <a:custGeom>
              <a:avLst/>
              <a:pathLst>
                <a:path w="77919" h="70004">
                  <a:moveTo>
                    <a:pt x="3461" y="2500"/>
                  </a:moveTo>
                  <a:lnTo>
                    <a:pt x="7688" y="4991"/>
                  </a:lnTo>
                  <a:lnTo>
                    <a:pt x="12491" y="5634"/>
                  </a:lnTo>
                  <a:lnTo>
                    <a:pt x="16746" y="4425"/>
                  </a:lnTo>
                  <a:lnTo>
                    <a:pt x="18116" y="5457"/>
                  </a:lnTo>
                  <a:lnTo>
                    <a:pt x="20133" y="17576"/>
                  </a:lnTo>
                  <a:lnTo>
                    <a:pt x="22842" y="25048"/>
                  </a:lnTo>
                  <a:lnTo>
                    <a:pt x="26786" y="29618"/>
                  </a:lnTo>
                  <a:lnTo>
                    <a:pt x="31727" y="33369"/>
                  </a:lnTo>
                  <a:lnTo>
                    <a:pt x="40269" y="37061"/>
                  </a:lnTo>
                  <a:lnTo>
                    <a:pt x="48248" y="39257"/>
                  </a:lnTo>
                  <a:lnTo>
                    <a:pt x="51160" y="41740"/>
                  </a:lnTo>
                  <a:lnTo>
                    <a:pt x="57863" y="44760"/>
                  </a:lnTo>
                  <a:lnTo>
                    <a:pt x="66140" y="46853"/>
                  </a:lnTo>
                  <a:lnTo>
                    <a:pt x="75843" y="47743"/>
                  </a:lnTo>
                  <a:lnTo>
                    <a:pt x="77919" y="51048"/>
                  </a:lnTo>
                  <a:lnTo>
                    <a:pt x="77818" y="54222"/>
                  </a:lnTo>
                  <a:lnTo>
                    <a:pt x="73043" y="56001"/>
                  </a:lnTo>
                  <a:lnTo>
                    <a:pt x="67349" y="51119"/>
                  </a:lnTo>
                  <a:lnTo>
                    <a:pt x="65263" y="50705"/>
                  </a:lnTo>
                  <a:lnTo>
                    <a:pt x="60753" y="50906"/>
                  </a:lnTo>
                  <a:lnTo>
                    <a:pt x="59641" y="52136"/>
                  </a:lnTo>
                  <a:lnTo>
                    <a:pt x="54734" y="54043"/>
                  </a:lnTo>
                  <a:lnTo>
                    <a:pt x="52337" y="53921"/>
                  </a:lnTo>
                  <a:lnTo>
                    <a:pt x="51008" y="55330"/>
                  </a:lnTo>
                  <a:lnTo>
                    <a:pt x="51294" y="59075"/>
                  </a:lnTo>
                  <a:lnTo>
                    <a:pt x="48647" y="65400"/>
                  </a:lnTo>
                  <a:lnTo>
                    <a:pt x="47631" y="70004"/>
                  </a:lnTo>
                  <a:lnTo>
                    <a:pt x="43984" y="66646"/>
                  </a:lnTo>
                  <a:lnTo>
                    <a:pt x="41609" y="59144"/>
                  </a:lnTo>
                  <a:lnTo>
                    <a:pt x="38840" y="57147"/>
                  </a:lnTo>
                  <a:lnTo>
                    <a:pt x="38116" y="56837"/>
                  </a:lnTo>
                  <a:lnTo>
                    <a:pt x="33698" y="58812"/>
                  </a:lnTo>
                  <a:lnTo>
                    <a:pt x="32139" y="60881"/>
                  </a:lnTo>
                  <a:lnTo>
                    <a:pt x="30373" y="61895"/>
                  </a:lnTo>
                  <a:lnTo>
                    <a:pt x="31342" y="43999"/>
                  </a:lnTo>
                  <a:lnTo>
                    <a:pt x="23904" y="39549"/>
                  </a:lnTo>
                  <a:lnTo>
                    <a:pt x="18970" y="39933"/>
                  </a:lnTo>
                  <a:lnTo>
                    <a:pt x="19028" y="38873"/>
                  </a:lnTo>
                  <a:lnTo>
                    <a:pt x="16505" y="38820"/>
                  </a:lnTo>
                  <a:lnTo>
                    <a:pt x="16067" y="35618"/>
                  </a:lnTo>
                  <a:lnTo>
                    <a:pt x="17695" y="34286"/>
                  </a:lnTo>
                  <a:lnTo>
                    <a:pt x="18002" y="31608"/>
                  </a:lnTo>
                  <a:lnTo>
                    <a:pt x="17270" y="27912"/>
                  </a:lnTo>
                  <a:lnTo>
                    <a:pt x="12735" y="28035"/>
                  </a:lnTo>
                  <a:lnTo>
                    <a:pt x="11364" y="26196"/>
                  </a:lnTo>
                  <a:lnTo>
                    <a:pt x="12508" y="20820"/>
                  </a:lnTo>
                  <a:lnTo>
                    <a:pt x="9521" y="14892"/>
                  </a:lnTo>
                  <a:lnTo>
                    <a:pt x="4057" y="13429"/>
                  </a:lnTo>
                  <a:lnTo>
                    <a:pt x="2190" y="9582"/>
                  </a:lnTo>
                  <a:lnTo>
                    <a:pt x="2801" y="8668"/>
                  </a:lnTo>
                  <a:lnTo>
                    <a:pt x="2377" y="7351"/>
                  </a:lnTo>
                  <a:lnTo>
                    <a:pt x="910" y="5869"/>
                  </a:lnTo>
                  <a:lnTo>
                    <a:pt x="0" y="6208"/>
                  </a:lnTo>
                  <a:lnTo>
                    <a:pt x="208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3" name="ph5793"/>
            <p:cNvSpPr/>
            <p:nvPr/>
          </p:nvSpPr>
          <p:spPr>
            <a:xfrm>
              <a:off x="7606392" y="3179766"/>
              <a:ext cx="23729" cy="21531"/>
            </a:xfrm>
            <a:custGeom>
              <a:avLst/>
              <a:pathLst>
                <a:path w="23729" h="21531">
                  <a:moveTo>
                    <a:pt x="11753" y="3539"/>
                  </a:moveTo>
                  <a:lnTo>
                    <a:pt x="17538" y="10816"/>
                  </a:lnTo>
                  <a:lnTo>
                    <a:pt x="19306" y="14677"/>
                  </a:lnTo>
                  <a:lnTo>
                    <a:pt x="18748" y="17986"/>
                  </a:lnTo>
                  <a:lnTo>
                    <a:pt x="23729" y="21459"/>
                  </a:lnTo>
                  <a:lnTo>
                    <a:pt x="17992" y="21531"/>
                  </a:lnTo>
                  <a:lnTo>
                    <a:pt x="15319" y="18914"/>
                  </a:lnTo>
                  <a:lnTo>
                    <a:pt x="4984" y="13822"/>
                  </a:lnTo>
                  <a:lnTo>
                    <a:pt x="4652" y="12728"/>
                  </a:lnTo>
                  <a:lnTo>
                    <a:pt x="2794" y="11358"/>
                  </a:lnTo>
                  <a:lnTo>
                    <a:pt x="1281" y="11404"/>
                  </a:lnTo>
                  <a:lnTo>
                    <a:pt x="0" y="7796"/>
                  </a:lnTo>
                  <a:lnTo>
                    <a:pt x="3906" y="5023"/>
                  </a:lnTo>
                  <a:lnTo>
                    <a:pt x="7115" y="5568"/>
                  </a:lnTo>
                  <a:lnTo>
                    <a:pt x="8421" y="4439"/>
                  </a:lnTo>
                  <a:lnTo>
                    <a:pt x="9069" y="2857"/>
                  </a:lnTo>
                  <a:lnTo>
                    <a:pt x="738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4" name="ph5794"/>
            <p:cNvSpPr/>
            <p:nvPr/>
          </p:nvSpPr>
          <p:spPr>
            <a:xfrm>
              <a:off x="7640789" y="3152183"/>
              <a:ext cx="26394" cy="33367"/>
            </a:xfrm>
            <a:custGeom>
              <a:avLst/>
              <a:pathLst>
                <a:path w="26394" h="33367">
                  <a:moveTo>
                    <a:pt x="25562" y="0"/>
                  </a:moveTo>
                  <a:lnTo>
                    <a:pt x="23820" y="3178"/>
                  </a:lnTo>
                  <a:lnTo>
                    <a:pt x="25061" y="5890"/>
                  </a:lnTo>
                  <a:lnTo>
                    <a:pt x="26394" y="14465"/>
                  </a:lnTo>
                  <a:lnTo>
                    <a:pt x="23826" y="15697"/>
                  </a:lnTo>
                  <a:lnTo>
                    <a:pt x="22020" y="17458"/>
                  </a:lnTo>
                  <a:lnTo>
                    <a:pt x="21807" y="18885"/>
                  </a:lnTo>
                  <a:lnTo>
                    <a:pt x="23250" y="21289"/>
                  </a:lnTo>
                  <a:lnTo>
                    <a:pt x="21458" y="25165"/>
                  </a:lnTo>
                  <a:lnTo>
                    <a:pt x="14229" y="30128"/>
                  </a:lnTo>
                  <a:lnTo>
                    <a:pt x="7129" y="30455"/>
                  </a:lnTo>
                  <a:lnTo>
                    <a:pt x="3542" y="33367"/>
                  </a:lnTo>
                  <a:lnTo>
                    <a:pt x="0" y="32586"/>
                  </a:lnTo>
                  <a:lnTo>
                    <a:pt x="510" y="24397"/>
                  </a:lnTo>
                  <a:lnTo>
                    <a:pt x="1572" y="22482"/>
                  </a:lnTo>
                  <a:lnTo>
                    <a:pt x="3724" y="22274"/>
                  </a:lnTo>
                  <a:lnTo>
                    <a:pt x="4572" y="19250"/>
                  </a:lnTo>
                  <a:lnTo>
                    <a:pt x="3626" y="15659"/>
                  </a:lnTo>
                  <a:lnTo>
                    <a:pt x="2256" y="5235"/>
                  </a:lnTo>
                  <a:lnTo>
                    <a:pt x="6867" y="144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5" name="ph5795"/>
            <p:cNvSpPr/>
            <p:nvPr/>
          </p:nvSpPr>
          <p:spPr>
            <a:xfrm>
              <a:off x="7525811" y="3066065"/>
              <a:ext cx="20819" cy="24905"/>
            </a:xfrm>
            <a:custGeom>
              <a:avLst/>
              <a:pathLst>
                <a:path w="20819" h="24905">
                  <a:moveTo>
                    <a:pt x="9664" y="5330"/>
                  </a:moveTo>
                  <a:lnTo>
                    <a:pt x="9234" y="7496"/>
                  </a:lnTo>
                  <a:lnTo>
                    <a:pt x="10660" y="10838"/>
                  </a:lnTo>
                  <a:lnTo>
                    <a:pt x="15408" y="15858"/>
                  </a:lnTo>
                  <a:lnTo>
                    <a:pt x="20819" y="19036"/>
                  </a:lnTo>
                  <a:lnTo>
                    <a:pt x="20447" y="24905"/>
                  </a:lnTo>
                  <a:lnTo>
                    <a:pt x="18556" y="24366"/>
                  </a:lnTo>
                  <a:lnTo>
                    <a:pt x="14417" y="19369"/>
                  </a:lnTo>
                  <a:lnTo>
                    <a:pt x="12719" y="20081"/>
                  </a:lnTo>
                  <a:lnTo>
                    <a:pt x="12271" y="22253"/>
                  </a:lnTo>
                  <a:lnTo>
                    <a:pt x="10025" y="23763"/>
                  </a:lnTo>
                  <a:lnTo>
                    <a:pt x="6265" y="22707"/>
                  </a:lnTo>
                  <a:lnTo>
                    <a:pt x="7773" y="15490"/>
                  </a:lnTo>
                  <a:lnTo>
                    <a:pt x="1633" y="7102"/>
                  </a:lnTo>
                  <a:lnTo>
                    <a:pt x="827" y="6709"/>
                  </a:lnTo>
                  <a:lnTo>
                    <a:pt x="0" y="7358"/>
                  </a:lnTo>
                  <a:lnTo>
                    <a:pt x="751" y="2058"/>
                  </a:lnTo>
                  <a:lnTo>
                    <a:pt x="3734" y="2627"/>
                  </a:lnTo>
                  <a:lnTo>
                    <a:pt x="6333" y="2130"/>
                  </a:lnTo>
                  <a:lnTo>
                    <a:pt x="7568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6" name="ph5796"/>
            <p:cNvSpPr/>
            <p:nvPr/>
          </p:nvSpPr>
          <p:spPr>
            <a:xfrm>
              <a:off x="7481899" y="3072733"/>
              <a:ext cx="21892" cy="9539"/>
            </a:xfrm>
            <a:custGeom>
              <a:avLst/>
              <a:pathLst>
                <a:path w="21892" h="9539">
                  <a:moveTo>
                    <a:pt x="9844" y="3257"/>
                  </a:moveTo>
                  <a:lnTo>
                    <a:pt x="12047" y="3926"/>
                  </a:lnTo>
                  <a:lnTo>
                    <a:pt x="21892" y="3990"/>
                  </a:lnTo>
                  <a:lnTo>
                    <a:pt x="17619" y="6891"/>
                  </a:lnTo>
                  <a:lnTo>
                    <a:pt x="16956" y="5361"/>
                  </a:lnTo>
                  <a:lnTo>
                    <a:pt x="15787" y="4924"/>
                  </a:lnTo>
                  <a:lnTo>
                    <a:pt x="13762" y="7104"/>
                  </a:lnTo>
                  <a:lnTo>
                    <a:pt x="7937" y="9539"/>
                  </a:lnTo>
                  <a:lnTo>
                    <a:pt x="4551" y="8600"/>
                  </a:lnTo>
                  <a:lnTo>
                    <a:pt x="2839" y="8176"/>
                  </a:lnTo>
                  <a:lnTo>
                    <a:pt x="1486" y="6689"/>
                  </a:lnTo>
                  <a:lnTo>
                    <a:pt x="0" y="806"/>
                  </a:lnTo>
                  <a:lnTo>
                    <a:pt x="3790" y="2600"/>
                  </a:lnTo>
                  <a:lnTo>
                    <a:pt x="4367" y="1453"/>
                  </a:lnTo>
                  <a:lnTo>
                    <a:pt x="6940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7" name="ph5797"/>
            <p:cNvSpPr/>
            <p:nvPr/>
          </p:nvSpPr>
          <p:spPr>
            <a:xfrm>
              <a:off x="7462562" y="3151213"/>
              <a:ext cx="42436" cy="18973"/>
            </a:xfrm>
            <a:custGeom>
              <a:avLst/>
              <a:pathLst>
                <a:path w="42436" h="18973">
                  <a:moveTo>
                    <a:pt x="14540" y="4191"/>
                  </a:moveTo>
                  <a:lnTo>
                    <a:pt x="22853" y="5337"/>
                  </a:lnTo>
                  <a:lnTo>
                    <a:pt x="23719" y="4687"/>
                  </a:lnTo>
                  <a:lnTo>
                    <a:pt x="31320" y="3731"/>
                  </a:lnTo>
                  <a:lnTo>
                    <a:pt x="42436" y="4701"/>
                  </a:lnTo>
                  <a:lnTo>
                    <a:pt x="41207" y="4975"/>
                  </a:lnTo>
                  <a:lnTo>
                    <a:pt x="41953" y="9348"/>
                  </a:lnTo>
                  <a:lnTo>
                    <a:pt x="40329" y="11139"/>
                  </a:lnTo>
                  <a:lnTo>
                    <a:pt x="36534" y="18973"/>
                  </a:lnTo>
                  <a:lnTo>
                    <a:pt x="29490" y="14273"/>
                  </a:lnTo>
                  <a:lnTo>
                    <a:pt x="29474" y="17615"/>
                  </a:lnTo>
                  <a:lnTo>
                    <a:pt x="26559" y="16010"/>
                  </a:lnTo>
                  <a:lnTo>
                    <a:pt x="22942" y="12110"/>
                  </a:lnTo>
                  <a:lnTo>
                    <a:pt x="20432" y="11181"/>
                  </a:lnTo>
                  <a:lnTo>
                    <a:pt x="18207" y="11500"/>
                  </a:lnTo>
                  <a:lnTo>
                    <a:pt x="13082" y="5716"/>
                  </a:lnTo>
                  <a:lnTo>
                    <a:pt x="9829" y="4533"/>
                  </a:lnTo>
                  <a:lnTo>
                    <a:pt x="5483" y="4284"/>
                  </a:lnTo>
                  <a:lnTo>
                    <a:pt x="3881" y="5313"/>
                  </a:lnTo>
                  <a:lnTo>
                    <a:pt x="0" y="3345"/>
                  </a:lnTo>
                  <a:lnTo>
                    <a:pt x="126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8" name="ph5798"/>
            <p:cNvSpPr/>
            <p:nvPr/>
          </p:nvSpPr>
          <p:spPr>
            <a:xfrm>
              <a:off x="7454960" y="3146348"/>
              <a:ext cx="6340" cy="7145"/>
            </a:xfrm>
            <a:custGeom>
              <a:avLst/>
              <a:pathLst>
                <a:path w="6340" h="7145">
                  <a:moveTo>
                    <a:pt x="6029" y="2846"/>
                  </a:moveTo>
                  <a:lnTo>
                    <a:pt x="6340" y="3799"/>
                  </a:lnTo>
                  <a:lnTo>
                    <a:pt x="4797" y="5601"/>
                  </a:lnTo>
                  <a:lnTo>
                    <a:pt x="1623" y="7145"/>
                  </a:lnTo>
                  <a:lnTo>
                    <a:pt x="0" y="3508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9" name="ph5799"/>
            <p:cNvSpPr/>
            <p:nvPr/>
          </p:nvSpPr>
          <p:spPr>
            <a:xfrm>
              <a:off x="7456584" y="2959560"/>
              <a:ext cx="28881" cy="31762"/>
            </a:xfrm>
            <a:custGeom>
              <a:avLst/>
              <a:pathLst>
                <a:path w="28881" h="31762">
                  <a:moveTo>
                    <a:pt x="25450" y="10984"/>
                  </a:moveTo>
                  <a:lnTo>
                    <a:pt x="24235" y="12113"/>
                  </a:lnTo>
                  <a:lnTo>
                    <a:pt x="28881" y="20646"/>
                  </a:lnTo>
                  <a:lnTo>
                    <a:pt x="22196" y="28521"/>
                  </a:lnTo>
                  <a:lnTo>
                    <a:pt x="18873" y="29363"/>
                  </a:lnTo>
                  <a:lnTo>
                    <a:pt x="18519" y="30338"/>
                  </a:lnTo>
                  <a:lnTo>
                    <a:pt x="12157" y="31762"/>
                  </a:lnTo>
                  <a:lnTo>
                    <a:pt x="6355" y="28394"/>
                  </a:lnTo>
                  <a:lnTo>
                    <a:pt x="4009" y="22148"/>
                  </a:lnTo>
                  <a:lnTo>
                    <a:pt x="0" y="19347"/>
                  </a:lnTo>
                  <a:lnTo>
                    <a:pt x="814" y="16761"/>
                  </a:lnTo>
                  <a:lnTo>
                    <a:pt x="3487" y="14593"/>
                  </a:lnTo>
                  <a:lnTo>
                    <a:pt x="7478" y="9080"/>
                  </a:lnTo>
                  <a:lnTo>
                    <a:pt x="15573" y="4750"/>
                  </a:lnTo>
                  <a:lnTo>
                    <a:pt x="16381" y="2691"/>
                  </a:lnTo>
                  <a:lnTo>
                    <a:pt x="15165" y="225"/>
                  </a:lnTo>
                  <a:lnTo>
                    <a:pt x="1526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0" name="ph5800"/>
            <p:cNvSpPr/>
            <p:nvPr/>
          </p:nvSpPr>
          <p:spPr>
            <a:xfrm>
              <a:off x="7422121" y="3136161"/>
              <a:ext cx="10464" cy="19916"/>
            </a:xfrm>
            <a:custGeom>
              <a:avLst/>
              <a:pathLst>
                <a:path w="10464" h="19916">
                  <a:moveTo>
                    <a:pt x="1948" y="0"/>
                  </a:moveTo>
                  <a:lnTo>
                    <a:pt x="3982" y="4452"/>
                  </a:lnTo>
                  <a:lnTo>
                    <a:pt x="6860" y="6954"/>
                  </a:lnTo>
                  <a:lnTo>
                    <a:pt x="10464" y="10957"/>
                  </a:lnTo>
                  <a:lnTo>
                    <a:pt x="8803" y="13098"/>
                  </a:lnTo>
                  <a:lnTo>
                    <a:pt x="6373" y="12470"/>
                  </a:lnTo>
                  <a:lnTo>
                    <a:pt x="4617" y="13774"/>
                  </a:lnTo>
                  <a:lnTo>
                    <a:pt x="4985" y="15314"/>
                  </a:lnTo>
                  <a:lnTo>
                    <a:pt x="9727" y="17176"/>
                  </a:lnTo>
                  <a:lnTo>
                    <a:pt x="9621" y="19105"/>
                  </a:lnTo>
                  <a:lnTo>
                    <a:pt x="5406" y="19916"/>
                  </a:lnTo>
                  <a:lnTo>
                    <a:pt x="5483" y="18272"/>
                  </a:lnTo>
                  <a:lnTo>
                    <a:pt x="3948" y="17096"/>
                  </a:lnTo>
                  <a:lnTo>
                    <a:pt x="1653" y="15698"/>
                  </a:lnTo>
                  <a:lnTo>
                    <a:pt x="0" y="12013"/>
                  </a:lnTo>
                  <a:lnTo>
                    <a:pt x="1375" y="3003"/>
                  </a:lnTo>
                  <a:lnTo>
                    <a:pt x="207" y="103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1" name="ph5801"/>
            <p:cNvSpPr/>
            <p:nvPr/>
          </p:nvSpPr>
          <p:spPr>
            <a:xfrm>
              <a:off x="7448024" y="3005960"/>
              <a:ext cx="12305" cy="18263"/>
            </a:xfrm>
            <a:custGeom>
              <a:avLst/>
              <a:pathLst>
                <a:path w="12305" h="18263">
                  <a:moveTo>
                    <a:pt x="7447" y="2354"/>
                  </a:moveTo>
                  <a:lnTo>
                    <a:pt x="9887" y="6007"/>
                  </a:lnTo>
                  <a:lnTo>
                    <a:pt x="12152" y="12074"/>
                  </a:lnTo>
                  <a:lnTo>
                    <a:pt x="11553" y="14659"/>
                  </a:lnTo>
                  <a:lnTo>
                    <a:pt x="12305" y="16474"/>
                  </a:lnTo>
                  <a:lnTo>
                    <a:pt x="7809" y="18263"/>
                  </a:lnTo>
                  <a:lnTo>
                    <a:pt x="0" y="14620"/>
                  </a:lnTo>
                  <a:lnTo>
                    <a:pt x="5118" y="3894"/>
                  </a:lnTo>
                  <a:lnTo>
                    <a:pt x="4193" y="298"/>
                  </a:lnTo>
                  <a:lnTo>
                    <a:pt x="4183" y="8"/>
                  </a:lnTo>
                  <a:lnTo>
                    <a:pt x="504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2" name="ph5802"/>
            <p:cNvSpPr/>
            <p:nvPr/>
          </p:nvSpPr>
          <p:spPr>
            <a:xfrm>
              <a:off x="7434747" y="3177798"/>
              <a:ext cx="12033" cy="9081"/>
            </a:xfrm>
            <a:custGeom>
              <a:avLst/>
              <a:pathLst>
                <a:path w="12033" h="9081">
                  <a:moveTo>
                    <a:pt x="12033" y="909"/>
                  </a:moveTo>
                  <a:lnTo>
                    <a:pt x="8377" y="3994"/>
                  </a:lnTo>
                  <a:lnTo>
                    <a:pt x="4211" y="9081"/>
                  </a:lnTo>
                  <a:lnTo>
                    <a:pt x="0" y="2702"/>
                  </a:lnTo>
                  <a:lnTo>
                    <a:pt x="11903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3" name="ph5803"/>
            <p:cNvSpPr/>
            <p:nvPr/>
          </p:nvSpPr>
          <p:spPr>
            <a:xfrm>
              <a:off x="7472153" y="2991146"/>
              <a:ext cx="19339" cy="16604"/>
            </a:xfrm>
            <a:custGeom>
              <a:avLst/>
              <a:pathLst>
                <a:path w="19339" h="16604">
                  <a:moveTo>
                    <a:pt x="16055" y="0"/>
                  </a:moveTo>
                  <a:lnTo>
                    <a:pt x="18173" y="898"/>
                  </a:lnTo>
                  <a:lnTo>
                    <a:pt x="19339" y="7267"/>
                  </a:lnTo>
                  <a:lnTo>
                    <a:pt x="17953" y="12467"/>
                  </a:lnTo>
                  <a:lnTo>
                    <a:pt x="15133" y="16588"/>
                  </a:lnTo>
                  <a:lnTo>
                    <a:pt x="12606" y="16604"/>
                  </a:lnTo>
                  <a:lnTo>
                    <a:pt x="11634" y="15145"/>
                  </a:lnTo>
                  <a:lnTo>
                    <a:pt x="10008" y="16005"/>
                  </a:lnTo>
                  <a:lnTo>
                    <a:pt x="9612" y="14909"/>
                  </a:lnTo>
                  <a:lnTo>
                    <a:pt x="10704" y="14142"/>
                  </a:lnTo>
                  <a:lnTo>
                    <a:pt x="9121" y="12440"/>
                  </a:lnTo>
                  <a:lnTo>
                    <a:pt x="6870" y="12125"/>
                  </a:lnTo>
                  <a:lnTo>
                    <a:pt x="4958" y="14753"/>
                  </a:lnTo>
                  <a:lnTo>
                    <a:pt x="2989" y="12744"/>
                  </a:lnTo>
                  <a:lnTo>
                    <a:pt x="12" y="9362"/>
                  </a:lnTo>
                  <a:lnTo>
                    <a:pt x="0" y="8006"/>
                  </a:lnTo>
                  <a:lnTo>
                    <a:pt x="2323" y="8342"/>
                  </a:lnTo>
                  <a:lnTo>
                    <a:pt x="5242" y="4541"/>
                  </a:lnTo>
                  <a:lnTo>
                    <a:pt x="7787" y="2566"/>
                  </a:lnTo>
                  <a:lnTo>
                    <a:pt x="8349" y="3297"/>
                  </a:lnTo>
                  <a:lnTo>
                    <a:pt x="11267" y="386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4" name="ph5804"/>
            <p:cNvSpPr/>
            <p:nvPr/>
          </p:nvSpPr>
          <p:spPr>
            <a:xfrm>
              <a:off x="7459503" y="3094776"/>
              <a:ext cx="53865" cy="17480"/>
            </a:xfrm>
            <a:custGeom>
              <a:avLst/>
              <a:pathLst>
                <a:path w="53865" h="17480">
                  <a:moveTo>
                    <a:pt x="34060" y="1207"/>
                  </a:moveTo>
                  <a:lnTo>
                    <a:pt x="37283" y="343"/>
                  </a:lnTo>
                  <a:lnTo>
                    <a:pt x="41112" y="3048"/>
                  </a:lnTo>
                  <a:lnTo>
                    <a:pt x="47072" y="5663"/>
                  </a:lnTo>
                  <a:lnTo>
                    <a:pt x="52989" y="6735"/>
                  </a:lnTo>
                  <a:lnTo>
                    <a:pt x="53865" y="7435"/>
                  </a:lnTo>
                  <a:lnTo>
                    <a:pt x="53789" y="8547"/>
                  </a:lnTo>
                  <a:lnTo>
                    <a:pt x="47581" y="9587"/>
                  </a:lnTo>
                  <a:lnTo>
                    <a:pt x="44421" y="11235"/>
                  </a:lnTo>
                  <a:lnTo>
                    <a:pt x="45201" y="15735"/>
                  </a:lnTo>
                  <a:lnTo>
                    <a:pt x="37369" y="16156"/>
                  </a:lnTo>
                  <a:lnTo>
                    <a:pt x="34844" y="17480"/>
                  </a:lnTo>
                  <a:lnTo>
                    <a:pt x="30388" y="17142"/>
                  </a:lnTo>
                  <a:lnTo>
                    <a:pt x="30075" y="16282"/>
                  </a:lnTo>
                  <a:lnTo>
                    <a:pt x="20079" y="14908"/>
                  </a:lnTo>
                  <a:lnTo>
                    <a:pt x="15504" y="12693"/>
                  </a:lnTo>
                  <a:lnTo>
                    <a:pt x="12789" y="9590"/>
                  </a:lnTo>
                  <a:lnTo>
                    <a:pt x="4865" y="7531"/>
                  </a:lnTo>
                  <a:lnTo>
                    <a:pt x="0" y="3080"/>
                  </a:lnTo>
                  <a:lnTo>
                    <a:pt x="1229" y="2213"/>
                  </a:lnTo>
                  <a:lnTo>
                    <a:pt x="5751" y="4709"/>
                  </a:lnTo>
                  <a:lnTo>
                    <a:pt x="7972" y="5135"/>
                  </a:lnTo>
                  <a:lnTo>
                    <a:pt x="8442" y="5878"/>
                  </a:lnTo>
                  <a:lnTo>
                    <a:pt x="13206" y="6945"/>
                  </a:lnTo>
                  <a:lnTo>
                    <a:pt x="24288" y="6003"/>
                  </a:lnTo>
                  <a:lnTo>
                    <a:pt x="26376" y="5189"/>
                  </a:lnTo>
                  <a:lnTo>
                    <a:pt x="29743" y="2023"/>
                  </a:lnTo>
                  <a:lnTo>
                    <a:pt x="3340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5" name="ph5805"/>
            <p:cNvSpPr/>
            <p:nvPr/>
          </p:nvSpPr>
          <p:spPr>
            <a:xfrm>
              <a:off x="7451715" y="3122264"/>
              <a:ext cx="15176" cy="22325"/>
            </a:xfrm>
            <a:custGeom>
              <a:avLst/>
              <a:pathLst>
                <a:path w="15176" h="22325">
                  <a:moveTo>
                    <a:pt x="9905" y="50"/>
                  </a:moveTo>
                  <a:lnTo>
                    <a:pt x="11882" y="1897"/>
                  </a:lnTo>
                  <a:lnTo>
                    <a:pt x="11265" y="5631"/>
                  </a:lnTo>
                  <a:lnTo>
                    <a:pt x="15176" y="6337"/>
                  </a:lnTo>
                  <a:lnTo>
                    <a:pt x="11785" y="12592"/>
                  </a:lnTo>
                  <a:lnTo>
                    <a:pt x="14494" y="15774"/>
                  </a:lnTo>
                  <a:lnTo>
                    <a:pt x="14059" y="17177"/>
                  </a:lnTo>
                  <a:lnTo>
                    <a:pt x="6674" y="20125"/>
                  </a:lnTo>
                  <a:lnTo>
                    <a:pt x="5328" y="22325"/>
                  </a:lnTo>
                  <a:lnTo>
                    <a:pt x="3662" y="21857"/>
                  </a:lnTo>
                  <a:lnTo>
                    <a:pt x="1992" y="16578"/>
                  </a:lnTo>
                  <a:lnTo>
                    <a:pt x="1687" y="13984"/>
                  </a:lnTo>
                  <a:lnTo>
                    <a:pt x="2719" y="10798"/>
                  </a:lnTo>
                  <a:lnTo>
                    <a:pt x="0" y="5835"/>
                  </a:lnTo>
                  <a:lnTo>
                    <a:pt x="356" y="4007"/>
                  </a:lnTo>
                  <a:lnTo>
                    <a:pt x="534" y="2495"/>
                  </a:lnTo>
                  <a:lnTo>
                    <a:pt x="358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6" name="ph5806"/>
            <p:cNvSpPr/>
            <p:nvPr/>
          </p:nvSpPr>
          <p:spPr>
            <a:xfrm>
              <a:off x="7426332" y="3106112"/>
              <a:ext cx="24191" cy="19968"/>
            </a:xfrm>
            <a:custGeom>
              <a:avLst/>
              <a:pathLst>
                <a:path w="24191" h="19968">
                  <a:moveTo>
                    <a:pt x="24191" y="6154"/>
                  </a:moveTo>
                  <a:lnTo>
                    <a:pt x="23570" y="10747"/>
                  </a:lnTo>
                  <a:lnTo>
                    <a:pt x="20939" y="13176"/>
                  </a:lnTo>
                  <a:lnTo>
                    <a:pt x="20389" y="12729"/>
                  </a:lnTo>
                  <a:lnTo>
                    <a:pt x="16128" y="14103"/>
                  </a:lnTo>
                  <a:lnTo>
                    <a:pt x="13143" y="19968"/>
                  </a:lnTo>
                  <a:lnTo>
                    <a:pt x="11636" y="19228"/>
                  </a:lnTo>
                  <a:lnTo>
                    <a:pt x="4127" y="16662"/>
                  </a:lnTo>
                  <a:lnTo>
                    <a:pt x="0" y="11212"/>
                  </a:lnTo>
                  <a:lnTo>
                    <a:pt x="2483" y="9557"/>
                  </a:lnTo>
                  <a:lnTo>
                    <a:pt x="9885" y="9016"/>
                  </a:lnTo>
                  <a:lnTo>
                    <a:pt x="9952" y="7933"/>
                  </a:lnTo>
                  <a:lnTo>
                    <a:pt x="14469" y="5318"/>
                  </a:lnTo>
                  <a:lnTo>
                    <a:pt x="15746" y="2926"/>
                  </a:lnTo>
                  <a:lnTo>
                    <a:pt x="17352" y="322"/>
                  </a:lnTo>
                  <a:lnTo>
                    <a:pt x="19182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7" name="ph5807"/>
            <p:cNvSpPr/>
            <p:nvPr/>
          </p:nvSpPr>
          <p:spPr>
            <a:xfrm>
              <a:off x="7510387" y="3123234"/>
              <a:ext cx="43182" cy="32512"/>
            </a:xfrm>
            <a:custGeom>
              <a:avLst/>
              <a:pathLst>
                <a:path w="43182" h="32512">
                  <a:moveTo>
                    <a:pt x="27345" y="492"/>
                  </a:moveTo>
                  <a:lnTo>
                    <a:pt x="29891" y="4306"/>
                  </a:lnTo>
                  <a:lnTo>
                    <a:pt x="30861" y="7564"/>
                  </a:lnTo>
                  <a:lnTo>
                    <a:pt x="32849" y="7735"/>
                  </a:lnTo>
                  <a:lnTo>
                    <a:pt x="33800" y="9644"/>
                  </a:lnTo>
                  <a:lnTo>
                    <a:pt x="39149" y="7734"/>
                  </a:lnTo>
                  <a:lnTo>
                    <a:pt x="41676" y="9346"/>
                  </a:lnTo>
                  <a:lnTo>
                    <a:pt x="43182" y="17153"/>
                  </a:lnTo>
                  <a:lnTo>
                    <a:pt x="35813" y="19434"/>
                  </a:lnTo>
                  <a:lnTo>
                    <a:pt x="32645" y="21869"/>
                  </a:lnTo>
                  <a:lnTo>
                    <a:pt x="32975" y="23619"/>
                  </a:lnTo>
                  <a:lnTo>
                    <a:pt x="31611" y="25508"/>
                  </a:lnTo>
                  <a:lnTo>
                    <a:pt x="24050" y="24024"/>
                  </a:lnTo>
                  <a:lnTo>
                    <a:pt x="16809" y="26122"/>
                  </a:lnTo>
                  <a:lnTo>
                    <a:pt x="13824" y="27742"/>
                  </a:lnTo>
                  <a:lnTo>
                    <a:pt x="15962" y="30910"/>
                  </a:lnTo>
                  <a:lnTo>
                    <a:pt x="14204" y="32239"/>
                  </a:lnTo>
                  <a:lnTo>
                    <a:pt x="12378" y="32273"/>
                  </a:lnTo>
                  <a:lnTo>
                    <a:pt x="7293" y="32512"/>
                  </a:lnTo>
                  <a:lnTo>
                    <a:pt x="7296" y="27162"/>
                  </a:lnTo>
                  <a:lnTo>
                    <a:pt x="8391" y="25296"/>
                  </a:lnTo>
                  <a:lnTo>
                    <a:pt x="7220" y="21907"/>
                  </a:lnTo>
                  <a:lnTo>
                    <a:pt x="5277" y="19362"/>
                  </a:lnTo>
                  <a:lnTo>
                    <a:pt x="69" y="15946"/>
                  </a:lnTo>
                  <a:lnTo>
                    <a:pt x="1793" y="14361"/>
                  </a:lnTo>
                  <a:lnTo>
                    <a:pt x="0" y="10325"/>
                  </a:lnTo>
                  <a:lnTo>
                    <a:pt x="7281" y="7076"/>
                  </a:lnTo>
                  <a:lnTo>
                    <a:pt x="7370" y="5816"/>
                  </a:lnTo>
                  <a:lnTo>
                    <a:pt x="9393" y="4456"/>
                  </a:lnTo>
                  <a:lnTo>
                    <a:pt x="11148" y="5503"/>
                  </a:lnTo>
                  <a:lnTo>
                    <a:pt x="16200" y="5975"/>
                  </a:lnTo>
                  <a:lnTo>
                    <a:pt x="24790" y="1725"/>
                  </a:lnTo>
                  <a:lnTo>
                    <a:pt x="26174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8" name="ph5808"/>
            <p:cNvSpPr/>
            <p:nvPr/>
          </p:nvSpPr>
          <p:spPr>
            <a:xfrm>
              <a:off x="7463822" y="3149218"/>
              <a:ext cx="22459" cy="7332"/>
            </a:xfrm>
            <a:custGeom>
              <a:avLst/>
              <a:pathLst>
                <a:path w="22459" h="7332">
                  <a:moveTo>
                    <a:pt x="5439" y="1745"/>
                  </a:moveTo>
                  <a:lnTo>
                    <a:pt x="8331" y="1724"/>
                  </a:lnTo>
                  <a:lnTo>
                    <a:pt x="15949" y="3713"/>
                  </a:lnTo>
                  <a:lnTo>
                    <a:pt x="22459" y="6683"/>
                  </a:lnTo>
                  <a:lnTo>
                    <a:pt x="21593" y="7332"/>
                  </a:lnTo>
                  <a:lnTo>
                    <a:pt x="13279" y="6187"/>
                  </a:lnTo>
                  <a:lnTo>
                    <a:pt x="0" y="1995"/>
                  </a:lnTo>
                  <a:lnTo>
                    <a:pt x="189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9" name="ph5809"/>
            <p:cNvSpPr/>
            <p:nvPr/>
          </p:nvSpPr>
          <p:spPr>
            <a:xfrm>
              <a:off x="7411021" y="3135251"/>
              <a:ext cx="12999" cy="20324"/>
            </a:xfrm>
            <a:custGeom>
              <a:avLst/>
              <a:pathLst>
                <a:path w="12999" h="20324">
                  <a:moveTo>
                    <a:pt x="12999" y="916"/>
                  </a:moveTo>
                  <a:lnTo>
                    <a:pt x="11306" y="1949"/>
                  </a:lnTo>
                  <a:lnTo>
                    <a:pt x="12474" y="3913"/>
                  </a:lnTo>
                  <a:lnTo>
                    <a:pt x="11099" y="12923"/>
                  </a:lnTo>
                  <a:lnTo>
                    <a:pt x="12753" y="16608"/>
                  </a:lnTo>
                  <a:lnTo>
                    <a:pt x="6656" y="19120"/>
                  </a:lnTo>
                  <a:lnTo>
                    <a:pt x="247" y="20324"/>
                  </a:lnTo>
                  <a:lnTo>
                    <a:pt x="3380" y="18972"/>
                  </a:lnTo>
                  <a:lnTo>
                    <a:pt x="4311" y="17579"/>
                  </a:lnTo>
                  <a:lnTo>
                    <a:pt x="1733" y="14473"/>
                  </a:lnTo>
                  <a:lnTo>
                    <a:pt x="0" y="14226"/>
                  </a:lnTo>
                  <a:lnTo>
                    <a:pt x="293" y="11315"/>
                  </a:lnTo>
                  <a:lnTo>
                    <a:pt x="2214" y="9954"/>
                  </a:lnTo>
                  <a:lnTo>
                    <a:pt x="3217" y="7880"/>
                  </a:lnTo>
                  <a:lnTo>
                    <a:pt x="3323" y="6980"/>
                  </a:lnTo>
                  <a:lnTo>
                    <a:pt x="6462" y="3789"/>
                  </a:lnTo>
                  <a:lnTo>
                    <a:pt x="9729" y="3254"/>
                  </a:lnTo>
                  <a:lnTo>
                    <a:pt x="9986" y="1195"/>
                  </a:lnTo>
                  <a:lnTo>
                    <a:pt x="935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0" name="ph5810"/>
            <p:cNvSpPr/>
            <p:nvPr/>
          </p:nvSpPr>
          <p:spPr>
            <a:xfrm>
              <a:off x="7542093" y="3101014"/>
              <a:ext cx="31170" cy="39608"/>
            </a:xfrm>
            <a:custGeom>
              <a:avLst/>
              <a:pathLst>
                <a:path w="31170" h="39608">
                  <a:moveTo>
                    <a:pt x="7325" y="4720"/>
                  </a:moveTo>
                  <a:lnTo>
                    <a:pt x="9342" y="5147"/>
                  </a:lnTo>
                  <a:lnTo>
                    <a:pt x="14326" y="4166"/>
                  </a:lnTo>
                  <a:lnTo>
                    <a:pt x="16309" y="2978"/>
                  </a:lnTo>
                  <a:lnTo>
                    <a:pt x="18878" y="4258"/>
                  </a:lnTo>
                  <a:lnTo>
                    <a:pt x="19232" y="5338"/>
                  </a:lnTo>
                  <a:lnTo>
                    <a:pt x="18397" y="6286"/>
                  </a:lnTo>
                  <a:lnTo>
                    <a:pt x="15564" y="6058"/>
                  </a:lnTo>
                  <a:lnTo>
                    <a:pt x="15105" y="7629"/>
                  </a:lnTo>
                  <a:lnTo>
                    <a:pt x="15468" y="10918"/>
                  </a:lnTo>
                  <a:lnTo>
                    <a:pt x="18662" y="11058"/>
                  </a:lnTo>
                  <a:lnTo>
                    <a:pt x="19573" y="10720"/>
                  </a:lnTo>
                  <a:lnTo>
                    <a:pt x="21040" y="12202"/>
                  </a:lnTo>
                  <a:lnTo>
                    <a:pt x="21464" y="13518"/>
                  </a:lnTo>
                  <a:lnTo>
                    <a:pt x="20853" y="14433"/>
                  </a:lnTo>
                  <a:lnTo>
                    <a:pt x="22720" y="18280"/>
                  </a:lnTo>
                  <a:lnTo>
                    <a:pt x="28183" y="19743"/>
                  </a:lnTo>
                  <a:lnTo>
                    <a:pt x="31170" y="25671"/>
                  </a:lnTo>
                  <a:lnTo>
                    <a:pt x="27156" y="25963"/>
                  </a:lnTo>
                  <a:lnTo>
                    <a:pt x="23208" y="27350"/>
                  </a:lnTo>
                  <a:lnTo>
                    <a:pt x="19123" y="31896"/>
                  </a:lnTo>
                  <a:lnTo>
                    <a:pt x="17825" y="36871"/>
                  </a:lnTo>
                  <a:lnTo>
                    <a:pt x="16191" y="39264"/>
                  </a:lnTo>
                  <a:lnTo>
                    <a:pt x="14887" y="39608"/>
                  </a:lnTo>
                  <a:lnTo>
                    <a:pt x="12983" y="38689"/>
                  </a:lnTo>
                  <a:lnTo>
                    <a:pt x="11476" y="39373"/>
                  </a:lnTo>
                  <a:lnTo>
                    <a:pt x="9970" y="31566"/>
                  </a:lnTo>
                  <a:lnTo>
                    <a:pt x="7443" y="29954"/>
                  </a:lnTo>
                  <a:lnTo>
                    <a:pt x="2094" y="31863"/>
                  </a:lnTo>
                  <a:lnTo>
                    <a:pt x="1143" y="29954"/>
                  </a:lnTo>
                  <a:lnTo>
                    <a:pt x="3131" y="26066"/>
                  </a:lnTo>
                  <a:lnTo>
                    <a:pt x="10165" y="18274"/>
                  </a:lnTo>
                  <a:lnTo>
                    <a:pt x="11686" y="13118"/>
                  </a:lnTo>
                  <a:lnTo>
                    <a:pt x="10436" y="11947"/>
                  </a:lnTo>
                  <a:lnTo>
                    <a:pt x="7237" y="12484"/>
                  </a:lnTo>
                  <a:lnTo>
                    <a:pt x="6248" y="13526"/>
                  </a:lnTo>
                  <a:lnTo>
                    <a:pt x="2212" y="12946"/>
                  </a:lnTo>
                  <a:lnTo>
                    <a:pt x="260" y="10694"/>
                  </a:lnTo>
                  <a:lnTo>
                    <a:pt x="0" y="1623"/>
                  </a:lnTo>
                  <a:lnTo>
                    <a:pt x="237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1" name="ph5811"/>
            <p:cNvSpPr/>
            <p:nvPr/>
          </p:nvSpPr>
          <p:spPr>
            <a:xfrm>
              <a:off x="7434747" y="3170326"/>
              <a:ext cx="11903" cy="10175"/>
            </a:xfrm>
            <a:custGeom>
              <a:avLst/>
              <a:pathLst>
                <a:path w="11903" h="10175">
                  <a:moveTo>
                    <a:pt x="7177" y="691"/>
                  </a:moveTo>
                  <a:lnTo>
                    <a:pt x="8026" y="2218"/>
                  </a:lnTo>
                  <a:lnTo>
                    <a:pt x="11903" y="7472"/>
                  </a:lnTo>
                  <a:lnTo>
                    <a:pt x="0" y="10175"/>
                  </a:lnTo>
                  <a:lnTo>
                    <a:pt x="171" y="7222"/>
                  </a:lnTo>
                  <a:lnTo>
                    <a:pt x="1951" y="181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2" name="ph5812"/>
            <p:cNvSpPr/>
            <p:nvPr/>
          </p:nvSpPr>
          <p:spPr>
            <a:xfrm>
              <a:off x="7355427" y="2880757"/>
              <a:ext cx="42619" cy="49856"/>
            </a:xfrm>
            <a:custGeom>
              <a:avLst/>
              <a:pathLst>
                <a:path w="42619" h="49856">
                  <a:moveTo>
                    <a:pt x="29080" y="560"/>
                  </a:moveTo>
                  <a:lnTo>
                    <a:pt x="30627" y="2247"/>
                  </a:lnTo>
                  <a:lnTo>
                    <a:pt x="30315" y="4912"/>
                  </a:lnTo>
                  <a:lnTo>
                    <a:pt x="28088" y="3454"/>
                  </a:lnTo>
                  <a:lnTo>
                    <a:pt x="26112" y="4690"/>
                  </a:lnTo>
                  <a:lnTo>
                    <a:pt x="25852" y="6306"/>
                  </a:lnTo>
                  <a:lnTo>
                    <a:pt x="30871" y="13982"/>
                  </a:lnTo>
                  <a:lnTo>
                    <a:pt x="32958" y="15835"/>
                  </a:lnTo>
                  <a:lnTo>
                    <a:pt x="37150" y="16489"/>
                  </a:lnTo>
                  <a:lnTo>
                    <a:pt x="37530" y="17959"/>
                  </a:lnTo>
                  <a:lnTo>
                    <a:pt x="37564" y="20250"/>
                  </a:lnTo>
                  <a:lnTo>
                    <a:pt x="40295" y="22869"/>
                  </a:lnTo>
                  <a:lnTo>
                    <a:pt x="40721" y="21599"/>
                  </a:lnTo>
                  <a:lnTo>
                    <a:pt x="42619" y="23785"/>
                  </a:lnTo>
                  <a:lnTo>
                    <a:pt x="41081" y="27429"/>
                  </a:lnTo>
                  <a:lnTo>
                    <a:pt x="34140" y="34750"/>
                  </a:lnTo>
                  <a:lnTo>
                    <a:pt x="34055" y="36147"/>
                  </a:lnTo>
                  <a:lnTo>
                    <a:pt x="32948" y="40108"/>
                  </a:lnTo>
                  <a:lnTo>
                    <a:pt x="28915" y="43155"/>
                  </a:lnTo>
                  <a:lnTo>
                    <a:pt x="28308" y="47156"/>
                  </a:lnTo>
                  <a:lnTo>
                    <a:pt x="21758" y="49856"/>
                  </a:lnTo>
                  <a:lnTo>
                    <a:pt x="15541" y="41177"/>
                  </a:lnTo>
                  <a:lnTo>
                    <a:pt x="13026" y="40237"/>
                  </a:lnTo>
                  <a:lnTo>
                    <a:pt x="8607" y="40372"/>
                  </a:lnTo>
                  <a:lnTo>
                    <a:pt x="7068" y="42883"/>
                  </a:lnTo>
                  <a:lnTo>
                    <a:pt x="1740" y="39227"/>
                  </a:lnTo>
                  <a:lnTo>
                    <a:pt x="2162" y="36280"/>
                  </a:lnTo>
                  <a:lnTo>
                    <a:pt x="0" y="34328"/>
                  </a:lnTo>
                  <a:lnTo>
                    <a:pt x="1075" y="31987"/>
                  </a:lnTo>
                  <a:lnTo>
                    <a:pt x="1342" y="30466"/>
                  </a:lnTo>
                  <a:lnTo>
                    <a:pt x="5906" y="30297"/>
                  </a:lnTo>
                  <a:lnTo>
                    <a:pt x="11825" y="26752"/>
                  </a:lnTo>
                  <a:lnTo>
                    <a:pt x="13415" y="21122"/>
                  </a:lnTo>
                  <a:lnTo>
                    <a:pt x="13513" y="17641"/>
                  </a:lnTo>
                  <a:lnTo>
                    <a:pt x="15870" y="10636"/>
                  </a:lnTo>
                  <a:lnTo>
                    <a:pt x="14788" y="7652"/>
                  </a:lnTo>
                  <a:lnTo>
                    <a:pt x="18753" y="6423"/>
                  </a:lnTo>
                  <a:lnTo>
                    <a:pt x="21813" y="2900"/>
                  </a:lnTo>
                  <a:lnTo>
                    <a:pt x="21905" y="1442"/>
                  </a:lnTo>
                  <a:lnTo>
                    <a:pt x="23694" y="1163"/>
                  </a:lnTo>
                  <a:lnTo>
                    <a:pt x="24496" y="2161"/>
                  </a:lnTo>
                  <a:lnTo>
                    <a:pt x="26195" y="3440"/>
                  </a:lnTo>
                  <a:lnTo>
                    <a:pt x="2665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3" name="ph5813"/>
            <p:cNvSpPr/>
            <p:nvPr/>
          </p:nvSpPr>
          <p:spPr>
            <a:xfrm>
              <a:off x="7607523" y="3156570"/>
              <a:ext cx="32669" cy="46769"/>
            </a:xfrm>
            <a:custGeom>
              <a:avLst/>
              <a:pathLst>
                <a:path w="32669" h="46769">
                  <a:moveTo>
                    <a:pt x="18496" y="0"/>
                  </a:moveTo>
                  <a:lnTo>
                    <a:pt x="20581" y="413"/>
                  </a:lnTo>
                  <a:lnTo>
                    <a:pt x="26276" y="5295"/>
                  </a:lnTo>
                  <a:lnTo>
                    <a:pt x="26395" y="9440"/>
                  </a:lnTo>
                  <a:lnTo>
                    <a:pt x="22663" y="11760"/>
                  </a:lnTo>
                  <a:lnTo>
                    <a:pt x="22910" y="13566"/>
                  </a:lnTo>
                  <a:lnTo>
                    <a:pt x="25337" y="18741"/>
                  </a:lnTo>
                  <a:lnTo>
                    <a:pt x="27798" y="20885"/>
                  </a:lnTo>
                  <a:lnTo>
                    <a:pt x="29327" y="23676"/>
                  </a:lnTo>
                  <a:lnTo>
                    <a:pt x="29308" y="26953"/>
                  </a:lnTo>
                  <a:lnTo>
                    <a:pt x="28595" y="27594"/>
                  </a:lnTo>
                  <a:lnTo>
                    <a:pt x="31525" y="30655"/>
                  </a:lnTo>
                  <a:lnTo>
                    <a:pt x="32669" y="41667"/>
                  </a:lnTo>
                  <a:lnTo>
                    <a:pt x="31427" y="46708"/>
                  </a:lnTo>
                  <a:lnTo>
                    <a:pt x="29370" y="46769"/>
                  </a:lnTo>
                  <a:lnTo>
                    <a:pt x="27776" y="43224"/>
                  </a:lnTo>
                  <a:lnTo>
                    <a:pt x="24644" y="43476"/>
                  </a:lnTo>
                  <a:lnTo>
                    <a:pt x="22598" y="44655"/>
                  </a:lnTo>
                  <a:lnTo>
                    <a:pt x="17617" y="41182"/>
                  </a:lnTo>
                  <a:lnTo>
                    <a:pt x="18174" y="37873"/>
                  </a:lnTo>
                  <a:lnTo>
                    <a:pt x="16407" y="34011"/>
                  </a:lnTo>
                  <a:lnTo>
                    <a:pt x="10621" y="26734"/>
                  </a:lnTo>
                  <a:lnTo>
                    <a:pt x="6254" y="23195"/>
                  </a:lnTo>
                  <a:lnTo>
                    <a:pt x="5180" y="21840"/>
                  </a:lnTo>
                  <a:lnTo>
                    <a:pt x="955" y="21677"/>
                  </a:lnTo>
                  <a:lnTo>
                    <a:pt x="0" y="20492"/>
                  </a:lnTo>
                  <a:lnTo>
                    <a:pt x="863" y="19299"/>
                  </a:lnTo>
                  <a:lnTo>
                    <a:pt x="1880" y="14695"/>
                  </a:lnTo>
                  <a:lnTo>
                    <a:pt x="4526" y="8369"/>
                  </a:lnTo>
                  <a:lnTo>
                    <a:pt x="4241" y="4625"/>
                  </a:lnTo>
                  <a:lnTo>
                    <a:pt x="5570" y="3215"/>
                  </a:lnTo>
                  <a:lnTo>
                    <a:pt x="7966" y="3337"/>
                  </a:lnTo>
                  <a:lnTo>
                    <a:pt x="12873" y="1430"/>
                  </a:lnTo>
                  <a:lnTo>
                    <a:pt x="13985" y="20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4" name="ph5814"/>
            <p:cNvSpPr/>
            <p:nvPr/>
          </p:nvSpPr>
          <p:spPr>
            <a:xfrm>
              <a:off x="7284996" y="2900051"/>
              <a:ext cx="21834" cy="32734"/>
            </a:xfrm>
            <a:custGeom>
              <a:avLst/>
              <a:pathLst>
                <a:path w="21834" h="32734">
                  <a:moveTo>
                    <a:pt x="18752" y="1186"/>
                  </a:moveTo>
                  <a:lnTo>
                    <a:pt x="17674" y="1822"/>
                  </a:lnTo>
                  <a:lnTo>
                    <a:pt x="16569" y="5199"/>
                  </a:lnTo>
                  <a:lnTo>
                    <a:pt x="20304" y="6818"/>
                  </a:lnTo>
                  <a:lnTo>
                    <a:pt x="20676" y="7905"/>
                  </a:lnTo>
                  <a:lnTo>
                    <a:pt x="18933" y="12366"/>
                  </a:lnTo>
                  <a:lnTo>
                    <a:pt x="20371" y="15379"/>
                  </a:lnTo>
                  <a:lnTo>
                    <a:pt x="21424" y="15880"/>
                  </a:lnTo>
                  <a:lnTo>
                    <a:pt x="21834" y="16495"/>
                  </a:lnTo>
                  <a:lnTo>
                    <a:pt x="20493" y="18950"/>
                  </a:lnTo>
                  <a:lnTo>
                    <a:pt x="14120" y="27413"/>
                  </a:lnTo>
                  <a:lnTo>
                    <a:pt x="11788" y="28064"/>
                  </a:lnTo>
                  <a:lnTo>
                    <a:pt x="9313" y="27683"/>
                  </a:lnTo>
                  <a:lnTo>
                    <a:pt x="3047" y="32734"/>
                  </a:lnTo>
                  <a:lnTo>
                    <a:pt x="1198" y="32197"/>
                  </a:lnTo>
                  <a:lnTo>
                    <a:pt x="27" y="30626"/>
                  </a:lnTo>
                  <a:lnTo>
                    <a:pt x="0" y="29262"/>
                  </a:lnTo>
                  <a:lnTo>
                    <a:pt x="4039" y="26904"/>
                  </a:lnTo>
                  <a:lnTo>
                    <a:pt x="5590" y="23342"/>
                  </a:lnTo>
                  <a:lnTo>
                    <a:pt x="6609" y="16847"/>
                  </a:lnTo>
                  <a:lnTo>
                    <a:pt x="10826" y="9009"/>
                  </a:lnTo>
                  <a:lnTo>
                    <a:pt x="10120" y="7603"/>
                  </a:lnTo>
                  <a:lnTo>
                    <a:pt x="9016" y="7503"/>
                  </a:lnTo>
                  <a:lnTo>
                    <a:pt x="12459" y="2969"/>
                  </a:lnTo>
                  <a:lnTo>
                    <a:pt x="1191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5" name="ph5815"/>
            <p:cNvSpPr/>
            <p:nvPr/>
          </p:nvSpPr>
          <p:spPr>
            <a:xfrm>
              <a:off x="7441924" y="3162572"/>
              <a:ext cx="9395" cy="9972"/>
            </a:xfrm>
            <a:custGeom>
              <a:avLst/>
              <a:pathLst>
                <a:path w="9395" h="9972">
                  <a:moveTo>
                    <a:pt x="8576" y="0"/>
                  </a:moveTo>
                  <a:lnTo>
                    <a:pt x="9395" y="2193"/>
                  </a:lnTo>
                  <a:lnTo>
                    <a:pt x="7004" y="4280"/>
                  </a:lnTo>
                  <a:lnTo>
                    <a:pt x="8028" y="6898"/>
                  </a:lnTo>
                  <a:lnTo>
                    <a:pt x="849" y="9972"/>
                  </a:lnTo>
                  <a:lnTo>
                    <a:pt x="0" y="8445"/>
                  </a:lnTo>
                  <a:lnTo>
                    <a:pt x="778" y="8398"/>
                  </a:lnTo>
                  <a:lnTo>
                    <a:pt x="3380" y="5206"/>
                  </a:lnTo>
                  <a:lnTo>
                    <a:pt x="3464" y="2521"/>
                  </a:lnTo>
                  <a:lnTo>
                    <a:pt x="1605" y="24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6" name="ph5816"/>
            <p:cNvSpPr/>
            <p:nvPr/>
          </p:nvSpPr>
          <p:spPr>
            <a:xfrm>
              <a:off x="7469876" y="3138242"/>
              <a:ext cx="13239" cy="14689"/>
            </a:xfrm>
            <a:custGeom>
              <a:avLst/>
              <a:pathLst>
                <a:path w="13239" h="14689">
                  <a:moveTo>
                    <a:pt x="8960" y="899"/>
                  </a:moveTo>
                  <a:lnTo>
                    <a:pt x="13239" y="4447"/>
                  </a:lnTo>
                  <a:lnTo>
                    <a:pt x="10788" y="11488"/>
                  </a:lnTo>
                  <a:lnTo>
                    <a:pt x="9476" y="13360"/>
                  </a:lnTo>
                  <a:lnTo>
                    <a:pt x="9895" y="14689"/>
                  </a:lnTo>
                  <a:lnTo>
                    <a:pt x="2277" y="12700"/>
                  </a:lnTo>
                  <a:lnTo>
                    <a:pt x="786" y="9891"/>
                  </a:lnTo>
                  <a:lnTo>
                    <a:pt x="2837" y="7621"/>
                  </a:lnTo>
                  <a:lnTo>
                    <a:pt x="4278" y="8448"/>
                  </a:lnTo>
                  <a:lnTo>
                    <a:pt x="3978" y="5218"/>
                  </a:lnTo>
                  <a:lnTo>
                    <a:pt x="0" y="2218"/>
                  </a:lnTo>
                  <a:lnTo>
                    <a:pt x="343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7" name="ph5817"/>
            <p:cNvSpPr/>
            <p:nvPr/>
          </p:nvSpPr>
          <p:spPr>
            <a:xfrm>
              <a:off x="7467417" y="3003271"/>
              <a:ext cx="16370" cy="15899"/>
            </a:xfrm>
            <a:custGeom>
              <a:avLst/>
              <a:pathLst>
                <a:path w="16370" h="15899">
                  <a:moveTo>
                    <a:pt x="13857" y="315"/>
                  </a:moveTo>
                  <a:lnTo>
                    <a:pt x="15440" y="2017"/>
                  </a:lnTo>
                  <a:lnTo>
                    <a:pt x="14348" y="2784"/>
                  </a:lnTo>
                  <a:lnTo>
                    <a:pt x="14744" y="3880"/>
                  </a:lnTo>
                  <a:lnTo>
                    <a:pt x="16370" y="3020"/>
                  </a:lnTo>
                  <a:lnTo>
                    <a:pt x="11834" y="10635"/>
                  </a:lnTo>
                  <a:lnTo>
                    <a:pt x="11855" y="12030"/>
                  </a:lnTo>
                  <a:lnTo>
                    <a:pt x="10243" y="15417"/>
                  </a:lnTo>
                  <a:lnTo>
                    <a:pt x="8729" y="15899"/>
                  </a:lnTo>
                  <a:lnTo>
                    <a:pt x="1834" y="15269"/>
                  </a:lnTo>
                  <a:lnTo>
                    <a:pt x="69" y="12315"/>
                  </a:lnTo>
                  <a:lnTo>
                    <a:pt x="0" y="10285"/>
                  </a:lnTo>
                  <a:lnTo>
                    <a:pt x="4382" y="2224"/>
                  </a:lnTo>
                  <a:lnTo>
                    <a:pt x="7725" y="619"/>
                  </a:lnTo>
                  <a:lnTo>
                    <a:pt x="9694" y="2628"/>
                  </a:lnTo>
                  <a:lnTo>
                    <a:pt x="1160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8" name="ph5818"/>
            <p:cNvSpPr/>
            <p:nvPr/>
          </p:nvSpPr>
          <p:spPr>
            <a:xfrm>
              <a:off x="7266000" y="2916899"/>
              <a:ext cx="25605" cy="28671"/>
            </a:xfrm>
            <a:custGeom>
              <a:avLst/>
              <a:pathLst>
                <a:path w="25605" h="28671">
                  <a:moveTo>
                    <a:pt x="25605" y="0"/>
                  </a:moveTo>
                  <a:lnTo>
                    <a:pt x="24586" y="6495"/>
                  </a:lnTo>
                  <a:lnTo>
                    <a:pt x="23034" y="10057"/>
                  </a:lnTo>
                  <a:lnTo>
                    <a:pt x="18995" y="12415"/>
                  </a:lnTo>
                  <a:lnTo>
                    <a:pt x="19023" y="13779"/>
                  </a:lnTo>
                  <a:lnTo>
                    <a:pt x="20194" y="15350"/>
                  </a:lnTo>
                  <a:lnTo>
                    <a:pt x="22043" y="15887"/>
                  </a:lnTo>
                  <a:lnTo>
                    <a:pt x="15768" y="22040"/>
                  </a:lnTo>
                  <a:lnTo>
                    <a:pt x="15631" y="24261"/>
                  </a:lnTo>
                  <a:lnTo>
                    <a:pt x="14842" y="25600"/>
                  </a:lnTo>
                  <a:lnTo>
                    <a:pt x="10472" y="28192"/>
                  </a:lnTo>
                  <a:lnTo>
                    <a:pt x="7201" y="27900"/>
                  </a:lnTo>
                  <a:lnTo>
                    <a:pt x="5575" y="26932"/>
                  </a:lnTo>
                  <a:lnTo>
                    <a:pt x="1330" y="28671"/>
                  </a:lnTo>
                  <a:lnTo>
                    <a:pt x="0" y="28452"/>
                  </a:lnTo>
                  <a:lnTo>
                    <a:pt x="255" y="24566"/>
                  </a:lnTo>
                  <a:lnTo>
                    <a:pt x="3867" y="20207"/>
                  </a:lnTo>
                  <a:lnTo>
                    <a:pt x="4767" y="17525"/>
                  </a:lnTo>
                  <a:lnTo>
                    <a:pt x="1367" y="13556"/>
                  </a:lnTo>
                  <a:lnTo>
                    <a:pt x="1413" y="12176"/>
                  </a:lnTo>
                  <a:lnTo>
                    <a:pt x="2084" y="10560"/>
                  </a:lnTo>
                  <a:lnTo>
                    <a:pt x="5207" y="9715"/>
                  </a:lnTo>
                  <a:lnTo>
                    <a:pt x="12719" y="8227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9" name="ph5819"/>
            <p:cNvSpPr/>
            <p:nvPr/>
          </p:nvSpPr>
          <p:spPr>
            <a:xfrm>
              <a:off x="7630187" y="3166010"/>
              <a:ext cx="15174" cy="18759"/>
            </a:xfrm>
            <a:custGeom>
              <a:avLst/>
              <a:pathLst>
                <a:path w="15174" h="18759">
                  <a:moveTo>
                    <a:pt x="4612" y="1668"/>
                  </a:moveTo>
                  <a:lnTo>
                    <a:pt x="11086" y="997"/>
                  </a:lnTo>
                  <a:lnTo>
                    <a:pt x="14228" y="1832"/>
                  </a:lnTo>
                  <a:lnTo>
                    <a:pt x="15174" y="5423"/>
                  </a:lnTo>
                  <a:lnTo>
                    <a:pt x="14326" y="8447"/>
                  </a:lnTo>
                  <a:lnTo>
                    <a:pt x="12174" y="8654"/>
                  </a:lnTo>
                  <a:lnTo>
                    <a:pt x="11112" y="10570"/>
                  </a:lnTo>
                  <a:lnTo>
                    <a:pt x="10602" y="18759"/>
                  </a:lnTo>
                  <a:lnTo>
                    <a:pt x="6644" y="17513"/>
                  </a:lnTo>
                  <a:lnTo>
                    <a:pt x="6664" y="14235"/>
                  </a:lnTo>
                  <a:lnTo>
                    <a:pt x="5134" y="11445"/>
                  </a:lnTo>
                  <a:lnTo>
                    <a:pt x="2673" y="9301"/>
                  </a:lnTo>
                  <a:lnTo>
                    <a:pt x="247" y="4126"/>
                  </a:lnTo>
                  <a:lnTo>
                    <a:pt x="0" y="2320"/>
                  </a:lnTo>
                  <a:lnTo>
                    <a:pt x="373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0" name="ph5820"/>
            <p:cNvSpPr/>
            <p:nvPr/>
          </p:nvSpPr>
          <p:spPr>
            <a:xfrm>
              <a:off x="7447271" y="3116859"/>
              <a:ext cx="8032" cy="7900"/>
            </a:xfrm>
            <a:custGeom>
              <a:avLst/>
              <a:pathLst>
                <a:path w="8032" h="7900">
                  <a:moveTo>
                    <a:pt x="3704" y="3256"/>
                  </a:moveTo>
                  <a:lnTo>
                    <a:pt x="6527" y="2346"/>
                  </a:lnTo>
                  <a:lnTo>
                    <a:pt x="8032" y="5404"/>
                  </a:lnTo>
                  <a:lnTo>
                    <a:pt x="4978" y="7900"/>
                  </a:lnTo>
                  <a:lnTo>
                    <a:pt x="3266" y="5069"/>
                  </a:lnTo>
                  <a:lnTo>
                    <a:pt x="461" y="3417"/>
                  </a:lnTo>
                  <a:lnTo>
                    <a:pt x="0" y="2428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1" name="ph5821"/>
            <p:cNvSpPr/>
            <p:nvPr/>
          </p:nvSpPr>
          <p:spPr>
            <a:xfrm>
              <a:off x="7464748" y="3105231"/>
              <a:ext cx="44655" cy="14537"/>
            </a:xfrm>
            <a:custGeom>
              <a:avLst/>
              <a:pathLst>
                <a:path w="44655" h="14537">
                  <a:moveTo>
                    <a:pt x="6060" y="1124"/>
                  </a:moveTo>
                  <a:lnTo>
                    <a:pt x="15510" y="6298"/>
                  </a:lnTo>
                  <a:lnTo>
                    <a:pt x="20326" y="7283"/>
                  </a:lnTo>
                  <a:lnTo>
                    <a:pt x="24236" y="7436"/>
                  </a:lnTo>
                  <a:lnTo>
                    <a:pt x="25144" y="6687"/>
                  </a:lnTo>
                  <a:lnTo>
                    <a:pt x="29600" y="7025"/>
                  </a:lnTo>
                  <a:lnTo>
                    <a:pt x="32125" y="5701"/>
                  </a:lnTo>
                  <a:lnTo>
                    <a:pt x="39957" y="5280"/>
                  </a:lnTo>
                  <a:lnTo>
                    <a:pt x="40953" y="6069"/>
                  </a:lnTo>
                  <a:lnTo>
                    <a:pt x="40269" y="6666"/>
                  </a:lnTo>
                  <a:lnTo>
                    <a:pt x="39402" y="7277"/>
                  </a:lnTo>
                  <a:lnTo>
                    <a:pt x="37668" y="7056"/>
                  </a:lnTo>
                  <a:lnTo>
                    <a:pt x="44655" y="10439"/>
                  </a:lnTo>
                  <a:lnTo>
                    <a:pt x="43059" y="11121"/>
                  </a:lnTo>
                  <a:lnTo>
                    <a:pt x="41554" y="9586"/>
                  </a:lnTo>
                  <a:lnTo>
                    <a:pt x="39520" y="9405"/>
                  </a:lnTo>
                  <a:lnTo>
                    <a:pt x="30457" y="10431"/>
                  </a:lnTo>
                  <a:lnTo>
                    <a:pt x="22510" y="14242"/>
                  </a:lnTo>
                  <a:lnTo>
                    <a:pt x="14769" y="14537"/>
                  </a:lnTo>
                  <a:lnTo>
                    <a:pt x="10425" y="13874"/>
                  </a:lnTo>
                  <a:lnTo>
                    <a:pt x="5038" y="7315"/>
                  </a:lnTo>
                  <a:lnTo>
                    <a:pt x="1746" y="4829"/>
                  </a:lnTo>
                  <a:lnTo>
                    <a:pt x="0" y="1416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2" name="ph5822"/>
            <p:cNvSpPr/>
            <p:nvPr/>
          </p:nvSpPr>
          <p:spPr>
            <a:xfrm>
              <a:off x="7266866" y="2892869"/>
              <a:ext cx="30589" cy="16405"/>
            </a:xfrm>
            <a:custGeom>
              <a:avLst/>
              <a:pathLst>
                <a:path w="30589" h="16405">
                  <a:moveTo>
                    <a:pt x="20965" y="394"/>
                  </a:moveTo>
                  <a:lnTo>
                    <a:pt x="22091" y="814"/>
                  </a:lnTo>
                  <a:lnTo>
                    <a:pt x="22768" y="421"/>
                  </a:lnTo>
                  <a:lnTo>
                    <a:pt x="23945" y="1545"/>
                  </a:lnTo>
                  <a:lnTo>
                    <a:pt x="24166" y="3667"/>
                  </a:lnTo>
                  <a:lnTo>
                    <a:pt x="25701" y="5193"/>
                  </a:lnTo>
                  <a:lnTo>
                    <a:pt x="28097" y="6958"/>
                  </a:lnTo>
                  <a:lnTo>
                    <a:pt x="30047" y="7182"/>
                  </a:lnTo>
                  <a:lnTo>
                    <a:pt x="30589" y="10151"/>
                  </a:lnTo>
                  <a:lnTo>
                    <a:pt x="27146" y="14685"/>
                  </a:lnTo>
                  <a:lnTo>
                    <a:pt x="17918" y="16405"/>
                  </a:lnTo>
                  <a:lnTo>
                    <a:pt x="15530" y="14340"/>
                  </a:lnTo>
                  <a:lnTo>
                    <a:pt x="16636" y="13275"/>
                  </a:lnTo>
                  <a:lnTo>
                    <a:pt x="16302" y="12354"/>
                  </a:lnTo>
                  <a:lnTo>
                    <a:pt x="13908" y="13006"/>
                  </a:lnTo>
                  <a:lnTo>
                    <a:pt x="11601" y="14774"/>
                  </a:lnTo>
                  <a:lnTo>
                    <a:pt x="7718" y="14660"/>
                  </a:lnTo>
                  <a:lnTo>
                    <a:pt x="0" y="10948"/>
                  </a:lnTo>
                  <a:lnTo>
                    <a:pt x="348" y="6676"/>
                  </a:lnTo>
                  <a:lnTo>
                    <a:pt x="10288" y="0"/>
                  </a:lnTo>
                  <a:lnTo>
                    <a:pt x="12231" y="1777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3" name="ph5823"/>
            <p:cNvSpPr/>
            <p:nvPr/>
          </p:nvSpPr>
          <p:spPr>
            <a:xfrm>
              <a:off x="7796570" y="3210733"/>
              <a:ext cx="28289" cy="32100"/>
            </a:xfrm>
            <a:custGeom>
              <a:avLst/>
              <a:pathLst>
                <a:path w="28289" h="32100">
                  <a:moveTo>
                    <a:pt x="18048" y="0"/>
                  </a:moveTo>
                  <a:lnTo>
                    <a:pt x="18183" y="1849"/>
                  </a:lnTo>
                  <a:lnTo>
                    <a:pt x="18931" y="6027"/>
                  </a:lnTo>
                  <a:lnTo>
                    <a:pt x="21508" y="4930"/>
                  </a:lnTo>
                  <a:lnTo>
                    <a:pt x="22859" y="6604"/>
                  </a:lnTo>
                  <a:lnTo>
                    <a:pt x="22971" y="12936"/>
                  </a:lnTo>
                  <a:lnTo>
                    <a:pt x="26706" y="26210"/>
                  </a:lnTo>
                  <a:lnTo>
                    <a:pt x="27491" y="26265"/>
                  </a:lnTo>
                  <a:lnTo>
                    <a:pt x="28289" y="29022"/>
                  </a:lnTo>
                  <a:lnTo>
                    <a:pt x="24821" y="31830"/>
                  </a:lnTo>
                  <a:lnTo>
                    <a:pt x="23106" y="32100"/>
                  </a:lnTo>
                  <a:lnTo>
                    <a:pt x="16590" y="30219"/>
                  </a:lnTo>
                  <a:lnTo>
                    <a:pt x="11203" y="29754"/>
                  </a:lnTo>
                  <a:lnTo>
                    <a:pt x="8219" y="28110"/>
                  </a:lnTo>
                  <a:lnTo>
                    <a:pt x="8255" y="23236"/>
                  </a:lnTo>
                  <a:lnTo>
                    <a:pt x="5135" y="21888"/>
                  </a:lnTo>
                  <a:lnTo>
                    <a:pt x="1392" y="22427"/>
                  </a:lnTo>
                  <a:lnTo>
                    <a:pt x="0" y="20843"/>
                  </a:lnTo>
                  <a:lnTo>
                    <a:pt x="3093" y="19650"/>
                  </a:lnTo>
                  <a:lnTo>
                    <a:pt x="5128" y="17289"/>
                  </a:lnTo>
                  <a:lnTo>
                    <a:pt x="6878" y="10753"/>
                  </a:lnTo>
                  <a:lnTo>
                    <a:pt x="4426" y="5620"/>
                  </a:lnTo>
                  <a:lnTo>
                    <a:pt x="4419" y="4014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4" name="ph5824"/>
            <p:cNvSpPr/>
            <p:nvPr/>
          </p:nvSpPr>
          <p:spPr>
            <a:xfrm>
              <a:off x="7541640" y="3195123"/>
              <a:ext cx="35411" cy="33000"/>
            </a:xfrm>
            <a:custGeom>
              <a:avLst/>
              <a:pathLst>
                <a:path w="35411" h="33000">
                  <a:moveTo>
                    <a:pt x="31025" y="1678"/>
                  </a:moveTo>
                  <a:lnTo>
                    <a:pt x="35411" y="4057"/>
                  </a:lnTo>
                  <a:lnTo>
                    <a:pt x="35391" y="5705"/>
                  </a:lnTo>
                  <a:lnTo>
                    <a:pt x="32848" y="5959"/>
                  </a:lnTo>
                  <a:lnTo>
                    <a:pt x="26444" y="12473"/>
                  </a:lnTo>
                  <a:lnTo>
                    <a:pt x="31156" y="21757"/>
                  </a:lnTo>
                  <a:lnTo>
                    <a:pt x="29691" y="27154"/>
                  </a:lnTo>
                  <a:lnTo>
                    <a:pt x="27202" y="29781"/>
                  </a:lnTo>
                  <a:lnTo>
                    <a:pt x="21149" y="31370"/>
                  </a:lnTo>
                  <a:lnTo>
                    <a:pt x="19215" y="30297"/>
                  </a:lnTo>
                  <a:lnTo>
                    <a:pt x="16730" y="30806"/>
                  </a:lnTo>
                  <a:lnTo>
                    <a:pt x="16996" y="31322"/>
                  </a:lnTo>
                  <a:lnTo>
                    <a:pt x="13073" y="33000"/>
                  </a:lnTo>
                  <a:lnTo>
                    <a:pt x="9495" y="31190"/>
                  </a:lnTo>
                  <a:lnTo>
                    <a:pt x="4669" y="26816"/>
                  </a:lnTo>
                  <a:lnTo>
                    <a:pt x="3242" y="17567"/>
                  </a:lnTo>
                  <a:lnTo>
                    <a:pt x="1867" y="15550"/>
                  </a:lnTo>
                  <a:lnTo>
                    <a:pt x="889" y="15395"/>
                  </a:lnTo>
                  <a:lnTo>
                    <a:pt x="0" y="8557"/>
                  </a:lnTo>
                  <a:lnTo>
                    <a:pt x="4549" y="2649"/>
                  </a:lnTo>
                  <a:lnTo>
                    <a:pt x="15431" y="5052"/>
                  </a:lnTo>
                  <a:lnTo>
                    <a:pt x="16986" y="4583"/>
                  </a:lnTo>
                  <a:lnTo>
                    <a:pt x="18400" y="1747"/>
                  </a:lnTo>
                  <a:lnTo>
                    <a:pt x="22131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5" name="ph5825"/>
            <p:cNvSpPr/>
            <p:nvPr/>
          </p:nvSpPr>
          <p:spPr>
            <a:xfrm>
              <a:off x="7606043" y="3191124"/>
              <a:ext cx="18341" cy="29194"/>
            </a:xfrm>
            <a:custGeom>
              <a:avLst/>
              <a:pathLst>
                <a:path w="18341" h="29194">
                  <a:moveTo>
                    <a:pt x="3143" y="0"/>
                  </a:moveTo>
                  <a:lnTo>
                    <a:pt x="5001" y="1369"/>
                  </a:lnTo>
                  <a:lnTo>
                    <a:pt x="5333" y="2464"/>
                  </a:lnTo>
                  <a:lnTo>
                    <a:pt x="15668" y="7555"/>
                  </a:lnTo>
                  <a:lnTo>
                    <a:pt x="18341" y="10172"/>
                  </a:lnTo>
                  <a:lnTo>
                    <a:pt x="16578" y="10941"/>
                  </a:lnTo>
                  <a:lnTo>
                    <a:pt x="15591" y="15630"/>
                  </a:lnTo>
                  <a:lnTo>
                    <a:pt x="15886" y="16582"/>
                  </a:lnTo>
                  <a:lnTo>
                    <a:pt x="18312" y="16999"/>
                  </a:lnTo>
                  <a:lnTo>
                    <a:pt x="18163" y="20229"/>
                  </a:lnTo>
                  <a:lnTo>
                    <a:pt x="17102" y="22637"/>
                  </a:lnTo>
                  <a:lnTo>
                    <a:pt x="9297" y="29194"/>
                  </a:lnTo>
                  <a:lnTo>
                    <a:pt x="6105" y="27232"/>
                  </a:lnTo>
                  <a:lnTo>
                    <a:pt x="4031" y="22915"/>
                  </a:lnTo>
                  <a:lnTo>
                    <a:pt x="1384" y="22437"/>
                  </a:lnTo>
                  <a:lnTo>
                    <a:pt x="0" y="20493"/>
                  </a:lnTo>
                  <a:lnTo>
                    <a:pt x="2685" y="16332"/>
                  </a:lnTo>
                  <a:lnTo>
                    <a:pt x="910" y="12854"/>
                  </a:lnTo>
                  <a:lnTo>
                    <a:pt x="686" y="5221"/>
                  </a:lnTo>
                  <a:lnTo>
                    <a:pt x="1629" y="4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6" name="ph5826"/>
            <p:cNvSpPr/>
            <p:nvPr/>
          </p:nvSpPr>
          <p:spPr>
            <a:xfrm>
              <a:off x="7448929" y="3151949"/>
              <a:ext cx="24654" cy="33632"/>
            </a:xfrm>
            <a:custGeom>
              <a:avLst/>
              <a:pathLst>
                <a:path w="24654" h="33632">
                  <a:moveTo>
                    <a:pt x="10828" y="0"/>
                  </a:moveTo>
                  <a:lnTo>
                    <a:pt x="11950" y="73"/>
                  </a:lnTo>
                  <a:lnTo>
                    <a:pt x="12017" y="970"/>
                  </a:lnTo>
                  <a:lnTo>
                    <a:pt x="11628" y="2023"/>
                  </a:lnTo>
                  <a:lnTo>
                    <a:pt x="10852" y="1949"/>
                  </a:lnTo>
                  <a:lnTo>
                    <a:pt x="10887" y="3477"/>
                  </a:lnTo>
                  <a:lnTo>
                    <a:pt x="13633" y="2610"/>
                  </a:lnTo>
                  <a:lnTo>
                    <a:pt x="17514" y="4577"/>
                  </a:lnTo>
                  <a:lnTo>
                    <a:pt x="19654" y="16790"/>
                  </a:lnTo>
                  <a:lnTo>
                    <a:pt x="18436" y="18287"/>
                  </a:lnTo>
                  <a:lnTo>
                    <a:pt x="18654" y="20278"/>
                  </a:lnTo>
                  <a:lnTo>
                    <a:pt x="24654" y="24950"/>
                  </a:lnTo>
                  <a:lnTo>
                    <a:pt x="23991" y="28711"/>
                  </a:lnTo>
                  <a:lnTo>
                    <a:pt x="20871" y="33254"/>
                  </a:lnTo>
                  <a:lnTo>
                    <a:pt x="19979" y="33632"/>
                  </a:lnTo>
                  <a:lnTo>
                    <a:pt x="9887" y="29959"/>
                  </a:lnTo>
                  <a:lnTo>
                    <a:pt x="4583" y="33482"/>
                  </a:lnTo>
                  <a:lnTo>
                    <a:pt x="4232" y="33046"/>
                  </a:lnTo>
                  <a:lnTo>
                    <a:pt x="7200" y="30112"/>
                  </a:lnTo>
                  <a:lnTo>
                    <a:pt x="11602" y="28797"/>
                  </a:lnTo>
                  <a:lnTo>
                    <a:pt x="12372" y="27229"/>
                  </a:lnTo>
                  <a:lnTo>
                    <a:pt x="11645" y="22177"/>
                  </a:lnTo>
                  <a:lnTo>
                    <a:pt x="9921" y="17788"/>
                  </a:lnTo>
                  <a:lnTo>
                    <a:pt x="8738" y="17381"/>
                  </a:lnTo>
                  <a:lnTo>
                    <a:pt x="6474" y="18118"/>
                  </a:lnTo>
                  <a:lnTo>
                    <a:pt x="9151" y="19661"/>
                  </a:lnTo>
                  <a:lnTo>
                    <a:pt x="6935" y="20162"/>
                  </a:lnTo>
                  <a:lnTo>
                    <a:pt x="6094" y="19202"/>
                  </a:lnTo>
                  <a:lnTo>
                    <a:pt x="4104" y="20660"/>
                  </a:lnTo>
                  <a:lnTo>
                    <a:pt x="2342" y="19760"/>
                  </a:lnTo>
                  <a:lnTo>
                    <a:pt x="1024" y="17521"/>
                  </a:lnTo>
                  <a:lnTo>
                    <a:pt x="0" y="14903"/>
                  </a:lnTo>
                  <a:lnTo>
                    <a:pt x="2391" y="12817"/>
                  </a:lnTo>
                  <a:lnTo>
                    <a:pt x="1572" y="10623"/>
                  </a:lnTo>
                  <a:lnTo>
                    <a:pt x="4170" y="10442"/>
                  </a:lnTo>
                  <a:lnTo>
                    <a:pt x="8968" y="3871"/>
                  </a:lnTo>
                  <a:lnTo>
                    <a:pt x="7654" y="154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7" name="ph5827"/>
            <p:cNvSpPr/>
            <p:nvPr/>
          </p:nvSpPr>
          <p:spPr>
            <a:xfrm>
              <a:off x="7522766" y="3126685"/>
              <a:ext cx="57018" cy="45372"/>
            </a:xfrm>
            <a:custGeom>
              <a:avLst/>
              <a:pathLst>
                <a:path w="57018" h="45372">
                  <a:moveTo>
                    <a:pt x="46484" y="292"/>
                  </a:moveTo>
                  <a:lnTo>
                    <a:pt x="50497" y="0"/>
                  </a:lnTo>
                  <a:lnTo>
                    <a:pt x="49354" y="5376"/>
                  </a:lnTo>
                  <a:lnTo>
                    <a:pt x="50725" y="7215"/>
                  </a:lnTo>
                  <a:lnTo>
                    <a:pt x="55260" y="7092"/>
                  </a:lnTo>
                  <a:lnTo>
                    <a:pt x="55991" y="10787"/>
                  </a:lnTo>
                  <a:lnTo>
                    <a:pt x="55685" y="13466"/>
                  </a:lnTo>
                  <a:lnTo>
                    <a:pt x="54057" y="14797"/>
                  </a:lnTo>
                  <a:lnTo>
                    <a:pt x="54495" y="18000"/>
                  </a:lnTo>
                  <a:lnTo>
                    <a:pt x="57018" y="18052"/>
                  </a:lnTo>
                  <a:lnTo>
                    <a:pt x="56960" y="19113"/>
                  </a:lnTo>
                  <a:lnTo>
                    <a:pt x="50754" y="24598"/>
                  </a:lnTo>
                  <a:lnTo>
                    <a:pt x="49759" y="26596"/>
                  </a:lnTo>
                  <a:lnTo>
                    <a:pt x="48717" y="35290"/>
                  </a:lnTo>
                  <a:lnTo>
                    <a:pt x="49564" y="39663"/>
                  </a:lnTo>
                  <a:lnTo>
                    <a:pt x="51338" y="42622"/>
                  </a:lnTo>
                  <a:lnTo>
                    <a:pt x="50634" y="45372"/>
                  </a:lnTo>
                  <a:lnTo>
                    <a:pt x="38291" y="43512"/>
                  </a:lnTo>
                  <a:lnTo>
                    <a:pt x="34850" y="39610"/>
                  </a:lnTo>
                  <a:lnTo>
                    <a:pt x="32617" y="38528"/>
                  </a:lnTo>
                  <a:lnTo>
                    <a:pt x="26189" y="39573"/>
                  </a:lnTo>
                  <a:lnTo>
                    <a:pt x="19860" y="37066"/>
                  </a:lnTo>
                  <a:lnTo>
                    <a:pt x="13631" y="37425"/>
                  </a:lnTo>
                  <a:lnTo>
                    <a:pt x="9391" y="33911"/>
                  </a:lnTo>
                  <a:lnTo>
                    <a:pt x="805" y="35393"/>
                  </a:lnTo>
                  <a:lnTo>
                    <a:pt x="53" y="34330"/>
                  </a:lnTo>
                  <a:lnTo>
                    <a:pt x="0" y="28821"/>
                  </a:lnTo>
                  <a:lnTo>
                    <a:pt x="1825" y="28787"/>
                  </a:lnTo>
                  <a:lnTo>
                    <a:pt x="3583" y="27459"/>
                  </a:lnTo>
                  <a:lnTo>
                    <a:pt x="1445" y="24290"/>
                  </a:lnTo>
                  <a:lnTo>
                    <a:pt x="4430" y="22670"/>
                  </a:lnTo>
                  <a:lnTo>
                    <a:pt x="11672" y="20573"/>
                  </a:lnTo>
                  <a:lnTo>
                    <a:pt x="19232" y="22057"/>
                  </a:lnTo>
                  <a:lnTo>
                    <a:pt x="20596" y="20167"/>
                  </a:lnTo>
                  <a:lnTo>
                    <a:pt x="20267" y="18418"/>
                  </a:lnTo>
                  <a:lnTo>
                    <a:pt x="23434" y="15983"/>
                  </a:lnTo>
                  <a:lnTo>
                    <a:pt x="30803" y="13702"/>
                  </a:lnTo>
                  <a:lnTo>
                    <a:pt x="32310" y="13018"/>
                  </a:lnTo>
                  <a:lnTo>
                    <a:pt x="34214" y="13937"/>
                  </a:lnTo>
                  <a:lnTo>
                    <a:pt x="35518" y="13593"/>
                  </a:lnTo>
                  <a:lnTo>
                    <a:pt x="37152" y="11199"/>
                  </a:lnTo>
                  <a:lnTo>
                    <a:pt x="38451" y="6225"/>
                  </a:lnTo>
                  <a:lnTo>
                    <a:pt x="42535" y="167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8" name="ph5828"/>
            <p:cNvSpPr/>
            <p:nvPr/>
          </p:nvSpPr>
          <p:spPr>
            <a:xfrm>
              <a:off x="7446731" y="3047558"/>
              <a:ext cx="8306" cy="9430"/>
            </a:xfrm>
            <a:custGeom>
              <a:avLst/>
              <a:pathLst>
                <a:path w="8306" h="9430">
                  <a:moveTo>
                    <a:pt x="7178" y="1397"/>
                  </a:moveTo>
                  <a:lnTo>
                    <a:pt x="6967" y="5844"/>
                  </a:lnTo>
                  <a:lnTo>
                    <a:pt x="8306" y="8328"/>
                  </a:lnTo>
                  <a:lnTo>
                    <a:pt x="6189" y="9430"/>
                  </a:lnTo>
                  <a:lnTo>
                    <a:pt x="2259" y="9025"/>
                  </a:lnTo>
                  <a:lnTo>
                    <a:pt x="0" y="7613"/>
                  </a:lnTo>
                  <a:lnTo>
                    <a:pt x="2003" y="129"/>
                  </a:lnTo>
                  <a:lnTo>
                    <a:pt x="289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9" name="ph5829"/>
            <p:cNvSpPr/>
            <p:nvPr/>
          </p:nvSpPr>
          <p:spPr>
            <a:xfrm>
              <a:off x="7413189" y="2977034"/>
              <a:ext cx="22603" cy="26472"/>
            </a:xfrm>
            <a:custGeom>
              <a:avLst/>
              <a:pathLst>
                <a:path w="22603" h="26472">
                  <a:moveTo>
                    <a:pt x="18186" y="0"/>
                  </a:moveTo>
                  <a:lnTo>
                    <a:pt x="18650" y="2082"/>
                  </a:lnTo>
                  <a:lnTo>
                    <a:pt x="22603" y="8974"/>
                  </a:lnTo>
                  <a:lnTo>
                    <a:pt x="16177" y="13559"/>
                  </a:lnTo>
                  <a:lnTo>
                    <a:pt x="11916" y="17967"/>
                  </a:lnTo>
                  <a:lnTo>
                    <a:pt x="7712" y="24704"/>
                  </a:lnTo>
                  <a:lnTo>
                    <a:pt x="5855" y="26472"/>
                  </a:lnTo>
                  <a:lnTo>
                    <a:pt x="1718" y="25318"/>
                  </a:lnTo>
                  <a:lnTo>
                    <a:pt x="69" y="23244"/>
                  </a:lnTo>
                  <a:lnTo>
                    <a:pt x="0" y="21865"/>
                  </a:lnTo>
                  <a:lnTo>
                    <a:pt x="921" y="19466"/>
                  </a:lnTo>
                  <a:lnTo>
                    <a:pt x="7417" y="14341"/>
                  </a:lnTo>
                  <a:lnTo>
                    <a:pt x="7784" y="12932"/>
                  </a:lnTo>
                  <a:lnTo>
                    <a:pt x="6836" y="10881"/>
                  </a:lnTo>
                  <a:lnTo>
                    <a:pt x="10244" y="5285"/>
                  </a:lnTo>
                  <a:lnTo>
                    <a:pt x="15172" y="28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0" name="ph5830"/>
            <p:cNvSpPr/>
            <p:nvPr/>
          </p:nvSpPr>
          <p:spPr>
            <a:xfrm>
              <a:off x="7253280" y="2884107"/>
              <a:ext cx="27370" cy="24530"/>
            </a:xfrm>
            <a:custGeom>
              <a:avLst/>
              <a:pathLst>
                <a:path w="27370" h="24530">
                  <a:moveTo>
                    <a:pt x="23452" y="0"/>
                  </a:moveTo>
                  <a:lnTo>
                    <a:pt x="22597" y="3803"/>
                  </a:lnTo>
                  <a:lnTo>
                    <a:pt x="25782" y="4583"/>
                  </a:lnTo>
                  <a:lnTo>
                    <a:pt x="27370" y="7115"/>
                  </a:lnTo>
                  <a:lnTo>
                    <a:pt x="23874" y="8762"/>
                  </a:lnTo>
                  <a:lnTo>
                    <a:pt x="13934" y="15438"/>
                  </a:lnTo>
                  <a:lnTo>
                    <a:pt x="9011" y="20629"/>
                  </a:lnTo>
                  <a:lnTo>
                    <a:pt x="1879" y="24530"/>
                  </a:lnTo>
                  <a:lnTo>
                    <a:pt x="0" y="23046"/>
                  </a:lnTo>
                  <a:lnTo>
                    <a:pt x="924" y="20431"/>
                  </a:lnTo>
                  <a:lnTo>
                    <a:pt x="3890" y="17111"/>
                  </a:lnTo>
                  <a:lnTo>
                    <a:pt x="4362" y="17863"/>
                  </a:lnTo>
                  <a:lnTo>
                    <a:pt x="10942" y="15195"/>
                  </a:lnTo>
                  <a:lnTo>
                    <a:pt x="9074" y="12543"/>
                  </a:lnTo>
                  <a:lnTo>
                    <a:pt x="9168" y="10803"/>
                  </a:lnTo>
                  <a:lnTo>
                    <a:pt x="11417" y="4305"/>
                  </a:lnTo>
                  <a:lnTo>
                    <a:pt x="13651" y="2246"/>
                  </a:lnTo>
                  <a:lnTo>
                    <a:pt x="17156" y="1153"/>
                  </a:lnTo>
                  <a:lnTo>
                    <a:pt x="21733" y="109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1" name="ph5831"/>
            <p:cNvSpPr/>
            <p:nvPr/>
          </p:nvSpPr>
          <p:spPr>
            <a:xfrm>
              <a:off x="7615704" y="3199795"/>
              <a:ext cx="41806" cy="64183"/>
            </a:xfrm>
            <a:custGeom>
              <a:avLst/>
              <a:pathLst>
                <a:path w="41806" h="64183">
                  <a:moveTo>
                    <a:pt x="19595" y="0"/>
                  </a:moveTo>
                  <a:lnTo>
                    <a:pt x="21189" y="3544"/>
                  </a:lnTo>
                  <a:lnTo>
                    <a:pt x="21052" y="4132"/>
                  </a:lnTo>
                  <a:lnTo>
                    <a:pt x="24441" y="5958"/>
                  </a:lnTo>
                  <a:lnTo>
                    <a:pt x="26915" y="10936"/>
                  </a:lnTo>
                  <a:lnTo>
                    <a:pt x="24940" y="13460"/>
                  </a:lnTo>
                  <a:lnTo>
                    <a:pt x="25104" y="14661"/>
                  </a:lnTo>
                  <a:lnTo>
                    <a:pt x="26931" y="15783"/>
                  </a:lnTo>
                  <a:lnTo>
                    <a:pt x="32033" y="14210"/>
                  </a:lnTo>
                  <a:lnTo>
                    <a:pt x="35101" y="14972"/>
                  </a:lnTo>
                  <a:lnTo>
                    <a:pt x="33800" y="15472"/>
                  </a:lnTo>
                  <a:lnTo>
                    <a:pt x="34139" y="18226"/>
                  </a:lnTo>
                  <a:lnTo>
                    <a:pt x="41806" y="17093"/>
                  </a:lnTo>
                  <a:lnTo>
                    <a:pt x="41086" y="18831"/>
                  </a:lnTo>
                  <a:lnTo>
                    <a:pt x="38850" y="19097"/>
                  </a:lnTo>
                  <a:lnTo>
                    <a:pt x="38120" y="20928"/>
                  </a:lnTo>
                  <a:lnTo>
                    <a:pt x="39422" y="22949"/>
                  </a:lnTo>
                  <a:lnTo>
                    <a:pt x="41220" y="23510"/>
                  </a:lnTo>
                  <a:lnTo>
                    <a:pt x="33473" y="25847"/>
                  </a:lnTo>
                  <a:lnTo>
                    <a:pt x="29668" y="22008"/>
                  </a:lnTo>
                  <a:lnTo>
                    <a:pt x="26058" y="27792"/>
                  </a:lnTo>
                  <a:lnTo>
                    <a:pt x="25330" y="32085"/>
                  </a:lnTo>
                  <a:lnTo>
                    <a:pt x="36353" y="45357"/>
                  </a:lnTo>
                  <a:lnTo>
                    <a:pt x="36904" y="52408"/>
                  </a:lnTo>
                  <a:lnTo>
                    <a:pt x="33925" y="57584"/>
                  </a:lnTo>
                  <a:lnTo>
                    <a:pt x="26039" y="60983"/>
                  </a:lnTo>
                  <a:lnTo>
                    <a:pt x="24626" y="60041"/>
                  </a:lnTo>
                  <a:lnTo>
                    <a:pt x="21800" y="60791"/>
                  </a:lnTo>
                  <a:lnTo>
                    <a:pt x="21145" y="62119"/>
                  </a:lnTo>
                  <a:lnTo>
                    <a:pt x="21575" y="62733"/>
                  </a:lnTo>
                  <a:lnTo>
                    <a:pt x="20322" y="63171"/>
                  </a:lnTo>
                  <a:lnTo>
                    <a:pt x="9192" y="62558"/>
                  </a:lnTo>
                  <a:lnTo>
                    <a:pt x="4267" y="64183"/>
                  </a:lnTo>
                  <a:lnTo>
                    <a:pt x="3589" y="60607"/>
                  </a:lnTo>
                  <a:lnTo>
                    <a:pt x="0" y="59258"/>
                  </a:lnTo>
                  <a:lnTo>
                    <a:pt x="4159" y="49604"/>
                  </a:lnTo>
                  <a:lnTo>
                    <a:pt x="5172" y="49041"/>
                  </a:lnTo>
                  <a:lnTo>
                    <a:pt x="8224" y="49419"/>
                  </a:lnTo>
                  <a:lnTo>
                    <a:pt x="12049" y="36980"/>
                  </a:lnTo>
                  <a:lnTo>
                    <a:pt x="9926" y="36282"/>
                  </a:lnTo>
                  <a:lnTo>
                    <a:pt x="7973" y="32585"/>
                  </a:lnTo>
                  <a:lnTo>
                    <a:pt x="8855" y="31279"/>
                  </a:lnTo>
                  <a:lnTo>
                    <a:pt x="8732" y="22841"/>
                  </a:lnTo>
                  <a:lnTo>
                    <a:pt x="10311" y="19412"/>
                  </a:lnTo>
                  <a:lnTo>
                    <a:pt x="13322" y="19011"/>
                  </a:lnTo>
                  <a:lnTo>
                    <a:pt x="19276" y="12040"/>
                  </a:lnTo>
                  <a:lnTo>
                    <a:pt x="18783" y="10599"/>
                  </a:lnTo>
                  <a:lnTo>
                    <a:pt x="16726" y="9751"/>
                  </a:lnTo>
                  <a:lnTo>
                    <a:pt x="14244" y="7250"/>
                  </a:lnTo>
                  <a:lnTo>
                    <a:pt x="14411" y="1500"/>
                  </a:lnTo>
                  <a:lnTo>
                    <a:pt x="16463" y="25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2" name="ph5832"/>
            <p:cNvSpPr/>
            <p:nvPr/>
          </p:nvSpPr>
          <p:spPr>
            <a:xfrm>
              <a:off x="7449903" y="3110568"/>
              <a:ext cx="19425" cy="18033"/>
            </a:xfrm>
            <a:custGeom>
              <a:avLst/>
              <a:pathLst>
                <a:path w="19425" h="18033">
                  <a:moveTo>
                    <a:pt x="14320" y="559"/>
                  </a:moveTo>
                  <a:lnTo>
                    <a:pt x="13478" y="1165"/>
                  </a:lnTo>
                  <a:lnTo>
                    <a:pt x="13715" y="3473"/>
                  </a:lnTo>
                  <a:lnTo>
                    <a:pt x="15928" y="10286"/>
                  </a:lnTo>
                  <a:lnTo>
                    <a:pt x="16864" y="11065"/>
                  </a:lnTo>
                  <a:lnTo>
                    <a:pt x="18652" y="10951"/>
                  </a:lnTo>
                  <a:lnTo>
                    <a:pt x="19425" y="17523"/>
                  </a:lnTo>
                  <a:lnTo>
                    <a:pt x="16988" y="18033"/>
                  </a:lnTo>
                  <a:lnTo>
                    <a:pt x="13077" y="17328"/>
                  </a:lnTo>
                  <a:lnTo>
                    <a:pt x="13693" y="13594"/>
                  </a:lnTo>
                  <a:lnTo>
                    <a:pt x="11717" y="11747"/>
                  </a:lnTo>
                  <a:lnTo>
                    <a:pt x="5401" y="11696"/>
                  </a:lnTo>
                  <a:lnTo>
                    <a:pt x="3895" y="8638"/>
                  </a:lnTo>
                  <a:lnTo>
                    <a:pt x="1073" y="9548"/>
                  </a:lnTo>
                  <a:lnTo>
                    <a:pt x="0" y="6291"/>
                  </a:lnTo>
                  <a:lnTo>
                    <a:pt x="620" y="1698"/>
                  </a:lnTo>
                  <a:lnTo>
                    <a:pt x="2740" y="326"/>
                  </a:lnTo>
                  <a:lnTo>
                    <a:pt x="4983" y="1778"/>
                  </a:lnTo>
                  <a:lnTo>
                    <a:pt x="10502" y="1242"/>
                  </a:lnTo>
                  <a:lnTo>
                    <a:pt x="12936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3" name="ph5833"/>
            <p:cNvSpPr/>
            <p:nvPr/>
          </p:nvSpPr>
          <p:spPr>
            <a:xfrm>
              <a:off x="7424069" y="3134392"/>
              <a:ext cx="13564" cy="8723"/>
            </a:xfrm>
            <a:custGeom>
              <a:avLst/>
              <a:pathLst>
                <a:path w="13564" h="8723">
                  <a:moveTo>
                    <a:pt x="5238" y="0"/>
                  </a:moveTo>
                  <a:lnTo>
                    <a:pt x="10804" y="2109"/>
                  </a:lnTo>
                  <a:lnTo>
                    <a:pt x="13564" y="6529"/>
                  </a:lnTo>
                  <a:lnTo>
                    <a:pt x="7738" y="7483"/>
                  </a:lnTo>
                  <a:lnTo>
                    <a:pt x="4911" y="8723"/>
                  </a:lnTo>
                  <a:lnTo>
                    <a:pt x="2033" y="6221"/>
                  </a:lnTo>
                  <a:lnTo>
                    <a:pt x="0" y="176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4" name="ph5834"/>
            <p:cNvSpPr/>
            <p:nvPr/>
          </p:nvSpPr>
          <p:spPr>
            <a:xfrm>
              <a:off x="7774491" y="3231553"/>
              <a:ext cx="17587" cy="21279"/>
            </a:xfrm>
            <a:custGeom>
              <a:avLst/>
              <a:pathLst>
                <a:path w="17587" h="21279">
                  <a:moveTo>
                    <a:pt x="15155" y="0"/>
                  </a:moveTo>
                  <a:lnTo>
                    <a:pt x="17587" y="844"/>
                  </a:lnTo>
                  <a:lnTo>
                    <a:pt x="17558" y="1771"/>
                  </a:lnTo>
                  <a:lnTo>
                    <a:pt x="15162" y="7302"/>
                  </a:lnTo>
                  <a:lnTo>
                    <a:pt x="11232" y="10604"/>
                  </a:lnTo>
                  <a:lnTo>
                    <a:pt x="14495" y="18193"/>
                  </a:lnTo>
                  <a:lnTo>
                    <a:pt x="14308" y="20011"/>
                  </a:lnTo>
                  <a:lnTo>
                    <a:pt x="12717" y="21279"/>
                  </a:lnTo>
                  <a:lnTo>
                    <a:pt x="3710" y="20949"/>
                  </a:lnTo>
                  <a:lnTo>
                    <a:pt x="1824" y="15680"/>
                  </a:lnTo>
                  <a:lnTo>
                    <a:pt x="4451" y="11249"/>
                  </a:lnTo>
                  <a:lnTo>
                    <a:pt x="0" y="5610"/>
                  </a:lnTo>
                  <a:lnTo>
                    <a:pt x="4602" y="2210"/>
                  </a:lnTo>
                  <a:lnTo>
                    <a:pt x="6318" y="4618"/>
                  </a:lnTo>
                  <a:lnTo>
                    <a:pt x="14288" y="572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5" name="ph5835"/>
            <p:cNvSpPr/>
            <p:nvPr/>
          </p:nvSpPr>
          <p:spPr>
            <a:xfrm>
              <a:off x="7301565" y="2879117"/>
              <a:ext cx="31505" cy="49375"/>
            </a:xfrm>
            <a:custGeom>
              <a:avLst/>
              <a:pathLst>
                <a:path w="31505" h="49375">
                  <a:moveTo>
                    <a:pt x="18753" y="2155"/>
                  </a:moveTo>
                  <a:lnTo>
                    <a:pt x="22462" y="5592"/>
                  </a:lnTo>
                  <a:lnTo>
                    <a:pt x="22360" y="6979"/>
                  </a:lnTo>
                  <a:lnTo>
                    <a:pt x="23391" y="8023"/>
                  </a:lnTo>
                  <a:lnTo>
                    <a:pt x="27331" y="5134"/>
                  </a:lnTo>
                  <a:lnTo>
                    <a:pt x="27984" y="2252"/>
                  </a:lnTo>
                  <a:lnTo>
                    <a:pt x="29522" y="2723"/>
                  </a:lnTo>
                  <a:lnTo>
                    <a:pt x="30668" y="5493"/>
                  </a:lnTo>
                  <a:lnTo>
                    <a:pt x="27607" y="7590"/>
                  </a:lnTo>
                  <a:lnTo>
                    <a:pt x="26754" y="13515"/>
                  </a:lnTo>
                  <a:lnTo>
                    <a:pt x="28600" y="14159"/>
                  </a:lnTo>
                  <a:lnTo>
                    <a:pt x="30873" y="12278"/>
                  </a:lnTo>
                  <a:lnTo>
                    <a:pt x="27770" y="23019"/>
                  </a:lnTo>
                  <a:lnTo>
                    <a:pt x="29060" y="28824"/>
                  </a:lnTo>
                  <a:lnTo>
                    <a:pt x="31505" y="35058"/>
                  </a:lnTo>
                  <a:lnTo>
                    <a:pt x="30039" y="38932"/>
                  </a:lnTo>
                  <a:lnTo>
                    <a:pt x="26972" y="42447"/>
                  </a:lnTo>
                  <a:lnTo>
                    <a:pt x="21221" y="46258"/>
                  </a:lnTo>
                  <a:lnTo>
                    <a:pt x="20786" y="49375"/>
                  </a:lnTo>
                  <a:lnTo>
                    <a:pt x="17857" y="47404"/>
                  </a:lnTo>
                  <a:lnTo>
                    <a:pt x="15129" y="40002"/>
                  </a:lnTo>
                  <a:lnTo>
                    <a:pt x="16445" y="38393"/>
                  </a:lnTo>
                  <a:lnTo>
                    <a:pt x="15947" y="35119"/>
                  </a:lnTo>
                  <a:lnTo>
                    <a:pt x="9726" y="29940"/>
                  </a:lnTo>
                  <a:lnTo>
                    <a:pt x="6183" y="37059"/>
                  </a:lnTo>
                  <a:lnTo>
                    <a:pt x="4854" y="36814"/>
                  </a:lnTo>
                  <a:lnTo>
                    <a:pt x="3801" y="36313"/>
                  </a:lnTo>
                  <a:lnTo>
                    <a:pt x="2363" y="33300"/>
                  </a:lnTo>
                  <a:lnTo>
                    <a:pt x="4107" y="28839"/>
                  </a:lnTo>
                  <a:lnTo>
                    <a:pt x="3734" y="27752"/>
                  </a:lnTo>
                  <a:lnTo>
                    <a:pt x="0" y="26133"/>
                  </a:lnTo>
                  <a:lnTo>
                    <a:pt x="1105" y="22757"/>
                  </a:lnTo>
                  <a:lnTo>
                    <a:pt x="2182" y="22121"/>
                  </a:lnTo>
                  <a:lnTo>
                    <a:pt x="5051" y="21889"/>
                  </a:lnTo>
                  <a:lnTo>
                    <a:pt x="7288" y="16341"/>
                  </a:lnTo>
                  <a:lnTo>
                    <a:pt x="2724" y="8888"/>
                  </a:lnTo>
                  <a:lnTo>
                    <a:pt x="4167" y="4446"/>
                  </a:lnTo>
                  <a:lnTo>
                    <a:pt x="5336" y="3136"/>
                  </a:lnTo>
                  <a:lnTo>
                    <a:pt x="8087" y="4222"/>
                  </a:lnTo>
                  <a:lnTo>
                    <a:pt x="1242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6" name="ph5836"/>
            <p:cNvSpPr/>
            <p:nvPr/>
          </p:nvSpPr>
          <p:spPr>
            <a:xfrm>
              <a:off x="7576778" y="3166746"/>
              <a:ext cx="30895" cy="33841"/>
            </a:xfrm>
            <a:custGeom>
              <a:avLst/>
              <a:pathLst>
                <a:path w="30895" h="33841">
                  <a:moveTo>
                    <a:pt x="14956" y="3494"/>
                  </a:moveTo>
                  <a:lnTo>
                    <a:pt x="23196" y="11756"/>
                  </a:lnTo>
                  <a:lnTo>
                    <a:pt x="22493" y="16262"/>
                  </a:lnTo>
                  <a:lnTo>
                    <a:pt x="23409" y="18817"/>
                  </a:lnTo>
                  <a:lnTo>
                    <a:pt x="26939" y="20767"/>
                  </a:lnTo>
                  <a:lnTo>
                    <a:pt x="29614" y="20816"/>
                  </a:lnTo>
                  <a:lnTo>
                    <a:pt x="30895" y="24423"/>
                  </a:lnTo>
                  <a:lnTo>
                    <a:pt x="29952" y="29599"/>
                  </a:lnTo>
                  <a:lnTo>
                    <a:pt x="28771" y="31788"/>
                  </a:lnTo>
                  <a:lnTo>
                    <a:pt x="20448" y="33841"/>
                  </a:lnTo>
                  <a:lnTo>
                    <a:pt x="16952" y="33620"/>
                  </a:lnTo>
                  <a:lnTo>
                    <a:pt x="14898" y="33220"/>
                  </a:lnTo>
                  <a:lnTo>
                    <a:pt x="16118" y="29253"/>
                  </a:lnTo>
                  <a:lnTo>
                    <a:pt x="13787" y="26638"/>
                  </a:lnTo>
                  <a:lnTo>
                    <a:pt x="10454" y="26243"/>
                  </a:lnTo>
                  <a:lnTo>
                    <a:pt x="10189" y="26872"/>
                  </a:lnTo>
                  <a:lnTo>
                    <a:pt x="3919" y="27159"/>
                  </a:lnTo>
                  <a:lnTo>
                    <a:pt x="1810" y="26049"/>
                  </a:lnTo>
                  <a:lnTo>
                    <a:pt x="1995" y="23160"/>
                  </a:lnTo>
                  <a:lnTo>
                    <a:pt x="1212" y="20463"/>
                  </a:lnTo>
                  <a:lnTo>
                    <a:pt x="0" y="19456"/>
                  </a:lnTo>
                  <a:lnTo>
                    <a:pt x="4456" y="15199"/>
                  </a:lnTo>
                  <a:lnTo>
                    <a:pt x="14039" y="6986"/>
                  </a:lnTo>
                  <a:lnTo>
                    <a:pt x="13489" y="4829"/>
                  </a:lnTo>
                  <a:lnTo>
                    <a:pt x="14351" y="1013"/>
                  </a:lnTo>
                  <a:lnTo>
                    <a:pt x="1611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7" name="ph5837"/>
            <p:cNvSpPr/>
            <p:nvPr/>
          </p:nvSpPr>
          <p:spPr>
            <a:xfrm>
              <a:off x="7440760" y="3130937"/>
              <a:ext cx="14466" cy="24645"/>
            </a:xfrm>
            <a:custGeom>
              <a:avLst/>
              <a:pathLst>
                <a:path w="14466" h="24645">
                  <a:moveTo>
                    <a:pt x="4781" y="0"/>
                  </a:moveTo>
                  <a:lnTo>
                    <a:pt x="7698" y="1632"/>
                  </a:lnTo>
                  <a:lnTo>
                    <a:pt x="11263" y="10581"/>
                  </a:lnTo>
                  <a:lnTo>
                    <a:pt x="14466" y="15410"/>
                  </a:lnTo>
                  <a:lnTo>
                    <a:pt x="14199" y="18919"/>
                  </a:lnTo>
                  <a:lnTo>
                    <a:pt x="12620" y="19594"/>
                  </a:lnTo>
                  <a:lnTo>
                    <a:pt x="13127" y="21597"/>
                  </a:lnTo>
                  <a:lnTo>
                    <a:pt x="9659" y="24645"/>
                  </a:lnTo>
                  <a:lnTo>
                    <a:pt x="8447" y="23872"/>
                  </a:lnTo>
                  <a:lnTo>
                    <a:pt x="5932" y="20393"/>
                  </a:lnTo>
                  <a:lnTo>
                    <a:pt x="5224" y="19262"/>
                  </a:lnTo>
                  <a:lnTo>
                    <a:pt x="0" y="14932"/>
                  </a:lnTo>
                  <a:lnTo>
                    <a:pt x="2040" y="12524"/>
                  </a:lnTo>
                  <a:lnTo>
                    <a:pt x="2153" y="11227"/>
                  </a:lnTo>
                  <a:lnTo>
                    <a:pt x="123" y="8668"/>
                  </a:lnTo>
                  <a:lnTo>
                    <a:pt x="2909" y="1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8" name="ph5838"/>
            <p:cNvSpPr/>
            <p:nvPr/>
          </p:nvSpPr>
          <p:spPr>
            <a:xfrm>
              <a:off x="7400720" y="3002353"/>
              <a:ext cx="18324" cy="42550"/>
            </a:xfrm>
            <a:custGeom>
              <a:avLst/>
              <a:pathLst>
                <a:path w="18324" h="42550">
                  <a:moveTo>
                    <a:pt x="18324" y="1153"/>
                  </a:moveTo>
                  <a:lnTo>
                    <a:pt x="14863" y="6303"/>
                  </a:lnTo>
                  <a:lnTo>
                    <a:pt x="15434" y="10844"/>
                  </a:lnTo>
                  <a:lnTo>
                    <a:pt x="16858" y="14500"/>
                  </a:lnTo>
                  <a:lnTo>
                    <a:pt x="14245" y="18808"/>
                  </a:lnTo>
                  <a:lnTo>
                    <a:pt x="11911" y="23592"/>
                  </a:lnTo>
                  <a:lnTo>
                    <a:pt x="11706" y="25502"/>
                  </a:lnTo>
                  <a:lnTo>
                    <a:pt x="12134" y="32402"/>
                  </a:lnTo>
                  <a:lnTo>
                    <a:pt x="13968" y="38654"/>
                  </a:lnTo>
                  <a:lnTo>
                    <a:pt x="11915" y="41530"/>
                  </a:lnTo>
                  <a:lnTo>
                    <a:pt x="8908" y="42550"/>
                  </a:lnTo>
                  <a:lnTo>
                    <a:pt x="9390" y="40686"/>
                  </a:lnTo>
                  <a:lnTo>
                    <a:pt x="8653" y="39469"/>
                  </a:lnTo>
                  <a:lnTo>
                    <a:pt x="4066" y="42315"/>
                  </a:lnTo>
                  <a:lnTo>
                    <a:pt x="0" y="39637"/>
                  </a:lnTo>
                  <a:lnTo>
                    <a:pt x="3982" y="35651"/>
                  </a:lnTo>
                  <a:lnTo>
                    <a:pt x="9343" y="34455"/>
                  </a:lnTo>
                  <a:lnTo>
                    <a:pt x="8852" y="32714"/>
                  </a:lnTo>
                  <a:lnTo>
                    <a:pt x="5520" y="28591"/>
                  </a:lnTo>
                  <a:lnTo>
                    <a:pt x="6885" y="24471"/>
                  </a:lnTo>
                  <a:lnTo>
                    <a:pt x="7188" y="16711"/>
                  </a:lnTo>
                  <a:lnTo>
                    <a:pt x="8714" y="7500"/>
                  </a:lnTo>
                  <a:lnTo>
                    <a:pt x="11154" y="2739"/>
                  </a:lnTo>
                  <a:lnTo>
                    <a:pt x="1418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9" name="ph5839"/>
            <p:cNvSpPr/>
            <p:nvPr/>
          </p:nvSpPr>
          <p:spPr>
            <a:xfrm>
              <a:off x="7471686" y="3070618"/>
              <a:ext cx="15553" cy="16555"/>
            </a:xfrm>
            <a:custGeom>
              <a:avLst/>
              <a:pathLst>
                <a:path w="15553" h="16555">
                  <a:moveTo>
                    <a:pt x="7542" y="0"/>
                  </a:moveTo>
                  <a:lnTo>
                    <a:pt x="10212" y="2921"/>
                  </a:lnTo>
                  <a:lnTo>
                    <a:pt x="11699" y="8803"/>
                  </a:lnTo>
                  <a:lnTo>
                    <a:pt x="13052" y="10290"/>
                  </a:lnTo>
                  <a:lnTo>
                    <a:pt x="14764" y="10714"/>
                  </a:lnTo>
                  <a:lnTo>
                    <a:pt x="15553" y="15928"/>
                  </a:lnTo>
                  <a:lnTo>
                    <a:pt x="12324" y="16555"/>
                  </a:lnTo>
                  <a:lnTo>
                    <a:pt x="9540" y="10672"/>
                  </a:lnTo>
                  <a:lnTo>
                    <a:pt x="7663" y="10976"/>
                  </a:lnTo>
                  <a:lnTo>
                    <a:pt x="2960" y="8112"/>
                  </a:lnTo>
                  <a:lnTo>
                    <a:pt x="1894" y="4966"/>
                  </a:lnTo>
                  <a:lnTo>
                    <a:pt x="2364" y="5192"/>
                  </a:lnTo>
                  <a:lnTo>
                    <a:pt x="2791" y="4164"/>
                  </a:lnTo>
                  <a:lnTo>
                    <a:pt x="0" y="1749"/>
                  </a:lnTo>
                  <a:lnTo>
                    <a:pt x="224" y="271"/>
                  </a:lnTo>
                  <a:lnTo>
                    <a:pt x="4956" y="3142"/>
                  </a:lnTo>
                  <a:lnTo>
                    <a:pt x="4568" y="44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0" name="ph5840"/>
            <p:cNvSpPr/>
            <p:nvPr/>
          </p:nvSpPr>
          <p:spPr>
            <a:xfrm>
              <a:off x="7733201" y="3239431"/>
              <a:ext cx="21840" cy="42479"/>
            </a:xfrm>
            <a:custGeom>
              <a:avLst/>
              <a:pathLst>
                <a:path w="21840" h="42479">
                  <a:moveTo>
                    <a:pt x="10566" y="836"/>
                  </a:moveTo>
                  <a:lnTo>
                    <a:pt x="12277" y="2123"/>
                  </a:lnTo>
                  <a:lnTo>
                    <a:pt x="12216" y="2408"/>
                  </a:lnTo>
                  <a:lnTo>
                    <a:pt x="12216" y="2692"/>
                  </a:lnTo>
                  <a:lnTo>
                    <a:pt x="12487" y="5301"/>
                  </a:lnTo>
                  <a:lnTo>
                    <a:pt x="14574" y="7834"/>
                  </a:lnTo>
                  <a:lnTo>
                    <a:pt x="15233" y="8671"/>
                  </a:lnTo>
                  <a:lnTo>
                    <a:pt x="13171" y="13716"/>
                  </a:lnTo>
                  <a:lnTo>
                    <a:pt x="13385" y="17814"/>
                  </a:lnTo>
                  <a:lnTo>
                    <a:pt x="15920" y="19498"/>
                  </a:lnTo>
                  <a:lnTo>
                    <a:pt x="18926" y="19770"/>
                  </a:lnTo>
                  <a:lnTo>
                    <a:pt x="20726" y="23096"/>
                  </a:lnTo>
                  <a:lnTo>
                    <a:pt x="21840" y="26199"/>
                  </a:lnTo>
                  <a:lnTo>
                    <a:pt x="15869" y="34052"/>
                  </a:lnTo>
                  <a:lnTo>
                    <a:pt x="16073" y="42173"/>
                  </a:lnTo>
                  <a:lnTo>
                    <a:pt x="14558" y="42479"/>
                  </a:lnTo>
                  <a:lnTo>
                    <a:pt x="15217" y="40549"/>
                  </a:lnTo>
                  <a:lnTo>
                    <a:pt x="13198" y="38727"/>
                  </a:lnTo>
                  <a:lnTo>
                    <a:pt x="12374" y="39248"/>
                  </a:lnTo>
                  <a:lnTo>
                    <a:pt x="12779" y="40403"/>
                  </a:lnTo>
                  <a:lnTo>
                    <a:pt x="11163" y="40043"/>
                  </a:lnTo>
                  <a:lnTo>
                    <a:pt x="2878" y="32286"/>
                  </a:lnTo>
                  <a:lnTo>
                    <a:pt x="3408" y="27315"/>
                  </a:lnTo>
                  <a:lnTo>
                    <a:pt x="6278" y="24979"/>
                  </a:lnTo>
                  <a:lnTo>
                    <a:pt x="7775" y="24850"/>
                  </a:lnTo>
                  <a:lnTo>
                    <a:pt x="10593" y="21180"/>
                  </a:lnTo>
                  <a:lnTo>
                    <a:pt x="10002" y="19286"/>
                  </a:lnTo>
                  <a:lnTo>
                    <a:pt x="3769" y="18545"/>
                  </a:lnTo>
                  <a:lnTo>
                    <a:pt x="886" y="11203"/>
                  </a:lnTo>
                  <a:lnTo>
                    <a:pt x="0" y="6227"/>
                  </a:lnTo>
                  <a:lnTo>
                    <a:pt x="3511" y="3588"/>
                  </a:lnTo>
                  <a:lnTo>
                    <a:pt x="243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1" name="ph5841"/>
            <p:cNvSpPr/>
            <p:nvPr/>
          </p:nvSpPr>
          <p:spPr>
            <a:xfrm>
              <a:off x="7537640" y="3111709"/>
              <a:ext cx="16139" cy="19259"/>
            </a:xfrm>
            <a:custGeom>
              <a:avLst/>
              <a:pathLst>
                <a:path w="16139" h="19259">
                  <a:moveTo>
                    <a:pt x="4713" y="0"/>
                  </a:moveTo>
                  <a:lnTo>
                    <a:pt x="6665" y="2251"/>
                  </a:lnTo>
                  <a:lnTo>
                    <a:pt x="10701" y="2831"/>
                  </a:lnTo>
                  <a:lnTo>
                    <a:pt x="11690" y="1789"/>
                  </a:lnTo>
                  <a:lnTo>
                    <a:pt x="14889" y="1252"/>
                  </a:lnTo>
                  <a:lnTo>
                    <a:pt x="16139" y="2423"/>
                  </a:lnTo>
                  <a:lnTo>
                    <a:pt x="14618" y="7579"/>
                  </a:lnTo>
                  <a:lnTo>
                    <a:pt x="7583" y="15371"/>
                  </a:lnTo>
                  <a:lnTo>
                    <a:pt x="5596" y="19259"/>
                  </a:lnTo>
                  <a:lnTo>
                    <a:pt x="3608" y="19089"/>
                  </a:lnTo>
                  <a:lnTo>
                    <a:pt x="2638" y="15831"/>
                  </a:lnTo>
                  <a:lnTo>
                    <a:pt x="92" y="12017"/>
                  </a:lnTo>
                  <a:lnTo>
                    <a:pt x="0" y="4826"/>
                  </a:lnTo>
                  <a:lnTo>
                    <a:pt x="2435" y="535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2" name="ph5842"/>
            <p:cNvSpPr/>
            <p:nvPr/>
          </p:nvSpPr>
          <p:spPr>
            <a:xfrm>
              <a:off x="7684016" y="3297154"/>
              <a:ext cx="71421" cy="52719"/>
            </a:xfrm>
            <a:custGeom>
              <a:avLst/>
              <a:pathLst>
                <a:path w="71421" h="52719">
                  <a:moveTo>
                    <a:pt x="49230" y="46"/>
                  </a:moveTo>
                  <a:lnTo>
                    <a:pt x="50095" y="698"/>
                  </a:lnTo>
                  <a:lnTo>
                    <a:pt x="55623" y="296"/>
                  </a:lnTo>
                  <a:lnTo>
                    <a:pt x="56834" y="2177"/>
                  </a:lnTo>
                  <a:lnTo>
                    <a:pt x="60891" y="4392"/>
                  </a:lnTo>
                  <a:lnTo>
                    <a:pt x="62315" y="6007"/>
                  </a:lnTo>
                  <a:lnTo>
                    <a:pt x="60612" y="10781"/>
                  </a:lnTo>
                  <a:lnTo>
                    <a:pt x="57340" y="13450"/>
                  </a:lnTo>
                  <a:lnTo>
                    <a:pt x="52084" y="14379"/>
                  </a:lnTo>
                  <a:lnTo>
                    <a:pt x="49780" y="13517"/>
                  </a:lnTo>
                  <a:lnTo>
                    <a:pt x="48020" y="11477"/>
                  </a:lnTo>
                  <a:lnTo>
                    <a:pt x="46812" y="11528"/>
                  </a:lnTo>
                  <a:lnTo>
                    <a:pt x="44960" y="13418"/>
                  </a:lnTo>
                  <a:lnTo>
                    <a:pt x="44882" y="16617"/>
                  </a:lnTo>
                  <a:lnTo>
                    <a:pt x="50476" y="20904"/>
                  </a:lnTo>
                  <a:lnTo>
                    <a:pt x="53711" y="17973"/>
                  </a:lnTo>
                  <a:lnTo>
                    <a:pt x="58644" y="17581"/>
                  </a:lnTo>
                  <a:lnTo>
                    <a:pt x="60764" y="20622"/>
                  </a:lnTo>
                  <a:lnTo>
                    <a:pt x="60327" y="27388"/>
                  </a:lnTo>
                  <a:lnTo>
                    <a:pt x="61809" y="28495"/>
                  </a:lnTo>
                  <a:lnTo>
                    <a:pt x="66005" y="26072"/>
                  </a:lnTo>
                  <a:lnTo>
                    <a:pt x="70741" y="26471"/>
                  </a:lnTo>
                  <a:lnTo>
                    <a:pt x="71421" y="29441"/>
                  </a:lnTo>
                  <a:lnTo>
                    <a:pt x="70381" y="28467"/>
                  </a:lnTo>
                  <a:lnTo>
                    <a:pt x="68655" y="28442"/>
                  </a:lnTo>
                  <a:lnTo>
                    <a:pt x="70790" y="32818"/>
                  </a:lnTo>
                  <a:lnTo>
                    <a:pt x="65427" y="32503"/>
                  </a:lnTo>
                  <a:lnTo>
                    <a:pt x="65283" y="37950"/>
                  </a:lnTo>
                  <a:lnTo>
                    <a:pt x="61825" y="38412"/>
                  </a:lnTo>
                  <a:lnTo>
                    <a:pt x="58588" y="40219"/>
                  </a:lnTo>
                  <a:lnTo>
                    <a:pt x="58786" y="49546"/>
                  </a:lnTo>
                  <a:lnTo>
                    <a:pt x="60480" y="52719"/>
                  </a:lnTo>
                  <a:lnTo>
                    <a:pt x="50341" y="52689"/>
                  </a:lnTo>
                  <a:lnTo>
                    <a:pt x="37766" y="52653"/>
                  </a:lnTo>
                  <a:lnTo>
                    <a:pt x="37673" y="51294"/>
                  </a:lnTo>
                  <a:lnTo>
                    <a:pt x="39103" y="49961"/>
                  </a:lnTo>
                  <a:lnTo>
                    <a:pt x="40520" y="44873"/>
                  </a:lnTo>
                  <a:lnTo>
                    <a:pt x="39238" y="41289"/>
                  </a:lnTo>
                  <a:lnTo>
                    <a:pt x="41346" y="38466"/>
                  </a:lnTo>
                  <a:lnTo>
                    <a:pt x="41050" y="37034"/>
                  </a:lnTo>
                  <a:lnTo>
                    <a:pt x="30767" y="34917"/>
                  </a:lnTo>
                  <a:lnTo>
                    <a:pt x="17195" y="30048"/>
                  </a:lnTo>
                  <a:lnTo>
                    <a:pt x="11069" y="22562"/>
                  </a:lnTo>
                  <a:lnTo>
                    <a:pt x="0" y="9035"/>
                  </a:lnTo>
                  <a:lnTo>
                    <a:pt x="813" y="8039"/>
                  </a:lnTo>
                  <a:lnTo>
                    <a:pt x="6501" y="5558"/>
                  </a:lnTo>
                  <a:lnTo>
                    <a:pt x="17973" y="3823"/>
                  </a:lnTo>
                  <a:lnTo>
                    <a:pt x="20219" y="4138"/>
                  </a:lnTo>
                  <a:lnTo>
                    <a:pt x="45407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3" name="ph5843"/>
            <p:cNvSpPr/>
            <p:nvPr/>
          </p:nvSpPr>
          <p:spPr>
            <a:xfrm>
              <a:off x="7429836" y="3055613"/>
              <a:ext cx="32343" cy="18433"/>
            </a:xfrm>
            <a:custGeom>
              <a:avLst/>
              <a:pathLst>
                <a:path w="32343" h="18433">
                  <a:moveTo>
                    <a:pt x="5497" y="0"/>
                  </a:moveTo>
                  <a:lnTo>
                    <a:pt x="8210" y="704"/>
                  </a:lnTo>
                  <a:lnTo>
                    <a:pt x="11650" y="3015"/>
                  </a:lnTo>
                  <a:lnTo>
                    <a:pt x="19200" y="8950"/>
                  </a:lnTo>
                  <a:lnTo>
                    <a:pt x="25337" y="12310"/>
                  </a:lnTo>
                  <a:lnTo>
                    <a:pt x="30787" y="17868"/>
                  </a:lnTo>
                  <a:lnTo>
                    <a:pt x="32343" y="18212"/>
                  </a:lnTo>
                  <a:lnTo>
                    <a:pt x="30989" y="18433"/>
                  </a:lnTo>
                  <a:lnTo>
                    <a:pt x="28053" y="16625"/>
                  </a:lnTo>
                  <a:lnTo>
                    <a:pt x="20817" y="15047"/>
                  </a:lnTo>
                  <a:lnTo>
                    <a:pt x="15447" y="16709"/>
                  </a:lnTo>
                  <a:lnTo>
                    <a:pt x="12102" y="16392"/>
                  </a:lnTo>
                  <a:lnTo>
                    <a:pt x="7421" y="12875"/>
                  </a:lnTo>
                  <a:lnTo>
                    <a:pt x="2423" y="13114"/>
                  </a:lnTo>
                  <a:lnTo>
                    <a:pt x="605" y="9832"/>
                  </a:lnTo>
                  <a:lnTo>
                    <a:pt x="1012" y="8298"/>
                  </a:lnTo>
                  <a:lnTo>
                    <a:pt x="0" y="6003"/>
                  </a:lnTo>
                  <a:lnTo>
                    <a:pt x="181" y="458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4" name="ph5844"/>
            <p:cNvSpPr/>
            <p:nvPr/>
          </p:nvSpPr>
          <p:spPr>
            <a:xfrm>
              <a:off x="7459758" y="3150148"/>
              <a:ext cx="4064" cy="5278"/>
            </a:xfrm>
            <a:custGeom>
              <a:avLst/>
              <a:pathLst>
                <a:path w="4064" h="5278">
                  <a:moveTo>
                    <a:pt x="4064" y="1065"/>
                  </a:moveTo>
                  <a:lnTo>
                    <a:pt x="2804" y="4411"/>
                  </a:lnTo>
                  <a:lnTo>
                    <a:pt x="58" y="5278"/>
                  </a:lnTo>
                  <a:lnTo>
                    <a:pt x="24" y="3750"/>
                  </a:lnTo>
                  <a:lnTo>
                    <a:pt x="799" y="3824"/>
                  </a:lnTo>
                  <a:lnTo>
                    <a:pt x="1188" y="2772"/>
                  </a:lnTo>
                  <a:lnTo>
                    <a:pt x="1121" y="1875"/>
                  </a:lnTo>
                  <a:lnTo>
                    <a:pt x="0" y="1801"/>
                  </a:lnTo>
                  <a:lnTo>
                    <a:pt x="154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5" name="ph5845"/>
            <p:cNvSpPr/>
            <p:nvPr/>
          </p:nvSpPr>
          <p:spPr>
            <a:xfrm>
              <a:off x="7479353" y="3141406"/>
              <a:ext cx="38330" cy="15912"/>
            </a:xfrm>
            <a:custGeom>
              <a:avLst/>
              <a:pathLst>
                <a:path w="38330" h="15912">
                  <a:moveTo>
                    <a:pt x="11058" y="0"/>
                  </a:moveTo>
                  <a:lnTo>
                    <a:pt x="12136" y="9906"/>
                  </a:lnTo>
                  <a:lnTo>
                    <a:pt x="15461" y="11017"/>
                  </a:lnTo>
                  <a:lnTo>
                    <a:pt x="32054" y="12171"/>
                  </a:lnTo>
                  <a:lnTo>
                    <a:pt x="34475" y="10876"/>
                  </a:lnTo>
                  <a:lnTo>
                    <a:pt x="35268" y="9416"/>
                  </a:lnTo>
                  <a:lnTo>
                    <a:pt x="38330" y="8991"/>
                  </a:lnTo>
                  <a:lnTo>
                    <a:pt x="38327" y="14340"/>
                  </a:lnTo>
                  <a:lnTo>
                    <a:pt x="37167" y="13859"/>
                  </a:lnTo>
                  <a:lnTo>
                    <a:pt x="32923" y="15912"/>
                  </a:lnTo>
                  <a:lnTo>
                    <a:pt x="25644" y="14509"/>
                  </a:lnTo>
                  <a:lnTo>
                    <a:pt x="14528" y="13539"/>
                  </a:lnTo>
                  <a:lnTo>
                    <a:pt x="6928" y="14495"/>
                  </a:lnTo>
                  <a:lnTo>
                    <a:pt x="418" y="11525"/>
                  </a:lnTo>
                  <a:lnTo>
                    <a:pt x="0" y="10196"/>
                  </a:lnTo>
                  <a:lnTo>
                    <a:pt x="1311" y="8324"/>
                  </a:lnTo>
                  <a:lnTo>
                    <a:pt x="3762" y="1283"/>
                  </a:lnTo>
                  <a:lnTo>
                    <a:pt x="8250" y="749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6" name="ph5846"/>
            <p:cNvSpPr/>
            <p:nvPr/>
          </p:nvSpPr>
          <p:spPr>
            <a:xfrm>
              <a:off x="7590051" y="3205430"/>
              <a:ext cx="25587" cy="33034"/>
            </a:xfrm>
            <a:custGeom>
              <a:avLst/>
              <a:pathLst>
                <a:path w="25587" h="33034">
                  <a:moveTo>
                    <a:pt x="16165" y="317"/>
                  </a:moveTo>
                  <a:lnTo>
                    <a:pt x="18678" y="2026"/>
                  </a:lnTo>
                  <a:lnTo>
                    <a:pt x="15992" y="6188"/>
                  </a:lnTo>
                  <a:lnTo>
                    <a:pt x="17377" y="8131"/>
                  </a:lnTo>
                  <a:lnTo>
                    <a:pt x="20024" y="8610"/>
                  </a:lnTo>
                  <a:lnTo>
                    <a:pt x="22097" y="12927"/>
                  </a:lnTo>
                  <a:lnTo>
                    <a:pt x="25290" y="14888"/>
                  </a:lnTo>
                  <a:lnTo>
                    <a:pt x="25587" y="16224"/>
                  </a:lnTo>
                  <a:lnTo>
                    <a:pt x="24294" y="21611"/>
                  </a:lnTo>
                  <a:lnTo>
                    <a:pt x="19747" y="23568"/>
                  </a:lnTo>
                  <a:lnTo>
                    <a:pt x="18445" y="26620"/>
                  </a:lnTo>
                  <a:lnTo>
                    <a:pt x="18777" y="29930"/>
                  </a:lnTo>
                  <a:lnTo>
                    <a:pt x="18134" y="31223"/>
                  </a:lnTo>
                  <a:lnTo>
                    <a:pt x="12758" y="33034"/>
                  </a:lnTo>
                  <a:lnTo>
                    <a:pt x="11365" y="26776"/>
                  </a:lnTo>
                  <a:lnTo>
                    <a:pt x="9049" y="26643"/>
                  </a:lnTo>
                  <a:lnTo>
                    <a:pt x="9205" y="25273"/>
                  </a:lnTo>
                  <a:lnTo>
                    <a:pt x="7488" y="20580"/>
                  </a:lnTo>
                  <a:lnTo>
                    <a:pt x="10030" y="19703"/>
                  </a:lnTo>
                  <a:lnTo>
                    <a:pt x="9514" y="16849"/>
                  </a:lnTo>
                  <a:lnTo>
                    <a:pt x="3744" y="11101"/>
                  </a:lnTo>
                  <a:lnTo>
                    <a:pt x="2161" y="12618"/>
                  </a:lnTo>
                  <a:lnTo>
                    <a:pt x="787" y="11234"/>
                  </a:lnTo>
                  <a:lnTo>
                    <a:pt x="0" y="9202"/>
                  </a:lnTo>
                  <a:lnTo>
                    <a:pt x="494" y="8370"/>
                  </a:lnTo>
                  <a:lnTo>
                    <a:pt x="1826" y="7681"/>
                  </a:lnTo>
                  <a:lnTo>
                    <a:pt x="4535" y="7856"/>
                  </a:lnTo>
                  <a:lnTo>
                    <a:pt x="8453" y="6071"/>
                  </a:lnTo>
                  <a:lnTo>
                    <a:pt x="8890" y="4527"/>
                  </a:lnTo>
                  <a:lnTo>
                    <a:pt x="8121" y="1847"/>
                  </a:lnTo>
                  <a:lnTo>
                    <a:pt x="940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7" name="ph5847"/>
            <p:cNvSpPr/>
            <p:nvPr/>
          </p:nvSpPr>
          <p:spPr>
            <a:xfrm>
              <a:off x="7281673" y="2835853"/>
              <a:ext cx="9446" cy="13291"/>
            </a:xfrm>
            <a:custGeom>
              <a:avLst/>
              <a:pathLst>
                <a:path w="9446" h="13291">
                  <a:moveTo>
                    <a:pt x="9446" y="9448"/>
                  </a:moveTo>
                  <a:lnTo>
                    <a:pt x="8589" y="10470"/>
                  </a:lnTo>
                  <a:lnTo>
                    <a:pt x="5979" y="13291"/>
                  </a:lnTo>
                  <a:lnTo>
                    <a:pt x="3565" y="12022"/>
                  </a:lnTo>
                  <a:lnTo>
                    <a:pt x="1892" y="12478"/>
                  </a:lnTo>
                  <a:lnTo>
                    <a:pt x="1288" y="9219"/>
                  </a:lnTo>
                  <a:lnTo>
                    <a:pt x="2518" y="5590"/>
                  </a:lnTo>
                  <a:lnTo>
                    <a:pt x="1203" y="4984"/>
                  </a:lnTo>
                  <a:lnTo>
                    <a:pt x="0" y="5771"/>
                  </a:lnTo>
                  <a:lnTo>
                    <a:pt x="4863" y="0"/>
                  </a:lnTo>
                  <a:lnTo>
                    <a:pt x="8937" y="5779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8" name="ph5848"/>
            <p:cNvSpPr/>
            <p:nvPr/>
          </p:nvSpPr>
          <p:spPr>
            <a:xfrm>
              <a:off x="7262328" y="2831791"/>
              <a:ext cx="17721" cy="14702"/>
            </a:xfrm>
            <a:custGeom>
              <a:avLst/>
              <a:pathLst>
                <a:path w="17721" h="14702">
                  <a:moveTo>
                    <a:pt x="17168" y="8867"/>
                  </a:moveTo>
                  <a:lnTo>
                    <a:pt x="17721" y="10263"/>
                  </a:lnTo>
                  <a:lnTo>
                    <a:pt x="13928" y="12352"/>
                  </a:lnTo>
                  <a:lnTo>
                    <a:pt x="10061" y="10603"/>
                  </a:lnTo>
                  <a:lnTo>
                    <a:pt x="10977" y="13484"/>
                  </a:lnTo>
                  <a:lnTo>
                    <a:pt x="6108" y="14702"/>
                  </a:lnTo>
                  <a:lnTo>
                    <a:pt x="4804" y="14533"/>
                  </a:lnTo>
                  <a:lnTo>
                    <a:pt x="3703" y="12943"/>
                  </a:lnTo>
                  <a:lnTo>
                    <a:pt x="2909" y="6742"/>
                  </a:lnTo>
                  <a:lnTo>
                    <a:pt x="0" y="3592"/>
                  </a:lnTo>
                  <a:lnTo>
                    <a:pt x="2352" y="1338"/>
                  </a:lnTo>
                  <a:lnTo>
                    <a:pt x="5250" y="0"/>
                  </a:lnTo>
                  <a:lnTo>
                    <a:pt x="6702" y="206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9" name="ph5849"/>
            <p:cNvSpPr/>
            <p:nvPr/>
          </p:nvSpPr>
          <p:spPr>
            <a:xfrm>
              <a:off x="7272390" y="2842395"/>
              <a:ext cx="3866" cy="3438"/>
            </a:xfrm>
            <a:custGeom>
              <a:avLst/>
              <a:pathLst>
                <a:path w="3866" h="3438">
                  <a:moveTo>
                    <a:pt x="2677" y="3438"/>
                  </a:moveTo>
                  <a:lnTo>
                    <a:pt x="915" y="2880"/>
                  </a:lnTo>
                  <a:lnTo>
                    <a:pt x="0" y="0"/>
                  </a:lnTo>
                  <a:lnTo>
                    <a:pt x="3866" y="1749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0" name="ph5850"/>
            <p:cNvSpPr/>
            <p:nvPr/>
          </p:nvSpPr>
          <p:spPr>
            <a:xfrm>
              <a:off x="7250994" y="2823919"/>
              <a:ext cx="15038" cy="20816"/>
            </a:xfrm>
            <a:custGeom>
              <a:avLst/>
              <a:pathLst>
                <a:path w="15038" h="20816">
                  <a:moveTo>
                    <a:pt x="13687" y="9211"/>
                  </a:moveTo>
                  <a:lnTo>
                    <a:pt x="11334" y="11465"/>
                  </a:lnTo>
                  <a:lnTo>
                    <a:pt x="14244" y="14615"/>
                  </a:lnTo>
                  <a:lnTo>
                    <a:pt x="15038" y="20816"/>
                  </a:lnTo>
                  <a:lnTo>
                    <a:pt x="12248" y="19254"/>
                  </a:lnTo>
                  <a:lnTo>
                    <a:pt x="9753" y="14091"/>
                  </a:lnTo>
                  <a:lnTo>
                    <a:pt x="9216" y="10181"/>
                  </a:lnTo>
                  <a:lnTo>
                    <a:pt x="5965" y="10029"/>
                  </a:lnTo>
                  <a:lnTo>
                    <a:pt x="3423" y="11008"/>
                  </a:lnTo>
                  <a:lnTo>
                    <a:pt x="0" y="8346"/>
                  </a:lnTo>
                  <a:lnTo>
                    <a:pt x="5452" y="0"/>
                  </a:lnTo>
                  <a:lnTo>
                    <a:pt x="12179" y="548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1" name="ph5851"/>
            <p:cNvSpPr/>
            <p:nvPr/>
          </p:nvSpPr>
          <p:spPr>
            <a:xfrm>
              <a:off x="7464577" y="3015301"/>
              <a:ext cx="24013" cy="15771"/>
            </a:xfrm>
            <a:custGeom>
              <a:avLst/>
              <a:pathLst>
                <a:path w="24013" h="15771">
                  <a:moveTo>
                    <a:pt x="14695" y="0"/>
                  </a:moveTo>
                  <a:lnTo>
                    <a:pt x="14769" y="2143"/>
                  </a:lnTo>
                  <a:lnTo>
                    <a:pt x="19175" y="7856"/>
                  </a:lnTo>
                  <a:lnTo>
                    <a:pt x="22017" y="9053"/>
                  </a:lnTo>
                  <a:lnTo>
                    <a:pt x="23148" y="8796"/>
                  </a:lnTo>
                  <a:lnTo>
                    <a:pt x="24013" y="9727"/>
                  </a:lnTo>
                  <a:lnTo>
                    <a:pt x="23743" y="10379"/>
                  </a:lnTo>
                  <a:lnTo>
                    <a:pt x="18162" y="12789"/>
                  </a:lnTo>
                  <a:lnTo>
                    <a:pt x="16540" y="12754"/>
                  </a:lnTo>
                  <a:lnTo>
                    <a:pt x="14097" y="13362"/>
                  </a:lnTo>
                  <a:lnTo>
                    <a:pt x="10180" y="12677"/>
                  </a:lnTo>
                  <a:lnTo>
                    <a:pt x="8552" y="15567"/>
                  </a:lnTo>
                  <a:lnTo>
                    <a:pt x="6259" y="15771"/>
                  </a:lnTo>
                  <a:lnTo>
                    <a:pt x="3586" y="13809"/>
                  </a:lnTo>
                  <a:lnTo>
                    <a:pt x="0" y="5746"/>
                  </a:lnTo>
                  <a:lnTo>
                    <a:pt x="2616" y="5576"/>
                  </a:lnTo>
                  <a:lnTo>
                    <a:pt x="2858" y="4193"/>
                  </a:lnTo>
                  <a:lnTo>
                    <a:pt x="1289" y="366"/>
                  </a:lnTo>
                  <a:lnTo>
                    <a:pt x="2909" y="285"/>
                  </a:lnTo>
                  <a:lnTo>
                    <a:pt x="4673" y="3239"/>
                  </a:lnTo>
                  <a:lnTo>
                    <a:pt x="11569" y="3868"/>
                  </a:lnTo>
                  <a:lnTo>
                    <a:pt x="13083" y="338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2" name="ph5852"/>
            <p:cNvSpPr/>
            <p:nvPr/>
          </p:nvSpPr>
          <p:spPr>
            <a:xfrm>
              <a:off x="7289786" y="2841450"/>
              <a:ext cx="45378" cy="45690"/>
            </a:xfrm>
            <a:custGeom>
              <a:avLst/>
              <a:pathLst>
                <a:path w="45378" h="45690">
                  <a:moveTo>
                    <a:pt x="35286" y="1730"/>
                  </a:moveTo>
                  <a:lnTo>
                    <a:pt x="35648" y="3909"/>
                  </a:lnTo>
                  <a:lnTo>
                    <a:pt x="34503" y="6338"/>
                  </a:lnTo>
                  <a:lnTo>
                    <a:pt x="35563" y="9864"/>
                  </a:lnTo>
                  <a:lnTo>
                    <a:pt x="38419" y="9628"/>
                  </a:lnTo>
                  <a:lnTo>
                    <a:pt x="44124" y="14895"/>
                  </a:lnTo>
                  <a:lnTo>
                    <a:pt x="43290" y="17211"/>
                  </a:lnTo>
                  <a:lnTo>
                    <a:pt x="40451" y="16480"/>
                  </a:lnTo>
                  <a:lnTo>
                    <a:pt x="39524" y="16876"/>
                  </a:lnTo>
                  <a:lnTo>
                    <a:pt x="38045" y="22083"/>
                  </a:lnTo>
                  <a:lnTo>
                    <a:pt x="38118" y="23822"/>
                  </a:lnTo>
                  <a:lnTo>
                    <a:pt x="42844" y="25779"/>
                  </a:lnTo>
                  <a:lnTo>
                    <a:pt x="44185" y="25680"/>
                  </a:lnTo>
                  <a:lnTo>
                    <a:pt x="45378" y="29584"/>
                  </a:lnTo>
                  <a:lnTo>
                    <a:pt x="44321" y="34618"/>
                  </a:lnTo>
                  <a:lnTo>
                    <a:pt x="38027" y="39379"/>
                  </a:lnTo>
                  <a:lnTo>
                    <a:pt x="39763" y="39920"/>
                  </a:lnTo>
                  <a:lnTo>
                    <a:pt x="39110" y="42801"/>
                  </a:lnTo>
                  <a:lnTo>
                    <a:pt x="35170" y="45690"/>
                  </a:lnTo>
                  <a:lnTo>
                    <a:pt x="34140" y="44646"/>
                  </a:lnTo>
                  <a:lnTo>
                    <a:pt x="34241" y="43259"/>
                  </a:lnTo>
                  <a:lnTo>
                    <a:pt x="30533" y="39823"/>
                  </a:lnTo>
                  <a:lnTo>
                    <a:pt x="24209" y="37667"/>
                  </a:lnTo>
                  <a:lnTo>
                    <a:pt x="19866" y="41889"/>
                  </a:lnTo>
                  <a:lnTo>
                    <a:pt x="17115" y="40803"/>
                  </a:lnTo>
                  <a:lnTo>
                    <a:pt x="15946" y="42113"/>
                  </a:lnTo>
                  <a:lnTo>
                    <a:pt x="14797" y="39830"/>
                  </a:lnTo>
                  <a:lnTo>
                    <a:pt x="12976" y="38350"/>
                  </a:lnTo>
                  <a:lnTo>
                    <a:pt x="8826" y="38189"/>
                  </a:lnTo>
                  <a:lnTo>
                    <a:pt x="5466" y="38729"/>
                  </a:lnTo>
                  <a:lnTo>
                    <a:pt x="4931" y="39467"/>
                  </a:lnTo>
                  <a:lnTo>
                    <a:pt x="1613" y="36800"/>
                  </a:lnTo>
                  <a:lnTo>
                    <a:pt x="0" y="33651"/>
                  </a:lnTo>
                  <a:lnTo>
                    <a:pt x="4663" y="22303"/>
                  </a:lnTo>
                  <a:lnTo>
                    <a:pt x="8622" y="21978"/>
                  </a:lnTo>
                  <a:lnTo>
                    <a:pt x="10240" y="18139"/>
                  </a:lnTo>
                  <a:lnTo>
                    <a:pt x="10350" y="14971"/>
                  </a:lnTo>
                  <a:lnTo>
                    <a:pt x="9098" y="12472"/>
                  </a:lnTo>
                  <a:lnTo>
                    <a:pt x="5494" y="9929"/>
                  </a:lnTo>
                  <a:lnTo>
                    <a:pt x="6901" y="9882"/>
                  </a:lnTo>
                  <a:lnTo>
                    <a:pt x="9088" y="6747"/>
                  </a:lnTo>
                  <a:lnTo>
                    <a:pt x="17334" y="3131"/>
                  </a:lnTo>
                  <a:lnTo>
                    <a:pt x="22133" y="2318"/>
                  </a:lnTo>
                  <a:lnTo>
                    <a:pt x="23044" y="3327"/>
                  </a:lnTo>
                  <a:lnTo>
                    <a:pt x="26919" y="4336"/>
                  </a:lnTo>
                  <a:lnTo>
                    <a:pt x="32569" y="1328"/>
                  </a:lnTo>
                  <a:lnTo>
                    <a:pt x="3272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3" name="ph5853"/>
            <p:cNvSpPr/>
            <p:nvPr/>
          </p:nvSpPr>
          <p:spPr>
            <a:xfrm>
              <a:off x="7345060" y="2808736"/>
              <a:ext cx="26237" cy="12259"/>
            </a:xfrm>
            <a:custGeom>
              <a:avLst/>
              <a:pathLst>
                <a:path w="26237" h="12259">
                  <a:moveTo>
                    <a:pt x="17406" y="0"/>
                  </a:moveTo>
                  <a:lnTo>
                    <a:pt x="21697" y="966"/>
                  </a:lnTo>
                  <a:lnTo>
                    <a:pt x="26237" y="4673"/>
                  </a:lnTo>
                  <a:lnTo>
                    <a:pt x="23245" y="8970"/>
                  </a:lnTo>
                  <a:lnTo>
                    <a:pt x="21169" y="12259"/>
                  </a:lnTo>
                  <a:lnTo>
                    <a:pt x="11016" y="7984"/>
                  </a:lnTo>
                  <a:lnTo>
                    <a:pt x="9498" y="8636"/>
                  </a:lnTo>
                  <a:lnTo>
                    <a:pt x="9448" y="10447"/>
                  </a:lnTo>
                  <a:lnTo>
                    <a:pt x="5551" y="11583"/>
                  </a:lnTo>
                  <a:lnTo>
                    <a:pt x="890" y="10237"/>
                  </a:lnTo>
                  <a:lnTo>
                    <a:pt x="0" y="8297"/>
                  </a:lnTo>
                  <a:lnTo>
                    <a:pt x="1367" y="2456"/>
                  </a:lnTo>
                  <a:lnTo>
                    <a:pt x="2263" y="1722"/>
                  </a:lnTo>
                  <a:lnTo>
                    <a:pt x="2572" y="1332"/>
                  </a:lnTo>
                  <a:lnTo>
                    <a:pt x="5153" y="1339"/>
                  </a:lnTo>
                  <a:lnTo>
                    <a:pt x="9372" y="4368"/>
                  </a:lnTo>
                  <a:lnTo>
                    <a:pt x="10711" y="4214"/>
                  </a:lnTo>
                  <a:lnTo>
                    <a:pt x="11682" y="253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4" name="ph5854"/>
            <p:cNvSpPr/>
            <p:nvPr/>
          </p:nvSpPr>
          <p:spPr>
            <a:xfrm>
              <a:off x="7794017" y="3240487"/>
              <a:ext cx="92982" cy="109710"/>
            </a:xfrm>
            <a:custGeom>
              <a:avLst/>
              <a:pathLst>
                <a:path w="92982" h="109710">
                  <a:moveTo>
                    <a:pt x="19143" y="465"/>
                  </a:moveTo>
                  <a:lnTo>
                    <a:pt x="25659" y="2345"/>
                  </a:lnTo>
                  <a:lnTo>
                    <a:pt x="27374" y="2075"/>
                  </a:lnTo>
                  <a:lnTo>
                    <a:pt x="28933" y="14947"/>
                  </a:lnTo>
                  <a:lnTo>
                    <a:pt x="34903" y="15646"/>
                  </a:lnTo>
                  <a:lnTo>
                    <a:pt x="37282" y="18457"/>
                  </a:lnTo>
                  <a:lnTo>
                    <a:pt x="42590" y="16755"/>
                  </a:lnTo>
                  <a:lnTo>
                    <a:pt x="44489" y="18643"/>
                  </a:lnTo>
                  <a:lnTo>
                    <a:pt x="45955" y="23397"/>
                  </a:lnTo>
                  <a:lnTo>
                    <a:pt x="45591" y="25629"/>
                  </a:lnTo>
                  <a:lnTo>
                    <a:pt x="47815" y="29266"/>
                  </a:lnTo>
                  <a:lnTo>
                    <a:pt x="53638" y="29256"/>
                  </a:lnTo>
                  <a:lnTo>
                    <a:pt x="55264" y="31368"/>
                  </a:lnTo>
                  <a:lnTo>
                    <a:pt x="59371" y="33325"/>
                  </a:lnTo>
                  <a:lnTo>
                    <a:pt x="71733" y="37262"/>
                  </a:lnTo>
                  <a:lnTo>
                    <a:pt x="73216" y="38247"/>
                  </a:lnTo>
                  <a:lnTo>
                    <a:pt x="74085" y="41138"/>
                  </a:lnTo>
                  <a:lnTo>
                    <a:pt x="79215" y="48036"/>
                  </a:lnTo>
                  <a:lnTo>
                    <a:pt x="84615" y="52735"/>
                  </a:lnTo>
                  <a:lnTo>
                    <a:pt x="89684" y="53068"/>
                  </a:lnTo>
                  <a:lnTo>
                    <a:pt x="87711" y="68326"/>
                  </a:lnTo>
                  <a:lnTo>
                    <a:pt x="85936" y="71397"/>
                  </a:lnTo>
                  <a:lnTo>
                    <a:pt x="83969" y="71114"/>
                  </a:lnTo>
                  <a:lnTo>
                    <a:pt x="81860" y="75813"/>
                  </a:lnTo>
                  <a:lnTo>
                    <a:pt x="82723" y="77455"/>
                  </a:lnTo>
                  <a:lnTo>
                    <a:pt x="90848" y="83559"/>
                  </a:lnTo>
                  <a:lnTo>
                    <a:pt x="92982" y="84430"/>
                  </a:lnTo>
                  <a:lnTo>
                    <a:pt x="89355" y="87804"/>
                  </a:lnTo>
                  <a:lnTo>
                    <a:pt x="86519" y="92541"/>
                  </a:lnTo>
                  <a:lnTo>
                    <a:pt x="70423" y="95954"/>
                  </a:lnTo>
                  <a:lnTo>
                    <a:pt x="68724" y="97510"/>
                  </a:lnTo>
                  <a:lnTo>
                    <a:pt x="67259" y="100614"/>
                  </a:lnTo>
                  <a:lnTo>
                    <a:pt x="66382" y="104749"/>
                  </a:lnTo>
                  <a:lnTo>
                    <a:pt x="62179" y="106143"/>
                  </a:lnTo>
                  <a:lnTo>
                    <a:pt x="61143" y="108456"/>
                  </a:lnTo>
                  <a:lnTo>
                    <a:pt x="61556" y="109710"/>
                  </a:lnTo>
                  <a:lnTo>
                    <a:pt x="33649" y="109628"/>
                  </a:lnTo>
                  <a:lnTo>
                    <a:pt x="33675" y="105730"/>
                  </a:lnTo>
                  <a:lnTo>
                    <a:pt x="33068" y="105028"/>
                  </a:lnTo>
                  <a:lnTo>
                    <a:pt x="44248" y="104465"/>
                  </a:lnTo>
                  <a:lnTo>
                    <a:pt x="44102" y="102427"/>
                  </a:lnTo>
                  <a:lnTo>
                    <a:pt x="52961" y="101867"/>
                  </a:lnTo>
                  <a:lnTo>
                    <a:pt x="52451" y="91160"/>
                  </a:lnTo>
                  <a:lnTo>
                    <a:pt x="53135" y="88600"/>
                  </a:lnTo>
                  <a:lnTo>
                    <a:pt x="46224" y="85808"/>
                  </a:lnTo>
                  <a:lnTo>
                    <a:pt x="39100" y="86178"/>
                  </a:lnTo>
                  <a:lnTo>
                    <a:pt x="37695" y="84178"/>
                  </a:lnTo>
                  <a:lnTo>
                    <a:pt x="27124" y="84081"/>
                  </a:lnTo>
                  <a:lnTo>
                    <a:pt x="20809" y="85268"/>
                  </a:lnTo>
                  <a:lnTo>
                    <a:pt x="17143" y="87536"/>
                  </a:lnTo>
                  <a:lnTo>
                    <a:pt x="15899" y="83335"/>
                  </a:lnTo>
                  <a:lnTo>
                    <a:pt x="18042" y="79993"/>
                  </a:lnTo>
                  <a:lnTo>
                    <a:pt x="17775" y="76167"/>
                  </a:lnTo>
                  <a:lnTo>
                    <a:pt x="14082" y="71306"/>
                  </a:lnTo>
                  <a:lnTo>
                    <a:pt x="13186" y="68442"/>
                  </a:lnTo>
                  <a:lnTo>
                    <a:pt x="13443" y="65716"/>
                  </a:lnTo>
                  <a:lnTo>
                    <a:pt x="14767" y="64666"/>
                  </a:lnTo>
                  <a:lnTo>
                    <a:pt x="14734" y="63276"/>
                  </a:lnTo>
                  <a:lnTo>
                    <a:pt x="13390" y="63350"/>
                  </a:lnTo>
                  <a:lnTo>
                    <a:pt x="11773" y="59663"/>
                  </a:lnTo>
                  <a:lnTo>
                    <a:pt x="13315" y="57119"/>
                  </a:lnTo>
                  <a:lnTo>
                    <a:pt x="13957" y="53674"/>
                  </a:lnTo>
                  <a:lnTo>
                    <a:pt x="16692" y="52991"/>
                  </a:lnTo>
                  <a:lnTo>
                    <a:pt x="18908" y="54855"/>
                  </a:lnTo>
                  <a:lnTo>
                    <a:pt x="23490" y="54117"/>
                  </a:lnTo>
                  <a:lnTo>
                    <a:pt x="26013" y="51884"/>
                  </a:lnTo>
                  <a:lnTo>
                    <a:pt x="22381" y="49966"/>
                  </a:lnTo>
                  <a:lnTo>
                    <a:pt x="21471" y="47181"/>
                  </a:lnTo>
                  <a:lnTo>
                    <a:pt x="17367" y="41554"/>
                  </a:lnTo>
                  <a:lnTo>
                    <a:pt x="17737" y="36481"/>
                  </a:lnTo>
                  <a:lnTo>
                    <a:pt x="12683" y="32927"/>
                  </a:lnTo>
                  <a:lnTo>
                    <a:pt x="11845" y="30137"/>
                  </a:lnTo>
                  <a:lnTo>
                    <a:pt x="14506" y="19419"/>
                  </a:lnTo>
                  <a:lnTo>
                    <a:pt x="14165" y="17699"/>
                  </a:lnTo>
                  <a:lnTo>
                    <a:pt x="12710" y="17309"/>
                  </a:lnTo>
                  <a:lnTo>
                    <a:pt x="9012" y="19874"/>
                  </a:lnTo>
                  <a:lnTo>
                    <a:pt x="0" y="20488"/>
                  </a:lnTo>
                  <a:lnTo>
                    <a:pt x="2634" y="16212"/>
                  </a:lnTo>
                  <a:lnTo>
                    <a:pt x="3765" y="16748"/>
                  </a:lnTo>
                  <a:lnTo>
                    <a:pt x="2404" y="17186"/>
                  </a:lnTo>
                  <a:lnTo>
                    <a:pt x="3022" y="18203"/>
                  </a:lnTo>
                  <a:lnTo>
                    <a:pt x="5180" y="17215"/>
                  </a:lnTo>
                  <a:lnTo>
                    <a:pt x="5694" y="13852"/>
                  </a:lnTo>
                  <a:lnTo>
                    <a:pt x="7699" y="12472"/>
                  </a:lnTo>
                  <a:lnTo>
                    <a:pt x="11343" y="6350"/>
                  </a:lnTo>
                  <a:lnTo>
                    <a:pt x="1375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5" name="ph5855"/>
            <p:cNvSpPr/>
            <p:nvPr/>
          </p:nvSpPr>
          <p:spPr>
            <a:xfrm>
              <a:off x="7439475" y="3118841"/>
              <a:ext cx="12774" cy="9620"/>
            </a:xfrm>
            <a:custGeom>
              <a:avLst/>
              <a:pathLst>
                <a:path w="12774" h="9620">
                  <a:moveTo>
                    <a:pt x="7795" y="446"/>
                  </a:moveTo>
                  <a:lnTo>
                    <a:pt x="8257" y="1436"/>
                  </a:lnTo>
                  <a:lnTo>
                    <a:pt x="11062" y="3087"/>
                  </a:lnTo>
                  <a:lnTo>
                    <a:pt x="12774" y="5918"/>
                  </a:lnTo>
                  <a:lnTo>
                    <a:pt x="12595" y="7430"/>
                  </a:lnTo>
                  <a:lnTo>
                    <a:pt x="7460" y="9620"/>
                  </a:lnTo>
                  <a:lnTo>
                    <a:pt x="5674" y="6042"/>
                  </a:lnTo>
                  <a:lnTo>
                    <a:pt x="2521" y="8300"/>
                  </a:lnTo>
                  <a:lnTo>
                    <a:pt x="988" y="8321"/>
                  </a:lnTo>
                  <a:lnTo>
                    <a:pt x="0" y="7239"/>
                  </a:lnTo>
                  <a:lnTo>
                    <a:pt x="2985" y="1374"/>
                  </a:lnTo>
                  <a:lnTo>
                    <a:pt x="7246" y="0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6" name="ph5856"/>
            <p:cNvSpPr/>
            <p:nvPr/>
          </p:nvSpPr>
          <p:spPr>
            <a:xfrm>
              <a:off x="7308917" y="2777780"/>
              <a:ext cx="24806" cy="62933"/>
            </a:xfrm>
            <a:custGeom>
              <a:avLst/>
              <a:pathLst>
                <a:path w="24806" h="62933">
                  <a:moveTo>
                    <a:pt x="7904" y="253"/>
                  </a:moveTo>
                  <a:lnTo>
                    <a:pt x="11462" y="9419"/>
                  </a:lnTo>
                  <a:lnTo>
                    <a:pt x="9211" y="24589"/>
                  </a:lnTo>
                  <a:lnTo>
                    <a:pt x="14041" y="34670"/>
                  </a:lnTo>
                  <a:lnTo>
                    <a:pt x="16333" y="36904"/>
                  </a:lnTo>
                  <a:lnTo>
                    <a:pt x="20245" y="38439"/>
                  </a:lnTo>
                  <a:lnTo>
                    <a:pt x="20167" y="46587"/>
                  </a:lnTo>
                  <a:lnTo>
                    <a:pt x="23750" y="54325"/>
                  </a:lnTo>
                  <a:lnTo>
                    <a:pt x="24640" y="54803"/>
                  </a:lnTo>
                  <a:lnTo>
                    <a:pt x="24806" y="55846"/>
                  </a:lnTo>
                  <a:lnTo>
                    <a:pt x="22782" y="56735"/>
                  </a:lnTo>
                  <a:lnTo>
                    <a:pt x="19502" y="61271"/>
                  </a:lnTo>
                  <a:lnTo>
                    <a:pt x="13905" y="62933"/>
                  </a:lnTo>
                  <a:lnTo>
                    <a:pt x="13813" y="59715"/>
                  </a:lnTo>
                  <a:lnTo>
                    <a:pt x="16527" y="60573"/>
                  </a:lnTo>
                  <a:lnTo>
                    <a:pt x="17541" y="60054"/>
                  </a:lnTo>
                  <a:lnTo>
                    <a:pt x="17757" y="58846"/>
                  </a:lnTo>
                  <a:lnTo>
                    <a:pt x="16676" y="56707"/>
                  </a:lnTo>
                  <a:lnTo>
                    <a:pt x="12315" y="55064"/>
                  </a:lnTo>
                  <a:lnTo>
                    <a:pt x="8990" y="54918"/>
                  </a:lnTo>
                  <a:lnTo>
                    <a:pt x="7485" y="45935"/>
                  </a:lnTo>
                  <a:lnTo>
                    <a:pt x="5744" y="44378"/>
                  </a:lnTo>
                  <a:lnTo>
                    <a:pt x="3616" y="44951"/>
                  </a:lnTo>
                  <a:lnTo>
                    <a:pt x="2842" y="43177"/>
                  </a:lnTo>
                  <a:lnTo>
                    <a:pt x="4011" y="41461"/>
                  </a:lnTo>
                  <a:lnTo>
                    <a:pt x="3494" y="36408"/>
                  </a:lnTo>
                  <a:lnTo>
                    <a:pt x="394" y="30850"/>
                  </a:lnTo>
                  <a:lnTo>
                    <a:pt x="0" y="28262"/>
                  </a:lnTo>
                  <a:lnTo>
                    <a:pt x="2110" y="24350"/>
                  </a:lnTo>
                  <a:lnTo>
                    <a:pt x="4894" y="22823"/>
                  </a:lnTo>
                  <a:lnTo>
                    <a:pt x="5135" y="17191"/>
                  </a:lnTo>
                  <a:lnTo>
                    <a:pt x="6545" y="12095"/>
                  </a:lnTo>
                  <a:lnTo>
                    <a:pt x="9224" y="7554"/>
                  </a:lnTo>
                  <a:lnTo>
                    <a:pt x="9087" y="6641"/>
                  </a:lnTo>
                  <a:lnTo>
                    <a:pt x="1977" y="1255"/>
                  </a:lnTo>
                  <a:lnTo>
                    <a:pt x="1900" y="538"/>
                  </a:lnTo>
                  <a:lnTo>
                    <a:pt x="216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7" name="ph5857"/>
            <p:cNvSpPr/>
            <p:nvPr/>
          </p:nvSpPr>
          <p:spPr>
            <a:xfrm>
              <a:off x="7449594" y="3038999"/>
              <a:ext cx="18073" cy="7907"/>
            </a:xfrm>
            <a:custGeom>
              <a:avLst/>
              <a:pathLst>
                <a:path w="18073" h="7907">
                  <a:moveTo>
                    <a:pt x="8680" y="893"/>
                  </a:moveTo>
                  <a:lnTo>
                    <a:pt x="17839" y="4352"/>
                  </a:lnTo>
                  <a:lnTo>
                    <a:pt x="18073" y="5240"/>
                  </a:lnTo>
                  <a:lnTo>
                    <a:pt x="11407" y="7907"/>
                  </a:lnTo>
                  <a:lnTo>
                    <a:pt x="8347" y="6390"/>
                  </a:lnTo>
                  <a:lnTo>
                    <a:pt x="2484" y="6160"/>
                  </a:lnTo>
                  <a:lnTo>
                    <a:pt x="0" y="3097"/>
                  </a:lnTo>
                  <a:lnTo>
                    <a:pt x="225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8" name="ph5858"/>
            <p:cNvSpPr/>
            <p:nvPr/>
          </p:nvSpPr>
          <p:spPr>
            <a:xfrm>
              <a:off x="7641035" y="3221803"/>
              <a:ext cx="41291" cy="57555"/>
            </a:xfrm>
            <a:custGeom>
              <a:avLst/>
              <a:pathLst>
                <a:path w="41291" h="57555">
                  <a:moveTo>
                    <a:pt x="8143" y="3839"/>
                  </a:moveTo>
                  <a:lnTo>
                    <a:pt x="15889" y="1502"/>
                  </a:lnTo>
                  <a:lnTo>
                    <a:pt x="19857" y="2342"/>
                  </a:lnTo>
                  <a:lnTo>
                    <a:pt x="26054" y="7828"/>
                  </a:lnTo>
                  <a:lnTo>
                    <a:pt x="29424" y="8858"/>
                  </a:lnTo>
                  <a:lnTo>
                    <a:pt x="32392" y="7889"/>
                  </a:lnTo>
                  <a:lnTo>
                    <a:pt x="41291" y="25646"/>
                  </a:lnTo>
                  <a:lnTo>
                    <a:pt x="35915" y="28112"/>
                  </a:lnTo>
                  <a:lnTo>
                    <a:pt x="35505" y="36980"/>
                  </a:lnTo>
                  <a:lnTo>
                    <a:pt x="36157" y="37831"/>
                  </a:lnTo>
                  <a:lnTo>
                    <a:pt x="34428" y="40223"/>
                  </a:lnTo>
                  <a:lnTo>
                    <a:pt x="31217" y="41869"/>
                  </a:lnTo>
                  <a:lnTo>
                    <a:pt x="32022" y="49528"/>
                  </a:lnTo>
                  <a:lnTo>
                    <a:pt x="29168" y="51099"/>
                  </a:lnTo>
                  <a:lnTo>
                    <a:pt x="29004" y="50000"/>
                  </a:lnTo>
                  <a:lnTo>
                    <a:pt x="25644" y="48520"/>
                  </a:lnTo>
                  <a:lnTo>
                    <a:pt x="23236" y="48662"/>
                  </a:lnTo>
                  <a:lnTo>
                    <a:pt x="14348" y="54173"/>
                  </a:lnTo>
                  <a:lnTo>
                    <a:pt x="12712" y="57555"/>
                  </a:lnTo>
                  <a:lnTo>
                    <a:pt x="8288" y="55059"/>
                  </a:lnTo>
                  <a:lnTo>
                    <a:pt x="6435" y="43909"/>
                  </a:lnTo>
                  <a:lnTo>
                    <a:pt x="4704" y="41981"/>
                  </a:lnTo>
                  <a:lnTo>
                    <a:pt x="1987" y="41625"/>
                  </a:lnTo>
                  <a:lnTo>
                    <a:pt x="709" y="38975"/>
                  </a:lnTo>
                  <a:lnTo>
                    <a:pt x="8594" y="35575"/>
                  </a:lnTo>
                  <a:lnTo>
                    <a:pt x="11574" y="30400"/>
                  </a:lnTo>
                  <a:lnTo>
                    <a:pt x="11023" y="23349"/>
                  </a:lnTo>
                  <a:lnTo>
                    <a:pt x="0" y="10077"/>
                  </a:lnTo>
                  <a:lnTo>
                    <a:pt x="727" y="5784"/>
                  </a:lnTo>
                  <a:lnTo>
                    <a:pt x="433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9" name="ph5859"/>
            <p:cNvSpPr/>
            <p:nvPr/>
          </p:nvSpPr>
          <p:spPr>
            <a:xfrm>
              <a:off x="7479251" y="3003613"/>
              <a:ext cx="22699" cy="20741"/>
            </a:xfrm>
            <a:custGeom>
              <a:avLst/>
              <a:pathLst>
                <a:path w="22699" h="20741">
                  <a:moveTo>
                    <a:pt x="10958" y="1349"/>
                  </a:moveTo>
                  <a:lnTo>
                    <a:pt x="14353" y="4937"/>
                  </a:lnTo>
                  <a:lnTo>
                    <a:pt x="22699" y="9299"/>
                  </a:lnTo>
                  <a:lnTo>
                    <a:pt x="19846" y="14199"/>
                  </a:lnTo>
                  <a:lnTo>
                    <a:pt x="15795" y="15755"/>
                  </a:lnTo>
                  <a:lnTo>
                    <a:pt x="11518" y="19527"/>
                  </a:lnTo>
                  <a:lnTo>
                    <a:pt x="8474" y="20484"/>
                  </a:lnTo>
                  <a:lnTo>
                    <a:pt x="7343" y="20741"/>
                  </a:lnTo>
                  <a:lnTo>
                    <a:pt x="4501" y="19544"/>
                  </a:lnTo>
                  <a:lnTo>
                    <a:pt x="94" y="13831"/>
                  </a:lnTo>
                  <a:lnTo>
                    <a:pt x="21" y="11687"/>
                  </a:lnTo>
                  <a:lnTo>
                    <a:pt x="0" y="10292"/>
                  </a:lnTo>
                  <a:lnTo>
                    <a:pt x="4536" y="2677"/>
                  </a:lnTo>
                  <a:lnTo>
                    <a:pt x="5507" y="4137"/>
                  </a:lnTo>
                  <a:lnTo>
                    <a:pt x="8035" y="4121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0" name="ph5860"/>
            <p:cNvSpPr/>
            <p:nvPr/>
          </p:nvSpPr>
          <p:spPr>
            <a:xfrm>
              <a:off x="7463160" y="3021048"/>
              <a:ext cx="5003" cy="8918"/>
            </a:xfrm>
            <a:custGeom>
              <a:avLst/>
              <a:pathLst>
                <a:path w="5003" h="8918">
                  <a:moveTo>
                    <a:pt x="5003" y="8062"/>
                  </a:moveTo>
                  <a:lnTo>
                    <a:pt x="2388" y="8918"/>
                  </a:lnTo>
                  <a:lnTo>
                    <a:pt x="0" y="3908"/>
                  </a:lnTo>
                  <a:lnTo>
                    <a:pt x="48" y="1040"/>
                  </a:lnTo>
                  <a:lnTo>
                    <a:pt x="141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1" name="ph5861"/>
            <p:cNvSpPr/>
            <p:nvPr/>
          </p:nvSpPr>
          <p:spPr>
            <a:xfrm>
              <a:off x="7723494" y="3200759"/>
              <a:ext cx="17701" cy="31568"/>
            </a:xfrm>
            <a:custGeom>
              <a:avLst/>
              <a:pathLst>
                <a:path w="17701" h="31568">
                  <a:moveTo>
                    <a:pt x="10172" y="9164"/>
                  </a:moveTo>
                  <a:lnTo>
                    <a:pt x="9160" y="10482"/>
                  </a:lnTo>
                  <a:lnTo>
                    <a:pt x="9262" y="17283"/>
                  </a:lnTo>
                  <a:lnTo>
                    <a:pt x="11257" y="17142"/>
                  </a:lnTo>
                  <a:lnTo>
                    <a:pt x="11127" y="13434"/>
                  </a:lnTo>
                  <a:lnTo>
                    <a:pt x="11835" y="11393"/>
                  </a:lnTo>
                  <a:lnTo>
                    <a:pt x="16143" y="10119"/>
                  </a:lnTo>
                  <a:lnTo>
                    <a:pt x="17701" y="12996"/>
                  </a:lnTo>
                  <a:lnTo>
                    <a:pt x="17475" y="15218"/>
                  </a:lnTo>
                  <a:lnTo>
                    <a:pt x="15776" y="16563"/>
                  </a:lnTo>
                  <a:lnTo>
                    <a:pt x="13481" y="16909"/>
                  </a:lnTo>
                  <a:lnTo>
                    <a:pt x="11877" y="23022"/>
                  </a:lnTo>
                  <a:lnTo>
                    <a:pt x="11880" y="23959"/>
                  </a:lnTo>
                  <a:lnTo>
                    <a:pt x="15244" y="26392"/>
                  </a:lnTo>
                  <a:lnTo>
                    <a:pt x="15474" y="29397"/>
                  </a:lnTo>
                  <a:lnTo>
                    <a:pt x="14851" y="31132"/>
                  </a:lnTo>
                  <a:lnTo>
                    <a:pt x="9565" y="30678"/>
                  </a:lnTo>
                  <a:lnTo>
                    <a:pt x="7889" y="30972"/>
                  </a:lnTo>
                  <a:lnTo>
                    <a:pt x="7917" y="31568"/>
                  </a:lnTo>
                  <a:lnTo>
                    <a:pt x="7392" y="31007"/>
                  </a:lnTo>
                  <a:lnTo>
                    <a:pt x="1938" y="31428"/>
                  </a:lnTo>
                  <a:lnTo>
                    <a:pt x="920" y="30472"/>
                  </a:lnTo>
                  <a:lnTo>
                    <a:pt x="3501" y="26272"/>
                  </a:lnTo>
                  <a:lnTo>
                    <a:pt x="5708" y="25471"/>
                  </a:lnTo>
                  <a:lnTo>
                    <a:pt x="8130" y="25686"/>
                  </a:lnTo>
                  <a:lnTo>
                    <a:pt x="7964" y="22841"/>
                  </a:lnTo>
                  <a:lnTo>
                    <a:pt x="7260" y="22047"/>
                  </a:lnTo>
                  <a:lnTo>
                    <a:pt x="2003" y="21669"/>
                  </a:lnTo>
                  <a:lnTo>
                    <a:pt x="0" y="14806"/>
                  </a:lnTo>
                  <a:lnTo>
                    <a:pt x="37" y="9151"/>
                  </a:lnTo>
                  <a:lnTo>
                    <a:pt x="1284" y="8150"/>
                  </a:lnTo>
                  <a:lnTo>
                    <a:pt x="4308" y="7679"/>
                  </a:lnTo>
                  <a:lnTo>
                    <a:pt x="4545" y="6707"/>
                  </a:lnTo>
                  <a:lnTo>
                    <a:pt x="2092" y="2244"/>
                  </a:lnTo>
                  <a:lnTo>
                    <a:pt x="1953" y="0"/>
                  </a:lnTo>
                  <a:lnTo>
                    <a:pt x="3082" y="1697"/>
                  </a:lnTo>
                  <a:lnTo>
                    <a:pt x="5785" y="3339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2" name="ph5862"/>
            <p:cNvSpPr/>
            <p:nvPr/>
          </p:nvSpPr>
          <p:spPr>
            <a:xfrm>
              <a:off x="7714669" y="3171677"/>
              <a:ext cx="15328" cy="13380"/>
            </a:xfrm>
            <a:custGeom>
              <a:avLst/>
              <a:pathLst>
                <a:path w="15328" h="13380">
                  <a:moveTo>
                    <a:pt x="15328" y="4704"/>
                  </a:moveTo>
                  <a:lnTo>
                    <a:pt x="6299" y="12438"/>
                  </a:lnTo>
                  <a:lnTo>
                    <a:pt x="1336" y="13380"/>
                  </a:lnTo>
                  <a:lnTo>
                    <a:pt x="949" y="12757"/>
                  </a:lnTo>
                  <a:lnTo>
                    <a:pt x="0" y="9513"/>
                  </a:lnTo>
                  <a:lnTo>
                    <a:pt x="1352" y="0"/>
                  </a:lnTo>
                  <a:lnTo>
                    <a:pt x="11687" y="83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3" name="ph5863"/>
            <p:cNvSpPr/>
            <p:nvPr/>
          </p:nvSpPr>
          <p:spPr>
            <a:xfrm>
              <a:off x="7431808" y="3138956"/>
              <a:ext cx="11105" cy="7125"/>
            </a:xfrm>
            <a:custGeom>
              <a:avLst/>
              <a:pathLst>
                <a:path w="11105" h="7125">
                  <a:moveTo>
                    <a:pt x="9075" y="650"/>
                  </a:moveTo>
                  <a:lnTo>
                    <a:pt x="11105" y="3208"/>
                  </a:lnTo>
                  <a:lnTo>
                    <a:pt x="10992" y="4505"/>
                  </a:lnTo>
                  <a:lnTo>
                    <a:pt x="8952" y="6913"/>
                  </a:lnTo>
                  <a:lnTo>
                    <a:pt x="7534" y="6940"/>
                  </a:lnTo>
                  <a:lnTo>
                    <a:pt x="6074" y="7125"/>
                  </a:lnTo>
                  <a:lnTo>
                    <a:pt x="3272" y="4377"/>
                  </a:lnTo>
                  <a:lnTo>
                    <a:pt x="995" y="4234"/>
                  </a:lnTo>
                  <a:lnTo>
                    <a:pt x="0" y="2919"/>
                  </a:lnTo>
                  <a:lnTo>
                    <a:pt x="5825" y="1965"/>
                  </a:lnTo>
                  <a:lnTo>
                    <a:pt x="638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4" name="ph5864"/>
            <p:cNvSpPr/>
            <p:nvPr/>
          </p:nvSpPr>
          <p:spPr>
            <a:xfrm>
              <a:off x="7569751" y="3221643"/>
              <a:ext cx="11776" cy="11889"/>
            </a:xfrm>
            <a:custGeom>
              <a:avLst/>
              <a:pathLst>
                <a:path w="11776" h="11889">
                  <a:moveTo>
                    <a:pt x="7349" y="0"/>
                  </a:moveTo>
                  <a:lnTo>
                    <a:pt x="8847" y="892"/>
                  </a:lnTo>
                  <a:lnTo>
                    <a:pt x="9536" y="4169"/>
                  </a:lnTo>
                  <a:lnTo>
                    <a:pt x="11776" y="8493"/>
                  </a:lnTo>
                  <a:lnTo>
                    <a:pt x="7465" y="11004"/>
                  </a:lnTo>
                  <a:lnTo>
                    <a:pt x="4055" y="11889"/>
                  </a:lnTo>
                  <a:lnTo>
                    <a:pt x="621" y="9139"/>
                  </a:lnTo>
                  <a:lnTo>
                    <a:pt x="0" y="7589"/>
                  </a:lnTo>
                  <a:lnTo>
                    <a:pt x="4673" y="5423"/>
                  </a:lnTo>
                  <a:lnTo>
                    <a:pt x="4802" y="1624"/>
                  </a:lnTo>
                  <a:lnTo>
                    <a:pt x="5843" y="17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5" name="ph5865"/>
            <p:cNvSpPr/>
            <p:nvPr/>
          </p:nvSpPr>
          <p:spPr>
            <a:xfrm>
              <a:off x="7296621" y="2735167"/>
              <a:ext cx="95209" cy="77283"/>
            </a:xfrm>
            <a:custGeom>
              <a:avLst/>
              <a:pathLst>
                <a:path w="95209" h="77283">
                  <a:moveTo>
                    <a:pt x="13083" y="3223"/>
                  </a:moveTo>
                  <a:lnTo>
                    <a:pt x="12999" y="4662"/>
                  </a:lnTo>
                  <a:lnTo>
                    <a:pt x="14430" y="5946"/>
                  </a:lnTo>
                  <a:lnTo>
                    <a:pt x="27670" y="6893"/>
                  </a:lnTo>
                  <a:lnTo>
                    <a:pt x="28499" y="7323"/>
                  </a:lnTo>
                  <a:lnTo>
                    <a:pt x="27740" y="8922"/>
                  </a:lnTo>
                  <a:lnTo>
                    <a:pt x="28838" y="10080"/>
                  </a:lnTo>
                  <a:lnTo>
                    <a:pt x="33797" y="10721"/>
                  </a:lnTo>
                  <a:lnTo>
                    <a:pt x="36025" y="7876"/>
                  </a:lnTo>
                  <a:lnTo>
                    <a:pt x="39409" y="6918"/>
                  </a:lnTo>
                  <a:lnTo>
                    <a:pt x="52978" y="9194"/>
                  </a:lnTo>
                  <a:lnTo>
                    <a:pt x="58104" y="8279"/>
                  </a:lnTo>
                  <a:lnTo>
                    <a:pt x="65747" y="26047"/>
                  </a:lnTo>
                  <a:lnTo>
                    <a:pt x="75864" y="37343"/>
                  </a:lnTo>
                  <a:lnTo>
                    <a:pt x="80289" y="41115"/>
                  </a:lnTo>
                  <a:lnTo>
                    <a:pt x="81800" y="44598"/>
                  </a:lnTo>
                  <a:lnTo>
                    <a:pt x="86017" y="49905"/>
                  </a:lnTo>
                  <a:lnTo>
                    <a:pt x="95209" y="57573"/>
                  </a:lnTo>
                  <a:lnTo>
                    <a:pt x="77496" y="52326"/>
                  </a:lnTo>
                  <a:lnTo>
                    <a:pt x="63259" y="46633"/>
                  </a:lnTo>
                  <a:lnTo>
                    <a:pt x="57430" y="48137"/>
                  </a:lnTo>
                  <a:lnTo>
                    <a:pt x="54134" y="49858"/>
                  </a:lnTo>
                  <a:lnTo>
                    <a:pt x="53570" y="53501"/>
                  </a:lnTo>
                  <a:lnTo>
                    <a:pt x="55189" y="55028"/>
                  </a:lnTo>
                  <a:lnTo>
                    <a:pt x="53691" y="57302"/>
                  </a:lnTo>
                  <a:lnTo>
                    <a:pt x="51114" y="58752"/>
                  </a:lnTo>
                  <a:lnTo>
                    <a:pt x="50784" y="59953"/>
                  </a:lnTo>
                  <a:lnTo>
                    <a:pt x="48507" y="59741"/>
                  </a:lnTo>
                  <a:lnTo>
                    <a:pt x="45210" y="60959"/>
                  </a:lnTo>
                  <a:lnTo>
                    <a:pt x="39597" y="72973"/>
                  </a:lnTo>
                  <a:lnTo>
                    <a:pt x="31726" y="71831"/>
                  </a:lnTo>
                  <a:lnTo>
                    <a:pt x="28879" y="73860"/>
                  </a:lnTo>
                  <a:lnTo>
                    <a:pt x="26337" y="77283"/>
                  </a:lnTo>
                  <a:lnTo>
                    <a:pt x="21507" y="67202"/>
                  </a:lnTo>
                  <a:lnTo>
                    <a:pt x="23758" y="52032"/>
                  </a:lnTo>
                  <a:lnTo>
                    <a:pt x="20200" y="42866"/>
                  </a:lnTo>
                  <a:lnTo>
                    <a:pt x="14458" y="42613"/>
                  </a:lnTo>
                  <a:lnTo>
                    <a:pt x="14197" y="43151"/>
                  </a:lnTo>
                  <a:lnTo>
                    <a:pt x="11079" y="42133"/>
                  </a:lnTo>
                  <a:lnTo>
                    <a:pt x="8401" y="43164"/>
                  </a:lnTo>
                  <a:lnTo>
                    <a:pt x="7575" y="45760"/>
                  </a:lnTo>
                  <a:lnTo>
                    <a:pt x="2997" y="43190"/>
                  </a:lnTo>
                  <a:lnTo>
                    <a:pt x="38" y="39094"/>
                  </a:lnTo>
                  <a:lnTo>
                    <a:pt x="0" y="37453"/>
                  </a:lnTo>
                  <a:lnTo>
                    <a:pt x="868" y="37435"/>
                  </a:lnTo>
                  <a:lnTo>
                    <a:pt x="1584" y="32327"/>
                  </a:lnTo>
                  <a:lnTo>
                    <a:pt x="3729" y="27889"/>
                  </a:lnTo>
                  <a:lnTo>
                    <a:pt x="3145" y="22028"/>
                  </a:lnTo>
                  <a:lnTo>
                    <a:pt x="3689" y="20387"/>
                  </a:lnTo>
                  <a:lnTo>
                    <a:pt x="8438" y="18157"/>
                  </a:lnTo>
                  <a:lnTo>
                    <a:pt x="6936" y="13468"/>
                  </a:lnTo>
                  <a:lnTo>
                    <a:pt x="5236" y="11110"/>
                  </a:lnTo>
                  <a:lnTo>
                    <a:pt x="5150" y="7023"/>
                  </a:lnTo>
                  <a:lnTo>
                    <a:pt x="8048" y="1510"/>
                  </a:lnTo>
                  <a:lnTo>
                    <a:pt x="966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6" name="ph5866"/>
            <p:cNvSpPr/>
            <p:nvPr/>
          </p:nvSpPr>
          <p:spPr>
            <a:xfrm>
              <a:off x="7230739" y="2673479"/>
              <a:ext cx="96339" cy="102524"/>
            </a:xfrm>
            <a:custGeom>
              <a:avLst/>
              <a:pathLst>
                <a:path w="96339" h="102524">
                  <a:moveTo>
                    <a:pt x="58907" y="0"/>
                  </a:moveTo>
                  <a:lnTo>
                    <a:pt x="58383" y="2702"/>
                  </a:lnTo>
                  <a:lnTo>
                    <a:pt x="59791" y="5769"/>
                  </a:lnTo>
                  <a:lnTo>
                    <a:pt x="62973" y="7696"/>
                  </a:lnTo>
                  <a:lnTo>
                    <a:pt x="64391" y="7270"/>
                  </a:lnTo>
                  <a:lnTo>
                    <a:pt x="69082" y="9455"/>
                  </a:lnTo>
                  <a:lnTo>
                    <a:pt x="74216" y="15622"/>
                  </a:lnTo>
                  <a:lnTo>
                    <a:pt x="75842" y="15681"/>
                  </a:lnTo>
                  <a:lnTo>
                    <a:pt x="76478" y="14463"/>
                  </a:lnTo>
                  <a:lnTo>
                    <a:pt x="80047" y="14194"/>
                  </a:lnTo>
                  <a:lnTo>
                    <a:pt x="86736" y="17144"/>
                  </a:lnTo>
                  <a:lnTo>
                    <a:pt x="85349" y="21151"/>
                  </a:lnTo>
                  <a:lnTo>
                    <a:pt x="88085" y="22207"/>
                  </a:lnTo>
                  <a:lnTo>
                    <a:pt x="91685" y="25108"/>
                  </a:lnTo>
                  <a:lnTo>
                    <a:pt x="96339" y="31352"/>
                  </a:lnTo>
                  <a:lnTo>
                    <a:pt x="94143" y="31630"/>
                  </a:lnTo>
                  <a:lnTo>
                    <a:pt x="90335" y="33642"/>
                  </a:lnTo>
                  <a:lnTo>
                    <a:pt x="85737" y="32897"/>
                  </a:lnTo>
                  <a:lnTo>
                    <a:pt x="83129" y="34607"/>
                  </a:lnTo>
                  <a:lnTo>
                    <a:pt x="81737" y="36996"/>
                  </a:lnTo>
                  <a:lnTo>
                    <a:pt x="83839" y="40949"/>
                  </a:lnTo>
                  <a:lnTo>
                    <a:pt x="79100" y="44038"/>
                  </a:lnTo>
                  <a:lnTo>
                    <a:pt x="77642" y="47753"/>
                  </a:lnTo>
                  <a:lnTo>
                    <a:pt x="75946" y="49068"/>
                  </a:lnTo>
                  <a:lnTo>
                    <a:pt x="80322" y="52089"/>
                  </a:lnTo>
                  <a:lnTo>
                    <a:pt x="83293" y="51709"/>
                  </a:lnTo>
                  <a:lnTo>
                    <a:pt x="80945" y="57338"/>
                  </a:lnTo>
                  <a:lnTo>
                    <a:pt x="77843" y="58779"/>
                  </a:lnTo>
                  <a:lnTo>
                    <a:pt x="76170" y="57993"/>
                  </a:lnTo>
                  <a:lnTo>
                    <a:pt x="74796" y="59045"/>
                  </a:lnTo>
                  <a:lnTo>
                    <a:pt x="74447" y="60169"/>
                  </a:lnTo>
                  <a:lnTo>
                    <a:pt x="75549" y="61688"/>
                  </a:lnTo>
                  <a:lnTo>
                    <a:pt x="73930" y="63198"/>
                  </a:lnTo>
                  <a:lnTo>
                    <a:pt x="71032" y="68711"/>
                  </a:lnTo>
                  <a:lnTo>
                    <a:pt x="71118" y="72798"/>
                  </a:lnTo>
                  <a:lnTo>
                    <a:pt x="72818" y="75156"/>
                  </a:lnTo>
                  <a:lnTo>
                    <a:pt x="74321" y="79845"/>
                  </a:lnTo>
                  <a:lnTo>
                    <a:pt x="69571" y="82075"/>
                  </a:lnTo>
                  <a:lnTo>
                    <a:pt x="69027" y="83716"/>
                  </a:lnTo>
                  <a:lnTo>
                    <a:pt x="69611" y="89577"/>
                  </a:lnTo>
                  <a:lnTo>
                    <a:pt x="67466" y="94015"/>
                  </a:lnTo>
                  <a:lnTo>
                    <a:pt x="66750" y="99123"/>
                  </a:lnTo>
                  <a:lnTo>
                    <a:pt x="65882" y="99141"/>
                  </a:lnTo>
                  <a:lnTo>
                    <a:pt x="59679" y="98514"/>
                  </a:lnTo>
                  <a:lnTo>
                    <a:pt x="47178" y="102524"/>
                  </a:lnTo>
                  <a:lnTo>
                    <a:pt x="47415" y="100297"/>
                  </a:lnTo>
                  <a:lnTo>
                    <a:pt x="46044" y="100089"/>
                  </a:lnTo>
                  <a:lnTo>
                    <a:pt x="47650" y="84735"/>
                  </a:lnTo>
                  <a:lnTo>
                    <a:pt x="37234" y="85730"/>
                  </a:lnTo>
                  <a:lnTo>
                    <a:pt x="35325" y="82934"/>
                  </a:lnTo>
                  <a:lnTo>
                    <a:pt x="34796" y="78299"/>
                  </a:lnTo>
                  <a:lnTo>
                    <a:pt x="32058" y="76547"/>
                  </a:lnTo>
                  <a:lnTo>
                    <a:pt x="26292" y="81115"/>
                  </a:lnTo>
                  <a:lnTo>
                    <a:pt x="25255" y="83660"/>
                  </a:lnTo>
                  <a:lnTo>
                    <a:pt x="22087" y="85529"/>
                  </a:lnTo>
                  <a:lnTo>
                    <a:pt x="18118" y="77221"/>
                  </a:lnTo>
                  <a:lnTo>
                    <a:pt x="18927" y="74873"/>
                  </a:lnTo>
                  <a:lnTo>
                    <a:pt x="17954" y="73384"/>
                  </a:lnTo>
                  <a:lnTo>
                    <a:pt x="18121" y="71515"/>
                  </a:lnTo>
                  <a:lnTo>
                    <a:pt x="19708" y="71104"/>
                  </a:lnTo>
                  <a:lnTo>
                    <a:pt x="23485" y="72490"/>
                  </a:lnTo>
                  <a:lnTo>
                    <a:pt x="22296" y="69508"/>
                  </a:lnTo>
                  <a:lnTo>
                    <a:pt x="21545" y="68853"/>
                  </a:lnTo>
                  <a:lnTo>
                    <a:pt x="19715" y="69022"/>
                  </a:lnTo>
                  <a:lnTo>
                    <a:pt x="18530" y="70665"/>
                  </a:lnTo>
                  <a:lnTo>
                    <a:pt x="16909" y="71296"/>
                  </a:lnTo>
                  <a:lnTo>
                    <a:pt x="14490" y="70101"/>
                  </a:lnTo>
                  <a:lnTo>
                    <a:pt x="13770" y="67909"/>
                  </a:lnTo>
                  <a:lnTo>
                    <a:pt x="15805" y="66858"/>
                  </a:lnTo>
                  <a:lnTo>
                    <a:pt x="17231" y="67715"/>
                  </a:lnTo>
                  <a:lnTo>
                    <a:pt x="20673" y="65184"/>
                  </a:lnTo>
                  <a:lnTo>
                    <a:pt x="24251" y="67589"/>
                  </a:lnTo>
                  <a:lnTo>
                    <a:pt x="27218" y="66967"/>
                  </a:lnTo>
                  <a:lnTo>
                    <a:pt x="30108" y="57393"/>
                  </a:lnTo>
                  <a:lnTo>
                    <a:pt x="31283" y="45793"/>
                  </a:lnTo>
                  <a:lnTo>
                    <a:pt x="40366" y="38379"/>
                  </a:lnTo>
                  <a:lnTo>
                    <a:pt x="42626" y="37352"/>
                  </a:lnTo>
                  <a:lnTo>
                    <a:pt x="42713" y="34425"/>
                  </a:lnTo>
                  <a:lnTo>
                    <a:pt x="41527" y="32873"/>
                  </a:lnTo>
                  <a:lnTo>
                    <a:pt x="43730" y="30070"/>
                  </a:lnTo>
                  <a:lnTo>
                    <a:pt x="37831" y="31134"/>
                  </a:lnTo>
                  <a:lnTo>
                    <a:pt x="26490" y="23046"/>
                  </a:lnTo>
                  <a:lnTo>
                    <a:pt x="12523" y="17011"/>
                  </a:lnTo>
                  <a:lnTo>
                    <a:pt x="12013" y="13823"/>
                  </a:lnTo>
                  <a:lnTo>
                    <a:pt x="0" y="14299"/>
                  </a:lnTo>
                  <a:lnTo>
                    <a:pt x="1194" y="9805"/>
                  </a:lnTo>
                  <a:lnTo>
                    <a:pt x="12458" y="10969"/>
                  </a:lnTo>
                  <a:lnTo>
                    <a:pt x="19095" y="9083"/>
                  </a:lnTo>
                  <a:lnTo>
                    <a:pt x="23068" y="6427"/>
                  </a:lnTo>
                  <a:lnTo>
                    <a:pt x="30324" y="6547"/>
                  </a:lnTo>
                  <a:lnTo>
                    <a:pt x="37320" y="11032"/>
                  </a:lnTo>
                  <a:lnTo>
                    <a:pt x="44255" y="10677"/>
                  </a:lnTo>
                  <a:lnTo>
                    <a:pt x="44769" y="7612"/>
                  </a:lnTo>
                  <a:lnTo>
                    <a:pt x="42945" y="6061"/>
                  </a:lnTo>
                  <a:lnTo>
                    <a:pt x="44519" y="2127"/>
                  </a:lnTo>
                  <a:lnTo>
                    <a:pt x="47150" y="538"/>
                  </a:lnTo>
                  <a:lnTo>
                    <a:pt x="49499" y="3164"/>
                  </a:lnTo>
                  <a:lnTo>
                    <a:pt x="51462" y="2312"/>
                  </a:lnTo>
                  <a:lnTo>
                    <a:pt x="53393" y="124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7" name="ph5867"/>
            <p:cNvSpPr/>
            <p:nvPr/>
          </p:nvSpPr>
          <p:spPr>
            <a:xfrm>
              <a:off x="7380481" y="2905064"/>
              <a:ext cx="51833" cy="68157"/>
            </a:xfrm>
            <a:custGeom>
              <a:avLst/>
              <a:pathLst>
                <a:path w="51833" h="68157">
                  <a:moveTo>
                    <a:pt x="40489" y="235"/>
                  </a:moveTo>
                  <a:lnTo>
                    <a:pt x="42540" y="4005"/>
                  </a:lnTo>
                  <a:lnTo>
                    <a:pt x="46858" y="9318"/>
                  </a:lnTo>
                  <a:lnTo>
                    <a:pt x="40049" y="13150"/>
                  </a:lnTo>
                  <a:lnTo>
                    <a:pt x="38325" y="17648"/>
                  </a:lnTo>
                  <a:lnTo>
                    <a:pt x="41929" y="21796"/>
                  </a:lnTo>
                  <a:lnTo>
                    <a:pt x="44830" y="21567"/>
                  </a:lnTo>
                  <a:lnTo>
                    <a:pt x="45584" y="22914"/>
                  </a:lnTo>
                  <a:lnTo>
                    <a:pt x="43991" y="26843"/>
                  </a:lnTo>
                  <a:lnTo>
                    <a:pt x="40145" y="29804"/>
                  </a:lnTo>
                  <a:lnTo>
                    <a:pt x="40899" y="33800"/>
                  </a:lnTo>
                  <a:lnTo>
                    <a:pt x="46597" y="38668"/>
                  </a:lnTo>
                  <a:lnTo>
                    <a:pt x="44978" y="45455"/>
                  </a:lnTo>
                  <a:lnTo>
                    <a:pt x="48667" y="48162"/>
                  </a:lnTo>
                  <a:lnTo>
                    <a:pt x="50913" y="48324"/>
                  </a:lnTo>
                  <a:lnTo>
                    <a:pt x="51833" y="50211"/>
                  </a:lnTo>
                  <a:lnTo>
                    <a:pt x="51824" y="54221"/>
                  </a:lnTo>
                  <a:lnTo>
                    <a:pt x="49225" y="55566"/>
                  </a:lnTo>
                  <a:lnTo>
                    <a:pt x="46532" y="66946"/>
                  </a:lnTo>
                  <a:lnTo>
                    <a:pt x="44786" y="68157"/>
                  </a:lnTo>
                  <a:lnTo>
                    <a:pt x="30815" y="64540"/>
                  </a:lnTo>
                  <a:lnTo>
                    <a:pt x="29473" y="63501"/>
                  </a:lnTo>
                  <a:lnTo>
                    <a:pt x="25876" y="62390"/>
                  </a:lnTo>
                  <a:lnTo>
                    <a:pt x="18084" y="59714"/>
                  </a:lnTo>
                  <a:lnTo>
                    <a:pt x="17779" y="56225"/>
                  </a:lnTo>
                  <a:lnTo>
                    <a:pt x="15843" y="53993"/>
                  </a:lnTo>
                  <a:lnTo>
                    <a:pt x="13212" y="48587"/>
                  </a:lnTo>
                  <a:lnTo>
                    <a:pt x="9263" y="46256"/>
                  </a:lnTo>
                  <a:lnTo>
                    <a:pt x="4827" y="46140"/>
                  </a:lnTo>
                  <a:lnTo>
                    <a:pt x="515" y="44979"/>
                  </a:lnTo>
                  <a:lnTo>
                    <a:pt x="0" y="41365"/>
                  </a:lnTo>
                  <a:lnTo>
                    <a:pt x="2289" y="40849"/>
                  </a:lnTo>
                  <a:lnTo>
                    <a:pt x="5796" y="42829"/>
                  </a:lnTo>
                  <a:lnTo>
                    <a:pt x="5918" y="36268"/>
                  </a:lnTo>
                  <a:lnTo>
                    <a:pt x="8028" y="31890"/>
                  </a:lnTo>
                  <a:lnTo>
                    <a:pt x="14384" y="27467"/>
                  </a:lnTo>
                  <a:lnTo>
                    <a:pt x="14696" y="26118"/>
                  </a:lnTo>
                  <a:lnTo>
                    <a:pt x="13717" y="25122"/>
                  </a:lnTo>
                  <a:lnTo>
                    <a:pt x="14159" y="22924"/>
                  </a:lnTo>
                  <a:lnTo>
                    <a:pt x="12230" y="14758"/>
                  </a:lnTo>
                  <a:lnTo>
                    <a:pt x="10758" y="12630"/>
                  </a:lnTo>
                  <a:lnTo>
                    <a:pt x="9000" y="11840"/>
                  </a:lnTo>
                  <a:lnTo>
                    <a:pt x="9086" y="10444"/>
                  </a:lnTo>
                  <a:lnTo>
                    <a:pt x="16027" y="3122"/>
                  </a:lnTo>
                  <a:lnTo>
                    <a:pt x="19577" y="3746"/>
                  </a:lnTo>
                  <a:lnTo>
                    <a:pt x="22823" y="3060"/>
                  </a:lnTo>
                  <a:lnTo>
                    <a:pt x="28467" y="5781"/>
                  </a:lnTo>
                  <a:lnTo>
                    <a:pt x="3801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8" name="ph5868"/>
            <p:cNvSpPr/>
            <p:nvPr/>
          </p:nvSpPr>
          <p:spPr>
            <a:xfrm>
              <a:off x="7473945" y="3115663"/>
              <a:ext cx="43813" cy="26492"/>
            </a:xfrm>
            <a:custGeom>
              <a:avLst/>
              <a:pathLst>
                <a:path w="43813" h="26492">
                  <a:moveTo>
                    <a:pt x="20931" y="1420"/>
                  </a:moveTo>
                  <a:lnTo>
                    <a:pt x="22316" y="3775"/>
                  </a:lnTo>
                  <a:lnTo>
                    <a:pt x="24273" y="3307"/>
                  </a:lnTo>
                  <a:lnTo>
                    <a:pt x="25280" y="4011"/>
                  </a:lnTo>
                  <a:lnTo>
                    <a:pt x="25626" y="7764"/>
                  </a:lnTo>
                  <a:lnTo>
                    <a:pt x="24874" y="9034"/>
                  </a:lnTo>
                  <a:lnTo>
                    <a:pt x="25441" y="12666"/>
                  </a:lnTo>
                  <a:lnTo>
                    <a:pt x="34569" y="11337"/>
                  </a:lnTo>
                  <a:lnTo>
                    <a:pt x="40356" y="13927"/>
                  </a:lnTo>
                  <a:lnTo>
                    <a:pt x="43813" y="13387"/>
                  </a:lnTo>
                  <a:lnTo>
                    <a:pt x="43724" y="14647"/>
                  </a:lnTo>
                  <a:lnTo>
                    <a:pt x="36442" y="17896"/>
                  </a:lnTo>
                  <a:lnTo>
                    <a:pt x="38236" y="21933"/>
                  </a:lnTo>
                  <a:lnTo>
                    <a:pt x="36512" y="23518"/>
                  </a:lnTo>
                  <a:lnTo>
                    <a:pt x="33283" y="21406"/>
                  </a:lnTo>
                  <a:lnTo>
                    <a:pt x="25247" y="20939"/>
                  </a:lnTo>
                  <a:lnTo>
                    <a:pt x="21908" y="22847"/>
                  </a:lnTo>
                  <a:lnTo>
                    <a:pt x="22609" y="23883"/>
                  </a:lnTo>
                  <a:lnTo>
                    <a:pt x="22326" y="26148"/>
                  </a:lnTo>
                  <a:lnTo>
                    <a:pt x="16467" y="25742"/>
                  </a:lnTo>
                  <a:lnTo>
                    <a:pt x="13659" y="26492"/>
                  </a:lnTo>
                  <a:lnTo>
                    <a:pt x="10567" y="23543"/>
                  </a:lnTo>
                  <a:lnTo>
                    <a:pt x="4315" y="11961"/>
                  </a:lnTo>
                  <a:lnTo>
                    <a:pt x="0" y="5912"/>
                  </a:lnTo>
                  <a:lnTo>
                    <a:pt x="1228" y="3442"/>
                  </a:lnTo>
                  <a:lnTo>
                    <a:pt x="5572" y="4105"/>
                  </a:lnTo>
                  <a:lnTo>
                    <a:pt x="13313" y="3810"/>
                  </a:lnTo>
                  <a:lnTo>
                    <a:pt x="2126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9" name="ph5869"/>
            <p:cNvSpPr/>
            <p:nvPr/>
          </p:nvSpPr>
          <p:spPr>
            <a:xfrm>
              <a:off x="7256447" y="2812115"/>
              <a:ext cx="30834" cy="29939"/>
            </a:xfrm>
            <a:custGeom>
              <a:avLst/>
              <a:pathLst>
                <a:path w="30834" h="29939">
                  <a:moveTo>
                    <a:pt x="14606" y="842"/>
                  </a:moveTo>
                  <a:lnTo>
                    <a:pt x="12004" y="4426"/>
                  </a:lnTo>
                  <a:lnTo>
                    <a:pt x="16460" y="7759"/>
                  </a:lnTo>
                  <a:lnTo>
                    <a:pt x="16308" y="10454"/>
                  </a:lnTo>
                  <a:lnTo>
                    <a:pt x="14208" y="15498"/>
                  </a:lnTo>
                  <a:lnTo>
                    <a:pt x="14587" y="17007"/>
                  </a:lnTo>
                  <a:lnTo>
                    <a:pt x="25737" y="16426"/>
                  </a:lnTo>
                  <a:lnTo>
                    <a:pt x="27818" y="17119"/>
                  </a:lnTo>
                  <a:lnTo>
                    <a:pt x="29289" y="17831"/>
                  </a:lnTo>
                  <a:lnTo>
                    <a:pt x="30569" y="19745"/>
                  </a:lnTo>
                  <a:lnTo>
                    <a:pt x="30834" y="22004"/>
                  </a:lnTo>
                  <a:lnTo>
                    <a:pt x="30089" y="23737"/>
                  </a:lnTo>
                  <a:lnTo>
                    <a:pt x="25225" y="29508"/>
                  </a:lnTo>
                  <a:lnTo>
                    <a:pt x="23602" y="29939"/>
                  </a:lnTo>
                  <a:lnTo>
                    <a:pt x="23049" y="28543"/>
                  </a:lnTo>
                  <a:lnTo>
                    <a:pt x="12584" y="19883"/>
                  </a:lnTo>
                  <a:lnTo>
                    <a:pt x="11131" y="19676"/>
                  </a:lnTo>
                  <a:lnTo>
                    <a:pt x="8234" y="21014"/>
                  </a:lnTo>
                  <a:lnTo>
                    <a:pt x="6726" y="17283"/>
                  </a:lnTo>
                  <a:lnTo>
                    <a:pt x="0" y="11803"/>
                  </a:lnTo>
                  <a:lnTo>
                    <a:pt x="232" y="10154"/>
                  </a:lnTo>
                  <a:lnTo>
                    <a:pt x="1482" y="8849"/>
                  </a:lnTo>
                  <a:lnTo>
                    <a:pt x="2339" y="9186"/>
                  </a:lnTo>
                  <a:lnTo>
                    <a:pt x="3577" y="5067"/>
                  </a:lnTo>
                  <a:lnTo>
                    <a:pt x="5141" y="2288"/>
                  </a:lnTo>
                  <a:lnTo>
                    <a:pt x="10975" y="2335"/>
                  </a:lnTo>
                  <a:lnTo>
                    <a:pt x="1230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0" name="ph5870"/>
            <p:cNvSpPr/>
            <p:nvPr/>
          </p:nvSpPr>
          <p:spPr>
            <a:xfrm>
              <a:off x="7595021" y="3255564"/>
              <a:ext cx="69659" cy="48917"/>
            </a:xfrm>
            <a:custGeom>
              <a:avLst/>
              <a:pathLst>
                <a:path w="69659" h="48917">
                  <a:moveTo>
                    <a:pt x="12269" y="2927"/>
                  </a:moveTo>
                  <a:lnTo>
                    <a:pt x="20683" y="3489"/>
                  </a:lnTo>
                  <a:lnTo>
                    <a:pt x="24272" y="4838"/>
                  </a:lnTo>
                  <a:lnTo>
                    <a:pt x="24950" y="8414"/>
                  </a:lnTo>
                  <a:lnTo>
                    <a:pt x="29876" y="6788"/>
                  </a:lnTo>
                  <a:lnTo>
                    <a:pt x="41005" y="7402"/>
                  </a:lnTo>
                  <a:lnTo>
                    <a:pt x="42258" y="6963"/>
                  </a:lnTo>
                  <a:lnTo>
                    <a:pt x="41829" y="6350"/>
                  </a:lnTo>
                  <a:lnTo>
                    <a:pt x="42484" y="5022"/>
                  </a:lnTo>
                  <a:lnTo>
                    <a:pt x="45310" y="4271"/>
                  </a:lnTo>
                  <a:lnTo>
                    <a:pt x="46723" y="5214"/>
                  </a:lnTo>
                  <a:lnTo>
                    <a:pt x="48001" y="7864"/>
                  </a:lnTo>
                  <a:lnTo>
                    <a:pt x="50718" y="8220"/>
                  </a:lnTo>
                  <a:lnTo>
                    <a:pt x="52449" y="10148"/>
                  </a:lnTo>
                  <a:lnTo>
                    <a:pt x="54302" y="21297"/>
                  </a:lnTo>
                  <a:lnTo>
                    <a:pt x="58727" y="23794"/>
                  </a:lnTo>
                  <a:lnTo>
                    <a:pt x="61576" y="31066"/>
                  </a:lnTo>
                  <a:lnTo>
                    <a:pt x="68279" y="33658"/>
                  </a:lnTo>
                  <a:lnTo>
                    <a:pt x="69659" y="33161"/>
                  </a:lnTo>
                  <a:lnTo>
                    <a:pt x="69630" y="33994"/>
                  </a:lnTo>
                  <a:lnTo>
                    <a:pt x="65261" y="35247"/>
                  </a:lnTo>
                  <a:lnTo>
                    <a:pt x="60851" y="37637"/>
                  </a:lnTo>
                  <a:lnTo>
                    <a:pt x="56046" y="42939"/>
                  </a:lnTo>
                  <a:lnTo>
                    <a:pt x="47762" y="48277"/>
                  </a:lnTo>
                  <a:lnTo>
                    <a:pt x="44785" y="48917"/>
                  </a:lnTo>
                  <a:lnTo>
                    <a:pt x="42992" y="45010"/>
                  </a:lnTo>
                  <a:lnTo>
                    <a:pt x="49802" y="40633"/>
                  </a:lnTo>
                  <a:lnTo>
                    <a:pt x="48153" y="38116"/>
                  </a:lnTo>
                  <a:lnTo>
                    <a:pt x="45270" y="38934"/>
                  </a:lnTo>
                  <a:lnTo>
                    <a:pt x="41599" y="38198"/>
                  </a:lnTo>
                  <a:lnTo>
                    <a:pt x="34958" y="33988"/>
                  </a:lnTo>
                  <a:lnTo>
                    <a:pt x="26994" y="25547"/>
                  </a:lnTo>
                  <a:lnTo>
                    <a:pt x="21046" y="30205"/>
                  </a:lnTo>
                  <a:lnTo>
                    <a:pt x="19043" y="32965"/>
                  </a:lnTo>
                  <a:lnTo>
                    <a:pt x="17382" y="36185"/>
                  </a:lnTo>
                  <a:lnTo>
                    <a:pt x="16787" y="42690"/>
                  </a:lnTo>
                  <a:lnTo>
                    <a:pt x="12285" y="40922"/>
                  </a:lnTo>
                  <a:lnTo>
                    <a:pt x="4579" y="35183"/>
                  </a:lnTo>
                  <a:lnTo>
                    <a:pt x="4040" y="32924"/>
                  </a:lnTo>
                  <a:lnTo>
                    <a:pt x="971" y="32747"/>
                  </a:lnTo>
                  <a:lnTo>
                    <a:pt x="2467" y="31036"/>
                  </a:lnTo>
                  <a:lnTo>
                    <a:pt x="0" y="29491"/>
                  </a:lnTo>
                  <a:lnTo>
                    <a:pt x="197" y="26310"/>
                  </a:lnTo>
                  <a:lnTo>
                    <a:pt x="1147" y="24538"/>
                  </a:lnTo>
                  <a:lnTo>
                    <a:pt x="4250" y="22355"/>
                  </a:lnTo>
                  <a:lnTo>
                    <a:pt x="5377" y="19256"/>
                  </a:lnTo>
                  <a:lnTo>
                    <a:pt x="6074" y="16555"/>
                  </a:lnTo>
                  <a:lnTo>
                    <a:pt x="4766" y="14153"/>
                  </a:lnTo>
                  <a:lnTo>
                    <a:pt x="6054" y="13624"/>
                  </a:lnTo>
                  <a:lnTo>
                    <a:pt x="11576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1" name="ph5871"/>
            <p:cNvSpPr/>
            <p:nvPr/>
          </p:nvSpPr>
          <p:spPr>
            <a:xfrm>
              <a:off x="7735371" y="3196264"/>
              <a:ext cx="22813" cy="33735"/>
            </a:xfrm>
            <a:custGeom>
              <a:avLst/>
              <a:pathLst>
                <a:path w="22813" h="33735">
                  <a:moveTo>
                    <a:pt x="16486" y="9700"/>
                  </a:moveTo>
                  <a:lnTo>
                    <a:pt x="19395" y="18697"/>
                  </a:lnTo>
                  <a:lnTo>
                    <a:pt x="20776" y="20135"/>
                  </a:lnTo>
                  <a:lnTo>
                    <a:pt x="18401" y="17953"/>
                  </a:lnTo>
                  <a:lnTo>
                    <a:pt x="17023" y="17981"/>
                  </a:lnTo>
                  <a:lnTo>
                    <a:pt x="15668" y="23074"/>
                  </a:lnTo>
                  <a:lnTo>
                    <a:pt x="16572" y="24881"/>
                  </a:lnTo>
                  <a:lnTo>
                    <a:pt x="22813" y="29491"/>
                  </a:lnTo>
                  <a:lnTo>
                    <a:pt x="21820" y="32866"/>
                  </a:lnTo>
                  <a:lnTo>
                    <a:pt x="19794" y="31771"/>
                  </a:lnTo>
                  <a:lnTo>
                    <a:pt x="16598" y="33562"/>
                  </a:lnTo>
                  <a:lnTo>
                    <a:pt x="11524" y="33735"/>
                  </a:lnTo>
                  <a:lnTo>
                    <a:pt x="3366" y="30886"/>
                  </a:lnTo>
                  <a:lnTo>
                    <a:pt x="3" y="28453"/>
                  </a:lnTo>
                  <a:lnTo>
                    <a:pt x="0" y="27517"/>
                  </a:lnTo>
                  <a:lnTo>
                    <a:pt x="1603" y="21404"/>
                  </a:lnTo>
                  <a:lnTo>
                    <a:pt x="3898" y="21058"/>
                  </a:lnTo>
                  <a:lnTo>
                    <a:pt x="5598" y="19713"/>
                  </a:lnTo>
                  <a:lnTo>
                    <a:pt x="5824" y="17491"/>
                  </a:lnTo>
                  <a:lnTo>
                    <a:pt x="4265" y="14614"/>
                  </a:lnTo>
                  <a:lnTo>
                    <a:pt x="2551" y="10868"/>
                  </a:lnTo>
                  <a:lnTo>
                    <a:pt x="2854" y="6811"/>
                  </a:lnTo>
                  <a:lnTo>
                    <a:pt x="8930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2" name="ph5872"/>
            <p:cNvSpPr/>
            <p:nvPr/>
          </p:nvSpPr>
          <p:spPr>
            <a:xfrm>
              <a:off x="7427308" y="3034006"/>
              <a:ext cx="16458" cy="18120"/>
            </a:xfrm>
            <a:custGeom>
              <a:avLst/>
              <a:pathLst>
                <a:path w="16458" h="18120">
                  <a:moveTo>
                    <a:pt x="11955" y="0"/>
                  </a:moveTo>
                  <a:lnTo>
                    <a:pt x="14584" y="3403"/>
                  </a:lnTo>
                  <a:lnTo>
                    <a:pt x="16458" y="7652"/>
                  </a:lnTo>
                  <a:lnTo>
                    <a:pt x="9594" y="13214"/>
                  </a:lnTo>
                  <a:lnTo>
                    <a:pt x="9711" y="17573"/>
                  </a:lnTo>
                  <a:lnTo>
                    <a:pt x="8586" y="18120"/>
                  </a:lnTo>
                  <a:lnTo>
                    <a:pt x="2811" y="11511"/>
                  </a:lnTo>
                  <a:lnTo>
                    <a:pt x="0" y="9478"/>
                  </a:lnTo>
                  <a:lnTo>
                    <a:pt x="1864" y="5424"/>
                  </a:lnTo>
                  <a:lnTo>
                    <a:pt x="9258" y="3802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3" name="ph5873"/>
            <p:cNvSpPr/>
            <p:nvPr/>
          </p:nvSpPr>
          <p:spPr>
            <a:xfrm>
              <a:off x="7306686" y="2699207"/>
              <a:ext cx="33982" cy="26361"/>
            </a:xfrm>
            <a:custGeom>
              <a:avLst/>
              <a:pathLst>
                <a:path w="33982" h="26361">
                  <a:moveTo>
                    <a:pt x="32629" y="1689"/>
                  </a:moveTo>
                  <a:lnTo>
                    <a:pt x="33982" y="12580"/>
                  </a:lnTo>
                  <a:lnTo>
                    <a:pt x="31338" y="14354"/>
                  </a:lnTo>
                  <a:lnTo>
                    <a:pt x="24932" y="15238"/>
                  </a:lnTo>
                  <a:lnTo>
                    <a:pt x="22321" y="16715"/>
                  </a:lnTo>
                  <a:lnTo>
                    <a:pt x="20565" y="18411"/>
                  </a:lnTo>
                  <a:lnTo>
                    <a:pt x="20891" y="21724"/>
                  </a:lnTo>
                  <a:lnTo>
                    <a:pt x="17744" y="25537"/>
                  </a:lnTo>
                  <a:lnTo>
                    <a:pt x="13864" y="24825"/>
                  </a:lnTo>
                  <a:lnTo>
                    <a:pt x="15962" y="21008"/>
                  </a:lnTo>
                  <a:lnTo>
                    <a:pt x="15653" y="18998"/>
                  </a:lnTo>
                  <a:lnTo>
                    <a:pt x="11212" y="18782"/>
                  </a:lnTo>
                  <a:lnTo>
                    <a:pt x="10111" y="22169"/>
                  </a:lnTo>
                  <a:lnTo>
                    <a:pt x="10780" y="24615"/>
                  </a:lnTo>
                  <a:lnTo>
                    <a:pt x="7346" y="25981"/>
                  </a:lnTo>
                  <a:lnTo>
                    <a:pt x="4375" y="26361"/>
                  </a:lnTo>
                  <a:lnTo>
                    <a:pt x="0" y="23340"/>
                  </a:lnTo>
                  <a:lnTo>
                    <a:pt x="1695" y="22024"/>
                  </a:lnTo>
                  <a:lnTo>
                    <a:pt x="3153" y="18309"/>
                  </a:lnTo>
                  <a:lnTo>
                    <a:pt x="7892" y="15220"/>
                  </a:lnTo>
                  <a:lnTo>
                    <a:pt x="5791" y="11268"/>
                  </a:lnTo>
                  <a:lnTo>
                    <a:pt x="7183" y="8879"/>
                  </a:lnTo>
                  <a:lnTo>
                    <a:pt x="9790" y="7168"/>
                  </a:lnTo>
                  <a:lnTo>
                    <a:pt x="14388" y="7913"/>
                  </a:lnTo>
                  <a:lnTo>
                    <a:pt x="18197" y="5902"/>
                  </a:lnTo>
                  <a:lnTo>
                    <a:pt x="20392" y="5624"/>
                  </a:lnTo>
                  <a:lnTo>
                    <a:pt x="26554" y="7466"/>
                  </a:lnTo>
                  <a:lnTo>
                    <a:pt x="27410" y="6724"/>
                  </a:lnTo>
                  <a:lnTo>
                    <a:pt x="27503" y="4402"/>
                  </a:lnTo>
                  <a:lnTo>
                    <a:pt x="28859" y="2527"/>
                  </a:lnTo>
                  <a:lnTo>
                    <a:pt x="33690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4" name="ph5874"/>
            <p:cNvSpPr/>
            <p:nvPr/>
          </p:nvSpPr>
          <p:spPr>
            <a:xfrm>
              <a:off x="7472521" y="3063699"/>
              <a:ext cx="54041" cy="33841"/>
            </a:xfrm>
            <a:custGeom>
              <a:avLst/>
              <a:pathLst>
                <a:path w="54041" h="33841">
                  <a:moveTo>
                    <a:pt x="43227" y="5417"/>
                  </a:moveTo>
                  <a:lnTo>
                    <a:pt x="54041" y="4424"/>
                  </a:lnTo>
                  <a:lnTo>
                    <a:pt x="53289" y="9724"/>
                  </a:lnTo>
                  <a:lnTo>
                    <a:pt x="48320" y="11721"/>
                  </a:lnTo>
                  <a:lnTo>
                    <a:pt x="45197" y="15557"/>
                  </a:lnTo>
                  <a:lnTo>
                    <a:pt x="40274" y="19666"/>
                  </a:lnTo>
                  <a:lnTo>
                    <a:pt x="24265" y="31420"/>
                  </a:lnTo>
                  <a:lnTo>
                    <a:pt x="21042" y="32284"/>
                  </a:lnTo>
                  <a:lnTo>
                    <a:pt x="20383" y="31076"/>
                  </a:lnTo>
                  <a:lnTo>
                    <a:pt x="16725" y="33099"/>
                  </a:lnTo>
                  <a:lnTo>
                    <a:pt x="12340" y="33841"/>
                  </a:lnTo>
                  <a:lnTo>
                    <a:pt x="12788" y="33110"/>
                  </a:lnTo>
                  <a:lnTo>
                    <a:pt x="0" y="32459"/>
                  </a:lnTo>
                  <a:lnTo>
                    <a:pt x="1366" y="30202"/>
                  </a:lnTo>
                  <a:lnTo>
                    <a:pt x="22521" y="21796"/>
                  </a:lnTo>
                  <a:lnTo>
                    <a:pt x="25027" y="19745"/>
                  </a:lnTo>
                  <a:lnTo>
                    <a:pt x="26997" y="15925"/>
                  </a:lnTo>
                  <a:lnTo>
                    <a:pt x="31270" y="13024"/>
                  </a:lnTo>
                  <a:lnTo>
                    <a:pt x="33703" y="5625"/>
                  </a:lnTo>
                  <a:lnTo>
                    <a:pt x="39234" y="2641"/>
                  </a:lnTo>
                  <a:lnTo>
                    <a:pt x="4095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5" name="ph5875"/>
            <p:cNvSpPr/>
            <p:nvPr/>
          </p:nvSpPr>
          <p:spPr>
            <a:xfrm>
              <a:off x="7434383" y="3145870"/>
              <a:ext cx="11601" cy="10073"/>
            </a:xfrm>
            <a:custGeom>
              <a:avLst/>
              <a:pathLst>
                <a:path w="11601" h="10073">
                  <a:moveTo>
                    <a:pt x="6377" y="0"/>
                  </a:moveTo>
                  <a:lnTo>
                    <a:pt x="11601" y="4329"/>
                  </a:lnTo>
                  <a:lnTo>
                    <a:pt x="9460" y="5793"/>
                  </a:lnTo>
                  <a:lnTo>
                    <a:pt x="8022" y="3123"/>
                  </a:lnTo>
                  <a:lnTo>
                    <a:pt x="5414" y="2746"/>
                  </a:lnTo>
                  <a:lnTo>
                    <a:pt x="3648" y="4299"/>
                  </a:lnTo>
                  <a:lnTo>
                    <a:pt x="3582" y="5631"/>
                  </a:lnTo>
                  <a:lnTo>
                    <a:pt x="3655" y="10073"/>
                  </a:lnTo>
                  <a:lnTo>
                    <a:pt x="1224" y="8930"/>
                  </a:lnTo>
                  <a:lnTo>
                    <a:pt x="0" y="8835"/>
                  </a:lnTo>
                  <a:lnTo>
                    <a:pt x="961" y="4975"/>
                  </a:lnTo>
                  <a:lnTo>
                    <a:pt x="5159" y="1368"/>
                  </a:lnTo>
                  <a:lnTo>
                    <a:pt x="4959" y="26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6" name="ph5876"/>
            <p:cNvSpPr/>
            <p:nvPr/>
          </p:nvSpPr>
          <p:spPr>
            <a:xfrm>
              <a:off x="7458087" y="3021791"/>
              <a:ext cx="7461" cy="10671"/>
            </a:xfrm>
            <a:custGeom>
              <a:avLst/>
              <a:pathLst>
                <a:path w="7461" h="10671">
                  <a:moveTo>
                    <a:pt x="4623" y="166"/>
                  </a:moveTo>
                  <a:lnTo>
                    <a:pt x="5120" y="297"/>
                  </a:lnTo>
                  <a:lnTo>
                    <a:pt x="5072" y="3165"/>
                  </a:lnTo>
                  <a:lnTo>
                    <a:pt x="7461" y="8176"/>
                  </a:lnTo>
                  <a:lnTo>
                    <a:pt x="6477" y="10671"/>
                  </a:lnTo>
                  <a:lnTo>
                    <a:pt x="792" y="8553"/>
                  </a:lnTo>
                  <a:lnTo>
                    <a:pt x="162" y="9396"/>
                  </a:lnTo>
                  <a:lnTo>
                    <a:pt x="0" y="6872"/>
                  </a:lnTo>
                  <a:lnTo>
                    <a:pt x="388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7" name="ph5877"/>
            <p:cNvSpPr/>
            <p:nvPr/>
          </p:nvSpPr>
          <p:spPr>
            <a:xfrm>
              <a:off x="7426129" y="2956260"/>
              <a:ext cx="26606" cy="41567"/>
            </a:xfrm>
            <a:custGeom>
              <a:avLst/>
              <a:pathLst>
                <a:path w="26606" h="41567">
                  <a:moveTo>
                    <a:pt x="17691" y="109"/>
                  </a:moveTo>
                  <a:lnTo>
                    <a:pt x="18928" y="3320"/>
                  </a:lnTo>
                  <a:lnTo>
                    <a:pt x="16790" y="7988"/>
                  </a:lnTo>
                  <a:lnTo>
                    <a:pt x="17520" y="11723"/>
                  </a:lnTo>
                  <a:lnTo>
                    <a:pt x="21277" y="16942"/>
                  </a:lnTo>
                  <a:lnTo>
                    <a:pt x="24909" y="16442"/>
                  </a:lnTo>
                  <a:lnTo>
                    <a:pt x="26143" y="16937"/>
                  </a:lnTo>
                  <a:lnTo>
                    <a:pt x="26606" y="18234"/>
                  </a:lnTo>
                  <a:lnTo>
                    <a:pt x="22711" y="19700"/>
                  </a:lnTo>
                  <a:lnTo>
                    <a:pt x="21303" y="24835"/>
                  </a:lnTo>
                  <a:lnTo>
                    <a:pt x="22623" y="37230"/>
                  </a:lnTo>
                  <a:lnTo>
                    <a:pt x="21760" y="38567"/>
                  </a:lnTo>
                  <a:lnTo>
                    <a:pt x="21165" y="41206"/>
                  </a:lnTo>
                  <a:lnTo>
                    <a:pt x="20203" y="41567"/>
                  </a:lnTo>
                  <a:lnTo>
                    <a:pt x="13670" y="37570"/>
                  </a:lnTo>
                  <a:lnTo>
                    <a:pt x="12374" y="32032"/>
                  </a:lnTo>
                  <a:lnTo>
                    <a:pt x="13108" y="30696"/>
                  </a:lnTo>
                  <a:lnTo>
                    <a:pt x="13821" y="32323"/>
                  </a:lnTo>
                  <a:lnTo>
                    <a:pt x="15033" y="31917"/>
                  </a:lnTo>
                  <a:lnTo>
                    <a:pt x="14847" y="30029"/>
                  </a:lnTo>
                  <a:lnTo>
                    <a:pt x="9663" y="29748"/>
                  </a:lnTo>
                  <a:lnTo>
                    <a:pt x="5709" y="22856"/>
                  </a:lnTo>
                  <a:lnTo>
                    <a:pt x="5246" y="20774"/>
                  </a:lnTo>
                  <a:lnTo>
                    <a:pt x="2232" y="21054"/>
                  </a:lnTo>
                  <a:lnTo>
                    <a:pt x="4404" y="18765"/>
                  </a:lnTo>
                  <a:lnTo>
                    <a:pt x="816" y="18779"/>
                  </a:lnTo>
                  <a:lnTo>
                    <a:pt x="0" y="17228"/>
                  </a:lnTo>
                  <a:lnTo>
                    <a:pt x="884" y="15749"/>
                  </a:lnTo>
                  <a:lnTo>
                    <a:pt x="3576" y="4370"/>
                  </a:lnTo>
                  <a:lnTo>
                    <a:pt x="6176" y="3025"/>
                  </a:lnTo>
                  <a:lnTo>
                    <a:pt x="7940" y="587"/>
                  </a:lnTo>
                  <a:lnTo>
                    <a:pt x="9863" y="1214"/>
                  </a:lnTo>
                  <a:lnTo>
                    <a:pt x="13018" y="928"/>
                  </a:lnTo>
                  <a:lnTo>
                    <a:pt x="1359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8" name="ph5878"/>
            <p:cNvSpPr/>
            <p:nvPr/>
          </p:nvSpPr>
          <p:spPr>
            <a:xfrm>
              <a:off x="7270007" y="2905223"/>
              <a:ext cx="25815" cy="21390"/>
            </a:xfrm>
            <a:custGeom>
              <a:avLst/>
              <a:pathLst>
                <a:path w="25815" h="21390">
                  <a:moveTo>
                    <a:pt x="13495" y="921"/>
                  </a:moveTo>
                  <a:lnTo>
                    <a:pt x="12389" y="1986"/>
                  </a:lnTo>
                  <a:lnTo>
                    <a:pt x="14777" y="4051"/>
                  </a:lnTo>
                  <a:lnTo>
                    <a:pt x="24005" y="2331"/>
                  </a:lnTo>
                  <a:lnTo>
                    <a:pt x="25109" y="2432"/>
                  </a:lnTo>
                  <a:lnTo>
                    <a:pt x="25815" y="3837"/>
                  </a:lnTo>
                  <a:lnTo>
                    <a:pt x="21598" y="11675"/>
                  </a:lnTo>
                  <a:lnTo>
                    <a:pt x="8712" y="19903"/>
                  </a:lnTo>
                  <a:lnTo>
                    <a:pt x="1200" y="21390"/>
                  </a:lnTo>
                  <a:lnTo>
                    <a:pt x="382" y="21052"/>
                  </a:lnTo>
                  <a:lnTo>
                    <a:pt x="0" y="19057"/>
                  </a:lnTo>
                  <a:lnTo>
                    <a:pt x="1801" y="12913"/>
                  </a:lnTo>
                  <a:lnTo>
                    <a:pt x="6601" y="7579"/>
                  </a:lnTo>
                  <a:lnTo>
                    <a:pt x="6178" y="4715"/>
                  </a:lnTo>
                  <a:lnTo>
                    <a:pt x="8460" y="2420"/>
                  </a:lnTo>
                  <a:lnTo>
                    <a:pt x="10767" y="652"/>
                  </a:lnTo>
                  <a:lnTo>
                    <a:pt x="13161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9" name="ph5879"/>
            <p:cNvSpPr/>
            <p:nvPr/>
          </p:nvSpPr>
          <p:spPr>
            <a:xfrm>
              <a:off x="7442773" y="3169471"/>
              <a:ext cx="13090" cy="9236"/>
            </a:xfrm>
            <a:custGeom>
              <a:avLst/>
              <a:pathLst>
                <a:path w="13090" h="9236">
                  <a:moveTo>
                    <a:pt x="7179" y="0"/>
                  </a:moveTo>
                  <a:lnTo>
                    <a:pt x="8497" y="2238"/>
                  </a:lnTo>
                  <a:lnTo>
                    <a:pt x="10259" y="3138"/>
                  </a:lnTo>
                  <a:lnTo>
                    <a:pt x="12249" y="1680"/>
                  </a:lnTo>
                  <a:lnTo>
                    <a:pt x="13090" y="2640"/>
                  </a:lnTo>
                  <a:lnTo>
                    <a:pt x="11148" y="4810"/>
                  </a:lnTo>
                  <a:lnTo>
                    <a:pt x="4808" y="8672"/>
                  </a:lnTo>
                  <a:lnTo>
                    <a:pt x="4006" y="9236"/>
                  </a:lnTo>
                  <a:lnTo>
                    <a:pt x="3876" y="8327"/>
                  </a:lnTo>
                  <a:lnTo>
                    <a:pt x="0" y="3073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0" name="ph5880"/>
            <p:cNvSpPr/>
            <p:nvPr/>
          </p:nvSpPr>
          <p:spPr>
            <a:xfrm>
              <a:off x="7721083" y="3245658"/>
              <a:ext cx="25570" cy="52194"/>
            </a:xfrm>
            <a:custGeom>
              <a:avLst/>
              <a:pathLst>
                <a:path w="25570" h="52194">
                  <a:moveTo>
                    <a:pt x="13004" y="4975"/>
                  </a:moveTo>
                  <a:lnTo>
                    <a:pt x="15887" y="12318"/>
                  </a:lnTo>
                  <a:lnTo>
                    <a:pt x="22120" y="13058"/>
                  </a:lnTo>
                  <a:lnTo>
                    <a:pt x="22711" y="14952"/>
                  </a:lnTo>
                  <a:lnTo>
                    <a:pt x="19892" y="18623"/>
                  </a:lnTo>
                  <a:lnTo>
                    <a:pt x="18396" y="18752"/>
                  </a:lnTo>
                  <a:lnTo>
                    <a:pt x="15526" y="21088"/>
                  </a:lnTo>
                  <a:lnTo>
                    <a:pt x="14996" y="26058"/>
                  </a:lnTo>
                  <a:lnTo>
                    <a:pt x="23281" y="33815"/>
                  </a:lnTo>
                  <a:lnTo>
                    <a:pt x="24897" y="34175"/>
                  </a:lnTo>
                  <a:lnTo>
                    <a:pt x="25570" y="35471"/>
                  </a:lnTo>
                  <a:lnTo>
                    <a:pt x="19480" y="44975"/>
                  </a:lnTo>
                  <a:lnTo>
                    <a:pt x="22673" y="48515"/>
                  </a:lnTo>
                  <a:lnTo>
                    <a:pt x="19086" y="50123"/>
                  </a:lnTo>
                  <a:lnTo>
                    <a:pt x="18556" y="51792"/>
                  </a:lnTo>
                  <a:lnTo>
                    <a:pt x="13028" y="52194"/>
                  </a:lnTo>
                  <a:lnTo>
                    <a:pt x="13364" y="47615"/>
                  </a:lnTo>
                  <a:lnTo>
                    <a:pt x="11732" y="38811"/>
                  </a:lnTo>
                  <a:lnTo>
                    <a:pt x="9443" y="33913"/>
                  </a:lnTo>
                  <a:lnTo>
                    <a:pt x="775" y="24538"/>
                  </a:lnTo>
                  <a:lnTo>
                    <a:pt x="472" y="22176"/>
                  </a:lnTo>
                  <a:lnTo>
                    <a:pt x="1445" y="20200"/>
                  </a:lnTo>
                  <a:lnTo>
                    <a:pt x="243" y="19449"/>
                  </a:lnTo>
                  <a:lnTo>
                    <a:pt x="0" y="16648"/>
                  </a:lnTo>
                  <a:lnTo>
                    <a:pt x="3546" y="15415"/>
                  </a:lnTo>
                  <a:lnTo>
                    <a:pt x="5055" y="13845"/>
                  </a:lnTo>
                  <a:lnTo>
                    <a:pt x="5555" y="7652"/>
                  </a:lnTo>
                  <a:lnTo>
                    <a:pt x="4088" y="3681"/>
                  </a:lnTo>
                  <a:lnTo>
                    <a:pt x="8411" y="1084"/>
                  </a:lnTo>
                  <a:lnTo>
                    <a:pt x="12117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1" name="ph5881"/>
            <p:cNvSpPr/>
            <p:nvPr/>
          </p:nvSpPr>
          <p:spPr>
            <a:xfrm>
              <a:off x="7499096" y="3155265"/>
              <a:ext cx="82138" cy="55253"/>
            </a:xfrm>
            <a:custGeom>
              <a:avLst/>
              <a:pathLst>
                <a:path w="82138" h="55253">
                  <a:moveTo>
                    <a:pt x="23670" y="241"/>
                  </a:moveTo>
                  <a:lnTo>
                    <a:pt x="23723" y="5750"/>
                  </a:lnTo>
                  <a:lnTo>
                    <a:pt x="24475" y="6813"/>
                  </a:lnTo>
                  <a:lnTo>
                    <a:pt x="33061" y="5332"/>
                  </a:lnTo>
                  <a:lnTo>
                    <a:pt x="37301" y="8845"/>
                  </a:lnTo>
                  <a:lnTo>
                    <a:pt x="43530" y="8486"/>
                  </a:lnTo>
                  <a:lnTo>
                    <a:pt x="49859" y="10993"/>
                  </a:lnTo>
                  <a:lnTo>
                    <a:pt x="56287" y="9949"/>
                  </a:lnTo>
                  <a:lnTo>
                    <a:pt x="58520" y="11030"/>
                  </a:lnTo>
                  <a:lnTo>
                    <a:pt x="61961" y="14932"/>
                  </a:lnTo>
                  <a:lnTo>
                    <a:pt x="74305" y="16792"/>
                  </a:lnTo>
                  <a:lnTo>
                    <a:pt x="74180" y="18794"/>
                  </a:lnTo>
                  <a:lnTo>
                    <a:pt x="82138" y="26680"/>
                  </a:lnTo>
                  <a:lnTo>
                    <a:pt x="77681" y="30937"/>
                  </a:lnTo>
                  <a:lnTo>
                    <a:pt x="78894" y="31944"/>
                  </a:lnTo>
                  <a:lnTo>
                    <a:pt x="79676" y="34642"/>
                  </a:lnTo>
                  <a:lnTo>
                    <a:pt x="79492" y="37530"/>
                  </a:lnTo>
                  <a:lnTo>
                    <a:pt x="81601" y="38641"/>
                  </a:lnTo>
                  <a:lnTo>
                    <a:pt x="77956" y="43915"/>
                  </a:lnTo>
                  <a:lnTo>
                    <a:pt x="73569" y="41535"/>
                  </a:lnTo>
                  <a:lnTo>
                    <a:pt x="64676" y="39857"/>
                  </a:lnTo>
                  <a:lnTo>
                    <a:pt x="60944" y="41605"/>
                  </a:lnTo>
                  <a:lnTo>
                    <a:pt x="59530" y="44441"/>
                  </a:lnTo>
                  <a:lnTo>
                    <a:pt x="57975" y="44910"/>
                  </a:lnTo>
                  <a:lnTo>
                    <a:pt x="47093" y="42507"/>
                  </a:lnTo>
                  <a:lnTo>
                    <a:pt x="42544" y="48415"/>
                  </a:lnTo>
                  <a:lnTo>
                    <a:pt x="43433" y="55253"/>
                  </a:lnTo>
                  <a:lnTo>
                    <a:pt x="42485" y="54555"/>
                  </a:lnTo>
                  <a:lnTo>
                    <a:pt x="40047" y="49360"/>
                  </a:lnTo>
                  <a:lnTo>
                    <a:pt x="40239" y="48665"/>
                  </a:lnTo>
                  <a:lnTo>
                    <a:pt x="35158" y="42528"/>
                  </a:lnTo>
                  <a:lnTo>
                    <a:pt x="31647" y="41031"/>
                  </a:lnTo>
                  <a:lnTo>
                    <a:pt x="29776" y="39010"/>
                  </a:lnTo>
                  <a:lnTo>
                    <a:pt x="26579" y="29876"/>
                  </a:lnTo>
                  <a:lnTo>
                    <a:pt x="21697" y="22179"/>
                  </a:lnTo>
                  <a:lnTo>
                    <a:pt x="17329" y="20744"/>
                  </a:lnTo>
                  <a:lnTo>
                    <a:pt x="8637" y="20410"/>
                  </a:lnTo>
                  <a:lnTo>
                    <a:pt x="5658" y="18636"/>
                  </a:lnTo>
                  <a:lnTo>
                    <a:pt x="0" y="14921"/>
                  </a:lnTo>
                  <a:lnTo>
                    <a:pt x="3795" y="7087"/>
                  </a:lnTo>
                  <a:lnTo>
                    <a:pt x="5419" y="5296"/>
                  </a:lnTo>
                  <a:lnTo>
                    <a:pt x="4673" y="924"/>
                  </a:lnTo>
                  <a:lnTo>
                    <a:pt x="5902" y="649"/>
                  </a:lnTo>
                  <a:lnTo>
                    <a:pt x="13180" y="2052"/>
                  </a:lnTo>
                  <a:lnTo>
                    <a:pt x="17425" y="0"/>
                  </a:lnTo>
                  <a:lnTo>
                    <a:pt x="18584" y="481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2" name="ph5882"/>
            <p:cNvSpPr/>
            <p:nvPr/>
          </p:nvSpPr>
          <p:spPr>
            <a:xfrm>
              <a:off x="7579287" y="3216729"/>
              <a:ext cx="16004" cy="14974"/>
            </a:xfrm>
            <a:custGeom>
              <a:avLst/>
              <a:pathLst>
                <a:path w="16004" h="14974">
                  <a:moveTo>
                    <a:pt x="10601" y="476"/>
                  </a:moveTo>
                  <a:lnTo>
                    <a:pt x="13981" y="3377"/>
                  </a:lnTo>
                  <a:lnTo>
                    <a:pt x="16004" y="6695"/>
                  </a:lnTo>
                  <a:lnTo>
                    <a:pt x="14660" y="7990"/>
                  </a:lnTo>
                  <a:lnTo>
                    <a:pt x="12066" y="8549"/>
                  </a:lnTo>
                  <a:lnTo>
                    <a:pt x="11786" y="10389"/>
                  </a:lnTo>
                  <a:lnTo>
                    <a:pt x="13355" y="14974"/>
                  </a:lnTo>
                  <a:lnTo>
                    <a:pt x="10882" y="14374"/>
                  </a:lnTo>
                  <a:lnTo>
                    <a:pt x="8488" y="12212"/>
                  </a:lnTo>
                  <a:lnTo>
                    <a:pt x="6727" y="12097"/>
                  </a:lnTo>
                  <a:lnTo>
                    <a:pt x="3686" y="13931"/>
                  </a:lnTo>
                  <a:lnTo>
                    <a:pt x="2240" y="13407"/>
                  </a:lnTo>
                  <a:lnTo>
                    <a:pt x="0" y="9082"/>
                  </a:lnTo>
                  <a:lnTo>
                    <a:pt x="3040" y="8354"/>
                  </a:lnTo>
                  <a:lnTo>
                    <a:pt x="3296" y="7213"/>
                  </a:lnTo>
                  <a:lnTo>
                    <a:pt x="1436" y="1879"/>
                  </a:lnTo>
                  <a:lnTo>
                    <a:pt x="1800" y="201"/>
                  </a:lnTo>
                  <a:lnTo>
                    <a:pt x="5900" y="1223"/>
                  </a:lnTo>
                  <a:lnTo>
                    <a:pt x="707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3" name="ph5883"/>
            <p:cNvSpPr/>
            <p:nvPr/>
          </p:nvSpPr>
          <p:spPr>
            <a:xfrm>
              <a:off x="7467072" y="3096159"/>
              <a:ext cx="22175" cy="5561"/>
            </a:xfrm>
            <a:custGeom>
              <a:avLst/>
              <a:pathLst>
                <a:path w="22175" h="5561">
                  <a:moveTo>
                    <a:pt x="18238" y="650"/>
                  </a:moveTo>
                  <a:lnTo>
                    <a:pt x="17790" y="1381"/>
                  </a:lnTo>
                  <a:lnTo>
                    <a:pt x="22175" y="640"/>
                  </a:lnTo>
                  <a:lnTo>
                    <a:pt x="18808" y="3806"/>
                  </a:lnTo>
                  <a:lnTo>
                    <a:pt x="16720" y="4620"/>
                  </a:lnTo>
                  <a:lnTo>
                    <a:pt x="5638" y="5561"/>
                  </a:lnTo>
                  <a:lnTo>
                    <a:pt x="873" y="4495"/>
                  </a:lnTo>
                  <a:lnTo>
                    <a:pt x="404" y="3751"/>
                  </a:lnTo>
                  <a:lnTo>
                    <a:pt x="0" y="1280"/>
                  </a:lnTo>
                  <a:lnTo>
                    <a:pt x="1947" y="306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4" name="ph5884"/>
            <p:cNvSpPr/>
            <p:nvPr/>
          </p:nvSpPr>
          <p:spPr>
            <a:xfrm>
              <a:off x="7439263" y="3020581"/>
              <a:ext cx="16570" cy="22060"/>
            </a:xfrm>
            <a:custGeom>
              <a:avLst/>
              <a:pathLst>
                <a:path w="16570" h="22060">
                  <a:moveTo>
                    <a:pt x="8760" y="0"/>
                  </a:moveTo>
                  <a:lnTo>
                    <a:pt x="16570" y="3642"/>
                  </a:lnTo>
                  <a:lnTo>
                    <a:pt x="14568" y="5240"/>
                  </a:lnTo>
                  <a:lnTo>
                    <a:pt x="12600" y="4972"/>
                  </a:lnTo>
                  <a:lnTo>
                    <a:pt x="12374" y="6873"/>
                  </a:lnTo>
                  <a:lnTo>
                    <a:pt x="13329" y="8054"/>
                  </a:lnTo>
                  <a:lnTo>
                    <a:pt x="10336" y="8740"/>
                  </a:lnTo>
                  <a:lnTo>
                    <a:pt x="12582" y="18418"/>
                  </a:lnTo>
                  <a:lnTo>
                    <a:pt x="10330" y="21516"/>
                  </a:lnTo>
                  <a:lnTo>
                    <a:pt x="8481" y="22060"/>
                  </a:lnTo>
                  <a:lnTo>
                    <a:pt x="4502" y="21078"/>
                  </a:lnTo>
                  <a:lnTo>
                    <a:pt x="2628" y="16829"/>
                  </a:lnTo>
                  <a:lnTo>
                    <a:pt x="0" y="13425"/>
                  </a:lnTo>
                  <a:lnTo>
                    <a:pt x="4572" y="8611"/>
                  </a:lnTo>
                  <a:lnTo>
                    <a:pt x="4832" y="79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5" name="ph5885"/>
            <p:cNvSpPr/>
            <p:nvPr/>
          </p:nvSpPr>
          <p:spPr>
            <a:xfrm>
              <a:off x="7563226" y="3096003"/>
              <a:ext cx="153" cy="459"/>
            </a:xfrm>
            <a:custGeom>
              <a:avLst/>
              <a:pathLst>
                <a:path w="153" h="459">
                  <a:moveTo>
                    <a:pt x="1" y="0"/>
                  </a:moveTo>
                  <a:lnTo>
                    <a:pt x="153" y="228"/>
                  </a:lnTo>
                  <a:lnTo>
                    <a:pt x="0" y="45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6" name="ph5886"/>
            <p:cNvSpPr/>
            <p:nvPr/>
          </p:nvSpPr>
          <p:spPr>
            <a:xfrm>
              <a:off x="7532077" y="3085101"/>
              <a:ext cx="27916" cy="21060"/>
            </a:xfrm>
            <a:custGeom>
              <a:avLst/>
              <a:pathLst>
                <a:path w="27916" h="21060">
                  <a:moveTo>
                    <a:pt x="26144" y="7036"/>
                  </a:moveTo>
                  <a:lnTo>
                    <a:pt x="25620" y="7933"/>
                  </a:lnTo>
                  <a:lnTo>
                    <a:pt x="27916" y="11761"/>
                  </a:lnTo>
                  <a:lnTo>
                    <a:pt x="26306" y="12686"/>
                  </a:lnTo>
                  <a:lnTo>
                    <a:pt x="24343" y="20079"/>
                  </a:lnTo>
                  <a:lnTo>
                    <a:pt x="19359" y="21060"/>
                  </a:lnTo>
                  <a:lnTo>
                    <a:pt x="17342" y="20633"/>
                  </a:lnTo>
                  <a:lnTo>
                    <a:pt x="12394" y="15913"/>
                  </a:lnTo>
                  <a:lnTo>
                    <a:pt x="10016" y="17537"/>
                  </a:lnTo>
                  <a:lnTo>
                    <a:pt x="5660" y="14318"/>
                  </a:lnTo>
                  <a:lnTo>
                    <a:pt x="4869" y="10763"/>
                  </a:lnTo>
                  <a:lnTo>
                    <a:pt x="2678" y="9231"/>
                  </a:lnTo>
                  <a:lnTo>
                    <a:pt x="1104" y="9285"/>
                  </a:lnTo>
                  <a:lnTo>
                    <a:pt x="0" y="3671"/>
                  </a:lnTo>
                  <a:lnTo>
                    <a:pt x="3760" y="4726"/>
                  </a:lnTo>
                  <a:lnTo>
                    <a:pt x="6005" y="3216"/>
                  </a:lnTo>
                  <a:lnTo>
                    <a:pt x="6453" y="1045"/>
                  </a:lnTo>
                  <a:lnTo>
                    <a:pt x="8151" y="333"/>
                  </a:lnTo>
                  <a:lnTo>
                    <a:pt x="12290" y="5330"/>
                  </a:lnTo>
                  <a:lnTo>
                    <a:pt x="14182" y="5868"/>
                  </a:lnTo>
                  <a:lnTo>
                    <a:pt x="14554" y="0"/>
                  </a:lnTo>
                  <a:lnTo>
                    <a:pt x="18756" y="172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7" name="ph5887"/>
            <p:cNvSpPr/>
            <p:nvPr/>
          </p:nvSpPr>
          <p:spPr>
            <a:xfrm>
              <a:off x="7636119" y="3171068"/>
              <a:ext cx="38360" cy="44510"/>
            </a:xfrm>
            <a:custGeom>
              <a:avLst/>
              <a:pathLst>
                <a:path w="38360" h="44510">
                  <a:moveTo>
                    <a:pt x="26477" y="0"/>
                  </a:moveTo>
                  <a:lnTo>
                    <a:pt x="29322" y="539"/>
                  </a:lnTo>
                  <a:lnTo>
                    <a:pt x="32658" y="4131"/>
                  </a:lnTo>
                  <a:lnTo>
                    <a:pt x="38071" y="6749"/>
                  </a:lnTo>
                  <a:lnTo>
                    <a:pt x="38360" y="8247"/>
                  </a:lnTo>
                  <a:lnTo>
                    <a:pt x="34452" y="10809"/>
                  </a:lnTo>
                  <a:lnTo>
                    <a:pt x="33711" y="20479"/>
                  </a:lnTo>
                  <a:lnTo>
                    <a:pt x="32895" y="21544"/>
                  </a:lnTo>
                  <a:lnTo>
                    <a:pt x="26547" y="24709"/>
                  </a:lnTo>
                  <a:lnTo>
                    <a:pt x="25954" y="35773"/>
                  </a:lnTo>
                  <a:lnTo>
                    <a:pt x="24319" y="38911"/>
                  </a:lnTo>
                  <a:lnTo>
                    <a:pt x="19501" y="41988"/>
                  </a:lnTo>
                  <a:lnTo>
                    <a:pt x="15267" y="41997"/>
                  </a:lnTo>
                  <a:lnTo>
                    <a:pt x="14687" y="43699"/>
                  </a:lnTo>
                  <a:lnTo>
                    <a:pt x="11619" y="42937"/>
                  </a:lnTo>
                  <a:lnTo>
                    <a:pt x="6516" y="44510"/>
                  </a:lnTo>
                  <a:lnTo>
                    <a:pt x="4689" y="43388"/>
                  </a:lnTo>
                  <a:lnTo>
                    <a:pt x="4525" y="42187"/>
                  </a:lnTo>
                  <a:lnTo>
                    <a:pt x="6500" y="39663"/>
                  </a:lnTo>
                  <a:lnTo>
                    <a:pt x="4027" y="34685"/>
                  </a:lnTo>
                  <a:lnTo>
                    <a:pt x="637" y="32859"/>
                  </a:lnTo>
                  <a:lnTo>
                    <a:pt x="775" y="32271"/>
                  </a:lnTo>
                  <a:lnTo>
                    <a:pt x="2832" y="32210"/>
                  </a:lnTo>
                  <a:lnTo>
                    <a:pt x="4074" y="27170"/>
                  </a:lnTo>
                  <a:lnTo>
                    <a:pt x="2929" y="16158"/>
                  </a:lnTo>
                  <a:lnTo>
                    <a:pt x="0" y="13097"/>
                  </a:lnTo>
                  <a:lnTo>
                    <a:pt x="712" y="12456"/>
                  </a:lnTo>
                  <a:lnTo>
                    <a:pt x="4670" y="13701"/>
                  </a:lnTo>
                  <a:lnTo>
                    <a:pt x="8212" y="14482"/>
                  </a:lnTo>
                  <a:lnTo>
                    <a:pt x="11799" y="11570"/>
                  </a:lnTo>
                  <a:lnTo>
                    <a:pt x="18900" y="11243"/>
                  </a:lnTo>
                  <a:lnTo>
                    <a:pt x="26128" y="6280"/>
                  </a:lnTo>
                  <a:lnTo>
                    <a:pt x="27920" y="2404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8" name="ph5888"/>
            <p:cNvSpPr/>
            <p:nvPr/>
          </p:nvSpPr>
          <p:spPr>
            <a:xfrm>
              <a:off x="7699968" y="3253594"/>
              <a:ext cx="34480" cy="47698"/>
            </a:xfrm>
            <a:custGeom>
              <a:avLst/>
              <a:pathLst>
                <a:path w="34480" h="47698">
                  <a:moveTo>
                    <a:pt x="16151" y="635"/>
                  </a:moveTo>
                  <a:lnTo>
                    <a:pt x="13891" y="4038"/>
                  </a:lnTo>
                  <a:lnTo>
                    <a:pt x="16557" y="7370"/>
                  </a:lnTo>
                  <a:lnTo>
                    <a:pt x="21003" y="10138"/>
                  </a:lnTo>
                  <a:lnTo>
                    <a:pt x="21359" y="11514"/>
                  </a:lnTo>
                  <a:lnTo>
                    <a:pt x="22560" y="12264"/>
                  </a:lnTo>
                  <a:lnTo>
                    <a:pt x="21587" y="14240"/>
                  </a:lnTo>
                  <a:lnTo>
                    <a:pt x="21890" y="16603"/>
                  </a:lnTo>
                  <a:lnTo>
                    <a:pt x="30559" y="25978"/>
                  </a:lnTo>
                  <a:lnTo>
                    <a:pt x="32847" y="30876"/>
                  </a:lnTo>
                  <a:lnTo>
                    <a:pt x="34480" y="39680"/>
                  </a:lnTo>
                  <a:lnTo>
                    <a:pt x="34143" y="44258"/>
                  </a:lnTo>
                  <a:lnTo>
                    <a:pt x="33279" y="43606"/>
                  </a:lnTo>
                  <a:lnTo>
                    <a:pt x="29456" y="43560"/>
                  </a:lnTo>
                  <a:lnTo>
                    <a:pt x="4268" y="47698"/>
                  </a:lnTo>
                  <a:lnTo>
                    <a:pt x="2022" y="47383"/>
                  </a:lnTo>
                  <a:lnTo>
                    <a:pt x="0" y="46589"/>
                  </a:lnTo>
                  <a:lnTo>
                    <a:pt x="724" y="37659"/>
                  </a:lnTo>
                  <a:lnTo>
                    <a:pt x="3914" y="36866"/>
                  </a:lnTo>
                  <a:lnTo>
                    <a:pt x="8126" y="39042"/>
                  </a:lnTo>
                  <a:lnTo>
                    <a:pt x="8468" y="38409"/>
                  </a:lnTo>
                  <a:lnTo>
                    <a:pt x="8285" y="36529"/>
                  </a:lnTo>
                  <a:lnTo>
                    <a:pt x="4403" y="35227"/>
                  </a:lnTo>
                  <a:lnTo>
                    <a:pt x="657" y="30384"/>
                  </a:lnTo>
                  <a:lnTo>
                    <a:pt x="1332" y="27906"/>
                  </a:lnTo>
                  <a:lnTo>
                    <a:pt x="5075" y="28255"/>
                  </a:lnTo>
                  <a:lnTo>
                    <a:pt x="7140" y="33352"/>
                  </a:lnTo>
                  <a:lnTo>
                    <a:pt x="9338" y="35630"/>
                  </a:lnTo>
                  <a:lnTo>
                    <a:pt x="17497" y="38791"/>
                  </a:lnTo>
                  <a:lnTo>
                    <a:pt x="21067" y="41986"/>
                  </a:lnTo>
                  <a:lnTo>
                    <a:pt x="22420" y="39571"/>
                  </a:lnTo>
                  <a:lnTo>
                    <a:pt x="20705" y="36436"/>
                  </a:lnTo>
                  <a:lnTo>
                    <a:pt x="19446" y="31012"/>
                  </a:lnTo>
                  <a:lnTo>
                    <a:pt x="3658" y="23619"/>
                  </a:lnTo>
                  <a:lnTo>
                    <a:pt x="1325" y="17967"/>
                  </a:lnTo>
                  <a:lnTo>
                    <a:pt x="4211" y="10176"/>
                  </a:lnTo>
                  <a:lnTo>
                    <a:pt x="6390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9" name="ph5889"/>
            <p:cNvSpPr/>
            <p:nvPr/>
          </p:nvSpPr>
          <p:spPr>
            <a:xfrm>
              <a:off x="7653748" y="3247449"/>
              <a:ext cx="68640" cy="58740"/>
            </a:xfrm>
            <a:custGeom>
              <a:avLst/>
              <a:pathLst>
                <a:path w="68640" h="58740">
                  <a:moveTo>
                    <a:pt x="32065" y="373"/>
                  </a:moveTo>
                  <a:lnTo>
                    <a:pt x="32202" y="3409"/>
                  </a:lnTo>
                  <a:lnTo>
                    <a:pt x="35190" y="5191"/>
                  </a:lnTo>
                  <a:lnTo>
                    <a:pt x="38986" y="3126"/>
                  </a:lnTo>
                  <a:lnTo>
                    <a:pt x="41092" y="1063"/>
                  </a:lnTo>
                  <a:lnTo>
                    <a:pt x="45946" y="623"/>
                  </a:lnTo>
                  <a:lnTo>
                    <a:pt x="52170" y="4263"/>
                  </a:lnTo>
                  <a:lnTo>
                    <a:pt x="52610" y="6144"/>
                  </a:lnTo>
                  <a:lnTo>
                    <a:pt x="50431" y="16320"/>
                  </a:lnTo>
                  <a:lnTo>
                    <a:pt x="47545" y="24112"/>
                  </a:lnTo>
                  <a:lnTo>
                    <a:pt x="49878" y="29763"/>
                  </a:lnTo>
                  <a:lnTo>
                    <a:pt x="65666" y="37157"/>
                  </a:lnTo>
                  <a:lnTo>
                    <a:pt x="66925" y="42581"/>
                  </a:lnTo>
                  <a:lnTo>
                    <a:pt x="68640" y="45716"/>
                  </a:lnTo>
                  <a:lnTo>
                    <a:pt x="67287" y="48131"/>
                  </a:lnTo>
                  <a:lnTo>
                    <a:pt x="63718" y="44936"/>
                  </a:lnTo>
                  <a:lnTo>
                    <a:pt x="55558" y="41775"/>
                  </a:lnTo>
                  <a:lnTo>
                    <a:pt x="53360" y="39497"/>
                  </a:lnTo>
                  <a:lnTo>
                    <a:pt x="51295" y="34400"/>
                  </a:lnTo>
                  <a:lnTo>
                    <a:pt x="47552" y="34051"/>
                  </a:lnTo>
                  <a:lnTo>
                    <a:pt x="46877" y="36528"/>
                  </a:lnTo>
                  <a:lnTo>
                    <a:pt x="50623" y="41371"/>
                  </a:lnTo>
                  <a:lnTo>
                    <a:pt x="54505" y="42673"/>
                  </a:lnTo>
                  <a:lnTo>
                    <a:pt x="54688" y="44554"/>
                  </a:lnTo>
                  <a:lnTo>
                    <a:pt x="54346" y="45186"/>
                  </a:lnTo>
                  <a:lnTo>
                    <a:pt x="50134" y="43010"/>
                  </a:lnTo>
                  <a:lnTo>
                    <a:pt x="46944" y="43804"/>
                  </a:lnTo>
                  <a:lnTo>
                    <a:pt x="46220" y="52733"/>
                  </a:lnTo>
                  <a:lnTo>
                    <a:pt x="48242" y="53527"/>
                  </a:lnTo>
                  <a:lnTo>
                    <a:pt x="36770" y="55262"/>
                  </a:lnTo>
                  <a:lnTo>
                    <a:pt x="31082" y="57744"/>
                  </a:lnTo>
                  <a:lnTo>
                    <a:pt x="30268" y="58740"/>
                  </a:lnTo>
                  <a:lnTo>
                    <a:pt x="23745" y="50767"/>
                  </a:lnTo>
                  <a:lnTo>
                    <a:pt x="21040" y="49875"/>
                  </a:lnTo>
                  <a:lnTo>
                    <a:pt x="21332" y="47826"/>
                  </a:lnTo>
                  <a:lnTo>
                    <a:pt x="31574" y="44064"/>
                  </a:lnTo>
                  <a:lnTo>
                    <a:pt x="31733" y="43263"/>
                  </a:lnTo>
                  <a:lnTo>
                    <a:pt x="31810" y="39446"/>
                  </a:lnTo>
                  <a:lnTo>
                    <a:pt x="24698" y="32585"/>
                  </a:lnTo>
                  <a:lnTo>
                    <a:pt x="18284" y="35988"/>
                  </a:lnTo>
                  <a:lnTo>
                    <a:pt x="14647" y="40117"/>
                  </a:lnTo>
                  <a:lnTo>
                    <a:pt x="10932" y="41276"/>
                  </a:lnTo>
                  <a:lnTo>
                    <a:pt x="9552" y="41774"/>
                  </a:lnTo>
                  <a:lnTo>
                    <a:pt x="2849" y="39181"/>
                  </a:lnTo>
                  <a:lnTo>
                    <a:pt x="0" y="31909"/>
                  </a:lnTo>
                  <a:lnTo>
                    <a:pt x="1635" y="28527"/>
                  </a:lnTo>
                  <a:lnTo>
                    <a:pt x="10523" y="23016"/>
                  </a:lnTo>
                  <a:lnTo>
                    <a:pt x="12931" y="22874"/>
                  </a:lnTo>
                  <a:lnTo>
                    <a:pt x="16291" y="24354"/>
                  </a:lnTo>
                  <a:lnTo>
                    <a:pt x="16455" y="25453"/>
                  </a:lnTo>
                  <a:lnTo>
                    <a:pt x="19309" y="23882"/>
                  </a:lnTo>
                  <a:lnTo>
                    <a:pt x="18505" y="16223"/>
                  </a:lnTo>
                  <a:lnTo>
                    <a:pt x="21715" y="14577"/>
                  </a:lnTo>
                  <a:lnTo>
                    <a:pt x="23444" y="12185"/>
                  </a:lnTo>
                  <a:lnTo>
                    <a:pt x="22793" y="11334"/>
                  </a:lnTo>
                  <a:lnTo>
                    <a:pt x="23202" y="2466"/>
                  </a:lnTo>
                  <a:lnTo>
                    <a:pt x="28578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0" name="ph5890"/>
            <p:cNvSpPr/>
            <p:nvPr/>
          </p:nvSpPr>
          <p:spPr>
            <a:xfrm>
              <a:off x="7353248" y="2787493"/>
              <a:ext cx="45504" cy="62635"/>
            </a:xfrm>
            <a:custGeom>
              <a:avLst/>
              <a:pathLst>
                <a:path w="45504" h="62635">
                  <a:moveTo>
                    <a:pt x="45495" y="2152"/>
                  </a:moveTo>
                  <a:lnTo>
                    <a:pt x="45504" y="8486"/>
                  </a:lnTo>
                  <a:lnTo>
                    <a:pt x="40647" y="23180"/>
                  </a:lnTo>
                  <a:lnTo>
                    <a:pt x="36575" y="31357"/>
                  </a:lnTo>
                  <a:lnTo>
                    <a:pt x="35556" y="37144"/>
                  </a:lnTo>
                  <a:lnTo>
                    <a:pt x="35524" y="43374"/>
                  </a:lnTo>
                  <a:lnTo>
                    <a:pt x="36684" y="48519"/>
                  </a:lnTo>
                  <a:lnTo>
                    <a:pt x="43183" y="62635"/>
                  </a:lnTo>
                  <a:lnTo>
                    <a:pt x="40919" y="60210"/>
                  </a:lnTo>
                  <a:lnTo>
                    <a:pt x="38502" y="59460"/>
                  </a:lnTo>
                  <a:lnTo>
                    <a:pt x="37656" y="60785"/>
                  </a:lnTo>
                  <a:lnTo>
                    <a:pt x="34797" y="60513"/>
                  </a:lnTo>
                  <a:lnTo>
                    <a:pt x="32431" y="57875"/>
                  </a:lnTo>
                  <a:lnTo>
                    <a:pt x="30365" y="57565"/>
                  </a:lnTo>
                  <a:lnTo>
                    <a:pt x="21734" y="59963"/>
                  </a:lnTo>
                  <a:lnTo>
                    <a:pt x="19810" y="61337"/>
                  </a:lnTo>
                  <a:lnTo>
                    <a:pt x="19602" y="62365"/>
                  </a:lnTo>
                  <a:lnTo>
                    <a:pt x="17624" y="62116"/>
                  </a:lnTo>
                  <a:lnTo>
                    <a:pt x="12675" y="57959"/>
                  </a:lnTo>
                  <a:lnTo>
                    <a:pt x="9405" y="52411"/>
                  </a:lnTo>
                  <a:lnTo>
                    <a:pt x="3372" y="50623"/>
                  </a:lnTo>
                  <a:lnTo>
                    <a:pt x="974" y="51648"/>
                  </a:lnTo>
                  <a:lnTo>
                    <a:pt x="0" y="50046"/>
                  </a:lnTo>
                  <a:lnTo>
                    <a:pt x="2105" y="47762"/>
                  </a:lnTo>
                  <a:lnTo>
                    <a:pt x="869" y="46306"/>
                  </a:lnTo>
                  <a:lnTo>
                    <a:pt x="974" y="44893"/>
                  </a:lnTo>
                  <a:lnTo>
                    <a:pt x="2130" y="43490"/>
                  </a:lnTo>
                  <a:lnTo>
                    <a:pt x="5607" y="42666"/>
                  </a:lnTo>
                  <a:lnTo>
                    <a:pt x="6254" y="39877"/>
                  </a:lnTo>
                  <a:lnTo>
                    <a:pt x="8010" y="39000"/>
                  </a:lnTo>
                  <a:lnTo>
                    <a:pt x="11588" y="39317"/>
                  </a:lnTo>
                  <a:lnTo>
                    <a:pt x="15209" y="37589"/>
                  </a:lnTo>
                  <a:lnTo>
                    <a:pt x="15056" y="30213"/>
                  </a:lnTo>
                  <a:lnTo>
                    <a:pt x="18049" y="25916"/>
                  </a:lnTo>
                  <a:lnTo>
                    <a:pt x="19031" y="23822"/>
                  </a:lnTo>
                  <a:lnTo>
                    <a:pt x="21688" y="21117"/>
                  </a:lnTo>
                  <a:lnTo>
                    <a:pt x="23318" y="15283"/>
                  </a:lnTo>
                  <a:lnTo>
                    <a:pt x="20868" y="0"/>
                  </a:lnTo>
                  <a:lnTo>
                    <a:pt x="38582" y="524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1" name="ph5891"/>
            <p:cNvSpPr/>
            <p:nvPr/>
          </p:nvSpPr>
          <p:spPr>
            <a:xfrm>
              <a:off x="7411381" y="2799921"/>
              <a:ext cx="1058" cy="1071"/>
            </a:xfrm>
            <a:custGeom>
              <a:avLst/>
              <a:pathLst>
                <a:path w="1058" h="1071">
                  <a:moveTo>
                    <a:pt x="637" y="1045"/>
                  </a:moveTo>
                  <a:lnTo>
                    <a:pt x="0" y="1071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2" name="ph5892"/>
            <p:cNvSpPr/>
            <p:nvPr/>
          </p:nvSpPr>
          <p:spPr>
            <a:xfrm>
              <a:off x="7305186" y="2711788"/>
              <a:ext cx="93804" cy="80952"/>
            </a:xfrm>
            <a:custGeom>
              <a:avLst/>
              <a:pathLst>
                <a:path w="93804" h="80952">
                  <a:moveTo>
                    <a:pt x="39000" y="11162"/>
                  </a:moveTo>
                  <a:lnTo>
                    <a:pt x="42698" y="19565"/>
                  </a:lnTo>
                  <a:lnTo>
                    <a:pt x="46936" y="27150"/>
                  </a:lnTo>
                  <a:lnTo>
                    <a:pt x="57800" y="43281"/>
                  </a:lnTo>
                  <a:lnTo>
                    <a:pt x="66565" y="53596"/>
                  </a:lnTo>
                  <a:lnTo>
                    <a:pt x="80673" y="66154"/>
                  </a:lnTo>
                  <a:lnTo>
                    <a:pt x="91189" y="73826"/>
                  </a:lnTo>
                  <a:lnTo>
                    <a:pt x="93804" y="76706"/>
                  </a:lnTo>
                  <a:lnTo>
                    <a:pt x="93558" y="77858"/>
                  </a:lnTo>
                  <a:lnTo>
                    <a:pt x="86644" y="80952"/>
                  </a:lnTo>
                  <a:lnTo>
                    <a:pt x="77451" y="73283"/>
                  </a:lnTo>
                  <a:lnTo>
                    <a:pt x="73235" y="67977"/>
                  </a:lnTo>
                  <a:lnTo>
                    <a:pt x="71724" y="64493"/>
                  </a:lnTo>
                  <a:lnTo>
                    <a:pt x="67299" y="60722"/>
                  </a:lnTo>
                  <a:lnTo>
                    <a:pt x="57182" y="49426"/>
                  </a:lnTo>
                  <a:lnTo>
                    <a:pt x="49538" y="31658"/>
                  </a:lnTo>
                  <a:lnTo>
                    <a:pt x="44413" y="32572"/>
                  </a:lnTo>
                  <a:lnTo>
                    <a:pt x="30843" y="30297"/>
                  </a:lnTo>
                  <a:lnTo>
                    <a:pt x="27460" y="31255"/>
                  </a:lnTo>
                  <a:lnTo>
                    <a:pt x="25231" y="34100"/>
                  </a:lnTo>
                  <a:lnTo>
                    <a:pt x="20273" y="33458"/>
                  </a:lnTo>
                  <a:lnTo>
                    <a:pt x="19175" y="32301"/>
                  </a:lnTo>
                  <a:lnTo>
                    <a:pt x="19934" y="30702"/>
                  </a:lnTo>
                  <a:lnTo>
                    <a:pt x="19105" y="30271"/>
                  </a:lnTo>
                  <a:lnTo>
                    <a:pt x="5865" y="29324"/>
                  </a:lnTo>
                  <a:lnTo>
                    <a:pt x="4434" y="28041"/>
                  </a:lnTo>
                  <a:lnTo>
                    <a:pt x="4518" y="26602"/>
                  </a:lnTo>
                  <a:lnTo>
                    <a:pt x="1102" y="23378"/>
                  </a:lnTo>
                  <a:lnTo>
                    <a:pt x="0" y="21860"/>
                  </a:lnTo>
                  <a:lnTo>
                    <a:pt x="349" y="20736"/>
                  </a:lnTo>
                  <a:lnTo>
                    <a:pt x="1722" y="19683"/>
                  </a:lnTo>
                  <a:lnTo>
                    <a:pt x="3396" y="20469"/>
                  </a:lnTo>
                  <a:lnTo>
                    <a:pt x="6498" y="19028"/>
                  </a:lnTo>
                  <a:lnTo>
                    <a:pt x="8845" y="13400"/>
                  </a:lnTo>
                  <a:lnTo>
                    <a:pt x="12279" y="12034"/>
                  </a:lnTo>
                  <a:lnTo>
                    <a:pt x="11610" y="9588"/>
                  </a:lnTo>
                  <a:lnTo>
                    <a:pt x="12711" y="6201"/>
                  </a:lnTo>
                  <a:lnTo>
                    <a:pt x="17153" y="6417"/>
                  </a:lnTo>
                  <a:lnTo>
                    <a:pt x="17461" y="8427"/>
                  </a:lnTo>
                  <a:lnTo>
                    <a:pt x="15363" y="12244"/>
                  </a:lnTo>
                  <a:lnTo>
                    <a:pt x="19243" y="12956"/>
                  </a:lnTo>
                  <a:lnTo>
                    <a:pt x="22390" y="9144"/>
                  </a:lnTo>
                  <a:lnTo>
                    <a:pt x="22065" y="5830"/>
                  </a:lnTo>
                  <a:lnTo>
                    <a:pt x="23821" y="4134"/>
                  </a:lnTo>
                  <a:lnTo>
                    <a:pt x="26431" y="2657"/>
                  </a:lnTo>
                  <a:lnTo>
                    <a:pt x="32837" y="1773"/>
                  </a:lnTo>
                  <a:lnTo>
                    <a:pt x="3548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3" name="ph5893"/>
            <p:cNvSpPr/>
            <p:nvPr/>
          </p:nvSpPr>
          <p:spPr>
            <a:xfrm>
              <a:off x="7333557" y="2821011"/>
              <a:ext cx="25946" cy="17154"/>
            </a:xfrm>
            <a:custGeom>
              <a:avLst/>
              <a:pathLst>
                <a:path w="25946" h="17154">
                  <a:moveTo>
                    <a:pt x="11650" y="104"/>
                  </a:moveTo>
                  <a:lnTo>
                    <a:pt x="15319" y="6593"/>
                  </a:lnTo>
                  <a:lnTo>
                    <a:pt x="19147" y="10092"/>
                  </a:lnTo>
                  <a:lnTo>
                    <a:pt x="23841" y="8005"/>
                  </a:lnTo>
                  <a:lnTo>
                    <a:pt x="24338" y="5866"/>
                  </a:lnTo>
                  <a:lnTo>
                    <a:pt x="22791" y="4881"/>
                  </a:lnTo>
                  <a:lnTo>
                    <a:pt x="24464" y="3002"/>
                  </a:lnTo>
                  <a:lnTo>
                    <a:pt x="25946" y="6360"/>
                  </a:lnTo>
                  <a:lnTo>
                    <a:pt x="25298" y="9148"/>
                  </a:lnTo>
                  <a:lnTo>
                    <a:pt x="21822" y="9973"/>
                  </a:lnTo>
                  <a:lnTo>
                    <a:pt x="20666" y="11375"/>
                  </a:lnTo>
                  <a:lnTo>
                    <a:pt x="20561" y="12788"/>
                  </a:lnTo>
                  <a:lnTo>
                    <a:pt x="21797" y="14244"/>
                  </a:lnTo>
                  <a:lnTo>
                    <a:pt x="19691" y="16528"/>
                  </a:lnTo>
                  <a:lnTo>
                    <a:pt x="19426" y="17154"/>
                  </a:lnTo>
                  <a:lnTo>
                    <a:pt x="15443" y="15979"/>
                  </a:lnTo>
                  <a:lnTo>
                    <a:pt x="9722" y="12139"/>
                  </a:lnTo>
                  <a:lnTo>
                    <a:pt x="6448" y="14709"/>
                  </a:lnTo>
                  <a:lnTo>
                    <a:pt x="5341" y="14413"/>
                  </a:lnTo>
                  <a:lnTo>
                    <a:pt x="4818" y="13429"/>
                  </a:lnTo>
                  <a:lnTo>
                    <a:pt x="2116" y="14526"/>
                  </a:lnTo>
                  <a:lnTo>
                    <a:pt x="166" y="12614"/>
                  </a:lnTo>
                  <a:lnTo>
                    <a:pt x="0" y="11571"/>
                  </a:lnTo>
                  <a:lnTo>
                    <a:pt x="3206" y="4744"/>
                  </a:lnTo>
                  <a:lnTo>
                    <a:pt x="7515" y="1606"/>
                  </a:lnTo>
                  <a:lnTo>
                    <a:pt x="973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4" name="ph5894"/>
            <p:cNvSpPr/>
            <p:nvPr/>
          </p:nvSpPr>
          <p:spPr>
            <a:xfrm>
              <a:off x="7325501" y="2794908"/>
              <a:ext cx="45429" cy="30847"/>
            </a:xfrm>
            <a:custGeom>
              <a:avLst/>
              <a:pathLst>
                <a:path w="45429" h="30847">
                  <a:moveTo>
                    <a:pt x="21904" y="211"/>
                  </a:moveTo>
                  <a:lnTo>
                    <a:pt x="22579" y="3029"/>
                  </a:lnTo>
                  <a:lnTo>
                    <a:pt x="21480" y="3963"/>
                  </a:lnTo>
                  <a:lnTo>
                    <a:pt x="21108" y="10727"/>
                  </a:lnTo>
                  <a:lnTo>
                    <a:pt x="23354" y="10591"/>
                  </a:lnTo>
                  <a:lnTo>
                    <a:pt x="34166" y="6450"/>
                  </a:lnTo>
                  <a:lnTo>
                    <a:pt x="39651" y="3559"/>
                  </a:lnTo>
                  <a:lnTo>
                    <a:pt x="42394" y="5592"/>
                  </a:lnTo>
                  <a:lnTo>
                    <a:pt x="45045" y="10799"/>
                  </a:lnTo>
                  <a:lnTo>
                    <a:pt x="45429" y="14700"/>
                  </a:lnTo>
                  <a:lnTo>
                    <a:pt x="43143" y="15861"/>
                  </a:lnTo>
                  <a:lnTo>
                    <a:pt x="41257" y="14794"/>
                  </a:lnTo>
                  <a:lnTo>
                    <a:pt x="36965" y="13827"/>
                  </a:lnTo>
                  <a:lnTo>
                    <a:pt x="31242" y="16359"/>
                  </a:lnTo>
                  <a:lnTo>
                    <a:pt x="30271" y="18041"/>
                  </a:lnTo>
                  <a:lnTo>
                    <a:pt x="28931" y="18196"/>
                  </a:lnTo>
                  <a:lnTo>
                    <a:pt x="24712" y="15166"/>
                  </a:lnTo>
                  <a:lnTo>
                    <a:pt x="22131" y="15160"/>
                  </a:lnTo>
                  <a:lnTo>
                    <a:pt x="21647" y="12176"/>
                  </a:lnTo>
                  <a:lnTo>
                    <a:pt x="19554" y="11968"/>
                  </a:lnTo>
                  <a:lnTo>
                    <a:pt x="16973" y="13403"/>
                  </a:lnTo>
                  <a:lnTo>
                    <a:pt x="15975" y="14831"/>
                  </a:lnTo>
                  <a:lnTo>
                    <a:pt x="20926" y="16283"/>
                  </a:lnTo>
                  <a:lnTo>
                    <a:pt x="19559" y="22124"/>
                  </a:lnTo>
                  <a:lnTo>
                    <a:pt x="16931" y="21581"/>
                  </a:lnTo>
                  <a:lnTo>
                    <a:pt x="13948" y="24105"/>
                  </a:lnTo>
                  <a:lnTo>
                    <a:pt x="13977" y="27093"/>
                  </a:lnTo>
                  <a:lnTo>
                    <a:pt x="15572" y="27709"/>
                  </a:lnTo>
                  <a:lnTo>
                    <a:pt x="11263" y="30847"/>
                  </a:lnTo>
                  <a:lnTo>
                    <a:pt x="11314" y="29376"/>
                  </a:lnTo>
                  <a:lnTo>
                    <a:pt x="9506" y="28188"/>
                  </a:lnTo>
                  <a:lnTo>
                    <a:pt x="8627" y="24269"/>
                  </a:lnTo>
                  <a:lnTo>
                    <a:pt x="10031" y="20389"/>
                  </a:lnTo>
                  <a:lnTo>
                    <a:pt x="5219" y="16558"/>
                  </a:lnTo>
                  <a:lnTo>
                    <a:pt x="5424" y="19525"/>
                  </a:lnTo>
                  <a:lnTo>
                    <a:pt x="4300" y="20623"/>
                  </a:lnTo>
                  <a:lnTo>
                    <a:pt x="387" y="15677"/>
                  </a:lnTo>
                  <a:lnTo>
                    <a:pt x="0" y="14118"/>
                  </a:lnTo>
                  <a:lnTo>
                    <a:pt x="2847" y="12089"/>
                  </a:lnTo>
                  <a:lnTo>
                    <a:pt x="10717" y="13231"/>
                  </a:lnTo>
                  <a:lnTo>
                    <a:pt x="16331" y="1217"/>
                  </a:lnTo>
                  <a:lnTo>
                    <a:pt x="1962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5" name="ph5895"/>
            <p:cNvSpPr/>
            <p:nvPr/>
          </p:nvSpPr>
          <p:spPr>
            <a:xfrm>
              <a:off x="7268452" y="2777301"/>
              <a:ext cx="49689" cy="74078"/>
            </a:xfrm>
            <a:custGeom>
              <a:avLst/>
              <a:pathLst>
                <a:path w="49689" h="74078">
                  <a:moveTo>
                    <a:pt x="42366" y="1017"/>
                  </a:moveTo>
                  <a:lnTo>
                    <a:pt x="42442" y="1734"/>
                  </a:lnTo>
                  <a:lnTo>
                    <a:pt x="49552" y="7120"/>
                  </a:lnTo>
                  <a:lnTo>
                    <a:pt x="49689" y="8033"/>
                  </a:lnTo>
                  <a:lnTo>
                    <a:pt x="47010" y="12574"/>
                  </a:lnTo>
                  <a:lnTo>
                    <a:pt x="45600" y="17670"/>
                  </a:lnTo>
                  <a:lnTo>
                    <a:pt x="45359" y="23302"/>
                  </a:lnTo>
                  <a:lnTo>
                    <a:pt x="42575" y="24829"/>
                  </a:lnTo>
                  <a:lnTo>
                    <a:pt x="40465" y="28741"/>
                  </a:lnTo>
                  <a:lnTo>
                    <a:pt x="40860" y="31329"/>
                  </a:lnTo>
                  <a:lnTo>
                    <a:pt x="43959" y="36887"/>
                  </a:lnTo>
                  <a:lnTo>
                    <a:pt x="44476" y="41940"/>
                  </a:lnTo>
                  <a:lnTo>
                    <a:pt x="43308" y="43656"/>
                  </a:lnTo>
                  <a:lnTo>
                    <a:pt x="41200" y="42446"/>
                  </a:lnTo>
                  <a:lnTo>
                    <a:pt x="40347" y="43918"/>
                  </a:lnTo>
                  <a:lnTo>
                    <a:pt x="41437" y="50133"/>
                  </a:lnTo>
                  <a:lnTo>
                    <a:pt x="41069" y="52199"/>
                  </a:lnTo>
                  <a:lnTo>
                    <a:pt x="38105" y="52391"/>
                  </a:lnTo>
                  <a:lnTo>
                    <a:pt x="35093" y="56207"/>
                  </a:lnTo>
                  <a:lnTo>
                    <a:pt x="39674" y="56912"/>
                  </a:lnTo>
                  <a:lnTo>
                    <a:pt x="45118" y="64300"/>
                  </a:lnTo>
                  <a:lnTo>
                    <a:pt x="45306" y="65626"/>
                  </a:lnTo>
                  <a:lnTo>
                    <a:pt x="44379" y="67476"/>
                  </a:lnTo>
                  <a:lnTo>
                    <a:pt x="43467" y="66467"/>
                  </a:lnTo>
                  <a:lnTo>
                    <a:pt x="38668" y="67281"/>
                  </a:lnTo>
                  <a:lnTo>
                    <a:pt x="30422" y="70896"/>
                  </a:lnTo>
                  <a:lnTo>
                    <a:pt x="28236" y="74031"/>
                  </a:lnTo>
                  <a:lnTo>
                    <a:pt x="26829" y="74078"/>
                  </a:lnTo>
                  <a:lnTo>
                    <a:pt x="25471" y="73330"/>
                  </a:lnTo>
                  <a:lnTo>
                    <a:pt x="24584" y="70563"/>
                  </a:lnTo>
                  <a:lnTo>
                    <a:pt x="23213" y="69120"/>
                  </a:lnTo>
                  <a:lnTo>
                    <a:pt x="21810" y="69023"/>
                  </a:lnTo>
                  <a:lnTo>
                    <a:pt x="22667" y="68001"/>
                  </a:lnTo>
                  <a:lnTo>
                    <a:pt x="22158" y="64331"/>
                  </a:lnTo>
                  <a:lnTo>
                    <a:pt x="18084" y="58552"/>
                  </a:lnTo>
                  <a:lnTo>
                    <a:pt x="18830" y="56819"/>
                  </a:lnTo>
                  <a:lnTo>
                    <a:pt x="18564" y="54559"/>
                  </a:lnTo>
                  <a:lnTo>
                    <a:pt x="17285" y="52646"/>
                  </a:lnTo>
                  <a:lnTo>
                    <a:pt x="15814" y="51934"/>
                  </a:lnTo>
                  <a:lnTo>
                    <a:pt x="13733" y="51241"/>
                  </a:lnTo>
                  <a:lnTo>
                    <a:pt x="2582" y="51822"/>
                  </a:lnTo>
                  <a:lnTo>
                    <a:pt x="2203" y="50312"/>
                  </a:lnTo>
                  <a:lnTo>
                    <a:pt x="4303" y="45268"/>
                  </a:lnTo>
                  <a:lnTo>
                    <a:pt x="4455" y="42574"/>
                  </a:lnTo>
                  <a:lnTo>
                    <a:pt x="0" y="39241"/>
                  </a:lnTo>
                  <a:lnTo>
                    <a:pt x="2601" y="35657"/>
                  </a:lnTo>
                  <a:lnTo>
                    <a:pt x="4768" y="38012"/>
                  </a:lnTo>
                  <a:lnTo>
                    <a:pt x="5764" y="37697"/>
                  </a:lnTo>
                  <a:lnTo>
                    <a:pt x="8307" y="33190"/>
                  </a:lnTo>
                  <a:lnTo>
                    <a:pt x="7410" y="31035"/>
                  </a:lnTo>
                  <a:lnTo>
                    <a:pt x="9508" y="27925"/>
                  </a:lnTo>
                  <a:lnTo>
                    <a:pt x="14753" y="23155"/>
                  </a:lnTo>
                  <a:lnTo>
                    <a:pt x="15826" y="23081"/>
                  </a:lnTo>
                  <a:lnTo>
                    <a:pt x="16703" y="24969"/>
                  </a:lnTo>
                  <a:lnTo>
                    <a:pt x="15861" y="26207"/>
                  </a:lnTo>
                  <a:lnTo>
                    <a:pt x="15842" y="29010"/>
                  </a:lnTo>
                  <a:lnTo>
                    <a:pt x="18621" y="28769"/>
                  </a:lnTo>
                  <a:lnTo>
                    <a:pt x="19394" y="25567"/>
                  </a:lnTo>
                  <a:lnTo>
                    <a:pt x="17420" y="19071"/>
                  </a:lnTo>
                  <a:lnTo>
                    <a:pt x="19797" y="14896"/>
                  </a:lnTo>
                  <a:lnTo>
                    <a:pt x="25021" y="12362"/>
                  </a:lnTo>
                  <a:lnTo>
                    <a:pt x="26272" y="13822"/>
                  </a:lnTo>
                  <a:lnTo>
                    <a:pt x="28724" y="13956"/>
                  </a:lnTo>
                  <a:lnTo>
                    <a:pt x="34726" y="10526"/>
                  </a:lnTo>
                  <a:lnTo>
                    <a:pt x="38053" y="5166"/>
                  </a:lnTo>
                  <a:lnTo>
                    <a:pt x="35744" y="3626"/>
                  </a:lnTo>
                  <a:lnTo>
                    <a:pt x="36570" y="1030"/>
                  </a:lnTo>
                  <a:lnTo>
                    <a:pt x="3924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6" name="ph5896"/>
            <p:cNvSpPr/>
            <p:nvPr/>
          </p:nvSpPr>
          <p:spPr>
            <a:xfrm>
              <a:off x="7429172" y="3021259"/>
              <a:ext cx="14923" cy="18171"/>
            </a:xfrm>
            <a:custGeom>
              <a:avLst/>
              <a:pathLst>
                <a:path w="14923" h="18171">
                  <a:moveTo>
                    <a:pt x="14923" y="115"/>
                  </a:moveTo>
                  <a:lnTo>
                    <a:pt x="14664" y="7932"/>
                  </a:lnTo>
                  <a:lnTo>
                    <a:pt x="10091" y="12746"/>
                  </a:lnTo>
                  <a:lnTo>
                    <a:pt x="7394" y="16548"/>
                  </a:lnTo>
                  <a:lnTo>
                    <a:pt x="0" y="18171"/>
                  </a:lnTo>
                  <a:lnTo>
                    <a:pt x="2169" y="10553"/>
                  </a:lnTo>
                  <a:lnTo>
                    <a:pt x="5626" y="7506"/>
                  </a:lnTo>
                  <a:lnTo>
                    <a:pt x="4509" y="5710"/>
                  </a:lnTo>
                  <a:lnTo>
                    <a:pt x="8633" y="4763"/>
                  </a:lnTo>
                  <a:lnTo>
                    <a:pt x="8401" y="3483"/>
                  </a:lnTo>
                  <a:lnTo>
                    <a:pt x="9379" y="2123"/>
                  </a:lnTo>
                  <a:lnTo>
                    <a:pt x="1360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7" name="ph5897"/>
            <p:cNvSpPr/>
            <p:nvPr/>
          </p:nvSpPr>
          <p:spPr>
            <a:xfrm>
              <a:off x="7350169" y="2887901"/>
              <a:ext cx="21128" cy="24843"/>
            </a:xfrm>
            <a:custGeom>
              <a:avLst/>
              <a:pathLst>
                <a:path w="21128" h="24843">
                  <a:moveTo>
                    <a:pt x="20046" y="509"/>
                  </a:moveTo>
                  <a:lnTo>
                    <a:pt x="21128" y="3492"/>
                  </a:lnTo>
                  <a:lnTo>
                    <a:pt x="18770" y="10498"/>
                  </a:lnTo>
                  <a:lnTo>
                    <a:pt x="18672" y="13978"/>
                  </a:lnTo>
                  <a:lnTo>
                    <a:pt x="17083" y="19609"/>
                  </a:lnTo>
                  <a:lnTo>
                    <a:pt x="11164" y="23154"/>
                  </a:lnTo>
                  <a:lnTo>
                    <a:pt x="6600" y="23322"/>
                  </a:lnTo>
                  <a:lnTo>
                    <a:pt x="6333" y="24843"/>
                  </a:lnTo>
                  <a:lnTo>
                    <a:pt x="1153" y="21405"/>
                  </a:lnTo>
                  <a:lnTo>
                    <a:pt x="373" y="12629"/>
                  </a:lnTo>
                  <a:lnTo>
                    <a:pt x="3164" y="10018"/>
                  </a:lnTo>
                  <a:lnTo>
                    <a:pt x="4690" y="2581"/>
                  </a:lnTo>
                  <a:lnTo>
                    <a:pt x="1459" y="2440"/>
                  </a:lnTo>
                  <a:lnTo>
                    <a:pt x="0" y="745"/>
                  </a:lnTo>
                  <a:lnTo>
                    <a:pt x="7480" y="1721"/>
                  </a:lnTo>
                  <a:lnTo>
                    <a:pt x="12844" y="940"/>
                  </a:lnTo>
                  <a:lnTo>
                    <a:pt x="14194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8" name="ph5898"/>
            <p:cNvSpPr/>
            <p:nvPr/>
          </p:nvSpPr>
          <p:spPr>
            <a:xfrm>
              <a:off x="7418806" y="2914382"/>
              <a:ext cx="53044" cy="45403"/>
            </a:xfrm>
            <a:custGeom>
              <a:avLst/>
              <a:pathLst>
                <a:path w="53044" h="45403">
                  <a:moveTo>
                    <a:pt x="18014" y="9655"/>
                  </a:moveTo>
                  <a:lnTo>
                    <a:pt x="27145" y="17198"/>
                  </a:lnTo>
                  <a:lnTo>
                    <a:pt x="35133" y="27652"/>
                  </a:lnTo>
                  <a:lnTo>
                    <a:pt x="53044" y="45178"/>
                  </a:lnTo>
                  <a:lnTo>
                    <a:pt x="52943" y="45403"/>
                  </a:lnTo>
                  <a:lnTo>
                    <a:pt x="49596" y="45314"/>
                  </a:lnTo>
                  <a:lnTo>
                    <a:pt x="41958" y="40789"/>
                  </a:lnTo>
                  <a:lnTo>
                    <a:pt x="37874" y="39795"/>
                  </a:lnTo>
                  <a:lnTo>
                    <a:pt x="29071" y="40697"/>
                  </a:lnTo>
                  <a:lnTo>
                    <a:pt x="26387" y="39434"/>
                  </a:lnTo>
                  <a:lnTo>
                    <a:pt x="25126" y="40125"/>
                  </a:lnTo>
                  <a:lnTo>
                    <a:pt x="25014" y="41988"/>
                  </a:lnTo>
                  <a:lnTo>
                    <a:pt x="20916" y="41878"/>
                  </a:lnTo>
                  <a:lnTo>
                    <a:pt x="20341" y="42806"/>
                  </a:lnTo>
                  <a:lnTo>
                    <a:pt x="17186" y="43092"/>
                  </a:lnTo>
                  <a:lnTo>
                    <a:pt x="15263" y="42466"/>
                  </a:lnTo>
                  <a:lnTo>
                    <a:pt x="13499" y="44903"/>
                  </a:lnTo>
                  <a:lnTo>
                    <a:pt x="13508" y="40893"/>
                  </a:lnTo>
                  <a:lnTo>
                    <a:pt x="12588" y="39006"/>
                  </a:lnTo>
                  <a:lnTo>
                    <a:pt x="10342" y="38844"/>
                  </a:lnTo>
                  <a:lnTo>
                    <a:pt x="6653" y="36137"/>
                  </a:lnTo>
                  <a:lnTo>
                    <a:pt x="8272" y="29350"/>
                  </a:lnTo>
                  <a:lnTo>
                    <a:pt x="12772" y="28572"/>
                  </a:lnTo>
                  <a:lnTo>
                    <a:pt x="21157" y="24125"/>
                  </a:lnTo>
                  <a:lnTo>
                    <a:pt x="22703" y="20342"/>
                  </a:lnTo>
                  <a:lnTo>
                    <a:pt x="21677" y="19222"/>
                  </a:lnTo>
                  <a:lnTo>
                    <a:pt x="21796" y="17905"/>
                  </a:lnTo>
                  <a:lnTo>
                    <a:pt x="23676" y="16219"/>
                  </a:lnTo>
                  <a:lnTo>
                    <a:pt x="18853" y="17022"/>
                  </a:lnTo>
                  <a:lnTo>
                    <a:pt x="15250" y="15117"/>
                  </a:lnTo>
                  <a:lnTo>
                    <a:pt x="17356" y="13674"/>
                  </a:lnTo>
                  <a:lnTo>
                    <a:pt x="12222" y="8943"/>
                  </a:lnTo>
                  <a:lnTo>
                    <a:pt x="9894" y="9679"/>
                  </a:lnTo>
                  <a:lnTo>
                    <a:pt x="8588" y="11572"/>
                  </a:lnTo>
                  <a:lnTo>
                    <a:pt x="6505" y="12249"/>
                  </a:lnTo>
                  <a:lnTo>
                    <a:pt x="3604" y="12478"/>
                  </a:lnTo>
                  <a:lnTo>
                    <a:pt x="0" y="8330"/>
                  </a:lnTo>
                  <a:lnTo>
                    <a:pt x="1724" y="3832"/>
                  </a:lnTo>
                  <a:lnTo>
                    <a:pt x="853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9" name="ph5899"/>
            <p:cNvSpPr/>
            <p:nvPr/>
          </p:nvSpPr>
          <p:spPr>
            <a:xfrm>
              <a:off x="7438959" y="3178143"/>
              <a:ext cx="17170" cy="17368"/>
            </a:xfrm>
            <a:custGeom>
              <a:avLst/>
              <a:pathLst>
                <a:path w="17170" h="17368">
                  <a:moveTo>
                    <a:pt x="10951" y="2185"/>
                  </a:moveTo>
                  <a:lnTo>
                    <a:pt x="17170" y="3918"/>
                  </a:lnTo>
                  <a:lnTo>
                    <a:pt x="14202" y="6852"/>
                  </a:lnTo>
                  <a:lnTo>
                    <a:pt x="4400" y="17368"/>
                  </a:lnTo>
                  <a:lnTo>
                    <a:pt x="4220" y="16156"/>
                  </a:lnTo>
                  <a:lnTo>
                    <a:pt x="0" y="8736"/>
                  </a:lnTo>
                  <a:lnTo>
                    <a:pt x="4165" y="3649"/>
                  </a:lnTo>
                  <a:lnTo>
                    <a:pt x="7821" y="564"/>
                  </a:lnTo>
                  <a:lnTo>
                    <a:pt x="862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0" name="ph5900"/>
            <p:cNvSpPr/>
            <p:nvPr/>
          </p:nvSpPr>
          <p:spPr>
            <a:xfrm>
              <a:off x="7327814" y="2838116"/>
              <a:ext cx="52732" cy="55160"/>
            </a:xfrm>
            <a:custGeom>
              <a:avLst/>
              <a:pathLst>
                <a:path w="52732" h="55160">
                  <a:moveTo>
                    <a:pt x="34840" y="1788"/>
                  </a:moveTo>
                  <a:lnTo>
                    <a:pt x="38110" y="7336"/>
                  </a:lnTo>
                  <a:lnTo>
                    <a:pt x="43058" y="11493"/>
                  </a:lnTo>
                  <a:lnTo>
                    <a:pt x="45037" y="11742"/>
                  </a:lnTo>
                  <a:lnTo>
                    <a:pt x="48084" y="11907"/>
                  </a:lnTo>
                  <a:lnTo>
                    <a:pt x="49323" y="11181"/>
                  </a:lnTo>
                  <a:lnTo>
                    <a:pt x="50344" y="11969"/>
                  </a:lnTo>
                  <a:lnTo>
                    <a:pt x="51252" y="15654"/>
                  </a:lnTo>
                  <a:lnTo>
                    <a:pt x="47406" y="16303"/>
                  </a:lnTo>
                  <a:lnTo>
                    <a:pt x="46747" y="18607"/>
                  </a:lnTo>
                  <a:lnTo>
                    <a:pt x="40173" y="26317"/>
                  </a:lnTo>
                  <a:lnTo>
                    <a:pt x="41146" y="29383"/>
                  </a:lnTo>
                  <a:lnTo>
                    <a:pt x="43818" y="32136"/>
                  </a:lnTo>
                  <a:lnTo>
                    <a:pt x="49082" y="31396"/>
                  </a:lnTo>
                  <a:lnTo>
                    <a:pt x="52732" y="34101"/>
                  </a:lnTo>
                  <a:lnTo>
                    <a:pt x="52109" y="44801"/>
                  </a:lnTo>
                  <a:lnTo>
                    <a:pt x="51307" y="43804"/>
                  </a:lnTo>
                  <a:lnTo>
                    <a:pt x="49518" y="44082"/>
                  </a:lnTo>
                  <a:lnTo>
                    <a:pt x="49426" y="45540"/>
                  </a:lnTo>
                  <a:lnTo>
                    <a:pt x="46366" y="49063"/>
                  </a:lnTo>
                  <a:lnTo>
                    <a:pt x="42401" y="50293"/>
                  </a:lnTo>
                  <a:lnTo>
                    <a:pt x="36549" y="49784"/>
                  </a:lnTo>
                  <a:lnTo>
                    <a:pt x="35199" y="50725"/>
                  </a:lnTo>
                  <a:lnTo>
                    <a:pt x="29835" y="51505"/>
                  </a:lnTo>
                  <a:lnTo>
                    <a:pt x="22355" y="50529"/>
                  </a:lnTo>
                  <a:lnTo>
                    <a:pt x="19030" y="49377"/>
                  </a:lnTo>
                  <a:lnTo>
                    <a:pt x="12483" y="51710"/>
                  </a:lnTo>
                  <a:lnTo>
                    <a:pt x="10057" y="50610"/>
                  </a:lnTo>
                  <a:lnTo>
                    <a:pt x="11362" y="48005"/>
                  </a:lnTo>
                  <a:lnTo>
                    <a:pt x="10558" y="47600"/>
                  </a:lnTo>
                  <a:lnTo>
                    <a:pt x="6420" y="48439"/>
                  </a:lnTo>
                  <a:lnTo>
                    <a:pt x="4625" y="53278"/>
                  </a:lnTo>
                  <a:lnTo>
                    <a:pt x="2352" y="55160"/>
                  </a:lnTo>
                  <a:lnTo>
                    <a:pt x="506" y="54515"/>
                  </a:lnTo>
                  <a:lnTo>
                    <a:pt x="1359" y="48590"/>
                  </a:lnTo>
                  <a:lnTo>
                    <a:pt x="4420" y="46494"/>
                  </a:lnTo>
                  <a:lnTo>
                    <a:pt x="3274" y="43723"/>
                  </a:lnTo>
                  <a:lnTo>
                    <a:pt x="1736" y="43253"/>
                  </a:lnTo>
                  <a:lnTo>
                    <a:pt x="0" y="42713"/>
                  </a:lnTo>
                  <a:lnTo>
                    <a:pt x="6294" y="37951"/>
                  </a:lnTo>
                  <a:lnTo>
                    <a:pt x="7350" y="32917"/>
                  </a:lnTo>
                  <a:lnTo>
                    <a:pt x="6157" y="29013"/>
                  </a:lnTo>
                  <a:lnTo>
                    <a:pt x="4817" y="29113"/>
                  </a:lnTo>
                  <a:lnTo>
                    <a:pt x="90" y="27155"/>
                  </a:lnTo>
                  <a:lnTo>
                    <a:pt x="17" y="25416"/>
                  </a:lnTo>
                  <a:lnTo>
                    <a:pt x="1497" y="20210"/>
                  </a:lnTo>
                  <a:lnTo>
                    <a:pt x="2424" y="19813"/>
                  </a:lnTo>
                  <a:lnTo>
                    <a:pt x="5263" y="20545"/>
                  </a:lnTo>
                  <a:lnTo>
                    <a:pt x="6097" y="18228"/>
                  </a:lnTo>
                  <a:lnTo>
                    <a:pt x="8151" y="17422"/>
                  </a:lnTo>
                  <a:lnTo>
                    <a:pt x="8546" y="15275"/>
                  </a:lnTo>
                  <a:lnTo>
                    <a:pt x="12702" y="12590"/>
                  </a:lnTo>
                  <a:lnTo>
                    <a:pt x="15265" y="12780"/>
                  </a:lnTo>
                  <a:lnTo>
                    <a:pt x="19903" y="14804"/>
                  </a:lnTo>
                  <a:lnTo>
                    <a:pt x="21270" y="13887"/>
                  </a:lnTo>
                  <a:lnTo>
                    <a:pt x="21597" y="13028"/>
                  </a:lnTo>
                  <a:lnTo>
                    <a:pt x="20249" y="9934"/>
                  </a:lnTo>
                  <a:lnTo>
                    <a:pt x="20493" y="8021"/>
                  </a:lnTo>
                  <a:lnTo>
                    <a:pt x="21442" y="8969"/>
                  </a:lnTo>
                  <a:lnTo>
                    <a:pt x="23967" y="9054"/>
                  </a:lnTo>
                  <a:lnTo>
                    <a:pt x="26150" y="4611"/>
                  </a:lnTo>
                  <a:lnTo>
                    <a:pt x="26409" y="1025"/>
                  </a:lnTo>
                  <a:lnTo>
                    <a:pt x="2880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1" name="ph5901"/>
            <p:cNvSpPr/>
            <p:nvPr/>
          </p:nvSpPr>
          <p:spPr>
            <a:xfrm>
              <a:off x="7239659" y="2771994"/>
              <a:ext cx="66846" cy="45188"/>
            </a:xfrm>
            <a:custGeom>
              <a:avLst/>
              <a:pathLst>
                <a:path w="66846" h="45188">
                  <a:moveTo>
                    <a:pt x="56961" y="626"/>
                  </a:moveTo>
                  <a:lnTo>
                    <a:pt x="57000" y="2267"/>
                  </a:lnTo>
                  <a:lnTo>
                    <a:pt x="59958" y="6363"/>
                  </a:lnTo>
                  <a:lnTo>
                    <a:pt x="64537" y="8933"/>
                  </a:lnTo>
                  <a:lnTo>
                    <a:pt x="66846" y="10473"/>
                  </a:lnTo>
                  <a:lnTo>
                    <a:pt x="63518" y="15833"/>
                  </a:lnTo>
                  <a:lnTo>
                    <a:pt x="57517" y="19263"/>
                  </a:lnTo>
                  <a:lnTo>
                    <a:pt x="55065" y="19129"/>
                  </a:lnTo>
                  <a:lnTo>
                    <a:pt x="53813" y="17669"/>
                  </a:lnTo>
                  <a:lnTo>
                    <a:pt x="48590" y="20203"/>
                  </a:lnTo>
                  <a:lnTo>
                    <a:pt x="46213" y="24378"/>
                  </a:lnTo>
                  <a:lnTo>
                    <a:pt x="48187" y="30874"/>
                  </a:lnTo>
                  <a:lnTo>
                    <a:pt x="47414" y="34076"/>
                  </a:lnTo>
                  <a:lnTo>
                    <a:pt x="44634" y="34317"/>
                  </a:lnTo>
                  <a:lnTo>
                    <a:pt x="44654" y="31514"/>
                  </a:lnTo>
                  <a:lnTo>
                    <a:pt x="45495" y="30276"/>
                  </a:lnTo>
                  <a:lnTo>
                    <a:pt x="44619" y="28388"/>
                  </a:lnTo>
                  <a:lnTo>
                    <a:pt x="43545" y="28462"/>
                  </a:lnTo>
                  <a:lnTo>
                    <a:pt x="38301" y="33232"/>
                  </a:lnTo>
                  <a:lnTo>
                    <a:pt x="36203" y="36342"/>
                  </a:lnTo>
                  <a:lnTo>
                    <a:pt x="37100" y="38497"/>
                  </a:lnTo>
                  <a:lnTo>
                    <a:pt x="34557" y="43004"/>
                  </a:lnTo>
                  <a:lnTo>
                    <a:pt x="33561" y="43319"/>
                  </a:lnTo>
                  <a:lnTo>
                    <a:pt x="31394" y="40964"/>
                  </a:lnTo>
                  <a:lnTo>
                    <a:pt x="29092" y="40121"/>
                  </a:lnTo>
                  <a:lnTo>
                    <a:pt x="27763" y="42457"/>
                  </a:lnTo>
                  <a:lnTo>
                    <a:pt x="21929" y="42410"/>
                  </a:lnTo>
                  <a:lnTo>
                    <a:pt x="20365" y="45188"/>
                  </a:lnTo>
                  <a:lnTo>
                    <a:pt x="15793" y="43892"/>
                  </a:lnTo>
                  <a:lnTo>
                    <a:pt x="13623" y="41928"/>
                  </a:lnTo>
                  <a:lnTo>
                    <a:pt x="13266" y="37206"/>
                  </a:lnTo>
                  <a:lnTo>
                    <a:pt x="14025" y="34586"/>
                  </a:lnTo>
                  <a:lnTo>
                    <a:pt x="11424" y="28730"/>
                  </a:lnTo>
                  <a:lnTo>
                    <a:pt x="10655" y="27705"/>
                  </a:lnTo>
                  <a:lnTo>
                    <a:pt x="7365" y="26701"/>
                  </a:lnTo>
                  <a:lnTo>
                    <a:pt x="3341" y="24001"/>
                  </a:lnTo>
                  <a:lnTo>
                    <a:pt x="3704" y="23075"/>
                  </a:lnTo>
                  <a:lnTo>
                    <a:pt x="1027" y="16320"/>
                  </a:lnTo>
                  <a:lnTo>
                    <a:pt x="723" y="9695"/>
                  </a:lnTo>
                  <a:lnTo>
                    <a:pt x="2037" y="7809"/>
                  </a:lnTo>
                  <a:lnTo>
                    <a:pt x="832" y="7298"/>
                  </a:lnTo>
                  <a:lnTo>
                    <a:pt x="0" y="6808"/>
                  </a:lnTo>
                  <a:lnTo>
                    <a:pt x="813" y="5657"/>
                  </a:lnTo>
                  <a:lnTo>
                    <a:pt x="3367" y="7523"/>
                  </a:lnTo>
                  <a:lnTo>
                    <a:pt x="4398" y="7513"/>
                  </a:lnTo>
                  <a:lnTo>
                    <a:pt x="8242" y="4983"/>
                  </a:lnTo>
                  <a:lnTo>
                    <a:pt x="9197" y="4514"/>
                  </a:lnTo>
                  <a:lnTo>
                    <a:pt x="11038" y="10333"/>
                  </a:lnTo>
                  <a:lnTo>
                    <a:pt x="13535" y="10601"/>
                  </a:lnTo>
                  <a:lnTo>
                    <a:pt x="16768" y="8581"/>
                  </a:lnTo>
                  <a:lnTo>
                    <a:pt x="17756" y="7069"/>
                  </a:lnTo>
                  <a:lnTo>
                    <a:pt x="21527" y="6010"/>
                  </a:lnTo>
                  <a:lnTo>
                    <a:pt x="24976" y="7688"/>
                  </a:lnTo>
                  <a:lnTo>
                    <a:pt x="24902" y="8689"/>
                  </a:lnTo>
                  <a:lnTo>
                    <a:pt x="36754" y="6340"/>
                  </a:lnTo>
                  <a:lnTo>
                    <a:pt x="38257" y="4009"/>
                  </a:lnTo>
                  <a:lnTo>
                    <a:pt x="5075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2" name="ph5902"/>
            <p:cNvSpPr/>
            <p:nvPr/>
          </p:nvSpPr>
          <p:spPr>
            <a:xfrm>
              <a:off x="7322516" y="2833626"/>
              <a:ext cx="26894" cy="22719"/>
            </a:xfrm>
            <a:custGeom>
              <a:avLst/>
              <a:pathLst>
                <a:path w="26894" h="22719">
                  <a:moveTo>
                    <a:pt x="13157" y="1912"/>
                  </a:moveTo>
                  <a:lnTo>
                    <a:pt x="15860" y="814"/>
                  </a:lnTo>
                  <a:lnTo>
                    <a:pt x="16382" y="1798"/>
                  </a:lnTo>
                  <a:lnTo>
                    <a:pt x="14718" y="6907"/>
                  </a:lnTo>
                  <a:lnTo>
                    <a:pt x="16120" y="7453"/>
                  </a:lnTo>
                  <a:lnTo>
                    <a:pt x="19270" y="6720"/>
                  </a:lnTo>
                  <a:lnTo>
                    <a:pt x="22744" y="9354"/>
                  </a:lnTo>
                  <a:lnTo>
                    <a:pt x="23233" y="12062"/>
                  </a:lnTo>
                  <a:lnTo>
                    <a:pt x="25791" y="12512"/>
                  </a:lnTo>
                  <a:lnTo>
                    <a:pt x="25547" y="14424"/>
                  </a:lnTo>
                  <a:lnTo>
                    <a:pt x="26894" y="17519"/>
                  </a:lnTo>
                  <a:lnTo>
                    <a:pt x="26567" y="18378"/>
                  </a:lnTo>
                  <a:lnTo>
                    <a:pt x="25201" y="19294"/>
                  </a:lnTo>
                  <a:lnTo>
                    <a:pt x="20563" y="17271"/>
                  </a:lnTo>
                  <a:lnTo>
                    <a:pt x="18000" y="17080"/>
                  </a:lnTo>
                  <a:lnTo>
                    <a:pt x="13844" y="19766"/>
                  </a:lnTo>
                  <a:lnTo>
                    <a:pt x="13448" y="21913"/>
                  </a:lnTo>
                  <a:lnTo>
                    <a:pt x="11395" y="22719"/>
                  </a:lnTo>
                  <a:lnTo>
                    <a:pt x="5690" y="17452"/>
                  </a:lnTo>
                  <a:lnTo>
                    <a:pt x="2833" y="17688"/>
                  </a:lnTo>
                  <a:lnTo>
                    <a:pt x="1774" y="14162"/>
                  </a:lnTo>
                  <a:lnTo>
                    <a:pt x="2918" y="11733"/>
                  </a:lnTo>
                  <a:lnTo>
                    <a:pt x="2556" y="9554"/>
                  </a:lnTo>
                  <a:lnTo>
                    <a:pt x="0" y="7824"/>
                  </a:lnTo>
                  <a:lnTo>
                    <a:pt x="306" y="7087"/>
                  </a:lnTo>
                  <a:lnTo>
                    <a:pt x="5903" y="5425"/>
                  </a:lnTo>
                  <a:lnTo>
                    <a:pt x="9183" y="889"/>
                  </a:lnTo>
                  <a:lnTo>
                    <a:pt x="11208" y="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3" name="ph5903"/>
            <p:cNvSpPr/>
            <p:nvPr/>
          </p:nvSpPr>
          <p:spPr>
            <a:xfrm>
              <a:off x="8404245" y="2772161"/>
              <a:ext cx="19042" cy="13724"/>
            </a:xfrm>
            <a:custGeom>
              <a:avLst/>
              <a:pathLst>
                <a:path w="19042" h="13724">
                  <a:moveTo>
                    <a:pt x="7511" y="0"/>
                  </a:moveTo>
                  <a:lnTo>
                    <a:pt x="13319" y="2433"/>
                  </a:lnTo>
                  <a:lnTo>
                    <a:pt x="17535" y="1525"/>
                  </a:lnTo>
                  <a:lnTo>
                    <a:pt x="19042" y="9097"/>
                  </a:lnTo>
                  <a:lnTo>
                    <a:pt x="16174" y="9948"/>
                  </a:lnTo>
                  <a:lnTo>
                    <a:pt x="16908" y="11743"/>
                  </a:lnTo>
                  <a:lnTo>
                    <a:pt x="16354" y="13724"/>
                  </a:lnTo>
                  <a:lnTo>
                    <a:pt x="14404" y="13712"/>
                  </a:lnTo>
                  <a:lnTo>
                    <a:pt x="14387" y="12079"/>
                  </a:lnTo>
                  <a:lnTo>
                    <a:pt x="13160" y="11404"/>
                  </a:lnTo>
                  <a:lnTo>
                    <a:pt x="9137" y="11901"/>
                  </a:lnTo>
                  <a:lnTo>
                    <a:pt x="9129" y="12499"/>
                  </a:lnTo>
                  <a:lnTo>
                    <a:pt x="6968" y="13128"/>
                  </a:lnTo>
                  <a:lnTo>
                    <a:pt x="4687" y="12173"/>
                  </a:lnTo>
                  <a:lnTo>
                    <a:pt x="2023" y="9867"/>
                  </a:lnTo>
                  <a:lnTo>
                    <a:pt x="3531" y="8862"/>
                  </a:lnTo>
                  <a:lnTo>
                    <a:pt x="3478" y="7878"/>
                  </a:lnTo>
                  <a:lnTo>
                    <a:pt x="1881" y="6371"/>
                  </a:lnTo>
                  <a:lnTo>
                    <a:pt x="0" y="216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4" name="ph5904"/>
            <p:cNvSpPr/>
            <p:nvPr/>
          </p:nvSpPr>
          <p:spPr>
            <a:xfrm>
              <a:off x="8384238" y="2796738"/>
              <a:ext cx="17950" cy="15884"/>
            </a:xfrm>
            <a:custGeom>
              <a:avLst/>
              <a:pathLst>
                <a:path w="17950" h="15884">
                  <a:moveTo>
                    <a:pt x="13948" y="620"/>
                  </a:moveTo>
                  <a:lnTo>
                    <a:pt x="12852" y="1873"/>
                  </a:lnTo>
                  <a:lnTo>
                    <a:pt x="12808" y="4378"/>
                  </a:lnTo>
                  <a:lnTo>
                    <a:pt x="17950" y="9010"/>
                  </a:lnTo>
                  <a:lnTo>
                    <a:pt x="17809" y="9933"/>
                  </a:lnTo>
                  <a:lnTo>
                    <a:pt x="15601" y="11642"/>
                  </a:lnTo>
                  <a:lnTo>
                    <a:pt x="10927" y="14385"/>
                  </a:lnTo>
                  <a:lnTo>
                    <a:pt x="8457" y="13598"/>
                  </a:lnTo>
                  <a:lnTo>
                    <a:pt x="6274" y="14045"/>
                  </a:lnTo>
                  <a:lnTo>
                    <a:pt x="4066" y="15884"/>
                  </a:lnTo>
                  <a:lnTo>
                    <a:pt x="3438" y="13758"/>
                  </a:lnTo>
                  <a:lnTo>
                    <a:pt x="5353" y="10889"/>
                  </a:lnTo>
                  <a:lnTo>
                    <a:pt x="2995" y="7338"/>
                  </a:lnTo>
                  <a:lnTo>
                    <a:pt x="0" y="5705"/>
                  </a:lnTo>
                  <a:lnTo>
                    <a:pt x="1306" y="6044"/>
                  </a:lnTo>
                  <a:lnTo>
                    <a:pt x="2955" y="5224"/>
                  </a:lnTo>
                  <a:lnTo>
                    <a:pt x="5125" y="3418"/>
                  </a:lnTo>
                  <a:lnTo>
                    <a:pt x="5171" y="1406"/>
                  </a:lnTo>
                  <a:lnTo>
                    <a:pt x="8352" y="1722"/>
                  </a:lnTo>
                  <a:lnTo>
                    <a:pt x="9915" y="2625"/>
                  </a:lnTo>
                  <a:lnTo>
                    <a:pt x="1313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5" name="ph5905"/>
            <p:cNvSpPr/>
            <p:nvPr/>
          </p:nvSpPr>
          <p:spPr>
            <a:xfrm>
              <a:off x="8544756" y="2784718"/>
              <a:ext cx="54533" cy="71754"/>
            </a:xfrm>
            <a:custGeom>
              <a:avLst/>
              <a:pathLst>
                <a:path w="54533" h="71754">
                  <a:moveTo>
                    <a:pt x="53346" y="1499"/>
                  </a:moveTo>
                  <a:lnTo>
                    <a:pt x="54533" y="7941"/>
                  </a:lnTo>
                  <a:lnTo>
                    <a:pt x="37804" y="45310"/>
                  </a:lnTo>
                  <a:lnTo>
                    <a:pt x="16311" y="71754"/>
                  </a:lnTo>
                  <a:lnTo>
                    <a:pt x="14918" y="71728"/>
                  </a:lnTo>
                  <a:lnTo>
                    <a:pt x="14972" y="66027"/>
                  </a:lnTo>
                  <a:lnTo>
                    <a:pt x="6417" y="65942"/>
                  </a:lnTo>
                  <a:lnTo>
                    <a:pt x="5826" y="65036"/>
                  </a:lnTo>
                  <a:lnTo>
                    <a:pt x="6091" y="64376"/>
                  </a:lnTo>
                  <a:lnTo>
                    <a:pt x="10681" y="64602"/>
                  </a:lnTo>
                  <a:lnTo>
                    <a:pt x="9777" y="56687"/>
                  </a:lnTo>
                  <a:lnTo>
                    <a:pt x="6084" y="52901"/>
                  </a:lnTo>
                  <a:lnTo>
                    <a:pt x="3552" y="48264"/>
                  </a:lnTo>
                  <a:lnTo>
                    <a:pt x="2825" y="42076"/>
                  </a:lnTo>
                  <a:lnTo>
                    <a:pt x="212" y="41165"/>
                  </a:lnTo>
                  <a:lnTo>
                    <a:pt x="0" y="40483"/>
                  </a:lnTo>
                  <a:lnTo>
                    <a:pt x="1514" y="38576"/>
                  </a:lnTo>
                  <a:lnTo>
                    <a:pt x="7250" y="38165"/>
                  </a:lnTo>
                  <a:lnTo>
                    <a:pt x="5325" y="36553"/>
                  </a:lnTo>
                  <a:lnTo>
                    <a:pt x="2350" y="36063"/>
                  </a:lnTo>
                  <a:lnTo>
                    <a:pt x="4973" y="30339"/>
                  </a:lnTo>
                  <a:lnTo>
                    <a:pt x="10309" y="27363"/>
                  </a:lnTo>
                  <a:lnTo>
                    <a:pt x="10596" y="26305"/>
                  </a:lnTo>
                  <a:lnTo>
                    <a:pt x="9109" y="22751"/>
                  </a:lnTo>
                  <a:lnTo>
                    <a:pt x="12029" y="23408"/>
                  </a:lnTo>
                  <a:lnTo>
                    <a:pt x="12537" y="19030"/>
                  </a:lnTo>
                  <a:lnTo>
                    <a:pt x="16520" y="17673"/>
                  </a:lnTo>
                  <a:lnTo>
                    <a:pt x="18618" y="14861"/>
                  </a:lnTo>
                  <a:lnTo>
                    <a:pt x="23706" y="14025"/>
                  </a:lnTo>
                  <a:lnTo>
                    <a:pt x="24262" y="6933"/>
                  </a:lnTo>
                  <a:lnTo>
                    <a:pt x="23456" y="3680"/>
                  </a:lnTo>
                  <a:lnTo>
                    <a:pt x="29677" y="5866"/>
                  </a:lnTo>
                  <a:lnTo>
                    <a:pt x="32930" y="5537"/>
                  </a:lnTo>
                  <a:lnTo>
                    <a:pt x="32382" y="3564"/>
                  </a:lnTo>
                  <a:lnTo>
                    <a:pt x="40377" y="3422"/>
                  </a:lnTo>
                  <a:lnTo>
                    <a:pt x="40827" y="4836"/>
                  </a:lnTo>
                  <a:lnTo>
                    <a:pt x="43335" y="4779"/>
                  </a:lnTo>
                  <a:lnTo>
                    <a:pt x="43241" y="103"/>
                  </a:lnTo>
                  <a:lnTo>
                    <a:pt x="4795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6" name="ph5906"/>
            <p:cNvSpPr/>
            <p:nvPr/>
          </p:nvSpPr>
          <p:spPr>
            <a:xfrm>
              <a:off x="8317326" y="2811322"/>
              <a:ext cx="28112" cy="32859"/>
            </a:xfrm>
            <a:custGeom>
              <a:avLst/>
              <a:pathLst>
                <a:path w="28112" h="32859">
                  <a:moveTo>
                    <a:pt x="15348" y="260"/>
                  </a:moveTo>
                  <a:lnTo>
                    <a:pt x="15514" y="2587"/>
                  </a:lnTo>
                  <a:lnTo>
                    <a:pt x="19937" y="5665"/>
                  </a:lnTo>
                  <a:lnTo>
                    <a:pt x="22661" y="6078"/>
                  </a:lnTo>
                  <a:lnTo>
                    <a:pt x="27868" y="13824"/>
                  </a:lnTo>
                  <a:lnTo>
                    <a:pt x="28112" y="14826"/>
                  </a:lnTo>
                  <a:lnTo>
                    <a:pt x="24290" y="20534"/>
                  </a:lnTo>
                  <a:lnTo>
                    <a:pt x="24705" y="28736"/>
                  </a:lnTo>
                  <a:lnTo>
                    <a:pt x="22422" y="32859"/>
                  </a:lnTo>
                  <a:lnTo>
                    <a:pt x="20204" y="32797"/>
                  </a:lnTo>
                  <a:lnTo>
                    <a:pt x="18136" y="29184"/>
                  </a:lnTo>
                  <a:lnTo>
                    <a:pt x="18767" y="26269"/>
                  </a:lnTo>
                  <a:lnTo>
                    <a:pt x="19920" y="26445"/>
                  </a:lnTo>
                  <a:lnTo>
                    <a:pt x="19986" y="25588"/>
                  </a:lnTo>
                  <a:lnTo>
                    <a:pt x="17218" y="24898"/>
                  </a:lnTo>
                  <a:lnTo>
                    <a:pt x="11639" y="26088"/>
                  </a:lnTo>
                  <a:lnTo>
                    <a:pt x="4919" y="23783"/>
                  </a:lnTo>
                  <a:lnTo>
                    <a:pt x="4504" y="20406"/>
                  </a:lnTo>
                  <a:lnTo>
                    <a:pt x="1853" y="20728"/>
                  </a:lnTo>
                  <a:lnTo>
                    <a:pt x="0" y="19707"/>
                  </a:lnTo>
                  <a:lnTo>
                    <a:pt x="96" y="13069"/>
                  </a:lnTo>
                  <a:lnTo>
                    <a:pt x="7412" y="12715"/>
                  </a:lnTo>
                  <a:lnTo>
                    <a:pt x="8643" y="8782"/>
                  </a:lnTo>
                  <a:lnTo>
                    <a:pt x="7596" y="7644"/>
                  </a:lnTo>
                  <a:lnTo>
                    <a:pt x="8433" y="4657"/>
                  </a:lnTo>
                  <a:lnTo>
                    <a:pt x="7390" y="3294"/>
                  </a:lnTo>
                  <a:lnTo>
                    <a:pt x="931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7" name="ph5907"/>
            <p:cNvSpPr/>
            <p:nvPr/>
          </p:nvSpPr>
          <p:spPr>
            <a:xfrm>
              <a:off x="8400309" y="2752469"/>
              <a:ext cx="11448" cy="21852"/>
            </a:xfrm>
            <a:custGeom>
              <a:avLst/>
              <a:pathLst>
                <a:path w="11448" h="21852">
                  <a:moveTo>
                    <a:pt x="10856" y="3100"/>
                  </a:moveTo>
                  <a:lnTo>
                    <a:pt x="9323" y="3285"/>
                  </a:lnTo>
                  <a:lnTo>
                    <a:pt x="8119" y="7397"/>
                  </a:lnTo>
                  <a:lnTo>
                    <a:pt x="10401" y="7444"/>
                  </a:lnTo>
                  <a:lnTo>
                    <a:pt x="11448" y="19692"/>
                  </a:lnTo>
                  <a:lnTo>
                    <a:pt x="3936" y="21852"/>
                  </a:lnTo>
                  <a:lnTo>
                    <a:pt x="2826" y="17384"/>
                  </a:lnTo>
                  <a:lnTo>
                    <a:pt x="0" y="10139"/>
                  </a:lnTo>
                  <a:lnTo>
                    <a:pt x="324" y="2633"/>
                  </a:lnTo>
                  <a:lnTo>
                    <a:pt x="6647" y="1590"/>
                  </a:lnTo>
                  <a:lnTo>
                    <a:pt x="1113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8" name="ph5908"/>
            <p:cNvSpPr/>
            <p:nvPr/>
          </p:nvSpPr>
          <p:spPr>
            <a:xfrm>
              <a:off x="8362679" y="2792691"/>
              <a:ext cx="13257" cy="9119"/>
            </a:xfrm>
            <a:custGeom>
              <a:avLst/>
              <a:pathLst>
                <a:path w="13257" h="9119">
                  <a:moveTo>
                    <a:pt x="7563" y="0"/>
                  </a:moveTo>
                  <a:lnTo>
                    <a:pt x="9234" y="137"/>
                  </a:lnTo>
                  <a:lnTo>
                    <a:pt x="13257" y="2362"/>
                  </a:lnTo>
                  <a:lnTo>
                    <a:pt x="13225" y="4871"/>
                  </a:lnTo>
                  <a:lnTo>
                    <a:pt x="12096" y="6932"/>
                  </a:lnTo>
                  <a:lnTo>
                    <a:pt x="6521" y="6677"/>
                  </a:lnTo>
                  <a:lnTo>
                    <a:pt x="4043" y="9119"/>
                  </a:lnTo>
                  <a:lnTo>
                    <a:pt x="0" y="7382"/>
                  </a:lnTo>
                  <a:lnTo>
                    <a:pt x="717" y="5705"/>
                  </a:lnTo>
                  <a:lnTo>
                    <a:pt x="6786" y="71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9" name="ph5909"/>
            <p:cNvSpPr/>
            <p:nvPr/>
          </p:nvSpPr>
          <p:spPr>
            <a:xfrm>
              <a:off x="8399419" y="2820092"/>
              <a:ext cx="22836" cy="14185"/>
            </a:xfrm>
            <a:custGeom>
              <a:avLst/>
              <a:pathLst>
                <a:path w="22836" h="14185">
                  <a:moveTo>
                    <a:pt x="17493" y="1726"/>
                  </a:moveTo>
                  <a:lnTo>
                    <a:pt x="17527" y="3485"/>
                  </a:lnTo>
                  <a:lnTo>
                    <a:pt x="16713" y="6179"/>
                  </a:lnTo>
                  <a:lnTo>
                    <a:pt x="18676" y="6719"/>
                  </a:lnTo>
                  <a:lnTo>
                    <a:pt x="22836" y="13510"/>
                  </a:lnTo>
                  <a:lnTo>
                    <a:pt x="22589" y="14185"/>
                  </a:lnTo>
                  <a:lnTo>
                    <a:pt x="18959" y="14014"/>
                  </a:lnTo>
                  <a:lnTo>
                    <a:pt x="17550" y="11822"/>
                  </a:lnTo>
                  <a:lnTo>
                    <a:pt x="9357" y="10809"/>
                  </a:lnTo>
                  <a:lnTo>
                    <a:pt x="9205" y="8797"/>
                  </a:lnTo>
                  <a:lnTo>
                    <a:pt x="8282" y="7997"/>
                  </a:lnTo>
                  <a:lnTo>
                    <a:pt x="6927" y="8423"/>
                  </a:lnTo>
                  <a:lnTo>
                    <a:pt x="4483" y="7507"/>
                  </a:lnTo>
                  <a:lnTo>
                    <a:pt x="2027" y="4325"/>
                  </a:lnTo>
                  <a:lnTo>
                    <a:pt x="0" y="3433"/>
                  </a:lnTo>
                  <a:lnTo>
                    <a:pt x="1648" y="1685"/>
                  </a:lnTo>
                  <a:lnTo>
                    <a:pt x="4321" y="820"/>
                  </a:lnTo>
                  <a:lnTo>
                    <a:pt x="9759" y="966"/>
                  </a:lnTo>
                  <a:lnTo>
                    <a:pt x="1551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0" name="ph5910"/>
            <p:cNvSpPr/>
            <p:nvPr/>
          </p:nvSpPr>
          <p:spPr>
            <a:xfrm>
              <a:off x="8443113" y="2791276"/>
              <a:ext cx="24429" cy="37272"/>
            </a:xfrm>
            <a:custGeom>
              <a:avLst/>
              <a:pathLst>
                <a:path w="24429" h="37272">
                  <a:moveTo>
                    <a:pt x="17172" y="1855"/>
                  </a:moveTo>
                  <a:lnTo>
                    <a:pt x="17565" y="6663"/>
                  </a:lnTo>
                  <a:lnTo>
                    <a:pt x="22872" y="6768"/>
                  </a:lnTo>
                  <a:lnTo>
                    <a:pt x="23705" y="15836"/>
                  </a:lnTo>
                  <a:lnTo>
                    <a:pt x="24429" y="27029"/>
                  </a:lnTo>
                  <a:lnTo>
                    <a:pt x="22508" y="32222"/>
                  </a:lnTo>
                  <a:lnTo>
                    <a:pt x="22119" y="35732"/>
                  </a:lnTo>
                  <a:lnTo>
                    <a:pt x="21667" y="37263"/>
                  </a:lnTo>
                  <a:lnTo>
                    <a:pt x="19533" y="37272"/>
                  </a:lnTo>
                  <a:lnTo>
                    <a:pt x="16527" y="35289"/>
                  </a:lnTo>
                  <a:lnTo>
                    <a:pt x="14235" y="37001"/>
                  </a:lnTo>
                  <a:lnTo>
                    <a:pt x="14054" y="34442"/>
                  </a:lnTo>
                  <a:lnTo>
                    <a:pt x="9330" y="34102"/>
                  </a:lnTo>
                  <a:lnTo>
                    <a:pt x="8918" y="30763"/>
                  </a:lnTo>
                  <a:lnTo>
                    <a:pt x="4598" y="30728"/>
                  </a:lnTo>
                  <a:lnTo>
                    <a:pt x="4408" y="33486"/>
                  </a:lnTo>
                  <a:lnTo>
                    <a:pt x="1243" y="33125"/>
                  </a:lnTo>
                  <a:lnTo>
                    <a:pt x="1140" y="28633"/>
                  </a:lnTo>
                  <a:lnTo>
                    <a:pt x="2122" y="26921"/>
                  </a:lnTo>
                  <a:lnTo>
                    <a:pt x="3677" y="25619"/>
                  </a:lnTo>
                  <a:lnTo>
                    <a:pt x="4351" y="22840"/>
                  </a:lnTo>
                  <a:lnTo>
                    <a:pt x="3027" y="19612"/>
                  </a:lnTo>
                  <a:lnTo>
                    <a:pt x="0" y="19008"/>
                  </a:lnTo>
                  <a:lnTo>
                    <a:pt x="689" y="13633"/>
                  </a:lnTo>
                  <a:lnTo>
                    <a:pt x="3208" y="13710"/>
                  </a:lnTo>
                  <a:lnTo>
                    <a:pt x="5046" y="11463"/>
                  </a:lnTo>
                  <a:lnTo>
                    <a:pt x="5234" y="9974"/>
                  </a:lnTo>
                  <a:lnTo>
                    <a:pt x="8983" y="10026"/>
                  </a:lnTo>
                  <a:lnTo>
                    <a:pt x="10460" y="8982"/>
                  </a:lnTo>
                  <a:lnTo>
                    <a:pt x="12172" y="6390"/>
                  </a:lnTo>
                  <a:lnTo>
                    <a:pt x="12234" y="5093"/>
                  </a:lnTo>
                  <a:lnTo>
                    <a:pt x="15526" y="2250"/>
                  </a:lnTo>
                  <a:lnTo>
                    <a:pt x="1571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1" name="ph5911"/>
            <p:cNvSpPr/>
            <p:nvPr/>
          </p:nvSpPr>
          <p:spPr>
            <a:xfrm>
              <a:off x="8358396" y="2803516"/>
              <a:ext cx="16232" cy="12520"/>
            </a:xfrm>
            <a:custGeom>
              <a:avLst/>
              <a:pathLst>
                <a:path w="16232" h="12520">
                  <a:moveTo>
                    <a:pt x="7637" y="1359"/>
                  </a:moveTo>
                  <a:lnTo>
                    <a:pt x="11775" y="560"/>
                  </a:lnTo>
                  <a:lnTo>
                    <a:pt x="13777" y="977"/>
                  </a:lnTo>
                  <a:lnTo>
                    <a:pt x="14062" y="5658"/>
                  </a:lnTo>
                  <a:lnTo>
                    <a:pt x="15818" y="7434"/>
                  </a:lnTo>
                  <a:lnTo>
                    <a:pt x="16232" y="9485"/>
                  </a:lnTo>
                  <a:lnTo>
                    <a:pt x="13264" y="9466"/>
                  </a:lnTo>
                  <a:lnTo>
                    <a:pt x="13338" y="10147"/>
                  </a:lnTo>
                  <a:lnTo>
                    <a:pt x="10900" y="12474"/>
                  </a:lnTo>
                  <a:lnTo>
                    <a:pt x="7633" y="12520"/>
                  </a:lnTo>
                  <a:lnTo>
                    <a:pt x="4059" y="6155"/>
                  </a:lnTo>
                  <a:lnTo>
                    <a:pt x="0" y="7209"/>
                  </a:lnTo>
                  <a:lnTo>
                    <a:pt x="448" y="4482"/>
                  </a:lnTo>
                  <a:lnTo>
                    <a:pt x="4197" y="4028"/>
                  </a:lnTo>
                  <a:lnTo>
                    <a:pt x="4825" y="5347"/>
                  </a:lnTo>
                  <a:lnTo>
                    <a:pt x="6697" y="6666"/>
                  </a:lnTo>
                  <a:lnTo>
                    <a:pt x="6999" y="6654"/>
                  </a:lnTo>
                  <a:lnTo>
                    <a:pt x="6997" y="6906"/>
                  </a:lnTo>
                  <a:lnTo>
                    <a:pt x="7566" y="7950"/>
                  </a:lnTo>
                  <a:lnTo>
                    <a:pt x="10173" y="7480"/>
                  </a:lnTo>
                  <a:lnTo>
                    <a:pt x="10884" y="6083"/>
                  </a:lnTo>
                  <a:lnTo>
                    <a:pt x="4860" y="5052"/>
                  </a:lnTo>
                  <a:lnTo>
                    <a:pt x="542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2" name="ph5912"/>
            <p:cNvSpPr/>
            <p:nvPr/>
          </p:nvSpPr>
          <p:spPr>
            <a:xfrm>
              <a:off x="8489241" y="2839677"/>
              <a:ext cx="33051" cy="34862"/>
            </a:xfrm>
            <a:custGeom>
              <a:avLst/>
              <a:pathLst>
                <a:path w="33051" h="34862">
                  <a:moveTo>
                    <a:pt x="33051" y="6443"/>
                  </a:moveTo>
                  <a:lnTo>
                    <a:pt x="31944" y="8677"/>
                  </a:lnTo>
                  <a:lnTo>
                    <a:pt x="28833" y="8334"/>
                  </a:lnTo>
                  <a:lnTo>
                    <a:pt x="22569" y="9287"/>
                  </a:lnTo>
                  <a:lnTo>
                    <a:pt x="22968" y="11531"/>
                  </a:lnTo>
                  <a:lnTo>
                    <a:pt x="24238" y="11681"/>
                  </a:lnTo>
                  <a:lnTo>
                    <a:pt x="22858" y="17349"/>
                  </a:lnTo>
                  <a:lnTo>
                    <a:pt x="20715" y="19534"/>
                  </a:lnTo>
                  <a:lnTo>
                    <a:pt x="18596" y="19541"/>
                  </a:lnTo>
                  <a:lnTo>
                    <a:pt x="18035" y="20223"/>
                  </a:lnTo>
                  <a:lnTo>
                    <a:pt x="17934" y="30126"/>
                  </a:lnTo>
                  <a:lnTo>
                    <a:pt x="15847" y="34862"/>
                  </a:lnTo>
                  <a:lnTo>
                    <a:pt x="12274" y="32264"/>
                  </a:lnTo>
                  <a:lnTo>
                    <a:pt x="9739" y="31516"/>
                  </a:lnTo>
                  <a:lnTo>
                    <a:pt x="1182" y="30706"/>
                  </a:lnTo>
                  <a:lnTo>
                    <a:pt x="0" y="32311"/>
                  </a:lnTo>
                  <a:lnTo>
                    <a:pt x="553" y="23741"/>
                  </a:lnTo>
                  <a:lnTo>
                    <a:pt x="5919" y="20035"/>
                  </a:lnTo>
                  <a:lnTo>
                    <a:pt x="7511" y="16131"/>
                  </a:lnTo>
                  <a:lnTo>
                    <a:pt x="9075" y="14397"/>
                  </a:lnTo>
                  <a:lnTo>
                    <a:pt x="11346" y="14493"/>
                  </a:lnTo>
                  <a:lnTo>
                    <a:pt x="14480" y="14162"/>
                  </a:lnTo>
                  <a:lnTo>
                    <a:pt x="18680" y="11879"/>
                  </a:lnTo>
                  <a:lnTo>
                    <a:pt x="18537" y="9330"/>
                  </a:lnTo>
                  <a:lnTo>
                    <a:pt x="20568" y="6245"/>
                  </a:lnTo>
                  <a:lnTo>
                    <a:pt x="22383" y="4728"/>
                  </a:lnTo>
                  <a:lnTo>
                    <a:pt x="26902" y="4309"/>
                  </a:lnTo>
                  <a:lnTo>
                    <a:pt x="29099" y="407"/>
                  </a:lnTo>
                  <a:lnTo>
                    <a:pt x="3219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3" name="ph5913"/>
            <p:cNvSpPr/>
            <p:nvPr/>
          </p:nvSpPr>
          <p:spPr>
            <a:xfrm>
              <a:off x="8354278" y="2820581"/>
              <a:ext cx="13347" cy="36817"/>
            </a:xfrm>
            <a:custGeom>
              <a:avLst/>
              <a:pathLst>
                <a:path w="13347" h="36817">
                  <a:moveTo>
                    <a:pt x="9249" y="521"/>
                  </a:moveTo>
                  <a:lnTo>
                    <a:pt x="11312" y="2953"/>
                  </a:lnTo>
                  <a:lnTo>
                    <a:pt x="10902" y="7395"/>
                  </a:lnTo>
                  <a:lnTo>
                    <a:pt x="13347" y="12236"/>
                  </a:lnTo>
                  <a:lnTo>
                    <a:pt x="13296" y="12982"/>
                  </a:lnTo>
                  <a:lnTo>
                    <a:pt x="11173" y="13620"/>
                  </a:lnTo>
                  <a:lnTo>
                    <a:pt x="10281" y="14454"/>
                  </a:lnTo>
                  <a:lnTo>
                    <a:pt x="10827" y="17159"/>
                  </a:lnTo>
                  <a:lnTo>
                    <a:pt x="4493" y="16234"/>
                  </a:lnTo>
                  <a:lnTo>
                    <a:pt x="4298" y="14628"/>
                  </a:lnTo>
                  <a:lnTo>
                    <a:pt x="3237" y="14423"/>
                  </a:lnTo>
                  <a:lnTo>
                    <a:pt x="2055" y="16155"/>
                  </a:lnTo>
                  <a:lnTo>
                    <a:pt x="2881" y="18587"/>
                  </a:lnTo>
                  <a:lnTo>
                    <a:pt x="5065" y="21448"/>
                  </a:lnTo>
                  <a:lnTo>
                    <a:pt x="9519" y="24421"/>
                  </a:lnTo>
                  <a:lnTo>
                    <a:pt x="10035" y="26781"/>
                  </a:lnTo>
                  <a:lnTo>
                    <a:pt x="9347" y="33213"/>
                  </a:lnTo>
                  <a:lnTo>
                    <a:pt x="10169" y="36817"/>
                  </a:lnTo>
                  <a:lnTo>
                    <a:pt x="9213" y="34893"/>
                  </a:lnTo>
                  <a:lnTo>
                    <a:pt x="993" y="20977"/>
                  </a:lnTo>
                  <a:lnTo>
                    <a:pt x="2190" y="19195"/>
                  </a:lnTo>
                  <a:lnTo>
                    <a:pt x="1911" y="18934"/>
                  </a:lnTo>
                  <a:lnTo>
                    <a:pt x="1693" y="18970"/>
                  </a:lnTo>
                  <a:lnTo>
                    <a:pt x="962" y="18753"/>
                  </a:lnTo>
                  <a:lnTo>
                    <a:pt x="3071" y="13042"/>
                  </a:lnTo>
                  <a:lnTo>
                    <a:pt x="32" y="9118"/>
                  </a:lnTo>
                  <a:lnTo>
                    <a:pt x="0" y="6524"/>
                  </a:lnTo>
                  <a:lnTo>
                    <a:pt x="5775" y="6183"/>
                  </a:lnTo>
                  <a:lnTo>
                    <a:pt x="4936" y="4490"/>
                  </a:lnTo>
                  <a:lnTo>
                    <a:pt x="706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4" name="ph5914"/>
            <p:cNvSpPr/>
            <p:nvPr/>
          </p:nvSpPr>
          <p:spPr>
            <a:xfrm>
              <a:off x="8408626" y="2783565"/>
              <a:ext cx="16197" cy="17830"/>
            </a:xfrm>
            <a:custGeom>
              <a:avLst/>
              <a:pathLst>
                <a:path w="16197" h="17830">
                  <a:moveTo>
                    <a:pt x="10006" y="675"/>
                  </a:moveTo>
                  <a:lnTo>
                    <a:pt x="10023" y="2308"/>
                  </a:lnTo>
                  <a:lnTo>
                    <a:pt x="10714" y="2320"/>
                  </a:lnTo>
                  <a:lnTo>
                    <a:pt x="10778" y="3116"/>
                  </a:lnTo>
                  <a:lnTo>
                    <a:pt x="8043" y="8027"/>
                  </a:lnTo>
                  <a:lnTo>
                    <a:pt x="8170" y="11481"/>
                  </a:lnTo>
                  <a:lnTo>
                    <a:pt x="10053" y="14798"/>
                  </a:lnTo>
                  <a:lnTo>
                    <a:pt x="12561" y="14712"/>
                  </a:lnTo>
                  <a:lnTo>
                    <a:pt x="15810" y="15913"/>
                  </a:lnTo>
                  <a:lnTo>
                    <a:pt x="16197" y="17830"/>
                  </a:lnTo>
                  <a:lnTo>
                    <a:pt x="11991" y="17077"/>
                  </a:lnTo>
                  <a:lnTo>
                    <a:pt x="10394" y="17673"/>
                  </a:lnTo>
                  <a:lnTo>
                    <a:pt x="9088" y="17256"/>
                  </a:lnTo>
                  <a:lnTo>
                    <a:pt x="5837" y="12996"/>
                  </a:lnTo>
                  <a:lnTo>
                    <a:pt x="2414" y="11863"/>
                  </a:lnTo>
                  <a:lnTo>
                    <a:pt x="2225" y="10112"/>
                  </a:lnTo>
                  <a:lnTo>
                    <a:pt x="1546" y="3593"/>
                  </a:lnTo>
                  <a:lnTo>
                    <a:pt x="0" y="2622"/>
                  </a:lnTo>
                  <a:lnTo>
                    <a:pt x="306" y="769"/>
                  </a:lnTo>
                  <a:lnTo>
                    <a:pt x="2587" y="1724"/>
                  </a:lnTo>
                  <a:lnTo>
                    <a:pt x="4748" y="1095"/>
                  </a:lnTo>
                  <a:lnTo>
                    <a:pt x="4756" y="497"/>
                  </a:lnTo>
                  <a:lnTo>
                    <a:pt x="877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5" name="ph5915"/>
            <p:cNvSpPr/>
            <p:nvPr/>
          </p:nvSpPr>
          <p:spPr>
            <a:xfrm>
              <a:off x="8273145" y="2806469"/>
              <a:ext cx="44033" cy="19465"/>
            </a:xfrm>
            <a:custGeom>
              <a:avLst/>
              <a:pathLst>
                <a:path w="44033" h="19465">
                  <a:moveTo>
                    <a:pt x="36909" y="2477"/>
                  </a:moveTo>
                  <a:lnTo>
                    <a:pt x="36672" y="4969"/>
                  </a:lnTo>
                  <a:lnTo>
                    <a:pt x="39620" y="5093"/>
                  </a:lnTo>
                  <a:lnTo>
                    <a:pt x="41492" y="3110"/>
                  </a:lnTo>
                  <a:lnTo>
                    <a:pt x="42390" y="3397"/>
                  </a:lnTo>
                  <a:lnTo>
                    <a:pt x="43837" y="4486"/>
                  </a:lnTo>
                  <a:lnTo>
                    <a:pt x="44033" y="7312"/>
                  </a:lnTo>
                  <a:lnTo>
                    <a:pt x="42152" y="10061"/>
                  </a:lnTo>
                  <a:lnTo>
                    <a:pt x="40617" y="12911"/>
                  </a:lnTo>
                  <a:lnTo>
                    <a:pt x="41201" y="11489"/>
                  </a:lnTo>
                  <a:lnTo>
                    <a:pt x="32679" y="10120"/>
                  </a:lnTo>
                  <a:lnTo>
                    <a:pt x="30042" y="11543"/>
                  </a:lnTo>
                  <a:lnTo>
                    <a:pt x="29671" y="12474"/>
                  </a:lnTo>
                  <a:lnTo>
                    <a:pt x="31973" y="12985"/>
                  </a:lnTo>
                  <a:lnTo>
                    <a:pt x="32372" y="15671"/>
                  </a:lnTo>
                  <a:lnTo>
                    <a:pt x="26949" y="19465"/>
                  </a:lnTo>
                  <a:lnTo>
                    <a:pt x="26036" y="19412"/>
                  </a:lnTo>
                  <a:lnTo>
                    <a:pt x="26502" y="14551"/>
                  </a:lnTo>
                  <a:lnTo>
                    <a:pt x="18385" y="16387"/>
                  </a:lnTo>
                  <a:lnTo>
                    <a:pt x="18412" y="18800"/>
                  </a:lnTo>
                  <a:lnTo>
                    <a:pt x="3789" y="18484"/>
                  </a:lnTo>
                  <a:lnTo>
                    <a:pt x="1477" y="18335"/>
                  </a:lnTo>
                  <a:lnTo>
                    <a:pt x="2789" y="15559"/>
                  </a:lnTo>
                  <a:lnTo>
                    <a:pt x="0" y="15384"/>
                  </a:lnTo>
                  <a:lnTo>
                    <a:pt x="2704" y="10223"/>
                  </a:lnTo>
                  <a:lnTo>
                    <a:pt x="6840" y="7184"/>
                  </a:lnTo>
                  <a:lnTo>
                    <a:pt x="14533" y="6923"/>
                  </a:lnTo>
                  <a:lnTo>
                    <a:pt x="15461" y="3674"/>
                  </a:lnTo>
                  <a:lnTo>
                    <a:pt x="18777" y="3517"/>
                  </a:lnTo>
                  <a:lnTo>
                    <a:pt x="19176" y="5331"/>
                  </a:lnTo>
                  <a:lnTo>
                    <a:pt x="22891" y="4531"/>
                  </a:lnTo>
                  <a:lnTo>
                    <a:pt x="23853" y="3929"/>
                  </a:lnTo>
                  <a:lnTo>
                    <a:pt x="24508" y="623"/>
                  </a:lnTo>
                  <a:lnTo>
                    <a:pt x="2819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6" name="ph5916"/>
            <p:cNvSpPr/>
            <p:nvPr/>
          </p:nvSpPr>
          <p:spPr>
            <a:xfrm>
              <a:off x="8320535" y="2888912"/>
              <a:ext cx="41670" cy="32166"/>
            </a:xfrm>
            <a:custGeom>
              <a:avLst/>
              <a:pathLst>
                <a:path w="41670" h="32166">
                  <a:moveTo>
                    <a:pt x="37412" y="5426"/>
                  </a:moveTo>
                  <a:lnTo>
                    <a:pt x="38412" y="10320"/>
                  </a:lnTo>
                  <a:lnTo>
                    <a:pt x="38122" y="12233"/>
                  </a:lnTo>
                  <a:lnTo>
                    <a:pt x="39201" y="15293"/>
                  </a:lnTo>
                  <a:lnTo>
                    <a:pt x="40309" y="16650"/>
                  </a:lnTo>
                  <a:lnTo>
                    <a:pt x="41670" y="16578"/>
                  </a:lnTo>
                  <a:lnTo>
                    <a:pt x="41576" y="17938"/>
                  </a:lnTo>
                  <a:lnTo>
                    <a:pt x="36398" y="28202"/>
                  </a:lnTo>
                  <a:lnTo>
                    <a:pt x="32048" y="26778"/>
                  </a:lnTo>
                  <a:lnTo>
                    <a:pt x="34194" y="22859"/>
                  </a:lnTo>
                  <a:lnTo>
                    <a:pt x="31208" y="21460"/>
                  </a:lnTo>
                  <a:lnTo>
                    <a:pt x="21054" y="26055"/>
                  </a:lnTo>
                  <a:lnTo>
                    <a:pt x="15922" y="32166"/>
                  </a:lnTo>
                  <a:lnTo>
                    <a:pt x="14504" y="28505"/>
                  </a:lnTo>
                  <a:lnTo>
                    <a:pt x="14140" y="23706"/>
                  </a:lnTo>
                  <a:lnTo>
                    <a:pt x="9004" y="23134"/>
                  </a:lnTo>
                  <a:lnTo>
                    <a:pt x="8883" y="17650"/>
                  </a:lnTo>
                  <a:lnTo>
                    <a:pt x="4547" y="17745"/>
                  </a:lnTo>
                  <a:lnTo>
                    <a:pt x="4553" y="16540"/>
                  </a:lnTo>
                  <a:lnTo>
                    <a:pt x="4569" y="13200"/>
                  </a:lnTo>
                  <a:lnTo>
                    <a:pt x="8816" y="12899"/>
                  </a:lnTo>
                  <a:lnTo>
                    <a:pt x="6" y="3427"/>
                  </a:lnTo>
                  <a:lnTo>
                    <a:pt x="0" y="2718"/>
                  </a:lnTo>
                  <a:lnTo>
                    <a:pt x="1977" y="2396"/>
                  </a:lnTo>
                  <a:lnTo>
                    <a:pt x="1228" y="4693"/>
                  </a:lnTo>
                  <a:lnTo>
                    <a:pt x="4061" y="4761"/>
                  </a:lnTo>
                  <a:lnTo>
                    <a:pt x="10259" y="5585"/>
                  </a:lnTo>
                  <a:lnTo>
                    <a:pt x="14221" y="3301"/>
                  </a:lnTo>
                  <a:lnTo>
                    <a:pt x="21632" y="3705"/>
                  </a:lnTo>
                  <a:lnTo>
                    <a:pt x="30190" y="0"/>
                  </a:lnTo>
                  <a:lnTo>
                    <a:pt x="3455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7" name="ph5917"/>
            <p:cNvSpPr/>
            <p:nvPr/>
          </p:nvSpPr>
          <p:spPr>
            <a:xfrm>
              <a:off x="8416670" y="2780786"/>
              <a:ext cx="13723" cy="20610"/>
            </a:xfrm>
            <a:custGeom>
              <a:avLst/>
              <a:pathLst>
                <a:path w="13723" h="20610">
                  <a:moveTo>
                    <a:pt x="13723" y="5187"/>
                  </a:moveTo>
                  <a:lnTo>
                    <a:pt x="8980" y="8296"/>
                  </a:lnTo>
                  <a:lnTo>
                    <a:pt x="9794" y="11269"/>
                  </a:lnTo>
                  <a:lnTo>
                    <a:pt x="11775" y="11749"/>
                  </a:lnTo>
                  <a:lnTo>
                    <a:pt x="10108" y="16627"/>
                  </a:lnTo>
                  <a:lnTo>
                    <a:pt x="9986" y="20459"/>
                  </a:lnTo>
                  <a:lnTo>
                    <a:pt x="8153" y="20610"/>
                  </a:lnTo>
                  <a:lnTo>
                    <a:pt x="7766" y="18693"/>
                  </a:lnTo>
                  <a:lnTo>
                    <a:pt x="4517" y="17491"/>
                  </a:lnTo>
                  <a:lnTo>
                    <a:pt x="2010" y="17577"/>
                  </a:lnTo>
                  <a:lnTo>
                    <a:pt x="127" y="14260"/>
                  </a:lnTo>
                  <a:lnTo>
                    <a:pt x="0" y="10807"/>
                  </a:lnTo>
                  <a:lnTo>
                    <a:pt x="2734" y="5896"/>
                  </a:lnTo>
                  <a:lnTo>
                    <a:pt x="2670" y="5100"/>
                  </a:lnTo>
                  <a:lnTo>
                    <a:pt x="1980" y="5087"/>
                  </a:lnTo>
                  <a:lnTo>
                    <a:pt x="3929" y="5100"/>
                  </a:lnTo>
                  <a:lnTo>
                    <a:pt x="4483" y="3118"/>
                  </a:lnTo>
                  <a:lnTo>
                    <a:pt x="3749" y="1323"/>
                  </a:lnTo>
                  <a:lnTo>
                    <a:pt x="6618" y="472"/>
                  </a:lnTo>
                  <a:lnTo>
                    <a:pt x="6952" y="2082"/>
                  </a:lnTo>
                  <a:lnTo>
                    <a:pt x="7751" y="49"/>
                  </a:lnTo>
                  <a:lnTo>
                    <a:pt x="909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8" name="ph5918"/>
            <p:cNvSpPr/>
            <p:nvPr/>
          </p:nvSpPr>
          <p:spPr>
            <a:xfrm>
              <a:off x="8380117" y="2756726"/>
              <a:ext cx="12300" cy="10059"/>
            </a:xfrm>
            <a:custGeom>
              <a:avLst/>
              <a:pathLst>
                <a:path w="12300" h="10059">
                  <a:moveTo>
                    <a:pt x="12206" y="4695"/>
                  </a:moveTo>
                  <a:lnTo>
                    <a:pt x="8199" y="6682"/>
                  </a:lnTo>
                  <a:lnTo>
                    <a:pt x="8225" y="8922"/>
                  </a:lnTo>
                  <a:lnTo>
                    <a:pt x="10529" y="9653"/>
                  </a:lnTo>
                  <a:lnTo>
                    <a:pt x="8231" y="10056"/>
                  </a:lnTo>
                  <a:lnTo>
                    <a:pt x="1497" y="10059"/>
                  </a:lnTo>
                  <a:lnTo>
                    <a:pt x="0" y="2438"/>
                  </a:lnTo>
                  <a:lnTo>
                    <a:pt x="566" y="2304"/>
                  </a:lnTo>
                  <a:lnTo>
                    <a:pt x="1230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9" name="ph5919"/>
            <p:cNvSpPr/>
            <p:nvPr/>
          </p:nvSpPr>
          <p:spPr>
            <a:xfrm>
              <a:off x="8385916" y="2766380"/>
              <a:ext cx="9465" cy="14569"/>
            </a:xfrm>
            <a:custGeom>
              <a:avLst/>
              <a:pathLst>
                <a:path w="9465" h="14569">
                  <a:moveTo>
                    <a:pt x="4731" y="0"/>
                  </a:moveTo>
                  <a:lnTo>
                    <a:pt x="7168" y="529"/>
                  </a:lnTo>
                  <a:lnTo>
                    <a:pt x="5242" y="4263"/>
                  </a:lnTo>
                  <a:lnTo>
                    <a:pt x="5427" y="6139"/>
                  </a:lnTo>
                  <a:lnTo>
                    <a:pt x="7689" y="10821"/>
                  </a:lnTo>
                  <a:lnTo>
                    <a:pt x="9235" y="11639"/>
                  </a:lnTo>
                  <a:lnTo>
                    <a:pt x="9465" y="14569"/>
                  </a:lnTo>
                  <a:lnTo>
                    <a:pt x="433" y="14067"/>
                  </a:lnTo>
                  <a:lnTo>
                    <a:pt x="0" y="13074"/>
                  </a:lnTo>
                  <a:lnTo>
                    <a:pt x="2432" y="40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0" name="ph5920"/>
            <p:cNvSpPr/>
            <p:nvPr/>
          </p:nvSpPr>
          <p:spPr>
            <a:xfrm>
              <a:off x="8380422" y="2848480"/>
              <a:ext cx="31013" cy="21711"/>
            </a:xfrm>
            <a:custGeom>
              <a:avLst/>
              <a:pathLst>
                <a:path w="31013" h="21711">
                  <a:moveTo>
                    <a:pt x="22172" y="726"/>
                  </a:moveTo>
                  <a:lnTo>
                    <a:pt x="24811" y="4736"/>
                  </a:lnTo>
                  <a:lnTo>
                    <a:pt x="29072" y="4406"/>
                  </a:lnTo>
                  <a:lnTo>
                    <a:pt x="31013" y="8020"/>
                  </a:lnTo>
                  <a:lnTo>
                    <a:pt x="29909" y="9151"/>
                  </a:lnTo>
                  <a:lnTo>
                    <a:pt x="30821" y="10815"/>
                  </a:lnTo>
                  <a:lnTo>
                    <a:pt x="27848" y="10551"/>
                  </a:lnTo>
                  <a:lnTo>
                    <a:pt x="26659" y="12748"/>
                  </a:lnTo>
                  <a:lnTo>
                    <a:pt x="27277" y="15000"/>
                  </a:lnTo>
                  <a:lnTo>
                    <a:pt x="26640" y="16503"/>
                  </a:lnTo>
                  <a:lnTo>
                    <a:pt x="21221" y="18320"/>
                  </a:lnTo>
                  <a:lnTo>
                    <a:pt x="21767" y="16672"/>
                  </a:lnTo>
                  <a:lnTo>
                    <a:pt x="13802" y="15753"/>
                  </a:lnTo>
                  <a:lnTo>
                    <a:pt x="12345" y="18252"/>
                  </a:lnTo>
                  <a:lnTo>
                    <a:pt x="11953" y="21711"/>
                  </a:lnTo>
                  <a:lnTo>
                    <a:pt x="9075" y="21673"/>
                  </a:lnTo>
                  <a:lnTo>
                    <a:pt x="7649" y="17909"/>
                  </a:lnTo>
                  <a:lnTo>
                    <a:pt x="2944" y="17937"/>
                  </a:lnTo>
                  <a:lnTo>
                    <a:pt x="858" y="14557"/>
                  </a:lnTo>
                  <a:lnTo>
                    <a:pt x="0" y="11412"/>
                  </a:lnTo>
                  <a:lnTo>
                    <a:pt x="355" y="9922"/>
                  </a:lnTo>
                  <a:lnTo>
                    <a:pt x="2547" y="8719"/>
                  </a:lnTo>
                  <a:lnTo>
                    <a:pt x="4824" y="5477"/>
                  </a:lnTo>
                  <a:lnTo>
                    <a:pt x="8687" y="5891"/>
                  </a:lnTo>
                  <a:lnTo>
                    <a:pt x="12281" y="2173"/>
                  </a:lnTo>
                  <a:lnTo>
                    <a:pt x="1196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1" name="ph5921"/>
            <p:cNvSpPr/>
            <p:nvPr/>
          </p:nvSpPr>
          <p:spPr>
            <a:xfrm>
              <a:off x="8508850" y="2803478"/>
              <a:ext cx="52216" cy="70267"/>
            </a:xfrm>
            <a:custGeom>
              <a:avLst/>
              <a:pathLst>
                <a:path w="52216" h="70267">
                  <a:moveTo>
                    <a:pt x="45947" y="2251"/>
                  </a:moveTo>
                  <a:lnTo>
                    <a:pt x="45015" y="3991"/>
                  </a:lnTo>
                  <a:lnTo>
                    <a:pt x="46501" y="7545"/>
                  </a:lnTo>
                  <a:lnTo>
                    <a:pt x="46214" y="8603"/>
                  </a:lnTo>
                  <a:lnTo>
                    <a:pt x="40879" y="11579"/>
                  </a:lnTo>
                  <a:lnTo>
                    <a:pt x="38256" y="17303"/>
                  </a:lnTo>
                  <a:lnTo>
                    <a:pt x="41231" y="17793"/>
                  </a:lnTo>
                  <a:lnTo>
                    <a:pt x="43156" y="19405"/>
                  </a:lnTo>
                  <a:lnTo>
                    <a:pt x="37420" y="19816"/>
                  </a:lnTo>
                  <a:lnTo>
                    <a:pt x="35905" y="21723"/>
                  </a:lnTo>
                  <a:lnTo>
                    <a:pt x="36117" y="22405"/>
                  </a:lnTo>
                  <a:lnTo>
                    <a:pt x="38730" y="23316"/>
                  </a:lnTo>
                  <a:lnTo>
                    <a:pt x="39457" y="29504"/>
                  </a:lnTo>
                  <a:lnTo>
                    <a:pt x="41989" y="34141"/>
                  </a:lnTo>
                  <a:lnTo>
                    <a:pt x="45683" y="37927"/>
                  </a:lnTo>
                  <a:lnTo>
                    <a:pt x="46586" y="45842"/>
                  </a:lnTo>
                  <a:lnTo>
                    <a:pt x="41997" y="45617"/>
                  </a:lnTo>
                  <a:lnTo>
                    <a:pt x="41732" y="46276"/>
                  </a:lnTo>
                  <a:lnTo>
                    <a:pt x="42323" y="47182"/>
                  </a:lnTo>
                  <a:lnTo>
                    <a:pt x="50877" y="47267"/>
                  </a:lnTo>
                  <a:lnTo>
                    <a:pt x="50824" y="52968"/>
                  </a:lnTo>
                  <a:lnTo>
                    <a:pt x="52216" y="52994"/>
                  </a:lnTo>
                  <a:lnTo>
                    <a:pt x="49476" y="56358"/>
                  </a:lnTo>
                  <a:lnTo>
                    <a:pt x="46050" y="59676"/>
                  </a:lnTo>
                  <a:lnTo>
                    <a:pt x="46127" y="60469"/>
                  </a:lnTo>
                  <a:lnTo>
                    <a:pt x="38145" y="70267"/>
                  </a:lnTo>
                  <a:lnTo>
                    <a:pt x="36627" y="66939"/>
                  </a:lnTo>
                  <a:lnTo>
                    <a:pt x="36490" y="64546"/>
                  </a:lnTo>
                  <a:lnTo>
                    <a:pt x="31026" y="64291"/>
                  </a:lnTo>
                  <a:lnTo>
                    <a:pt x="28448" y="60085"/>
                  </a:lnTo>
                  <a:lnTo>
                    <a:pt x="27976" y="57468"/>
                  </a:lnTo>
                  <a:lnTo>
                    <a:pt x="28255" y="55728"/>
                  </a:lnTo>
                  <a:lnTo>
                    <a:pt x="29116" y="55848"/>
                  </a:lnTo>
                  <a:lnTo>
                    <a:pt x="29577" y="50469"/>
                  </a:lnTo>
                  <a:lnTo>
                    <a:pt x="24246" y="50375"/>
                  </a:lnTo>
                  <a:lnTo>
                    <a:pt x="22463" y="46725"/>
                  </a:lnTo>
                  <a:lnTo>
                    <a:pt x="23642" y="44406"/>
                  </a:lnTo>
                  <a:lnTo>
                    <a:pt x="19738" y="32283"/>
                  </a:lnTo>
                  <a:lnTo>
                    <a:pt x="13783" y="33291"/>
                  </a:lnTo>
                  <a:lnTo>
                    <a:pt x="12585" y="36199"/>
                  </a:lnTo>
                  <a:lnTo>
                    <a:pt x="9489" y="36607"/>
                  </a:lnTo>
                  <a:lnTo>
                    <a:pt x="6115" y="30190"/>
                  </a:lnTo>
                  <a:lnTo>
                    <a:pt x="4747" y="29795"/>
                  </a:lnTo>
                  <a:lnTo>
                    <a:pt x="4438" y="27082"/>
                  </a:lnTo>
                  <a:lnTo>
                    <a:pt x="5745" y="24737"/>
                  </a:lnTo>
                  <a:lnTo>
                    <a:pt x="1378" y="10439"/>
                  </a:lnTo>
                  <a:lnTo>
                    <a:pt x="10" y="9231"/>
                  </a:lnTo>
                  <a:lnTo>
                    <a:pt x="0" y="7479"/>
                  </a:lnTo>
                  <a:lnTo>
                    <a:pt x="5671" y="8422"/>
                  </a:lnTo>
                  <a:lnTo>
                    <a:pt x="6727" y="8475"/>
                  </a:lnTo>
                  <a:lnTo>
                    <a:pt x="9014" y="14057"/>
                  </a:lnTo>
                  <a:lnTo>
                    <a:pt x="10982" y="15938"/>
                  </a:lnTo>
                  <a:lnTo>
                    <a:pt x="12723" y="16092"/>
                  </a:lnTo>
                  <a:lnTo>
                    <a:pt x="25050" y="14334"/>
                  </a:lnTo>
                  <a:lnTo>
                    <a:pt x="28010" y="11686"/>
                  </a:lnTo>
                  <a:lnTo>
                    <a:pt x="30194" y="6679"/>
                  </a:lnTo>
                  <a:lnTo>
                    <a:pt x="33059" y="9106"/>
                  </a:lnTo>
                  <a:lnTo>
                    <a:pt x="37398" y="6948"/>
                  </a:lnTo>
                  <a:lnTo>
                    <a:pt x="37470" y="2017"/>
                  </a:lnTo>
                  <a:lnTo>
                    <a:pt x="38348" y="412"/>
                  </a:lnTo>
                  <a:lnTo>
                    <a:pt x="4270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2" name="ph5922"/>
            <p:cNvSpPr/>
            <p:nvPr/>
          </p:nvSpPr>
          <p:spPr>
            <a:xfrm>
              <a:off x="8419540" y="2812077"/>
              <a:ext cx="37808" cy="28119"/>
            </a:xfrm>
            <a:custGeom>
              <a:avLst/>
              <a:pathLst>
                <a:path w="37808" h="28119">
                  <a:moveTo>
                    <a:pt x="19872" y="4170"/>
                  </a:moveTo>
                  <a:lnTo>
                    <a:pt x="20232" y="9000"/>
                  </a:lnTo>
                  <a:lnTo>
                    <a:pt x="25695" y="6120"/>
                  </a:lnTo>
                  <a:lnTo>
                    <a:pt x="24713" y="7832"/>
                  </a:lnTo>
                  <a:lnTo>
                    <a:pt x="24816" y="12325"/>
                  </a:lnTo>
                  <a:lnTo>
                    <a:pt x="27981" y="12685"/>
                  </a:lnTo>
                  <a:lnTo>
                    <a:pt x="28171" y="9927"/>
                  </a:lnTo>
                  <a:lnTo>
                    <a:pt x="32491" y="9962"/>
                  </a:lnTo>
                  <a:lnTo>
                    <a:pt x="32903" y="13301"/>
                  </a:lnTo>
                  <a:lnTo>
                    <a:pt x="37627" y="13641"/>
                  </a:lnTo>
                  <a:lnTo>
                    <a:pt x="37808" y="16200"/>
                  </a:lnTo>
                  <a:lnTo>
                    <a:pt x="34460" y="15296"/>
                  </a:lnTo>
                  <a:lnTo>
                    <a:pt x="34444" y="17913"/>
                  </a:lnTo>
                  <a:lnTo>
                    <a:pt x="28876" y="19532"/>
                  </a:lnTo>
                  <a:lnTo>
                    <a:pt x="26958" y="28119"/>
                  </a:lnTo>
                  <a:lnTo>
                    <a:pt x="25992" y="26478"/>
                  </a:lnTo>
                  <a:lnTo>
                    <a:pt x="24179" y="26023"/>
                  </a:lnTo>
                  <a:lnTo>
                    <a:pt x="22082" y="22403"/>
                  </a:lnTo>
                  <a:lnTo>
                    <a:pt x="22171" y="14951"/>
                  </a:lnTo>
                  <a:lnTo>
                    <a:pt x="13467" y="8825"/>
                  </a:lnTo>
                  <a:lnTo>
                    <a:pt x="12445" y="10291"/>
                  </a:lnTo>
                  <a:lnTo>
                    <a:pt x="8139" y="6705"/>
                  </a:lnTo>
                  <a:lnTo>
                    <a:pt x="0" y="5757"/>
                  </a:lnTo>
                  <a:lnTo>
                    <a:pt x="235" y="2603"/>
                  </a:lnTo>
                  <a:lnTo>
                    <a:pt x="4337" y="1184"/>
                  </a:lnTo>
                  <a:lnTo>
                    <a:pt x="1316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3" name="ph5923"/>
            <p:cNvSpPr/>
            <p:nvPr/>
          </p:nvSpPr>
          <p:spPr>
            <a:xfrm>
              <a:off x="8405477" y="2832038"/>
              <a:ext cx="45053" cy="34362"/>
            </a:xfrm>
            <a:custGeom>
              <a:avLst/>
              <a:pathLst>
                <a:path w="45053" h="34362">
                  <a:moveTo>
                    <a:pt x="35105" y="1165"/>
                  </a:moveTo>
                  <a:lnTo>
                    <a:pt x="36144" y="2441"/>
                  </a:lnTo>
                  <a:lnTo>
                    <a:pt x="38241" y="6061"/>
                  </a:lnTo>
                  <a:lnTo>
                    <a:pt x="35743" y="11374"/>
                  </a:lnTo>
                  <a:lnTo>
                    <a:pt x="37358" y="11387"/>
                  </a:lnTo>
                  <a:lnTo>
                    <a:pt x="37887" y="10461"/>
                  </a:lnTo>
                  <a:lnTo>
                    <a:pt x="42514" y="10981"/>
                  </a:lnTo>
                  <a:lnTo>
                    <a:pt x="45053" y="16174"/>
                  </a:lnTo>
                  <a:lnTo>
                    <a:pt x="44786" y="17758"/>
                  </a:lnTo>
                  <a:lnTo>
                    <a:pt x="41763" y="18297"/>
                  </a:lnTo>
                  <a:lnTo>
                    <a:pt x="38213" y="22333"/>
                  </a:lnTo>
                  <a:lnTo>
                    <a:pt x="38338" y="28045"/>
                  </a:lnTo>
                  <a:lnTo>
                    <a:pt x="35543" y="25398"/>
                  </a:lnTo>
                  <a:lnTo>
                    <a:pt x="33053" y="25126"/>
                  </a:lnTo>
                  <a:lnTo>
                    <a:pt x="31554" y="28164"/>
                  </a:lnTo>
                  <a:lnTo>
                    <a:pt x="31397" y="32593"/>
                  </a:lnTo>
                  <a:lnTo>
                    <a:pt x="28584" y="32651"/>
                  </a:lnTo>
                  <a:lnTo>
                    <a:pt x="28126" y="30442"/>
                  </a:lnTo>
                  <a:lnTo>
                    <a:pt x="27500" y="33443"/>
                  </a:lnTo>
                  <a:lnTo>
                    <a:pt x="18628" y="34362"/>
                  </a:lnTo>
                  <a:lnTo>
                    <a:pt x="18720" y="31775"/>
                  </a:lnTo>
                  <a:lnTo>
                    <a:pt x="16496" y="32437"/>
                  </a:lnTo>
                  <a:lnTo>
                    <a:pt x="15691" y="33525"/>
                  </a:lnTo>
                  <a:lnTo>
                    <a:pt x="10863" y="32013"/>
                  </a:lnTo>
                  <a:lnTo>
                    <a:pt x="9079" y="29980"/>
                  </a:lnTo>
                  <a:lnTo>
                    <a:pt x="6326" y="27501"/>
                  </a:lnTo>
                  <a:lnTo>
                    <a:pt x="7130" y="23197"/>
                  </a:lnTo>
                  <a:lnTo>
                    <a:pt x="0" y="16587"/>
                  </a:lnTo>
                  <a:lnTo>
                    <a:pt x="3526" y="18230"/>
                  </a:lnTo>
                  <a:lnTo>
                    <a:pt x="5124" y="19979"/>
                  </a:lnTo>
                  <a:lnTo>
                    <a:pt x="10959" y="19043"/>
                  </a:lnTo>
                  <a:lnTo>
                    <a:pt x="15296" y="12511"/>
                  </a:lnTo>
                  <a:lnTo>
                    <a:pt x="14195" y="9620"/>
                  </a:lnTo>
                  <a:lnTo>
                    <a:pt x="14780" y="6949"/>
                  </a:lnTo>
                  <a:lnTo>
                    <a:pt x="20268" y="8581"/>
                  </a:lnTo>
                  <a:lnTo>
                    <a:pt x="20980" y="8963"/>
                  </a:lnTo>
                  <a:lnTo>
                    <a:pt x="21221" y="10758"/>
                  </a:lnTo>
                  <a:lnTo>
                    <a:pt x="22471" y="10642"/>
                  </a:lnTo>
                  <a:lnTo>
                    <a:pt x="22287" y="7689"/>
                  </a:lnTo>
                  <a:lnTo>
                    <a:pt x="18038" y="6365"/>
                  </a:lnTo>
                  <a:lnTo>
                    <a:pt x="18010" y="5258"/>
                  </a:lnTo>
                  <a:lnTo>
                    <a:pt x="19734" y="4063"/>
                  </a:lnTo>
                  <a:lnTo>
                    <a:pt x="23262" y="4022"/>
                  </a:lnTo>
                  <a:lnTo>
                    <a:pt x="23200" y="7534"/>
                  </a:lnTo>
                  <a:lnTo>
                    <a:pt x="31358" y="4462"/>
                  </a:lnTo>
                  <a:lnTo>
                    <a:pt x="3020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4" name="ph5924"/>
            <p:cNvSpPr/>
            <p:nvPr/>
          </p:nvSpPr>
          <p:spPr>
            <a:xfrm>
              <a:off x="8404072" y="2793678"/>
              <a:ext cx="17091" cy="11884"/>
            </a:xfrm>
            <a:custGeom>
              <a:avLst/>
              <a:pathLst>
                <a:path w="17091" h="11884">
                  <a:moveTo>
                    <a:pt x="6968" y="1750"/>
                  </a:moveTo>
                  <a:lnTo>
                    <a:pt x="10392" y="2883"/>
                  </a:lnTo>
                  <a:lnTo>
                    <a:pt x="13642" y="7143"/>
                  </a:lnTo>
                  <a:lnTo>
                    <a:pt x="14949" y="7561"/>
                  </a:lnTo>
                  <a:lnTo>
                    <a:pt x="16545" y="6964"/>
                  </a:lnTo>
                  <a:lnTo>
                    <a:pt x="17091" y="10290"/>
                  </a:lnTo>
                  <a:lnTo>
                    <a:pt x="5218" y="10973"/>
                  </a:lnTo>
                  <a:lnTo>
                    <a:pt x="2620" y="11884"/>
                  </a:lnTo>
                  <a:lnTo>
                    <a:pt x="1621" y="11802"/>
                  </a:lnTo>
                  <a:lnTo>
                    <a:pt x="1576" y="7635"/>
                  </a:lnTo>
                  <a:lnTo>
                    <a:pt x="3186" y="7464"/>
                  </a:lnTo>
                  <a:lnTo>
                    <a:pt x="3571" y="3960"/>
                  </a:lnTo>
                  <a:lnTo>
                    <a:pt x="661" y="2967"/>
                  </a:lnTo>
                  <a:lnTo>
                    <a:pt x="0" y="692"/>
                  </a:lnTo>
                  <a:lnTo>
                    <a:pt x="678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5" name="ph5925"/>
            <p:cNvSpPr/>
            <p:nvPr/>
          </p:nvSpPr>
          <p:spPr>
            <a:xfrm>
              <a:off x="8400609" y="2830901"/>
              <a:ext cx="20164" cy="21116"/>
            </a:xfrm>
            <a:custGeom>
              <a:avLst/>
              <a:pathLst>
                <a:path w="20164" h="21116">
                  <a:moveTo>
                    <a:pt x="16359" y="1013"/>
                  </a:moveTo>
                  <a:lnTo>
                    <a:pt x="17768" y="3205"/>
                  </a:lnTo>
                  <a:lnTo>
                    <a:pt x="19648" y="8086"/>
                  </a:lnTo>
                  <a:lnTo>
                    <a:pt x="19063" y="10758"/>
                  </a:lnTo>
                  <a:lnTo>
                    <a:pt x="20164" y="13648"/>
                  </a:lnTo>
                  <a:lnTo>
                    <a:pt x="15827" y="20180"/>
                  </a:lnTo>
                  <a:lnTo>
                    <a:pt x="9992" y="21116"/>
                  </a:lnTo>
                  <a:lnTo>
                    <a:pt x="8394" y="19367"/>
                  </a:lnTo>
                  <a:lnTo>
                    <a:pt x="8615" y="16729"/>
                  </a:lnTo>
                  <a:lnTo>
                    <a:pt x="7427" y="14306"/>
                  </a:lnTo>
                  <a:lnTo>
                    <a:pt x="2455" y="10994"/>
                  </a:lnTo>
                  <a:lnTo>
                    <a:pt x="0" y="7458"/>
                  </a:lnTo>
                  <a:lnTo>
                    <a:pt x="1236" y="6112"/>
                  </a:lnTo>
                  <a:lnTo>
                    <a:pt x="3159" y="3412"/>
                  </a:lnTo>
                  <a:lnTo>
                    <a:pt x="5885" y="1286"/>
                  </a:lnTo>
                  <a:lnTo>
                    <a:pt x="816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6" name="ph5926"/>
            <p:cNvSpPr/>
            <p:nvPr/>
          </p:nvSpPr>
          <p:spPr>
            <a:xfrm>
              <a:off x="8408429" y="2749525"/>
              <a:ext cx="18356" cy="25070"/>
            </a:xfrm>
            <a:custGeom>
              <a:avLst/>
              <a:pathLst>
                <a:path w="18356" h="25070">
                  <a:moveTo>
                    <a:pt x="17933" y="2703"/>
                  </a:moveTo>
                  <a:lnTo>
                    <a:pt x="17181" y="2607"/>
                  </a:lnTo>
                  <a:lnTo>
                    <a:pt x="15016" y="6003"/>
                  </a:lnTo>
                  <a:lnTo>
                    <a:pt x="12462" y="11703"/>
                  </a:lnTo>
                  <a:lnTo>
                    <a:pt x="12686" y="16054"/>
                  </a:lnTo>
                  <a:lnTo>
                    <a:pt x="15698" y="21628"/>
                  </a:lnTo>
                  <a:lnTo>
                    <a:pt x="18356" y="21141"/>
                  </a:lnTo>
                  <a:lnTo>
                    <a:pt x="18231" y="23972"/>
                  </a:lnTo>
                  <a:lnTo>
                    <a:pt x="13351" y="24162"/>
                  </a:lnTo>
                  <a:lnTo>
                    <a:pt x="9136" y="25070"/>
                  </a:lnTo>
                  <a:lnTo>
                    <a:pt x="3328" y="22636"/>
                  </a:lnTo>
                  <a:lnTo>
                    <a:pt x="2281" y="10388"/>
                  </a:lnTo>
                  <a:lnTo>
                    <a:pt x="0" y="10341"/>
                  </a:lnTo>
                  <a:lnTo>
                    <a:pt x="1203" y="6229"/>
                  </a:lnTo>
                  <a:lnTo>
                    <a:pt x="2736" y="6044"/>
                  </a:lnTo>
                  <a:lnTo>
                    <a:pt x="3016" y="2943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7" name="ph5927"/>
            <p:cNvSpPr/>
            <p:nvPr/>
          </p:nvSpPr>
          <p:spPr>
            <a:xfrm>
              <a:off x="8434429" y="2886871"/>
              <a:ext cx="47008" cy="69924"/>
            </a:xfrm>
            <a:custGeom>
              <a:avLst/>
              <a:pathLst>
                <a:path w="47008" h="69924">
                  <a:moveTo>
                    <a:pt x="31007" y="3246"/>
                  </a:moveTo>
                  <a:lnTo>
                    <a:pt x="39760" y="7037"/>
                  </a:lnTo>
                  <a:lnTo>
                    <a:pt x="39800" y="12072"/>
                  </a:lnTo>
                  <a:lnTo>
                    <a:pt x="47008" y="13227"/>
                  </a:lnTo>
                  <a:lnTo>
                    <a:pt x="46966" y="15495"/>
                  </a:lnTo>
                  <a:lnTo>
                    <a:pt x="43700" y="15264"/>
                  </a:lnTo>
                  <a:lnTo>
                    <a:pt x="43858" y="23521"/>
                  </a:lnTo>
                  <a:lnTo>
                    <a:pt x="40230" y="23095"/>
                  </a:lnTo>
                  <a:lnTo>
                    <a:pt x="38582" y="26140"/>
                  </a:lnTo>
                  <a:lnTo>
                    <a:pt x="38701" y="28115"/>
                  </a:lnTo>
                  <a:lnTo>
                    <a:pt x="39558" y="29674"/>
                  </a:lnTo>
                  <a:lnTo>
                    <a:pt x="39292" y="36047"/>
                  </a:lnTo>
                  <a:lnTo>
                    <a:pt x="38487" y="38606"/>
                  </a:lnTo>
                  <a:lnTo>
                    <a:pt x="33209" y="38473"/>
                  </a:lnTo>
                  <a:lnTo>
                    <a:pt x="28227" y="39843"/>
                  </a:lnTo>
                  <a:lnTo>
                    <a:pt x="24534" y="57077"/>
                  </a:lnTo>
                  <a:lnTo>
                    <a:pt x="17850" y="57929"/>
                  </a:lnTo>
                  <a:lnTo>
                    <a:pt x="15545" y="60381"/>
                  </a:lnTo>
                  <a:lnTo>
                    <a:pt x="16194" y="63516"/>
                  </a:lnTo>
                  <a:lnTo>
                    <a:pt x="14953" y="68362"/>
                  </a:lnTo>
                  <a:lnTo>
                    <a:pt x="12796" y="69875"/>
                  </a:lnTo>
                  <a:lnTo>
                    <a:pt x="10815" y="69924"/>
                  </a:lnTo>
                  <a:lnTo>
                    <a:pt x="9032" y="67647"/>
                  </a:lnTo>
                  <a:lnTo>
                    <a:pt x="9165" y="66798"/>
                  </a:lnTo>
                  <a:lnTo>
                    <a:pt x="9324" y="65984"/>
                  </a:lnTo>
                  <a:lnTo>
                    <a:pt x="4113" y="66798"/>
                  </a:lnTo>
                  <a:lnTo>
                    <a:pt x="4728" y="57116"/>
                  </a:lnTo>
                  <a:lnTo>
                    <a:pt x="8007" y="57231"/>
                  </a:lnTo>
                  <a:lnTo>
                    <a:pt x="7563" y="60871"/>
                  </a:lnTo>
                  <a:lnTo>
                    <a:pt x="11351" y="61191"/>
                  </a:lnTo>
                  <a:lnTo>
                    <a:pt x="13126" y="59843"/>
                  </a:lnTo>
                  <a:lnTo>
                    <a:pt x="13832" y="57779"/>
                  </a:lnTo>
                  <a:lnTo>
                    <a:pt x="13485" y="49936"/>
                  </a:lnTo>
                  <a:lnTo>
                    <a:pt x="12281" y="47632"/>
                  </a:lnTo>
                  <a:lnTo>
                    <a:pt x="10222" y="47724"/>
                  </a:lnTo>
                  <a:lnTo>
                    <a:pt x="8723" y="46799"/>
                  </a:lnTo>
                  <a:lnTo>
                    <a:pt x="1246" y="39082"/>
                  </a:lnTo>
                  <a:lnTo>
                    <a:pt x="1571" y="37989"/>
                  </a:lnTo>
                  <a:lnTo>
                    <a:pt x="4019" y="38156"/>
                  </a:lnTo>
                  <a:lnTo>
                    <a:pt x="4968" y="35994"/>
                  </a:lnTo>
                  <a:lnTo>
                    <a:pt x="4793" y="34165"/>
                  </a:lnTo>
                  <a:lnTo>
                    <a:pt x="1979" y="30889"/>
                  </a:lnTo>
                  <a:lnTo>
                    <a:pt x="2018" y="27025"/>
                  </a:lnTo>
                  <a:lnTo>
                    <a:pt x="982" y="26994"/>
                  </a:lnTo>
                  <a:lnTo>
                    <a:pt x="875" y="24181"/>
                  </a:lnTo>
                  <a:lnTo>
                    <a:pt x="0" y="24189"/>
                  </a:lnTo>
                  <a:lnTo>
                    <a:pt x="41" y="21089"/>
                  </a:lnTo>
                  <a:lnTo>
                    <a:pt x="3505" y="21209"/>
                  </a:lnTo>
                  <a:lnTo>
                    <a:pt x="11281" y="21013"/>
                  </a:lnTo>
                  <a:lnTo>
                    <a:pt x="11548" y="15965"/>
                  </a:lnTo>
                  <a:lnTo>
                    <a:pt x="20040" y="16172"/>
                  </a:lnTo>
                  <a:lnTo>
                    <a:pt x="21241" y="13287"/>
                  </a:lnTo>
                  <a:lnTo>
                    <a:pt x="24105" y="10427"/>
                  </a:lnTo>
                  <a:lnTo>
                    <a:pt x="23403" y="6156"/>
                  </a:lnTo>
                  <a:lnTo>
                    <a:pt x="23447" y="3503"/>
                  </a:lnTo>
                  <a:lnTo>
                    <a:pt x="26151" y="191"/>
                  </a:lnTo>
                  <a:lnTo>
                    <a:pt x="2802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8" name="ph5928"/>
            <p:cNvSpPr/>
            <p:nvPr/>
          </p:nvSpPr>
          <p:spPr>
            <a:xfrm>
              <a:off x="8310938" y="2856099"/>
              <a:ext cx="26029" cy="22473"/>
            </a:xfrm>
            <a:custGeom>
              <a:avLst/>
              <a:pathLst>
                <a:path w="26029" h="22473">
                  <a:moveTo>
                    <a:pt x="20118" y="38"/>
                  </a:moveTo>
                  <a:lnTo>
                    <a:pt x="26029" y="261"/>
                  </a:lnTo>
                  <a:lnTo>
                    <a:pt x="25095" y="3046"/>
                  </a:lnTo>
                  <a:lnTo>
                    <a:pt x="25160" y="5088"/>
                  </a:lnTo>
                  <a:lnTo>
                    <a:pt x="25561" y="11549"/>
                  </a:lnTo>
                  <a:lnTo>
                    <a:pt x="24899" y="12611"/>
                  </a:lnTo>
                  <a:lnTo>
                    <a:pt x="22212" y="12817"/>
                  </a:lnTo>
                  <a:lnTo>
                    <a:pt x="21907" y="21114"/>
                  </a:lnTo>
                  <a:lnTo>
                    <a:pt x="18187" y="20966"/>
                  </a:lnTo>
                  <a:lnTo>
                    <a:pt x="18017" y="22473"/>
                  </a:lnTo>
                  <a:lnTo>
                    <a:pt x="10400" y="22417"/>
                  </a:lnTo>
                  <a:lnTo>
                    <a:pt x="7074" y="17085"/>
                  </a:lnTo>
                  <a:lnTo>
                    <a:pt x="2374" y="16194"/>
                  </a:lnTo>
                  <a:lnTo>
                    <a:pt x="4584" y="11319"/>
                  </a:lnTo>
                  <a:lnTo>
                    <a:pt x="0" y="9999"/>
                  </a:lnTo>
                  <a:lnTo>
                    <a:pt x="119" y="6493"/>
                  </a:lnTo>
                  <a:lnTo>
                    <a:pt x="3511" y="6446"/>
                  </a:lnTo>
                  <a:lnTo>
                    <a:pt x="3471" y="2405"/>
                  </a:lnTo>
                  <a:lnTo>
                    <a:pt x="7864" y="6197"/>
                  </a:lnTo>
                  <a:lnTo>
                    <a:pt x="12931" y="5724"/>
                  </a:lnTo>
                  <a:lnTo>
                    <a:pt x="18397" y="2245"/>
                  </a:lnTo>
                  <a:lnTo>
                    <a:pt x="1770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9" name="ph5929"/>
            <p:cNvSpPr/>
            <p:nvPr/>
          </p:nvSpPr>
          <p:spPr>
            <a:xfrm>
              <a:off x="8385246" y="2832152"/>
              <a:ext cx="27362" cy="27388"/>
            </a:xfrm>
            <a:custGeom>
              <a:avLst/>
              <a:pathLst>
                <a:path w="27362" h="27388">
                  <a:moveTo>
                    <a:pt x="13468" y="4770"/>
                  </a:moveTo>
                  <a:lnTo>
                    <a:pt x="17326" y="3696"/>
                  </a:lnTo>
                  <a:lnTo>
                    <a:pt x="18522" y="2162"/>
                  </a:lnTo>
                  <a:lnTo>
                    <a:pt x="16599" y="4861"/>
                  </a:lnTo>
                  <a:lnTo>
                    <a:pt x="15363" y="6207"/>
                  </a:lnTo>
                  <a:lnTo>
                    <a:pt x="17819" y="9743"/>
                  </a:lnTo>
                  <a:lnTo>
                    <a:pt x="22790" y="13055"/>
                  </a:lnTo>
                  <a:lnTo>
                    <a:pt x="23978" y="15478"/>
                  </a:lnTo>
                  <a:lnTo>
                    <a:pt x="23757" y="18116"/>
                  </a:lnTo>
                  <a:lnTo>
                    <a:pt x="20231" y="16473"/>
                  </a:lnTo>
                  <a:lnTo>
                    <a:pt x="27362" y="23083"/>
                  </a:lnTo>
                  <a:lnTo>
                    <a:pt x="26557" y="27388"/>
                  </a:lnTo>
                  <a:lnTo>
                    <a:pt x="25997" y="27144"/>
                  </a:lnTo>
                  <a:lnTo>
                    <a:pt x="25084" y="25480"/>
                  </a:lnTo>
                  <a:lnTo>
                    <a:pt x="26189" y="24348"/>
                  </a:lnTo>
                  <a:lnTo>
                    <a:pt x="24248" y="20734"/>
                  </a:lnTo>
                  <a:lnTo>
                    <a:pt x="19987" y="21064"/>
                  </a:lnTo>
                  <a:lnTo>
                    <a:pt x="17347" y="17055"/>
                  </a:lnTo>
                  <a:lnTo>
                    <a:pt x="7135" y="16328"/>
                  </a:lnTo>
                  <a:lnTo>
                    <a:pt x="7457" y="18501"/>
                  </a:lnTo>
                  <a:lnTo>
                    <a:pt x="3863" y="22219"/>
                  </a:lnTo>
                  <a:lnTo>
                    <a:pt x="0" y="21805"/>
                  </a:lnTo>
                  <a:lnTo>
                    <a:pt x="1327" y="15433"/>
                  </a:lnTo>
                  <a:lnTo>
                    <a:pt x="3810" y="13713"/>
                  </a:lnTo>
                  <a:lnTo>
                    <a:pt x="5328" y="5483"/>
                  </a:lnTo>
                  <a:lnTo>
                    <a:pt x="4625" y="1538"/>
                  </a:lnTo>
                  <a:lnTo>
                    <a:pt x="5818" y="1745"/>
                  </a:lnTo>
                  <a:lnTo>
                    <a:pt x="9954" y="0"/>
                  </a:lnTo>
                  <a:lnTo>
                    <a:pt x="12740" y="39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0" name="ph5930"/>
            <p:cNvSpPr/>
            <p:nvPr/>
          </p:nvSpPr>
          <p:spPr>
            <a:xfrm>
              <a:off x="8481926" y="2769363"/>
              <a:ext cx="43194" cy="42537"/>
            </a:xfrm>
            <a:custGeom>
              <a:avLst/>
              <a:pathLst>
                <a:path w="43194" h="42537">
                  <a:moveTo>
                    <a:pt x="6476" y="8"/>
                  </a:moveTo>
                  <a:lnTo>
                    <a:pt x="7145" y="4262"/>
                  </a:lnTo>
                  <a:lnTo>
                    <a:pt x="11687" y="5298"/>
                  </a:lnTo>
                  <a:lnTo>
                    <a:pt x="14804" y="4311"/>
                  </a:lnTo>
                  <a:lnTo>
                    <a:pt x="14242" y="3415"/>
                  </a:lnTo>
                  <a:lnTo>
                    <a:pt x="20958" y="4642"/>
                  </a:lnTo>
                  <a:lnTo>
                    <a:pt x="23069" y="6280"/>
                  </a:lnTo>
                  <a:lnTo>
                    <a:pt x="28672" y="6498"/>
                  </a:lnTo>
                  <a:lnTo>
                    <a:pt x="30327" y="3146"/>
                  </a:lnTo>
                  <a:lnTo>
                    <a:pt x="32295" y="3172"/>
                  </a:lnTo>
                  <a:lnTo>
                    <a:pt x="35131" y="5511"/>
                  </a:lnTo>
                  <a:lnTo>
                    <a:pt x="35371" y="7352"/>
                  </a:lnTo>
                  <a:lnTo>
                    <a:pt x="34249" y="10549"/>
                  </a:lnTo>
                  <a:lnTo>
                    <a:pt x="36329" y="12134"/>
                  </a:lnTo>
                  <a:lnTo>
                    <a:pt x="37438" y="11073"/>
                  </a:lnTo>
                  <a:lnTo>
                    <a:pt x="34293" y="18028"/>
                  </a:lnTo>
                  <a:lnTo>
                    <a:pt x="34490" y="19080"/>
                  </a:lnTo>
                  <a:lnTo>
                    <a:pt x="36643" y="25047"/>
                  </a:lnTo>
                  <a:lnTo>
                    <a:pt x="40665" y="24311"/>
                  </a:lnTo>
                  <a:lnTo>
                    <a:pt x="40809" y="25767"/>
                  </a:lnTo>
                  <a:lnTo>
                    <a:pt x="43194" y="29956"/>
                  </a:lnTo>
                  <a:lnTo>
                    <a:pt x="38976" y="31464"/>
                  </a:lnTo>
                  <a:lnTo>
                    <a:pt x="36944" y="28102"/>
                  </a:lnTo>
                  <a:lnTo>
                    <a:pt x="36161" y="27411"/>
                  </a:lnTo>
                  <a:lnTo>
                    <a:pt x="35757" y="27835"/>
                  </a:lnTo>
                  <a:lnTo>
                    <a:pt x="33724" y="31745"/>
                  </a:lnTo>
                  <a:lnTo>
                    <a:pt x="33540" y="37974"/>
                  </a:lnTo>
                  <a:lnTo>
                    <a:pt x="29554" y="40183"/>
                  </a:lnTo>
                  <a:lnTo>
                    <a:pt x="29994" y="41648"/>
                  </a:lnTo>
                  <a:lnTo>
                    <a:pt x="32596" y="42537"/>
                  </a:lnTo>
                  <a:lnTo>
                    <a:pt x="26924" y="41593"/>
                  </a:lnTo>
                  <a:lnTo>
                    <a:pt x="24938" y="41524"/>
                  </a:lnTo>
                  <a:lnTo>
                    <a:pt x="22704" y="35662"/>
                  </a:lnTo>
                  <a:lnTo>
                    <a:pt x="19843" y="33250"/>
                  </a:lnTo>
                  <a:lnTo>
                    <a:pt x="15394" y="38031"/>
                  </a:lnTo>
                  <a:lnTo>
                    <a:pt x="13438" y="36493"/>
                  </a:lnTo>
                  <a:lnTo>
                    <a:pt x="11761" y="33293"/>
                  </a:lnTo>
                  <a:lnTo>
                    <a:pt x="5831" y="33123"/>
                  </a:lnTo>
                  <a:lnTo>
                    <a:pt x="8839" y="29362"/>
                  </a:lnTo>
                  <a:lnTo>
                    <a:pt x="7765" y="25028"/>
                  </a:lnTo>
                  <a:lnTo>
                    <a:pt x="5878" y="25222"/>
                  </a:lnTo>
                  <a:lnTo>
                    <a:pt x="4804" y="21411"/>
                  </a:lnTo>
                  <a:lnTo>
                    <a:pt x="5098" y="15382"/>
                  </a:lnTo>
                  <a:lnTo>
                    <a:pt x="0" y="5129"/>
                  </a:lnTo>
                  <a:lnTo>
                    <a:pt x="277" y="2313"/>
                  </a:lnTo>
                  <a:lnTo>
                    <a:pt x="388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1" name="ph5931"/>
            <p:cNvSpPr/>
            <p:nvPr/>
          </p:nvSpPr>
          <p:spPr>
            <a:xfrm>
              <a:off x="8426656" y="2787024"/>
              <a:ext cx="32179" cy="15715"/>
            </a:xfrm>
            <a:custGeom>
              <a:avLst/>
              <a:pathLst>
                <a:path w="32179" h="15715">
                  <a:moveTo>
                    <a:pt x="32179" y="0"/>
                  </a:moveTo>
                  <a:lnTo>
                    <a:pt x="32168" y="4252"/>
                  </a:lnTo>
                  <a:lnTo>
                    <a:pt x="31983" y="6502"/>
                  </a:lnTo>
                  <a:lnTo>
                    <a:pt x="28691" y="9345"/>
                  </a:lnTo>
                  <a:lnTo>
                    <a:pt x="28629" y="10642"/>
                  </a:lnTo>
                  <a:lnTo>
                    <a:pt x="26917" y="13234"/>
                  </a:lnTo>
                  <a:lnTo>
                    <a:pt x="25440" y="14278"/>
                  </a:lnTo>
                  <a:lnTo>
                    <a:pt x="21691" y="14226"/>
                  </a:lnTo>
                  <a:lnTo>
                    <a:pt x="21503" y="15715"/>
                  </a:lnTo>
                  <a:lnTo>
                    <a:pt x="12470" y="13106"/>
                  </a:lnTo>
                  <a:lnTo>
                    <a:pt x="11119" y="11237"/>
                  </a:lnTo>
                  <a:lnTo>
                    <a:pt x="6415" y="11211"/>
                  </a:lnTo>
                  <a:lnTo>
                    <a:pt x="0" y="14221"/>
                  </a:lnTo>
                  <a:lnTo>
                    <a:pt x="121" y="10390"/>
                  </a:lnTo>
                  <a:lnTo>
                    <a:pt x="1788" y="5511"/>
                  </a:lnTo>
                  <a:lnTo>
                    <a:pt x="1784" y="1863"/>
                  </a:lnTo>
                  <a:lnTo>
                    <a:pt x="9825" y="1234"/>
                  </a:lnTo>
                  <a:lnTo>
                    <a:pt x="14446" y="1052"/>
                  </a:lnTo>
                  <a:lnTo>
                    <a:pt x="14257" y="5074"/>
                  </a:lnTo>
                  <a:lnTo>
                    <a:pt x="11905" y="2950"/>
                  </a:lnTo>
                  <a:lnTo>
                    <a:pt x="8831" y="3401"/>
                  </a:lnTo>
                  <a:lnTo>
                    <a:pt x="7629" y="7418"/>
                  </a:lnTo>
                  <a:lnTo>
                    <a:pt x="20969" y="6412"/>
                  </a:lnTo>
                  <a:lnTo>
                    <a:pt x="21005" y="4072"/>
                  </a:lnTo>
                  <a:lnTo>
                    <a:pt x="24026" y="2921"/>
                  </a:lnTo>
                  <a:lnTo>
                    <a:pt x="27504" y="2741"/>
                  </a:lnTo>
                  <a:lnTo>
                    <a:pt x="28121" y="9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2" name="ph5932"/>
            <p:cNvSpPr/>
            <p:nvPr/>
          </p:nvSpPr>
          <p:spPr>
            <a:xfrm>
              <a:off x="8382990" y="2808806"/>
              <a:ext cx="16012" cy="14794"/>
            </a:xfrm>
            <a:custGeom>
              <a:avLst/>
              <a:pathLst>
                <a:path w="16012" h="14794">
                  <a:moveTo>
                    <a:pt x="1963" y="0"/>
                  </a:moveTo>
                  <a:lnTo>
                    <a:pt x="4685" y="1690"/>
                  </a:lnTo>
                  <a:lnTo>
                    <a:pt x="5314" y="3816"/>
                  </a:lnTo>
                  <a:lnTo>
                    <a:pt x="7522" y="1977"/>
                  </a:lnTo>
                  <a:lnTo>
                    <a:pt x="9705" y="1530"/>
                  </a:lnTo>
                  <a:lnTo>
                    <a:pt x="12174" y="2317"/>
                  </a:lnTo>
                  <a:lnTo>
                    <a:pt x="16012" y="6489"/>
                  </a:lnTo>
                  <a:lnTo>
                    <a:pt x="15648" y="8190"/>
                  </a:lnTo>
                  <a:lnTo>
                    <a:pt x="13314" y="10191"/>
                  </a:lnTo>
                  <a:lnTo>
                    <a:pt x="13542" y="12162"/>
                  </a:lnTo>
                  <a:lnTo>
                    <a:pt x="10055" y="12429"/>
                  </a:lnTo>
                  <a:lnTo>
                    <a:pt x="8407" y="14794"/>
                  </a:lnTo>
                  <a:lnTo>
                    <a:pt x="0" y="10935"/>
                  </a:lnTo>
                  <a:lnTo>
                    <a:pt x="78" y="8056"/>
                  </a:lnTo>
                  <a:lnTo>
                    <a:pt x="2304" y="819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3" name="ph5933"/>
            <p:cNvSpPr/>
            <p:nvPr/>
          </p:nvSpPr>
          <p:spPr>
            <a:xfrm>
              <a:off x="8364907" y="2759031"/>
              <a:ext cx="23441" cy="22447"/>
            </a:xfrm>
            <a:custGeom>
              <a:avLst/>
              <a:pathLst>
                <a:path w="23441" h="22447">
                  <a:moveTo>
                    <a:pt x="15210" y="134"/>
                  </a:moveTo>
                  <a:lnTo>
                    <a:pt x="16707" y="7755"/>
                  </a:lnTo>
                  <a:lnTo>
                    <a:pt x="23441" y="7752"/>
                  </a:lnTo>
                  <a:lnTo>
                    <a:pt x="21008" y="20424"/>
                  </a:lnTo>
                  <a:lnTo>
                    <a:pt x="21442" y="21416"/>
                  </a:lnTo>
                  <a:lnTo>
                    <a:pt x="20918" y="22447"/>
                  </a:lnTo>
                  <a:lnTo>
                    <a:pt x="17227" y="22325"/>
                  </a:lnTo>
                  <a:lnTo>
                    <a:pt x="13247" y="18066"/>
                  </a:lnTo>
                  <a:lnTo>
                    <a:pt x="7679" y="19304"/>
                  </a:lnTo>
                  <a:lnTo>
                    <a:pt x="7861" y="14740"/>
                  </a:lnTo>
                  <a:lnTo>
                    <a:pt x="11258" y="11661"/>
                  </a:lnTo>
                  <a:lnTo>
                    <a:pt x="10776" y="10649"/>
                  </a:lnTo>
                  <a:lnTo>
                    <a:pt x="7600" y="10602"/>
                  </a:lnTo>
                  <a:lnTo>
                    <a:pt x="6190" y="8812"/>
                  </a:lnTo>
                  <a:lnTo>
                    <a:pt x="6363" y="4683"/>
                  </a:lnTo>
                  <a:lnTo>
                    <a:pt x="4855" y="4674"/>
                  </a:lnTo>
                  <a:lnTo>
                    <a:pt x="4827" y="2981"/>
                  </a:lnTo>
                  <a:lnTo>
                    <a:pt x="0" y="3547"/>
                  </a:lnTo>
                  <a:lnTo>
                    <a:pt x="1577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4" name="ph5934"/>
            <p:cNvSpPr/>
            <p:nvPr/>
          </p:nvSpPr>
          <p:spPr>
            <a:xfrm>
              <a:off x="8368554" y="2875180"/>
              <a:ext cx="16541" cy="14482"/>
            </a:xfrm>
            <a:custGeom>
              <a:avLst/>
              <a:pathLst>
                <a:path w="16541" h="14482">
                  <a:moveTo>
                    <a:pt x="15315" y="871"/>
                  </a:moveTo>
                  <a:lnTo>
                    <a:pt x="16541" y="2425"/>
                  </a:lnTo>
                  <a:lnTo>
                    <a:pt x="15133" y="6359"/>
                  </a:lnTo>
                  <a:lnTo>
                    <a:pt x="12947" y="6879"/>
                  </a:lnTo>
                  <a:lnTo>
                    <a:pt x="9535" y="6370"/>
                  </a:lnTo>
                  <a:lnTo>
                    <a:pt x="8513" y="8127"/>
                  </a:lnTo>
                  <a:lnTo>
                    <a:pt x="10454" y="13606"/>
                  </a:lnTo>
                  <a:lnTo>
                    <a:pt x="9150" y="14482"/>
                  </a:lnTo>
                  <a:lnTo>
                    <a:pt x="7016" y="13294"/>
                  </a:lnTo>
                  <a:lnTo>
                    <a:pt x="2740" y="12677"/>
                  </a:lnTo>
                  <a:lnTo>
                    <a:pt x="0" y="8625"/>
                  </a:lnTo>
                  <a:lnTo>
                    <a:pt x="355" y="5212"/>
                  </a:lnTo>
                  <a:lnTo>
                    <a:pt x="1548" y="4137"/>
                  </a:lnTo>
                  <a:lnTo>
                    <a:pt x="4706" y="4722"/>
                  </a:lnTo>
                  <a:lnTo>
                    <a:pt x="9929" y="3641"/>
                  </a:lnTo>
                  <a:lnTo>
                    <a:pt x="11118" y="2122"/>
                  </a:lnTo>
                  <a:lnTo>
                    <a:pt x="1126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5" name="ph5935"/>
            <p:cNvSpPr/>
            <p:nvPr/>
          </p:nvSpPr>
          <p:spPr>
            <a:xfrm>
              <a:off x="8332449" y="2840059"/>
              <a:ext cx="31168" cy="22536"/>
            </a:xfrm>
            <a:custGeom>
              <a:avLst/>
              <a:pathLst>
                <a:path w="31168" h="22536">
                  <a:moveTo>
                    <a:pt x="14593" y="4404"/>
                  </a:moveTo>
                  <a:lnTo>
                    <a:pt x="20277" y="3457"/>
                  </a:lnTo>
                  <a:lnTo>
                    <a:pt x="22822" y="1499"/>
                  </a:lnTo>
                  <a:lnTo>
                    <a:pt x="31042" y="15416"/>
                  </a:lnTo>
                  <a:lnTo>
                    <a:pt x="29929" y="16607"/>
                  </a:lnTo>
                  <a:lnTo>
                    <a:pt x="31168" y="18225"/>
                  </a:lnTo>
                  <a:lnTo>
                    <a:pt x="29770" y="20187"/>
                  </a:lnTo>
                  <a:lnTo>
                    <a:pt x="19166" y="18808"/>
                  </a:lnTo>
                  <a:lnTo>
                    <a:pt x="20921" y="21860"/>
                  </a:lnTo>
                  <a:lnTo>
                    <a:pt x="16826" y="22536"/>
                  </a:lnTo>
                  <a:lnTo>
                    <a:pt x="14778" y="21363"/>
                  </a:lnTo>
                  <a:lnTo>
                    <a:pt x="14335" y="20048"/>
                  </a:lnTo>
                  <a:lnTo>
                    <a:pt x="11525" y="19250"/>
                  </a:lnTo>
                  <a:lnTo>
                    <a:pt x="7641" y="18543"/>
                  </a:lnTo>
                  <a:lnTo>
                    <a:pt x="3584" y="19086"/>
                  </a:lnTo>
                  <a:lnTo>
                    <a:pt x="4519" y="16301"/>
                  </a:lnTo>
                  <a:lnTo>
                    <a:pt x="2677" y="15704"/>
                  </a:lnTo>
                  <a:lnTo>
                    <a:pt x="2570" y="12924"/>
                  </a:lnTo>
                  <a:lnTo>
                    <a:pt x="1059" y="9136"/>
                  </a:lnTo>
                  <a:lnTo>
                    <a:pt x="1149" y="10263"/>
                  </a:lnTo>
                  <a:lnTo>
                    <a:pt x="0" y="10358"/>
                  </a:lnTo>
                  <a:lnTo>
                    <a:pt x="263" y="4631"/>
                  </a:lnTo>
                  <a:lnTo>
                    <a:pt x="4969" y="6720"/>
                  </a:lnTo>
                  <a:lnTo>
                    <a:pt x="6509" y="6334"/>
                  </a:lnTo>
                  <a:lnTo>
                    <a:pt x="7299" y="4123"/>
                  </a:lnTo>
                  <a:lnTo>
                    <a:pt x="958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6" name="ph5936"/>
            <p:cNvSpPr/>
            <p:nvPr/>
          </p:nvSpPr>
          <p:spPr>
            <a:xfrm>
              <a:off x="8324285" y="2783426"/>
              <a:ext cx="44995" cy="61037"/>
            </a:xfrm>
            <a:custGeom>
              <a:avLst/>
              <a:pathLst>
                <a:path w="44995" h="61037">
                  <a:moveTo>
                    <a:pt x="29924" y="5632"/>
                  </a:moveTo>
                  <a:lnTo>
                    <a:pt x="32736" y="6449"/>
                  </a:lnTo>
                  <a:lnTo>
                    <a:pt x="31085" y="9661"/>
                  </a:lnTo>
                  <a:lnTo>
                    <a:pt x="31076" y="10001"/>
                  </a:lnTo>
                  <a:lnTo>
                    <a:pt x="31068" y="10328"/>
                  </a:lnTo>
                  <a:lnTo>
                    <a:pt x="31062" y="10925"/>
                  </a:lnTo>
                  <a:lnTo>
                    <a:pt x="29751" y="11078"/>
                  </a:lnTo>
                  <a:lnTo>
                    <a:pt x="30369" y="14006"/>
                  </a:lnTo>
                  <a:lnTo>
                    <a:pt x="36874" y="16058"/>
                  </a:lnTo>
                  <a:lnTo>
                    <a:pt x="36963" y="17304"/>
                  </a:lnTo>
                  <a:lnTo>
                    <a:pt x="36981" y="17554"/>
                  </a:lnTo>
                  <a:lnTo>
                    <a:pt x="36991" y="17693"/>
                  </a:lnTo>
                  <a:lnTo>
                    <a:pt x="37639" y="18392"/>
                  </a:lnTo>
                  <a:lnTo>
                    <a:pt x="37830" y="18369"/>
                  </a:lnTo>
                  <a:lnTo>
                    <a:pt x="38196" y="17125"/>
                  </a:lnTo>
                  <a:lnTo>
                    <a:pt x="38393" y="16647"/>
                  </a:lnTo>
                  <a:lnTo>
                    <a:pt x="42436" y="18385"/>
                  </a:lnTo>
                  <a:lnTo>
                    <a:pt x="39533" y="20089"/>
                  </a:lnTo>
                  <a:lnTo>
                    <a:pt x="38971" y="25142"/>
                  </a:lnTo>
                  <a:lnTo>
                    <a:pt x="44995" y="26173"/>
                  </a:lnTo>
                  <a:lnTo>
                    <a:pt x="44284" y="27570"/>
                  </a:lnTo>
                  <a:lnTo>
                    <a:pt x="41677" y="28040"/>
                  </a:lnTo>
                  <a:lnTo>
                    <a:pt x="41108" y="26996"/>
                  </a:lnTo>
                  <a:lnTo>
                    <a:pt x="40731" y="26759"/>
                  </a:lnTo>
                  <a:lnTo>
                    <a:pt x="38936" y="25437"/>
                  </a:lnTo>
                  <a:lnTo>
                    <a:pt x="38308" y="24118"/>
                  </a:lnTo>
                  <a:lnTo>
                    <a:pt x="34559" y="24571"/>
                  </a:lnTo>
                  <a:lnTo>
                    <a:pt x="31006" y="24770"/>
                  </a:lnTo>
                  <a:lnTo>
                    <a:pt x="30590" y="29190"/>
                  </a:lnTo>
                  <a:lnTo>
                    <a:pt x="26519" y="33015"/>
                  </a:lnTo>
                  <a:lnTo>
                    <a:pt x="27635" y="36333"/>
                  </a:lnTo>
                  <a:lnTo>
                    <a:pt x="32831" y="39173"/>
                  </a:lnTo>
                  <a:lnTo>
                    <a:pt x="34928" y="41646"/>
                  </a:lnTo>
                  <a:lnTo>
                    <a:pt x="35768" y="43339"/>
                  </a:lnTo>
                  <a:lnTo>
                    <a:pt x="29992" y="43679"/>
                  </a:lnTo>
                  <a:lnTo>
                    <a:pt x="30025" y="46274"/>
                  </a:lnTo>
                  <a:lnTo>
                    <a:pt x="33063" y="50197"/>
                  </a:lnTo>
                  <a:lnTo>
                    <a:pt x="30954" y="55909"/>
                  </a:lnTo>
                  <a:lnTo>
                    <a:pt x="31741" y="56116"/>
                  </a:lnTo>
                  <a:lnTo>
                    <a:pt x="32188" y="56111"/>
                  </a:lnTo>
                  <a:lnTo>
                    <a:pt x="32180" y="56506"/>
                  </a:lnTo>
                  <a:lnTo>
                    <a:pt x="30985" y="58132"/>
                  </a:lnTo>
                  <a:lnTo>
                    <a:pt x="28441" y="60090"/>
                  </a:lnTo>
                  <a:lnTo>
                    <a:pt x="22756" y="61037"/>
                  </a:lnTo>
                  <a:lnTo>
                    <a:pt x="17746" y="56632"/>
                  </a:lnTo>
                  <a:lnTo>
                    <a:pt x="17331" y="48431"/>
                  </a:lnTo>
                  <a:lnTo>
                    <a:pt x="21152" y="42723"/>
                  </a:lnTo>
                  <a:lnTo>
                    <a:pt x="20909" y="41720"/>
                  </a:lnTo>
                  <a:lnTo>
                    <a:pt x="15701" y="33974"/>
                  </a:lnTo>
                  <a:lnTo>
                    <a:pt x="12977" y="33561"/>
                  </a:lnTo>
                  <a:lnTo>
                    <a:pt x="8554" y="30483"/>
                  </a:lnTo>
                  <a:lnTo>
                    <a:pt x="8389" y="28157"/>
                  </a:lnTo>
                  <a:lnTo>
                    <a:pt x="10740" y="19135"/>
                  </a:lnTo>
                  <a:lnTo>
                    <a:pt x="8661" y="15104"/>
                  </a:lnTo>
                  <a:lnTo>
                    <a:pt x="4649" y="12673"/>
                  </a:lnTo>
                  <a:lnTo>
                    <a:pt x="1884" y="6652"/>
                  </a:lnTo>
                  <a:lnTo>
                    <a:pt x="0" y="5427"/>
                  </a:lnTo>
                  <a:lnTo>
                    <a:pt x="1812" y="2021"/>
                  </a:lnTo>
                  <a:lnTo>
                    <a:pt x="4939" y="170"/>
                  </a:lnTo>
                  <a:lnTo>
                    <a:pt x="8550" y="214"/>
                  </a:lnTo>
                  <a:lnTo>
                    <a:pt x="14574" y="3979"/>
                  </a:lnTo>
                  <a:lnTo>
                    <a:pt x="22250" y="1523"/>
                  </a:lnTo>
                  <a:lnTo>
                    <a:pt x="24767" y="2042"/>
                  </a:lnTo>
                  <a:lnTo>
                    <a:pt x="28174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7" name="ph5937"/>
            <p:cNvSpPr/>
            <p:nvPr/>
          </p:nvSpPr>
          <p:spPr>
            <a:xfrm>
              <a:off x="8302182" y="2831728"/>
              <a:ext cx="37566" cy="24632"/>
            </a:xfrm>
            <a:custGeom>
              <a:avLst/>
              <a:pathLst>
                <a:path w="37566" h="24632">
                  <a:moveTo>
                    <a:pt x="19647" y="0"/>
                  </a:moveTo>
                  <a:lnTo>
                    <a:pt x="20063" y="3377"/>
                  </a:lnTo>
                  <a:lnTo>
                    <a:pt x="26783" y="5682"/>
                  </a:lnTo>
                  <a:lnTo>
                    <a:pt x="32362" y="4492"/>
                  </a:lnTo>
                  <a:lnTo>
                    <a:pt x="35130" y="5182"/>
                  </a:lnTo>
                  <a:lnTo>
                    <a:pt x="35064" y="6038"/>
                  </a:lnTo>
                  <a:lnTo>
                    <a:pt x="33911" y="5863"/>
                  </a:lnTo>
                  <a:lnTo>
                    <a:pt x="33279" y="8777"/>
                  </a:lnTo>
                  <a:lnTo>
                    <a:pt x="35347" y="12391"/>
                  </a:lnTo>
                  <a:lnTo>
                    <a:pt x="37566" y="12453"/>
                  </a:lnTo>
                  <a:lnTo>
                    <a:pt x="36776" y="14665"/>
                  </a:lnTo>
                  <a:lnTo>
                    <a:pt x="35236" y="15051"/>
                  </a:lnTo>
                  <a:lnTo>
                    <a:pt x="30530" y="12961"/>
                  </a:lnTo>
                  <a:lnTo>
                    <a:pt x="30266" y="18688"/>
                  </a:lnTo>
                  <a:lnTo>
                    <a:pt x="31416" y="18593"/>
                  </a:lnTo>
                  <a:lnTo>
                    <a:pt x="31326" y="17466"/>
                  </a:lnTo>
                  <a:lnTo>
                    <a:pt x="32836" y="21254"/>
                  </a:lnTo>
                  <a:lnTo>
                    <a:pt x="32944" y="24034"/>
                  </a:lnTo>
                  <a:lnTo>
                    <a:pt x="34786" y="24632"/>
                  </a:lnTo>
                  <a:lnTo>
                    <a:pt x="28874" y="24408"/>
                  </a:lnTo>
                  <a:lnTo>
                    <a:pt x="24965" y="20015"/>
                  </a:lnTo>
                  <a:lnTo>
                    <a:pt x="22332" y="18923"/>
                  </a:lnTo>
                  <a:lnTo>
                    <a:pt x="18514" y="17577"/>
                  </a:lnTo>
                  <a:lnTo>
                    <a:pt x="12365" y="17325"/>
                  </a:lnTo>
                  <a:lnTo>
                    <a:pt x="12356" y="18225"/>
                  </a:lnTo>
                  <a:lnTo>
                    <a:pt x="8771" y="18031"/>
                  </a:lnTo>
                  <a:lnTo>
                    <a:pt x="9975" y="14522"/>
                  </a:lnTo>
                  <a:lnTo>
                    <a:pt x="0" y="13323"/>
                  </a:lnTo>
                  <a:lnTo>
                    <a:pt x="2447" y="9198"/>
                  </a:lnTo>
                  <a:lnTo>
                    <a:pt x="5124" y="9682"/>
                  </a:lnTo>
                  <a:lnTo>
                    <a:pt x="8822" y="9204"/>
                  </a:lnTo>
                  <a:lnTo>
                    <a:pt x="10435" y="5169"/>
                  </a:lnTo>
                  <a:lnTo>
                    <a:pt x="12567" y="4666"/>
                  </a:lnTo>
                  <a:lnTo>
                    <a:pt x="12602" y="9783"/>
                  </a:lnTo>
                  <a:lnTo>
                    <a:pt x="14999" y="10041"/>
                  </a:lnTo>
                  <a:lnTo>
                    <a:pt x="16997" y="32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8" name="ph5938"/>
            <p:cNvSpPr/>
            <p:nvPr/>
          </p:nvSpPr>
          <p:spPr>
            <a:xfrm>
              <a:off x="8395165" y="2808380"/>
              <a:ext cx="25337" cy="15196"/>
            </a:xfrm>
            <a:custGeom>
              <a:avLst/>
              <a:pathLst>
                <a:path w="25337" h="15196">
                  <a:moveTo>
                    <a:pt x="5841" y="479"/>
                  </a:moveTo>
                  <a:lnTo>
                    <a:pt x="8933" y="5941"/>
                  </a:lnTo>
                  <a:lnTo>
                    <a:pt x="22715" y="8539"/>
                  </a:lnTo>
                  <a:lnTo>
                    <a:pt x="24694" y="10193"/>
                  </a:lnTo>
                  <a:lnTo>
                    <a:pt x="25337" y="12482"/>
                  </a:lnTo>
                  <a:lnTo>
                    <a:pt x="24539" y="14942"/>
                  </a:lnTo>
                  <a:lnTo>
                    <a:pt x="21780" y="15196"/>
                  </a:lnTo>
                  <a:lnTo>
                    <a:pt x="21747" y="13438"/>
                  </a:lnTo>
                  <a:lnTo>
                    <a:pt x="19773" y="11711"/>
                  </a:lnTo>
                  <a:lnTo>
                    <a:pt x="14013" y="12678"/>
                  </a:lnTo>
                  <a:lnTo>
                    <a:pt x="8575" y="12532"/>
                  </a:lnTo>
                  <a:lnTo>
                    <a:pt x="5902" y="13397"/>
                  </a:lnTo>
                  <a:lnTo>
                    <a:pt x="4253" y="15144"/>
                  </a:lnTo>
                  <a:lnTo>
                    <a:pt x="1367" y="12588"/>
                  </a:lnTo>
                  <a:lnTo>
                    <a:pt x="1139" y="10617"/>
                  </a:lnTo>
                  <a:lnTo>
                    <a:pt x="3473" y="8616"/>
                  </a:lnTo>
                  <a:lnTo>
                    <a:pt x="3838" y="6915"/>
                  </a:lnTo>
                  <a:lnTo>
                    <a:pt x="0" y="2742"/>
                  </a:lnTo>
                  <a:lnTo>
                    <a:pt x="467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9" name="ph5939"/>
            <p:cNvSpPr/>
            <p:nvPr/>
          </p:nvSpPr>
          <p:spPr>
            <a:xfrm>
              <a:off x="8386593" y="2820969"/>
              <a:ext cx="22182" cy="12928"/>
            </a:xfrm>
            <a:custGeom>
              <a:avLst/>
              <a:pathLst>
                <a:path w="22182" h="12928">
                  <a:moveTo>
                    <a:pt x="9939" y="0"/>
                  </a:moveTo>
                  <a:lnTo>
                    <a:pt x="12825" y="2556"/>
                  </a:lnTo>
                  <a:lnTo>
                    <a:pt x="14852" y="3448"/>
                  </a:lnTo>
                  <a:lnTo>
                    <a:pt x="17309" y="6630"/>
                  </a:lnTo>
                  <a:lnTo>
                    <a:pt x="19753" y="7546"/>
                  </a:lnTo>
                  <a:lnTo>
                    <a:pt x="21108" y="7120"/>
                  </a:lnTo>
                  <a:lnTo>
                    <a:pt x="22031" y="7920"/>
                  </a:lnTo>
                  <a:lnTo>
                    <a:pt x="22182" y="9932"/>
                  </a:lnTo>
                  <a:lnTo>
                    <a:pt x="19901" y="11218"/>
                  </a:lnTo>
                  <a:lnTo>
                    <a:pt x="16449" y="8763"/>
                  </a:lnTo>
                  <a:lnTo>
                    <a:pt x="13466" y="8719"/>
                  </a:lnTo>
                  <a:lnTo>
                    <a:pt x="8848" y="10109"/>
                  </a:lnTo>
                  <a:lnTo>
                    <a:pt x="8607" y="11183"/>
                  </a:lnTo>
                  <a:lnTo>
                    <a:pt x="4471" y="12928"/>
                  </a:lnTo>
                  <a:lnTo>
                    <a:pt x="5066" y="9954"/>
                  </a:lnTo>
                  <a:lnTo>
                    <a:pt x="2440" y="7418"/>
                  </a:lnTo>
                  <a:lnTo>
                    <a:pt x="0" y="7047"/>
                  </a:lnTo>
                  <a:lnTo>
                    <a:pt x="4804" y="2631"/>
                  </a:lnTo>
                  <a:lnTo>
                    <a:pt x="6453" y="26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0" name="ph5940"/>
            <p:cNvSpPr/>
            <p:nvPr/>
          </p:nvSpPr>
          <p:spPr>
            <a:xfrm>
              <a:off x="8423399" y="2892235"/>
              <a:ext cx="14535" cy="21630"/>
            </a:xfrm>
            <a:custGeom>
              <a:avLst/>
              <a:pathLst>
                <a:path w="14535" h="21630">
                  <a:moveTo>
                    <a:pt x="11374" y="42"/>
                  </a:moveTo>
                  <a:lnTo>
                    <a:pt x="10868" y="3330"/>
                  </a:lnTo>
                  <a:lnTo>
                    <a:pt x="12814" y="10840"/>
                  </a:lnTo>
                  <a:lnTo>
                    <a:pt x="14260" y="12032"/>
                  </a:lnTo>
                  <a:lnTo>
                    <a:pt x="14535" y="15845"/>
                  </a:lnTo>
                  <a:lnTo>
                    <a:pt x="11072" y="15725"/>
                  </a:lnTo>
                  <a:lnTo>
                    <a:pt x="11030" y="18825"/>
                  </a:lnTo>
                  <a:lnTo>
                    <a:pt x="11905" y="18817"/>
                  </a:lnTo>
                  <a:lnTo>
                    <a:pt x="12013" y="21630"/>
                  </a:lnTo>
                  <a:lnTo>
                    <a:pt x="1967" y="20239"/>
                  </a:lnTo>
                  <a:lnTo>
                    <a:pt x="0" y="19424"/>
                  </a:lnTo>
                  <a:lnTo>
                    <a:pt x="52" y="18334"/>
                  </a:lnTo>
                  <a:lnTo>
                    <a:pt x="1173" y="18365"/>
                  </a:lnTo>
                  <a:lnTo>
                    <a:pt x="5355" y="7436"/>
                  </a:lnTo>
                  <a:lnTo>
                    <a:pt x="7981" y="5631"/>
                  </a:lnTo>
                  <a:lnTo>
                    <a:pt x="877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1" name="ph5941"/>
            <p:cNvSpPr/>
            <p:nvPr/>
          </p:nvSpPr>
          <p:spPr>
            <a:xfrm>
              <a:off x="8377464" y="2832170"/>
              <a:ext cx="13111" cy="15415"/>
            </a:xfrm>
            <a:custGeom>
              <a:avLst/>
              <a:pathLst>
                <a:path w="13111" h="15415">
                  <a:moveTo>
                    <a:pt x="10105" y="167"/>
                  </a:moveTo>
                  <a:lnTo>
                    <a:pt x="12407" y="1520"/>
                  </a:lnTo>
                  <a:lnTo>
                    <a:pt x="13111" y="5465"/>
                  </a:lnTo>
                  <a:lnTo>
                    <a:pt x="11592" y="13695"/>
                  </a:lnTo>
                  <a:lnTo>
                    <a:pt x="9110" y="15415"/>
                  </a:lnTo>
                  <a:lnTo>
                    <a:pt x="0" y="11413"/>
                  </a:lnTo>
                  <a:lnTo>
                    <a:pt x="2703" y="7989"/>
                  </a:lnTo>
                  <a:lnTo>
                    <a:pt x="5093" y="7986"/>
                  </a:lnTo>
                  <a:lnTo>
                    <a:pt x="2805" y="5315"/>
                  </a:lnTo>
                  <a:lnTo>
                    <a:pt x="3555" y="1751"/>
                  </a:lnTo>
                  <a:lnTo>
                    <a:pt x="5862" y="1897"/>
                  </a:lnTo>
                  <a:lnTo>
                    <a:pt x="639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2" name="ph5942"/>
            <p:cNvSpPr/>
            <p:nvPr/>
          </p:nvSpPr>
          <p:spPr>
            <a:xfrm>
              <a:off x="8354037" y="2789112"/>
              <a:ext cx="15428" cy="12706"/>
            </a:xfrm>
            <a:custGeom>
              <a:avLst/>
              <a:pathLst>
                <a:path w="15428" h="12706">
                  <a:moveTo>
                    <a:pt x="7884" y="0"/>
                  </a:moveTo>
                  <a:lnTo>
                    <a:pt x="9111" y="3520"/>
                  </a:lnTo>
                  <a:lnTo>
                    <a:pt x="14555" y="3158"/>
                  </a:lnTo>
                  <a:lnTo>
                    <a:pt x="15428" y="4289"/>
                  </a:lnTo>
                  <a:lnTo>
                    <a:pt x="9359" y="9284"/>
                  </a:lnTo>
                  <a:lnTo>
                    <a:pt x="8641" y="10961"/>
                  </a:lnTo>
                  <a:lnTo>
                    <a:pt x="8443" y="11447"/>
                  </a:lnTo>
                  <a:lnTo>
                    <a:pt x="8078" y="12684"/>
                  </a:lnTo>
                  <a:lnTo>
                    <a:pt x="7888" y="12706"/>
                  </a:lnTo>
                  <a:lnTo>
                    <a:pt x="7239" y="12008"/>
                  </a:lnTo>
                  <a:lnTo>
                    <a:pt x="7211" y="11618"/>
                  </a:lnTo>
                  <a:lnTo>
                    <a:pt x="7122" y="10372"/>
                  </a:lnTo>
                  <a:lnTo>
                    <a:pt x="617" y="8320"/>
                  </a:lnTo>
                  <a:lnTo>
                    <a:pt x="0" y="5392"/>
                  </a:lnTo>
                  <a:lnTo>
                    <a:pt x="1311" y="5224"/>
                  </a:lnTo>
                  <a:lnTo>
                    <a:pt x="1316" y="4642"/>
                  </a:lnTo>
                  <a:lnTo>
                    <a:pt x="1334" y="3976"/>
                  </a:lnTo>
                  <a:lnTo>
                    <a:pt x="2984" y="76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3" name="ph5943"/>
            <p:cNvSpPr/>
            <p:nvPr/>
          </p:nvSpPr>
          <p:spPr>
            <a:xfrm>
              <a:off x="8400554" y="2859032"/>
              <a:ext cx="14002" cy="17950"/>
            </a:xfrm>
            <a:custGeom>
              <a:avLst/>
              <a:pathLst>
                <a:path w="14002" h="17950">
                  <a:moveTo>
                    <a:pt x="10689" y="264"/>
                  </a:moveTo>
                  <a:lnTo>
                    <a:pt x="11249" y="508"/>
                  </a:lnTo>
                  <a:lnTo>
                    <a:pt x="14002" y="2986"/>
                  </a:lnTo>
                  <a:lnTo>
                    <a:pt x="12124" y="2271"/>
                  </a:lnTo>
                  <a:lnTo>
                    <a:pt x="11480" y="9150"/>
                  </a:lnTo>
                  <a:lnTo>
                    <a:pt x="13242" y="8149"/>
                  </a:lnTo>
                  <a:lnTo>
                    <a:pt x="13000" y="11076"/>
                  </a:lnTo>
                  <a:lnTo>
                    <a:pt x="8124" y="11902"/>
                  </a:lnTo>
                  <a:lnTo>
                    <a:pt x="7731" y="13820"/>
                  </a:lnTo>
                  <a:lnTo>
                    <a:pt x="6672" y="17556"/>
                  </a:lnTo>
                  <a:lnTo>
                    <a:pt x="5797" y="17950"/>
                  </a:lnTo>
                  <a:lnTo>
                    <a:pt x="1168" y="16163"/>
                  </a:lnTo>
                  <a:lnTo>
                    <a:pt x="0" y="14953"/>
                  </a:lnTo>
                  <a:lnTo>
                    <a:pt x="1088" y="7768"/>
                  </a:lnTo>
                  <a:lnTo>
                    <a:pt x="6507" y="5951"/>
                  </a:lnTo>
                  <a:lnTo>
                    <a:pt x="7144" y="4448"/>
                  </a:lnTo>
                  <a:lnTo>
                    <a:pt x="6526" y="2196"/>
                  </a:lnTo>
                  <a:lnTo>
                    <a:pt x="771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4" name="ph5944"/>
            <p:cNvSpPr/>
            <p:nvPr/>
          </p:nvSpPr>
          <p:spPr>
            <a:xfrm>
              <a:off x="8478693" y="2711621"/>
              <a:ext cx="42229" cy="28740"/>
            </a:xfrm>
            <a:custGeom>
              <a:avLst/>
              <a:pathLst>
                <a:path w="42229" h="28740">
                  <a:moveTo>
                    <a:pt x="39265" y="9960"/>
                  </a:moveTo>
                  <a:lnTo>
                    <a:pt x="39300" y="14312"/>
                  </a:lnTo>
                  <a:lnTo>
                    <a:pt x="39203" y="16068"/>
                  </a:lnTo>
                  <a:lnTo>
                    <a:pt x="36580" y="16052"/>
                  </a:lnTo>
                  <a:lnTo>
                    <a:pt x="36655" y="19479"/>
                  </a:lnTo>
                  <a:lnTo>
                    <a:pt x="41852" y="19435"/>
                  </a:lnTo>
                  <a:lnTo>
                    <a:pt x="42229" y="21816"/>
                  </a:lnTo>
                  <a:lnTo>
                    <a:pt x="37972" y="25839"/>
                  </a:lnTo>
                  <a:lnTo>
                    <a:pt x="37195" y="28740"/>
                  </a:lnTo>
                  <a:lnTo>
                    <a:pt x="31507" y="28657"/>
                  </a:lnTo>
                  <a:lnTo>
                    <a:pt x="28616" y="24159"/>
                  </a:lnTo>
                  <a:lnTo>
                    <a:pt x="24404" y="23636"/>
                  </a:lnTo>
                  <a:lnTo>
                    <a:pt x="12924" y="23430"/>
                  </a:lnTo>
                  <a:lnTo>
                    <a:pt x="12839" y="25141"/>
                  </a:lnTo>
                  <a:lnTo>
                    <a:pt x="5318" y="25575"/>
                  </a:lnTo>
                  <a:lnTo>
                    <a:pt x="4289" y="20436"/>
                  </a:lnTo>
                  <a:lnTo>
                    <a:pt x="4048" y="18874"/>
                  </a:lnTo>
                  <a:lnTo>
                    <a:pt x="11321" y="17580"/>
                  </a:lnTo>
                  <a:lnTo>
                    <a:pt x="11165" y="13784"/>
                  </a:lnTo>
                  <a:lnTo>
                    <a:pt x="6672" y="13710"/>
                  </a:lnTo>
                  <a:lnTo>
                    <a:pt x="4333" y="15344"/>
                  </a:lnTo>
                  <a:lnTo>
                    <a:pt x="4339" y="17349"/>
                  </a:lnTo>
                  <a:lnTo>
                    <a:pt x="363" y="15556"/>
                  </a:lnTo>
                  <a:lnTo>
                    <a:pt x="0" y="11653"/>
                  </a:lnTo>
                  <a:lnTo>
                    <a:pt x="12586" y="7386"/>
                  </a:lnTo>
                  <a:lnTo>
                    <a:pt x="17038" y="7175"/>
                  </a:lnTo>
                  <a:lnTo>
                    <a:pt x="22207" y="8394"/>
                  </a:lnTo>
                  <a:lnTo>
                    <a:pt x="27910" y="7163"/>
                  </a:lnTo>
                  <a:lnTo>
                    <a:pt x="30936" y="5965"/>
                  </a:lnTo>
                  <a:lnTo>
                    <a:pt x="31602" y="4421"/>
                  </a:lnTo>
                  <a:lnTo>
                    <a:pt x="37247" y="0"/>
                  </a:lnTo>
                  <a:lnTo>
                    <a:pt x="37823" y="560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5" name="ph5945"/>
            <p:cNvSpPr/>
            <p:nvPr/>
          </p:nvSpPr>
          <p:spPr>
            <a:xfrm>
              <a:off x="8504694" y="2717855"/>
              <a:ext cx="181" cy="237"/>
            </a:xfrm>
            <a:custGeom>
              <a:avLst/>
              <a:pathLst>
                <a:path w="181" h="237">
                  <a:moveTo>
                    <a:pt x="181" y="180"/>
                  </a:moveTo>
                  <a:lnTo>
                    <a:pt x="0" y="2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6" name="ph5946"/>
            <p:cNvSpPr/>
            <p:nvPr/>
          </p:nvSpPr>
          <p:spPr>
            <a:xfrm>
              <a:off x="8395201" y="2829688"/>
              <a:ext cx="11293" cy="7234"/>
            </a:xfrm>
            <a:custGeom>
              <a:avLst/>
              <a:pathLst>
                <a:path w="11293" h="7234">
                  <a:moveTo>
                    <a:pt x="7841" y="44"/>
                  </a:moveTo>
                  <a:lnTo>
                    <a:pt x="11293" y="2499"/>
                  </a:lnTo>
                  <a:lnTo>
                    <a:pt x="8568" y="4626"/>
                  </a:lnTo>
                  <a:lnTo>
                    <a:pt x="7371" y="6160"/>
                  </a:lnTo>
                  <a:lnTo>
                    <a:pt x="3514" y="7234"/>
                  </a:lnTo>
                  <a:lnTo>
                    <a:pt x="2785" y="2862"/>
                  </a:lnTo>
                  <a:lnTo>
                    <a:pt x="0" y="2464"/>
                  </a:lnTo>
                  <a:lnTo>
                    <a:pt x="240" y="1390"/>
                  </a:lnTo>
                  <a:lnTo>
                    <a:pt x="485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7" name="ph5947"/>
            <p:cNvSpPr/>
            <p:nvPr/>
          </p:nvSpPr>
          <p:spPr>
            <a:xfrm>
              <a:off x="8434267" y="2886834"/>
              <a:ext cx="24267" cy="21246"/>
            </a:xfrm>
            <a:custGeom>
              <a:avLst/>
              <a:pathLst>
                <a:path w="24267" h="21246">
                  <a:moveTo>
                    <a:pt x="10659" y="251"/>
                  </a:moveTo>
                  <a:lnTo>
                    <a:pt x="17766" y="2934"/>
                  </a:lnTo>
                  <a:lnTo>
                    <a:pt x="20213" y="5219"/>
                  </a:lnTo>
                  <a:lnTo>
                    <a:pt x="20143" y="6228"/>
                  </a:lnTo>
                  <a:lnTo>
                    <a:pt x="23565" y="6193"/>
                  </a:lnTo>
                  <a:lnTo>
                    <a:pt x="24267" y="10464"/>
                  </a:lnTo>
                  <a:lnTo>
                    <a:pt x="21403" y="13324"/>
                  </a:lnTo>
                  <a:lnTo>
                    <a:pt x="20202" y="16209"/>
                  </a:lnTo>
                  <a:lnTo>
                    <a:pt x="11710" y="16003"/>
                  </a:lnTo>
                  <a:lnTo>
                    <a:pt x="11443" y="21050"/>
                  </a:lnTo>
                  <a:lnTo>
                    <a:pt x="3667" y="21246"/>
                  </a:lnTo>
                  <a:lnTo>
                    <a:pt x="3392" y="17433"/>
                  </a:lnTo>
                  <a:lnTo>
                    <a:pt x="1946" y="16241"/>
                  </a:lnTo>
                  <a:lnTo>
                    <a:pt x="0" y="8731"/>
                  </a:lnTo>
                  <a:lnTo>
                    <a:pt x="506" y="5443"/>
                  </a:lnTo>
                  <a:lnTo>
                    <a:pt x="1103" y="5453"/>
                  </a:lnTo>
                  <a:lnTo>
                    <a:pt x="866" y="1235"/>
                  </a:lnTo>
                  <a:lnTo>
                    <a:pt x="5016" y="1324"/>
                  </a:lnTo>
                  <a:lnTo>
                    <a:pt x="498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8" name="ph5948"/>
            <p:cNvSpPr/>
            <p:nvPr/>
          </p:nvSpPr>
          <p:spPr>
            <a:xfrm>
              <a:off x="8396259" y="2779749"/>
              <a:ext cx="14592" cy="14621"/>
            </a:xfrm>
            <a:custGeom>
              <a:avLst/>
              <a:pathLst>
                <a:path w="14592" h="14621">
                  <a:moveTo>
                    <a:pt x="8452" y="0"/>
                  </a:moveTo>
                  <a:lnTo>
                    <a:pt x="10009" y="2280"/>
                  </a:lnTo>
                  <a:lnTo>
                    <a:pt x="12673" y="4586"/>
                  </a:lnTo>
                  <a:lnTo>
                    <a:pt x="12367" y="6438"/>
                  </a:lnTo>
                  <a:lnTo>
                    <a:pt x="13913" y="7409"/>
                  </a:lnTo>
                  <a:lnTo>
                    <a:pt x="14592" y="13928"/>
                  </a:lnTo>
                  <a:lnTo>
                    <a:pt x="7812" y="14621"/>
                  </a:lnTo>
                  <a:lnTo>
                    <a:pt x="5362" y="14435"/>
                  </a:lnTo>
                  <a:lnTo>
                    <a:pt x="5769" y="10096"/>
                  </a:lnTo>
                  <a:lnTo>
                    <a:pt x="4550" y="9069"/>
                  </a:lnTo>
                  <a:lnTo>
                    <a:pt x="0" y="8599"/>
                  </a:lnTo>
                  <a:lnTo>
                    <a:pt x="31" y="7442"/>
                  </a:lnTo>
                  <a:lnTo>
                    <a:pt x="6348" y="8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9" name="ph5949"/>
            <p:cNvSpPr/>
            <p:nvPr/>
          </p:nvSpPr>
          <p:spPr>
            <a:xfrm>
              <a:off x="8363819" y="2796016"/>
              <a:ext cx="25772" cy="20984"/>
            </a:xfrm>
            <a:custGeom>
              <a:avLst/>
              <a:pathLst>
                <a:path w="25772" h="20984">
                  <a:moveTo>
                    <a:pt x="16302" y="211"/>
                  </a:moveTo>
                  <a:lnTo>
                    <a:pt x="17210" y="7773"/>
                  </a:lnTo>
                  <a:lnTo>
                    <a:pt x="20419" y="6428"/>
                  </a:lnTo>
                  <a:lnTo>
                    <a:pt x="23414" y="8060"/>
                  </a:lnTo>
                  <a:lnTo>
                    <a:pt x="25772" y="11612"/>
                  </a:lnTo>
                  <a:lnTo>
                    <a:pt x="23857" y="14480"/>
                  </a:lnTo>
                  <a:lnTo>
                    <a:pt x="21135" y="12790"/>
                  </a:lnTo>
                  <a:lnTo>
                    <a:pt x="21476" y="20984"/>
                  </a:lnTo>
                  <a:lnTo>
                    <a:pt x="19250" y="20847"/>
                  </a:lnTo>
                  <a:lnTo>
                    <a:pt x="16869" y="20687"/>
                  </a:lnTo>
                  <a:lnTo>
                    <a:pt x="14517" y="18903"/>
                  </a:lnTo>
                  <a:lnTo>
                    <a:pt x="7916" y="17647"/>
                  </a:lnTo>
                  <a:lnTo>
                    <a:pt x="7841" y="16966"/>
                  </a:lnTo>
                  <a:lnTo>
                    <a:pt x="10810" y="16985"/>
                  </a:lnTo>
                  <a:lnTo>
                    <a:pt x="10396" y="14934"/>
                  </a:lnTo>
                  <a:lnTo>
                    <a:pt x="8640" y="13158"/>
                  </a:lnTo>
                  <a:lnTo>
                    <a:pt x="8354" y="8477"/>
                  </a:lnTo>
                  <a:lnTo>
                    <a:pt x="6352" y="8061"/>
                  </a:lnTo>
                  <a:lnTo>
                    <a:pt x="2215" y="8859"/>
                  </a:lnTo>
                  <a:lnTo>
                    <a:pt x="0" y="7500"/>
                  </a:lnTo>
                  <a:lnTo>
                    <a:pt x="2903" y="5795"/>
                  </a:lnTo>
                  <a:lnTo>
                    <a:pt x="5381" y="3352"/>
                  </a:lnTo>
                  <a:lnTo>
                    <a:pt x="10956" y="3607"/>
                  </a:lnTo>
                  <a:lnTo>
                    <a:pt x="1497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0" name="ph5950"/>
            <p:cNvSpPr/>
            <p:nvPr/>
          </p:nvSpPr>
          <p:spPr>
            <a:xfrm>
              <a:off x="8515274" y="2708141"/>
              <a:ext cx="40980" cy="27466"/>
            </a:xfrm>
            <a:custGeom>
              <a:avLst/>
              <a:pathLst>
                <a:path w="40980" h="27466">
                  <a:moveTo>
                    <a:pt x="28125" y="0"/>
                  </a:moveTo>
                  <a:lnTo>
                    <a:pt x="40980" y="3729"/>
                  </a:lnTo>
                  <a:lnTo>
                    <a:pt x="38966" y="4683"/>
                  </a:lnTo>
                  <a:lnTo>
                    <a:pt x="27350" y="5920"/>
                  </a:lnTo>
                  <a:lnTo>
                    <a:pt x="24653" y="10479"/>
                  </a:lnTo>
                  <a:lnTo>
                    <a:pt x="12502" y="11730"/>
                  </a:lnTo>
                  <a:lnTo>
                    <a:pt x="12897" y="12819"/>
                  </a:lnTo>
                  <a:lnTo>
                    <a:pt x="14599" y="12479"/>
                  </a:lnTo>
                  <a:lnTo>
                    <a:pt x="17064" y="25194"/>
                  </a:lnTo>
                  <a:lnTo>
                    <a:pt x="17061" y="27411"/>
                  </a:lnTo>
                  <a:lnTo>
                    <a:pt x="14122" y="27466"/>
                  </a:lnTo>
                  <a:lnTo>
                    <a:pt x="14143" y="25559"/>
                  </a:lnTo>
                  <a:lnTo>
                    <a:pt x="9571" y="23394"/>
                  </a:lnTo>
                  <a:lnTo>
                    <a:pt x="9360" y="19564"/>
                  </a:lnTo>
                  <a:lnTo>
                    <a:pt x="5330" y="19576"/>
                  </a:lnTo>
                  <a:lnTo>
                    <a:pt x="5271" y="22915"/>
                  </a:lnTo>
                  <a:lnTo>
                    <a:pt x="74" y="22959"/>
                  </a:lnTo>
                  <a:lnTo>
                    <a:pt x="0" y="19532"/>
                  </a:lnTo>
                  <a:lnTo>
                    <a:pt x="2622" y="19548"/>
                  </a:lnTo>
                  <a:lnTo>
                    <a:pt x="2720" y="17792"/>
                  </a:lnTo>
                  <a:lnTo>
                    <a:pt x="2685" y="13440"/>
                  </a:lnTo>
                  <a:lnTo>
                    <a:pt x="1242" y="9085"/>
                  </a:lnTo>
                  <a:lnTo>
                    <a:pt x="667" y="3479"/>
                  </a:lnTo>
                  <a:lnTo>
                    <a:pt x="3932" y="1066"/>
                  </a:lnTo>
                  <a:lnTo>
                    <a:pt x="7107" y="69"/>
                  </a:lnTo>
                  <a:lnTo>
                    <a:pt x="18070" y="82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1" name="ph5951"/>
            <p:cNvSpPr/>
            <p:nvPr/>
          </p:nvSpPr>
          <p:spPr>
            <a:xfrm>
              <a:off x="8499346" y="2831197"/>
              <a:ext cx="18993" cy="22973"/>
            </a:xfrm>
            <a:custGeom>
              <a:avLst/>
              <a:pathLst>
                <a:path w="18993" h="22973">
                  <a:moveTo>
                    <a:pt x="6724" y="0"/>
                  </a:moveTo>
                  <a:lnTo>
                    <a:pt x="13225" y="2310"/>
                  </a:lnTo>
                  <a:lnTo>
                    <a:pt x="14251" y="2075"/>
                  </a:lnTo>
                  <a:lnTo>
                    <a:pt x="15619" y="2471"/>
                  </a:lnTo>
                  <a:lnTo>
                    <a:pt x="18993" y="8887"/>
                  </a:lnTo>
                  <a:lnTo>
                    <a:pt x="16797" y="12788"/>
                  </a:lnTo>
                  <a:lnTo>
                    <a:pt x="12277" y="13208"/>
                  </a:lnTo>
                  <a:lnTo>
                    <a:pt x="10462" y="14725"/>
                  </a:lnTo>
                  <a:lnTo>
                    <a:pt x="8432" y="17810"/>
                  </a:lnTo>
                  <a:lnTo>
                    <a:pt x="8574" y="20358"/>
                  </a:lnTo>
                  <a:lnTo>
                    <a:pt x="4374" y="22642"/>
                  </a:lnTo>
                  <a:lnTo>
                    <a:pt x="1240" y="22973"/>
                  </a:lnTo>
                  <a:lnTo>
                    <a:pt x="0" y="22130"/>
                  </a:lnTo>
                  <a:lnTo>
                    <a:pt x="2369" y="16887"/>
                  </a:lnTo>
                  <a:lnTo>
                    <a:pt x="9163" y="13506"/>
                  </a:lnTo>
                  <a:lnTo>
                    <a:pt x="9911" y="12261"/>
                  </a:lnTo>
                  <a:lnTo>
                    <a:pt x="9585" y="10921"/>
                  </a:lnTo>
                  <a:lnTo>
                    <a:pt x="4840" y="10659"/>
                  </a:lnTo>
                  <a:lnTo>
                    <a:pt x="2914" y="6900"/>
                  </a:lnTo>
                  <a:lnTo>
                    <a:pt x="4847" y="4132"/>
                  </a:lnTo>
                  <a:lnTo>
                    <a:pt x="5209" y="218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2" name="ph5952"/>
            <p:cNvSpPr/>
            <p:nvPr/>
          </p:nvSpPr>
          <p:spPr>
            <a:xfrm>
              <a:off x="8342167" y="2872887"/>
              <a:ext cx="35537" cy="30724"/>
            </a:xfrm>
            <a:custGeom>
              <a:avLst/>
              <a:pathLst>
                <a:path w="35537" h="30724">
                  <a:moveTo>
                    <a:pt x="26963" y="1832"/>
                  </a:moveTo>
                  <a:lnTo>
                    <a:pt x="27935" y="6430"/>
                  </a:lnTo>
                  <a:lnTo>
                    <a:pt x="26742" y="7505"/>
                  </a:lnTo>
                  <a:lnTo>
                    <a:pt x="26387" y="10918"/>
                  </a:lnTo>
                  <a:lnTo>
                    <a:pt x="29127" y="14970"/>
                  </a:lnTo>
                  <a:lnTo>
                    <a:pt x="33403" y="15587"/>
                  </a:lnTo>
                  <a:lnTo>
                    <a:pt x="35537" y="16775"/>
                  </a:lnTo>
                  <a:lnTo>
                    <a:pt x="35537" y="20814"/>
                  </a:lnTo>
                  <a:lnTo>
                    <a:pt x="32535" y="22991"/>
                  </a:lnTo>
                  <a:lnTo>
                    <a:pt x="30381" y="22506"/>
                  </a:lnTo>
                  <a:lnTo>
                    <a:pt x="30640" y="21071"/>
                  </a:lnTo>
                  <a:lnTo>
                    <a:pt x="25184" y="18337"/>
                  </a:lnTo>
                  <a:lnTo>
                    <a:pt x="26131" y="22292"/>
                  </a:lnTo>
                  <a:lnTo>
                    <a:pt x="32193" y="24618"/>
                  </a:lnTo>
                  <a:lnTo>
                    <a:pt x="31683" y="29035"/>
                  </a:lnTo>
                  <a:lnTo>
                    <a:pt x="28412" y="30724"/>
                  </a:lnTo>
                  <a:lnTo>
                    <a:pt x="24133" y="30678"/>
                  </a:lnTo>
                  <a:lnTo>
                    <a:pt x="16490" y="28258"/>
                  </a:lnTo>
                  <a:lnTo>
                    <a:pt x="16780" y="26345"/>
                  </a:lnTo>
                  <a:lnTo>
                    <a:pt x="15780" y="21451"/>
                  </a:lnTo>
                  <a:lnTo>
                    <a:pt x="12925" y="16025"/>
                  </a:lnTo>
                  <a:lnTo>
                    <a:pt x="8558" y="16025"/>
                  </a:lnTo>
                  <a:lnTo>
                    <a:pt x="0" y="19731"/>
                  </a:lnTo>
                  <a:lnTo>
                    <a:pt x="474" y="13807"/>
                  </a:lnTo>
                  <a:lnTo>
                    <a:pt x="5504" y="10678"/>
                  </a:lnTo>
                  <a:lnTo>
                    <a:pt x="10880" y="10337"/>
                  </a:lnTo>
                  <a:lnTo>
                    <a:pt x="11356" y="8720"/>
                  </a:lnTo>
                  <a:lnTo>
                    <a:pt x="13193" y="7949"/>
                  </a:lnTo>
                  <a:lnTo>
                    <a:pt x="15102" y="8820"/>
                  </a:lnTo>
                  <a:lnTo>
                    <a:pt x="16806" y="7278"/>
                  </a:lnTo>
                  <a:lnTo>
                    <a:pt x="16295" y="5660"/>
                  </a:lnTo>
                  <a:lnTo>
                    <a:pt x="17147" y="3576"/>
                  </a:lnTo>
                  <a:lnTo>
                    <a:pt x="2336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3" name="ph5953"/>
            <p:cNvSpPr/>
            <p:nvPr/>
          </p:nvSpPr>
          <p:spPr>
            <a:xfrm>
              <a:off x="8485063" y="2753172"/>
              <a:ext cx="29270" cy="22688"/>
            </a:xfrm>
            <a:custGeom>
              <a:avLst/>
              <a:pathLst>
                <a:path w="29270" h="22688">
                  <a:moveTo>
                    <a:pt x="19938" y="835"/>
                  </a:moveTo>
                  <a:lnTo>
                    <a:pt x="19996" y="2030"/>
                  </a:lnTo>
                  <a:lnTo>
                    <a:pt x="16686" y="2542"/>
                  </a:lnTo>
                  <a:lnTo>
                    <a:pt x="17231" y="5481"/>
                  </a:lnTo>
                  <a:lnTo>
                    <a:pt x="20031" y="9081"/>
                  </a:lnTo>
                  <a:lnTo>
                    <a:pt x="24328" y="11946"/>
                  </a:lnTo>
                  <a:lnTo>
                    <a:pt x="26052" y="14440"/>
                  </a:lnTo>
                  <a:lnTo>
                    <a:pt x="29153" y="13767"/>
                  </a:lnTo>
                  <a:lnTo>
                    <a:pt x="29270" y="17248"/>
                  </a:lnTo>
                  <a:lnTo>
                    <a:pt x="27067" y="17907"/>
                  </a:lnTo>
                  <a:lnTo>
                    <a:pt x="27190" y="19336"/>
                  </a:lnTo>
                  <a:lnTo>
                    <a:pt x="25534" y="22688"/>
                  </a:lnTo>
                  <a:lnTo>
                    <a:pt x="19932" y="22471"/>
                  </a:lnTo>
                  <a:lnTo>
                    <a:pt x="17821" y="20833"/>
                  </a:lnTo>
                  <a:lnTo>
                    <a:pt x="11105" y="19606"/>
                  </a:lnTo>
                  <a:lnTo>
                    <a:pt x="11667" y="20501"/>
                  </a:lnTo>
                  <a:lnTo>
                    <a:pt x="8550" y="21489"/>
                  </a:lnTo>
                  <a:lnTo>
                    <a:pt x="4008" y="20453"/>
                  </a:lnTo>
                  <a:lnTo>
                    <a:pt x="3339" y="16198"/>
                  </a:lnTo>
                  <a:lnTo>
                    <a:pt x="743" y="16190"/>
                  </a:lnTo>
                  <a:lnTo>
                    <a:pt x="0" y="15003"/>
                  </a:lnTo>
                  <a:lnTo>
                    <a:pt x="241" y="13214"/>
                  </a:lnTo>
                  <a:lnTo>
                    <a:pt x="986" y="13289"/>
                  </a:lnTo>
                  <a:lnTo>
                    <a:pt x="1072" y="8003"/>
                  </a:lnTo>
                  <a:lnTo>
                    <a:pt x="1336" y="4902"/>
                  </a:lnTo>
                  <a:lnTo>
                    <a:pt x="5410" y="969"/>
                  </a:lnTo>
                  <a:lnTo>
                    <a:pt x="1659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4" name="ph5954"/>
            <p:cNvSpPr/>
            <p:nvPr/>
          </p:nvSpPr>
          <p:spPr>
            <a:xfrm>
              <a:off x="8388317" y="2755102"/>
              <a:ext cx="14818" cy="22917"/>
            </a:xfrm>
            <a:custGeom>
              <a:avLst/>
              <a:pathLst>
                <a:path w="14818" h="22917">
                  <a:moveTo>
                    <a:pt x="11991" y="7506"/>
                  </a:moveTo>
                  <a:lnTo>
                    <a:pt x="14818" y="14751"/>
                  </a:lnTo>
                  <a:lnTo>
                    <a:pt x="13798" y="16471"/>
                  </a:lnTo>
                  <a:lnTo>
                    <a:pt x="14241" y="19605"/>
                  </a:lnTo>
                  <a:lnTo>
                    <a:pt x="12049" y="22560"/>
                  </a:lnTo>
                  <a:lnTo>
                    <a:pt x="11283" y="22589"/>
                  </a:lnTo>
                  <a:lnTo>
                    <a:pt x="8903" y="20163"/>
                  </a:lnTo>
                  <a:lnTo>
                    <a:pt x="6959" y="20094"/>
                  </a:lnTo>
                  <a:lnTo>
                    <a:pt x="6833" y="22917"/>
                  </a:lnTo>
                  <a:lnTo>
                    <a:pt x="5288" y="22099"/>
                  </a:lnTo>
                  <a:lnTo>
                    <a:pt x="3026" y="17416"/>
                  </a:lnTo>
                  <a:lnTo>
                    <a:pt x="2841" y="15541"/>
                  </a:lnTo>
                  <a:lnTo>
                    <a:pt x="4767" y="11807"/>
                  </a:lnTo>
                  <a:lnTo>
                    <a:pt x="2330" y="11277"/>
                  </a:lnTo>
                  <a:lnTo>
                    <a:pt x="25" y="10546"/>
                  </a:lnTo>
                  <a:lnTo>
                    <a:pt x="0" y="8306"/>
                  </a:lnTo>
                  <a:lnTo>
                    <a:pt x="4006" y="6319"/>
                  </a:lnTo>
                  <a:lnTo>
                    <a:pt x="4100" y="1624"/>
                  </a:lnTo>
                  <a:lnTo>
                    <a:pt x="1231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5" name="ph5955"/>
            <p:cNvSpPr/>
            <p:nvPr/>
          </p:nvSpPr>
          <p:spPr>
            <a:xfrm>
              <a:off x="8458825" y="2770805"/>
              <a:ext cx="31940" cy="40269"/>
            </a:xfrm>
            <a:custGeom>
              <a:avLst/>
              <a:pathLst>
                <a:path w="31940" h="40269">
                  <a:moveTo>
                    <a:pt x="21685" y="0"/>
                  </a:moveTo>
                  <a:lnTo>
                    <a:pt x="23378" y="872"/>
                  </a:lnTo>
                  <a:lnTo>
                    <a:pt x="23100" y="3687"/>
                  </a:lnTo>
                  <a:lnTo>
                    <a:pt x="28199" y="13941"/>
                  </a:lnTo>
                  <a:lnTo>
                    <a:pt x="27905" y="19970"/>
                  </a:lnTo>
                  <a:lnTo>
                    <a:pt x="28978" y="23780"/>
                  </a:lnTo>
                  <a:lnTo>
                    <a:pt x="30866" y="23587"/>
                  </a:lnTo>
                  <a:lnTo>
                    <a:pt x="31940" y="27921"/>
                  </a:lnTo>
                  <a:lnTo>
                    <a:pt x="28932" y="31681"/>
                  </a:lnTo>
                  <a:lnTo>
                    <a:pt x="24966" y="31567"/>
                  </a:lnTo>
                  <a:lnTo>
                    <a:pt x="23830" y="36238"/>
                  </a:lnTo>
                  <a:lnTo>
                    <a:pt x="20664" y="36522"/>
                  </a:lnTo>
                  <a:lnTo>
                    <a:pt x="19734" y="36108"/>
                  </a:lnTo>
                  <a:lnTo>
                    <a:pt x="19786" y="35249"/>
                  </a:lnTo>
                  <a:lnTo>
                    <a:pt x="17525" y="34793"/>
                  </a:lnTo>
                  <a:lnTo>
                    <a:pt x="15461" y="36681"/>
                  </a:lnTo>
                  <a:lnTo>
                    <a:pt x="15759" y="40269"/>
                  </a:lnTo>
                  <a:lnTo>
                    <a:pt x="13417" y="38420"/>
                  </a:lnTo>
                  <a:lnTo>
                    <a:pt x="13501" y="36200"/>
                  </a:lnTo>
                  <a:lnTo>
                    <a:pt x="10740" y="35620"/>
                  </a:lnTo>
                  <a:lnTo>
                    <a:pt x="7993" y="36307"/>
                  </a:lnTo>
                  <a:lnTo>
                    <a:pt x="7159" y="27239"/>
                  </a:lnTo>
                  <a:lnTo>
                    <a:pt x="1852" y="27134"/>
                  </a:lnTo>
                  <a:lnTo>
                    <a:pt x="1460" y="22326"/>
                  </a:lnTo>
                  <a:lnTo>
                    <a:pt x="0" y="20471"/>
                  </a:lnTo>
                  <a:lnTo>
                    <a:pt x="10" y="16219"/>
                  </a:lnTo>
                  <a:lnTo>
                    <a:pt x="369" y="14994"/>
                  </a:lnTo>
                  <a:lnTo>
                    <a:pt x="6194" y="13990"/>
                  </a:lnTo>
                  <a:lnTo>
                    <a:pt x="9969" y="8635"/>
                  </a:lnTo>
                  <a:lnTo>
                    <a:pt x="10300" y="4525"/>
                  </a:lnTo>
                  <a:lnTo>
                    <a:pt x="17131" y="776"/>
                  </a:lnTo>
                  <a:close/>
                </a:path>
              </a:pathLst>
            </a:custGeom>
            <a:solidFill>
              <a:srgbClr val="FEC9B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6" name="ph5956"/>
            <p:cNvSpPr/>
            <p:nvPr/>
          </p:nvSpPr>
          <p:spPr>
            <a:xfrm>
              <a:off x="8408286" y="2861304"/>
              <a:ext cx="30997" cy="30983"/>
            </a:xfrm>
            <a:custGeom>
              <a:avLst/>
              <a:pathLst>
                <a:path w="30997" h="30983">
                  <a:moveTo>
                    <a:pt x="6271" y="714"/>
                  </a:moveTo>
                  <a:lnTo>
                    <a:pt x="8055" y="2747"/>
                  </a:lnTo>
                  <a:lnTo>
                    <a:pt x="12883" y="4259"/>
                  </a:lnTo>
                  <a:lnTo>
                    <a:pt x="13688" y="3171"/>
                  </a:lnTo>
                  <a:lnTo>
                    <a:pt x="15911" y="2509"/>
                  </a:lnTo>
                  <a:lnTo>
                    <a:pt x="15820" y="5096"/>
                  </a:lnTo>
                  <a:lnTo>
                    <a:pt x="24692" y="4177"/>
                  </a:lnTo>
                  <a:lnTo>
                    <a:pt x="26431" y="4284"/>
                  </a:lnTo>
                  <a:lnTo>
                    <a:pt x="27424" y="7634"/>
                  </a:lnTo>
                  <a:lnTo>
                    <a:pt x="24491" y="12059"/>
                  </a:lnTo>
                  <a:lnTo>
                    <a:pt x="28771" y="13287"/>
                  </a:lnTo>
                  <a:lnTo>
                    <a:pt x="28868" y="24375"/>
                  </a:lnTo>
                  <a:lnTo>
                    <a:pt x="30962" y="25530"/>
                  </a:lnTo>
                  <a:lnTo>
                    <a:pt x="30997" y="26854"/>
                  </a:lnTo>
                  <a:lnTo>
                    <a:pt x="26848" y="26765"/>
                  </a:lnTo>
                  <a:lnTo>
                    <a:pt x="27085" y="30983"/>
                  </a:lnTo>
                  <a:lnTo>
                    <a:pt x="26487" y="30973"/>
                  </a:lnTo>
                  <a:lnTo>
                    <a:pt x="23892" y="30931"/>
                  </a:lnTo>
                  <a:lnTo>
                    <a:pt x="23568" y="25178"/>
                  </a:lnTo>
                  <a:lnTo>
                    <a:pt x="19558" y="25727"/>
                  </a:lnTo>
                  <a:lnTo>
                    <a:pt x="14136" y="23233"/>
                  </a:lnTo>
                  <a:lnTo>
                    <a:pt x="11928" y="21803"/>
                  </a:lnTo>
                  <a:lnTo>
                    <a:pt x="11641" y="19192"/>
                  </a:lnTo>
                  <a:lnTo>
                    <a:pt x="9710" y="17361"/>
                  </a:lnTo>
                  <a:lnTo>
                    <a:pt x="2584" y="17838"/>
                  </a:lnTo>
                  <a:lnTo>
                    <a:pt x="0" y="11548"/>
                  </a:lnTo>
                  <a:lnTo>
                    <a:pt x="393" y="9630"/>
                  </a:lnTo>
                  <a:lnTo>
                    <a:pt x="5269" y="8804"/>
                  </a:lnTo>
                  <a:lnTo>
                    <a:pt x="5511" y="5877"/>
                  </a:lnTo>
                  <a:lnTo>
                    <a:pt x="3749" y="6878"/>
                  </a:lnTo>
                  <a:lnTo>
                    <a:pt x="4392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7" name="ph5957"/>
            <p:cNvSpPr/>
            <p:nvPr/>
          </p:nvSpPr>
          <p:spPr>
            <a:xfrm>
              <a:off x="8363527" y="2815990"/>
              <a:ext cx="19030" cy="24169"/>
            </a:xfrm>
            <a:custGeom>
              <a:avLst/>
              <a:pathLst>
                <a:path w="19030" h="24169">
                  <a:moveTo>
                    <a:pt x="8620" y="2904"/>
                  </a:moveTo>
                  <a:lnTo>
                    <a:pt x="11377" y="1940"/>
                  </a:lnTo>
                  <a:lnTo>
                    <a:pt x="11891" y="18509"/>
                  </a:lnTo>
                  <a:lnTo>
                    <a:pt x="17492" y="17931"/>
                  </a:lnTo>
                  <a:lnTo>
                    <a:pt x="16742" y="21495"/>
                  </a:lnTo>
                  <a:lnTo>
                    <a:pt x="19030" y="24165"/>
                  </a:lnTo>
                  <a:lnTo>
                    <a:pt x="16640" y="24169"/>
                  </a:lnTo>
                  <a:lnTo>
                    <a:pt x="13984" y="24145"/>
                  </a:lnTo>
                  <a:lnTo>
                    <a:pt x="13720" y="21331"/>
                  </a:lnTo>
                  <a:lnTo>
                    <a:pt x="7891" y="18724"/>
                  </a:lnTo>
                  <a:lnTo>
                    <a:pt x="1923" y="18210"/>
                  </a:lnTo>
                  <a:lnTo>
                    <a:pt x="4046" y="17573"/>
                  </a:lnTo>
                  <a:lnTo>
                    <a:pt x="4097" y="16827"/>
                  </a:lnTo>
                  <a:lnTo>
                    <a:pt x="1653" y="11986"/>
                  </a:lnTo>
                  <a:lnTo>
                    <a:pt x="2062" y="7544"/>
                  </a:lnTo>
                  <a:lnTo>
                    <a:pt x="0" y="5112"/>
                  </a:lnTo>
                  <a:lnTo>
                    <a:pt x="2502" y="45"/>
                  </a:lnTo>
                  <a:lnTo>
                    <a:pt x="576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8" name="ph5958"/>
            <p:cNvSpPr/>
            <p:nvPr/>
          </p:nvSpPr>
          <p:spPr>
            <a:xfrm>
              <a:off x="8302592" y="2816530"/>
              <a:ext cx="23377" cy="25239"/>
            </a:xfrm>
            <a:custGeom>
              <a:avLst/>
              <a:pathLst>
                <a:path w="23377" h="25239">
                  <a:moveTo>
                    <a:pt x="15210" y="19"/>
                  </a:moveTo>
                  <a:lnTo>
                    <a:pt x="16862" y="5028"/>
                  </a:lnTo>
                  <a:lnTo>
                    <a:pt x="22331" y="2436"/>
                  </a:lnTo>
                  <a:lnTo>
                    <a:pt x="23377" y="3574"/>
                  </a:lnTo>
                  <a:lnTo>
                    <a:pt x="22146" y="7507"/>
                  </a:lnTo>
                  <a:lnTo>
                    <a:pt x="14830" y="7860"/>
                  </a:lnTo>
                  <a:lnTo>
                    <a:pt x="14734" y="14499"/>
                  </a:lnTo>
                  <a:lnTo>
                    <a:pt x="16587" y="15520"/>
                  </a:lnTo>
                  <a:lnTo>
                    <a:pt x="14590" y="25239"/>
                  </a:lnTo>
                  <a:lnTo>
                    <a:pt x="12192" y="24981"/>
                  </a:lnTo>
                  <a:lnTo>
                    <a:pt x="12158" y="19864"/>
                  </a:lnTo>
                  <a:lnTo>
                    <a:pt x="10026" y="20367"/>
                  </a:lnTo>
                  <a:lnTo>
                    <a:pt x="8413" y="24402"/>
                  </a:lnTo>
                  <a:lnTo>
                    <a:pt x="4715" y="24880"/>
                  </a:lnTo>
                  <a:lnTo>
                    <a:pt x="2037" y="24396"/>
                  </a:lnTo>
                  <a:lnTo>
                    <a:pt x="3585" y="20150"/>
                  </a:lnTo>
                  <a:lnTo>
                    <a:pt x="3702" y="16135"/>
                  </a:lnTo>
                  <a:lnTo>
                    <a:pt x="3260" y="14569"/>
                  </a:lnTo>
                  <a:lnTo>
                    <a:pt x="485" y="14183"/>
                  </a:lnTo>
                  <a:lnTo>
                    <a:pt x="0" y="10571"/>
                  </a:lnTo>
                  <a:lnTo>
                    <a:pt x="987" y="9827"/>
                  </a:lnTo>
                  <a:lnTo>
                    <a:pt x="6683" y="11652"/>
                  </a:lnTo>
                  <a:lnTo>
                    <a:pt x="9398" y="13440"/>
                  </a:lnTo>
                  <a:lnTo>
                    <a:pt x="11171" y="2850"/>
                  </a:lnTo>
                  <a:lnTo>
                    <a:pt x="1270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9" name="ph5959"/>
            <p:cNvSpPr/>
            <p:nvPr/>
          </p:nvSpPr>
          <p:spPr>
            <a:xfrm>
              <a:off x="8465233" y="2806425"/>
              <a:ext cx="13906" cy="20583"/>
            </a:xfrm>
            <a:custGeom>
              <a:avLst/>
              <a:pathLst>
                <a:path w="13906" h="20583">
                  <a:moveTo>
                    <a:pt x="7094" y="580"/>
                  </a:moveTo>
                  <a:lnTo>
                    <a:pt x="7010" y="2799"/>
                  </a:lnTo>
                  <a:lnTo>
                    <a:pt x="9351" y="4648"/>
                  </a:lnTo>
                  <a:lnTo>
                    <a:pt x="11145" y="6823"/>
                  </a:lnTo>
                  <a:lnTo>
                    <a:pt x="13906" y="7025"/>
                  </a:lnTo>
                  <a:lnTo>
                    <a:pt x="13513" y="9716"/>
                  </a:lnTo>
                  <a:lnTo>
                    <a:pt x="11221" y="13280"/>
                  </a:lnTo>
                  <a:lnTo>
                    <a:pt x="7568" y="12072"/>
                  </a:lnTo>
                  <a:lnTo>
                    <a:pt x="5510" y="14282"/>
                  </a:lnTo>
                  <a:lnTo>
                    <a:pt x="5051" y="18725"/>
                  </a:lnTo>
                  <a:lnTo>
                    <a:pt x="3112" y="20468"/>
                  </a:lnTo>
                  <a:lnTo>
                    <a:pt x="0" y="20583"/>
                  </a:lnTo>
                  <a:lnTo>
                    <a:pt x="388" y="17073"/>
                  </a:lnTo>
                  <a:lnTo>
                    <a:pt x="2309" y="11880"/>
                  </a:lnTo>
                  <a:lnTo>
                    <a:pt x="1585" y="686"/>
                  </a:lnTo>
                  <a:lnTo>
                    <a:pt x="433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0" name="ph5960"/>
            <p:cNvSpPr/>
            <p:nvPr/>
          </p:nvSpPr>
          <p:spPr>
            <a:xfrm>
              <a:off x="8377300" y="2788535"/>
              <a:ext cx="15290" cy="15254"/>
            </a:xfrm>
            <a:custGeom>
              <a:avLst/>
              <a:pathLst>
                <a:path w="15290" h="15254">
                  <a:moveTo>
                    <a:pt x="5160" y="415"/>
                  </a:moveTo>
                  <a:lnTo>
                    <a:pt x="10331" y="8742"/>
                  </a:lnTo>
                  <a:lnTo>
                    <a:pt x="14675" y="9137"/>
                  </a:lnTo>
                  <a:lnTo>
                    <a:pt x="15290" y="9925"/>
                  </a:lnTo>
                  <a:lnTo>
                    <a:pt x="12109" y="9609"/>
                  </a:lnTo>
                  <a:lnTo>
                    <a:pt x="12063" y="11621"/>
                  </a:lnTo>
                  <a:lnTo>
                    <a:pt x="9893" y="13427"/>
                  </a:lnTo>
                  <a:lnTo>
                    <a:pt x="8244" y="14247"/>
                  </a:lnTo>
                  <a:lnTo>
                    <a:pt x="6938" y="13908"/>
                  </a:lnTo>
                  <a:lnTo>
                    <a:pt x="3729" y="15254"/>
                  </a:lnTo>
                  <a:lnTo>
                    <a:pt x="2821" y="7692"/>
                  </a:lnTo>
                  <a:lnTo>
                    <a:pt x="1495" y="7480"/>
                  </a:lnTo>
                  <a:lnTo>
                    <a:pt x="0" y="5143"/>
                  </a:lnTo>
                  <a:lnTo>
                    <a:pt x="385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1" name="ph5961"/>
            <p:cNvSpPr/>
            <p:nvPr/>
          </p:nvSpPr>
          <p:spPr>
            <a:xfrm>
              <a:off x="8324398" y="2860532"/>
              <a:ext cx="30962" cy="33966"/>
            </a:xfrm>
            <a:custGeom>
              <a:avLst/>
              <a:pathLst>
                <a:path w="30962" h="33966">
                  <a:moveTo>
                    <a:pt x="12957" y="355"/>
                  </a:moveTo>
                  <a:lnTo>
                    <a:pt x="17738" y="4059"/>
                  </a:lnTo>
                  <a:lnTo>
                    <a:pt x="18332" y="6943"/>
                  </a:lnTo>
                  <a:lnTo>
                    <a:pt x="20315" y="8862"/>
                  </a:lnTo>
                  <a:lnTo>
                    <a:pt x="21305" y="8707"/>
                  </a:lnTo>
                  <a:lnTo>
                    <a:pt x="21075" y="4136"/>
                  </a:lnTo>
                  <a:lnTo>
                    <a:pt x="27039" y="3513"/>
                  </a:lnTo>
                  <a:lnTo>
                    <a:pt x="27699" y="9855"/>
                  </a:lnTo>
                  <a:lnTo>
                    <a:pt x="26804" y="12921"/>
                  </a:lnTo>
                  <a:lnTo>
                    <a:pt x="27785" y="18869"/>
                  </a:lnTo>
                  <a:lnTo>
                    <a:pt x="30962" y="20305"/>
                  </a:lnTo>
                  <a:lnTo>
                    <a:pt x="29125" y="21076"/>
                  </a:lnTo>
                  <a:lnTo>
                    <a:pt x="28649" y="22693"/>
                  </a:lnTo>
                  <a:lnTo>
                    <a:pt x="23273" y="23033"/>
                  </a:lnTo>
                  <a:lnTo>
                    <a:pt x="18243" y="26162"/>
                  </a:lnTo>
                  <a:lnTo>
                    <a:pt x="17769" y="32086"/>
                  </a:lnTo>
                  <a:lnTo>
                    <a:pt x="10358" y="31681"/>
                  </a:lnTo>
                  <a:lnTo>
                    <a:pt x="6396" y="33966"/>
                  </a:lnTo>
                  <a:lnTo>
                    <a:pt x="198" y="33141"/>
                  </a:lnTo>
                  <a:lnTo>
                    <a:pt x="0" y="29594"/>
                  </a:lnTo>
                  <a:lnTo>
                    <a:pt x="2362" y="28906"/>
                  </a:lnTo>
                  <a:lnTo>
                    <a:pt x="4066" y="23766"/>
                  </a:lnTo>
                  <a:lnTo>
                    <a:pt x="4558" y="18040"/>
                  </a:lnTo>
                  <a:lnTo>
                    <a:pt x="4728" y="16533"/>
                  </a:lnTo>
                  <a:lnTo>
                    <a:pt x="8448" y="16681"/>
                  </a:lnTo>
                  <a:lnTo>
                    <a:pt x="8752" y="8384"/>
                  </a:lnTo>
                  <a:lnTo>
                    <a:pt x="11440" y="8178"/>
                  </a:lnTo>
                  <a:lnTo>
                    <a:pt x="12101" y="7116"/>
                  </a:lnTo>
                  <a:lnTo>
                    <a:pt x="11701" y="65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2" name="ph5962"/>
            <p:cNvSpPr/>
            <p:nvPr/>
          </p:nvSpPr>
          <p:spPr>
            <a:xfrm>
              <a:off x="8356333" y="2834201"/>
              <a:ext cx="30241" cy="29327"/>
            </a:xfrm>
            <a:custGeom>
              <a:avLst/>
              <a:pathLst>
                <a:path w="30241" h="29327">
                  <a:moveTo>
                    <a:pt x="9117" y="0"/>
                  </a:moveTo>
                  <a:lnTo>
                    <a:pt x="15086" y="513"/>
                  </a:lnTo>
                  <a:lnTo>
                    <a:pt x="20914" y="3120"/>
                  </a:lnTo>
                  <a:lnTo>
                    <a:pt x="21178" y="5934"/>
                  </a:lnTo>
                  <a:lnTo>
                    <a:pt x="23834" y="5958"/>
                  </a:lnTo>
                  <a:lnTo>
                    <a:pt x="21130" y="9381"/>
                  </a:lnTo>
                  <a:lnTo>
                    <a:pt x="30241" y="13383"/>
                  </a:lnTo>
                  <a:lnTo>
                    <a:pt x="28913" y="19756"/>
                  </a:lnTo>
                  <a:lnTo>
                    <a:pt x="26636" y="22997"/>
                  </a:lnTo>
                  <a:lnTo>
                    <a:pt x="24443" y="24201"/>
                  </a:lnTo>
                  <a:lnTo>
                    <a:pt x="24088" y="25691"/>
                  </a:lnTo>
                  <a:lnTo>
                    <a:pt x="22081" y="25572"/>
                  </a:lnTo>
                  <a:lnTo>
                    <a:pt x="22853" y="28199"/>
                  </a:lnTo>
                  <a:lnTo>
                    <a:pt x="17370" y="28415"/>
                  </a:lnTo>
                  <a:lnTo>
                    <a:pt x="17251" y="29155"/>
                  </a:lnTo>
                  <a:lnTo>
                    <a:pt x="16294" y="29327"/>
                  </a:lnTo>
                  <a:lnTo>
                    <a:pt x="5994" y="26653"/>
                  </a:lnTo>
                  <a:lnTo>
                    <a:pt x="5886" y="26044"/>
                  </a:lnTo>
                  <a:lnTo>
                    <a:pt x="7284" y="24082"/>
                  </a:lnTo>
                  <a:lnTo>
                    <a:pt x="6045" y="22464"/>
                  </a:lnTo>
                  <a:lnTo>
                    <a:pt x="7158" y="21273"/>
                  </a:lnTo>
                  <a:lnTo>
                    <a:pt x="8114" y="23197"/>
                  </a:lnTo>
                  <a:lnTo>
                    <a:pt x="7292" y="19592"/>
                  </a:lnTo>
                  <a:lnTo>
                    <a:pt x="7980" y="13160"/>
                  </a:lnTo>
                  <a:lnTo>
                    <a:pt x="7464" y="10801"/>
                  </a:lnTo>
                  <a:lnTo>
                    <a:pt x="3009" y="7828"/>
                  </a:lnTo>
                  <a:lnTo>
                    <a:pt x="825" y="4967"/>
                  </a:lnTo>
                  <a:lnTo>
                    <a:pt x="0" y="2535"/>
                  </a:lnTo>
                  <a:lnTo>
                    <a:pt x="1181" y="803"/>
                  </a:lnTo>
                  <a:lnTo>
                    <a:pt x="2243" y="1008"/>
                  </a:lnTo>
                  <a:lnTo>
                    <a:pt x="2437" y="2613"/>
                  </a:lnTo>
                  <a:lnTo>
                    <a:pt x="8772" y="3539"/>
                  </a:lnTo>
                  <a:lnTo>
                    <a:pt x="8225" y="83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3" name="ph5963"/>
            <p:cNvSpPr/>
            <p:nvPr/>
          </p:nvSpPr>
          <p:spPr>
            <a:xfrm>
              <a:off x="8415045" y="2909879"/>
              <a:ext cx="33216" cy="62819"/>
            </a:xfrm>
            <a:custGeom>
              <a:avLst/>
              <a:pathLst>
                <a:path w="33216" h="62819">
                  <a:moveTo>
                    <a:pt x="8406" y="691"/>
                  </a:moveTo>
                  <a:lnTo>
                    <a:pt x="8354" y="1781"/>
                  </a:lnTo>
                  <a:lnTo>
                    <a:pt x="10321" y="2595"/>
                  </a:lnTo>
                  <a:lnTo>
                    <a:pt x="20367" y="3987"/>
                  </a:lnTo>
                  <a:lnTo>
                    <a:pt x="21402" y="4017"/>
                  </a:lnTo>
                  <a:lnTo>
                    <a:pt x="21363" y="7882"/>
                  </a:lnTo>
                  <a:lnTo>
                    <a:pt x="24177" y="11158"/>
                  </a:lnTo>
                  <a:lnTo>
                    <a:pt x="24353" y="12986"/>
                  </a:lnTo>
                  <a:lnTo>
                    <a:pt x="23403" y="15149"/>
                  </a:lnTo>
                  <a:lnTo>
                    <a:pt x="20955" y="14981"/>
                  </a:lnTo>
                  <a:lnTo>
                    <a:pt x="20630" y="16075"/>
                  </a:lnTo>
                  <a:lnTo>
                    <a:pt x="28107" y="23792"/>
                  </a:lnTo>
                  <a:lnTo>
                    <a:pt x="29606" y="24717"/>
                  </a:lnTo>
                  <a:lnTo>
                    <a:pt x="31666" y="24625"/>
                  </a:lnTo>
                  <a:lnTo>
                    <a:pt x="32869" y="26929"/>
                  </a:lnTo>
                  <a:lnTo>
                    <a:pt x="33216" y="34771"/>
                  </a:lnTo>
                  <a:lnTo>
                    <a:pt x="32511" y="36835"/>
                  </a:lnTo>
                  <a:lnTo>
                    <a:pt x="30735" y="38184"/>
                  </a:lnTo>
                  <a:lnTo>
                    <a:pt x="26947" y="37864"/>
                  </a:lnTo>
                  <a:lnTo>
                    <a:pt x="27391" y="34223"/>
                  </a:lnTo>
                  <a:lnTo>
                    <a:pt x="24112" y="34108"/>
                  </a:lnTo>
                  <a:lnTo>
                    <a:pt x="23497" y="43790"/>
                  </a:lnTo>
                  <a:lnTo>
                    <a:pt x="28709" y="42977"/>
                  </a:lnTo>
                  <a:lnTo>
                    <a:pt x="28549" y="43790"/>
                  </a:lnTo>
                  <a:lnTo>
                    <a:pt x="26301" y="43827"/>
                  </a:lnTo>
                  <a:lnTo>
                    <a:pt x="20522" y="49804"/>
                  </a:lnTo>
                  <a:lnTo>
                    <a:pt x="18248" y="57283"/>
                  </a:lnTo>
                  <a:lnTo>
                    <a:pt x="24869" y="55899"/>
                  </a:lnTo>
                  <a:lnTo>
                    <a:pt x="24792" y="58878"/>
                  </a:lnTo>
                  <a:lnTo>
                    <a:pt x="20663" y="58733"/>
                  </a:lnTo>
                  <a:lnTo>
                    <a:pt x="20325" y="62819"/>
                  </a:lnTo>
                  <a:lnTo>
                    <a:pt x="15308" y="62299"/>
                  </a:lnTo>
                  <a:lnTo>
                    <a:pt x="15430" y="61134"/>
                  </a:lnTo>
                  <a:lnTo>
                    <a:pt x="14265" y="56389"/>
                  </a:lnTo>
                  <a:lnTo>
                    <a:pt x="5499" y="50533"/>
                  </a:lnTo>
                  <a:lnTo>
                    <a:pt x="4835" y="41473"/>
                  </a:lnTo>
                  <a:lnTo>
                    <a:pt x="7708" y="41628"/>
                  </a:lnTo>
                  <a:lnTo>
                    <a:pt x="8879" y="29544"/>
                  </a:lnTo>
                  <a:lnTo>
                    <a:pt x="5272" y="21945"/>
                  </a:lnTo>
                  <a:lnTo>
                    <a:pt x="2187" y="9712"/>
                  </a:lnTo>
                  <a:lnTo>
                    <a:pt x="0" y="7507"/>
                  </a:lnTo>
                  <a:lnTo>
                    <a:pt x="1797" y="3239"/>
                  </a:lnTo>
                  <a:lnTo>
                    <a:pt x="6207" y="3378"/>
                  </a:lnTo>
                  <a:lnTo>
                    <a:pt x="636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4" name="ph5964"/>
            <p:cNvSpPr/>
            <p:nvPr/>
          </p:nvSpPr>
          <p:spPr>
            <a:xfrm>
              <a:off x="8416132" y="2820903"/>
              <a:ext cx="25579" cy="21894"/>
            </a:xfrm>
            <a:custGeom>
              <a:avLst/>
              <a:pathLst>
                <a:path w="25579" h="21894">
                  <a:moveTo>
                    <a:pt x="25579" y="6125"/>
                  </a:moveTo>
                  <a:lnTo>
                    <a:pt x="25489" y="13577"/>
                  </a:lnTo>
                  <a:lnTo>
                    <a:pt x="24450" y="12301"/>
                  </a:lnTo>
                  <a:lnTo>
                    <a:pt x="19550" y="11135"/>
                  </a:lnTo>
                  <a:lnTo>
                    <a:pt x="20703" y="15598"/>
                  </a:lnTo>
                  <a:lnTo>
                    <a:pt x="12545" y="18669"/>
                  </a:lnTo>
                  <a:lnTo>
                    <a:pt x="12607" y="15158"/>
                  </a:lnTo>
                  <a:lnTo>
                    <a:pt x="9079" y="15199"/>
                  </a:lnTo>
                  <a:lnTo>
                    <a:pt x="7355" y="16394"/>
                  </a:lnTo>
                  <a:lnTo>
                    <a:pt x="7382" y="17501"/>
                  </a:lnTo>
                  <a:lnTo>
                    <a:pt x="11632" y="18825"/>
                  </a:lnTo>
                  <a:lnTo>
                    <a:pt x="11816" y="21777"/>
                  </a:lnTo>
                  <a:lnTo>
                    <a:pt x="10566" y="21894"/>
                  </a:lnTo>
                  <a:lnTo>
                    <a:pt x="10325" y="20099"/>
                  </a:lnTo>
                  <a:lnTo>
                    <a:pt x="9613" y="19716"/>
                  </a:lnTo>
                  <a:lnTo>
                    <a:pt x="4125" y="18085"/>
                  </a:lnTo>
                  <a:lnTo>
                    <a:pt x="2245" y="13204"/>
                  </a:lnTo>
                  <a:lnTo>
                    <a:pt x="5875" y="13375"/>
                  </a:lnTo>
                  <a:lnTo>
                    <a:pt x="6122" y="12700"/>
                  </a:lnTo>
                  <a:lnTo>
                    <a:pt x="1963" y="5909"/>
                  </a:lnTo>
                  <a:lnTo>
                    <a:pt x="0" y="5369"/>
                  </a:lnTo>
                  <a:lnTo>
                    <a:pt x="813" y="2674"/>
                  </a:lnTo>
                  <a:lnTo>
                    <a:pt x="3572" y="2420"/>
                  </a:lnTo>
                  <a:lnTo>
                    <a:pt x="5284" y="2482"/>
                  </a:lnTo>
                  <a:lnTo>
                    <a:pt x="12118" y="5357"/>
                  </a:lnTo>
                  <a:lnTo>
                    <a:pt x="13143" y="6121"/>
                  </a:lnTo>
                  <a:lnTo>
                    <a:pt x="13800" y="9212"/>
                  </a:lnTo>
                  <a:lnTo>
                    <a:pt x="16710" y="9321"/>
                  </a:lnTo>
                  <a:lnTo>
                    <a:pt x="16941" y="6515"/>
                  </a:lnTo>
                  <a:lnTo>
                    <a:pt x="15853" y="1465"/>
                  </a:lnTo>
                  <a:lnTo>
                    <a:pt x="1687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5" name="ph5965"/>
            <p:cNvSpPr/>
            <p:nvPr/>
          </p:nvSpPr>
          <p:spPr>
            <a:xfrm>
              <a:off x="8367237" y="2763629"/>
              <a:ext cx="40539" cy="35734"/>
            </a:xfrm>
            <a:custGeom>
              <a:avLst/>
              <a:pathLst>
                <a:path w="40539" h="35734">
                  <a:moveTo>
                    <a:pt x="2525" y="75"/>
                  </a:moveTo>
                  <a:lnTo>
                    <a:pt x="4033" y="85"/>
                  </a:lnTo>
                  <a:lnTo>
                    <a:pt x="3860" y="4213"/>
                  </a:lnTo>
                  <a:lnTo>
                    <a:pt x="5270" y="6003"/>
                  </a:lnTo>
                  <a:lnTo>
                    <a:pt x="8446" y="6050"/>
                  </a:lnTo>
                  <a:lnTo>
                    <a:pt x="8928" y="7062"/>
                  </a:lnTo>
                  <a:lnTo>
                    <a:pt x="5531" y="10141"/>
                  </a:lnTo>
                  <a:lnTo>
                    <a:pt x="5349" y="14706"/>
                  </a:lnTo>
                  <a:lnTo>
                    <a:pt x="10917" y="13468"/>
                  </a:lnTo>
                  <a:lnTo>
                    <a:pt x="14897" y="17727"/>
                  </a:lnTo>
                  <a:lnTo>
                    <a:pt x="18588" y="17848"/>
                  </a:lnTo>
                  <a:lnTo>
                    <a:pt x="19112" y="16818"/>
                  </a:lnTo>
                  <a:lnTo>
                    <a:pt x="28144" y="17320"/>
                  </a:lnTo>
                  <a:lnTo>
                    <a:pt x="27913" y="14390"/>
                  </a:lnTo>
                  <a:lnTo>
                    <a:pt x="28039" y="11566"/>
                  </a:lnTo>
                  <a:lnTo>
                    <a:pt x="29983" y="11636"/>
                  </a:lnTo>
                  <a:lnTo>
                    <a:pt x="32363" y="14062"/>
                  </a:lnTo>
                  <a:lnTo>
                    <a:pt x="33129" y="14033"/>
                  </a:lnTo>
                  <a:lnTo>
                    <a:pt x="35321" y="11078"/>
                  </a:lnTo>
                  <a:lnTo>
                    <a:pt x="34878" y="7944"/>
                  </a:lnTo>
                  <a:lnTo>
                    <a:pt x="35898" y="6224"/>
                  </a:lnTo>
                  <a:lnTo>
                    <a:pt x="37008" y="10692"/>
                  </a:lnTo>
                  <a:lnTo>
                    <a:pt x="38890" y="14904"/>
                  </a:lnTo>
                  <a:lnTo>
                    <a:pt x="40487" y="16410"/>
                  </a:lnTo>
                  <a:lnTo>
                    <a:pt x="40539" y="17394"/>
                  </a:lnTo>
                  <a:lnTo>
                    <a:pt x="39032" y="18400"/>
                  </a:lnTo>
                  <a:lnTo>
                    <a:pt x="37474" y="16119"/>
                  </a:lnTo>
                  <a:lnTo>
                    <a:pt x="35370" y="16202"/>
                  </a:lnTo>
                  <a:lnTo>
                    <a:pt x="29053" y="23562"/>
                  </a:lnTo>
                  <a:lnTo>
                    <a:pt x="29022" y="24719"/>
                  </a:lnTo>
                  <a:lnTo>
                    <a:pt x="33573" y="25189"/>
                  </a:lnTo>
                  <a:lnTo>
                    <a:pt x="34791" y="26216"/>
                  </a:lnTo>
                  <a:lnTo>
                    <a:pt x="34384" y="30555"/>
                  </a:lnTo>
                  <a:lnTo>
                    <a:pt x="30949" y="33729"/>
                  </a:lnTo>
                  <a:lnTo>
                    <a:pt x="30131" y="33109"/>
                  </a:lnTo>
                  <a:lnTo>
                    <a:pt x="26916" y="35734"/>
                  </a:lnTo>
                  <a:lnTo>
                    <a:pt x="25353" y="34831"/>
                  </a:lnTo>
                  <a:lnTo>
                    <a:pt x="24738" y="34043"/>
                  </a:lnTo>
                  <a:lnTo>
                    <a:pt x="20394" y="33648"/>
                  </a:lnTo>
                  <a:lnTo>
                    <a:pt x="15223" y="25320"/>
                  </a:lnTo>
                  <a:lnTo>
                    <a:pt x="13922" y="24905"/>
                  </a:lnTo>
                  <a:lnTo>
                    <a:pt x="11272" y="24342"/>
                  </a:lnTo>
                  <a:lnTo>
                    <a:pt x="11414" y="20904"/>
                  </a:lnTo>
                  <a:lnTo>
                    <a:pt x="10669" y="18960"/>
                  </a:lnTo>
                  <a:lnTo>
                    <a:pt x="8803" y="17683"/>
                  </a:lnTo>
                  <a:lnTo>
                    <a:pt x="4707" y="16836"/>
                  </a:lnTo>
                  <a:lnTo>
                    <a:pt x="4270" y="11080"/>
                  </a:lnTo>
                  <a:lnTo>
                    <a:pt x="637" y="10209"/>
                  </a:lnTo>
                  <a:lnTo>
                    <a:pt x="1257" y="4188"/>
                  </a:lnTo>
                  <a:lnTo>
                    <a:pt x="0" y="4177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6" name="ph5966"/>
            <p:cNvSpPr/>
            <p:nvPr/>
          </p:nvSpPr>
          <p:spPr>
            <a:xfrm>
              <a:off x="8439522" y="2750574"/>
              <a:ext cx="46613" cy="35224"/>
            </a:xfrm>
            <a:custGeom>
              <a:avLst/>
              <a:pathLst>
                <a:path w="46613" h="35224">
                  <a:moveTo>
                    <a:pt x="31660" y="2168"/>
                  </a:moveTo>
                  <a:lnTo>
                    <a:pt x="44968" y="2432"/>
                  </a:lnTo>
                  <a:lnTo>
                    <a:pt x="44870" y="10394"/>
                  </a:lnTo>
                  <a:lnTo>
                    <a:pt x="46613" y="10601"/>
                  </a:lnTo>
                  <a:lnTo>
                    <a:pt x="46528" y="15887"/>
                  </a:lnTo>
                  <a:lnTo>
                    <a:pt x="45782" y="15812"/>
                  </a:lnTo>
                  <a:lnTo>
                    <a:pt x="45541" y="17602"/>
                  </a:lnTo>
                  <a:lnTo>
                    <a:pt x="46284" y="18789"/>
                  </a:lnTo>
                  <a:lnTo>
                    <a:pt x="42681" y="21102"/>
                  </a:lnTo>
                  <a:lnTo>
                    <a:pt x="40988" y="20230"/>
                  </a:lnTo>
                  <a:lnTo>
                    <a:pt x="36434" y="21007"/>
                  </a:lnTo>
                  <a:lnTo>
                    <a:pt x="29603" y="24755"/>
                  </a:lnTo>
                  <a:lnTo>
                    <a:pt x="29272" y="28865"/>
                  </a:lnTo>
                  <a:lnTo>
                    <a:pt x="25497" y="34221"/>
                  </a:lnTo>
                  <a:lnTo>
                    <a:pt x="19672" y="35224"/>
                  </a:lnTo>
                  <a:lnTo>
                    <a:pt x="20331" y="31090"/>
                  </a:lnTo>
                  <a:lnTo>
                    <a:pt x="12884" y="30587"/>
                  </a:lnTo>
                  <a:lnTo>
                    <a:pt x="12970" y="27591"/>
                  </a:lnTo>
                  <a:lnTo>
                    <a:pt x="7727" y="28607"/>
                  </a:lnTo>
                  <a:lnTo>
                    <a:pt x="7553" y="25898"/>
                  </a:lnTo>
                  <a:lnTo>
                    <a:pt x="9709" y="25545"/>
                  </a:lnTo>
                  <a:lnTo>
                    <a:pt x="9787" y="22810"/>
                  </a:lnTo>
                  <a:lnTo>
                    <a:pt x="4907" y="22951"/>
                  </a:lnTo>
                  <a:lnTo>
                    <a:pt x="4154" y="18890"/>
                  </a:lnTo>
                  <a:lnTo>
                    <a:pt x="2430" y="17096"/>
                  </a:lnTo>
                  <a:lnTo>
                    <a:pt x="0" y="16068"/>
                  </a:lnTo>
                  <a:lnTo>
                    <a:pt x="142" y="14841"/>
                  </a:lnTo>
                  <a:lnTo>
                    <a:pt x="5528" y="14380"/>
                  </a:lnTo>
                  <a:lnTo>
                    <a:pt x="5376" y="8913"/>
                  </a:lnTo>
                  <a:lnTo>
                    <a:pt x="25526" y="5237"/>
                  </a:lnTo>
                  <a:lnTo>
                    <a:pt x="27143" y="3157"/>
                  </a:lnTo>
                  <a:lnTo>
                    <a:pt x="27231" y="1846"/>
                  </a:lnTo>
                  <a:lnTo>
                    <a:pt x="22315" y="1571"/>
                  </a:lnTo>
                  <a:lnTo>
                    <a:pt x="22451" y="610"/>
                  </a:lnTo>
                  <a:lnTo>
                    <a:pt x="24080" y="208"/>
                  </a:lnTo>
                  <a:lnTo>
                    <a:pt x="2727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7" name="ph5967"/>
            <p:cNvSpPr/>
            <p:nvPr/>
          </p:nvSpPr>
          <p:spPr>
            <a:xfrm>
              <a:off x="8341589" y="2887854"/>
              <a:ext cx="48291" cy="59236"/>
            </a:xfrm>
            <a:custGeom>
              <a:avLst/>
              <a:pathLst>
                <a:path w="48291" h="59236">
                  <a:moveTo>
                    <a:pt x="39891" y="2572"/>
                  </a:moveTo>
                  <a:lnTo>
                    <a:pt x="40940" y="5148"/>
                  </a:lnTo>
                  <a:lnTo>
                    <a:pt x="43928" y="3114"/>
                  </a:lnTo>
                  <a:lnTo>
                    <a:pt x="46194" y="3209"/>
                  </a:lnTo>
                  <a:lnTo>
                    <a:pt x="46158" y="4014"/>
                  </a:lnTo>
                  <a:lnTo>
                    <a:pt x="44185" y="14157"/>
                  </a:lnTo>
                  <a:lnTo>
                    <a:pt x="43775" y="20620"/>
                  </a:lnTo>
                  <a:lnTo>
                    <a:pt x="46325" y="20762"/>
                  </a:lnTo>
                  <a:lnTo>
                    <a:pt x="46245" y="22920"/>
                  </a:lnTo>
                  <a:lnTo>
                    <a:pt x="42752" y="22888"/>
                  </a:lnTo>
                  <a:lnTo>
                    <a:pt x="41159" y="24198"/>
                  </a:lnTo>
                  <a:lnTo>
                    <a:pt x="40521" y="26159"/>
                  </a:lnTo>
                  <a:lnTo>
                    <a:pt x="42930" y="28010"/>
                  </a:lnTo>
                  <a:lnTo>
                    <a:pt x="47538" y="28801"/>
                  </a:lnTo>
                  <a:lnTo>
                    <a:pt x="48065" y="32026"/>
                  </a:lnTo>
                  <a:lnTo>
                    <a:pt x="46713" y="32949"/>
                  </a:lnTo>
                  <a:lnTo>
                    <a:pt x="44076" y="32673"/>
                  </a:lnTo>
                  <a:lnTo>
                    <a:pt x="42508" y="29039"/>
                  </a:lnTo>
                  <a:lnTo>
                    <a:pt x="41234" y="28913"/>
                  </a:lnTo>
                  <a:lnTo>
                    <a:pt x="40694" y="30379"/>
                  </a:lnTo>
                  <a:lnTo>
                    <a:pt x="40976" y="35840"/>
                  </a:lnTo>
                  <a:lnTo>
                    <a:pt x="44813" y="36683"/>
                  </a:lnTo>
                  <a:lnTo>
                    <a:pt x="48174" y="38960"/>
                  </a:lnTo>
                  <a:lnTo>
                    <a:pt x="48291" y="42671"/>
                  </a:lnTo>
                  <a:lnTo>
                    <a:pt x="46522" y="43486"/>
                  </a:lnTo>
                  <a:lnTo>
                    <a:pt x="31738" y="42890"/>
                  </a:lnTo>
                  <a:lnTo>
                    <a:pt x="28110" y="48218"/>
                  </a:lnTo>
                  <a:lnTo>
                    <a:pt x="22875" y="59208"/>
                  </a:lnTo>
                  <a:lnTo>
                    <a:pt x="21553" y="59236"/>
                  </a:lnTo>
                  <a:lnTo>
                    <a:pt x="20466" y="57071"/>
                  </a:lnTo>
                  <a:lnTo>
                    <a:pt x="20525" y="49178"/>
                  </a:lnTo>
                  <a:lnTo>
                    <a:pt x="0" y="27113"/>
                  </a:lnTo>
                  <a:lnTo>
                    <a:pt x="10153" y="22518"/>
                  </a:lnTo>
                  <a:lnTo>
                    <a:pt x="13139" y="23917"/>
                  </a:lnTo>
                  <a:lnTo>
                    <a:pt x="10993" y="27836"/>
                  </a:lnTo>
                  <a:lnTo>
                    <a:pt x="15343" y="29260"/>
                  </a:lnTo>
                  <a:lnTo>
                    <a:pt x="20521" y="18996"/>
                  </a:lnTo>
                  <a:lnTo>
                    <a:pt x="20615" y="17636"/>
                  </a:lnTo>
                  <a:lnTo>
                    <a:pt x="19254" y="17708"/>
                  </a:lnTo>
                  <a:lnTo>
                    <a:pt x="18146" y="16351"/>
                  </a:lnTo>
                  <a:lnTo>
                    <a:pt x="17067" y="13291"/>
                  </a:lnTo>
                  <a:lnTo>
                    <a:pt x="24710" y="15711"/>
                  </a:lnTo>
                  <a:lnTo>
                    <a:pt x="28989" y="15757"/>
                  </a:lnTo>
                  <a:lnTo>
                    <a:pt x="32260" y="14068"/>
                  </a:lnTo>
                  <a:lnTo>
                    <a:pt x="32770" y="9651"/>
                  </a:lnTo>
                  <a:lnTo>
                    <a:pt x="26708" y="7325"/>
                  </a:lnTo>
                  <a:lnTo>
                    <a:pt x="25761" y="3370"/>
                  </a:lnTo>
                  <a:lnTo>
                    <a:pt x="31217" y="6104"/>
                  </a:lnTo>
                  <a:lnTo>
                    <a:pt x="30958" y="7539"/>
                  </a:lnTo>
                  <a:lnTo>
                    <a:pt x="33112" y="8023"/>
                  </a:lnTo>
                  <a:lnTo>
                    <a:pt x="36114" y="5847"/>
                  </a:lnTo>
                  <a:lnTo>
                    <a:pt x="36114" y="1808"/>
                  </a:lnTo>
                  <a:lnTo>
                    <a:pt x="37418" y="932"/>
                  </a:lnTo>
                  <a:lnTo>
                    <a:pt x="3999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8" name="ph5968"/>
            <p:cNvSpPr/>
            <p:nvPr/>
          </p:nvSpPr>
          <p:spPr>
            <a:xfrm>
              <a:off x="8475671" y="2727706"/>
              <a:ext cx="53745" cy="37412"/>
            </a:xfrm>
            <a:custGeom>
              <a:avLst/>
              <a:pathLst>
                <a:path w="53745" h="37412">
                  <a:moveTo>
                    <a:pt x="49173" y="3829"/>
                  </a:moveTo>
                  <a:lnTo>
                    <a:pt x="53745" y="5995"/>
                  </a:lnTo>
                  <a:lnTo>
                    <a:pt x="53725" y="7902"/>
                  </a:lnTo>
                  <a:lnTo>
                    <a:pt x="53551" y="8866"/>
                  </a:lnTo>
                  <a:lnTo>
                    <a:pt x="50542" y="8827"/>
                  </a:lnTo>
                  <a:lnTo>
                    <a:pt x="50523" y="13219"/>
                  </a:lnTo>
                  <a:lnTo>
                    <a:pt x="52040" y="11998"/>
                  </a:lnTo>
                  <a:lnTo>
                    <a:pt x="53085" y="12591"/>
                  </a:lnTo>
                  <a:lnTo>
                    <a:pt x="50524" y="17951"/>
                  </a:lnTo>
                  <a:lnTo>
                    <a:pt x="44838" y="22182"/>
                  </a:lnTo>
                  <a:lnTo>
                    <a:pt x="41703" y="26251"/>
                  </a:lnTo>
                  <a:lnTo>
                    <a:pt x="39400" y="31261"/>
                  </a:lnTo>
                  <a:lnTo>
                    <a:pt x="33720" y="37412"/>
                  </a:lnTo>
                  <a:lnTo>
                    <a:pt x="29423" y="34547"/>
                  </a:lnTo>
                  <a:lnTo>
                    <a:pt x="26623" y="30947"/>
                  </a:lnTo>
                  <a:lnTo>
                    <a:pt x="26078" y="28008"/>
                  </a:lnTo>
                  <a:lnTo>
                    <a:pt x="29388" y="27496"/>
                  </a:lnTo>
                  <a:lnTo>
                    <a:pt x="29330" y="26302"/>
                  </a:lnTo>
                  <a:lnTo>
                    <a:pt x="25986" y="25466"/>
                  </a:lnTo>
                  <a:lnTo>
                    <a:pt x="14802" y="26436"/>
                  </a:lnTo>
                  <a:lnTo>
                    <a:pt x="10728" y="30368"/>
                  </a:lnTo>
                  <a:lnTo>
                    <a:pt x="10464" y="33469"/>
                  </a:lnTo>
                  <a:lnTo>
                    <a:pt x="8721" y="33261"/>
                  </a:lnTo>
                  <a:lnTo>
                    <a:pt x="8819" y="25300"/>
                  </a:lnTo>
                  <a:lnTo>
                    <a:pt x="8042" y="19314"/>
                  </a:lnTo>
                  <a:lnTo>
                    <a:pt x="8376" y="15227"/>
                  </a:lnTo>
                  <a:lnTo>
                    <a:pt x="6795" y="12620"/>
                  </a:lnTo>
                  <a:lnTo>
                    <a:pt x="917" y="11192"/>
                  </a:lnTo>
                  <a:lnTo>
                    <a:pt x="0" y="8968"/>
                  </a:lnTo>
                  <a:lnTo>
                    <a:pt x="2784" y="8152"/>
                  </a:lnTo>
                  <a:lnTo>
                    <a:pt x="2133" y="11071"/>
                  </a:lnTo>
                  <a:lnTo>
                    <a:pt x="4473" y="10943"/>
                  </a:lnTo>
                  <a:lnTo>
                    <a:pt x="5926" y="9028"/>
                  </a:lnTo>
                  <a:lnTo>
                    <a:pt x="5790" y="4385"/>
                  </a:lnTo>
                  <a:lnTo>
                    <a:pt x="7311" y="4351"/>
                  </a:lnTo>
                  <a:lnTo>
                    <a:pt x="8340" y="9490"/>
                  </a:lnTo>
                  <a:lnTo>
                    <a:pt x="15861" y="9056"/>
                  </a:lnTo>
                  <a:lnTo>
                    <a:pt x="15945" y="7345"/>
                  </a:lnTo>
                  <a:lnTo>
                    <a:pt x="27426" y="7551"/>
                  </a:lnTo>
                  <a:lnTo>
                    <a:pt x="31638" y="8074"/>
                  </a:lnTo>
                  <a:lnTo>
                    <a:pt x="34529" y="12572"/>
                  </a:lnTo>
                  <a:lnTo>
                    <a:pt x="40216" y="12655"/>
                  </a:lnTo>
                  <a:lnTo>
                    <a:pt x="40994" y="9754"/>
                  </a:lnTo>
                  <a:lnTo>
                    <a:pt x="45251" y="5731"/>
                  </a:lnTo>
                  <a:lnTo>
                    <a:pt x="44874" y="3351"/>
                  </a:lnTo>
                  <a:lnTo>
                    <a:pt x="44933" y="11"/>
                  </a:lnTo>
                  <a:lnTo>
                    <a:pt x="48963" y="0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9" name="ph5969"/>
            <p:cNvSpPr/>
            <p:nvPr/>
          </p:nvSpPr>
          <p:spPr>
            <a:xfrm>
              <a:off x="8423121" y="2723275"/>
              <a:ext cx="66893" cy="31310"/>
            </a:xfrm>
            <a:custGeom>
              <a:avLst/>
              <a:pathLst>
                <a:path w="66893" h="31310">
                  <a:moveTo>
                    <a:pt x="55935" y="3902"/>
                  </a:moveTo>
                  <a:lnTo>
                    <a:pt x="59911" y="5696"/>
                  </a:lnTo>
                  <a:lnTo>
                    <a:pt x="59905" y="3690"/>
                  </a:lnTo>
                  <a:lnTo>
                    <a:pt x="62244" y="2056"/>
                  </a:lnTo>
                  <a:lnTo>
                    <a:pt x="66737" y="2130"/>
                  </a:lnTo>
                  <a:lnTo>
                    <a:pt x="66893" y="5926"/>
                  </a:lnTo>
                  <a:lnTo>
                    <a:pt x="59620" y="7220"/>
                  </a:lnTo>
                  <a:lnTo>
                    <a:pt x="59861" y="8782"/>
                  </a:lnTo>
                  <a:lnTo>
                    <a:pt x="58340" y="8817"/>
                  </a:lnTo>
                  <a:lnTo>
                    <a:pt x="58477" y="13459"/>
                  </a:lnTo>
                  <a:lnTo>
                    <a:pt x="57023" y="15375"/>
                  </a:lnTo>
                  <a:lnTo>
                    <a:pt x="54683" y="15502"/>
                  </a:lnTo>
                  <a:lnTo>
                    <a:pt x="55334" y="12584"/>
                  </a:lnTo>
                  <a:lnTo>
                    <a:pt x="52550" y="13399"/>
                  </a:lnTo>
                  <a:lnTo>
                    <a:pt x="53467" y="15623"/>
                  </a:lnTo>
                  <a:lnTo>
                    <a:pt x="53675" y="16130"/>
                  </a:lnTo>
                  <a:lnTo>
                    <a:pt x="49843" y="16982"/>
                  </a:lnTo>
                  <a:lnTo>
                    <a:pt x="42691" y="16762"/>
                  </a:lnTo>
                  <a:lnTo>
                    <a:pt x="38452" y="19358"/>
                  </a:lnTo>
                  <a:lnTo>
                    <a:pt x="38268" y="22401"/>
                  </a:lnTo>
                  <a:lnTo>
                    <a:pt x="39399" y="25729"/>
                  </a:lnTo>
                  <a:lnTo>
                    <a:pt x="35104" y="28670"/>
                  </a:lnTo>
                  <a:lnTo>
                    <a:pt x="34886" y="27055"/>
                  </a:lnTo>
                  <a:lnTo>
                    <a:pt x="35939" y="26603"/>
                  </a:lnTo>
                  <a:lnTo>
                    <a:pt x="36046" y="25617"/>
                  </a:lnTo>
                  <a:lnTo>
                    <a:pt x="35111" y="20752"/>
                  </a:lnTo>
                  <a:lnTo>
                    <a:pt x="26902" y="21261"/>
                  </a:lnTo>
                  <a:lnTo>
                    <a:pt x="25568" y="24656"/>
                  </a:lnTo>
                  <a:lnTo>
                    <a:pt x="25602" y="27027"/>
                  </a:lnTo>
                  <a:lnTo>
                    <a:pt x="31457" y="26606"/>
                  </a:lnTo>
                  <a:lnTo>
                    <a:pt x="31399" y="28590"/>
                  </a:lnTo>
                  <a:lnTo>
                    <a:pt x="22628" y="28441"/>
                  </a:lnTo>
                  <a:lnTo>
                    <a:pt x="9091" y="30951"/>
                  </a:lnTo>
                  <a:lnTo>
                    <a:pt x="3126" y="31310"/>
                  </a:lnTo>
                  <a:lnTo>
                    <a:pt x="3241" y="28953"/>
                  </a:lnTo>
                  <a:lnTo>
                    <a:pt x="0" y="26250"/>
                  </a:lnTo>
                  <a:lnTo>
                    <a:pt x="15940" y="22548"/>
                  </a:lnTo>
                  <a:lnTo>
                    <a:pt x="20915" y="19318"/>
                  </a:lnTo>
                  <a:lnTo>
                    <a:pt x="27994" y="17197"/>
                  </a:lnTo>
                  <a:lnTo>
                    <a:pt x="32568" y="14203"/>
                  </a:lnTo>
                  <a:lnTo>
                    <a:pt x="41507" y="4064"/>
                  </a:lnTo>
                  <a:lnTo>
                    <a:pt x="50229" y="1431"/>
                  </a:lnTo>
                  <a:lnTo>
                    <a:pt x="51969" y="1541"/>
                  </a:lnTo>
                  <a:lnTo>
                    <a:pt x="5557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0" name="ph5970"/>
            <p:cNvSpPr/>
            <p:nvPr/>
          </p:nvSpPr>
          <p:spPr>
            <a:xfrm>
              <a:off x="8336034" y="2858602"/>
              <a:ext cx="29502" cy="23105"/>
            </a:xfrm>
            <a:custGeom>
              <a:avLst/>
              <a:pathLst>
                <a:path w="29502" h="23105">
                  <a:moveTo>
                    <a:pt x="15581" y="265"/>
                  </a:moveTo>
                  <a:lnTo>
                    <a:pt x="26185" y="1644"/>
                  </a:lnTo>
                  <a:lnTo>
                    <a:pt x="26294" y="2252"/>
                  </a:lnTo>
                  <a:lnTo>
                    <a:pt x="27342" y="6638"/>
                  </a:lnTo>
                  <a:lnTo>
                    <a:pt x="22660" y="9850"/>
                  </a:lnTo>
                  <a:lnTo>
                    <a:pt x="22049" y="11810"/>
                  </a:lnTo>
                  <a:lnTo>
                    <a:pt x="22611" y="13194"/>
                  </a:lnTo>
                  <a:lnTo>
                    <a:pt x="24931" y="14080"/>
                  </a:lnTo>
                  <a:lnTo>
                    <a:pt x="26485" y="13549"/>
                  </a:lnTo>
                  <a:lnTo>
                    <a:pt x="29502" y="14285"/>
                  </a:lnTo>
                  <a:lnTo>
                    <a:pt x="23280" y="17861"/>
                  </a:lnTo>
                  <a:lnTo>
                    <a:pt x="22428" y="19945"/>
                  </a:lnTo>
                  <a:lnTo>
                    <a:pt x="22939" y="21563"/>
                  </a:lnTo>
                  <a:lnTo>
                    <a:pt x="21235" y="23105"/>
                  </a:lnTo>
                  <a:lnTo>
                    <a:pt x="19326" y="22234"/>
                  </a:lnTo>
                  <a:lnTo>
                    <a:pt x="16149" y="20799"/>
                  </a:lnTo>
                  <a:lnTo>
                    <a:pt x="15168" y="14851"/>
                  </a:lnTo>
                  <a:lnTo>
                    <a:pt x="16064" y="11784"/>
                  </a:lnTo>
                  <a:lnTo>
                    <a:pt x="15403" y="5442"/>
                  </a:lnTo>
                  <a:lnTo>
                    <a:pt x="9439" y="6065"/>
                  </a:lnTo>
                  <a:lnTo>
                    <a:pt x="9669" y="10636"/>
                  </a:lnTo>
                  <a:lnTo>
                    <a:pt x="8679" y="10792"/>
                  </a:lnTo>
                  <a:lnTo>
                    <a:pt x="6696" y="8872"/>
                  </a:lnTo>
                  <a:lnTo>
                    <a:pt x="6102" y="5988"/>
                  </a:lnTo>
                  <a:lnTo>
                    <a:pt x="1321" y="2285"/>
                  </a:lnTo>
                  <a:lnTo>
                    <a:pt x="609" y="1929"/>
                  </a:lnTo>
                  <a:lnTo>
                    <a:pt x="65" y="2585"/>
                  </a:lnTo>
                  <a:lnTo>
                    <a:pt x="0" y="542"/>
                  </a:lnTo>
                  <a:lnTo>
                    <a:pt x="4056" y="0"/>
                  </a:lnTo>
                  <a:lnTo>
                    <a:pt x="7941" y="706"/>
                  </a:lnTo>
                  <a:lnTo>
                    <a:pt x="10750" y="1505"/>
                  </a:lnTo>
                  <a:lnTo>
                    <a:pt x="11193" y="2819"/>
                  </a:lnTo>
                  <a:lnTo>
                    <a:pt x="13241" y="3993"/>
                  </a:lnTo>
                  <a:lnTo>
                    <a:pt x="17336" y="331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1" name="ph5971"/>
            <p:cNvSpPr/>
            <p:nvPr/>
          </p:nvSpPr>
          <p:spPr>
            <a:xfrm>
              <a:off x="8361922" y="2777901"/>
              <a:ext cx="8320" cy="15499"/>
            </a:xfrm>
            <a:custGeom>
              <a:avLst/>
              <a:pathLst>
                <a:path w="8320" h="15499">
                  <a:moveTo>
                    <a:pt x="7416" y="4115"/>
                  </a:moveTo>
                  <a:lnTo>
                    <a:pt x="8320" y="14789"/>
                  </a:lnTo>
                  <a:lnTo>
                    <a:pt x="7544" y="15499"/>
                  </a:lnTo>
                  <a:lnTo>
                    <a:pt x="6670" y="14369"/>
                  </a:lnTo>
                  <a:lnTo>
                    <a:pt x="1227" y="14730"/>
                  </a:lnTo>
                  <a:lnTo>
                    <a:pt x="0" y="11210"/>
                  </a:lnTo>
                  <a:lnTo>
                    <a:pt x="2582" y="9026"/>
                  </a:lnTo>
                  <a:lnTo>
                    <a:pt x="5163" y="6940"/>
                  </a:lnTo>
                  <a:lnTo>
                    <a:pt x="3571" y="5607"/>
                  </a:lnTo>
                  <a:lnTo>
                    <a:pt x="4425" y="670"/>
                  </a:lnTo>
                  <a:lnTo>
                    <a:pt x="569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2" name="ph5972"/>
            <p:cNvSpPr/>
            <p:nvPr/>
          </p:nvSpPr>
          <p:spPr>
            <a:xfrm>
              <a:off x="8401007" y="2798235"/>
              <a:ext cx="47152" cy="31989"/>
            </a:xfrm>
            <a:custGeom>
              <a:avLst/>
              <a:pathLst>
                <a:path w="47152" h="31989">
                  <a:moveTo>
                    <a:pt x="36768" y="26"/>
                  </a:moveTo>
                  <a:lnTo>
                    <a:pt x="38120" y="1895"/>
                  </a:lnTo>
                  <a:lnTo>
                    <a:pt x="47152" y="4504"/>
                  </a:lnTo>
                  <a:lnTo>
                    <a:pt x="45314" y="6751"/>
                  </a:lnTo>
                  <a:lnTo>
                    <a:pt x="42795" y="6674"/>
                  </a:lnTo>
                  <a:lnTo>
                    <a:pt x="42105" y="12049"/>
                  </a:lnTo>
                  <a:lnTo>
                    <a:pt x="45133" y="12653"/>
                  </a:lnTo>
                  <a:lnTo>
                    <a:pt x="46457" y="15881"/>
                  </a:lnTo>
                  <a:lnTo>
                    <a:pt x="45783" y="18660"/>
                  </a:lnTo>
                  <a:lnTo>
                    <a:pt x="44228" y="19962"/>
                  </a:lnTo>
                  <a:lnTo>
                    <a:pt x="38765" y="22842"/>
                  </a:lnTo>
                  <a:lnTo>
                    <a:pt x="38405" y="18012"/>
                  </a:lnTo>
                  <a:lnTo>
                    <a:pt x="31701" y="13841"/>
                  </a:lnTo>
                  <a:lnTo>
                    <a:pt x="22870" y="15026"/>
                  </a:lnTo>
                  <a:lnTo>
                    <a:pt x="18768" y="16445"/>
                  </a:lnTo>
                  <a:lnTo>
                    <a:pt x="18532" y="19599"/>
                  </a:lnTo>
                  <a:lnTo>
                    <a:pt x="26672" y="20547"/>
                  </a:lnTo>
                  <a:lnTo>
                    <a:pt x="30978" y="24133"/>
                  </a:lnTo>
                  <a:lnTo>
                    <a:pt x="32067" y="29183"/>
                  </a:lnTo>
                  <a:lnTo>
                    <a:pt x="31836" y="31989"/>
                  </a:lnTo>
                  <a:lnTo>
                    <a:pt x="28926" y="31880"/>
                  </a:lnTo>
                  <a:lnTo>
                    <a:pt x="28269" y="28789"/>
                  </a:lnTo>
                  <a:lnTo>
                    <a:pt x="27244" y="28024"/>
                  </a:lnTo>
                  <a:lnTo>
                    <a:pt x="20409" y="25150"/>
                  </a:lnTo>
                  <a:lnTo>
                    <a:pt x="18697" y="25088"/>
                  </a:lnTo>
                  <a:lnTo>
                    <a:pt x="19495" y="22628"/>
                  </a:lnTo>
                  <a:lnTo>
                    <a:pt x="18852" y="20338"/>
                  </a:lnTo>
                  <a:lnTo>
                    <a:pt x="16873" y="18685"/>
                  </a:lnTo>
                  <a:lnTo>
                    <a:pt x="3091" y="16087"/>
                  </a:lnTo>
                  <a:lnTo>
                    <a:pt x="0" y="10625"/>
                  </a:lnTo>
                  <a:lnTo>
                    <a:pt x="536" y="11361"/>
                  </a:lnTo>
                  <a:lnTo>
                    <a:pt x="3478" y="11921"/>
                  </a:lnTo>
                  <a:lnTo>
                    <a:pt x="5377" y="9904"/>
                  </a:lnTo>
                  <a:lnTo>
                    <a:pt x="5684" y="7327"/>
                  </a:lnTo>
                  <a:lnTo>
                    <a:pt x="8283" y="6416"/>
                  </a:lnTo>
                  <a:lnTo>
                    <a:pt x="20156" y="5734"/>
                  </a:lnTo>
                  <a:lnTo>
                    <a:pt x="19610" y="2407"/>
                  </a:lnTo>
                  <a:lnTo>
                    <a:pt x="23817" y="3161"/>
                  </a:lnTo>
                  <a:lnTo>
                    <a:pt x="25649" y="3010"/>
                  </a:lnTo>
                  <a:lnTo>
                    <a:pt x="3206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3" name="ph5973"/>
            <p:cNvSpPr/>
            <p:nvPr/>
          </p:nvSpPr>
          <p:spPr>
            <a:xfrm>
              <a:off x="8511481" y="2786523"/>
              <a:ext cx="57537" cy="33047"/>
            </a:xfrm>
            <a:custGeom>
              <a:avLst/>
              <a:pathLst>
                <a:path w="57537" h="33047">
                  <a:moveTo>
                    <a:pt x="49352" y="301"/>
                  </a:moveTo>
                  <a:lnTo>
                    <a:pt x="56731" y="1875"/>
                  </a:lnTo>
                  <a:lnTo>
                    <a:pt x="57537" y="5129"/>
                  </a:lnTo>
                  <a:lnTo>
                    <a:pt x="56981" y="12221"/>
                  </a:lnTo>
                  <a:lnTo>
                    <a:pt x="51893" y="13056"/>
                  </a:lnTo>
                  <a:lnTo>
                    <a:pt x="49795" y="15868"/>
                  </a:lnTo>
                  <a:lnTo>
                    <a:pt x="45812" y="17225"/>
                  </a:lnTo>
                  <a:lnTo>
                    <a:pt x="45304" y="21603"/>
                  </a:lnTo>
                  <a:lnTo>
                    <a:pt x="42384" y="20946"/>
                  </a:lnTo>
                  <a:lnTo>
                    <a:pt x="43316" y="19206"/>
                  </a:lnTo>
                  <a:lnTo>
                    <a:pt x="40070" y="16955"/>
                  </a:lnTo>
                  <a:lnTo>
                    <a:pt x="35717" y="17367"/>
                  </a:lnTo>
                  <a:lnTo>
                    <a:pt x="34839" y="18972"/>
                  </a:lnTo>
                  <a:lnTo>
                    <a:pt x="34768" y="23903"/>
                  </a:lnTo>
                  <a:lnTo>
                    <a:pt x="30428" y="26061"/>
                  </a:lnTo>
                  <a:lnTo>
                    <a:pt x="27563" y="23634"/>
                  </a:lnTo>
                  <a:lnTo>
                    <a:pt x="25379" y="28641"/>
                  </a:lnTo>
                  <a:lnTo>
                    <a:pt x="22419" y="31289"/>
                  </a:lnTo>
                  <a:lnTo>
                    <a:pt x="10093" y="33047"/>
                  </a:lnTo>
                  <a:lnTo>
                    <a:pt x="8351" y="32893"/>
                  </a:lnTo>
                  <a:lnTo>
                    <a:pt x="6383" y="31012"/>
                  </a:lnTo>
                  <a:lnTo>
                    <a:pt x="4097" y="25430"/>
                  </a:lnTo>
                  <a:lnTo>
                    <a:pt x="3041" y="25377"/>
                  </a:lnTo>
                  <a:lnTo>
                    <a:pt x="440" y="24489"/>
                  </a:lnTo>
                  <a:lnTo>
                    <a:pt x="0" y="23023"/>
                  </a:lnTo>
                  <a:lnTo>
                    <a:pt x="3985" y="20814"/>
                  </a:lnTo>
                  <a:lnTo>
                    <a:pt x="4169" y="14586"/>
                  </a:lnTo>
                  <a:lnTo>
                    <a:pt x="6203" y="10675"/>
                  </a:lnTo>
                  <a:lnTo>
                    <a:pt x="6606" y="10252"/>
                  </a:lnTo>
                  <a:lnTo>
                    <a:pt x="7389" y="10943"/>
                  </a:lnTo>
                  <a:lnTo>
                    <a:pt x="9421" y="14304"/>
                  </a:lnTo>
                  <a:lnTo>
                    <a:pt x="13639" y="12797"/>
                  </a:lnTo>
                  <a:lnTo>
                    <a:pt x="11254" y="8608"/>
                  </a:lnTo>
                  <a:lnTo>
                    <a:pt x="20402" y="9508"/>
                  </a:lnTo>
                  <a:lnTo>
                    <a:pt x="25280" y="11938"/>
                  </a:lnTo>
                  <a:lnTo>
                    <a:pt x="28549" y="12129"/>
                  </a:lnTo>
                  <a:lnTo>
                    <a:pt x="29858" y="8201"/>
                  </a:lnTo>
                  <a:lnTo>
                    <a:pt x="29967" y="4578"/>
                  </a:lnTo>
                  <a:lnTo>
                    <a:pt x="33115" y="3021"/>
                  </a:lnTo>
                  <a:lnTo>
                    <a:pt x="35494" y="3554"/>
                  </a:lnTo>
                  <a:lnTo>
                    <a:pt x="33853" y="388"/>
                  </a:lnTo>
                  <a:lnTo>
                    <a:pt x="34832" y="0"/>
                  </a:lnTo>
                  <a:lnTo>
                    <a:pt x="43788" y="152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4" name="ph5974"/>
            <p:cNvSpPr/>
            <p:nvPr/>
          </p:nvSpPr>
          <p:spPr>
            <a:xfrm>
              <a:off x="8432777" y="2826565"/>
              <a:ext cx="52166" cy="73533"/>
            </a:xfrm>
            <a:custGeom>
              <a:avLst/>
              <a:pathLst>
                <a:path w="52166" h="73533">
                  <a:moveTo>
                    <a:pt x="29869" y="1982"/>
                  </a:moveTo>
                  <a:lnTo>
                    <a:pt x="32003" y="1974"/>
                  </a:lnTo>
                  <a:lnTo>
                    <a:pt x="35063" y="2567"/>
                  </a:lnTo>
                  <a:lnTo>
                    <a:pt x="33280" y="8311"/>
                  </a:lnTo>
                  <a:lnTo>
                    <a:pt x="35428" y="9348"/>
                  </a:lnTo>
                  <a:lnTo>
                    <a:pt x="35855" y="15179"/>
                  </a:lnTo>
                  <a:lnTo>
                    <a:pt x="38307" y="15815"/>
                  </a:lnTo>
                  <a:lnTo>
                    <a:pt x="38164" y="18051"/>
                  </a:lnTo>
                  <a:lnTo>
                    <a:pt x="41057" y="20896"/>
                  </a:lnTo>
                  <a:lnTo>
                    <a:pt x="44240" y="26835"/>
                  </a:lnTo>
                  <a:lnTo>
                    <a:pt x="45402" y="36179"/>
                  </a:lnTo>
                  <a:lnTo>
                    <a:pt x="39972" y="40752"/>
                  </a:lnTo>
                  <a:lnTo>
                    <a:pt x="41443" y="46638"/>
                  </a:lnTo>
                  <a:lnTo>
                    <a:pt x="42225" y="61531"/>
                  </a:lnTo>
                  <a:lnTo>
                    <a:pt x="43569" y="62623"/>
                  </a:lnTo>
                  <a:lnTo>
                    <a:pt x="47093" y="62795"/>
                  </a:lnTo>
                  <a:lnTo>
                    <a:pt x="47360" y="58013"/>
                  </a:lnTo>
                  <a:lnTo>
                    <a:pt x="49058" y="57792"/>
                  </a:lnTo>
                  <a:lnTo>
                    <a:pt x="52166" y="58275"/>
                  </a:lnTo>
                  <a:lnTo>
                    <a:pt x="52132" y="61506"/>
                  </a:lnTo>
                  <a:lnTo>
                    <a:pt x="51864" y="66296"/>
                  </a:lnTo>
                  <a:lnTo>
                    <a:pt x="49211" y="66639"/>
                  </a:lnTo>
                  <a:lnTo>
                    <a:pt x="49939" y="72444"/>
                  </a:lnTo>
                  <a:lnTo>
                    <a:pt x="48660" y="73533"/>
                  </a:lnTo>
                  <a:lnTo>
                    <a:pt x="41452" y="72378"/>
                  </a:lnTo>
                  <a:lnTo>
                    <a:pt x="41412" y="67343"/>
                  </a:lnTo>
                  <a:lnTo>
                    <a:pt x="32659" y="63553"/>
                  </a:lnTo>
                  <a:lnTo>
                    <a:pt x="29682" y="60306"/>
                  </a:lnTo>
                  <a:lnTo>
                    <a:pt x="27803" y="60497"/>
                  </a:lnTo>
                  <a:lnTo>
                    <a:pt x="25099" y="63809"/>
                  </a:lnTo>
                  <a:lnTo>
                    <a:pt x="25055" y="66462"/>
                  </a:lnTo>
                  <a:lnTo>
                    <a:pt x="21634" y="66497"/>
                  </a:lnTo>
                  <a:lnTo>
                    <a:pt x="21704" y="65488"/>
                  </a:lnTo>
                  <a:lnTo>
                    <a:pt x="19257" y="63203"/>
                  </a:lnTo>
                  <a:lnTo>
                    <a:pt x="12149" y="60520"/>
                  </a:lnTo>
                  <a:lnTo>
                    <a:pt x="6471" y="60269"/>
                  </a:lnTo>
                  <a:lnTo>
                    <a:pt x="4377" y="59114"/>
                  </a:lnTo>
                  <a:lnTo>
                    <a:pt x="4279" y="48026"/>
                  </a:lnTo>
                  <a:lnTo>
                    <a:pt x="0" y="46798"/>
                  </a:lnTo>
                  <a:lnTo>
                    <a:pt x="2933" y="42373"/>
                  </a:lnTo>
                  <a:lnTo>
                    <a:pt x="1940" y="39023"/>
                  </a:lnTo>
                  <a:lnTo>
                    <a:pt x="201" y="38916"/>
                  </a:lnTo>
                  <a:lnTo>
                    <a:pt x="826" y="35915"/>
                  </a:lnTo>
                  <a:lnTo>
                    <a:pt x="1285" y="38125"/>
                  </a:lnTo>
                  <a:lnTo>
                    <a:pt x="4098" y="38066"/>
                  </a:lnTo>
                  <a:lnTo>
                    <a:pt x="4254" y="33637"/>
                  </a:lnTo>
                  <a:lnTo>
                    <a:pt x="5753" y="30599"/>
                  </a:lnTo>
                  <a:lnTo>
                    <a:pt x="8243" y="30871"/>
                  </a:lnTo>
                  <a:lnTo>
                    <a:pt x="11039" y="33518"/>
                  </a:lnTo>
                  <a:lnTo>
                    <a:pt x="10913" y="27806"/>
                  </a:lnTo>
                  <a:lnTo>
                    <a:pt x="14463" y="23770"/>
                  </a:lnTo>
                  <a:lnTo>
                    <a:pt x="17486" y="23231"/>
                  </a:lnTo>
                  <a:lnTo>
                    <a:pt x="17753" y="21648"/>
                  </a:lnTo>
                  <a:lnTo>
                    <a:pt x="15215" y="16455"/>
                  </a:lnTo>
                  <a:lnTo>
                    <a:pt x="10587" y="15934"/>
                  </a:lnTo>
                  <a:lnTo>
                    <a:pt x="10058" y="16861"/>
                  </a:lnTo>
                  <a:lnTo>
                    <a:pt x="8443" y="16847"/>
                  </a:lnTo>
                  <a:lnTo>
                    <a:pt x="10942" y="11534"/>
                  </a:lnTo>
                  <a:lnTo>
                    <a:pt x="12755" y="11990"/>
                  </a:lnTo>
                  <a:lnTo>
                    <a:pt x="13721" y="13631"/>
                  </a:lnTo>
                  <a:lnTo>
                    <a:pt x="15639" y="5044"/>
                  </a:lnTo>
                  <a:lnTo>
                    <a:pt x="21207" y="3425"/>
                  </a:lnTo>
                  <a:lnTo>
                    <a:pt x="21223" y="808"/>
                  </a:lnTo>
                  <a:lnTo>
                    <a:pt x="24571" y="1711"/>
                  </a:lnTo>
                  <a:lnTo>
                    <a:pt x="2686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5" name="ph5975"/>
            <p:cNvSpPr/>
            <p:nvPr/>
          </p:nvSpPr>
          <p:spPr>
            <a:xfrm>
              <a:off x="8466057" y="2811220"/>
              <a:ext cx="44593" cy="33396"/>
            </a:xfrm>
            <a:custGeom>
              <a:avLst/>
              <a:pathLst>
                <a:path w="44593" h="33396">
                  <a:moveTo>
                    <a:pt x="30459" y="1089"/>
                  </a:moveTo>
                  <a:lnTo>
                    <a:pt x="32084" y="0"/>
                  </a:lnTo>
                  <a:lnTo>
                    <a:pt x="35393" y="9214"/>
                  </a:lnTo>
                  <a:lnTo>
                    <a:pt x="38419" y="8303"/>
                  </a:lnTo>
                  <a:lnTo>
                    <a:pt x="37366" y="7128"/>
                  </a:lnTo>
                  <a:lnTo>
                    <a:pt x="37560" y="2950"/>
                  </a:lnTo>
                  <a:lnTo>
                    <a:pt x="38890" y="2247"/>
                  </a:lnTo>
                  <a:lnTo>
                    <a:pt x="40214" y="2358"/>
                  </a:lnTo>
                  <a:lnTo>
                    <a:pt x="44593" y="5120"/>
                  </a:lnTo>
                  <a:lnTo>
                    <a:pt x="42765" y="10187"/>
                  </a:lnTo>
                  <a:lnTo>
                    <a:pt x="41040" y="12440"/>
                  </a:lnTo>
                  <a:lnTo>
                    <a:pt x="36661" y="12671"/>
                  </a:lnTo>
                  <a:lnTo>
                    <a:pt x="36954" y="16257"/>
                  </a:lnTo>
                  <a:lnTo>
                    <a:pt x="36062" y="20328"/>
                  </a:lnTo>
                  <a:lnTo>
                    <a:pt x="30888" y="18769"/>
                  </a:lnTo>
                  <a:lnTo>
                    <a:pt x="29966" y="21218"/>
                  </a:lnTo>
                  <a:lnTo>
                    <a:pt x="30749" y="27066"/>
                  </a:lnTo>
                  <a:lnTo>
                    <a:pt x="32372" y="27132"/>
                  </a:lnTo>
                  <a:lnTo>
                    <a:pt x="32590" y="28770"/>
                  </a:lnTo>
                  <a:lnTo>
                    <a:pt x="26238" y="27007"/>
                  </a:lnTo>
                  <a:lnTo>
                    <a:pt x="24689" y="27545"/>
                  </a:lnTo>
                  <a:lnTo>
                    <a:pt x="24443" y="32067"/>
                  </a:lnTo>
                  <a:lnTo>
                    <a:pt x="13467" y="30442"/>
                  </a:lnTo>
                  <a:lnTo>
                    <a:pt x="8589" y="33010"/>
                  </a:lnTo>
                  <a:lnTo>
                    <a:pt x="4884" y="33396"/>
                  </a:lnTo>
                  <a:lnTo>
                    <a:pt x="5027" y="31159"/>
                  </a:lnTo>
                  <a:lnTo>
                    <a:pt x="2575" y="30524"/>
                  </a:lnTo>
                  <a:lnTo>
                    <a:pt x="2147" y="24693"/>
                  </a:lnTo>
                  <a:lnTo>
                    <a:pt x="0" y="23655"/>
                  </a:lnTo>
                  <a:lnTo>
                    <a:pt x="1783" y="17912"/>
                  </a:lnTo>
                  <a:lnTo>
                    <a:pt x="5351" y="13143"/>
                  </a:lnTo>
                  <a:lnTo>
                    <a:pt x="7145" y="13239"/>
                  </a:lnTo>
                  <a:lnTo>
                    <a:pt x="7019" y="17547"/>
                  </a:lnTo>
                  <a:lnTo>
                    <a:pt x="11286" y="16976"/>
                  </a:lnTo>
                  <a:lnTo>
                    <a:pt x="13782" y="19086"/>
                  </a:lnTo>
                  <a:lnTo>
                    <a:pt x="19051" y="16434"/>
                  </a:lnTo>
                  <a:lnTo>
                    <a:pt x="23617" y="10329"/>
                  </a:lnTo>
                  <a:lnTo>
                    <a:pt x="22638" y="8058"/>
                  </a:lnTo>
                  <a:lnTo>
                    <a:pt x="23887" y="1143"/>
                  </a:lnTo>
                  <a:lnTo>
                    <a:pt x="25665" y="1164"/>
                  </a:lnTo>
                  <a:lnTo>
                    <a:pt x="27210" y="4126"/>
                  </a:lnTo>
                  <a:lnTo>
                    <a:pt x="30409" y="560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6" name="ph5976"/>
            <p:cNvSpPr/>
            <p:nvPr/>
          </p:nvSpPr>
          <p:spPr>
            <a:xfrm>
              <a:off x="8257396" y="2832724"/>
              <a:ext cx="71560" cy="60949"/>
            </a:xfrm>
            <a:custGeom>
              <a:avLst/>
              <a:pathLst>
                <a:path w="71560" h="60949">
                  <a:moveTo>
                    <a:pt x="28312" y="123"/>
                  </a:moveTo>
                  <a:lnTo>
                    <a:pt x="36246" y="7915"/>
                  </a:lnTo>
                  <a:lnTo>
                    <a:pt x="37284" y="11658"/>
                  </a:lnTo>
                  <a:lnTo>
                    <a:pt x="44785" y="12327"/>
                  </a:lnTo>
                  <a:lnTo>
                    <a:pt x="54761" y="13527"/>
                  </a:lnTo>
                  <a:lnTo>
                    <a:pt x="53557" y="17035"/>
                  </a:lnTo>
                  <a:lnTo>
                    <a:pt x="57142" y="17229"/>
                  </a:lnTo>
                  <a:lnTo>
                    <a:pt x="57011" y="20756"/>
                  </a:lnTo>
                  <a:lnTo>
                    <a:pt x="50843" y="23064"/>
                  </a:lnTo>
                  <a:lnTo>
                    <a:pt x="49586" y="21908"/>
                  </a:lnTo>
                  <a:lnTo>
                    <a:pt x="49604" y="20628"/>
                  </a:lnTo>
                  <a:lnTo>
                    <a:pt x="45049" y="20195"/>
                  </a:lnTo>
                  <a:lnTo>
                    <a:pt x="44799" y="22978"/>
                  </a:lnTo>
                  <a:lnTo>
                    <a:pt x="47973" y="24659"/>
                  </a:lnTo>
                  <a:lnTo>
                    <a:pt x="52346" y="29983"/>
                  </a:lnTo>
                  <a:lnTo>
                    <a:pt x="53661" y="29868"/>
                  </a:lnTo>
                  <a:lnTo>
                    <a:pt x="53542" y="33374"/>
                  </a:lnTo>
                  <a:lnTo>
                    <a:pt x="58126" y="34693"/>
                  </a:lnTo>
                  <a:lnTo>
                    <a:pt x="55916" y="39569"/>
                  </a:lnTo>
                  <a:lnTo>
                    <a:pt x="60616" y="40460"/>
                  </a:lnTo>
                  <a:lnTo>
                    <a:pt x="63942" y="45791"/>
                  </a:lnTo>
                  <a:lnTo>
                    <a:pt x="71560" y="45848"/>
                  </a:lnTo>
                  <a:lnTo>
                    <a:pt x="71067" y="51574"/>
                  </a:lnTo>
                  <a:lnTo>
                    <a:pt x="69363" y="56714"/>
                  </a:lnTo>
                  <a:lnTo>
                    <a:pt x="67001" y="57402"/>
                  </a:lnTo>
                  <a:lnTo>
                    <a:pt x="67199" y="60949"/>
                  </a:lnTo>
                  <a:lnTo>
                    <a:pt x="64366" y="60882"/>
                  </a:lnTo>
                  <a:lnTo>
                    <a:pt x="65116" y="58585"/>
                  </a:lnTo>
                  <a:lnTo>
                    <a:pt x="63138" y="58907"/>
                  </a:lnTo>
                  <a:lnTo>
                    <a:pt x="63144" y="59616"/>
                  </a:lnTo>
                  <a:lnTo>
                    <a:pt x="49277" y="44708"/>
                  </a:lnTo>
                  <a:lnTo>
                    <a:pt x="49937" y="41542"/>
                  </a:lnTo>
                  <a:lnTo>
                    <a:pt x="46557" y="38785"/>
                  </a:lnTo>
                  <a:lnTo>
                    <a:pt x="45129" y="38614"/>
                  </a:lnTo>
                  <a:lnTo>
                    <a:pt x="45018" y="43401"/>
                  </a:lnTo>
                  <a:lnTo>
                    <a:pt x="41107" y="41511"/>
                  </a:lnTo>
                  <a:lnTo>
                    <a:pt x="42396" y="36380"/>
                  </a:lnTo>
                  <a:lnTo>
                    <a:pt x="35315" y="36355"/>
                  </a:lnTo>
                  <a:lnTo>
                    <a:pt x="35324" y="33194"/>
                  </a:lnTo>
                  <a:lnTo>
                    <a:pt x="33975" y="32183"/>
                  </a:lnTo>
                  <a:lnTo>
                    <a:pt x="29689" y="32570"/>
                  </a:lnTo>
                  <a:lnTo>
                    <a:pt x="28361" y="34015"/>
                  </a:lnTo>
                  <a:lnTo>
                    <a:pt x="24948" y="33137"/>
                  </a:lnTo>
                  <a:lnTo>
                    <a:pt x="24156" y="30614"/>
                  </a:lnTo>
                  <a:lnTo>
                    <a:pt x="20282" y="25683"/>
                  </a:lnTo>
                  <a:lnTo>
                    <a:pt x="7461" y="18800"/>
                  </a:lnTo>
                  <a:lnTo>
                    <a:pt x="7978" y="26758"/>
                  </a:lnTo>
                  <a:lnTo>
                    <a:pt x="9072" y="26924"/>
                  </a:lnTo>
                  <a:lnTo>
                    <a:pt x="8688" y="29719"/>
                  </a:lnTo>
                  <a:lnTo>
                    <a:pt x="6819" y="29973"/>
                  </a:lnTo>
                  <a:lnTo>
                    <a:pt x="5642" y="14081"/>
                  </a:lnTo>
                  <a:lnTo>
                    <a:pt x="16" y="14538"/>
                  </a:lnTo>
                  <a:lnTo>
                    <a:pt x="0" y="14248"/>
                  </a:lnTo>
                  <a:lnTo>
                    <a:pt x="12680" y="13073"/>
                  </a:lnTo>
                  <a:lnTo>
                    <a:pt x="15212" y="15020"/>
                  </a:lnTo>
                  <a:lnTo>
                    <a:pt x="18411" y="10816"/>
                  </a:lnTo>
                  <a:lnTo>
                    <a:pt x="23043" y="11126"/>
                  </a:lnTo>
                  <a:lnTo>
                    <a:pt x="25928" y="7518"/>
                  </a:lnTo>
                  <a:lnTo>
                    <a:pt x="31389" y="7925"/>
                  </a:lnTo>
                  <a:lnTo>
                    <a:pt x="2628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7" name="ph5977"/>
            <p:cNvSpPr/>
            <p:nvPr/>
          </p:nvSpPr>
          <p:spPr>
            <a:xfrm>
              <a:off x="8509392" y="2711871"/>
              <a:ext cx="94459" cy="80788"/>
            </a:xfrm>
            <a:custGeom>
              <a:avLst/>
              <a:pathLst>
                <a:path w="94459" h="80788">
                  <a:moveTo>
                    <a:pt x="63747" y="4152"/>
                  </a:moveTo>
                  <a:lnTo>
                    <a:pt x="87770" y="6661"/>
                  </a:lnTo>
                  <a:lnTo>
                    <a:pt x="94459" y="70597"/>
                  </a:lnTo>
                  <a:lnTo>
                    <a:pt x="89897" y="80788"/>
                  </a:lnTo>
                  <a:lnTo>
                    <a:pt x="88710" y="74345"/>
                  </a:lnTo>
                  <a:lnTo>
                    <a:pt x="83317" y="72846"/>
                  </a:lnTo>
                  <a:lnTo>
                    <a:pt x="78605" y="72949"/>
                  </a:lnTo>
                  <a:lnTo>
                    <a:pt x="78699" y="77625"/>
                  </a:lnTo>
                  <a:lnTo>
                    <a:pt x="76191" y="77682"/>
                  </a:lnTo>
                  <a:lnTo>
                    <a:pt x="75741" y="76268"/>
                  </a:lnTo>
                  <a:lnTo>
                    <a:pt x="67747" y="76411"/>
                  </a:lnTo>
                  <a:lnTo>
                    <a:pt x="68295" y="78384"/>
                  </a:lnTo>
                  <a:lnTo>
                    <a:pt x="65041" y="78713"/>
                  </a:lnTo>
                  <a:lnTo>
                    <a:pt x="58820" y="76526"/>
                  </a:lnTo>
                  <a:lnTo>
                    <a:pt x="51441" y="74952"/>
                  </a:lnTo>
                  <a:lnTo>
                    <a:pt x="45878" y="76175"/>
                  </a:lnTo>
                  <a:lnTo>
                    <a:pt x="36921" y="74651"/>
                  </a:lnTo>
                  <a:lnTo>
                    <a:pt x="35942" y="75039"/>
                  </a:lnTo>
                  <a:lnTo>
                    <a:pt x="35897" y="72811"/>
                  </a:lnTo>
                  <a:lnTo>
                    <a:pt x="38417" y="69348"/>
                  </a:lnTo>
                  <a:lnTo>
                    <a:pt x="38512" y="66289"/>
                  </a:lnTo>
                  <a:lnTo>
                    <a:pt x="35880" y="66589"/>
                  </a:lnTo>
                  <a:lnTo>
                    <a:pt x="34736" y="70912"/>
                  </a:lnTo>
                  <a:lnTo>
                    <a:pt x="30414" y="71486"/>
                  </a:lnTo>
                  <a:lnTo>
                    <a:pt x="27612" y="68947"/>
                  </a:lnTo>
                  <a:lnTo>
                    <a:pt x="22580" y="67320"/>
                  </a:lnTo>
                  <a:lnTo>
                    <a:pt x="13759" y="67083"/>
                  </a:lnTo>
                  <a:lnTo>
                    <a:pt x="9973" y="68565"/>
                  </a:lnTo>
                  <a:lnTo>
                    <a:pt x="8863" y="69625"/>
                  </a:lnTo>
                  <a:lnTo>
                    <a:pt x="6784" y="68041"/>
                  </a:lnTo>
                  <a:lnTo>
                    <a:pt x="7906" y="64844"/>
                  </a:lnTo>
                  <a:lnTo>
                    <a:pt x="7665" y="63002"/>
                  </a:lnTo>
                  <a:lnTo>
                    <a:pt x="4829" y="60664"/>
                  </a:lnTo>
                  <a:lnTo>
                    <a:pt x="2861" y="60637"/>
                  </a:lnTo>
                  <a:lnTo>
                    <a:pt x="2739" y="59209"/>
                  </a:lnTo>
                  <a:lnTo>
                    <a:pt x="4941" y="58549"/>
                  </a:lnTo>
                  <a:lnTo>
                    <a:pt x="4824" y="55069"/>
                  </a:lnTo>
                  <a:lnTo>
                    <a:pt x="1724" y="55741"/>
                  </a:lnTo>
                  <a:lnTo>
                    <a:pt x="0" y="53247"/>
                  </a:lnTo>
                  <a:lnTo>
                    <a:pt x="5680" y="47095"/>
                  </a:lnTo>
                  <a:lnTo>
                    <a:pt x="7983" y="42086"/>
                  </a:lnTo>
                  <a:lnTo>
                    <a:pt x="11118" y="38017"/>
                  </a:lnTo>
                  <a:lnTo>
                    <a:pt x="16804" y="33786"/>
                  </a:lnTo>
                  <a:lnTo>
                    <a:pt x="19364" y="28426"/>
                  </a:lnTo>
                  <a:lnTo>
                    <a:pt x="18320" y="27833"/>
                  </a:lnTo>
                  <a:lnTo>
                    <a:pt x="16802" y="29054"/>
                  </a:lnTo>
                  <a:lnTo>
                    <a:pt x="16822" y="24661"/>
                  </a:lnTo>
                  <a:lnTo>
                    <a:pt x="19831" y="24701"/>
                  </a:lnTo>
                  <a:lnTo>
                    <a:pt x="20004" y="23736"/>
                  </a:lnTo>
                  <a:lnTo>
                    <a:pt x="22944" y="23681"/>
                  </a:lnTo>
                  <a:lnTo>
                    <a:pt x="22946" y="21464"/>
                  </a:lnTo>
                  <a:lnTo>
                    <a:pt x="20481" y="8749"/>
                  </a:lnTo>
                  <a:lnTo>
                    <a:pt x="18779" y="9089"/>
                  </a:lnTo>
                  <a:lnTo>
                    <a:pt x="18384" y="8000"/>
                  </a:lnTo>
                  <a:lnTo>
                    <a:pt x="30535" y="6749"/>
                  </a:lnTo>
                  <a:lnTo>
                    <a:pt x="33232" y="2190"/>
                  </a:lnTo>
                  <a:lnTo>
                    <a:pt x="44848" y="953"/>
                  </a:lnTo>
                  <a:lnTo>
                    <a:pt x="4686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8" name="ph5978"/>
            <p:cNvSpPr/>
            <p:nvPr/>
          </p:nvSpPr>
          <p:spPr>
            <a:xfrm>
              <a:off x="8496024" y="2802613"/>
              <a:ext cx="18572" cy="35739"/>
            </a:xfrm>
            <a:custGeom>
              <a:avLst/>
              <a:pathLst>
                <a:path w="18572" h="35739">
                  <a:moveTo>
                    <a:pt x="8607" y="2412"/>
                  </a:moveTo>
                  <a:lnTo>
                    <a:pt x="10841" y="8273"/>
                  </a:lnTo>
                  <a:lnTo>
                    <a:pt x="12826" y="8343"/>
                  </a:lnTo>
                  <a:lnTo>
                    <a:pt x="12837" y="10096"/>
                  </a:lnTo>
                  <a:lnTo>
                    <a:pt x="14204" y="11303"/>
                  </a:lnTo>
                  <a:lnTo>
                    <a:pt x="18572" y="25601"/>
                  </a:lnTo>
                  <a:lnTo>
                    <a:pt x="17264" y="27947"/>
                  </a:lnTo>
                  <a:lnTo>
                    <a:pt x="17574" y="30659"/>
                  </a:lnTo>
                  <a:lnTo>
                    <a:pt x="16547" y="30893"/>
                  </a:lnTo>
                  <a:lnTo>
                    <a:pt x="10047" y="28583"/>
                  </a:lnTo>
                  <a:lnTo>
                    <a:pt x="8532" y="30768"/>
                  </a:lnTo>
                  <a:lnTo>
                    <a:pt x="8170" y="32715"/>
                  </a:lnTo>
                  <a:lnTo>
                    <a:pt x="4902" y="32556"/>
                  </a:lnTo>
                  <a:lnTo>
                    <a:pt x="2040" y="34726"/>
                  </a:lnTo>
                  <a:lnTo>
                    <a:pt x="2406" y="35739"/>
                  </a:lnTo>
                  <a:lnTo>
                    <a:pt x="783" y="35673"/>
                  </a:lnTo>
                  <a:lnTo>
                    <a:pt x="0" y="29825"/>
                  </a:lnTo>
                  <a:lnTo>
                    <a:pt x="921" y="27376"/>
                  </a:lnTo>
                  <a:lnTo>
                    <a:pt x="6096" y="28935"/>
                  </a:lnTo>
                  <a:lnTo>
                    <a:pt x="6988" y="24864"/>
                  </a:lnTo>
                  <a:lnTo>
                    <a:pt x="6695" y="21278"/>
                  </a:lnTo>
                  <a:lnTo>
                    <a:pt x="11074" y="21047"/>
                  </a:lnTo>
                  <a:lnTo>
                    <a:pt x="12798" y="18794"/>
                  </a:lnTo>
                  <a:lnTo>
                    <a:pt x="14626" y="13727"/>
                  </a:lnTo>
                  <a:lnTo>
                    <a:pt x="10248" y="10965"/>
                  </a:lnTo>
                  <a:lnTo>
                    <a:pt x="8924" y="10854"/>
                  </a:lnTo>
                  <a:lnTo>
                    <a:pt x="7593" y="11557"/>
                  </a:lnTo>
                  <a:lnTo>
                    <a:pt x="7400" y="15735"/>
                  </a:lnTo>
                  <a:lnTo>
                    <a:pt x="8452" y="16910"/>
                  </a:lnTo>
                  <a:lnTo>
                    <a:pt x="5427" y="17821"/>
                  </a:lnTo>
                  <a:lnTo>
                    <a:pt x="2117" y="8606"/>
                  </a:lnTo>
                  <a:lnTo>
                    <a:pt x="1297" y="4781"/>
                  </a:lnTo>
                  <a:lnTo>
                    <a:pt x="574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9" name="ph5979"/>
            <p:cNvSpPr/>
            <p:nvPr/>
          </p:nvSpPr>
          <p:spPr>
            <a:xfrm>
              <a:off x="8397047" y="2794184"/>
              <a:ext cx="10596" cy="15971"/>
            </a:xfrm>
            <a:custGeom>
              <a:avLst/>
              <a:pathLst>
                <a:path w="10596" h="15971">
                  <a:moveTo>
                    <a:pt x="7024" y="186"/>
                  </a:moveTo>
                  <a:lnTo>
                    <a:pt x="7686" y="2461"/>
                  </a:lnTo>
                  <a:lnTo>
                    <a:pt x="10596" y="3454"/>
                  </a:lnTo>
                  <a:lnTo>
                    <a:pt x="10211" y="6957"/>
                  </a:lnTo>
                  <a:lnTo>
                    <a:pt x="8601" y="7128"/>
                  </a:lnTo>
                  <a:lnTo>
                    <a:pt x="8646" y="11295"/>
                  </a:lnTo>
                  <a:lnTo>
                    <a:pt x="9645" y="11378"/>
                  </a:lnTo>
                  <a:lnTo>
                    <a:pt x="9338" y="13955"/>
                  </a:lnTo>
                  <a:lnTo>
                    <a:pt x="7438" y="15971"/>
                  </a:lnTo>
                  <a:lnTo>
                    <a:pt x="4497" y="15411"/>
                  </a:lnTo>
                  <a:lnTo>
                    <a:pt x="3960" y="14675"/>
                  </a:lnTo>
                  <a:lnTo>
                    <a:pt x="2792" y="14196"/>
                  </a:lnTo>
                  <a:lnTo>
                    <a:pt x="5000" y="12487"/>
                  </a:lnTo>
                  <a:lnTo>
                    <a:pt x="5141" y="11564"/>
                  </a:lnTo>
                  <a:lnTo>
                    <a:pt x="0" y="6932"/>
                  </a:lnTo>
                  <a:lnTo>
                    <a:pt x="43" y="4427"/>
                  </a:lnTo>
                  <a:lnTo>
                    <a:pt x="1139" y="3174"/>
                  </a:lnTo>
                  <a:lnTo>
                    <a:pt x="457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0" name="ph5980"/>
            <p:cNvSpPr/>
            <p:nvPr/>
          </p:nvSpPr>
          <p:spPr>
            <a:xfrm>
              <a:off x="8377067" y="2874704"/>
              <a:ext cx="15492" cy="18298"/>
            </a:xfrm>
            <a:custGeom>
              <a:avLst/>
              <a:pathLst>
                <a:path w="15492" h="18298">
                  <a:moveTo>
                    <a:pt x="12211" y="858"/>
                  </a:moveTo>
                  <a:lnTo>
                    <a:pt x="15153" y="4495"/>
                  </a:lnTo>
                  <a:lnTo>
                    <a:pt x="15492" y="11954"/>
                  </a:lnTo>
                  <a:lnTo>
                    <a:pt x="14230" y="14068"/>
                  </a:lnTo>
                  <a:lnTo>
                    <a:pt x="14770" y="15432"/>
                  </a:lnTo>
                  <a:lnTo>
                    <a:pt x="11611" y="17110"/>
                  </a:lnTo>
                  <a:lnTo>
                    <a:pt x="10680" y="17164"/>
                  </a:lnTo>
                  <a:lnTo>
                    <a:pt x="10716" y="16359"/>
                  </a:lnTo>
                  <a:lnTo>
                    <a:pt x="8450" y="16264"/>
                  </a:lnTo>
                  <a:lnTo>
                    <a:pt x="5463" y="18298"/>
                  </a:lnTo>
                  <a:lnTo>
                    <a:pt x="4414" y="15722"/>
                  </a:lnTo>
                  <a:lnTo>
                    <a:pt x="4520" y="13150"/>
                  </a:lnTo>
                  <a:lnTo>
                    <a:pt x="1940" y="14082"/>
                  </a:lnTo>
                  <a:lnTo>
                    <a:pt x="0" y="8603"/>
                  </a:lnTo>
                  <a:lnTo>
                    <a:pt x="1021" y="6846"/>
                  </a:lnTo>
                  <a:lnTo>
                    <a:pt x="4434" y="7354"/>
                  </a:lnTo>
                  <a:lnTo>
                    <a:pt x="6619" y="6835"/>
                  </a:lnTo>
                  <a:lnTo>
                    <a:pt x="8028" y="2901"/>
                  </a:lnTo>
                  <a:lnTo>
                    <a:pt x="6802" y="1347"/>
                  </a:lnTo>
                  <a:lnTo>
                    <a:pt x="1083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1" name="ph5981"/>
            <p:cNvSpPr/>
            <p:nvPr/>
          </p:nvSpPr>
          <p:spPr>
            <a:xfrm>
              <a:off x="8373704" y="2859774"/>
              <a:ext cx="18671" cy="16277"/>
            </a:xfrm>
            <a:custGeom>
              <a:avLst/>
              <a:pathLst>
                <a:path w="18671" h="16277">
                  <a:moveTo>
                    <a:pt x="6718" y="119"/>
                  </a:moveTo>
                  <a:lnTo>
                    <a:pt x="7576" y="3263"/>
                  </a:lnTo>
                  <a:lnTo>
                    <a:pt x="9662" y="6643"/>
                  </a:lnTo>
                  <a:lnTo>
                    <a:pt x="14367" y="6615"/>
                  </a:lnTo>
                  <a:lnTo>
                    <a:pt x="15793" y="10379"/>
                  </a:lnTo>
                  <a:lnTo>
                    <a:pt x="18671" y="10417"/>
                  </a:lnTo>
                  <a:lnTo>
                    <a:pt x="15574" y="15789"/>
                  </a:lnTo>
                  <a:lnTo>
                    <a:pt x="14198" y="14930"/>
                  </a:lnTo>
                  <a:lnTo>
                    <a:pt x="10165" y="16277"/>
                  </a:lnTo>
                  <a:lnTo>
                    <a:pt x="6119" y="15405"/>
                  </a:lnTo>
                  <a:lnTo>
                    <a:pt x="6358" y="11230"/>
                  </a:lnTo>
                  <a:lnTo>
                    <a:pt x="3130" y="8669"/>
                  </a:lnTo>
                  <a:lnTo>
                    <a:pt x="0" y="2842"/>
                  </a:lnTo>
                  <a:lnTo>
                    <a:pt x="5483" y="2626"/>
                  </a:lnTo>
                  <a:lnTo>
                    <a:pt x="471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2" name="ph5982"/>
            <p:cNvSpPr/>
            <p:nvPr/>
          </p:nvSpPr>
          <p:spPr>
            <a:xfrm>
              <a:off x="8302196" y="2849053"/>
              <a:ext cx="28860" cy="13653"/>
            </a:xfrm>
            <a:custGeom>
              <a:avLst/>
              <a:pathLst>
                <a:path w="28860" h="13653">
                  <a:moveTo>
                    <a:pt x="18500" y="252"/>
                  </a:moveTo>
                  <a:lnTo>
                    <a:pt x="22318" y="1598"/>
                  </a:lnTo>
                  <a:lnTo>
                    <a:pt x="24951" y="2690"/>
                  </a:lnTo>
                  <a:lnTo>
                    <a:pt x="28860" y="7083"/>
                  </a:lnTo>
                  <a:lnTo>
                    <a:pt x="26445" y="7045"/>
                  </a:lnTo>
                  <a:lnTo>
                    <a:pt x="27139" y="9290"/>
                  </a:lnTo>
                  <a:lnTo>
                    <a:pt x="21674" y="12769"/>
                  </a:lnTo>
                  <a:lnTo>
                    <a:pt x="16606" y="13242"/>
                  </a:lnTo>
                  <a:lnTo>
                    <a:pt x="12213" y="9450"/>
                  </a:lnTo>
                  <a:lnTo>
                    <a:pt x="12253" y="13491"/>
                  </a:lnTo>
                  <a:lnTo>
                    <a:pt x="8861" y="13538"/>
                  </a:lnTo>
                  <a:lnTo>
                    <a:pt x="7546" y="13653"/>
                  </a:lnTo>
                  <a:lnTo>
                    <a:pt x="3173" y="8329"/>
                  </a:lnTo>
                  <a:lnTo>
                    <a:pt x="0" y="6648"/>
                  </a:lnTo>
                  <a:lnTo>
                    <a:pt x="249" y="3866"/>
                  </a:lnTo>
                  <a:lnTo>
                    <a:pt x="4804" y="4298"/>
                  </a:lnTo>
                  <a:lnTo>
                    <a:pt x="4786" y="5579"/>
                  </a:lnTo>
                  <a:lnTo>
                    <a:pt x="6043" y="6734"/>
                  </a:lnTo>
                  <a:lnTo>
                    <a:pt x="12211" y="4427"/>
                  </a:lnTo>
                  <a:lnTo>
                    <a:pt x="12342" y="900"/>
                  </a:lnTo>
                  <a:lnTo>
                    <a:pt x="12351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3" name="ph5983"/>
            <p:cNvSpPr/>
            <p:nvPr/>
          </p:nvSpPr>
          <p:spPr>
            <a:xfrm>
              <a:off x="8276727" y="2816590"/>
              <a:ext cx="37620" cy="28461"/>
            </a:xfrm>
            <a:custGeom>
              <a:avLst/>
              <a:pathLst>
                <a:path w="37620" h="28461">
                  <a:moveTo>
                    <a:pt x="37620" y="1368"/>
                  </a:moveTo>
                  <a:lnTo>
                    <a:pt x="37036" y="2791"/>
                  </a:lnTo>
                  <a:lnTo>
                    <a:pt x="35263" y="13380"/>
                  </a:lnTo>
                  <a:lnTo>
                    <a:pt x="32548" y="11593"/>
                  </a:lnTo>
                  <a:lnTo>
                    <a:pt x="26852" y="9767"/>
                  </a:lnTo>
                  <a:lnTo>
                    <a:pt x="25864" y="10512"/>
                  </a:lnTo>
                  <a:lnTo>
                    <a:pt x="26350" y="14123"/>
                  </a:lnTo>
                  <a:lnTo>
                    <a:pt x="29125" y="14510"/>
                  </a:lnTo>
                  <a:lnTo>
                    <a:pt x="29567" y="16075"/>
                  </a:lnTo>
                  <a:lnTo>
                    <a:pt x="29450" y="20090"/>
                  </a:lnTo>
                  <a:lnTo>
                    <a:pt x="27902" y="24336"/>
                  </a:lnTo>
                  <a:lnTo>
                    <a:pt x="25455" y="28461"/>
                  </a:lnTo>
                  <a:lnTo>
                    <a:pt x="17953" y="27792"/>
                  </a:lnTo>
                  <a:lnTo>
                    <a:pt x="16916" y="24049"/>
                  </a:lnTo>
                  <a:lnTo>
                    <a:pt x="8981" y="16257"/>
                  </a:lnTo>
                  <a:lnTo>
                    <a:pt x="6951" y="16133"/>
                  </a:lnTo>
                  <a:lnTo>
                    <a:pt x="5120" y="16937"/>
                  </a:lnTo>
                  <a:lnTo>
                    <a:pt x="0" y="16730"/>
                  </a:lnTo>
                  <a:lnTo>
                    <a:pt x="207" y="8364"/>
                  </a:lnTo>
                  <a:lnTo>
                    <a:pt x="14830" y="8679"/>
                  </a:lnTo>
                  <a:lnTo>
                    <a:pt x="14803" y="6266"/>
                  </a:lnTo>
                  <a:lnTo>
                    <a:pt x="22920" y="4431"/>
                  </a:lnTo>
                  <a:lnTo>
                    <a:pt x="22454" y="9292"/>
                  </a:lnTo>
                  <a:lnTo>
                    <a:pt x="23368" y="9345"/>
                  </a:lnTo>
                  <a:lnTo>
                    <a:pt x="28790" y="5551"/>
                  </a:lnTo>
                  <a:lnTo>
                    <a:pt x="28391" y="2864"/>
                  </a:lnTo>
                  <a:lnTo>
                    <a:pt x="26089" y="2353"/>
                  </a:lnTo>
                  <a:lnTo>
                    <a:pt x="26460" y="1422"/>
                  </a:lnTo>
                  <a:lnTo>
                    <a:pt x="2909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4" name="ph5984"/>
            <p:cNvSpPr/>
            <p:nvPr/>
          </p:nvSpPr>
          <p:spPr>
            <a:xfrm>
              <a:off x="8319848" y="2782359"/>
              <a:ext cx="15178" cy="29224"/>
            </a:xfrm>
            <a:custGeom>
              <a:avLst/>
              <a:pathLst>
                <a:path w="15178" h="29224">
                  <a:moveTo>
                    <a:pt x="1155" y="0"/>
                  </a:moveTo>
                  <a:lnTo>
                    <a:pt x="4437" y="6494"/>
                  </a:lnTo>
                  <a:lnTo>
                    <a:pt x="6321" y="7719"/>
                  </a:lnTo>
                  <a:lnTo>
                    <a:pt x="9087" y="13740"/>
                  </a:lnTo>
                  <a:lnTo>
                    <a:pt x="13099" y="16171"/>
                  </a:lnTo>
                  <a:lnTo>
                    <a:pt x="15178" y="20202"/>
                  </a:lnTo>
                  <a:lnTo>
                    <a:pt x="12827" y="29224"/>
                  </a:lnTo>
                  <a:lnTo>
                    <a:pt x="6797" y="28963"/>
                  </a:lnTo>
                  <a:lnTo>
                    <a:pt x="5780" y="27632"/>
                  </a:lnTo>
                  <a:lnTo>
                    <a:pt x="3872" y="11702"/>
                  </a:lnTo>
                  <a:lnTo>
                    <a:pt x="1951" y="10675"/>
                  </a:lnTo>
                  <a:lnTo>
                    <a:pt x="0" y="511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5" name="ph5985"/>
            <p:cNvSpPr/>
            <p:nvPr/>
          </p:nvSpPr>
          <p:spPr>
            <a:xfrm>
              <a:off x="8485338" y="2835170"/>
              <a:ext cx="23919" cy="21667"/>
            </a:xfrm>
            <a:custGeom>
              <a:avLst/>
              <a:pathLst>
                <a:path w="23919" h="21667">
                  <a:moveTo>
                    <a:pt x="18855" y="158"/>
                  </a:moveTo>
                  <a:lnTo>
                    <a:pt x="16922" y="2927"/>
                  </a:lnTo>
                  <a:lnTo>
                    <a:pt x="18847" y="6686"/>
                  </a:lnTo>
                  <a:lnTo>
                    <a:pt x="23593" y="6948"/>
                  </a:lnTo>
                  <a:lnTo>
                    <a:pt x="23919" y="8288"/>
                  </a:lnTo>
                  <a:lnTo>
                    <a:pt x="23171" y="9533"/>
                  </a:lnTo>
                  <a:lnTo>
                    <a:pt x="16376" y="12913"/>
                  </a:lnTo>
                  <a:lnTo>
                    <a:pt x="14007" y="18156"/>
                  </a:lnTo>
                  <a:lnTo>
                    <a:pt x="2579" y="21667"/>
                  </a:lnTo>
                  <a:lnTo>
                    <a:pt x="0" y="21169"/>
                  </a:lnTo>
                  <a:lnTo>
                    <a:pt x="70" y="19869"/>
                  </a:lnTo>
                  <a:lnTo>
                    <a:pt x="10724" y="14556"/>
                  </a:lnTo>
                  <a:lnTo>
                    <a:pt x="11453" y="9371"/>
                  </a:lnTo>
                  <a:lnTo>
                    <a:pt x="5700" y="10469"/>
                  </a:lnTo>
                  <a:lnTo>
                    <a:pt x="5163" y="8116"/>
                  </a:lnTo>
                  <a:lnTo>
                    <a:pt x="5409" y="3595"/>
                  </a:lnTo>
                  <a:lnTo>
                    <a:pt x="6957" y="3057"/>
                  </a:lnTo>
                  <a:lnTo>
                    <a:pt x="13309" y="4820"/>
                  </a:lnTo>
                  <a:lnTo>
                    <a:pt x="13091" y="3182"/>
                  </a:lnTo>
                  <a:lnTo>
                    <a:pt x="12726" y="2169"/>
                  </a:lnTo>
                  <a:lnTo>
                    <a:pt x="1558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6" name="ph5986"/>
            <p:cNvSpPr/>
            <p:nvPr/>
          </p:nvSpPr>
          <p:spPr>
            <a:xfrm>
              <a:off x="8352460" y="2781515"/>
              <a:ext cx="12044" cy="8360"/>
            </a:xfrm>
            <a:custGeom>
              <a:avLst/>
              <a:pathLst>
                <a:path w="12044" h="8360">
                  <a:moveTo>
                    <a:pt x="6854" y="1251"/>
                  </a:moveTo>
                  <a:lnTo>
                    <a:pt x="8585" y="1289"/>
                  </a:lnTo>
                  <a:lnTo>
                    <a:pt x="9061" y="3823"/>
                  </a:lnTo>
                  <a:lnTo>
                    <a:pt x="10872" y="5672"/>
                  </a:lnTo>
                  <a:lnTo>
                    <a:pt x="12044" y="5412"/>
                  </a:lnTo>
                  <a:lnTo>
                    <a:pt x="9461" y="7596"/>
                  </a:lnTo>
                  <a:lnTo>
                    <a:pt x="4562" y="8360"/>
                  </a:lnTo>
                  <a:lnTo>
                    <a:pt x="1749" y="7542"/>
                  </a:lnTo>
                  <a:lnTo>
                    <a:pt x="0" y="1910"/>
                  </a:lnTo>
                  <a:lnTo>
                    <a:pt x="92" y="0"/>
                  </a:lnTo>
                  <a:lnTo>
                    <a:pt x="5549" y="48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7" name="ph5987"/>
            <p:cNvSpPr/>
            <p:nvPr/>
          </p:nvSpPr>
          <p:spPr>
            <a:xfrm>
              <a:off x="8369297" y="2813663"/>
              <a:ext cx="22362" cy="20836"/>
            </a:xfrm>
            <a:custGeom>
              <a:avLst/>
              <a:pathLst>
                <a:path w="22362" h="20836">
                  <a:moveTo>
                    <a:pt x="11390" y="3040"/>
                  </a:moveTo>
                  <a:lnTo>
                    <a:pt x="13772" y="3199"/>
                  </a:lnTo>
                  <a:lnTo>
                    <a:pt x="13693" y="6078"/>
                  </a:lnTo>
                  <a:lnTo>
                    <a:pt x="22100" y="9937"/>
                  </a:lnTo>
                  <a:lnTo>
                    <a:pt x="17296" y="14353"/>
                  </a:lnTo>
                  <a:lnTo>
                    <a:pt x="19736" y="14724"/>
                  </a:lnTo>
                  <a:lnTo>
                    <a:pt x="22362" y="17260"/>
                  </a:lnTo>
                  <a:lnTo>
                    <a:pt x="21768" y="20234"/>
                  </a:lnTo>
                  <a:lnTo>
                    <a:pt x="20574" y="20027"/>
                  </a:lnTo>
                  <a:lnTo>
                    <a:pt x="18273" y="18674"/>
                  </a:lnTo>
                  <a:lnTo>
                    <a:pt x="14566" y="18506"/>
                  </a:lnTo>
                  <a:lnTo>
                    <a:pt x="14029" y="20404"/>
                  </a:lnTo>
                  <a:lnTo>
                    <a:pt x="11723" y="20258"/>
                  </a:lnTo>
                  <a:lnTo>
                    <a:pt x="6122" y="20836"/>
                  </a:lnTo>
                  <a:lnTo>
                    <a:pt x="5607" y="4267"/>
                  </a:lnTo>
                  <a:lnTo>
                    <a:pt x="2850" y="5232"/>
                  </a:lnTo>
                  <a:lnTo>
                    <a:pt x="0" y="2327"/>
                  </a:lnTo>
                  <a:lnTo>
                    <a:pt x="2437" y="0"/>
                  </a:lnTo>
                  <a:lnTo>
                    <a:pt x="9038" y="125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8" name="ph5988"/>
            <p:cNvSpPr/>
            <p:nvPr/>
          </p:nvSpPr>
          <p:spPr>
            <a:xfrm>
              <a:off x="8391298" y="2872853"/>
              <a:ext cx="26698" cy="18564"/>
            </a:xfrm>
            <a:custGeom>
              <a:avLst/>
              <a:pathLst>
                <a:path w="26698" h="18564">
                  <a:moveTo>
                    <a:pt x="19572" y="6289"/>
                  </a:moveTo>
                  <a:lnTo>
                    <a:pt x="26698" y="5812"/>
                  </a:lnTo>
                  <a:lnTo>
                    <a:pt x="22559" y="17957"/>
                  </a:lnTo>
                  <a:lnTo>
                    <a:pt x="15943" y="18564"/>
                  </a:lnTo>
                  <a:lnTo>
                    <a:pt x="12656" y="17796"/>
                  </a:lnTo>
                  <a:lnTo>
                    <a:pt x="539" y="17284"/>
                  </a:lnTo>
                  <a:lnTo>
                    <a:pt x="0" y="15920"/>
                  </a:lnTo>
                  <a:lnTo>
                    <a:pt x="1262" y="13805"/>
                  </a:lnTo>
                  <a:lnTo>
                    <a:pt x="923" y="6346"/>
                  </a:lnTo>
                  <a:lnTo>
                    <a:pt x="4119" y="6438"/>
                  </a:lnTo>
                  <a:lnTo>
                    <a:pt x="8628" y="3424"/>
                  </a:lnTo>
                  <a:lnTo>
                    <a:pt x="9256" y="1132"/>
                  </a:lnTo>
                  <a:lnTo>
                    <a:pt x="10425" y="2343"/>
                  </a:lnTo>
                  <a:lnTo>
                    <a:pt x="15054" y="4129"/>
                  </a:lnTo>
                  <a:lnTo>
                    <a:pt x="15929" y="3735"/>
                  </a:lnTo>
                  <a:lnTo>
                    <a:pt x="16987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9" name="ph5989"/>
            <p:cNvSpPr/>
            <p:nvPr/>
          </p:nvSpPr>
          <p:spPr>
            <a:xfrm>
              <a:off x="8367620" y="2773839"/>
              <a:ext cx="13539" cy="25784"/>
            </a:xfrm>
            <a:custGeom>
              <a:avLst/>
              <a:pathLst>
                <a:path w="13539" h="25784">
                  <a:moveTo>
                    <a:pt x="3886" y="871"/>
                  </a:moveTo>
                  <a:lnTo>
                    <a:pt x="4324" y="6626"/>
                  </a:lnTo>
                  <a:lnTo>
                    <a:pt x="8419" y="7474"/>
                  </a:lnTo>
                  <a:lnTo>
                    <a:pt x="10286" y="8750"/>
                  </a:lnTo>
                  <a:lnTo>
                    <a:pt x="11031" y="10694"/>
                  </a:lnTo>
                  <a:lnTo>
                    <a:pt x="10888" y="14133"/>
                  </a:lnTo>
                  <a:lnTo>
                    <a:pt x="13539" y="14696"/>
                  </a:lnTo>
                  <a:lnTo>
                    <a:pt x="9679" y="19839"/>
                  </a:lnTo>
                  <a:lnTo>
                    <a:pt x="11174" y="22176"/>
                  </a:lnTo>
                  <a:lnTo>
                    <a:pt x="7154" y="25784"/>
                  </a:lnTo>
                  <a:lnTo>
                    <a:pt x="8283" y="23723"/>
                  </a:lnTo>
                  <a:lnTo>
                    <a:pt x="8315" y="21214"/>
                  </a:lnTo>
                  <a:lnTo>
                    <a:pt x="4292" y="18989"/>
                  </a:lnTo>
                  <a:lnTo>
                    <a:pt x="2621" y="18852"/>
                  </a:lnTo>
                  <a:lnTo>
                    <a:pt x="1717" y="8178"/>
                  </a:lnTo>
                  <a:lnTo>
                    <a:pt x="0" y="4062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0" name="ph5990"/>
            <p:cNvSpPr/>
            <p:nvPr/>
          </p:nvSpPr>
          <p:spPr>
            <a:xfrm>
              <a:off x="8385365" y="2891814"/>
              <a:ext cx="10713" cy="16904"/>
            </a:xfrm>
            <a:custGeom>
              <a:avLst/>
              <a:pathLst>
                <a:path w="10713" h="16904">
                  <a:moveTo>
                    <a:pt x="3314" y="0"/>
                  </a:moveTo>
                  <a:lnTo>
                    <a:pt x="5214" y="1828"/>
                  </a:lnTo>
                  <a:lnTo>
                    <a:pt x="6586" y="1864"/>
                  </a:lnTo>
                  <a:lnTo>
                    <a:pt x="8955" y="3341"/>
                  </a:lnTo>
                  <a:lnTo>
                    <a:pt x="10590" y="5257"/>
                  </a:lnTo>
                  <a:lnTo>
                    <a:pt x="10713" y="7776"/>
                  </a:lnTo>
                  <a:lnTo>
                    <a:pt x="3191" y="16904"/>
                  </a:lnTo>
                  <a:lnTo>
                    <a:pt x="2550" y="16801"/>
                  </a:lnTo>
                  <a:lnTo>
                    <a:pt x="0" y="16660"/>
                  </a:lnTo>
                  <a:lnTo>
                    <a:pt x="409" y="10197"/>
                  </a:lnTo>
                  <a:lnTo>
                    <a:pt x="2383" y="5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1" name="ph5991"/>
            <p:cNvSpPr/>
            <p:nvPr/>
          </p:nvSpPr>
          <p:spPr>
            <a:xfrm>
              <a:off x="8473012" y="2870384"/>
              <a:ext cx="33750" cy="44602"/>
            </a:xfrm>
            <a:custGeom>
              <a:avLst/>
              <a:pathLst>
                <a:path w="33750" h="44602">
                  <a:moveTo>
                    <a:pt x="25967" y="809"/>
                  </a:moveTo>
                  <a:lnTo>
                    <a:pt x="25528" y="8980"/>
                  </a:lnTo>
                  <a:lnTo>
                    <a:pt x="29117" y="8706"/>
                  </a:lnTo>
                  <a:lnTo>
                    <a:pt x="31153" y="9331"/>
                  </a:lnTo>
                  <a:lnTo>
                    <a:pt x="32495" y="12983"/>
                  </a:lnTo>
                  <a:lnTo>
                    <a:pt x="32826" y="20157"/>
                  </a:lnTo>
                  <a:lnTo>
                    <a:pt x="33750" y="21730"/>
                  </a:lnTo>
                  <a:lnTo>
                    <a:pt x="32326" y="22724"/>
                  </a:lnTo>
                  <a:lnTo>
                    <a:pt x="28773" y="22379"/>
                  </a:lnTo>
                  <a:lnTo>
                    <a:pt x="19911" y="29252"/>
                  </a:lnTo>
                  <a:lnTo>
                    <a:pt x="22106" y="29341"/>
                  </a:lnTo>
                  <a:lnTo>
                    <a:pt x="22031" y="35498"/>
                  </a:lnTo>
                  <a:lnTo>
                    <a:pt x="13459" y="35687"/>
                  </a:lnTo>
                  <a:lnTo>
                    <a:pt x="6006" y="40036"/>
                  </a:lnTo>
                  <a:lnTo>
                    <a:pt x="119" y="44602"/>
                  </a:lnTo>
                  <a:lnTo>
                    <a:pt x="0" y="42628"/>
                  </a:lnTo>
                  <a:lnTo>
                    <a:pt x="1647" y="39582"/>
                  </a:lnTo>
                  <a:lnTo>
                    <a:pt x="5275" y="40009"/>
                  </a:lnTo>
                  <a:lnTo>
                    <a:pt x="5118" y="31751"/>
                  </a:lnTo>
                  <a:lnTo>
                    <a:pt x="8383" y="31982"/>
                  </a:lnTo>
                  <a:lnTo>
                    <a:pt x="8425" y="29714"/>
                  </a:lnTo>
                  <a:lnTo>
                    <a:pt x="9703" y="28626"/>
                  </a:lnTo>
                  <a:lnTo>
                    <a:pt x="8975" y="22821"/>
                  </a:lnTo>
                  <a:lnTo>
                    <a:pt x="11629" y="22477"/>
                  </a:lnTo>
                  <a:lnTo>
                    <a:pt x="11896" y="17687"/>
                  </a:lnTo>
                  <a:lnTo>
                    <a:pt x="11930" y="14456"/>
                  </a:lnTo>
                  <a:lnTo>
                    <a:pt x="8823" y="13973"/>
                  </a:lnTo>
                  <a:lnTo>
                    <a:pt x="8847" y="1400"/>
                  </a:lnTo>
                  <a:lnTo>
                    <a:pt x="16228" y="1604"/>
                  </a:lnTo>
                  <a:lnTo>
                    <a:pt x="1741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2" name="ph5992"/>
            <p:cNvSpPr/>
            <p:nvPr/>
          </p:nvSpPr>
          <p:spPr>
            <a:xfrm>
              <a:off x="8257413" y="2846806"/>
              <a:ext cx="49920" cy="39691"/>
            </a:xfrm>
            <a:custGeom>
              <a:avLst/>
              <a:pathLst>
                <a:path w="49920" h="39691">
                  <a:moveTo>
                    <a:pt x="6803" y="15891"/>
                  </a:moveTo>
                  <a:lnTo>
                    <a:pt x="8671" y="15637"/>
                  </a:lnTo>
                  <a:lnTo>
                    <a:pt x="9055" y="12843"/>
                  </a:lnTo>
                  <a:lnTo>
                    <a:pt x="7961" y="12676"/>
                  </a:lnTo>
                  <a:lnTo>
                    <a:pt x="7444" y="4718"/>
                  </a:lnTo>
                  <a:lnTo>
                    <a:pt x="20265" y="11601"/>
                  </a:lnTo>
                  <a:lnTo>
                    <a:pt x="24140" y="16532"/>
                  </a:lnTo>
                  <a:lnTo>
                    <a:pt x="24931" y="19056"/>
                  </a:lnTo>
                  <a:lnTo>
                    <a:pt x="28345" y="19933"/>
                  </a:lnTo>
                  <a:lnTo>
                    <a:pt x="29673" y="18488"/>
                  </a:lnTo>
                  <a:lnTo>
                    <a:pt x="33958" y="18102"/>
                  </a:lnTo>
                  <a:lnTo>
                    <a:pt x="35307" y="19112"/>
                  </a:lnTo>
                  <a:lnTo>
                    <a:pt x="35298" y="22273"/>
                  </a:lnTo>
                  <a:lnTo>
                    <a:pt x="42379" y="22298"/>
                  </a:lnTo>
                  <a:lnTo>
                    <a:pt x="41091" y="27430"/>
                  </a:lnTo>
                  <a:lnTo>
                    <a:pt x="45001" y="29319"/>
                  </a:lnTo>
                  <a:lnTo>
                    <a:pt x="45112" y="24532"/>
                  </a:lnTo>
                  <a:lnTo>
                    <a:pt x="46540" y="24703"/>
                  </a:lnTo>
                  <a:lnTo>
                    <a:pt x="49920" y="27460"/>
                  </a:lnTo>
                  <a:lnTo>
                    <a:pt x="49260" y="30626"/>
                  </a:lnTo>
                  <a:lnTo>
                    <a:pt x="47378" y="32091"/>
                  </a:lnTo>
                  <a:lnTo>
                    <a:pt x="42173" y="39348"/>
                  </a:lnTo>
                  <a:lnTo>
                    <a:pt x="38015" y="39691"/>
                  </a:lnTo>
                  <a:lnTo>
                    <a:pt x="21119" y="35140"/>
                  </a:lnTo>
                  <a:lnTo>
                    <a:pt x="21881" y="28672"/>
                  </a:lnTo>
                  <a:lnTo>
                    <a:pt x="20945" y="25540"/>
                  </a:lnTo>
                  <a:lnTo>
                    <a:pt x="7925" y="26902"/>
                  </a:lnTo>
                  <a:lnTo>
                    <a:pt x="7066" y="25342"/>
                  </a:lnTo>
                  <a:lnTo>
                    <a:pt x="1446" y="25552"/>
                  </a:lnTo>
                  <a:lnTo>
                    <a:pt x="0" y="456"/>
                  </a:lnTo>
                  <a:lnTo>
                    <a:pt x="562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3" name="ph5993"/>
            <p:cNvSpPr/>
            <p:nvPr/>
          </p:nvSpPr>
          <p:spPr>
            <a:xfrm>
              <a:off x="8364465" y="2878665"/>
              <a:ext cx="66009" cy="113504"/>
            </a:xfrm>
            <a:custGeom>
              <a:avLst/>
              <a:pathLst>
                <a:path w="66009" h="113504">
                  <a:moveTo>
                    <a:pt x="55461" y="1831"/>
                  </a:moveTo>
                  <a:lnTo>
                    <a:pt x="55748" y="4441"/>
                  </a:lnTo>
                  <a:lnTo>
                    <a:pt x="57956" y="5872"/>
                  </a:lnTo>
                  <a:lnTo>
                    <a:pt x="57237" y="12624"/>
                  </a:lnTo>
                  <a:lnTo>
                    <a:pt x="58126" y="19336"/>
                  </a:lnTo>
                  <a:lnTo>
                    <a:pt x="56666" y="19370"/>
                  </a:lnTo>
                  <a:lnTo>
                    <a:pt x="56796" y="15654"/>
                  </a:lnTo>
                  <a:lnTo>
                    <a:pt x="52029" y="15347"/>
                  </a:lnTo>
                  <a:lnTo>
                    <a:pt x="50019" y="17304"/>
                  </a:lnTo>
                  <a:lnTo>
                    <a:pt x="48332" y="24202"/>
                  </a:lnTo>
                  <a:lnTo>
                    <a:pt x="45925" y="25329"/>
                  </a:lnTo>
                  <a:lnTo>
                    <a:pt x="45875" y="27543"/>
                  </a:lnTo>
                  <a:lnTo>
                    <a:pt x="48918" y="29214"/>
                  </a:lnTo>
                  <a:lnTo>
                    <a:pt x="49841" y="26493"/>
                  </a:lnTo>
                  <a:lnTo>
                    <a:pt x="50802" y="26582"/>
                  </a:lnTo>
                  <a:lnTo>
                    <a:pt x="52405" y="29998"/>
                  </a:lnTo>
                  <a:lnTo>
                    <a:pt x="52377" y="34452"/>
                  </a:lnTo>
                  <a:lnTo>
                    <a:pt x="50579" y="38721"/>
                  </a:lnTo>
                  <a:lnTo>
                    <a:pt x="52766" y="40926"/>
                  </a:lnTo>
                  <a:lnTo>
                    <a:pt x="55851" y="53158"/>
                  </a:lnTo>
                  <a:lnTo>
                    <a:pt x="59458" y="60758"/>
                  </a:lnTo>
                  <a:lnTo>
                    <a:pt x="58287" y="72841"/>
                  </a:lnTo>
                  <a:lnTo>
                    <a:pt x="55415" y="72686"/>
                  </a:lnTo>
                  <a:lnTo>
                    <a:pt x="56079" y="81747"/>
                  </a:lnTo>
                  <a:lnTo>
                    <a:pt x="64845" y="87602"/>
                  </a:lnTo>
                  <a:lnTo>
                    <a:pt x="66009" y="92348"/>
                  </a:lnTo>
                  <a:lnTo>
                    <a:pt x="59814" y="91691"/>
                  </a:lnTo>
                  <a:lnTo>
                    <a:pt x="59590" y="103407"/>
                  </a:lnTo>
                  <a:lnTo>
                    <a:pt x="62744" y="103425"/>
                  </a:lnTo>
                  <a:lnTo>
                    <a:pt x="63019" y="107351"/>
                  </a:lnTo>
                  <a:lnTo>
                    <a:pt x="58016" y="107946"/>
                  </a:lnTo>
                  <a:lnTo>
                    <a:pt x="57933" y="100557"/>
                  </a:lnTo>
                  <a:lnTo>
                    <a:pt x="52366" y="100186"/>
                  </a:lnTo>
                  <a:lnTo>
                    <a:pt x="48284" y="101519"/>
                  </a:lnTo>
                  <a:lnTo>
                    <a:pt x="49028" y="105225"/>
                  </a:lnTo>
                  <a:lnTo>
                    <a:pt x="40152" y="113504"/>
                  </a:lnTo>
                  <a:lnTo>
                    <a:pt x="24660" y="101939"/>
                  </a:lnTo>
                  <a:lnTo>
                    <a:pt x="19686" y="95925"/>
                  </a:lnTo>
                  <a:lnTo>
                    <a:pt x="17167" y="95908"/>
                  </a:lnTo>
                  <a:lnTo>
                    <a:pt x="15938" y="94581"/>
                  </a:lnTo>
                  <a:lnTo>
                    <a:pt x="13794" y="90663"/>
                  </a:lnTo>
                  <a:lnTo>
                    <a:pt x="15361" y="90735"/>
                  </a:lnTo>
                  <a:lnTo>
                    <a:pt x="15412" y="86704"/>
                  </a:lnTo>
                  <a:lnTo>
                    <a:pt x="9206" y="86676"/>
                  </a:lnTo>
                  <a:lnTo>
                    <a:pt x="436" y="74421"/>
                  </a:lnTo>
                  <a:lnTo>
                    <a:pt x="0" y="68397"/>
                  </a:lnTo>
                  <a:lnTo>
                    <a:pt x="5234" y="57407"/>
                  </a:lnTo>
                  <a:lnTo>
                    <a:pt x="8862" y="52079"/>
                  </a:lnTo>
                  <a:lnTo>
                    <a:pt x="23646" y="52675"/>
                  </a:lnTo>
                  <a:lnTo>
                    <a:pt x="25415" y="51860"/>
                  </a:lnTo>
                  <a:lnTo>
                    <a:pt x="25298" y="48149"/>
                  </a:lnTo>
                  <a:lnTo>
                    <a:pt x="21937" y="45872"/>
                  </a:lnTo>
                  <a:lnTo>
                    <a:pt x="18100" y="45029"/>
                  </a:lnTo>
                  <a:lnTo>
                    <a:pt x="17818" y="39568"/>
                  </a:lnTo>
                  <a:lnTo>
                    <a:pt x="18358" y="38102"/>
                  </a:lnTo>
                  <a:lnTo>
                    <a:pt x="19632" y="38228"/>
                  </a:lnTo>
                  <a:lnTo>
                    <a:pt x="21200" y="41862"/>
                  </a:lnTo>
                  <a:lnTo>
                    <a:pt x="23837" y="42138"/>
                  </a:lnTo>
                  <a:lnTo>
                    <a:pt x="25189" y="41215"/>
                  </a:lnTo>
                  <a:lnTo>
                    <a:pt x="24662" y="37990"/>
                  </a:lnTo>
                  <a:lnTo>
                    <a:pt x="20055" y="37199"/>
                  </a:lnTo>
                  <a:lnTo>
                    <a:pt x="17645" y="35349"/>
                  </a:lnTo>
                  <a:lnTo>
                    <a:pt x="18284" y="33387"/>
                  </a:lnTo>
                  <a:lnTo>
                    <a:pt x="19876" y="32077"/>
                  </a:lnTo>
                  <a:lnTo>
                    <a:pt x="23369" y="32109"/>
                  </a:lnTo>
                  <a:lnTo>
                    <a:pt x="23449" y="29951"/>
                  </a:lnTo>
                  <a:lnTo>
                    <a:pt x="24090" y="30053"/>
                  </a:lnTo>
                  <a:lnTo>
                    <a:pt x="31613" y="20925"/>
                  </a:lnTo>
                  <a:lnTo>
                    <a:pt x="31489" y="18406"/>
                  </a:lnTo>
                  <a:lnTo>
                    <a:pt x="29854" y="16490"/>
                  </a:lnTo>
                  <a:lnTo>
                    <a:pt x="27485" y="15013"/>
                  </a:lnTo>
                  <a:lnTo>
                    <a:pt x="26113" y="14977"/>
                  </a:lnTo>
                  <a:lnTo>
                    <a:pt x="24213" y="13149"/>
                  </a:lnTo>
                  <a:lnTo>
                    <a:pt x="27372" y="11471"/>
                  </a:lnTo>
                  <a:lnTo>
                    <a:pt x="39489" y="11984"/>
                  </a:lnTo>
                  <a:lnTo>
                    <a:pt x="42775" y="12752"/>
                  </a:lnTo>
                  <a:lnTo>
                    <a:pt x="49392" y="12144"/>
                  </a:lnTo>
                  <a:lnTo>
                    <a:pt x="5353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4" name="ph5994"/>
            <p:cNvSpPr/>
            <p:nvPr/>
          </p:nvSpPr>
          <p:spPr>
            <a:xfrm>
              <a:off x="8038564" y="2720105"/>
              <a:ext cx="298" cy="315"/>
            </a:xfrm>
            <a:custGeom>
              <a:avLst/>
              <a:pathLst>
                <a:path w="298" h="315">
                  <a:moveTo>
                    <a:pt x="117" y="0"/>
                  </a:moveTo>
                  <a:lnTo>
                    <a:pt x="298" y="315"/>
                  </a:lnTo>
                  <a:lnTo>
                    <a:pt x="0" y="25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5" name="ph5995"/>
            <p:cNvSpPr/>
            <p:nvPr/>
          </p:nvSpPr>
          <p:spPr>
            <a:xfrm>
              <a:off x="8120586" y="2678501"/>
              <a:ext cx="175" cy="104"/>
            </a:xfrm>
            <a:custGeom>
              <a:avLst/>
              <a:pathLst>
                <a:path w="175" h="104">
                  <a:moveTo>
                    <a:pt x="0" y="104"/>
                  </a:moveTo>
                  <a:lnTo>
                    <a:pt x="17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6" name="ph5996"/>
            <p:cNvSpPr/>
            <p:nvPr/>
          </p:nvSpPr>
          <p:spPr>
            <a:xfrm>
              <a:off x="8121008" y="2677801"/>
              <a:ext cx="325" cy="271"/>
            </a:xfrm>
            <a:custGeom>
              <a:avLst/>
              <a:pathLst>
                <a:path w="325" h="271">
                  <a:moveTo>
                    <a:pt x="325" y="0"/>
                  </a:moveTo>
                  <a:lnTo>
                    <a:pt x="27" y="27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7" name="ph5997"/>
            <p:cNvSpPr/>
            <p:nvPr/>
          </p:nvSpPr>
          <p:spPr>
            <a:xfrm>
              <a:off x="8117872" y="2677822"/>
              <a:ext cx="137" cy="199"/>
            </a:xfrm>
            <a:custGeom>
              <a:avLst/>
              <a:pathLst>
                <a:path w="137" h="199">
                  <a:moveTo>
                    <a:pt x="137" y="1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8" name="ph5998"/>
            <p:cNvSpPr/>
            <p:nvPr/>
          </p:nvSpPr>
          <p:spPr>
            <a:xfrm>
              <a:off x="8118322" y="2677775"/>
              <a:ext cx="137" cy="199"/>
            </a:xfrm>
            <a:custGeom>
              <a:avLst/>
              <a:pathLst>
                <a:path w="137" h="199">
                  <a:moveTo>
                    <a:pt x="0" y="0"/>
                  </a:moveTo>
                  <a:lnTo>
                    <a:pt x="137" y="199"/>
                  </a:lnTo>
                  <a:lnTo>
                    <a:pt x="1" y="18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9" name="ph5999"/>
            <p:cNvSpPr/>
            <p:nvPr/>
          </p:nvSpPr>
          <p:spPr>
            <a:xfrm>
              <a:off x="8120214" y="2677057"/>
              <a:ext cx="161" cy="198"/>
            </a:xfrm>
            <a:custGeom>
              <a:avLst/>
              <a:pathLst>
                <a:path w="161" h="198">
                  <a:moveTo>
                    <a:pt x="161" y="1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0" name="ph6000"/>
            <p:cNvSpPr/>
            <p:nvPr/>
          </p:nvSpPr>
          <p:spPr>
            <a:xfrm>
              <a:off x="8311217" y="2610682"/>
              <a:ext cx="3097" cy="3168"/>
            </a:xfrm>
            <a:custGeom>
              <a:avLst/>
              <a:pathLst>
                <a:path w="3097" h="3168">
                  <a:moveTo>
                    <a:pt x="3097" y="3168"/>
                  </a:moveTo>
                  <a:lnTo>
                    <a:pt x="0" y="973"/>
                  </a:lnTo>
                  <a:lnTo>
                    <a:pt x="1191" y="0"/>
                  </a:lnTo>
                  <a:lnTo>
                    <a:pt x="1689" y="144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1" name="ph6001"/>
            <p:cNvSpPr/>
            <p:nvPr/>
          </p:nvSpPr>
          <p:spPr>
            <a:xfrm>
              <a:off x="8314068" y="2610851"/>
              <a:ext cx="377" cy="519"/>
            </a:xfrm>
            <a:custGeom>
              <a:avLst/>
              <a:pathLst>
                <a:path w="377" h="519">
                  <a:moveTo>
                    <a:pt x="377" y="519"/>
                  </a:moveTo>
                  <a:lnTo>
                    <a:pt x="0" y="487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2" name="ph6002"/>
            <p:cNvSpPr/>
            <p:nvPr/>
          </p:nvSpPr>
          <p:spPr>
            <a:xfrm>
              <a:off x="8314740" y="2609074"/>
              <a:ext cx="364" cy="534"/>
            </a:xfrm>
            <a:custGeom>
              <a:avLst/>
              <a:pathLst>
                <a:path w="364" h="534">
                  <a:moveTo>
                    <a:pt x="364" y="522"/>
                  </a:moveTo>
                  <a:lnTo>
                    <a:pt x="113" y="5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3" name="ph6003"/>
            <p:cNvSpPr/>
            <p:nvPr/>
          </p:nvSpPr>
          <p:spPr>
            <a:xfrm>
              <a:off x="8311360" y="2603969"/>
              <a:ext cx="1680" cy="392"/>
            </a:xfrm>
            <a:custGeom>
              <a:avLst/>
              <a:pathLst>
                <a:path w="1680" h="392">
                  <a:moveTo>
                    <a:pt x="0" y="160"/>
                  </a:moveTo>
                  <a:lnTo>
                    <a:pt x="1680" y="0"/>
                  </a:lnTo>
                  <a:lnTo>
                    <a:pt x="237" y="39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4" name="ph6004"/>
            <p:cNvSpPr/>
            <p:nvPr/>
          </p:nvSpPr>
          <p:spPr>
            <a:xfrm>
              <a:off x="8311046" y="2603626"/>
              <a:ext cx="308" cy="871"/>
            </a:xfrm>
            <a:custGeom>
              <a:avLst/>
              <a:pathLst>
                <a:path w="308" h="871">
                  <a:moveTo>
                    <a:pt x="171" y="871"/>
                  </a:moveTo>
                  <a:lnTo>
                    <a:pt x="0" y="0"/>
                  </a:lnTo>
                  <a:lnTo>
                    <a:pt x="308" y="68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5" name="ph6005"/>
            <p:cNvSpPr/>
            <p:nvPr/>
          </p:nvSpPr>
          <p:spPr>
            <a:xfrm>
              <a:off x="8313144" y="2603936"/>
              <a:ext cx="413" cy="232"/>
            </a:xfrm>
            <a:custGeom>
              <a:avLst/>
              <a:pathLst>
                <a:path w="413" h="232">
                  <a:moveTo>
                    <a:pt x="27" y="232"/>
                  </a:moveTo>
                  <a:lnTo>
                    <a:pt x="0" y="0"/>
                  </a:lnTo>
                  <a:lnTo>
                    <a:pt x="134" y="153"/>
                  </a:lnTo>
                  <a:lnTo>
                    <a:pt x="413" y="21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6" name="ph6006"/>
            <p:cNvSpPr/>
            <p:nvPr/>
          </p:nvSpPr>
          <p:spPr>
            <a:xfrm>
              <a:off x="8311389" y="2603315"/>
              <a:ext cx="231" cy="490"/>
            </a:xfrm>
            <a:custGeom>
              <a:avLst/>
              <a:pathLst>
                <a:path w="231" h="490">
                  <a:moveTo>
                    <a:pt x="76" y="0"/>
                  </a:moveTo>
                  <a:lnTo>
                    <a:pt x="231" y="490"/>
                  </a:lnTo>
                  <a:lnTo>
                    <a:pt x="0" y="24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7" name="ph6007"/>
            <p:cNvSpPr/>
            <p:nvPr/>
          </p:nvSpPr>
          <p:spPr>
            <a:xfrm>
              <a:off x="8311635" y="2602787"/>
              <a:ext cx="192" cy="748"/>
            </a:xfrm>
            <a:custGeom>
              <a:avLst/>
              <a:pathLst>
                <a:path w="192" h="748">
                  <a:moveTo>
                    <a:pt x="192" y="748"/>
                  </a:moveTo>
                  <a:lnTo>
                    <a:pt x="0" y="0"/>
                  </a:lnTo>
                  <a:lnTo>
                    <a:pt x="133" y="4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8" name="ph6008"/>
            <p:cNvSpPr/>
            <p:nvPr/>
          </p:nvSpPr>
          <p:spPr>
            <a:xfrm>
              <a:off x="8313764" y="2601279"/>
              <a:ext cx="416" cy="2192"/>
            </a:xfrm>
            <a:custGeom>
              <a:avLst/>
              <a:pathLst>
                <a:path w="416" h="2192">
                  <a:moveTo>
                    <a:pt x="334" y="2192"/>
                  </a:moveTo>
                  <a:lnTo>
                    <a:pt x="0" y="1659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9" name="ph6009"/>
            <p:cNvSpPr/>
            <p:nvPr/>
          </p:nvSpPr>
          <p:spPr>
            <a:xfrm>
              <a:off x="8312805" y="2601554"/>
              <a:ext cx="226" cy="556"/>
            </a:xfrm>
            <a:custGeom>
              <a:avLst/>
              <a:pathLst>
                <a:path w="226" h="556">
                  <a:moveTo>
                    <a:pt x="226" y="0"/>
                  </a:moveTo>
                  <a:lnTo>
                    <a:pt x="136" y="316"/>
                  </a:lnTo>
                  <a:lnTo>
                    <a:pt x="0" y="55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0" name="ph6010"/>
            <p:cNvSpPr/>
            <p:nvPr/>
          </p:nvSpPr>
          <p:spPr>
            <a:xfrm>
              <a:off x="8313281" y="2601370"/>
              <a:ext cx="486" cy="783"/>
            </a:xfrm>
            <a:custGeom>
              <a:avLst/>
              <a:pathLst>
                <a:path w="486" h="783">
                  <a:moveTo>
                    <a:pt x="486" y="0"/>
                  </a:moveTo>
                  <a:lnTo>
                    <a:pt x="297" y="783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1" name="ph6011"/>
            <p:cNvSpPr/>
            <p:nvPr/>
          </p:nvSpPr>
          <p:spPr>
            <a:xfrm>
              <a:off x="8317616" y="2620421"/>
              <a:ext cx="956" cy="1225"/>
            </a:xfrm>
            <a:custGeom>
              <a:avLst/>
              <a:pathLst>
                <a:path w="956" h="1225">
                  <a:moveTo>
                    <a:pt x="956" y="12"/>
                  </a:moveTo>
                  <a:lnTo>
                    <a:pt x="904" y="1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2" name="ph6012"/>
            <p:cNvSpPr/>
            <p:nvPr/>
          </p:nvSpPr>
          <p:spPr>
            <a:xfrm>
              <a:off x="8316936" y="2619999"/>
              <a:ext cx="975" cy="644"/>
            </a:xfrm>
            <a:custGeom>
              <a:avLst/>
              <a:pathLst>
                <a:path w="975" h="644">
                  <a:moveTo>
                    <a:pt x="534" y="644"/>
                  </a:moveTo>
                  <a:lnTo>
                    <a:pt x="0" y="424"/>
                  </a:lnTo>
                  <a:lnTo>
                    <a:pt x="975" y="0"/>
                  </a:lnTo>
                  <a:lnTo>
                    <a:pt x="566" y="20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3" name="ph6013"/>
            <p:cNvSpPr/>
            <p:nvPr/>
          </p:nvSpPr>
          <p:spPr>
            <a:xfrm>
              <a:off x="8318134" y="2619538"/>
              <a:ext cx="252" cy="296"/>
            </a:xfrm>
            <a:custGeom>
              <a:avLst/>
              <a:pathLst>
                <a:path w="252" h="296">
                  <a:moveTo>
                    <a:pt x="252" y="296"/>
                  </a:moveTo>
                  <a:lnTo>
                    <a:pt x="0" y="9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4" name="ph6014"/>
            <p:cNvSpPr/>
            <p:nvPr/>
          </p:nvSpPr>
          <p:spPr>
            <a:xfrm>
              <a:off x="8314671" y="2614134"/>
              <a:ext cx="1835" cy="3817"/>
            </a:xfrm>
            <a:custGeom>
              <a:avLst/>
              <a:pathLst>
                <a:path w="1835" h="3817">
                  <a:moveTo>
                    <a:pt x="1283" y="2428"/>
                  </a:moveTo>
                  <a:lnTo>
                    <a:pt x="1835" y="3817"/>
                  </a:lnTo>
                  <a:lnTo>
                    <a:pt x="0" y="1862"/>
                  </a:lnTo>
                  <a:lnTo>
                    <a:pt x="293" y="0"/>
                  </a:lnTo>
                  <a:lnTo>
                    <a:pt x="1315" y="106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5" name="ph6015"/>
            <p:cNvSpPr/>
            <p:nvPr/>
          </p:nvSpPr>
          <p:spPr>
            <a:xfrm>
              <a:off x="8316457" y="2615095"/>
              <a:ext cx="508" cy="498"/>
            </a:xfrm>
            <a:custGeom>
              <a:avLst/>
              <a:pathLst>
                <a:path w="508" h="498">
                  <a:moveTo>
                    <a:pt x="209" y="498"/>
                  </a:moveTo>
                  <a:lnTo>
                    <a:pt x="0" y="0"/>
                  </a:lnTo>
                  <a:lnTo>
                    <a:pt x="508" y="38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6" name="ph6016"/>
            <p:cNvSpPr/>
            <p:nvPr/>
          </p:nvSpPr>
          <p:spPr>
            <a:xfrm>
              <a:off x="8315416" y="2613722"/>
              <a:ext cx="448" cy="314"/>
            </a:xfrm>
            <a:custGeom>
              <a:avLst/>
              <a:pathLst>
                <a:path w="448" h="314">
                  <a:moveTo>
                    <a:pt x="448" y="314"/>
                  </a:moveTo>
                  <a:lnTo>
                    <a:pt x="0" y="86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7" name="ph6017"/>
            <p:cNvSpPr/>
            <p:nvPr/>
          </p:nvSpPr>
          <p:spPr>
            <a:xfrm>
              <a:off x="8315038" y="2612731"/>
              <a:ext cx="511" cy="589"/>
            </a:xfrm>
            <a:custGeom>
              <a:avLst/>
              <a:pathLst>
                <a:path w="511" h="589">
                  <a:moveTo>
                    <a:pt x="511" y="0"/>
                  </a:moveTo>
                  <a:lnTo>
                    <a:pt x="259" y="589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8" name="ph6018"/>
            <p:cNvSpPr/>
            <p:nvPr/>
          </p:nvSpPr>
          <p:spPr>
            <a:xfrm>
              <a:off x="8317148" y="2611684"/>
              <a:ext cx="1388" cy="1339"/>
            </a:xfrm>
            <a:custGeom>
              <a:avLst/>
              <a:pathLst>
                <a:path w="1388" h="1339">
                  <a:moveTo>
                    <a:pt x="1388" y="48"/>
                  </a:moveTo>
                  <a:lnTo>
                    <a:pt x="1022" y="1339"/>
                  </a:lnTo>
                  <a:lnTo>
                    <a:pt x="116" y="785"/>
                  </a:lnTo>
                  <a:lnTo>
                    <a:pt x="0" y="0"/>
                  </a:lnTo>
                  <a:lnTo>
                    <a:pt x="493" y="16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9" name="ph6019"/>
            <p:cNvSpPr/>
            <p:nvPr/>
          </p:nvSpPr>
          <p:spPr>
            <a:xfrm>
              <a:off x="8316659" y="2610323"/>
              <a:ext cx="442" cy="448"/>
            </a:xfrm>
            <a:custGeom>
              <a:avLst/>
              <a:pathLst>
                <a:path w="442" h="448">
                  <a:moveTo>
                    <a:pt x="442" y="448"/>
                  </a:moveTo>
                  <a:lnTo>
                    <a:pt x="0" y="180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0" name="ph6020"/>
            <p:cNvSpPr/>
            <p:nvPr/>
          </p:nvSpPr>
          <p:spPr>
            <a:xfrm>
              <a:off x="8315330" y="2609589"/>
              <a:ext cx="857" cy="1627"/>
            </a:xfrm>
            <a:custGeom>
              <a:avLst/>
              <a:pathLst>
                <a:path w="857" h="1627">
                  <a:moveTo>
                    <a:pt x="0" y="1627"/>
                  </a:moveTo>
                  <a:lnTo>
                    <a:pt x="754" y="0"/>
                  </a:lnTo>
                  <a:lnTo>
                    <a:pt x="857" y="58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1" name="ph6021"/>
            <p:cNvSpPr/>
            <p:nvPr/>
          </p:nvSpPr>
          <p:spPr>
            <a:xfrm>
              <a:off x="8317000" y="2609563"/>
              <a:ext cx="654" cy="629"/>
            </a:xfrm>
            <a:custGeom>
              <a:avLst/>
              <a:pathLst>
                <a:path w="654" h="629">
                  <a:moveTo>
                    <a:pt x="654" y="88"/>
                  </a:moveTo>
                  <a:lnTo>
                    <a:pt x="603" y="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2" name="ph6022"/>
            <p:cNvSpPr/>
            <p:nvPr/>
          </p:nvSpPr>
          <p:spPr>
            <a:xfrm>
              <a:off x="8316277" y="2608231"/>
              <a:ext cx="516" cy="818"/>
            </a:xfrm>
            <a:custGeom>
              <a:avLst/>
              <a:pathLst>
                <a:path w="516" h="818">
                  <a:moveTo>
                    <a:pt x="0" y="0"/>
                  </a:moveTo>
                  <a:lnTo>
                    <a:pt x="516" y="818"/>
                  </a:lnTo>
                  <a:lnTo>
                    <a:pt x="111" y="74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3" name="ph6023"/>
            <p:cNvSpPr/>
            <p:nvPr/>
          </p:nvSpPr>
          <p:spPr>
            <a:xfrm>
              <a:off x="8314902" y="2608320"/>
              <a:ext cx="399" cy="554"/>
            </a:xfrm>
            <a:custGeom>
              <a:avLst/>
              <a:pathLst>
                <a:path w="399" h="554">
                  <a:moveTo>
                    <a:pt x="0" y="0"/>
                  </a:moveTo>
                  <a:lnTo>
                    <a:pt x="399" y="531"/>
                  </a:lnTo>
                  <a:lnTo>
                    <a:pt x="125" y="55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4" name="ph6024"/>
            <p:cNvSpPr/>
            <p:nvPr/>
          </p:nvSpPr>
          <p:spPr>
            <a:xfrm>
              <a:off x="8316277" y="2607750"/>
              <a:ext cx="243" cy="330"/>
            </a:xfrm>
            <a:custGeom>
              <a:avLst/>
              <a:pathLst>
                <a:path w="243" h="330">
                  <a:moveTo>
                    <a:pt x="243" y="330"/>
                  </a:moveTo>
                  <a:lnTo>
                    <a:pt x="0" y="243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5" name="ph6025"/>
            <p:cNvSpPr/>
            <p:nvPr/>
          </p:nvSpPr>
          <p:spPr>
            <a:xfrm>
              <a:off x="8315871" y="2606856"/>
              <a:ext cx="357" cy="511"/>
            </a:xfrm>
            <a:custGeom>
              <a:avLst/>
              <a:pathLst>
                <a:path w="357" h="511">
                  <a:moveTo>
                    <a:pt x="357" y="247"/>
                  </a:moveTo>
                  <a:lnTo>
                    <a:pt x="110" y="5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6" name="ph6026"/>
            <p:cNvSpPr/>
            <p:nvPr/>
          </p:nvSpPr>
          <p:spPr>
            <a:xfrm>
              <a:off x="8316079" y="2606568"/>
              <a:ext cx="585" cy="552"/>
            </a:xfrm>
            <a:custGeom>
              <a:avLst/>
              <a:pathLst>
                <a:path w="585" h="552">
                  <a:moveTo>
                    <a:pt x="0" y="0"/>
                  </a:moveTo>
                  <a:lnTo>
                    <a:pt x="585" y="193"/>
                  </a:lnTo>
                  <a:lnTo>
                    <a:pt x="500" y="55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7" name="ph6027"/>
            <p:cNvSpPr/>
            <p:nvPr/>
          </p:nvSpPr>
          <p:spPr>
            <a:xfrm>
              <a:off x="8315509" y="2763548"/>
              <a:ext cx="45257" cy="25305"/>
            </a:xfrm>
            <a:custGeom>
              <a:avLst/>
              <a:pathLst>
                <a:path w="45257" h="25305">
                  <a:moveTo>
                    <a:pt x="36950" y="19877"/>
                  </a:moveTo>
                  <a:lnTo>
                    <a:pt x="33543" y="21920"/>
                  </a:lnTo>
                  <a:lnTo>
                    <a:pt x="31026" y="21400"/>
                  </a:lnTo>
                  <a:lnTo>
                    <a:pt x="23350" y="23856"/>
                  </a:lnTo>
                  <a:lnTo>
                    <a:pt x="17326" y="20091"/>
                  </a:lnTo>
                  <a:lnTo>
                    <a:pt x="13715" y="20047"/>
                  </a:lnTo>
                  <a:lnTo>
                    <a:pt x="10589" y="21899"/>
                  </a:lnTo>
                  <a:lnTo>
                    <a:pt x="8776" y="25305"/>
                  </a:lnTo>
                  <a:lnTo>
                    <a:pt x="5493" y="18810"/>
                  </a:lnTo>
                  <a:lnTo>
                    <a:pt x="4338" y="23924"/>
                  </a:lnTo>
                  <a:lnTo>
                    <a:pt x="619" y="22725"/>
                  </a:lnTo>
                  <a:lnTo>
                    <a:pt x="0" y="13817"/>
                  </a:lnTo>
                  <a:lnTo>
                    <a:pt x="23893" y="5675"/>
                  </a:lnTo>
                  <a:lnTo>
                    <a:pt x="45257" y="0"/>
                  </a:lnTo>
                  <a:lnTo>
                    <a:pt x="43576" y="620"/>
                  </a:lnTo>
                  <a:lnTo>
                    <a:pt x="42724" y="10475"/>
                  </a:lnTo>
                  <a:lnTo>
                    <a:pt x="43805" y="19218"/>
                  </a:lnTo>
                  <a:lnTo>
                    <a:pt x="42500" y="18447"/>
                  </a:lnTo>
                  <a:lnTo>
                    <a:pt x="37043" y="17967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8" name="ph6028"/>
            <p:cNvSpPr/>
            <p:nvPr/>
          </p:nvSpPr>
          <p:spPr>
            <a:xfrm>
              <a:off x="8326159" y="2627736"/>
              <a:ext cx="954" cy="712"/>
            </a:xfrm>
            <a:custGeom>
              <a:avLst/>
              <a:pathLst>
                <a:path w="954" h="712">
                  <a:moveTo>
                    <a:pt x="721" y="509"/>
                  </a:moveTo>
                  <a:lnTo>
                    <a:pt x="0" y="712"/>
                  </a:lnTo>
                  <a:lnTo>
                    <a:pt x="95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9" name="ph6029"/>
            <p:cNvSpPr/>
            <p:nvPr/>
          </p:nvSpPr>
          <p:spPr>
            <a:xfrm>
              <a:off x="8327304" y="2627862"/>
              <a:ext cx="206" cy="386"/>
            </a:xfrm>
            <a:custGeom>
              <a:avLst/>
              <a:pathLst>
                <a:path w="206" h="386">
                  <a:moveTo>
                    <a:pt x="195" y="0"/>
                  </a:moveTo>
                  <a:lnTo>
                    <a:pt x="206" y="38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0" name="ph6030"/>
            <p:cNvSpPr/>
            <p:nvPr/>
          </p:nvSpPr>
          <p:spPr>
            <a:xfrm>
              <a:off x="8325273" y="2626790"/>
              <a:ext cx="711" cy="499"/>
            </a:xfrm>
            <a:custGeom>
              <a:avLst/>
              <a:pathLst>
                <a:path w="711" h="499">
                  <a:moveTo>
                    <a:pt x="664" y="0"/>
                  </a:moveTo>
                  <a:lnTo>
                    <a:pt x="711" y="499"/>
                  </a:lnTo>
                  <a:lnTo>
                    <a:pt x="0" y="11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1" name="ph6031"/>
            <p:cNvSpPr/>
            <p:nvPr/>
          </p:nvSpPr>
          <p:spPr>
            <a:xfrm>
              <a:off x="8326745" y="2626733"/>
              <a:ext cx="132" cy="169"/>
            </a:xfrm>
            <a:custGeom>
              <a:avLst/>
              <a:pathLst>
                <a:path w="132" h="169">
                  <a:moveTo>
                    <a:pt x="88" y="169"/>
                  </a:moveTo>
                  <a:lnTo>
                    <a:pt x="0" y="0"/>
                  </a:lnTo>
                  <a:lnTo>
                    <a:pt x="132" y="1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2" name="ph6032"/>
            <p:cNvSpPr/>
            <p:nvPr/>
          </p:nvSpPr>
          <p:spPr>
            <a:xfrm>
              <a:off x="8325175" y="2626456"/>
              <a:ext cx="203" cy="453"/>
            </a:xfrm>
            <a:custGeom>
              <a:avLst/>
              <a:pathLst>
                <a:path w="203" h="453">
                  <a:moveTo>
                    <a:pt x="203" y="193"/>
                  </a:moveTo>
                  <a:lnTo>
                    <a:pt x="0" y="453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3" name="ph6033"/>
            <p:cNvSpPr/>
            <p:nvPr/>
          </p:nvSpPr>
          <p:spPr>
            <a:xfrm>
              <a:off x="8325226" y="2625615"/>
              <a:ext cx="251" cy="338"/>
            </a:xfrm>
            <a:custGeom>
              <a:avLst/>
              <a:pathLst>
                <a:path w="251" h="338">
                  <a:moveTo>
                    <a:pt x="251" y="306"/>
                  </a:moveTo>
                  <a:lnTo>
                    <a:pt x="86" y="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4" name="ph6034"/>
            <p:cNvSpPr/>
            <p:nvPr/>
          </p:nvSpPr>
          <p:spPr>
            <a:xfrm>
              <a:off x="8325694" y="2625538"/>
              <a:ext cx="168" cy="265"/>
            </a:xfrm>
            <a:custGeom>
              <a:avLst/>
              <a:pathLst>
                <a:path w="168" h="265">
                  <a:moveTo>
                    <a:pt x="168" y="265"/>
                  </a:moveTo>
                  <a:lnTo>
                    <a:pt x="0" y="218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5" name="ph6035"/>
            <p:cNvSpPr/>
            <p:nvPr/>
          </p:nvSpPr>
          <p:spPr>
            <a:xfrm>
              <a:off x="8318816" y="2621118"/>
              <a:ext cx="510" cy="522"/>
            </a:xfrm>
            <a:custGeom>
              <a:avLst/>
              <a:pathLst>
                <a:path w="510" h="522">
                  <a:moveTo>
                    <a:pt x="53" y="0"/>
                  </a:moveTo>
                  <a:lnTo>
                    <a:pt x="510" y="165"/>
                  </a:lnTo>
                  <a:lnTo>
                    <a:pt x="0" y="52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6" name="ph6036"/>
            <p:cNvSpPr/>
            <p:nvPr/>
          </p:nvSpPr>
          <p:spPr>
            <a:xfrm>
              <a:off x="8319814" y="2621036"/>
              <a:ext cx="127" cy="122"/>
            </a:xfrm>
            <a:custGeom>
              <a:avLst/>
              <a:pathLst>
                <a:path w="127" h="122">
                  <a:moveTo>
                    <a:pt x="127" y="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7" name="ph6037"/>
            <p:cNvSpPr/>
            <p:nvPr/>
          </p:nvSpPr>
          <p:spPr>
            <a:xfrm>
              <a:off x="8319847" y="2620556"/>
              <a:ext cx="495" cy="211"/>
            </a:xfrm>
            <a:custGeom>
              <a:avLst/>
              <a:pathLst>
                <a:path w="495" h="211">
                  <a:moveTo>
                    <a:pt x="456" y="0"/>
                  </a:moveTo>
                  <a:lnTo>
                    <a:pt x="495" y="179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8" name="ph6038"/>
            <p:cNvSpPr/>
            <p:nvPr/>
          </p:nvSpPr>
          <p:spPr>
            <a:xfrm>
              <a:off x="8318807" y="2619233"/>
              <a:ext cx="273" cy="434"/>
            </a:xfrm>
            <a:custGeom>
              <a:avLst/>
              <a:pathLst>
                <a:path w="273" h="434">
                  <a:moveTo>
                    <a:pt x="0" y="51"/>
                  </a:moveTo>
                  <a:lnTo>
                    <a:pt x="273" y="0"/>
                  </a:lnTo>
                  <a:lnTo>
                    <a:pt x="42" y="43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9" name="ph6039"/>
            <p:cNvSpPr/>
            <p:nvPr/>
          </p:nvSpPr>
          <p:spPr>
            <a:xfrm>
              <a:off x="8319031" y="2618845"/>
              <a:ext cx="294" cy="279"/>
            </a:xfrm>
            <a:custGeom>
              <a:avLst/>
              <a:pathLst>
                <a:path w="294" h="279">
                  <a:moveTo>
                    <a:pt x="264" y="279"/>
                  </a:moveTo>
                  <a:lnTo>
                    <a:pt x="0" y="0"/>
                  </a:lnTo>
                  <a:lnTo>
                    <a:pt x="294" y="22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0" name="ph6040"/>
            <p:cNvSpPr/>
            <p:nvPr/>
          </p:nvSpPr>
          <p:spPr>
            <a:xfrm>
              <a:off x="8309723" y="2601437"/>
              <a:ext cx="23346" cy="27194"/>
            </a:xfrm>
            <a:custGeom>
              <a:avLst/>
              <a:pathLst>
                <a:path w="23346" h="27194">
                  <a:moveTo>
                    <a:pt x="18137" y="27194"/>
                  </a:moveTo>
                  <a:lnTo>
                    <a:pt x="18476" y="25820"/>
                  </a:lnTo>
                  <a:lnTo>
                    <a:pt x="17742" y="24082"/>
                  </a:lnTo>
                  <a:lnTo>
                    <a:pt x="14505" y="23278"/>
                  </a:lnTo>
                  <a:lnTo>
                    <a:pt x="13037" y="19480"/>
                  </a:lnTo>
                  <a:lnTo>
                    <a:pt x="10117" y="16950"/>
                  </a:lnTo>
                  <a:lnTo>
                    <a:pt x="7754" y="13588"/>
                  </a:lnTo>
                  <a:lnTo>
                    <a:pt x="8007" y="12207"/>
                  </a:lnTo>
                  <a:lnTo>
                    <a:pt x="10205" y="10345"/>
                  </a:lnTo>
                  <a:lnTo>
                    <a:pt x="9412" y="6223"/>
                  </a:lnTo>
                  <a:lnTo>
                    <a:pt x="5930" y="4167"/>
                  </a:lnTo>
                  <a:lnTo>
                    <a:pt x="3897" y="8133"/>
                  </a:lnTo>
                  <a:lnTo>
                    <a:pt x="879" y="10464"/>
                  </a:lnTo>
                  <a:lnTo>
                    <a:pt x="53" y="9076"/>
                  </a:lnTo>
                  <a:lnTo>
                    <a:pt x="0" y="6497"/>
                  </a:lnTo>
                  <a:lnTo>
                    <a:pt x="1771" y="3228"/>
                  </a:lnTo>
                  <a:lnTo>
                    <a:pt x="2771" y="2681"/>
                  </a:lnTo>
                  <a:lnTo>
                    <a:pt x="3658" y="2898"/>
                  </a:lnTo>
                  <a:lnTo>
                    <a:pt x="5135" y="1729"/>
                  </a:lnTo>
                  <a:lnTo>
                    <a:pt x="5459" y="0"/>
                  </a:lnTo>
                  <a:lnTo>
                    <a:pt x="11288" y="695"/>
                  </a:lnTo>
                  <a:lnTo>
                    <a:pt x="15397" y="2897"/>
                  </a:lnTo>
                  <a:lnTo>
                    <a:pt x="21654" y="9800"/>
                  </a:lnTo>
                  <a:lnTo>
                    <a:pt x="23230" y="13877"/>
                  </a:lnTo>
                  <a:lnTo>
                    <a:pt x="23346" y="18672"/>
                  </a:lnTo>
                  <a:lnTo>
                    <a:pt x="21647" y="23949"/>
                  </a:lnTo>
                  <a:lnTo>
                    <a:pt x="19723" y="2663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1" name="ph6041"/>
            <p:cNvSpPr/>
            <p:nvPr/>
          </p:nvSpPr>
          <p:spPr>
            <a:xfrm>
              <a:off x="8318950" y="2610305"/>
              <a:ext cx="580" cy="482"/>
            </a:xfrm>
            <a:custGeom>
              <a:avLst/>
              <a:pathLst>
                <a:path w="580" h="482">
                  <a:moveTo>
                    <a:pt x="580" y="474"/>
                  </a:moveTo>
                  <a:lnTo>
                    <a:pt x="49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2" name="ph6042"/>
            <p:cNvSpPr/>
            <p:nvPr/>
          </p:nvSpPr>
          <p:spPr>
            <a:xfrm>
              <a:off x="8410341" y="2884537"/>
              <a:ext cx="21837" cy="28719"/>
            </a:xfrm>
            <a:custGeom>
              <a:avLst/>
              <a:pathLst>
                <a:path w="21837" h="28719">
                  <a:moveTo>
                    <a:pt x="17502" y="2494"/>
                  </a:moveTo>
                  <a:lnTo>
                    <a:pt x="21513" y="1944"/>
                  </a:lnTo>
                  <a:lnTo>
                    <a:pt x="21837" y="7697"/>
                  </a:lnTo>
                  <a:lnTo>
                    <a:pt x="21039" y="13328"/>
                  </a:lnTo>
                  <a:lnTo>
                    <a:pt x="18414" y="15133"/>
                  </a:lnTo>
                  <a:lnTo>
                    <a:pt x="14231" y="26062"/>
                  </a:lnTo>
                  <a:lnTo>
                    <a:pt x="13110" y="26032"/>
                  </a:lnTo>
                  <a:lnTo>
                    <a:pt x="11072" y="25341"/>
                  </a:lnTo>
                  <a:lnTo>
                    <a:pt x="10911" y="28719"/>
                  </a:lnTo>
                  <a:lnTo>
                    <a:pt x="6502" y="28580"/>
                  </a:lnTo>
                  <a:lnTo>
                    <a:pt x="6529" y="24126"/>
                  </a:lnTo>
                  <a:lnTo>
                    <a:pt x="4927" y="20710"/>
                  </a:lnTo>
                  <a:lnTo>
                    <a:pt x="3965" y="20620"/>
                  </a:lnTo>
                  <a:lnTo>
                    <a:pt x="3042" y="23342"/>
                  </a:lnTo>
                  <a:lnTo>
                    <a:pt x="0" y="21671"/>
                  </a:lnTo>
                  <a:lnTo>
                    <a:pt x="49" y="19457"/>
                  </a:lnTo>
                  <a:lnTo>
                    <a:pt x="2456" y="18329"/>
                  </a:lnTo>
                  <a:lnTo>
                    <a:pt x="4143" y="11431"/>
                  </a:lnTo>
                  <a:lnTo>
                    <a:pt x="6153" y="9474"/>
                  </a:lnTo>
                  <a:lnTo>
                    <a:pt x="10921" y="9782"/>
                  </a:lnTo>
                  <a:lnTo>
                    <a:pt x="10790" y="13498"/>
                  </a:lnTo>
                  <a:lnTo>
                    <a:pt x="12250" y="13464"/>
                  </a:lnTo>
                  <a:lnTo>
                    <a:pt x="11362" y="6752"/>
                  </a:lnTo>
                  <a:lnTo>
                    <a:pt x="1208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3" name="ph6043"/>
            <p:cNvSpPr/>
            <p:nvPr/>
          </p:nvSpPr>
          <p:spPr>
            <a:xfrm>
              <a:off x="8421781" y="2759487"/>
              <a:ext cx="38072" cy="33048"/>
            </a:xfrm>
            <a:custGeom>
              <a:avLst/>
              <a:pathLst>
                <a:path w="38072" h="33048">
                  <a:moveTo>
                    <a:pt x="23117" y="0"/>
                  </a:moveTo>
                  <a:lnTo>
                    <a:pt x="23270" y="5466"/>
                  </a:lnTo>
                  <a:lnTo>
                    <a:pt x="17883" y="5927"/>
                  </a:lnTo>
                  <a:lnTo>
                    <a:pt x="17741" y="7155"/>
                  </a:lnTo>
                  <a:lnTo>
                    <a:pt x="20171" y="8183"/>
                  </a:lnTo>
                  <a:lnTo>
                    <a:pt x="21896" y="9976"/>
                  </a:lnTo>
                  <a:lnTo>
                    <a:pt x="22649" y="14037"/>
                  </a:lnTo>
                  <a:lnTo>
                    <a:pt x="27529" y="13897"/>
                  </a:lnTo>
                  <a:lnTo>
                    <a:pt x="27451" y="16632"/>
                  </a:lnTo>
                  <a:lnTo>
                    <a:pt x="25294" y="16984"/>
                  </a:lnTo>
                  <a:lnTo>
                    <a:pt x="25468" y="19693"/>
                  </a:lnTo>
                  <a:lnTo>
                    <a:pt x="30712" y="18678"/>
                  </a:lnTo>
                  <a:lnTo>
                    <a:pt x="30625" y="21673"/>
                  </a:lnTo>
                  <a:lnTo>
                    <a:pt x="38072" y="22177"/>
                  </a:lnTo>
                  <a:lnTo>
                    <a:pt x="37413" y="26311"/>
                  </a:lnTo>
                  <a:lnTo>
                    <a:pt x="37054" y="27536"/>
                  </a:lnTo>
                  <a:lnTo>
                    <a:pt x="32997" y="27629"/>
                  </a:lnTo>
                  <a:lnTo>
                    <a:pt x="28097" y="23913"/>
                  </a:lnTo>
                  <a:lnTo>
                    <a:pt x="21305" y="23037"/>
                  </a:lnTo>
                  <a:lnTo>
                    <a:pt x="18018" y="17754"/>
                  </a:lnTo>
                  <a:lnTo>
                    <a:pt x="17318" y="17755"/>
                  </a:lnTo>
                  <a:lnTo>
                    <a:pt x="17301" y="20081"/>
                  </a:lnTo>
                  <a:lnTo>
                    <a:pt x="12941" y="20043"/>
                  </a:lnTo>
                  <a:lnTo>
                    <a:pt x="10819" y="22511"/>
                  </a:lnTo>
                  <a:lnTo>
                    <a:pt x="10460" y="24269"/>
                  </a:lnTo>
                  <a:lnTo>
                    <a:pt x="14441" y="26261"/>
                  </a:lnTo>
                  <a:lnTo>
                    <a:pt x="14701" y="28770"/>
                  </a:lnTo>
                  <a:lnTo>
                    <a:pt x="6660" y="29399"/>
                  </a:lnTo>
                  <a:lnTo>
                    <a:pt x="6664" y="33048"/>
                  </a:lnTo>
                  <a:lnTo>
                    <a:pt x="4684" y="32567"/>
                  </a:lnTo>
                  <a:lnTo>
                    <a:pt x="3870" y="29595"/>
                  </a:lnTo>
                  <a:lnTo>
                    <a:pt x="8612" y="26486"/>
                  </a:lnTo>
                  <a:lnTo>
                    <a:pt x="3984" y="21298"/>
                  </a:lnTo>
                  <a:lnTo>
                    <a:pt x="2640" y="21348"/>
                  </a:lnTo>
                  <a:lnTo>
                    <a:pt x="1842" y="23381"/>
                  </a:lnTo>
                  <a:lnTo>
                    <a:pt x="1507" y="21770"/>
                  </a:lnTo>
                  <a:lnTo>
                    <a:pt x="0" y="14199"/>
                  </a:lnTo>
                  <a:lnTo>
                    <a:pt x="4879" y="14010"/>
                  </a:lnTo>
                  <a:lnTo>
                    <a:pt x="5004" y="11179"/>
                  </a:lnTo>
                  <a:lnTo>
                    <a:pt x="11524" y="9348"/>
                  </a:lnTo>
                  <a:lnTo>
                    <a:pt x="13957" y="9814"/>
                  </a:lnTo>
                  <a:lnTo>
                    <a:pt x="14693" y="263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4" name="ph6044"/>
            <p:cNvSpPr/>
            <p:nvPr/>
          </p:nvSpPr>
          <p:spPr>
            <a:xfrm>
              <a:off x="8420892" y="2738898"/>
              <a:ext cx="63599" cy="32255"/>
            </a:xfrm>
            <a:custGeom>
              <a:avLst/>
              <a:pathLst>
                <a:path w="63599" h="32255">
                  <a:moveTo>
                    <a:pt x="52072" y="1359"/>
                  </a:moveTo>
                  <a:lnTo>
                    <a:pt x="55905" y="507"/>
                  </a:lnTo>
                  <a:lnTo>
                    <a:pt x="55696" y="0"/>
                  </a:lnTo>
                  <a:lnTo>
                    <a:pt x="61574" y="1427"/>
                  </a:lnTo>
                  <a:lnTo>
                    <a:pt x="63155" y="4035"/>
                  </a:lnTo>
                  <a:lnTo>
                    <a:pt x="62822" y="8121"/>
                  </a:lnTo>
                  <a:lnTo>
                    <a:pt x="63599" y="14108"/>
                  </a:lnTo>
                  <a:lnTo>
                    <a:pt x="50290" y="13843"/>
                  </a:lnTo>
                  <a:lnTo>
                    <a:pt x="45906" y="11675"/>
                  </a:lnTo>
                  <a:lnTo>
                    <a:pt x="42710" y="11883"/>
                  </a:lnTo>
                  <a:lnTo>
                    <a:pt x="41082" y="12286"/>
                  </a:lnTo>
                  <a:lnTo>
                    <a:pt x="40945" y="13246"/>
                  </a:lnTo>
                  <a:lnTo>
                    <a:pt x="45862" y="13521"/>
                  </a:lnTo>
                  <a:lnTo>
                    <a:pt x="45773" y="14833"/>
                  </a:lnTo>
                  <a:lnTo>
                    <a:pt x="44156" y="16912"/>
                  </a:lnTo>
                  <a:lnTo>
                    <a:pt x="24006" y="20589"/>
                  </a:lnTo>
                  <a:lnTo>
                    <a:pt x="15582" y="20853"/>
                  </a:lnTo>
                  <a:lnTo>
                    <a:pt x="14846" y="30403"/>
                  </a:lnTo>
                  <a:lnTo>
                    <a:pt x="12413" y="29937"/>
                  </a:lnTo>
                  <a:lnTo>
                    <a:pt x="5893" y="31768"/>
                  </a:lnTo>
                  <a:lnTo>
                    <a:pt x="3235" y="32255"/>
                  </a:lnTo>
                  <a:lnTo>
                    <a:pt x="223" y="26681"/>
                  </a:lnTo>
                  <a:lnTo>
                    <a:pt x="0" y="22329"/>
                  </a:lnTo>
                  <a:lnTo>
                    <a:pt x="2553" y="16630"/>
                  </a:lnTo>
                  <a:lnTo>
                    <a:pt x="4718" y="13234"/>
                  </a:lnTo>
                  <a:lnTo>
                    <a:pt x="5470" y="13329"/>
                  </a:lnTo>
                  <a:lnTo>
                    <a:pt x="5356" y="15686"/>
                  </a:lnTo>
                  <a:lnTo>
                    <a:pt x="11321" y="15328"/>
                  </a:lnTo>
                  <a:lnTo>
                    <a:pt x="24858" y="12818"/>
                  </a:lnTo>
                  <a:lnTo>
                    <a:pt x="33629" y="12966"/>
                  </a:lnTo>
                  <a:lnTo>
                    <a:pt x="33686" y="10983"/>
                  </a:lnTo>
                  <a:lnTo>
                    <a:pt x="27831" y="11404"/>
                  </a:lnTo>
                  <a:lnTo>
                    <a:pt x="27797" y="9033"/>
                  </a:lnTo>
                  <a:lnTo>
                    <a:pt x="29132" y="5637"/>
                  </a:lnTo>
                  <a:lnTo>
                    <a:pt x="37341" y="5129"/>
                  </a:lnTo>
                  <a:lnTo>
                    <a:pt x="38275" y="9993"/>
                  </a:lnTo>
                  <a:lnTo>
                    <a:pt x="38169" y="10980"/>
                  </a:lnTo>
                  <a:lnTo>
                    <a:pt x="37116" y="11431"/>
                  </a:lnTo>
                  <a:lnTo>
                    <a:pt x="37333" y="13046"/>
                  </a:lnTo>
                  <a:lnTo>
                    <a:pt x="41629" y="10106"/>
                  </a:lnTo>
                  <a:lnTo>
                    <a:pt x="40497" y="6778"/>
                  </a:lnTo>
                  <a:lnTo>
                    <a:pt x="40681" y="3735"/>
                  </a:lnTo>
                  <a:lnTo>
                    <a:pt x="44921" y="113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5" name="ph6045"/>
            <p:cNvSpPr/>
            <p:nvPr/>
          </p:nvSpPr>
          <p:spPr>
            <a:xfrm>
              <a:off x="8350804" y="2807998"/>
              <a:ext cx="15225" cy="17074"/>
            </a:xfrm>
            <a:custGeom>
              <a:avLst/>
              <a:pathLst>
                <a:path w="15225" h="17074">
                  <a:moveTo>
                    <a:pt x="8040" y="0"/>
                  </a:moveTo>
                  <a:lnTo>
                    <a:pt x="7592" y="2727"/>
                  </a:lnTo>
                  <a:lnTo>
                    <a:pt x="11651" y="1673"/>
                  </a:lnTo>
                  <a:lnTo>
                    <a:pt x="15225" y="8037"/>
                  </a:lnTo>
                  <a:lnTo>
                    <a:pt x="12723" y="13104"/>
                  </a:lnTo>
                  <a:lnTo>
                    <a:pt x="10535" y="12583"/>
                  </a:lnTo>
                  <a:lnTo>
                    <a:pt x="8409" y="17074"/>
                  </a:lnTo>
                  <a:lnTo>
                    <a:pt x="6312" y="14602"/>
                  </a:lnTo>
                  <a:lnTo>
                    <a:pt x="1116" y="11761"/>
                  </a:lnTo>
                  <a:lnTo>
                    <a:pt x="0" y="8443"/>
                  </a:lnTo>
                  <a:lnTo>
                    <a:pt x="4071" y="4618"/>
                  </a:lnTo>
                  <a:lnTo>
                    <a:pt x="4487" y="19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6" name="ph6046"/>
            <p:cNvSpPr/>
            <p:nvPr/>
          </p:nvSpPr>
          <p:spPr>
            <a:xfrm>
              <a:off x="8268874" y="2777366"/>
              <a:ext cx="57771" cy="44487"/>
            </a:xfrm>
            <a:custGeom>
              <a:avLst/>
              <a:pathLst>
                <a:path w="57771" h="44487">
                  <a:moveTo>
                    <a:pt x="47254" y="8908"/>
                  </a:moveTo>
                  <a:lnTo>
                    <a:pt x="50973" y="10107"/>
                  </a:lnTo>
                  <a:lnTo>
                    <a:pt x="52924" y="15668"/>
                  </a:lnTo>
                  <a:lnTo>
                    <a:pt x="54845" y="16695"/>
                  </a:lnTo>
                  <a:lnTo>
                    <a:pt x="56754" y="32625"/>
                  </a:lnTo>
                  <a:lnTo>
                    <a:pt x="57771" y="33956"/>
                  </a:lnTo>
                  <a:lnTo>
                    <a:pt x="55842" y="37250"/>
                  </a:lnTo>
                  <a:lnTo>
                    <a:pt x="56885" y="38613"/>
                  </a:lnTo>
                  <a:lnTo>
                    <a:pt x="56048" y="41601"/>
                  </a:lnTo>
                  <a:lnTo>
                    <a:pt x="50579" y="44192"/>
                  </a:lnTo>
                  <a:lnTo>
                    <a:pt x="48927" y="39183"/>
                  </a:lnTo>
                  <a:lnTo>
                    <a:pt x="46423" y="39164"/>
                  </a:lnTo>
                  <a:lnTo>
                    <a:pt x="48304" y="36415"/>
                  </a:lnTo>
                  <a:lnTo>
                    <a:pt x="48108" y="33589"/>
                  </a:lnTo>
                  <a:lnTo>
                    <a:pt x="46661" y="32501"/>
                  </a:lnTo>
                  <a:lnTo>
                    <a:pt x="45763" y="32214"/>
                  </a:lnTo>
                  <a:lnTo>
                    <a:pt x="43891" y="34196"/>
                  </a:lnTo>
                  <a:lnTo>
                    <a:pt x="40943" y="34072"/>
                  </a:lnTo>
                  <a:lnTo>
                    <a:pt x="41180" y="31581"/>
                  </a:lnTo>
                  <a:lnTo>
                    <a:pt x="32461" y="29103"/>
                  </a:lnTo>
                  <a:lnTo>
                    <a:pt x="28779" y="29727"/>
                  </a:lnTo>
                  <a:lnTo>
                    <a:pt x="28124" y="33033"/>
                  </a:lnTo>
                  <a:lnTo>
                    <a:pt x="27162" y="33634"/>
                  </a:lnTo>
                  <a:lnTo>
                    <a:pt x="23447" y="34434"/>
                  </a:lnTo>
                  <a:lnTo>
                    <a:pt x="23048" y="32621"/>
                  </a:lnTo>
                  <a:lnTo>
                    <a:pt x="19732" y="32778"/>
                  </a:lnTo>
                  <a:lnTo>
                    <a:pt x="18804" y="36027"/>
                  </a:lnTo>
                  <a:lnTo>
                    <a:pt x="11112" y="36288"/>
                  </a:lnTo>
                  <a:lnTo>
                    <a:pt x="6975" y="39326"/>
                  </a:lnTo>
                  <a:lnTo>
                    <a:pt x="4271" y="44487"/>
                  </a:lnTo>
                  <a:lnTo>
                    <a:pt x="0" y="44288"/>
                  </a:lnTo>
                  <a:lnTo>
                    <a:pt x="3449" y="35729"/>
                  </a:lnTo>
                  <a:lnTo>
                    <a:pt x="11604" y="28351"/>
                  </a:lnTo>
                  <a:lnTo>
                    <a:pt x="10941" y="20475"/>
                  </a:lnTo>
                  <a:lnTo>
                    <a:pt x="7542" y="23380"/>
                  </a:lnTo>
                  <a:lnTo>
                    <a:pt x="7206" y="22972"/>
                  </a:lnTo>
                  <a:lnTo>
                    <a:pt x="19401" y="13678"/>
                  </a:lnTo>
                  <a:lnTo>
                    <a:pt x="31177" y="9973"/>
                  </a:lnTo>
                  <a:lnTo>
                    <a:pt x="42673" y="1650"/>
                  </a:lnTo>
                  <a:lnTo>
                    <a:pt x="4663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7" name="ph6047"/>
            <p:cNvSpPr/>
            <p:nvPr/>
          </p:nvSpPr>
          <p:spPr>
            <a:xfrm>
              <a:off x="8464781" y="2802372"/>
              <a:ext cx="33360" cy="27934"/>
            </a:xfrm>
            <a:custGeom>
              <a:avLst/>
              <a:pathLst>
                <a:path w="33360" h="27934">
                  <a:moveTo>
                    <a:pt x="28907" y="284"/>
                  </a:moveTo>
                  <a:lnTo>
                    <a:pt x="30583" y="3485"/>
                  </a:lnTo>
                  <a:lnTo>
                    <a:pt x="32540" y="5022"/>
                  </a:lnTo>
                  <a:lnTo>
                    <a:pt x="33360" y="8848"/>
                  </a:lnTo>
                  <a:lnTo>
                    <a:pt x="31735" y="9938"/>
                  </a:lnTo>
                  <a:lnTo>
                    <a:pt x="31686" y="14452"/>
                  </a:lnTo>
                  <a:lnTo>
                    <a:pt x="28487" y="12975"/>
                  </a:lnTo>
                  <a:lnTo>
                    <a:pt x="26942" y="10012"/>
                  </a:lnTo>
                  <a:lnTo>
                    <a:pt x="25163" y="9992"/>
                  </a:lnTo>
                  <a:lnTo>
                    <a:pt x="23915" y="16907"/>
                  </a:lnTo>
                  <a:lnTo>
                    <a:pt x="24893" y="19178"/>
                  </a:lnTo>
                  <a:lnTo>
                    <a:pt x="20327" y="25283"/>
                  </a:lnTo>
                  <a:lnTo>
                    <a:pt x="15059" y="27934"/>
                  </a:lnTo>
                  <a:lnTo>
                    <a:pt x="12563" y="25825"/>
                  </a:lnTo>
                  <a:lnTo>
                    <a:pt x="8296" y="26395"/>
                  </a:lnTo>
                  <a:lnTo>
                    <a:pt x="8421" y="22088"/>
                  </a:lnTo>
                  <a:lnTo>
                    <a:pt x="6628" y="21992"/>
                  </a:lnTo>
                  <a:lnTo>
                    <a:pt x="3060" y="26761"/>
                  </a:lnTo>
                  <a:lnTo>
                    <a:pt x="0" y="26167"/>
                  </a:lnTo>
                  <a:lnTo>
                    <a:pt x="452" y="24636"/>
                  </a:lnTo>
                  <a:lnTo>
                    <a:pt x="3564" y="24522"/>
                  </a:lnTo>
                  <a:lnTo>
                    <a:pt x="5504" y="22778"/>
                  </a:lnTo>
                  <a:lnTo>
                    <a:pt x="5963" y="18336"/>
                  </a:lnTo>
                  <a:lnTo>
                    <a:pt x="8021" y="16126"/>
                  </a:lnTo>
                  <a:lnTo>
                    <a:pt x="11673" y="17334"/>
                  </a:lnTo>
                  <a:lnTo>
                    <a:pt x="13965" y="13770"/>
                  </a:lnTo>
                  <a:lnTo>
                    <a:pt x="14359" y="11078"/>
                  </a:lnTo>
                  <a:lnTo>
                    <a:pt x="11598" y="10876"/>
                  </a:lnTo>
                  <a:lnTo>
                    <a:pt x="9803" y="8702"/>
                  </a:lnTo>
                  <a:lnTo>
                    <a:pt x="9505" y="5113"/>
                  </a:lnTo>
                  <a:lnTo>
                    <a:pt x="11570" y="3226"/>
                  </a:lnTo>
                  <a:lnTo>
                    <a:pt x="13830" y="3682"/>
                  </a:lnTo>
                  <a:lnTo>
                    <a:pt x="13778" y="4541"/>
                  </a:lnTo>
                  <a:lnTo>
                    <a:pt x="14709" y="4955"/>
                  </a:lnTo>
                  <a:lnTo>
                    <a:pt x="17874" y="4671"/>
                  </a:lnTo>
                  <a:lnTo>
                    <a:pt x="19010" y="0"/>
                  </a:lnTo>
                  <a:lnTo>
                    <a:pt x="22976" y="114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8" name="ph6048"/>
            <p:cNvSpPr/>
            <p:nvPr/>
          </p:nvSpPr>
          <p:spPr>
            <a:xfrm>
              <a:off x="8520133" y="2835761"/>
              <a:ext cx="26862" cy="47735"/>
            </a:xfrm>
            <a:custGeom>
              <a:avLst/>
              <a:pathLst>
                <a:path w="26862" h="47735">
                  <a:moveTo>
                    <a:pt x="12359" y="12122"/>
                  </a:moveTo>
                  <a:lnTo>
                    <a:pt x="11180" y="14442"/>
                  </a:lnTo>
                  <a:lnTo>
                    <a:pt x="12963" y="18091"/>
                  </a:lnTo>
                  <a:lnTo>
                    <a:pt x="18294" y="18185"/>
                  </a:lnTo>
                  <a:lnTo>
                    <a:pt x="17834" y="23565"/>
                  </a:lnTo>
                  <a:lnTo>
                    <a:pt x="16973" y="23444"/>
                  </a:lnTo>
                  <a:lnTo>
                    <a:pt x="16694" y="25184"/>
                  </a:lnTo>
                  <a:lnTo>
                    <a:pt x="17166" y="27802"/>
                  </a:lnTo>
                  <a:lnTo>
                    <a:pt x="19743" y="32007"/>
                  </a:lnTo>
                  <a:lnTo>
                    <a:pt x="25207" y="32262"/>
                  </a:lnTo>
                  <a:lnTo>
                    <a:pt x="25344" y="34656"/>
                  </a:lnTo>
                  <a:lnTo>
                    <a:pt x="26862" y="37983"/>
                  </a:lnTo>
                  <a:lnTo>
                    <a:pt x="18918" y="47735"/>
                  </a:lnTo>
                  <a:lnTo>
                    <a:pt x="6963" y="47730"/>
                  </a:lnTo>
                  <a:lnTo>
                    <a:pt x="5880" y="40321"/>
                  </a:lnTo>
                  <a:lnTo>
                    <a:pt x="4549" y="39078"/>
                  </a:lnTo>
                  <a:lnTo>
                    <a:pt x="1253" y="31280"/>
                  </a:lnTo>
                  <a:lnTo>
                    <a:pt x="0" y="25930"/>
                  </a:lnTo>
                  <a:lnTo>
                    <a:pt x="2346" y="24252"/>
                  </a:lnTo>
                  <a:lnTo>
                    <a:pt x="5809" y="25727"/>
                  </a:lnTo>
                  <a:lnTo>
                    <a:pt x="5549" y="17949"/>
                  </a:lnTo>
                  <a:lnTo>
                    <a:pt x="5222" y="17195"/>
                  </a:lnTo>
                  <a:lnTo>
                    <a:pt x="2166" y="16745"/>
                  </a:lnTo>
                  <a:lnTo>
                    <a:pt x="1052" y="12593"/>
                  </a:lnTo>
                  <a:lnTo>
                    <a:pt x="2159" y="10358"/>
                  </a:lnTo>
                  <a:lnTo>
                    <a:pt x="1302" y="3915"/>
                  </a:lnTo>
                  <a:lnTo>
                    <a:pt x="2500" y="1008"/>
                  </a:lnTo>
                  <a:lnTo>
                    <a:pt x="8455" y="0"/>
                  </a:lnTo>
                  <a:close/>
                </a:path>
              </a:pathLst>
            </a:custGeom>
            <a:solidFill>
              <a:srgbClr val="FEDDD0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9" name="ph6049"/>
            <p:cNvSpPr/>
            <p:nvPr/>
          </p:nvSpPr>
          <p:spPr>
            <a:xfrm>
              <a:off x="8358233" y="2762012"/>
              <a:ext cx="11528" cy="25175"/>
            </a:xfrm>
            <a:custGeom>
              <a:avLst/>
              <a:pathLst>
                <a:path w="11528" h="25175">
                  <a:moveTo>
                    <a:pt x="11528" y="1692"/>
                  </a:moveTo>
                  <a:lnTo>
                    <a:pt x="9067" y="1617"/>
                  </a:lnTo>
                  <a:lnTo>
                    <a:pt x="9003" y="5794"/>
                  </a:lnTo>
                  <a:lnTo>
                    <a:pt x="10260" y="5805"/>
                  </a:lnTo>
                  <a:lnTo>
                    <a:pt x="9640" y="11826"/>
                  </a:lnTo>
                  <a:lnTo>
                    <a:pt x="9387" y="15889"/>
                  </a:lnTo>
                  <a:lnTo>
                    <a:pt x="8113" y="16559"/>
                  </a:lnTo>
                  <a:lnTo>
                    <a:pt x="7259" y="21496"/>
                  </a:lnTo>
                  <a:lnTo>
                    <a:pt x="8851" y="22829"/>
                  </a:lnTo>
                  <a:lnTo>
                    <a:pt x="6270" y="24916"/>
                  </a:lnTo>
                  <a:lnTo>
                    <a:pt x="5098" y="25175"/>
                  </a:lnTo>
                  <a:lnTo>
                    <a:pt x="3288" y="23327"/>
                  </a:lnTo>
                  <a:lnTo>
                    <a:pt x="2812" y="20793"/>
                  </a:lnTo>
                  <a:lnTo>
                    <a:pt x="1081" y="20755"/>
                  </a:lnTo>
                  <a:lnTo>
                    <a:pt x="0" y="12012"/>
                  </a:lnTo>
                  <a:lnTo>
                    <a:pt x="851" y="2157"/>
                  </a:lnTo>
                  <a:lnTo>
                    <a:pt x="2532" y="1536"/>
                  </a:lnTo>
                  <a:lnTo>
                    <a:pt x="6673" y="566"/>
                  </a:lnTo>
                  <a:lnTo>
                    <a:pt x="1150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0" name="ph6050"/>
            <p:cNvSpPr/>
            <p:nvPr/>
          </p:nvSpPr>
          <p:spPr>
            <a:xfrm>
              <a:off x="8498541" y="2848011"/>
              <a:ext cx="28555" cy="42530"/>
            </a:xfrm>
            <a:custGeom>
              <a:avLst/>
              <a:pathLst>
                <a:path w="28555" h="42530">
                  <a:moveTo>
                    <a:pt x="19533" y="0"/>
                  </a:moveTo>
                  <a:lnTo>
                    <a:pt x="22644" y="343"/>
                  </a:lnTo>
                  <a:lnTo>
                    <a:pt x="23758" y="4495"/>
                  </a:lnTo>
                  <a:lnTo>
                    <a:pt x="26814" y="4945"/>
                  </a:lnTo>
                  <a:lnTo>
                    <a:pt x="27141" y="5699"/>
                  </a:lnTo>
                  <a:lnTo>
                    <a:pt x="27401" y="13477"/>
                  </a:lnTo>
                  <a:lnTo>
                    <a:pt x="23938" y="12002"/>
                  </a:lnTo>
                  <a:lnTo>
                    <a:pt x="21592" y="13680"/>
                  </a:lnTo>
                  <a:lnTo>
                    <a:pt x="22845" y="19030"/>
                  </a:lnTo>
                  <a:lnTo>
                    <a:pt x="26141" y="26828"/>
                  </a:lnTo>
                  <a:lnTo>
                    <a:pt x="27472" y="28071"/>
                  </a:lnTo>
                  <a:lnTo>
                    <a:pt x="28555" y="35480"/>
                  </a:lnTo>
                  <a:lnTo>
                    <a:pt x="24617" y="35837"/>
                  </a:lnTo>
                  <a:lnTo>
                    <a:pt x="23847" y="38600"/>
                  </a:lnTo>
                  <a:lnTo>
                    <a:pt x="19640" y="41166"/>
                  </a:lnTo>
                  <a:lnTo>
                    <a:pt x="14260" y="40954"/>
                  </a:lnTo>
                  <a:lnTo>
                    <a:pt x="7297" y="42530"/>
                  </a:lnTo>
                  <a:lnTo>
                    <a:pt x="6967" y="35355"/>
                  </a:lnTo>
                  <a:lnTo>
                    <a:pt x="5624" y="31703"/>
                  </a:lnTo>
                  <a:lnTo>
                    <a:pt x="3588" y="31079"/>
                  </a:lnTo>
                  <a:lnTo>
                    <a:pt x="0" y="31352"/>
                  </a:lnTo>
                  <a:lnTo>
                    <a:pt x="438" y="23182"/>
                  </a:lnTo>
                  <a:lnTo>
                    <a:pt x="2974" y="23930"/>
                  </a:lnTo>
                  <a:lnTo>
                    <a:pt x="6546" y="26528"/>
                  </a:lnTo>
                  <a:lnTo>
                    <a:pt x="8634" y="21792"/>
                  </a:lnTo>
                  <a:lnTo>
                    <a:pt x="8734" y="11889"/>
                  </a:lnTo>
                  <a:lnTo>
                    <a:pt x="9296" y="11207"/>
                  </a:lnTo>
                  <a:lnTo>
                    <a:pt x="11415" y="11199"/>
                  </a:lnTo>
                  <a:lnTo>
                    <a:pt x="13558" y="9014"/>
                  </a:lnTo>
                  <a:lnTo>
                    <a:pt x="14937" y="3347"/>
                  </a:lnTo>
                  <a:lnTo>
                    <a:pt x="13668" y="3197"/>
                  </a:lnTo>
                  <a:lnTo>
                    <a:pt x="13269" y="95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1" name="ph6051"/>
            <p:cNvSpPr/>
            <p:nvPr/>
          </p:nvSpPr>
          <p:spPr>
            <a:xfrm>
              <a:off x="8358083" y="2860855"/>
              <a:ext cx="21979" cy="19047"/>
            </a:xfrm>
            <a:custGeom>
              <a:avLst/>
              <a:pathLst>
                <a:path w="21979" h="19047">
                  <a:moveTo>
                    <a:pt x="14545" y="2674"/>
                  </a:moveTo>
                  <a:lnTo>
                    <a:pt x="15501" y="2502"/>
                  </a:lnTo>
                  <a:lnTo>
                    <a:pt x="15620" y="1762"/>
                  </a:lnTo>
                  <a:lnTo>
                    <a:pt x="18751" y="7589"/>
                  </a:lnTo>
                  <a:lnTo>
                    <a:pt x="21979" y="10149"/>
                  </a:lnTo>
                  <a:lnTo>
                    <a:pt x="21740" y="14325"/>
                  </a:lnTo>
                  <a:lnTo>
                    <a:pt x="21589" y="16448"/>
                  </a:lnTo>
                  <a:lnTo>
                    <a:pt x="20400" y="17967"/>
                  </a:lnTo>
                  <a:lnTo>
                    <a:pt x="15177" y="19047"/>
                  </a:lnTo>
                  <a:lnTo>
                    <a:pt x="12019" y="18462"/>
                  </a:lnTo>
                  <a:lnTo>
                    <a:pt x="11047" y="13865"/>
                  </a:lnTo>
                  <a:lnTo>
                    <a:pt x="7453" y="12032"/>
                  </a:lnTo>
                  <a:lnTo>
                    <a:pt x="4436" y="11297"/>
                  </a:lnTo>
                  <a:lnTo>
                    <a:pt x="2882" y="11828"/>
                  </a:lnTo>
                  <a:lnTo>
                    <a:pt x="562" y="10941"/>
                  </a:lnTo>
                  <a:lnTo>
                    <a:pt x="0" y="9557"/>
                  </a:lnTo>
                  <a:lnTo>
                    <a:pt x="611" y="7598"/>
                  </a:lnTo>
                  <a:lnTo>
                    <a:pt x="5293" y="4386"/>
                  </a:lnTo>
                  <a:lnTo>
                    <a:pt x="4245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2" name="ph6052"/>
            <p:cNvSpPr/>
            <p:nvPr/>
          </p:nvSpPr>
          <p:spPr>
            <a:xfrm>
              <a:off x="8470942" y="2841663"/>
              <a:ext cx="29645" cy="47697"/>
            </a:xfrm>
            <a:custGeom>
              <a:avLst/>
              <a:pathLst>
                <a:path w="29645" h="47697">
                  <a:moveTo>
                    <a:pt x="8583" y="0"/>
                  </a:moveTo>
                  <a:lnTo>
                    <a:pt x="19559" y="1624"/>
                  </a:lnTo>
                  <a:lnTo>
                    <a:pt x="20097" y="3976"/>
                  </a:lnTo>
                  <a:lnTo>
                    <a:pt x="25850" y="2879"/>
                  </a:lnTo>
                  <a:lnTo>
                    <a:pt x="25121" y="8064"/>
                  </a:lnTo>
                  <a:lnTo>
                    <a:pt x="14467" y="13376"/>
                  </a:lnTo>
                  <a:lnTo>
                    <a:pt x="14396" y="14676"/>
                  </a:lnTo>
                  <a:lnTo>
                    <a:pt x="16976" y="15175"/>
                  </a:lnTo>
                  <a:lnTo>
                    <a:pt x="28404" y="11664"/>
                  </a:lnTo>
                  <a:lnTo>
                    <a:pt x="29645" y="12507"/>
                  </a:lnTo>
                  <a:lnTo>
                    <a:pt x="27374" y="12411"/>
                  </a:lnTo>
                  <a:lnTo>
                    <a:pt x="25810" y="14145"/>
                  </a:lnTo>
                  <a:lnTo>
                    <a:pt x="24217" y="18049"/>
                  </a:lnTo>
                  <a:lnTo>
                    <a:pt x="18852" y="21754"/>
                  </a:lnTo>
                  <a:lnTo>
                    <a:pt x="18298" y="30325"/>
                  </a:lnTo>
                  <a:lnTo>
                    <a:pt x="10917" y="30120"/>
                  </a:lnTo>
                  <a:lnTo>
                    <a:pt x="10893" y="42694"/>
                  </a:lnTo>
                  <a:lnTo>
                    <a:pt x="9195" y="42915"/>
                  </a:lnTo>
                  <a:lnTo>
                    <a:pt x="8928" y="47697"/>
                  </a:lnTo>
                  <a:lnTo>
                    <a:pt x="5404" y="47525"/>
                  </a:lnTo>
                  <a:lnTo>
                    <a:pt x="4060" y="46433"/>
                  </a:lnTo>
                  <a:lnTo>
                    <a:pt x="3278" y="31540"/>
                  </a:lnTo>
                  <a:lnTo>
                    <a:pt x="1807" y="25654"/>
                  </a:lnTo>
                  <a:lnTo>
                    <a:pt x="7237" y="21081"/>
                  </a:lnTo>
                  <a:lnTo>
                    <a:pt x="6075" y="11737"/>
                  </a:lnTo>
                  <a:lnTo>
                    <a:pt x="2892" y="5798"/>
                  </a:lnTo>
                  <a:lnTo>
                    <a:pt x="0" y="2953"/>
                  </a:lnTo>
                  <a:lnTo>
                    <a:pt x="3705" y="2568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3" name="ph6053"/>
            <p:cNvSpPr/>
            <p:nvPr/>
          </p:nvSpPr>
          <p:spPr>
            <a:xfrm>
              <a:off x="8389278" y="2864234"/>
              <a:ext cx="12911" cy="15057"/>
            </a:xfrm>
            <a:custGeom>
              <a:avLst/>
              <a:pathLst>
                <a:path w="12911" h="15057">
                  <a:moveTo>
                    <a:pt x="12911" y="918"/>
                  </a:moveTo>
                  <a:lnTo>
                    <a:pt x="12364" y="2566"/>
                  </a:lnTo>
                  <a:lnTo>
                    <a:pt x="11275" y="9751"/>
                  </a:lnTo>
                  <a:lnTo>
                    <a:pt x="10647" y="12042"/>
                  </a:lnTo>
                  <a:lnTo>
                    <a:pt x="6138" y="15057"/>
                  </a:lnTo>
                  <a:lnTo>
                    <a:pt x="2942" y="14965"/>
                  </a:lnTo>
                  <a:lnTo>
                    <a:pt x="0" y="11329"/>
                  </a:lnTo>
                  <a:lnTo>
                    <a:pt x="3096" y="5958"/>
                  </a:lnTo>
                  <a:lnTo>
                    <a:pt x="3488" y="2498"/>
                  </a:lnTo>
                  <a:lnTo>
                    <a:pt x="4946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4" name="ph6054"/>
            <p:cNvSpPr/>
            <p:nvPr/>
          </p:nvSpPr>
          <p:spPr>
            <a:xfrm>
              <a:off x="8432241" y="2777242"/>
              <a:ext cx="22537" cy="17200"/>
            </a:xfrm>
            <a:custGeom>
              <a:avLst/>
              <a:pathLst>
                <a:path w="22537" h="17200">
                  <a:moveTo>
                    <a:pt x="10844" y="5283"/>
                  </a:moveTo>
                  <a:lnTo>
                    <a:pt x="17637" y="6159"/>
                  </a:lnTo>
                  <a:lnTo>
                    <a:pt x="22537" y="9875"/>
                  </a:lnTo>
                  <a:lnTo>
                    <a:pt x="21920" y="12522"/>
                  </a:lnTo>
                  <a:lnTo>
                    <a:pt x="18442" y="12703"/>
                  </a:lnTo>
                  <a:lnTo>
                    <a:pt x="15420" y="13854"/>
                  </a:lnTo>
                  <a:lnTo>
                    <a:pt x="15385" y="16194"/>
                  </a:lnTo>
                  <a:lnTo>
                    <a:pt x="2045" y="17200"/>
                  </a:lnTo>
                  <a:lnTo>
                    <a:pt x="3247" y="13183"/>
                  </a:lnTo>
                  <a:lnTo>
                    <a:pt x="6320" y="12731"/>
                  </a:lnTo>
                  <a:lnTo>
                    <a:pt x="8672" y="14855"/>
                  </a:lnTo>
                  <a:lnTo>
                    <a:pt x="8862" y="10833"/>
                  </a:lnTo>
                  <a:lnTo>
                    <a:pt x="4241" y="11016"/>
                  </a:lnTo>
                  <a:lnTo>
                    <a:pt x="3981" y="8506"/>
                  </a:lnTo>
                  <a:lnTo>
                    <a:pt x="0" y="6515"/>
                  </a:lnTo>
                  <a:lnTo>
                    <a:pt x="358" y="4756"/>
                  </a:lnTo>
                  <a:lnTo>
                    <a:pt x="2481" y="2289"/>
                  </a:lnTo>
                  <a:lnTo>
                    <a:pt x="6841" y="2327"/>
                  </a:lnTo>
                  <a:lnTo>
                    <a:pt x="6858" y="0"/>
                  </a:lnTo>
                  <a:lnTo>
                    <a:pt x="7558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5" name="ph6055"/>
            <p:cNvSpPr/>
            <p:nvPr/>
          </p:nvSpPr>
          <p:spPr>
            <a:xfrm>
              <a:off x="8026931" y="2842435"/>
              <a:ext cx="2549" cy="2106"/>
            </a:xfrm>
            <a:custGeom>
              <a:avLst/>
              <a:pathLst>
                <a:path w="2549" h="2106">
                  <a:moveTo>
                    <a:pt x="0" y="1728"/>
                  </a:moveTo>
                  <a:lnTo>
                    <a:pt x="2424" y="0"/>
                  </a:lnTo>
                  <a:lnTo>
                    <a:pt x="2549" y="740"/>
                  </a:lnTo>
                  <a:lnTo>
                    <a:pt x="815" y="210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6" name="ph6056"/>
            <p:cNvSpPr/>
            <p:nvPr/>
          </p:nvSpPr>
          <p:spPr>
            <a:xfrm>
              <a:off x="8030239" y="2839501"/>
              <a:ext cx="1878" cy="2832"/>
            </a:xfrm>
            <a:custGeom>
              <a:avLst/>
              <a:pathLst>
                <a:path w="1878" h="2832">
                  <a:moveTo>
                    <a:pt x="1878" y="0"/>
                  </a:moveTo>
                  <a:lnTo>
                    <a:pt x="1546" y="1283"/>
                  </a:lnTo>
                  <a:lnTo>
                    <a:pt x="221" y="2832"/>
                  </a:lnTo>
                  <a:lnTo>
                    <a:pt x="0" y="2125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7" name="ph6057"/>
            <p:cNvSpPr/>
            <p:nvPr/>
          </p:nvSpPr>
          <p:spPr>
            <a:xfrm>
              <a:off x="8032140" y="2840734"/>
              <a:ext cx="95" cy="137"/>
            </a:xfrm>
            <a:custGeom>
              <a:avLst/>
              <a:pathLst>
                <a:path w="95" h="137">
                  <a:moveTo>
                    <a:pt x="95" y="13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8" name="ph6058"/>
            <p:cNvSpPr/>
            <p:nvPr/>
          </p:nvSpPr>
          <p:spPr>
            <a:xfrm>
              <a:off x="8032328" y="2840230"/>
              <a:ext cx="259" cy="399"/>
            </a:xfrm>
            <a:custGeom>
              <a:avLst/>
              <a:pathLst>
                <a:path w="259" h="399">
                  <a:moveTo>
                    <a:pt x="259" y="0"/>
                  </a:moveTo>
                  <a:lnTo>
                    <a:pt x="175" y="399"/>
                  </a:lnTo>
                  <a:lnTo>
                    <a:pt x="0" y="359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9" name="ph6059"/>
            <p:cNvSpPr/>
            <p:nvPr/>
          </p:nvSpPr>
          <p:spPr>
            <a:xfrm>
              <a:off x="8016426" y="2833187"/>
              <a:ext cx="3251" cy="2513"/>
            </a:xfrm>
            <a:custGeom>
              <a:avLst/>
              <a:pathLst>
                <a:path w="3251" h="2513">
                  <a:moveTo>
                    <a:pt x="885" y="2513"/>
                  </a:moveTo>
                  <a:lnTo>
                    <a:pt x="171" y="2167"/>
                  </a:lnTo>
                  <a:lnTo>
                    <a:pt x="0" y="905"/>
                  </a:lnTo>
                  <a:lnTo>
                    <a:pt x="2701" y="0"/>
                  </a:lnTo>
                  <a:lnTo>
                    <a:pt x="3251" y="278"/>
                  </a:lnTo>
                  <a:lnTo>
                    <a:pt x="2119" y="1786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0" name="ph6060"/>
            <p:cNvSpPr/>
            <p:nvPr/>
          </p:nvSpPr>
          <p:spPr>
            <a:xfrm>
              <a:off x="8253577" y="2797841"/>
              <a:ext cx="35209" cy="49902"/>
            </a:xfrm>
            <a:custGeom>
              <a:avLst/>
              <a:pathLst>
                <a:path w="35209" h="49902">
                  <a:moveTo>
                    <a:pt x="15296" y="23812"/>
                  </a:moveTo>
                  <a:lnTo>
                    <a:pt x="19568" y="24011"/>
                  </a:lnTo>
                  <a:lnTo>
                    <a:pt x="22357" y="24187"/>
                  </a:lnTo>
                  <a:lnTo>
                    <a:pt x="21045" y="26963"/>
                  </a:lnTo>
                  <a:lnTo>
                    <a:pt x="23357" y="27112"/>
                  </a:lnTo>
                  <a:lnTo>
                    <a:pt x="23149" y="35479"/>
                  </a:lnTo>
                  <a:lnTo>
                    <a:pt x="28269" y="35685"/>
                  </a:lnTo>
                  <a:lnTo>
                    <a:pt x="30100" y="34882"/>
                  </a:lnTo>
                  <a:lnTo>
                    <a:pt x="35209" y="42807"/>
                  </a:lnTo>
                  <a:lnTo>
                    <a:pt x="29747" y="42400"/>
                  </a:lnTo>
                  <a:lnTo>
                    <a:pt x="26862" y="46008"/>
                  </a:lnTo>
                  <a:lnTo>
                    <a:pt x="22230" y="45698"/>
                  </a:lnTo>
                  <a:lnTo>
                    <a:pt x="19031" y="49902"/>
                  </a:lnTo>
                  <a:lnTo>
                    <a:pt x="16499" y="47956"/>
                  </a:lnTo>
                  <a:lnTo>
                    <a:pt x="3819" y="49130"/>
                  </a:lnTo>
                  <a:lnTo>
                    <a:pt x="3073" y="36198"/>
                  </a:lnTo>
                  <a:lnTo>
                    <a:pt x="0" y="36653"/>
                  </a:lnTo>
                  <a:lnTo>
                    <a:pt x="3198" y="22284"/>
                  </a:lnTo>
                  <a:lnTo>
                    <a:pt x="6350" y="15385"/>
                  </a:lnTo>
                  <a:lnTo>
                    <a:pt x="9497" y="12039"/>
                  </a:lnTo>
                  <a:lnTo>
                    <a:pt x="22503" y="2496"/>
                  </a:lnTo>
                  <a:lnTo>
                    <a:pt x="22839" y="2904"/>
                  </a:lnTo>
                  <a:lnTo>
                    <a:pt x="26238" y="0"/>
                  </a:lnTo>
                  <a:lnTo>
                    <a:pt x="26901" y="7875"/>
                  </a:lnTo>
                  <a:lnTo>
                    <a:pt x="18746" y="15253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1" name="ph6061"/>
            <p:cNvSpPr/>
            <p:nvPr/>
          </p:nvSpPr>
          <p:spPr>
            <a:xfrm>
              <a:off x="8516220" y="2778161"/>
              <a:ext cx="31684" cy="20490"/>
            </a:xfrm>
            <a:custGeom>
              <a:avLst/>
              <a:pathLst>
                <a:path w="31684" h="20490">
                  <a:moveTo>
                    <a:pt x="31589" y="3058"/>
                  </a:moveTo>
                  <a:lnTo>
                    <a:pt x="29068" y="6521"/>
                  </a:lnTo>
                  <a:lnTo>
                    <a:pt x="29114" y="8749"/>
                  </a:lnTo>
                  <a:lnTo>
                    <a:pt x="30755" y="11916"/>
                  </a:lnTo>
                  <a:lnTo>
                    <a:pt x="28376" y="11383"/>
                  </a:lnTo>
                  <a:lnTo>
                    <a:pt x="25228" y="12940"/>
                  </a:lnTo>
                  <a:lnTo>
                    <a:pt x="25119" y="16562"/>
                  </a:lnTo>
                  <a:lnTo>
                    <a:pt x="23810" y="20490"/>
                  </a:lnTo>
                  <a:lnTo>
                    <a:pt x="20541" y="20299"/>
                  </a:lnTo>
                  <a:lnTo>
                    <a:pt x="15663" y="17869"/>
                  </a:lnTo>
                  <a:lnTo>
                    <a:pt x="6515" y="16969"/>
                  </a:lnTo>
                  <a:lnTo>
                    <a:pt x="6371" y="15512"/>
                  </a:lnTo>
                  <a:lnTo>
                    <a:pt x="2349" y="16248"/>
                  </a:lnTo>
                  <a:lnTo>
                    <a:pt x="196" y="10282"/>
                  </a:lnTo>
                  <a:lnTo>
                    <a:pt x="0" y="9230"/>
                  </a:lnTo>
                  <a:lnTo>
                    <a:pt x="3144" y="2275"/>
                  </a:lnTo>
                  <a:lnTo>
                    <a:pt x="6930" y="793"/>
                  </a:lnTo>
                  <a:lnTo>
                    <a:pt x="15752" y="1030"/>
                  </a:lnTo>
                  <a:lnTo>
                    <a:pt x="20784" y="2657"/>
                  </a:lnTo>
                  <a:lnTo>
                    <a:pt x="23586" y="5196"/>
                  </a:lnTo>
                  <a:lnTo>
                    <a:pt x="27908" y="4622"/>
                  </a:lnTo>
                  <a:lnTo>
                    <a:pt x="29052" y="299"/>
                  </a:lnTo>
                  <a:lnTo>
                    <a:pt x="31684" y="0"/>
                  </a:lnTo>
                  <a:close/>
                </a:path>
              </a:pathLst>
            </a:custGeom>
            <a:solidFill>
              <a:srgbClr val="FFF2EC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2" name="ph6062"/>
            <p:cNvSpPr/>
            <p:nvPr/>
          </p:nvSpPr>
          <p:spPr>
            <a:xfrm>
              <a:off x="6771285" y="2331754"/>
              <a:ext cx="103956" cy="58983"/>
            </a:xfrm>
            <a:custGeom>
              <a:avLst/>
              <a:pathLst>
                <a:path w="103956" h="58983">
                  <a:moveTo>
                    <a:pt x="26927" y="900"/>
                  </a:moveTo>
                  <a:lnTo>
                    <a:pt x="45512" y="7179"/>
                  </a:lnTo>
                  <a:lnTo>
                    <a:pt x="73326" y="14127"/>
                  </a:lnTo>
                  <a:lnTo>
                    <a:pt x="75352" y="20080"/>
                  </a:lnTo>
                  <a:lnTo>
                    <a:pt x="82351" y="32732"/>
                  </a:lnTo>
                  <a:lnTo>
                    <a:pt x="92916" y="37366"/>
                  </a:lnTo>
                  <a:lnTo>
                    <a:pt x="96355" y="34635"/>
                  </a:lnTo>
                  <a:lnTo>
                    <a:pt x="102947" y="37924"/>
                  </a:lnTo>
                  <a:lnTo>
                    <a:pt x="102037" y="43940"/>
                  </a:lnTo>
                  <a:lnTo>
                    <a:pt x="98235" y="42503"/>
                  </a:lnTo>
                  <a:lnTo>
                    <a:pt x="100462" y="47964"/>
                  </a:lnTo>
                  <a:lnTo>
                    <a:pt x="103079" y="48557"/>
                  </a:lnTo>
                  <a:lnTo>
                    <a:pt x="103396" y="48607"/>
                  </a:lnTo>
                  <a:lnTo>
                    <a:pt x="103956" y="53819"/>
                  </a:lnTo>
                  <a:lnTo>
                    <a:pt x="101023" y="57530"/>
                  </a:lnTo>
                  <a:lnTo>
                    <a:pt x="98399" y="58983"/>
                  </a:lnTo>
                  <a:lnTo>
                    <a:pt x="94584" y="58407"/>
                  </a:lnTo>
                  <a:lnTo>
                    <a:pt x="93774" y="57417"/>
                  </a:lnTo>
                  <a:lnTo>
                    <a:pt x="94135" y="56134"/>
                  </a:lnTo>
                  <a:lnTo>
                    <a:pt x="93439" y="54330"/>
                  </a:lnTo>
                  <a:lnTo>
                    <a:pt x="88229" y="53360"/>
                  </a:lnTo>
                  <a:lnTo>
                    <a:pt x="79551" y="56064"/>
                  </a:lnTo>
                  <a:lnTo>
                    <a:pt x="70646" y="53094"/>
                  </a:lnTo>
                  <a:lnTo>
                    <a:pt x="58697" y="46448"/>
                  </a:lnTo>
                  <a:lnTo>
                    <a:pt x="43213" y="40109"/>
                  </a:lnTo>
                  <a:lnTo>
                    <a:pt x="40529" y="34723"/>
                  </a:lnTo>
                  <a:lnTo>
                    <a:pt x="34001" y="27599"/>
                  </a:lnTo>
                  <a:lnTo>
                    <a:pt x="30136" y="24558"/>
                  </a:lnTo>
                  <a:lnTo>
                    <a:pt x="25354" y="22827"/>
                  </a:lnTo>
                  <a:lnTo>
                    <a:pt x="21527" y="24087"/>
                  </a:lnTo>
                  <a:lnTo>
                    <a:pt x="18507" y="23793"/>
                  </a:lnTo>
                  <a:lnTo>
                    <a:pt x="17936" y="20017"/>
                  </a:lnTo>
                  <a:lnTo>
                    <a:pt x="10293" y="11592"/>
                  </a:lnTo>
                  <a:lnTo>
                    <a:pt x="2698" y="11313"/>
                  </a:lnTo>
                  <a:lnTo>
                    <a:pt x="1122" y="10053"/>
                  </a:lnTo>
                  <a:lnTo>
                    <a:pt x="0" y="1168"/>
                  </a:lnTo>
                  <a:lnTo>
                    <a:pt x="2002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3" name="ph6063"/>
            <p:cNvSpPr/>
            <p:nvPr/>
          </p:nvSpPr>
          <p:spPr>
            <a:xfrm>
              <a:off x="6679284" y="2769787"/>
              <a:ext cx="48970" cy="38563"/>
            </a:xfrm>
            <a:custGeom>
              <a:avLst/>
              <a:pathLst>
                <a:path w="48970" h="38563">
                  <a:moveTo>
                    <a:pt x="17718" y="89"/>
                  </a:moveTo>
                  <a:lnTo>
                    <a:pt x="18994" y="931"/>
                  </a:lnTo>
                  <a:lnTo>
                    <a:pt x="24856" y="8167"/>
                  </a:lnTo>
                  <a:lnTo>
                    <a:pt x="34922" y="8780"/>
                  </a:lnTo>
                  <a:lnTo>
                    <a:pt x="38049" y="7833"/>
                  </a:lnTo>
                  <a:lnTo>
                    <a:pt x="40914" y="5189"/>
                  </a:lnTo>
                  <a:lnTo>
                    <a:pt x="43896" y="7790"/>
                  </a:lnTo>
                  <a:lnTo>
                    <a:pt x="43526" y="9012"/>
                  </a:lnTo>
                  <a:lnTo>
                    <a:pt x="48671" y="14151"/>
                  </a:lnTo>
                  <a:lnTo>
                    <a:pt x="48970" y="14606"/>
                  </a:lnTo>
                  <a:lnTo>
                    <a:pt x="47690" y="15607"/>
                  </a:lnTo>
                  <a:lnTo>
                    <a:pt x="47260" y="20741"/>
                  </a:lnTo>
                  <a:lnTo>
                    <a:pt x="42724" y="19430"/>
                  </a:lnTo>
                  <a:lnTo>
                    <a:pt x="40133" y="27029"/>
                  </a:lnTo>
                  <a:lnTo>
                    <a:pt x="32025" y="36660"/>
                  </a:lnTo>
                  <a:lnTo>
                    <a:pt x="31237" y="38563"/>
                  </a:lnTo>
                  <a:lnTo>
                    <a:pt x="28227" y="38045"/>
                  </a:lnTo>
                  <a:lnTo>
                    <a:pt x="27360" y="36869"/>
                  </a:lnTo>
                  <a:lnTo>
                    <a:pt x="23537" y="35511"/>
                  </a:lnTo>
                  <a:lnTo>
                    <a:pt x="8915" y="31768"/>
                  </a:lnTo>
                  <a:lnTo>
                    <a:pt x="3015" y="27964"/>
                  </a:lnTo>
                  <a:lnTo>
                    <a:pt x="523" y="25038"/>
                  </a:lnTo>
                  <a:lnTo>
                    <a:pt x="0" y="22861"/>
                  </a:lnTo>
                  <a:lnTo>
                    <a:pt x="5369" y="18819"/>
                  </a:lnTo>
                  <a:lnTo>
                    <a:pt x="8546" y="18793"/>
                  </a:lnTo>
                  <a:lnTo>
                    <a:pt x="9835" y="15453"/>
                  </a:lnTo>
                  <a:lnTo>
                    <a:pt x="15317" y="7387"/>
                  </a:lnTo>
                  <a:lnTo>
                    <a:pt x="16116" y="4144"/>
                  </a:lnTo>
                  <a:lnTo>
                    <a:pt x="15539" y="2578"/>
                  </a:lnTo>
                  <a:lnTo>
                    <a:pt x="13893" y="1379"/>
                  </a:lnTo>
                  <a:lnTo>
                    <a:pt x="1477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4" name="ph6064"/>
            <p:cNvSpPr/>
            <p:nvPr/>
          </p:nvSpPr>
          <p:spPr>
            <a:xfrm>
              <a:off x="6634190" y="2753865"/>
              <a:ext cx="32325" cy="32090"/>
            </a:xfrm>
            <a:custGeom>
              <a:avLst/>
              <a:pathLst>
                <a:path w="32325" h="32090">
                  <a:moveTo>
                    <a:pt x="18913" y="0"/>
                  </a:moveTo>
                  <a:lnTo>
                    <a:pt x="21028" y="3180"/>
                  </a:lnTo>
                  <a:lnTo>
                    <a:pt x="31528" y="5229"/>
                  </a:lnTo>
                  <a:lnTo>
                    <a:pt x="32325" y="8243"/>
                  </a:lnTo>
                  <a:lnTo>
                    <a:pt x="32089" y="9246"/>
                  </a:lnTo>
                  <a:lnTo>
                    <a:pt x="29102" y="11399"/>
                  </a:lnTo>
                  <a:lnTo>
                    <a:pt x="22400" y="13368"/>
                  </a:lnTo>
                  <a:lnTo>
                    <a:pt x="18027" y="19974"/>
                  </a:lnTo>
                  <a:lnTo>
                    <a:pt x="17711" y="21981"/>
                  </a:lnTo>
                  <a:lnTo>
                    <a:pt x="10433" y="27285"/>
                  </a:lnTo>
                  <a:lnTo>
                    <a:pt x="6841" y="31424"/>
                  </a:lnTo>
                  <a:lnTo>
                    <a:pt x="2708" y="32090"/>
                  </a:lnTo>
                  <a:lnTo>
                    <a:pt x="7337" y="23696"/>
                  </a:lnTo>
                  <a:lnTo>
                    <a:pt x="7759" y="20376"/>
                  </a:lnTo>
                  <a:lnTo>
                    <a:pt x="5650" y="16479"/>
                  </a:lnTo>
                  <a:lnTo>
                    <a:pt x="3546" y="16220"/>
                  </a:lnTo>
                  <a:lnTo>
                    <a:pt x="793" y="14395"/>
                  </a:lnTo>
                  <a:lnTo>
                    <a:pt x="0" y="11941"/>
                  </a:lnTo>
                  <a:lnTo>
                    <a:pt x="5698" y="11796"/>
                  </a:lnTo>
                  <a:lnTo>
                    <a:pt x="5059" y="10116"/>
                  </a:lnTo>
                  <a:lnTo>
                    <a:pt x="7730" y="8880"/>
                  </a:lnTo>
                  <a:lnTo>
                    <a:pt x="8894" y="8793"/>
                  </a:lnTo>
                  <a:lnTo>
                    <a:pt x="11221" y="10768"/>
                  </a:lnTo>
                  <a:lnTo>
                    <a:pt x="12502" y="10757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5" name="ph6065"/>
            <p:cNvSpPr/>
            <p:nvPr/>
          </p:nvSpPr>
          <p:spPr>
            <a:xfrm>
              <a:off x="6641347" y="2793540"/>
              <a:ext cx="40952" cy="21429"/>
            </a:xfrm>
            <a:custGeom>
              <a:avLst/>
              <a:pathLst>
                <a:path w="40952" h="21429">
                  <a:moveTo>
                    <a:pt x="15707" y="2710"/>
                  </a:moveTo>
                  <a:lnTo>
                    <a:pt x="32656" y="12290"/>
                  </a:lnTo>
                  <a:lnTo>
                    <a:pt x="33997" y="5357"/>
                  </a:lnTo>
                  <a:lnTo>
                    <a:pt x="38460" y="1286"/>
                  </a:lnTo>
                  <a:lnTo>
                    <a:pt x="40952" y="4211"/>
                  </a:lnTo>
                  <a:lnTo>
                    <a:pt x="35619" y="18363"/>
                  </a:lnTo>
                  <a:lnTo>
                    <a:pt x="34075" y="21429"/>
                  </a:lnTo>
                  <a:lnTo>
                    <a:pt x="28320" y="16167"/>
                  </a:lnTo>
                  <a:lnTo>
                    <a:pt x="23468" y="14912"/>
                  </a:lnTo>
                  <a:lnTo>
                    <a:pt x="10378" y="14087"/>
                  </a:lnTo>
                  <a:lnTo>
                    <a:pt x="2992" y="10903"/>
                  </a:lnTo>
                  <a:lnTo>
                    <a:pt x="1272" y="4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6" name="ph6066"/>
            <p:cNvSpPr/>
            <p:nvPr/>
          </p:nvSpPr>
          <p:spPr>
            <a:xfrm>
              <a:off x="6773850" y="2643480"/>
              <a:ext cx="47741" cy="47093"/>
            </a:xfrm>
            <a:custGeom>
              <a:avLst/>
              <a:pathLst>
                <a:path w="47741" h="47093">
                  <a:moveTo>
                    <a:pt x="28743" y="0"/>
                  </a:moveTo>
                  <a:lnTo>
                    <a:pt x="33225" y="3552"/>
                  </a:lnTo>
                  <a:lnTo>
                    <a:pt x="33559" y="4320"/>
                  </a:lnTo>
                  <a:lnTo>
                    <a:pt x="30217" y="11056"/>
                  </a:lnTo>
                  <a:lnTo>
                    <a:pt x="29854" y="13618"/>
                  </a:lnTo>
                  <a:lnTo>
                    <a:pt x="33179" y="20790"/>
                  </a:lnTo>
                  <a:lnTo>
                    <a:pt x="35988" y="22884"/>
                  </a:lnTo>
                  <a:lnTo>
                    <a:pt x="36933" y="28201"/>
                  </a:lnTo>
                  <a:lnTo>
                    <a:pt x="42790" y="29001"/>
                  </a:lnTo>
                  <a:lnTo>
                    <a:pt x="42135" y="24913"/>
                  </a:lnTo>
                  <a:lnTo>
                    <a:pt x="45987" y="26431"/>
                  </a:lnTo>
                  <a:lnTo>
                    <a:pt x="47741" y="27951"/>
                  </a:lnTo>
                  <a:lnTo>
                    <a:pt x="47335" y="31991"/>
                  </a:lnTo>
                  <a:lnTo>
                    <a:pt x="45063" y="32683"/>
                  </a:lnTo>
                  <a:lnTo>
                    <a:pt x="43564" y="34197"/>
                  </a:lnTo>
                  <a:lnTo>
                    <a:pt x="46466" y="38334"/>
                  </a:lnTo>
                  <a:lnTo>
                    <a:pt x="47223" y="41599"/>
                  </a:lnTo>
                  <a:lnTo>
                    <a:pt x="41021" y="47028"/>
                  </a:lnTo>
                  <a:lnTo>
                    <a:pt x="39171" y="47093"/>
                  </a:lnTo>
                  <a:lnTo>
                    <a:pt x="38997" y="45037"/>
                  </a:lnTo>
                  <a:lnTo>
                    <a:pt x="26271" y="43210"/>
                  </a:lnTo>
                  <a:lnTo>
                    <a:pt x="26781" y="39587"/>
                  </a:lnTo>
                  <a:lnTo>
                    <a:pt x="28994" y="35105"/>
                  </a:lnTo>
                  <a:lnTo>
                    <a:pt x="28748" y="32615"/>
                  </a:lnTo>
                  <a:lnTo>
                    <a:pt x="24855" y="29855"/>
                  </a:lnTo>
                  <a:lnTo>
                    <a:pt x="22279" y="29616"/>
                  </a:lnTo>
                  <a:lnTo>
                    <a:pt x="22318" y="31063"/>
                  </a:lnTo>
                  <a:lnTo>
                    <a:pt x="19167" y="30509"/>
                  </a:lnTo>
                  <a:lnTo>
                    <a:pt x="19936" y="23848"/>
                  </a:lnTo>
                  <a:lnTo>
                    <a:pt x="14071" y="24971"/>
                  </a:lnTo>
                  <a:lnTo>
                    <a:pt x="8332" y="20817"/>
                  </a:lnTo>
                  <a:lnTo>
                    <a:pt x="5904" y="19197"/>
                  </a:lnTo>
                  <a:lnTo>
                    <a:pt x="615" y="18915"/>
                  </a:lnTo>
                  <a:lnTo>
                    <a:pt x="0" y="15953"/>
                  </a:lnTo>
                  <a:lnTo>
                    <a:pt x="650" y="15034"/>
                  </a:lnTo>
                  <a:lnTo>
                    <a:pt x="4086" y="10957"/>
                  </a:lnTo>
                  <a:lnTo>
                    <a:pt x="7543" y="8810"/>
                  </a:lnTo>
                  <a:lnTo>
                    <a:pt x="8809" y="9028"/>
                  </a:lnTo>
                  <a:lnTo>
                    <a:pt x="14681" y="7176"/>
                  </a:lnTo>
                  <a:lnTo>
                    <a:pt x="21670" y="7304"/>
                  </a:lnTo>
                  <a:lnTo>
                    <a:pt x="22714" y="5130"/>
                  </a:lnTo>
                  <a:lnTo>
                    <a:pt x="22815" y="1417"/>
                  </a:lnTo>
                  <a:lnTo>
                    <a:pt x="24948" y="1931"/>
                  </a:lnTo>
                  <a:lnTo>
                    <a:pt x="25095" y="40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7" name="ph6067"/>
            <p:cNvSpPr/>
            <p:nvPr/>
          </p:nvSpPr>
          <p:spPr>
            <a:xfrm>
              <a:off x="6812879" y="2675393"/>
              <a:ext cx="43016" cy="26916"/>
            </a:xfrm>
            <a:custGeom>
              <a:avLst/>
              <a:pathLst>
                <a:path w="43016" h="26916">
                  <a:moveTo>
                    <a:pt x="35921" y="3523"/>
                  </a:moveTo>
                  <a:lnTo>
                    <a:pt x="38113" y="4080"/>
                  </a:lnTo>
                  <a:lnTo>
                    <a:pt x="38293" y="4141"/>
                  </a:lnTo>
                  <a:lnTo>
                    <a:pt x="36002" y="12366"/>
                  </a:lnTo>
                  <a:lnTo>
                    <a:pt x="38311" y="14529"/>
                  </a:lnTo>
                  <a:lnTo>
                    <a:pt x="37644" y="16966"/>
                  </a:lnTo>
                  <a:lnTo>
                    <a:pt x="33820" y="16524"/>
                  </a:lnTo>
                  <a:lnTo>
                    <a:pt x="32325" y="19382"/>
                  </a:lnTo>
                  <a:lnTo>
                    <a:pt x="43016" y="19493"/>
                  </a:lnTo>
                  <a:lnTo>
                    <a:pt x="40741" y="26372"/>
                  </a:lnTo>
                  <a:lnTo>
                    <a:pt x="39001" y="26497"/>
                  </a:lnTo>
                  <a:lnTo>
                    <a:pt x="32930" y="26916"/>
                  </a:lnTo>
                  <a:lnTo>
                    <a:pt x="30915" y="24745"/>
                  </a:lnTo>
                  <a:lnTo>
                    <a:pt x="21950" y="20269"/>
                  </a:lnTo>
                  <a:lnTo>
                    <a:pt x="19766" y="19557"/>
                  </a:lnTo>
                  <a:lnTo>
                    <a:pt x="3437" y="18458"/>
                  </a:lnTo>
                  <a:lnTo>
                    <a:pt x="0" y="15921"/>
                  </a:lnTo>
                  <a:lnTo>
                    <a:pt x="142" y="15180"/>
                  </a:lnTo>
                  <a:lnTo>
                    <a:pt x="1991" y="15114"/>
                  </a:lnTo>
                  <a:lnTo>
                    <a:pt x="8194" y="9686"/>
                  </a:lnTo>
                  <a:lnTo>
                    <a:pt x="11030" y="8368"/>
                  </a:lnTo>
                  <a:lnTo>
                    <a:pt x="12754" y="5385"/>
                  </a:lnTo>
                  <a:lnTo>
                    <a:pt x="15856" y="3496"/>
                  </a:lnTo>
                  <a:lnTo>
                    <a:pt x="25226" y="4345"/>
                  </a:lnTo>
                  <a:lnTo>
                    <a:pt x="27640" y="5319"/>
                  </a:lnTo>
                  <a:lnTo>
                    <a:pt x="29784" y="3697"/>
                  </a:lnTo>
                  <a:lnTo>
                    <a:pt x="32543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8" name="ph6068"/>
            <p:cNvSpPr/>
            <p:nvPr/>
          </p:nvSpPr>
          <p:spPr>
            <a:xfrm>
              <a:off x="6746870" y="2595725"/>
              <a:ext cx="51385" cy="33683"/>
            </a:xfrm>
            <a:custGeom>
              <a:avLst/>
              <a:pathLst>
                <a:path w="51385" h="33683">
                  <a:moveTo>
                    <a:pt x="42604" y="1878"/>
                  </a:moveTo>
                  <a:lnTo>
                    <a:pt x="41170" y="3116"/>
                  </a:lnTo>
                  <a:lnTo>
                    <a:pt x="40511" y="2551"/>
                  </a:lnTo>
                  <a:lnTo>
                    <a:pt x="37501" y="5248"/>
                  </a:lnTo>
                  <a:lnTo>
                    <a:pt x="36145" y="8943"/>
                  </a:lnTo>
                  <a:lnTo>
                    <a:pt x="48174" y="8389"/>
                  </a:lnTo>
                  <a:lnTo>
                    <a:pt x="51385" y="11141"/>
                  </a:lnTo>
                  <a:lnTo>
                    <a:pt x="47977" y="13483"/>
                  </a:lnTo>
                  <a:lnTo>
                    <a:pt x="47987" y="15851"/>
                  </a:lnTo>
                  <a:lnTo>
                    <a:pt x="40761" y="16446"/>
                  </a:lnTo>
                  <a:lnTo>
                    <a:pt x="38218" y="18012"/>
                  </a:lnTo>
                  <a:lnTo>
                    <a:pt x="38128" y="20157"/>
                  </a:lnTo>
                  <a:lnTo>
                    <a:pt x="29954" y="20307"/>
                  </a:lnTo>
                  <a:lnTo>
                    <a:pt x="29940" y="18487"/>
                  </a:lnTo>
                  <a:lnTo>
                    <a:pt x="27641" y="19447"/>
                  </a:lnTo>
                  <a:lnTo>
                    <a:pt x="26953" y="25533"/>
                  </a:lnTo>
                  <a:lnTo>
                    <a:pt x="27854" y="28327"/>
                  </a:lnTo>
                  <a:lnTo>
                    <a:pt x="22876" y="30941"/>
                  </a:lnTo>
                  <a:lnTo>
                    <a:pt x="15991" y="31764"/>
                  </a:lnTo>
                  <a:lnTo>
                    <a:pt x="10435" y="33683"/>
                  </a:lnTo>
                  <a:lnTo>
                    <a:pt x="6635" y="28247"/>
                  </a:lnTo>
                  <a:lnTo>
                    <a:pt x="5185" y="30387"/>
                  </a:lnTo>
                  <a:lnTo>
                    <a:pt x="0" y="26436"/>
                  </a:lnTo>
                  <a:lnTo>
                    <a:pt x="449" y="22902"/>
                  </a:lnTo>
                  <a:lnTo>
                    <a:pt x="3948" y="23180"/>
                  </a:lnTo>
                  <a:lnTo>
                    <a:pt x="3914" y="11570"/>
                  </a:lnTo>
                  <a:lnTo>
                    <a:pt x="6026" y="9401"/>
                  </a:lnTo>
                  <a:lnTo>
                    <a:pt x="6648" y="7663"/>
                  </a:lnTo>
                  <a:lnTo>
                    <a:pt x="5794" y="5058"/>
                  </a:lnTo>
                  <a:lnTo>
                    <a:pt x="9956" y="3874"/>
                  </a:lnTo>
                  <a:lnTo>
                    <a:pt x="16099" y="5435"/>
                  </a:lnTo>
                  <a:lnTo>
                    <a:pt x="16156" y="1978"/>
                  </a:lnTo>
                  <a:lnTo>
                    <a:pt x="32387" y="1946"/>
                  </a:lnTo>
                  <a:lnTo>
                    <a:pt x="3238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9" name="ph6069"/>
            <p:cNvSpPr/>
            <p:nvPr/>
          </p:nvSpPr>
          <p:spPr>
            <a:xfrm>
              <a:off x="6646390" y="2507148"/>
              <a:ext cx="64376" cy="49163"/>
            </a:xfrm>
            <a:custGeom>
              <a:avLst/>
              <a:pathLst>
                <a:path w="64376" h="49163">
                  <a:moveTo>
                    <a:pt x="33543" y="12993"/>
                  </a:moveTo>
                  <a:lnTo>
                    <a:pt x="37048" y="13777"/>
                  </a:lnTo>
                  <a:lnTo>
                    <a:pt x="39005" y="11340"/>
                  </a:lnTo>
                  <a:lnTo>
                    <a:pt x="47585" y="11978"/>
                  </a:lnTo>
                  <a:lnTo>
                    <a:pt x="45537" y="19552"/>
                  </a:lnTo>
                  <a:lnTo>
                    <a:pt x="46997" y="20319"/>
                  </a:lnTo>
                  <a:lnTo>
                    <a:pt x="51997" y="20276"/>
                  </a:lnTo>
                  <a:lnTo>
                    <a:pt x="56192" y="22225"/>
                  </a:lnTo>
                  <a:lnTo>
                    <a:pt x="57580" y="25216"/>
                  </a:lnTo>
                  <a:lnTo>
                    <a:pt x="64376" y="24711"/>
                  </a:lnTo>
                  <a:lnTo>
                    <a:pt x="64256" y="41504"/>
                  </a:lnTo>
                  <a:lnTo>
                    <a:pt x="57671" y="40286"/>
                  </a:lnTo>
                  <a:lnTo>
                    <a:pt x="53877" y="43087"/>
                  </a:lnTo>
                  <a:lnTo>
                    <a:pt x="47010" y="44948"/>
                  </a:lnTo>
                  <a:lnTo>
                    <a:pt x="36475" y="49163"/>
                  </a:lnTo>
                  <a:lnTo>
                    <a:pt x="31050" y="48208"/>
                  </a:lnTo>
                  <a:lnTo>
                    <a:pt x="31661" y="46327"/>
                  </a:lnTo>
                  <a:lnTo>
                    <a:pt x="31211" y="45375"/>
                  </a:lnTo>
                  <a:lnTo>
                    <a:pt x="28846" y="43927"/>
                  </a:lnTo>
                  <a:lnTo>
                    <a:pt x="23499" y="43718"/>
                  </a:lnTo>
                  <a:lnTo>
                    <a:pt x="21927" y="43717"/>
                  </a:lnTo>
                  <a:lnTo>
                    <a:pt x="20167" y="46976"/>
                  </a:lnTo>
                  <a:lnTo>
                    <a:pt x="17595" y="49022"/>
                  </a:lnTo>
                  <a:lnTo>
                    <a:pt x="11421" y="48880"/>
                  </a:lnTo>
                  <a:lnTo>
                    <a:pt x="10499" y="47747"/>
                  </a:lnTo>
                  <a:lnTo>
                    <a:pt x="620" y="48286"/>
                  </a:lnTo>
                  <a:lnTo>
                    <a:pt x="1438" y="43282"/>
                  </a:lnTo>
                  <a:lnTo>
                    <a:pt x="2565" y="41269"/>
                  </a:lnTo>
                  <a:lnTo>
                    <a:pt x="5305" y="39376"/>
                  </a:lnTo>
                  <a:lnTo>
                    <a:pt x="2581" y="32192"/>
                  </a:lnTo>
                  <a:lnTo>
                    <a:pt x="0" y="29815"/>
                  </a:lnTo>
                  <a:lnTo>
                    <a:pt x="1527" y="22636"/>
                  </a:lnTo>
                  <a:lnTo>
                    <a:pt x="9310" y="22848"/>
                  </a:lnTo>
                  <a:lnTo>
                    <a:pt x="13268" y="20752"/>
                  </a:lnTo>
                  <a:lnTo>
                    <a:pt x="13916" y="19405"/>
                  </a:lnTo>
                  <a:lnTo>
                    <a:pt x="11103" y="12269"/>
                  </a:lnTo>
                  <a:lnTo>
                    <a:pt x="11551" y="10195"/>
                  </a:lnTo>
                  <a:lnTo>
                    <a:pt x="16225" y="4522"/>
                  </a:lnTo>
                  <a:lnTo>
                    <a:pt x="24280" y="1501"/>
                  </a:lnTo>
                  <a:lnTo>
                    <a:pt x="3309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0" name="ph6070"/>
            <p:cNvSpPr/>
            <p:nvPr/>
          </p:nvSpPr>
          <p:spPr>
            <a:xfrm>
              <a:off x="6667747" y="2827049"/>
              <a:ext cx="31945" cy="37351"/>
            </a:xfrm>
            <a:custGeom>
              <a:avLst/>
              <a:pathLst>
                <a:path w="31945" h="37351">
                  <a:moveTo>
                    <a:pt x="9953" y="0"/>
                  </a:moveTo>
                  <a:lnTo>
                    <a:pt x="22239" y="3566"/>
                  </a:lnTo>
                  <a:lnTo>
                    <a:pt x="23596" y="4613"/>
                  </a:lnTo>
                  <a:lnTo>
                    <a:pt x="31945" y="5797"/>
                  </a:lnTo>
                  <a:lnTo>
                    <a:pt x="29906" y="10102"/>
                  </a:lnTo>
                  <a:lnTo>
                    <a:pt x="27942" y="11076"/>
                  </a:lnTo>
                  <a:lnTo>
                    <a:pt x="26256" y="18076"/>
                  </a:lnTo>
                  <a:lnTo>
                    <a:pt x="27119" y="24550"/>
                  </a:lnTo>
                  <a:lnTo>
                    <a:pt x="26277" y="26237"/>
                  </a:lnTo>
                  <a:lnTo>
                    <a:pt x="23749" y="27376"/>
                  </a:lnTo>
                  <a:lnTo>
                    <a:pt x="24845" y="29274"/>
                  </a:lnTo>
                  <a:lnTo>
                    <a:pt x="28671" y="31698"/>
                  </a:lnTo>
                  <a:lnTo>
                    <a:pt x="24937" y="35959"/>
                  </a:lnTo>
                  <a:lnTo>
                    <a:pt x="20867" y="36365"/>
                  </a:lnTo>
                  <a:lnTo>
                    <a:pt x="20307" y="37351"/>
                  </a:lnTo>
                  <a:lnTo>
                    <a:pt x="10268" y="32273"/>
                  </a:lnTo>
                  <a:lnTo>
                    <a:pt x="7480" y="33876"/>
                  </a:lnTo>
                  <a:lnTo>
                    <a:pt x="4071" y="33518"/>
                  </a:lnTo>
                  <a:lnTo>
                    <a:pt x="5739" y="29047"/>
                  </a:lnTo>
                  <a:lnTo>
                    <a:pt x="742" y="26690"/>
                  </a:lnTo>
                  <a:lnTo>
                    <a:pt x="0" y="18971"/>
                  </a:lnTo>
                  <a:lnTo>
                    <a:pt x="5706" y="17689"/>
                  </a:lnTo>
                  <a:lnTo>
                    <a:pt x="6852" y="16484"/>
                  </a:lnTo>
                  <a:lnTo>
                    <a:pt x="7383" y="12193"/>
                  </a:lnTo>
                  <a:lnTo>
                    <a:pt x="4662" y="10294"/>
                  </a:lnTo>
                  <a:lnTo>
                    <a:pt x="3929" y="8297"/>
                  </a:lnTo>
                  <a:lnTo>
                    <a:pt x="4416" y="5894"/>
                  </a:lnTo>
                  <a:lnTo>
                    <a:pt x="6896" y="4743"/>
                  </a:lnTo>
                  <a:lnTo>
                    <a:pt x="7007" y="1664"/>
                  </a:lnTo>
                  <a:lnTo>
                    <a:pt x="8333" y="34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1" name="ph6071"/>
            <p:cNvSpPr/>
            <p:nvPr/>
          </p:nvSpPr>
          <p:spPr>
            <a:xfrm>
              <a:off x="6675524" y="2619753"/>
              <a:ext cx="59001" cy="55996"/>
            </a:xfrm>
            <a:custGeom>
              <a:avLst/>
              <a:pathLst>
                <a:path w="59001" h="55996">
                  <a:moveTo>
                    <a:pt x="31903" y="3350"/>
                  </a:moveTo>
                  <a:lnTo>
                    <a:pt x="39430" y="2082"/>
                  </a:lnTo>
                  <a:lnTo>
                    <a:pt x="42186" y="2565"/>
                  </a:lnTo>
                  <a:lnTo>
                    <a:pt x="46881" y="4484"/>
                  </a:lnTo>
                  <a:lnTo>
                    <a:pt x="48910" y="9631"/>
                  </a:lnTo>
                  <a:lnTo>
                    <a:pt x="48683" y="11312"/>
                  </a:lnTo>
                  <a:lnTo>
                    <a:pt x="48995" y="13528"/>
                  </a:lnTo>
                  <a:lnTo>
                    <a:pt x="47873" y="14868"/>
                  </a:lnTo>
                  <a:lnTo>
                    <a:pt x="54754" y="17026"/>
                  </a:lnTo>
                  <a:lnTo>
                    <a:pt x="59001" y="19607"/>
                  </a:lnTo>
                  <a:lnTo>
                    <a:pt x="58745" y="20719"/>
                  </a:lnTo>
                  <a:lnTo>
                    <a:pt x="56383" y="20829"/>
                  </a:lnTo>
                  <a:lnTo>
                    <a:pt x="55771" y="21657"/>
                  </a:lnTo>
                  <a:lnTo>
                    <a:pt x="56480" y="25475"/>
                  </a:lnTo>
                  <a:lnTo>
                    <a:pt x="58469" y="26545"/>
                  </a:lnTo>
                  <a:lnTo>
                    <a:pt x="55346" y="32704"/>
                  </a:lnTo>
                  <a:lnTo>
                    <a:pt x="56287" y="41469"/>
                  </a:lnTo>
                  <a:lnTo>
                    <a:pt x="51216" y="46968"/>
                  </a:lnTo>
                  <a:lnTo>
                    <a:pt x="50107" y="49093"/>
                  </a:lnTo>
                  <a:lnTo>
                    <a:pt x="40072" y="48141"/>
                  </a:lnTo>
                  <a:lnTo>
                    <a:pt x="37966" y="50172"/>
                  </a:lnTo>
                  <a:lnTo>
                    <a:pt x="36531" y="54425"/>
                  </a:lnTo>
                  <a:lnTo>
                    <a:pt x="34745" y="55996"/>
                  </a:lnTo>
                  <a:lnTo>
                    <a:pt x="28776" y="51760"/>
                  </a:lnTo>
                  <a:lnTo>
                    <a:pt x="24472" y="53012"/>
                  </a:lnTo>
                  <a:lnTo>
                    <a:pt x="22647" y="50309"/>
                  </a:lnTo>
                  <a:lnTo>
                    <a:pt x="16117" y="45919"/>
                  </a:lnTo>
                  <a:lnTo>
                    <a:pt x="19584" y="41672"/>
                  </a:lnTo>
                  <a:lnTo>
                    <a:pt x="18820" y="37016"/>
                  </a:lnTo>
                  <a:lnTo>
                    <a:pt x="15699" y="35418"/>
                  </a:lnTo>
                  <a:lnTo>
                    <a:pt x="14954" y="37521"/>
                  </a:lnTo>
                  <a:lnTo>
                    <a:pt x="10433" y="32901"/>
                  </a:lnTo>
                  <a:lnTo>
                    <a:pt x="10747" y="32268"/>
                  </a:lnTo>
                  <a:lnTo>
                    <a:pt x="6575" y="31460"/>
                  </a:lnTo>
                  <a:lnTo>
                    <a:pt x="3259" y="29678"/>
                  </a:lnTo>
                  <a:lnTo>
                    <a:pt x="1353" y="28702"/>
                  </a:lnTo>
                  <a:lnTo>
                    <a:pt x="360" y="26416"/>
                  </a:lnTo>
                  <a:lnTo>
                    <a:pt x="0" y="21197"/>
                  </a:lnTo>
                  <a:lnTo>
                    <a:pt x="1313" y="14437"/>
                  </a:lnTo>
                  <a:lnTo>
                    <a:pt x="4093" y="11390"/>
                  </a:lnTo>
                  <a:lnTo>
                    <a:pt x="5049" y="4591"/>
                  </a:lnTo>
                  <a:lnTo>
                    <a:pt x="9240" y="5887"/>
                  </a:lnTo>
                  <a:lnTo>
                    <a:pt x="9516" y="8104"/>
                  </a:lnTo>
                  <a:lnTo>
                    <a:pt x="10545" y="9087"/>
                  </a:lnTo>
                  <a:lnTo>
                    <a:pt x="14330" y="7065"/>
                  </a:lnTo>
                  <a:lnTo>
                    <a:pt x="16645" y="1955"/>
                  </a:lnTo>
                  <a:lnTo>
                    <a:pt x="18615" y="660"/>
                  </a:lnTo>
                  <a:lnTo>
                    <a:pt x="23854" y="2735"/>
                  </a:lnTo>
                  <a:lnTo>
                    <a:pt x="25211" y="0"/>
                  </a:lnTo>
                  <a:lnTo>
                    <a:pt x="28625" y="18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2" name="ph6072"/>
            <p:cNvSpPr/>
            <p:nvPr/>
          </p:nvSpPr>
          <p:spPr>
            <a:xfrm>
              <a:off x="6642805" y="2531859"/>
              <a:ext cx="125027" cy="96981"/>
            </a:xfrm>
            <a:custGeom>
              <a:avLst/>
              <a:pathLst>
                <a:path w="125027" h="96981">
                  <a:moveTo>
                    <a:pt x="71176" y="437"/>
                  </a:moveTo>
                  <a:lnTo>
                    <a:pt x="75468" y="4282"/>
                  </a:lnTo>
                  <a:lnTo>
                    <a:pt x="77861" y="4712"/>
                  </a:lnTo>
                  <a:lnTo>
                    <a:pt x="79246" y="7427"/>
                  </a:lnTo>
                  <a:lnTo>
                    <a:pt x="77669" y="14185"/>
                  </a:lnTo>
                  <a:lnTo>
                    <a:pt x="78653" y="15726"/>
                  </a:lnTo>
                  <a:lnTo>
                    <a:pt x="82197" y="17120"/>
                  </a:lnTo>
                  <a:lnTo>
                    <a:pt x="89545" y="15181"/>
                  </a:lnTo>
                  <a:lnTo>
                    <a:pt x="91318" y="8831"/>
                  </a:lnTo>
                  <a:lnTo>
                    <a:pt x="93570" y="7544"/>
                  </a:lnTo>
                  <a:lnTo>
                    <a:pt x="101317" y="10563"/>
                  </a:lnTo>
                  <a:lnTo>
                    <a:pt x="115203" y="10476"/>
                  </a:lnTo>
                  <a:lnTo>
                    <a:pt x="119203" y="12268"/>
                  </a:lnTo>
                  <a:lnTo>
                    <a:pt x="118300" y="15761"/>
                  </a:lnTo>
                  <a:lnTo>
                    <a:pt x="125027" y="17896"/>
                  </a:lnTo>
                  <a:lnTo>
                    <a:pt x="124764" y="20385"/>
                  </a:lnTo>
                  <a:lnTo>
                    <a:pt x="123501" y="22682"/>
                  </a:lnTo>
                  <a:lnTo>
                    <a:pt x="120526" y="26901"/>
                  </a:lnTo>
                  <a:lnTo>
                    <a:pt x="116208" y="30579"/>
                  </a:lnTo>
                  <a:lnTo>
                    <a:pt x="115899" y="34024"/>
                  </a:lnTo>
                  <a:lnTo>
                    <a:pt x="122716" y="38018"/>
                  </a:lnTo>
                  <a:lnTo>
                    <a:pt x="123047" y="40484"/>
                  </a:lnTo>
                  <a:lnTo>
                    <a:pt x="121115" y="45811"/>
                  </a:lnTo>
                  <a:lnTo>
                    <a:pt x="117806" y="49583"/>
                  </a:lnTo>
                  <a:lnTo>
                    <a:pt x="124871" y="54758"/>
                  </a:lnTo>
                  <a:lnTo>
                    <a:pt x="121002" y="56020"/>
                  </a:lnTo>
                  <a:lnTo>
                    <a:pt x="117136" y="64170"/>
                  </a:lnTo>
                  <a:lnTo>
                    <a:pt x="114020" y="67741"/>
                  </a:lnTo>
                  <a:lnTo>
                    <a:pt x="109858" y="68924"/>
                  </a:lnTo>
                  <a:lnTo>
                    <a:pt x="108955" y="66563"/>
                  </a:lnTo>
                  <a:lnTo>
                    <a:pt x="104212" y="62391"/>
                  </a:lnTo>
                  <a:lnTo>
                    <a:pt x="103068" y="62400"/>
                  </a:lnTo>
                  <a:lnTo>
                    <a:pt x="100251" y="67611"/>
                  </a:lnTo>
                  <a:lnTo>
                    <a:pt x="97554" y="70538"/>
                  </a:lnTo>
                  <a:lnTo>
                    <a:pt x="94217" y="70862"/>
                  </a:lnTo>
                  <a:lnTo>
                    <a:pt x="90841" y="68701"/>
                  </a:lnTo>
                  <a:lnTo>
                    <a:pt x="84641" y="68673"/>
                  </a:lnTo>
                  <a:lnTo>
                    <a:pt x="80787" y="69556"/>
                  </a:lnTo>
                  <a:lnTo>
                    <a:pt x="82071" y="71530"/>
                  </a:lnTo>
                  <a:lnTo>
                    <a:pt x="74470" y="74980"/>
                  </a:lnTo>
                  <a:lnTo>
                    <a:pt x="74103" y="80612"/>
                  </a:lnTo>
                  <a:lnTo>
                    <a:pt x="75276" y="80695"/>
                  </a:lnTo>
                  <a:lnTo>
                    <a:pt x="74488" y="88425"/>
                  </a:lnTo>
                  <a:lnTo>
                    <a:pt x="74905" y="90459"/>
                  </a:lnTo>
                  <a:lnTo>
                    <a:pt x="72150" y="89977"/>
                  </a:lnTo>
                  <a:lnTo>
                    <a:pt x="64623" y="91244"/>
                  </a:lnTo>
                  <a:lnTo>
                    <a:pt x="61344" y="88076"/>
                  </a:lnTo>
                  <a:lnTo>
                    <a:pt x="57930" y="87894"/>
                  </a:lnTo>
                  <a:lnTo>
                    <a:pt x="56573" y="90629"/>
                  </a:lnTo>
                  <a:lnTo>
                    <a:pt x="51334" y="88554"/>
                  </a:lnTo>
                  <a:lnTo>
                    <a:pt x="49364" y="89850"/>
                  </a:lnTo>
                  <a:lnTo>
                    <a:pt x="47049" y="94959"/>
                  </a:lnTo>
                  <a:lnTo>
                    <a:pt x="43264" y="96981"/>
                  </a:lnTo>
                  <a:lnTo>
                    <a:pt x="42235" y="95999"/>
                  </a:lnTo>
                  <a:lnTo>
                    <a:pt x="41959" y="93782"/>
                  </a:lnTo>
                  <a:lnTo>
                    <a:pt x="37769" y="92486"/>
                  </a:lnTo>
                  <a:lnTo>
                    <a:pt x="32821" y="90302"/>
                  </a:lnTo>
                  <a:lnTo>
                    <a:pt x="35698" y="84597"/>
                  </a:lnTo>
                  <a:lnTo>
                    <a:pt x="35295" y="83537"/>
                  </a:lnTo>
                  <a:lnTo>
                    <a:pt x="32395" y="81862"/>
                  </a:lnTo>
                  <a:lnTo>
                    <a:pt x="33275" y="76380"/>
                  </a:lnTo>
                  <a:lnTo>
                    <a:pt x="21618" y="71754"/>
                  </a:lnTo>
                  <a:lnTo>
                    <a:pt x="14560" y="70171"/>
                  </a:lnTo>
                  <a:lnTo>
                    <a:pt x="12090" y="66612"/>
                  </a:lnTo>
                  <a:lnTo>
                    <a:pt x="10279" y="61642"/>
                  </a:lnTo>
                  <a:lnTo>
                    <a:pt x="4376" y="61320"/>
                  </a:lnTo>
                  <a:lnTo>
                    <a:pt x="0" y="56027"/>
                  </a:lnTo>
                  <a:lnTo>
                    <a:pt x="5871" y="37400"/>
                  </a:lnTo>
                  <a:lnTo>
                    <a:pt x="2983" y="34172"/>
                  </a:lnTo>
                  <a:lnTo>
                    <a:pt x="1495" y="34070"/>
                  </a:lnTo>
                  <a:lnTo>
                    <a:pt x="30" y="32028"/>
                  </a:lnTo>
                  <a:lnTo>
                    <a:pt x="176" y="27397"/>
                  </a:lnTo>
                  <a:lnTo>
                    <a:pt x="1954" y="27226"/>
                  </a:lnTo>
                  <a:lnTo>
                    <a:pt x="4205" y="23575"/>
                  </a:lnTo>
                  <a:lnTo>
                    <a:pt x="14084" y="23036"/>
                  </a:lnTo>
                  <a:lnTo>
                    <a:pt x="15006" y="24169"/>
                  </a:lnTo>
                  <a:lnTo>
                    <a:pt x="21180" y="24311"/>
                  </a:lnTo>
                  <a:lnTo>
                    <a:pt x="23752" y="22265"/>
                  </a:lnTo>
                  <a:lnTo>
                    <a:pt x="25512" y="19006"/>
                  </a:lnTo>
                  <a:lnTo>
                    <a:pt x="27084" y="19007"/>
                  </a:lnTo>
                  <a:lnTo>
                    <a:pt x="32431" y="19216"/>
                  </a:lnTo>
                  <a:lnTo>
                    <a:pt x="34796" y="20664"/>
                  </a:lnTo>
                  <a:lnTo>
                    <a:pt x="35246" y="21616"/>
                  </a:lnTo>
                  <a:lnTo>
                    <a:pt x="34635" y="23497"/>
                  </a:lnTo>
                  <a:lnTo>
                    <a:pt x="40060" y="24452"/>
                  </a:lnTo>
                  <a:lnTo>
                    <a:pt x="50595" y="20237"/>
                  </a:lnTo>
                  <a:lnTo>
                    <a:pt x="57462" y="18376"/>
                  </a:lnTo>
                  <a:lnTo>
                    <a:pt x="61256" y="15575"/>
                  </a:lnTo>
                  <a:lnTo>
                    <a:pt x="67841" y="16793"/>
                  </a:lnTo>
                  <a:lnTo>
                    <a:pt x="67961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3" name="ph6073"/>
            <p:cNvSpPr/>
            <p:nvPr/>
          </p:nvSpPr>
          <p:spPr>
            <a:xfrm>
              <a:off x="6697654" y="2784394"/>
              <a:ext cx="44034" cy="59857"/>
            </a:xfrm>
            <a:custGeom>
              <a:avLst/>
              <a:pathLst>
                <a:path w="44034" h="59857">
                  <a:moveTo>
                    <a:pt x="34196" y="1230"/>
                  </a:moveTo>
                  <a:lnTo>
                    <a:pt x="33932" y="6041"/>
                  </a:lnTo>
                  <a:lnTo>
                    <a:pt x="35214" y="9389"/>
                  </a:lnTo>
                  <a:lnTo>
                    <a:pt x="40271" y="11169"/>
                  </a:lnTo>
                  <a:lnTo>
                    <a:pt x="40987" y="12638"/>
                  </a:lnTo>
                  <a:lnTo>
                    <a:pt x="39263" y="12478"/>
                  </a:lnTo>
                  <a:lnTo>
                    <a:pt x="37469" y="14923"/>
                  </a:lnTo>
                  <a:lnTo>
                    <a:pt x="36998" y="16286"/>
                  </a:lnTo>
                  <a:lnTo>
                    <a:pt x="37494" y="17677"/>
                  </a:lnTo>
                  <a:lnTo>
                    <a:pt x="35436" y="22146"/>
                  </a:lnTo>
                  <a:lnTo>
                    <a:pt x="36858" y="27448"/>
                  </a:lnTo>
                  <a:lnTo>
                    <a:pt x="37699" y="28141"/>
                  </a:lnTo>
                  <a:lnTo>
                    <a:pt x="41016" y="27408"/>
                  </a:lnTo>
                  <a:lnTo>
                    <a:pt x="44034" y="33123"/>
                  </a:lnTo>
                  <a:lnTo>
                    <a:pt x="43078" y="34119"/>
                  </a:lnTo>
                  <a:lnTo>
                    <a:pt x="38598" y="35147"/>
                  </a:lnTo>
                  <a:lnTo>
                    <a:pt x="39438" y="36754"/>
                  </a:lnTo>
                  <a:lnTo>
                    <a:pt x="39561" y="40721"/>
                  </a:lnTo>
                  <a:lnTo>
                    <a:pt x="36185" y="45149"/>
                  </a:lnTo>
                  <a:lnTo>
                    <a:pt x="34149" y="46075"/>
                  </a:lnTo>
                  <a:lnTo>
                    <a:pt x="28531" y="45712"/>
                  </a:lnTo>
                  <a:lnTo>
                    <a:pt x="24683" y="49013"/>
                  </a:lnTo>
                  <a:lnTo>
                    <a:pt x="22837" y="54274"/>
                  </a:lnTo>
                  <a:lnTo>
                    <a:pt x="15688" y="59857"/>
                  </a:lnTo>
                  <a:lnTo>
                    <a:pt x="12455" y="59232"/>
                  </a:lnTo>
                  <a:lnTo>
                    <a:pt x="11961" y="56787"/>
                  </a:lnTo>
                  <a:lnTo>
                    <a:pt x="7371" y="53684"/>
                  </a:lnTo>
                  <a:lnTo>
                    <a:pt x="4853" y="53733"/>
                  </a:lnTo>
                  <a:lnTo>
                    <a:pt x="4227" y="55496"/>
                  </a:lnTo>
                  <a:lnTo>
                    <a:pt x="2890" y="55591"/>
                  </a:lnTo>
                  <a:lnTo>
                    <a:pt x="0" y="52757"/>
                  </a:lnTo>
                  <a:lnTo>
                    <a:pt x="2039" y="48452"/>
                  </a:lnTo>
                  <a:lnTo>
                    <a:pt x="2023" y="46680"/>
                  </a:lnTo>
                  <a:lnTo>
                    <a:pt x="3766" y="43552"/>
                  </a:lnTo>
                  <a:lnTo>
                    <a:pt x="9874" y="40470"/>
                  </a:lnTo>
                  <a:lnTo>
                    <a:pt x="8582" y="39921"/>
                  </a:lnTo>
                  <a:lnTo>
                    <a:pt x="12223" y="33336"/>
                  </a:lnTo>
                  <a:lnTo>
                    <a:pt x="12936" y="28050"/>
                  </a:lnTo>
                  <a:lnTo>
                    <a:pt x="12175" y="25846"/>
                  </a:lnTo>
                  <a:lnTo>
                    <a:pt x="12868" y="23957"/>
                  </a:lnTo>
                  <a:lnTo>
                    <a:pt x="13655" y="22054"/>
                  </a:lnTo>
                  <a:lnTo>
                    <a:pt x="21764" y="12422"/>
                  </a:lnTo>
                  <a:lnTo>
                    <a:pt x="24355" y="4823"/>
                  </a:lnTo>
                  <a:lnTo>
                    <a:pt x="28891" y="6135"/>
                  </a:lnTo>
                  <a:lnTo>
                    <a:pt x="29320" y="1000"/>
                  </a:lnTo>
                  <a:lnTo>
                    <a:pt x="3060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4" name="ph6074"/>
            <p:cNvSpPr/>
            <p:nvPr/>
          </p:nvSpPr>
          <p:spPr>
            <a:xfrm>
              <a:off x="6717294" y="2594250"/>
              <a:ext cx="36224" cy="37168"/>
            </a:xfrm>
            <a:custGeom>
              <a:avLst/>
              <a:pathLst>
                <a:path w="36224" h="37168">
                  <a:moveTo>
                    <a:pt x="29723" y="0"/>
                  </a:moveTo>
                  <a:lnTo>
                    <a:pt x="34467" y="4172"/>
                  </a:lnTo>
                  <a:lnTo>
                    <a:pt x="35370" y="6533"/>
                  </a:lnTo>
                  <a:lnTo>
                    <a:pt x="36224" y="9138"/>
                  </a:lnTo>
                  <a:lnTo>
                    <a:pt x="35602" y="10877"/>
                  </a:lnTo>
                  <a:lnTo>
                    <a:pt x="33490" y="13046"/>
                  </a:lnTo>
                  <a:lnTo>
                    <a:pt x="33524" y="24655"/>
                  </a:lnTo>
                  <a:lnTo>
                    <a:pt x="30025" y="24377"/>
                  </a:lnTo>
                  <a:lnTo>
                    <a:pt x="27335" y="26345"/>
                  </a:lnTo>
                  <a:lnTo>
                    <a:pt x="25804" y="29159"/>
                  </a:lnTo>
                  <a:lnTo>
                    <a:pt x="22872" y="31736"/>
                  </a:lnTo>
                  <a:lnTo>
                    <a:pt x="14697" y="31433"/>
                  </a:lnTo>
                  <a:lnTo>
                    <a:pt x="12772" y="37168"/>
                  </a:lnTo>
                  <a:lnTo>
                    <a:pt x="6914" y="36815"/>
                  </a:lnTo>
                  <a:lnTo>
                    <a:pt x="7140" y="35134"/>
                  </a:lnTo>
                  <a:lnTo>
                    <a:pt x="5112" y="29987"/>
                  </a:lnTo>
                  <a:lnTo>
                    <a:pt x="417" y="28068"/>
                  </a:lnTo>
                  <a:lnTo>
                    <a:pt x="0" y="26034"/>
                  </a:lnTo>
                  <a:lnTo>
                    <a:pt x="787" y="18303"/>
                  </a:lnTo>
                  <a:lnTo>
                    <a:pt x="10131" y="18046"/>
                  </a:lnTo>
                  <a:lnTo>
                    <a:pt x="10091" y="19585"/>
                  </a:lnTo>
                  <a:lnTo>
                    <a:pt x="15917" y="21326"/>
                  </a:lnTo>
                  <a:lnTo>
                    <a:pt x="25073" y="18086"/>
                  </a:lnTo>
                  <a:lnTo>
                    <a:pt x="26671" y="13477"/>
                  </a:lnTo>
                  <a:lnTo>
                    <a:pt x="24533" y="9410"/>
                  </a:lnTo>
                  <a:lnTo>
                    <a:pt x="23066" y="8147"/>
                  </a:lnTo>
                  <a:lnTo>
                    <a:pt x="25762" y="5220"/>
                  </a:lnTo>
                  <a:lnTo>
                    <a:pt x="28580" y="9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5" name="ph6075"/>
            <p:cNvSpPr/>
            <p:nvPr/>
          </p:nvSpPr>
          <p:spPr>
            <a:xfrm>
              <a:off x="6636045" y="2775846"/>
              <a:ext cx="48608" cy="29984"/>
            </a:xfrm>
            <a:custGeom>
              <a:avLst/>
              <a:pathLst>
                <a:path w="48608" h="29984">
                  <a:moveTo>
                    <a:pt x="23945" y="2138"/>
                  </a:moveTo>
                  <a:lnTo>
                    <a:pt x="25456" y="3237"/>
                  </a:lnTo>
                  <a:lnTo>
                    <a:pt x="30770" y="2666"/>
                  </a:lnTo>
                  <a:lnTo>
                    <a:pt x="32794" y="3872"/>
                  </a:lnTo>
                  <a:lnTo>
                    <a:pt x="34173" y="6162"/>
                  </a:lnTo>
                  <a:lnTo>
                    <a:pt x="37625" y="8401"/>
                  </a:lnTo>
                  <a:lnTo>
                    <a:pt x="43610" y="9226"/>
                  </a:lnTo>
                  <a:lnTo>
                    <a:pt x="47834" y="10907"/>
                  </a:lnTo>
                  <a:lnTo>
                    <a:pt x="48608" y="12760"/>
                  </a:lnTo>
                  <a:lnTo>
                    <a:pt x="43238" y="16802"/>
                  </a:lnTo>
                  <a:lnTo>
                    <a:pt x="43762" y="18979"/>
                  </a:lnTo>
                  <a:lnTo>
                    <a:pt x="39299" y="23050"/>
                  </a:lnTo>
                  <a:lnTo>
                    <a:pt x="37958" y="29984"/>
                  </a:lnTo>
                  <a:lnTo>
                    <a:pt x="21009" y="20403"/>
                  </a:lnTo>
                  <a:lnTo>
                    <a:pt x="5301" y="17693"/>
                  </a:lnTo>
                  <a:lnTo>
                    <a:pt x="6574" y="22534"/>
                  </a:lnTo>
                  <a:lnTo>
                    <a:pt x="19" y="19699"/>
                  </a:lnTo>
                  <a:lnTo>
                    <a:pt x="660" y="15939"/>
                  </a:lnTo>
                  <a:lnTo>
                    <a:pt x="0" y="12173"/>
                  </a:lnTo>
                  <a:lnTo>
                    <a:pt x="853" y="10108"/>
                  </a:lnTo>
                  <a:lnTo>
                    <a:pt x="4986" y="9442"/>
                  </a:lnTo>
                  <a:lnTo>
                    <a:pt x="8578" y="5304"/>
                  </a:lnTo>
                  <a:lnTo>
                    <a:pt x="15856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6" name="ph6076"/>
            <p:cNvSpPr/>
            <p:nvPr/>
          </p:nvSpPr>
          <p:spPr>
            <a:xfrm>
              <a:off x="6848186" y="2643052"/>
              <a:ext cx="65289" cy="124287"/>
            </a:xfrm>
            <a:custGeom>
              <a:avLst/>
              <a:pathLst>
                <a:path w="65289" h="124287">
                  <a:moveTo>
                    <a:pt x="57441" y="4669"/>
                  </a:moveTo>
                  <a:lnTo>
                    <a:pt x="55449" y="7265"/>
                  </a:lnTo>
                  <a:lnTo>
                    <a:pt x="53721" y="9392"/>
                  </a:lnTo>
                  <a:lnTo>
                    <a:pt x="56242" y="12302"/>
                  </a:lnTo>
                  <a:lnTo>
                    <a:pt x="58967" y="11606"/>
                  </a:lnTo>
                  <a:lnTo>
                    <a:pt x="64283" y="21303"/>
                  </a:lnTo>
                  <a:lnTo>
                    <a:pt x="65289" y="31338"/>
                  </a:lnTo>
                  <a:lnTo>
                    <a:pt x="61916" y="38474"/>
                  </a:lnTo>
                  <a:lnTo>
                    <a:pt x="54482" y="38119"/>
                  </a:lnTo>
                  <a:lnTo>
                    <a:pt x="53670" y="51085"/>
                  </a:lnTo>
                  <a:lnTo>
                    <a:pt x="47447" y="50352"/>
                  </a:lnTo>
                  <a:lnTo>
                    <a:pt x="47232" y="53580"/>
                  </a:lnTo>
                  <a:lnTo>
                    <a:pt x="53303" y="63187"/>
                  </a:lnTo>
                  <a:lnTo>
                    <a:pt x="55180" y="64727"/>
                  </a:lnTo>
                  <a:lnTo>
                    <a:pt x="57286" y="67870"/>
                  </a:lnTo>
                  <a:lnTo>
                    <a:pt x="60785" y="70383"/>
                  </a:lnTo>
                  <a:lnTo>
                    <a:pt x="57506" y="74738"/>
                  </a:lnTo>
                  <a:lnTo>
                    <a:pt x="58746" y="77958"/>
                  </a:lnTo>
                  <a:lnTo>
                    <a:pt x="60400" y="79001"/>
                  </a:lnTo>
                  <a:lnTo>
                    <a:pt x="57625" y="86395"/>
                  </a:lnTo>
                  <a:lnTo>
                    <a:pt x="56237" y="93507"/>
                  </a:lnTo>
                  <a:lnTo>
                    <a:pt x="57539" y="92154"/>
                  </a:lnTo>
                  <a:lnTo>
                    <a:pt x="60081" y="93253"/>
                  </a:lnTo>
                  <a:lnTo>
                    <a:pt x="60454" y="95719"/>
                  </a:lnTo>
                  <a:lnTo>
                    <a:pt x="51854" y="102479"/>
                  </a:lnTo>
                  <a:lnTo>
                    <a:pt x="48134" y="106527"/>
                  </a:lnTo>
                  <a:lnTo>
                    <a:pt x="50242" y="108576"/>
                  </a:lnTo>
                  <a:lnTo>
                    <a:pt x="50463" y="109880"/>
                  </a:lnTo>
                  <a:lnTo>
                    <a:pt x="41563" y="115287"/>
                  </a:lnTo>
                  <a:lnTo>
                    <a:pt x="39096" y="120215"/>
                  </a:lnTo>
                  <a:lnTo>
                    <a:pt x="39984" y="122856"/>
                  </a:lnTo>
                  <a:lnTo>
                    <a:pt x="38250" y="124287"/>
                  </a:lnTo>
                  <a:lnTo>
                    <a:pt x="37353" y="122234"/>
                  </a:lnTo>
                  <a:lnTo>
                    <a:pt x="36835" y="121808"/>
                  </a:lnTo>
                  <a:lnTo>
                    <a:pt x="35893" y="122455"/>
                  </a:lnTo>
                  <a:lnTo>
                    <a:pt x="31840" y="116929"/>
                  </a:lnTo>
                  <a:lnTo>
                    <a:pt x="30954" y="108851"/>
                  </a:lnTo>
                  <a:lnTo>
                    <a:pt x="21203" y="108457"/>
                  </a:lnTo>
                  <a:lnTo>
                    <a:pt x="20278" y="105975"/>
                  </a:lnTo>
                  <a:lnTo>
                    <a:pt x="17116" y="102887"/>
                  </a:lnTo>
                  <a:lnTo>
                    <a:pt x="11072" y="98684"/>
                  </a:lnTo>
                  <a:lnTo>
                    <a:pt x="2569" y="94408"/>
                  </a:lnTo>
                  <a:lnTo>
                    <a:pt x="5093" y="93716"/>
                  </a:lnTo>
                  <a:lnTo>
                    <a:pt x="6088" y="91744"/>
                  </a:lnTo>
                  <a:lnTo>
                    <a:pt x="6281" y="89563"/>
                  </a:lnTo>
                  <a:lnTo>
                    <a:pt x="2842" y="84678"/>
                  </a:lnTo>
                  <a:lnTo>
                    <a:pt x="4742" y="76302"/>
                  </a:lnTo>
                  <a:lnTo>
                    <a:pt x="5054" y="74716"/>
                  </a:lnTo>
                  <a:lnTo>
                    <a:pt x="3051" y="73611"/>
                  </a:lnTo>
                  <a:lnTo>
                    <a:pt x="1211" y="73833"/>
                  </a:lnTo>
                  <a:lnTo>
                    <a:pt x="504" y="73058"/>
                  </a:lnTo>
                  <a:lnTo>
                    <a:pt x="0" y="68485"/>
                  </a:lnTo>
                  <a:lnTo>
                    <a:pt x="3015" y="63407"/>
                  </a:lnTo>
                  <a:lnTo>
                    <a:pt x="3694" y="58838"/>
                  </a:lnTo>
                  <a:lnTo>
                    <a:pt x="5434" y="58713"/>
                  </a:lnTo>
                  <a:lnTo>
                    <a:pt x="10771" y="59670"/>
                  </a:lnTo>
                  <a:lnTo>
                    <a:pt x="13911" y="58753"/>
                  </a:lnTo>
                  <a:lnTo>
                    <a:pt x="16613" y="56238"/>
                  </a:lnTo>
                  <a:lnTo>
                    <a:pt x="21266" y="55020"/>
                  </a:lnTo>
                  <a:lnTo>
                    <a:pt x="23163" y="53148"/>
                  </a:lnTo>
                  <a:lnTo>
                    <a:pt x="21992" y="50590"/>
                  </a:lnTo>
                  <a:lnTo>
                    <a:pt x="22308" y="48062"/>
                  </a:lnTo>
                  <a:lnTo>
                    <a:pt x="28711" y="41825"/>
                  </a:lnTo>
                  <a:lnTo>
                    <a:pt x="24755" y="39394"/>
                  </a:lnTo>
                  <a:lnTo>
                    <a:pt x="20045" y="33710"/>
                  </a:lnTo>
                  <a:lnTo>
                    <a:pt x="20232" y="30724"/>
                  </a:lnTo>
                  <a:lnTo>
                    <a:pt x="28224" y="20851"/>
                  </a:lnTo>
                  <a:lnTo>
                    <a:pt x="28496" y="15929"/>
                  </a:lnTo>
                  <a:lnTo>
                    <a:pt x="30956" y="11972"/>
                  </a:lnTo>
                  <a:lnTo>
                    <a:pt x="39492" y="6082"/>
                  </a:lnTo>
                  <a:lnTo>
                    <a:pt x="40181" y="791"/>
                  </a:lnTo>
                  <a:lnTo>
                    <a:pt x="4990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7" name="ph6077"/>
            <p:cNvSpPr/>
            <p:nvPr/>
          </p:nvSpPr>
          <p:spPr>
            <a:xfrm>
              <a:off x="6738556" y="2477061"/>
              <a:ext cx="152319" cy="127607"/>
            </a:xfrm>
            <a:custGeom>
              <a:avLst/>
              <a:pathLst>
                <a:path w="152319" h="127607">
                  <a:moveTo>
                    <a:pt x="29311" y="5427"/>
                  </a:moveTo>
                  <a:lnTo>
                    <a:pt x="30503" y="2403"/>
                  </a:lnTo>
                  <a:lnTo>
                    <a:pt x="29168" y="1973"/>
                  </a:lnTo>
                  <a:lnTo>
                    <a:pt x="31171" y="712"/>
                  </a:lnTo>
                  <a:lnTo>
                    <a:pt x="48876" y="4805"/>
                  </a:lnTo>
                  <a:lnTo>
                    <a:pt x="51354" y="4745"/>
                  </a:lnTo>
                  <a:lnTo>
                    <a:pt x="54352" y="959"/>
                  </a:lnTo>
                  <a:lnTo>
                    <a:pt x="55511" y="3074"/>
                  </a:lnTo>
                  <a:lnTo>
                    <a:pt x="68663" y="10254"/>
                  </a:lnTo>
                  <a:lnTo>
                    <a:pt x="71252" y="14868"/>
                  </a:lnTo>
                  <a:lnTo>
                    <a:pt x="76248" y="13028"/>
                  </a:lnTo>
                  <a:lnTo>
                    <a:pt x="77697" y="20303"/>
                  </a:lnTo>
                  <a:lnTo>
                    <a:pt x="82857" y="19948"/>
                  </a:lnTo>
                  <a:lnTo>
                    <a:pt x="85820" y="23881"/>
                  </a:lnTo>
                  <a:lnTo>
                    <a:pt x="86811" y="26632"/>
                  </a:lnTo>
                  <a:lnTo>
                    <a:pt x="96443" y="23710"/>
                  </a:lnTo>
                  <a:lnTo>
                    <a:pt x="109015" y="24025"/>
                  </a:lnTo>
                  <a:lnTo>
                    <a:pt x="115394" y="25834"/>
                  </a:lnTo>
                  <a:lnTo>
                    <a:pt x="120217" y="25871"/>
                  </a:lnTo>
                  <a:lnTo>
                    <a:pt x="123945" y="23987"/>
                  </a:lnTo>
                  <a:lnTo>
                    <a:pt x="127080" y="23395"/>
                  </a:lnTo>
                  <a:lnTo>
                    <a:pt x="133354" y="24250"/>
                  </a:lnTo>
                  <a:lnTo>
                    <a:pt x="138652" y="27064"/>
                  </a:lnTo>
                  <a:lnTo>
                    <a:pt x="146259" y="25217"/>
                  </a:lnTo>
                  <a:lnTo>
                    <a:pt x="146257" y="36234"/>
                  </a:lnTo>
                  <a:lnTo>
                    <a:pt x="152319" y="42134"/>
                  </a:lnTo>
                  <a:lnTo>
                    <a:pt x="115176" y="74453"/>
                  </a:lnTo>
                  <a:lnTo>
                    <a:pt x="86561" y="84280"/>
                  </a:lnTo>
                  <a:lnTo>
                    <a:pt x="73189" y="86748"/>
                  </a:lnTo>
                  <a:lnTo>
                    <a:pt x="67596" y="85804"/>
                  </a:lnTo>
                  <a:lnTo>
                    <a:pt x="64878" y="80515"/>
                  </a:lnTo>
                  <a:lnTo>
                    <a:pt x="64611" y="74463"/>
                  </a:lnTo>
                  <a:lnTo>
                    <a:pt x="59230" y="74546"/>
                  </a:lnTo>
                  <a:lnTo>
                    <a:pt x="57343" y="85274"/>
                  </a:lnTo>
                  <a:lnTo>
                    <a:pt x="55566" y="88241"/>
                  </a:lnTo>
                  <a:lnTo>
                    <a:pt x="52201" y="91086"/>
                  </a:lnTo>
                  <a:lnTo>
                    <a:pt x="55397" y="96407"/>
                  </a:lnTo>
                  <a:lnTo>
                    <a:pt x="57192" y="96290"/>
                  </a:lnTo>
                  <a:lnTo>
                    <a:pt x="58848" y="91821"/>
                  </a:lnTo>
                  <a:lnTo>
                    <a:pt x="59994" y="91805"/>
                  </a:lnTo>
                  <a:lnTo>
                    <a:pt x="58404" y="96824"/>
                  </a:lnTo>
                  <a:lnTo>
                    <a:pt x="57420" y="97547"/>
                  </a:lnTo>
                  <a:lnTo>
                    <a:pt x="53424" y="97267"/>
                  </a:lnTo>
                  <a:lnTo>
                    <a:pt x="52984" y="102718"/>
                  </a:lnTo>
                  <a:lnTo>
                    <a:pt x="59020" y="105636"/>
                  </a:lnTo>
                  <a:lnTo>
                    <a:pt x="58828" y="110888"/>
                  </a:lnTo>
                  <a:lnTo>
                    <a:pt x="62067" y="115878"/>
                  </a:lnTo>
                  <a:lnTo>
                    <a:pt x="57746" y="123186"/>
                  </a:lnTo>
                  <a:lnTo>
                    <a:pt x="56488" y="127053"/>
                  </a:lnTo>
                  <a:lnTo>
                    <a:pt x="44459" y="127607"/>
                  </a:lnTo>
                  <a:lnTo>
                    <a:pt x="45815" y="123912"/>
                  </a:lnTo>
                  <a:lnTo>
                    <a:pt x="48825" y="121215"/>
                  </a:lnTo>
                  <a:lnTo>
                    <a:pt x="49484" y="121780"/>
                  </a:lnTo>
                  <a:lnTo>
                    <a:pt x="50918" y="120542"/>
                  </a:lnTo>
                  <a:lnTo>
                    <a:pt x="40694" y="118664"/>
                  </a:lnTo>
                  <a:lnTo>
                    <a:pt x="40701" y="120610"/>
                  </a:lnTo>
                  <a:lnTo>
                    <a:pt x="24470" y="120642"/>
                  </a:lnTo>
                  <a:lnTo>
                    <a:pt x="24413" y="124099"/>
                  </a:lnTo>
                  <a:lnTo>
                    <a:pt x="18270" y="122538"/>
                  </a:lnTo>
                  <a:lnTo>
                    <a:pt x="21386" y="118968"/>
                  </a:lnTo>
                  <a:lnTo>
                    <a:pt x="25251" y="110818"/>
                  </a:lnTo>
                  <a:lnTo>
                    <a:pt x="29120" y="109556"/>
                  </a:lnTo>
                  <a:lnTo>
                    <a:pt x="22055" y="104380"/>
                  </a:lnTo>
                  <a:lnTo>
                    <a:pt x="25364" y="100608"/>
                  </a:lnTo>
                  <a:lnTo>
                    <a:pt x="27297" y="95282"/>
                  </a:lnTo>
                  <a:lnTo>
                    <a:pt x="26966" y="92816"/>
                  </a:lnTo>
                  <a:lnTo>
                    <a:pt x="20148" y="88822"/>
                  </a:lnTo>
                  <a:lnTo>
                    <a:pt x="20458" y="85376"/>
                  </a:lnTo>
                  <a:lnTo>
                    <a:pt x="24776" y="81698"/>
                  </a:lnTo>
                  <a:lnTo>
                    <a:pt x="27751" y="77480"/>
                  </a:lnTo>
                  <a:lnTo>
                    <a:pt x="29014" y="75182"/>
                  </a:lnTo>
                  <a:lnTo>
                    <a:pt x="29277" y="72693"/>
                  </a:lnTo>
                  <a:lnTo>
                    <a:pt x="22549" y="70558"/>
                  </a:lnTo>
                  <a:lnTo>
                    <a:pt x="23453" y="67066"/>
                  </a:lnTo>
                  <a:lnTo>
                    <a:pt x="19453" y="65274"/>
                  </a:lnTo>
                  <a:lnTo>
                    <a:pt x="21036" y="61949"/>
                  </a:lnTo>
                  <a:lnTo>
                    <a:pt x="19296" y="59434"/>
                  </a:lnTo>
                  <a:lnTo>
                    <a:pt x="14493" y="55410"/>
                  </a:lnTo>
                  <a:lnTo>
                    <a:pt x="10225" y="45334"/>
                  </a:lnTo>
                  <a:lnTo>
                    <a:pt x="3385" y="44750"/>
                  </a:lnTo>
                  <a:lnTo>
                    <a:pt x="5226" y="44115"/>
                  </a:lnTo>
                  <a:lnTo>
                    <a:pt x="5744" y="42105"/>
                  </a:lnTo>
                  <a:lnTo>
                    <a:pt x="4067" y="36752"/>
                  </a:lnTo>
                  <a:lnTo>
                    <a:pt x="619" y="34546"/>
                  </a:lnTo>
                  <a:lnTo>
                    <a:pt x="0" y="28347"/>
                  </a:lnTo>
                  <a:lnTo>
                    <a:pt x="7396" y="28655"/>
                  </a:lnTo>
                  <a:lnTo>
                    <a:pt x="7570" y="29451"/>
                  </a:lnTo>
                  <a:lnTo>
                    <a:pt x="13389" y="28240"/>
                  </a:lnTo>
                  <a:lnTo>
                    <a:pt x="22561" y="21089"/>
                  </a:lnTo>
                  <a:lnTo>
                    <a:pt x="23551" y="19553"/>
                  </a:lnTo>
                  <a:lnTo>
                    <a:pt x="24376" y="14940"/>
                  </a:lnTo>
                  <a:lnTo>
                    <a:pt x="22907" y="9084"/>
                  </a:lnTo>
                  <a:lnTo>
                    <a:pt x="17816" y="8995"/>
                  </a:lnTo>
                  <a:lnTo>
                    <a:pt x="14797" y="6412"/>
                  </a:lnTo>
                  <a:lnTo>
                    <a:pt x="15316" y="5630"/>
                  </a:lnTo>
                  <a:lnTo>
                    <a:pt x="16964" y="5510"/>
                  </a:lnTo>
                  <a:lnTo>
                    <a:pt x="17483" y="6181"/>
                  </a:lnTo>
                  <a:lnTo>
                    <a:pt x="18700" y="5611"/>
                  </a:lnTo>
                  <a:lnTo>
                    <a:pt x="20140" y="3742"/>
                  </a:lnTo>
                  <a:lnTo>
                    <a:pt x="20959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8" name="ph6078"/>
            <p:cNvSpPr/>
            <p:nvPr/>
          </p:nvSpPr>
          <p:spPr>
            <a:xfrm>
              <a:off x="6755488" y="2614213"/>
              <a:ext cx="23643" cy="25431"/>
            </a:xfrm>
            <a:custGeom>
              <a:avLst/>
              <a:pathLst>
                <a:path w="23643" h="25431">
                  <a:moveTo>
                    <a:pt x="21336" y="1820"/>
                  </a:moveTo>
                  <a:lnTo>
                    <a:pt x="20621" y="8425"/>
                  </a:lnTo>
                  <a:lnTo>
                    <a:pt x="21209" y="9153"/>
                  </a:lnTo>
                  <a:lnTo>
                    <a:pt x="23643" y="8956"/>
                  </a:lnTo>
                  <a:lnTo>
                    <a:pt x="21954" y="15810"/>
                  </a:lnTo>
                  <a:lnTo>
                    <a:pt x="16003" y="21705"/>
                  </a:lnTo>
                  <a:lnTo>
                    <a:pt x="12226" y="21884"/>
                  </a:lnTo>
                  <a:lnTo>
                    <a:pt x="6702" y="25431"/>
                  </a:lnTo>
                  <a:lnTo>
                    <a:pt x="5579" y="25100"/>
                  </a:lnTo>
                  <a:lnTo>
                    <a:pt x="0" y="20484"/>
                  </a:lnTo>
                  <a:lnTo>
                    <a:pt x="1817" y="15196"/>
                  </a:lnTo>
                  <a:lnTo>
                    <a:pt x="7373" y="13276"/>
                  </a:lnTo>
                  <a:lnTo>
                    <a:pt x="14258" y="12453"/>
                  </a:lnTo>
                  <a:lnTo>
                    <a:pt x="19236" y="9839"/>
                  </a:lnTo>
                  <a:lnTo>
                    <a:pt x="18335" y="7045"/>
                  </a:lnTo>
                  <a:lnTo>
                    <a:pt x="19023" y="959"/>
                  </a:lnTo>
                  <a:lnTo>
                    <a:pt x="21322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9" name="ph6079"/>
            <p:cNvSpPr/>
            <p:nvPr/>
          </p:nvSpPr>
          <p:spPr>
            <a:xfrm>
              <a:off x="6539958" y="2587887"/>
              <a:ext cx="140615" cy="129900"/>
            </a:xfrm>
            <a:custGeom>
              <a:avLst/>
              <a:pathLst>
                <a:path w="140615" h="129900">
                  <a:moveTo>
                    <a:pt x="97823" y="1652"/>
                  </a:moveTo>
                  <a:lnTo>
                    <a:pt x="102846" y="0"/>
                  </a:lnTo>
                  <a:lnTo>
                    <a:pt x="107223" y="5292"/>
                  </a:lnTo>
                  <a:lnTo>
                    <a:pt x="113126" y="5614"/>
                  </a:lnTo>
                  <a:lnTo>
                    <a:pt x="114937" y="10584"/>
                  </a:lnTo>
                  <a:lnTo>
                    <a:pt x="117407" y="14143"/>
                  </a:lnTo>
                  <a:lnTo>
                    <a:pt x="124465" y="15727"/>
                  </a:lnTo>
                  <a:lnTo>
                    <a:pt x="136122" y="20353"/>
                  </a:lnTo>
                  <a:lnTo>
                    <a:pt x="135242" y="25834"/>
                  </a:lnTo>
                  <a:lnTo>
                    <a:pt x="138142" y="27509"/>
                  </a:lnTo>
                  <a:lnTo>
                    <a:pt x="138545" y="28569"/>
                  </a:lnTo>
                  <a:lnTo>
                    <a:pt x="135668" y="34274"/>
                  </a:lnTo>
                  <a:lnTo>
                    <a:pt x="140615" y="36458"/>
                  </a:lnTo>
                  <a:lnTo>
                    <a:pt x="139659" y="43256"/>
                  </a:lnTo>
                  <a:lnTo>
                    <a:pt x="136879" y="46303"/>
                  </a:lnTo>
                  <a:lnTo>
                    <a:pt x="135565" y="53064"/>
                  </a:lnTo>
                  <a:lnTo>
                    <a:pt x="135926" y="58283"/>
                  </a:lnTo>
                  <a:lnTo>
                    <a:pt x="136919" y="60569"/>
                  </a:lnTo>
                  <a:lnTo>
                    <a:pt x="138825" y="61545"/>
                  </a:lnTo>
                  <a:lnTo>
                    <a:pt x="136233" y="63596"/>
                  </a:lnTo>
                  <a:lnTo>
                    <a:pt x="130617" y="64081"/>
                  </a:lnTo>
                  <a:lnTo>
                    <a:pt x="128380" y="68785"/>
                  </a:lnTo>
                  <a:lnTo>
                    <a:pt x="117354" y="65612"/>
                  </a:lnTo>
                  <a:lnTo>
                    <a:pt x="111183" y="69949"/>
                  </a:lnTo>
                  <a:lnTo>
                    <a:pt x="108717" y="72996"/>
                  </a:lnTo>
                  <a:lnTo>
                    <a:pt x="108026" y="78062"/>
                  </a:lnTo>
                  <a:lnTo>
                    <a:pt x="104637" y="79977"/>
                  </a:lnTo>
                  <a:lnTo>
                    <a:pt x="101102" y="79475"/>
                  </a:lnTo>
                  <a:lnTo>
                    <a:pt x="97769" y="77996"/>
                  </a:lnTo>
                  <a:lnTo>
                    <a:pt x="90743" y="78854"/>
                  </a:lnTo>
                  <a:lnTo>
                    <a:pt x="89271" y="78306"/>
                  </a:lnTo>
                  <a:lnTo>
                    <a:pt x="84065" y="79649"/>
                  </a:lnTo>
                  <a:lnTo>
                    <a:pt x="76618" y="76774"/>
                  </a:lnTo>
                  <a:lnTo>
                    <a:pt x="71414" y="79115"/>
                  </a:lnTo>
                  <a:lnTo>
                    <a:pt x="69470" y="85076"/>
                  </a:lnTo>
                  <a:lnTo>
                    <a:pt x="69112" y="89305"/>
                  </a:lnTo>
                  <a:lnTo>
                    <a:pt x="66707" y="93982"/>
                  </a:lnTo>
                  <a:lnTo>
                    <a:pt x="66004" y="102497"/>
                  </a:lnTo>
                  <a:lnTo>
                    <a:pt x="63928" y="105418"/>
                  </a:lnTo>
                  <a:lnTo>
                    <a:pt x="61771" y="106895"/>
                  </a:lnTo>
                  <a:lnTo>
                    <a:pt x="61686" y="108519"/>
                  </a:lnTo>
                  <a:lnTo>
                    <a:pt x="63726" y="114274"/>
                  </a:lnTo>
                  <a:lnTo>
                    <a:pt x="59340" y="129900"/>
                  </a:lnTo>
                  <a:lnTo>
                    <a:pt x="54738" y="120645"/>
                  </a:lnTo>
                  <a:lnTo>
                    <a:pt x="51934" y="108225"/>
                  </a:lnTo>
                  <a:lnTo>
                    <a:pt x="59266" y="98137"/>
                  </a:lnTo>
                  <a:lnTo>
                    <a:pt x="59392" y="97372"/>
                  </a:lnTo>
                  <a:lnTo>
                    <a:pt x="56482" y="93853"/>
                  </a:lnTo>
                  <a:lnTo>
                    <a:pt x="58594" y="89956"/>
                  </a:lnTo>
                  <a:lnTo>
                    <a:pt x="58453" y="83431"/>
                  </a:lnTo>
                  <a:lnTo>
                    <a:pt x="60958" y="76473"/>
                  </a:lnTo>
                  <a:lnTo>
                    <a:pt x="65338" y="73827"/>
                  </a:lnTo>
                  <a:lnTo>
                    <a:pt x="70975" y="71813"/>
                  </a:lnTo>
                  <a:lnTo>
                    <a:pt x="72377" y="70025"/>
                  </a:lnTo>
                  <a:lnTo>
                    <a:pt x="71818" y="66936"/>
                  </a:lnTo>
                  <a:lnTo>
                    <a:pt x="73745" y="58731"/>
                  </a:lnTo>
                  <a:lnTo>
                    <a:pt x="71380" y="55867"/>
                  </a:lnTo>
                  <a:lnTo>
                    <a:pt x="55613" y="55448"/>
                  </a:lnTo>
                  <a:lnTo>
                    <a:pt x="54696" y="53448"/>
                  </a:lnTo>
                  <a:lnTo>
                    <a:pt x="42524" y="53636"/>
                  </a:lnTo>
                  <a:lnTo>
                    <a:pt x="40552" y="54151"/>
                  </a:lnTo>
                  <a:lnTo>
                    <a:pt x="36893" y="57130"/>
                  </a:lnTo>
                  <a:lnTo>
                    <a:pt x="35887" y="61212"/>
                  </a:lnTo>
                  <a:lnTo>
                    <a:pt x="41652" y="63906"/>
                  </a:lnTo>
                  <a:lnTo>
                    <a:pt x="39434" y="68679"/>
                  </a:lnTo>
                  <a:lnTo>
                    <a:pt x="40736" y="72679"/>
                  </a:lnTo>
                  <a:lnTo>
                    <a:pt x="43277" y="73998"/>
                  </a:lnTo>
                  <a:lnTo>
                    <a:pt x="43787" y="76933"/>
                  </a:lnTo>
                  <a:lnTo>
                    <a:pt x="43444" y="80343"/>
                  </a:lnTo>
                  <a:lnTo>
                    <a:pt x="42617" y="81249"/>
                  </a:lnTo>
                  <a:lnTo>
                    <a:pt x="50323" y="85862"/>
                  </a:lnTo>
                  <a:lnTo>
                    <a:pt x="51502" y="89168"/>
                  </a:lnTo>
                  <a:lnTo>
                    <a:pt x="50712" y="91032"/>
                  </a:lnTo>
                  <a:lnTo>
                    <a:pt x="44907" y="96540"/>
                  </a:lnTo>
                  <a:lnTo>
                    <a:pt x="41138" y="103729"/>
                  </a:lnTo>
                  <a:lnTo>
                    <a:pt x="40158" y="103757"/>
                  </a:lnTo>
                  <a:lnTo>
                    <a:pt x="37065" y="102147"/>
                  </a:lnTo>
                  <a:lnTo>
                    <a:pt x="34258" y="104025"/>
                  </a:lnTo>
                  <a:lnTo>
                    <a:pt x="31111" y="104500"/>
                  </a:lnTo>
                  <a:lnTo>
                    <a:pt x="31137" y="102798"/>
                  </a:lnTo>
                  <a:lnTo>
                    <a:pt x="33161" y="100345"/>
                  </a:lnTo>
                  <a:lnTo>
                    <a:pt x="36898" y="90233"/>
                  </a:lnTo>
                  <a:lnTo>
                    <a:pt x="34899" y="83052"/>
                  </a:lnTo>
                  <a:lnTo>
                    <a:pt x="33833" y="81686"/>
                  </a:lnTo>
                  <a:lnTo>
                    <a:pt x="32582" y="81529"/>
                  </a:lnTo>
                  <a:lnTo>
                    <a:pt x="30692" y="81799"/>
                  </a:lnTo>
                  <a:lnTo>
                    <a:pt x="28563" y="83608"/>
                  </a:lnTo>
                  <a:lnTo>
                    <a:pt x="29549" y="84646"/>
                  </a:lnTo>
                  <a:lnTo>
                    <a:pt x="29410" y="86297"/>
                  </a:lnTo>
                  <a:lnTo>
                    <a:pt x="25826" y="85191"/>
                  </a:lnTo>
                  <a:lnTo>
                    <a:pt x="24202" y="83783"/>
                  </a:lnTo>
                  <a:lnTo>
                    <a:pt x="20097" y="84716"/>
                  </a:lnTo>
                  <a:lnTo>
                    <a:pt x="18476" y="87494"/>
                  </a:lnTo>
                  <a:lnTo>
                    <a:pt x="18820" y="91417"/>
                  </a:lnTo>
                  <a:lnTo>
                    <a:pt x="21321" y="95237"/>
                  </a:lnTo>
                  <a:lnTo>
                    <a:pt x="22879" y="99150"/>
                  </a:lnTo>
                  <a:lnTo>
                    <a:pt x="22674" y="100472"/>
                  </a:lnTo>
                  <a:lnTo>
                    <a:pt x="19444" y="98672"/>
                  </a:lnTo>
                  <a:lnTo>
                    <a:pt x="17779" y="95867"/>
                  </a:lnTo>
                  <a:lnTo>
                    <a:pt x="16124" y="96019"/>
                  </a:lnTo>
                  <a:lnTo>
                    <a:pt x="13728" y="97040"/>
                  </a:lnTo>
                  <a:lnTo>
                    <a:pt x="11556" y="100689"/>
                  </a:lnTo>
                  <a:lnTo>
                    <a:pt x="11921" y="105392"/>
                  </a:lnTo>
                  <a:lnTo>
                    <a:pt x="10465" y="106095"/>
                  </a:lnTo>
                  <a:lnTo>
                    <a:pt x="7304" y="105905"/>
                  </a:lnTo>
                  <a:lnTo>
                    <a:pt x="8160" y="104341"/>
                  </a:lnTo>
                  <a:lnTo>
                    <a:pt x="7279" y="103178"/>
                  </a:lnTo>
                  <a:lnTo>
                    <a:pt x="393" y="100280"/>
                  </a:lnTo>
                  <a:lnTo>
                    <a:pt x="0" y="98321"/>
                  </a:lnTo>
                  <a:lnTo>
                    <a:pt x="589" y="97230"/>
                  </a:lnTo>
                  <a:lnTo>
                    <a:pt x="4227" y="93871"/>
                  </a:lnTo>
                  <a:lnTo>
                    <a:pt x="7140" y="89049"/>
                  </a:lnTo>
                  <a:lnTo>
                    <a:pt x="4390" y="83153"/>
                  </a:lnTo>
                  <a:lnTo>
                    <a:pt x="4238" y="80812"/>
                  </a:lnTo>
                  <a:lnTo>
                    <a:pt x="10488" y="73913"/>
                  </a:lnTo>
                  <a:lnTo>
                    <a:pt x="8660" y="63550"/>
                  </a:lnTo>
                  <a:lnTo>
                    <a:pt x="11310" y="54596"/>
                  </a:lnTo>
                  <a:lnTo>
                    <a:pt x="16900" y="49067"/>
                  </a:lnTo>
                  <a:lnTo>
                    <a:pt x="19448" y="49465"/>
                  </a:lnTo>
                  <a:lnTo>
                    <a:pt x="21683" y="51834"/>
                  </a:lnTo>
                  <a:lnTo>
                    <a:pt x="29942" y="51269"/>
                  </a:lnTo>
                  <a:lnTo>
                    <a:pt x="32341" y="49228"/>
                  </a:lnTo>
                  <a:lnTo>
                    <a:pt x="30469" y="43921"/>
                  </a:lnTo>
                  <a:lnTo>
                    <a:pt x="30888" y="35477"/>
                  </a:lnTo>
                  <a:lnTo>
                    <a:pt x="29875" y="33126"/>
                  </a:lnTo>
                  <a:lnTo>
                    <a:pt x="25809" y="30578"/>
                  </a:lnTo>
                  <a:lnTo>
                    <a:pt x="23989" y="27914"/>
                  </a:lnTo>
                  <a:lnTo>
                    <a:pt x="23677" y="24967"/>
                  </a:lnTo>
                  <a:lnTo>
                    <a:pt x="24357" y="23572"/>
                  </a:lnTo>
                  <a:lnTo>
                    <a:pt x="25426" y="24001"/>
                  </a:lnTo>
                  <a:lnTo>
                    <a:pt x="28308" y="23164"/>
                  </a:lnTo>
                  <a:lnTo>
                    <a:pt x="29864" y="21482"/>
                  </a:lnTo>
                  <a:lnTo>
                    <a:pt x="28840" y="16826"/>
                  </a:lnTo>
                  <a:lnTo>
                    <a:pt x="29777" y="16344"/>
                  </a:lnTo>
                  <a:lnTo>
                    <a:pt x="37268" y="15986"/>
                  </a:lnTo>
                  <a:lnTo>
                    <a:pt x="39989" y="13738"/>
                  </a:lnTo>
                  <a:lnTo>
                    <a:pt x="44134" y="12203"/>
                  </a:lnTo>
                  <a:lnTo>
                    <a:pt x="48802" y="11983"/>
                  </a:lnTo>
                  <a:lnTo>
                    <a:pt x="55473" y="12281"/>
                  </a:lnTo>
                  <a:lnTo>
                    <a:pt x="55476" y="14762"/>
                  </a:lnTo>
                  <a:lnTo>
                    <a:pt x="54260" y="15665"/>
                  </a:lnTo>
                  <a:lnTo>
                    <a:pt x="54579" y="16450"/>
                  </a:lnTo>
                  <a:lnTo>
                    <a:pt x="56849" y="16251"/>
                  </a:lnTo>
                  <a:lnTo>
                    <a:pt x="58968" y="12761"/>
                  </a:lnTo>
                  <a:lnTo>
                    <a:pt x="70351" y="10343"/>
                  </a:lnTo>
                  <a:lnTo>
                    <a:pt x="73540" y="7802"/>
                  </a:lnTo>
                  <a:lnTo>
                    <a:pt x="79210" y="6604"/>
                  </a:lnTo>
                  <a:lnTo>
                    <a:pt x="83581" y="6356"/>
                  </a:lnTo>
                  <a:lnTo>
                    <a:pt x="83970" y="7686"/>
                  </a:lnTo>
                  <a:lnTo>
                    <a:pt x="85330" y="8302"/>
                  </a:lnTo>
                  <a:lnTo>
                    <a:pt x="88825" y="6450"/>
                  </a:lnTo>
                  <a:lnTo>
                    <a:pt x="91425" y="2177"/>
                  </a:lnTo>
                  <a:lnTo>
                    <a:pt x="94224" y="1273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0" name="ph6080"/>
            <p:cNvSpPr/>
            <p:nvPr/>
          </p:nvSpPr>
          <p:spPr>
            <a:xfrm>
              <a:off x="6651902" y="2751322"/>
              <a:ext cx="43498" cy="37284"/>
            </a:xfrm>
            <a:custGeom>
              <a:avLst/>
              <a:pathLst>
                <a:path w="43498" h="37284">
                  <a:moveTo>
                    <a:pt x="34041" y="105"/>
                  </a:moveTo>
                  <a:lnTo>
                    <a:pt x="35852" y="3396"/>
                  </a:lnTo>
                  <a:lnTo>
                    <a:pt x="38894" y="5886"/>
                  </a:lnTo>
                  <a:lnTo>
                    <a:pt x="41707" y="7027"/>
                  </a:lnTo>
                  <a:lnTo>
                    <a:pt x="42601" y="10121"/>
                  </a:lnTo>
                  <a:lnTo>
                    <a:pt x="41934" y="13155"/>
                  </a:lnTo>
                  <a:lnTo>
                    <a:pt x="42153" y="18465"/>
                  </a:lnTo>
                  <a:lnTo>
                    <a:pt x="41275" y="19845"/>
                  </a:lnTo>
                  <a:lnTo>
                    <a:pt x="42922" y="21043"/>
                  </a:lnTo>
                  <a:lnTo>
                    <a:pt x="43498" y="22609"/>
                  </a:lnTo>
                  <a:lnTo>
                    <a:pt x="42700" y="25852"/>
                  </a:lnTo>
                  <a:lnTo>
                    <a:pt x="37217" y="33918"/>
                  </a:lnTo>
                  <a:lnTo>
                    <a:pt x="35929" y="37259"/>
                  </a:lnTo>
                  <a:lnTo>
                    <a:pt x="32752" y="37284"/>
                  </a:lnTo>
                  <a:lnTo>
                    <a:pt x="31978" y="35431"/>
                  </a:lnTo>
                  <a:lnTo>
                    <a:pt x="27754" y="33751"/>
                  </a:lnTo>
                  <a:lnTo>
                    <a:pt x="21768" y="32926"/>
                  </a:lnTo>
                  <a:lnTo>
                    <a:pt x="18317" y="30687"/>
                  </a:lnTo>
                  <a:lnTo>
                    <a:pt x="16938" y="28397"/>
                  </a:lnTo>
                  <a:lnTo>
                    <a:pt x="14914" y="27191"/>
                  </a:lnTo>
                  <a:lnTo>
                    <a:pt x="9600" y="27761"/>
                  </a:lnTo>
                  <a:lnTo>
                    <a:pt x="8089" y="26662"/>
                  </a:lnTo>
                  <a:lnTo>
                    <a:pt x="0" y="24524"/>
                  </a:lnTo>
                  <a:lnTo>
                    <a:pt x="316" y="22517"/>
                  </a:lnTo>
                  <a:lnTo>
                    <a:pt x="4688" y="15911"/>
                  </a:lnTo>
                  <a:lnTo>
                    <a:pt x="11390" y="13942"/>
                  </a:lnTo>
                  <a:lnTo>
                    <a:pt x="14378" y="11789"/>
                  </a:lnTo>
                  <a:lnTo>
                    <a:pt x="14614" y="10786"/>
                  </a:lnTo>
                  <a:lnTo>
                    <a:pt x="13816" y="7772"/>
                  </a:lnTo>
                  <a:lnTo>
                    <a:pt x="3317" y="5724"/>
                  </a:lnTo>
                  <a:lnTo>
                    <a:pt x="1202" y="2543"/>
                  </a:lnTo>
                  <a:lnTo>
                    <a:pt x="4852" y="2243"/>
                  </a:lnTo>
                  <a:lnTo>
                    <a:pt x="15745" y="3241"/>
                  </a:lnTo>
                  <a:lnTo>
                    <a:pt x="21289" y="0"/>
                  </a:lnTo>
                  <a:lnTo>
                    <a:pt x="29300" y="91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1" name="ph6081"/>
            <p:cNvSpPr/>
            <p:nvPr/>
          </p:nvSpPr>
          <p:spPr>
            <a:xfrm>
              <a:off x="6667582" y="2660943"/>
              <a:ext cx="43726" cy="48547"/>
            </a:xfrm>
            <a:custGeom>
              <a:avLst/>
              <a:pathLst>
                <a:path w="43726" h="48547">
                  <a:moveTo>
                    <a:pt x="21146" y="2278"/>
                  </a:moveTo>
                  <a:lnTo>
                    <a:pt x="22128" y="4255"/>
                  </a:lnTo>
                  <a:lnTo>
                    <a:pt x="24059" y="4729"/>
                  </a:lnTo>
                  <a:lnTo>
                    <a:pt x="30589" y="9119"/>
                  </a:lnTo>
                  <a:lnTo>
                    <a:pt x="32413" y="11821"/>
                  </a:lnTo>
                  <a:lnTo>
                    <a:pt x="36718" y="10570"/>
                  </a:lnTo>
                  <a:lnTo>
                    <a:pt x="42687" y="14806"/>
                  </a:lnTo>
                  <a:lnTo>
                    <a:pt x="43726" y="15836"/>
                  </a:lnTo>
                  <a:lnTo>
                    <a:pt x="43171" y="19848"/>
                  </a:lnTo>
                  <a:lnTo>
                    <a:pt x="40549" y="21046"/>
                  </a:lnTo>
                  <a:lnTo>
                    <a:pt x="35424" y="20151"/>
                  </a:lnTo>
                  <a:lnTo>
                    <a:pt x="34298" y="26263"/>
                  </a:lnTo>
                  <a:lnTo>
                    <a:pt x="31407" y="29940"/>
                  </a:lnTo>
                  <a:lnTo>
                    <a:pt x="28719" y="30117"/>
                  </a:lnTo>
                  <a:lnTo>
                    <a:pt x="27985" y="31412"/>
                  </a:lnTo>
                  <a:lnTo>
                    <a:pt x="30182" y="38543"/>
                  </a:lnTo>
                  <a:lnTo>
                    <a:pt x="33114" y="43439"/>
                  </a:lnTo>
                  <a:lnTo>
                    <a:pt x="34171" y="43964"/>
                  </a:lnTo>
                  <a:lnTo>
                    <a:pt x="32538" y="46646"/>
                  </a:lnTo>
                  <a:lnTo>
                    <a:pt x="30026" y="48547"/>
                  </a:lnTo>
                  <a:lnTo>
                    <a:pt x="27474" y="45868"/>
                  </a:lnTo>
                  <a:lnTo>
                    <a:pt x="26972" y="43388"/>
                  </a:lnTo>
                  <a:lnTo>
                    <a:pt x="24792" y="41159"/>
                  </a:lnTo>
                  <a:lnTo>
                    <a:pt x="16984" y="40989"/>
                  </a:lnTo>
                  <a:lnTo>
                    <a:pt x="10949" y="43204"/>
                  </a:lnTo>
                  <a:lnTo>
                    <a:pt x="10007" y="42552"/>
                  </a:lnTo>
                  <a:lnTo>
                    <a:pt x="11573" y="38355"/>
                  </a:lnTo>
                  <a:lnTo>
                    <a:pt x="16618" y="33152"/>
                  </a:lnTo>
                  <a:lnTo>
                    <a:pt x="16652" y="29171"/>
                  </a:lnTo>
                  <a:lnTo>
                    <a:pt x="10304" y="25900"/>
                  </a:lnTo>
                  <a:lnTo>
                    <a:pt x="5518" y="25561"/>
                  </a:lnTo>
                  <a:lnTo>
                    <a:pt x="2444" y="26310"/>
                  </a:lnTo>
                  <a:lnTo>
                    <a:pt x="0" y="28322"/>
                  </a:lnTo>
                  <a:lnTo>
                    <a:pt x="1113" y="24389"/>
                  </a:lnTo>
                  <a:lnTo>
                    <a:pt x="989" y="18150"/>
                  </a:lnTo>
                  <a:lnTo>
                    <a:pt x="7810" y="5035"/>
                  </a:lnTo>
                  <a:lnTo>
                    <a:pt x="13524" y="5049"/>
                  </a:lnTo>
                  <a:lnTo>
                    <a:pt x="12797" y="2861"/>
                  </a:lnTo>
                  <a:lnTo>
                    <a:pt x="14659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2" name="ph6082"/>
            <p:cNvSpPr/>
            <p:nvPr/>
          </p:nvSpPr>
          <p:spPr>
            <a:xfrm>
              <a:off x="6789209" y="2673096"/>
              <a:ext cx="23812" cy="22367"/>
            </a:xfrm>
            <a:custGeom>
              <a:avLst/>
              <a:pathLst>
                <a:path w="23812" h="22367">
                  <a:moveTo>
                    <a:pt x="9496" y="239"/>
                  </a:moveTo>
                  <a:lnTo>
                    <a:pt x="13389" y="2999"/>
                  </a:lnTo>
                  <a:lnTo>
                    <a:pt x="13635" y="5489"/>
                  </a:lnTo>
                  <a:lnTo>
                    <a:pt x="11422" y="9971"/>
                  </a:lnTo>
                  <a:lnTo>
                    <a:pt x="10912" y="13594"/>
                  </a:lnTo>
                  <a:lnTo>
                    <a:pt x="23638" y="15421"/>
                  </a:lnTo>
                  <a:lnTo>
                    <a:pt x="23812" y="17477"/>
                  </a:lnTo>
                  <a:lnTo>
                    <a:pt x="23670" y="18219"/>
                  </a:lnTo>
                  <a:lnTo>
                    <a:pt x="21169" y="18422"/>
                  </a:lnTo>
                  <a:lnTo>
                    <a:pt x="17599" y="22367"/>
                  </a:lnTo>
                  <a:lnTo>
                    <a:pt x="14326" y="20539"/>
                  </a:lnTo>
                  <a:lnTo>
                    <a:pt x="11529" y="20532"/>
                  </a:lnTo>
                  <a:lnTo>
                    <a:pt x="11530" y="19192"/>
                  </a:lnTo>
                  <a:lnTo>
                    <a:pt x="6510" y="18948"/>
                  </a:lnTo>
                  <a:lnTo>
                    <a:pt x="6867" y="17282"/>
                  </a:lnTo>
                  <a:lnTo>
                    <a:pt x="4789" y="14745"/>
                  </a:lnTo>
                  <a:lnTo>
                    <a:pt x="2049" y="12982"/>
                  </a:lnTo>
                  <a:lnTo>
                    <a:pt x="1039" y="7793"/>
                  </a:lnTo>
                  <a:lnTo>
                    <a:pt x="0" y="2278"/>
                  </a:lnTo>
                  <a:lnTo>
                    <a:pt x="1826" y="590"/>
                  </a:lnTo>
                  <a:lnTo>
                    <a:pt x="3808" y="893"/>
                  </a:lnTo>
                  <a:lnTo>
                    <a:pt x="6959" y="1447"/>
                  </a:lnTo>
                  <a:lnTo>
                    <a:pt x="6921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3" name="ph6083"/>
            <p:cNvSpPr/>
            <p:nvPr/>
          </p:nvSpPr>
          <p:spPr>
            <a:xfrm>
              <a:off x="6693609" y="2732627"/>
              <a:ext cx="34564" cy="31938"/>
            </a:xfrm>
            <a:custGeom>
              <a:avLst/>
              <a:pathLst>
                <a:path w="34564" h="31938">
                  <a:moveTo>
                    <a:pt x="14590" y="1214"/>
                  </a:moveTo>
                  <a:lnTo>
                    <a:pt x="17799" y="0"/>
                  </a:lnTo>
                  <a:lnTo>
                    <a:pt x="20097" y="527"/>
                  </a:lnTo>
                  <a:lnTo>
                    <a:pt x="21085" y="3613"/>
                  </a:lnTo>
                  <a:lnTo>
                    <a:pt x="29542" y="7894"/>
                  </a:lnTo>
                  <a:lnTo>
                    <a:pt x="34564" y="8702"/>
                  </a:lnTo>
                  <a:lnTo>
                    <a:pt x="30515" y="16145"/>
                  </a:lnTo>
                  <a:lnTo>
                    <a:pt x="26763" y="26439"/>
                  </a:lnTo>
                  <a:lnTo>
                    <a:pt x="25105" y="27475"/>
                  </a:lnTo>
                  <a:lnTo>
                    <a:pt x="24664" y="30262"/>
                  </a:lnTo>
                  <a:lnTo>
                    <a:pt x="18786" y="31938"/>
                  </a:lnTo>
                  <a:lnTo>
                    <a:pt x="15010" y="31219"/>
                  </a:lnTo>
                  <a:lnTo>
                    <a:pt x="14115" y="28888"/>
                  </a:lnTo>
                  <a:lnTo>
                    <a:pt x="0" y="25722"/>
                  </a:lnTo>
                  <a:lnTo>
                    <a:pt x="782" y="24418"/>
                  </a:lnTo>
                  <a:lnTo>
                    <a:pt x="2330" y="23914"/>
                  </a:lnTo>
                  <a:lnTo>
                    <a:pt x="8311" y="23436"/>
                  </a:lnTo>
                  <a:lnTo>
                    <a:pt x="9069" y="21702"/>
                  </a:lnTo>
                  <a:lnTo>
                    <a:pt x="8059" y="17379"/>
                  </a:lnTo>
                  <a:lnTo>
                    <a:pt x="8792" y="12306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4" name="ph6084"/>
            <p:cNvSpPr/>
            <p:nvPr/>
          </p:nvSpPr>
          <p:spPr>
            <a:xfrm>
              <a:off x="6668206" y="2649432"/>
              <a:ext cx="26902" cy="16561"/>
            </a:xfrm>
            <a:custGeom>
              <a:avLst/>
              <a:pathLst>
                <a:path w="26902" h="16561">
                  <a:moveTo>
                    <a:pt x="18065" y="2589"/>
                  </a:moveTo>
                  <a:lnTo>
                    <a:pt x="17751" y="3222"/>
                  </a:lnTo>
                  <a:lnTo>
                    <a:pt x="22272" y="7842"/>
                  </a:lnTo>
                  <a:lnTo>
                    <a:pt x="23017" y="5739"/>
                  </a:lnTo>
                  <a:lnTo>
                    <a:pt x="26138" y="7337"/>
                  </a:lnTo>
                  <a:lnTo>
                    <a:pt x="26902" y="11993"/>
                  </a:lnTo>
                  <a:lnTo>
                    <a:pt x="23435" y="16240"/>
                  </a:lnTo>
                  <a:lnTo>
                    <a:pt x="21504" y="15766"/>
                  </a:lnTo>
                  <a:lnTo>
                    <a:pt x="20522" y="13789"/>
                  </a:lnTo>
                  <a:lnTo>
                    <a:pt x="14035" y="11511"/>
                  </a:lnTo>
                  <a:lnTo>
                    <a:pt x="12173" y="14372"/>
                  </a:lnTo>
                  <a:lnTo>
                    <a:pt x="12900" y="16561"/>
                  </a:lnTo>
                  <a:lnTo>
                    <a:pt x="7186" y="16547"/>
                  </a:lnTo>
                  <a:lnTo>
                    <a:pt x="7410" y="12783"/>
                  </a:lnTo>
                  <a:lnTo>
                    <a:pt x="0" y="9239"/>
                  </a:lnTo>
                  <a:lnTo>
                    <a:pt x="132" y="7240"/>
                  </a:lnTo>
                  <a:lnTo>
                    <a:pt x="2369" y="2535"/>
                  </a:lnTo>
                  <a:lnTo>
                    <a:pt x="7985" y="2051"/>
                  </a:lnTo>
                  <a:lnTo>
                    <a:pt x="10577" y="0"/>
                  </a:lnTo>
                  <a:lnTo>
                    <a:pt x="13893" y="1781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5" name="ph6085"/>
            <p:cNvSpPr/>
            <p:nvPr/>
          </p:nvSpPr>
          <p:spPr>
            <a:xfrm>
              <a:off x="6845205" y="2672922"/>
              <a:ext cx="31692" cy="29800"/>
            </a:xfrm>
            <a:custGeom>
              <a:avLst/>
              <a:pathLst>
                <a:path w="31692" h="29800">
                  <a:moveTo>
                    <a:pt x="20975" y="1821"/>
                  </a:moveTo>
                  <a:lnTo>
                    <a:pt x="22740" y="1967"/>
                  </a:lnTo>
                  <a:lnTo>
                    <a:pt x="23213" y="854"/>
                  </a:lnTo>
                  <a:lnTo>
                    <a:pt x="23026" y="3840"/>
                  </a:lnTo>
                  <a:lnTo>
                    <a:pt x="27736" y="9525"/>
                  </a:lnTo>
                  <a:lnTo>
                    <a:pt x="31692" y="11956"/>
                  </a:lnTo>
                  <a:lnTo>
                    <a:pt x="25289" y="18193"/>
                  </a:lnTo>
                  <a:lnTo>
                    <a:pt x="24973" y="20721"/>
                  </a:lnTo>
                  <a:lnTo>
                    <a:pt x="26144" y="23278"/>
                  </a:lnTo>
                  <a:lnTo>
                    <a:pt x="24247" y="25150"/>
                  </a:lnTo>
                  <a:lnTo>
                    <a:pt x="19594" y="26369"/>
                  </a:lnTo>
                  <a:lnTo>
                    <a:pt x="16892" y="28883"/>
                  </a:lnTo>
                  <a:lnTo>
                    <a:pt x="13752" y="29800"/>
                  </a:lnTo>
                  <a:lnTo>
                    <a:pt x="8415" y="28844"/>
                  </a:lnTo>
                  <a:lnTo>
                    <a:pt x="10690" y="21964"/>
                  </a:lnTo>
                  <a:lnTo>
                    <a:pt x="0" y="21854"/>
                  </a:lnTo>
                  <a:lnTo>
                    <a:pt x="1494" y="18996"/>
                  </a:lnTo>
                  <a:lnTo>
                    <a:pt x="5318" y="19438"/>
                  </a:lnTo>
                  <a:lnTo>
                    <a:pt x="5985" y="17001"/>
                  </a:lnTo>
                  <a:lnTo>
                    <a:pt x="3677" y="14838"/>
                  </a:lnTo>
                  <a:lnTo>
                    <a:pt x="5968" y="6613"/>
                  </a:lnTo>
                  <a:lnTo>
                    <a:pt x="7725" y="7273"/>
                  </a:lnTo>
                  <a:lnTo>
                    <a:pt x="9160" y="4241"/>
                  </a:lnTo>
                  <a:lnTo>
                    <a:pt x="12242" y="1547"/>
                  </a:lnTo>
                  <a:lnTo>
                    <a:pt x="18341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6" name="ph6086"/>
            <p:cNvSpPr/>
            <p:nvPr/>
          </p:nvSpPr>
          <p:spPr>
            <a:xfrm>
              <a:off x="6598927" y="2466266"/>
              <a:ext cx="71731" cy="134381"/>
            </a:xfrm>
            <a:custGeom>
              <a:avLst/>
              <a:pathLst>
                <a:path w="71731" h="134381">
                  <a:moveTo>
                    <a:pt x="16221" y="2173"/>
                  </a:moveTo>
                  <a:lnTo>
                    <a:pt x="17418" y="5379"/>
                  </a:lnTo>
                  <a:lnTo>
                    <a:pt x="22823" y="10403"/>
                  </a:lnTo>
                  <a:lnTo>
                    <a:pt x="28174" y="13223"/>
                  </a:lnTo>
                  <a:lnTo>
                    <a:pt x="39059" y="13624"/>
                  </a:lnTo>
                  <a:lnTo>
                    <a:pt x="38605" y="10816"/>
                  </a:lnTo>
                  <a:lnTo>
                    <a:pt x="42711" y="10010"/>
                  </a:lnTo>
                  <a:lnTo>
                    <a:pt x="50168" y="12681"/>
                  </a:lnTo>
                  <a:lnTo>
                    <a:pt x="54411" y="11873"/>
                  </a:lnTo>
                  <a:lnTo>
                    <a:pt x="57076" y="13519"/>
                  </a:lnTo>
                  <a:lnTo>
                    <a:pt x="57552" y="16178"/>
                  </a:lnTo>
                  <a:lnTo>
                    <a:pt x="61856" y="15893"/>
                  </a:lnTo>
                  <a:lnTo>
                    <a:pt x="66516" y="10981"/>
                  </a:lnTo>
                  <a:lnTo>
                    <a:pt x="70026" y="14166"/>
                  </a:lnTo>
                  <a:lnTo>
                    <a:pt x="67819" y="17707"/>
                  </a:lnTo>
                  <a:lnTo>
                    <a:pt x="71303" y="19049"/>
                  </a:lnTo>
                  <a:lnTo>
                    <a:pt x="71731" y="21649"/>
                  </a:lnTo>
                  <a:lnTo>
                    <a:pt x="67091" y="22431"/>
                  </a:lnTo>
                  <a:lnTo>
                    <a:pt x="65364" y="28764"/>
                  </a:lnTo>
                  <a:lnTo>
                    <a:pt x="60768" y="33477"/>
                  </a:lnTo>
                  <a:lnTo>
                    <a:pt x="63901" y="38470"/>
                  </a:lnTo>
                  <a:lnTo>
                    <a:pt x="64515" y="42282"/>
                  </a:lnTo>
                  <a:lnTo>
                    <a:pt x="63688" y="45403"/>
                  </a:lnTo>
                  <a:lnTo>
                    <a:pt x="59014" y="51077"/>
                  </a:lnTo>
                  <a:lnTo>
                    <a:pt x="58566" y="53151"/>
                  </a:lnTo>
                  <a:lnTo>
                    <a:pt x="61379" y="60286"/>
                  </a:lnTo>
                  <a:lnTo>
                    <a:pt x="60731" y="61634"/>
                  </a:lnTo>
                  <a:lnTo>
                    <a:pt x="56772" y="63729"/>
                  </a:lnTo>
                  <a:lnTo>
                    <a:pt x="48990" y="63517"/>
                  </a:lnTo>
                  <a:lnTo>
                    <a:pt x="47462" y="70696"/>
                  </a:lnTo>
                  <a:lnTo>
                    <a:pt x="50044" y="73073"/>
                  </a:lnTo>
                  <a:lnTo>
                    <a:pt x="52767" y="80257"/>
                  </a:lnTo>
                  <a:lnTo>
                    <a:pt x="50028" y="82150"/>
                  </a:lnTo>
                  <a:lnTo>
                    <a:pt x="48901" y="84164"/>
                  </a:lnTo>
                  <a:lnTo>
                    <a:pt x="48083" y="89167"/>
                  </a:lnTo>
                  <a:lnTo>
                    <a:pt x="45832" y="92818"/>
                  </a:lnTo>
                  <a:lnTo>
                    <a:pt x="44054" y="92990"/>
                  </a:lnTo>
                  <a:lnTo>
                    <a:pt x="43907" y="97620"/>
                  </a:lnTo>
                  <a:lnTo>
                    <a:pt x="45373" y="99663"/>
                  </a:lnTo>
                  <a:lnTo>
                    <a:pt x="46861" y="99764"/>
                  </a:lnTo>
                  <a:lnTo>
                    <a:pt x="49749" y="102993"/>
                  </a:lnTo>
                  <a:lnTo>
                    <a:pt x="43877" y="121620"/>
                  </a:lnTo>
                  <a:lnTo>
                    <a:pt x="38854" y="123273"/>
                  </a:lnTo>
                  <a:lnTo>
                    <a:pt x="35255" y="122893"/>
                  </a:lnTo>
                  <a:lnTo>
                    <a:pt x="32456" y="123797"/>
                  </a:lnTo>
                  <a:lnTo>
                    <a:pt x="29857" y="128071"/>
                  </a:lnTo>
                  <a:lnTo>
                    <a:pt x="26361" y="129922"/>
                  </a:lnTo>
                  <a:lnTo>
                    <a:pt x="25001" y="129306"/>
                  </a:lnTo>
                  <a:lnTo>
                    <a:pt x="24613" y="127976"/>
                  </a:lnTo>
                  <a:lnTo>
                    <a:pt x="20242" y="128224"/>
                  </a:lnTo>
                  <a:lnTo>
                    <a:pt x="14571" y="129422"/>
                  </a:lnTo>
                  <a:lnTo>
                    <a:pt x="11383" y="131964"/>
                  </a:lnTo>
                  <a:lnTo>
                    <a:pt x="0" y="134381"/>
                  </a:lnTo>
                  <a:lnTo>
                    <a:pt x="3772" y="130951"/>
                  </a:lnTo>
                  <a:lnTo>
                    <a:pt x="11280" y="128476"/>
                  </a:lnTo>
                  <a:lnTo>
                    <a:pt x="11895" y="127505"/>
                  </a:lnTo>
                  <a:lnTo>
                    <a:pt x="11559" y="125080"/>
                  </a:lnTo>
                  <a:lnTo>
                    <a:pt x="13363" y="121769"/>
                  </a:lnTo>
                  <a:lnTo>
                    <a:pt x="14964" y="121299"/>
                  </a:lnTo>
                  <a:lnTo>
                    <a:pt x="16871" y="121994"/>
                  </a:lnTo>
                  <a:lnTo>
                    <a:pt x="21503" y="117801"/>
                  </a:lnTo>
                  <a:lnTo>
                    <a:pt x="23387" y="116950"/>
                  </a:lnTo>
                  <a:lnTo>
                    <a:pt x="26865" y="117717"/>
                  </a:lnTo>
                  <a:lnTo>
                    <a:pt x="27679" y="112258"/>
                  </a:lnTo>
                  <a:lnTo>
                    <a:pt x="20580" y="109801"/>
                  </a:lnTo>
                  <a:lnTo>
                    <a:pt x="18275" y="107238"/>
                  </a:lnTo>
                  <a:lnTo>
                    <a:pt x="18748" y="103535"/>
                  </a:lnTo>
                  <a:lnTo>
                    <a:pt x="19135" y="99795"/>
                  </a:lnTo>
                  <a:lnTo>
                    <a:pt x="16849" y="85122"/>
                  </a:lnTo>
                  <a:lnTo>
                    <a:pt x="12950" y="86659"/>
                  </a:lnTo>
                  <a:lnTo>
                    <a:pt x="10124" y="86989"/>
                  </a:lnTo>
                  <a:lnTo>
                    <a:pt x="9608" y="86419"/>
                  </a:lnTo>
                  <a:lnTo>
                    <a:pt x="9824" y="82083"/>
                  </a:lnTo>
                  <a:lnTo>
                    <a:pt x="12504" y="71163"/>
                  </a:lnTo>
                  <a:lnTo>
                    <a:pt x="5188" y="63505"/>
                  </a:lnTo>
                  <a:lnTo>
                    <a:pt x="880" y="62315"/>
                  </a:lnTo>
                  <a:lnTo>
                    <a:pt x="1109" y="60038"/>
                  </a:lnTo>
                  <a:lnTo>
                    <a:pt x="4536" y="58628"/>
                  </a:lnTo>
                  <a:lnTo>
                    <a:pt x="9062" y="62147"/>
                  </a:lnTo>
                  <a:lnTo>
                    <a:pt x="11233" y="59921"/>
                  </a:lnTo>
                  <a:lnTo>
                    <a:pt x="12326" y="53948"/>
                  </a:lnTo>
                  <a:lnTo>
                    <a:pt x="4374" y="53450"/>
                  </a:lnTo>
                  <a:lnTo>
                    <a:pt x="5623" y="50628"/>
                  </a:lnTo>
                  <a:lnTo>
                    <a:pt x="3137" y="43868"/>
                  </a:lnTo>
                  <a:lnTo>
                    <a:pt x="8244" y="38296"/>
                  </a:lnTo>
                  <a:lnTo>
                    <a:pt x="8809" y="36735"/>
                  </a:lnTo>
                  <a:lnTo>
                    <a:pt x="6883" y="31304"/>
                  </a:lnTo>
                  <a:lnTo>
                    <a:pt x="5081" y="29704"/>
                  </a:lnTo>
                  <a:lnTo>
                    <a:pt x="4459" y="27909"/>
                  </a:lnTo>
                  <a:lnTo>
                    <a:pt x="7202" y="23597"/>
                  </a:lnTo>
                  <a:lnTo>
                    <a:pt x="8180" y="17907"/>
                  </a:lnTo>
                  <a:lnTo>
                    <a:pt x="6926" y="15494"/>
                  </a:lnTo>
                  <a:lnTo>
                    <a:pt x="2364" y="10539"/>
                  </a:lnTo>
                  <a:lnTo>
                    <a:pt x="5917" y="7972"/>
                  </a:lnTo>
                  <a:lnTo>
                    <a:pt x="9500" y="8672"/>
                  </a:lnTo>
                  <a:lnTo>
                    <a:pt x="9890" y="6304"/>
                  </a:lnTo>
                  <a:lnTo>
                    <a:pt x="1774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7" name="ph6087"/>
            <p:cNvSpPr/>
            <p:nvPr/>
          </p:nvSpPr>
          <p:spPr>
            <a:xfrm>
              <a:off x="6936699" y="2401407"/>
              <a:ext cx="40655" cy="40493"/>
            </a:xfrm>
            <a:custGeom>
              <a:avLst/>
              <a:pathLst>
                <a:path w="40655" h="40493">
                  <a:moveTo>
                    <a:pt x="14623" y="6253"/>
                  </a:moveTo>
                  <a:lnTo>
                    <a:pt x="21359" y="801"/>
                  </a:lnTo>
                  <a:lnTo>
                    <a:pt x="27908" y="4457"/>
                  </a:lnTo>
                  <a:lnTo>
                    <a:pt x="32392" y="4948"/>
                  </a:lnTo>
                  <a:lnTo>
                    <a:pt x="33643" y="4336"/>
                  </a:lnTo>
                  <a:lnTo>
                    <a:pt x="40655" y="16819"/>
                  </a:lnTo>
                  <a:lnTo>
                    <a:pt x="27822" y="32239"/>
                  </a:lnTo>
                  <a:lnTo>
                    <a:pt x="16493" y="40493"/>
                  </a:lnTo>
                  <a:lnTo>
                    <a:pt x="9073" y="33389"/>
                  </a:lnTo>
                  <a:lnTo>
                    <a:pt x="8645" y="26936"/>
                  </a:lnTo>
                  <a:lnTo>
                    <a:pt x="11249" y="22638"/>
                  </a:lnTo>
                  <a:lnTo>
                    <a:pt x="11306" y="207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8" name="ph6088"/>
            <p:cNvSpPr/>
            <p:nvPr/>
          </p:nvSpPr>
          <p:spPr>
            <a:xfrm>
              <a:off x="6796666" y="2625508"/>
              <a:ext cx="36189" cy="46973"/>
            </a:xfrm>
            <a:custGeom>
              <a:avLst/>
              <a:pathLst>
                <a:path w="36189" h="46973">
                  <a:moveTo>
                    <a:pt x="6578" y="2324"/>
                  </a:moveTo>
                  <a:lnTo>
                    <a:pt x="14728" y="13065"/>
                  </a:lnTo>
                  <a:lnTo>
                    <a:pt x="36189" y="30219"/>
                  </a:lnTo>
                  <a:lnTo>
                    <a:pt x="29828" y="29050"/>
                  </a:lnTo>
                  <a:lnTo>
                    <a:pt x="25750" y="35240"/>
                  </a:lnTo>
                  <a:lnTo>
                    <a:pt x="19320" y="42885"/>
                  </a:lnTo>
                  <a:lnTo>
                    <a:pt x="19974" y="46973"/>
                  </a:lnTo>
                  <a:lnTo>
                    <a:pt x="14118" y="46173"/>
                  </a:lnTo>
                  <a:lnTo>
                    <a:pt x="13172" y="40856"/>
                  </a:lnTo>
                  <a:lnTo>
                    <a:pt x="10364" y="38762"/>
                  </a:lnTo>
                  <a:lnTo>
                    <a:pt x="7038" y="31590"/>
                  </a:lnTo>
                  <a:lnTo>
                    <a:pt x="7402" y="29028"/>
                  </a:lnTo>
                  <a:lnTo>
                    <a:pt x="10743" y="22292"/>
                  </a:lnTo>
                  <a:lnTo>
                    <a:pt x="10409" y="21524"/>
                  </a:lnTo>
                  <a:lnTo>
                    <a:pt x="5927" y="17972"/>
                  </a:lnTo>
                  <a:lnTo>
                    <a:pt x="2279" y="18377"/>
                  </a:lnTo>
                  <a:lnTo>
                    <a:pt x="2132" y="19903"/>
                  </a:lnTo>
                  <a:lnTo>
                    <a:pt x="0" y="19389"/>
                  </a:lnTo>
                  <a:lnTo>
                    <a:pt x="3515" y="6297"/>
                  </a:lnTo>
                  <a:lnTo>
                    <a:pt x="4707" y="6022"/>
                  </a:lnTo>
                  <a:lnTo>
                    <a:pt x="4100" y="3731"/>
                  </a:lnTo>
                  <a:lnTo>
                    <a:pt x="599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9" name="ph6089"/>
            <p:cNvSpPr/>
            <p:nvPr/>
          </p:nvSpPr>
          <p:spPr>
            <a:xfrm>
              <a:off x="6675229" y="2417638"/>
              <a:ext cx="117678" cy="88874"/>
            </a:xfrm>
            <a:custGeom>
              <a:avLst/>
              <a:pathLst>
                <a:path w="117678" h="88874">
                  <a:moveTo>
                    <a:pt x="33376" y="4404"/>
                  </a:moveTo>
                  <a:lnTo>
                    <a:pt x="35333" y="1215"/>
                  </a:lnTo>
                  <a:lnTo>
                    <a:pt x="43382" y="5093"/>
                  </a:lnTo>
                  <a:lnTo>
                    <a:pt x="44443" y="863"/>
                  </a:lnTo>
                  <a:lnTo>
                    <a:pt x="47707" y="4080"/>
                  </a:lnTo>
                  <a:lnTo>
                    <a:pt x="49859" y="9117"/>
                  </a:lnTo>
                  <a:lnTo>
                    <a:pt x="51665" y="10809"/>
                  </a:lnTo>
                  <a:lnTo>
                    <a:pt x="57840" y="9461"/>
                  </a:lnTo>
                  <a:lnTo>
                    <a:pt x="61156" y="12095"/>
                  </a:lnTo>
                  <a:lnTo>
                    <a:pt x="69844" y="11598"/>
                  </a:lnTo>
                  <a:lnTo>
                    <a:pt x="77979" y="8963"/>
                  </a:lnTo>
                  <a:lnTo>
                    <a:pt x="82590" y="10426"/>
                  </a:lnTo>
                  <a:lnTo>
                    <a:pt x="83117" y="15059"/>
                  </a:lnTo>
                  <a:lnTo>
                    <a:pt x="85958" y="17994"/>
                  </a:lnTo>
                  <a:lnTo>
                    <a:pt x="89293" y="16246"/>
                  </a:lnTo>
                  <a:lnTo>
                    <a:pt x="91215" y="17595"/>
                  </a:lnTo>
                  <a:lnTo>
                    <a:pt x="93695" y="22191"/>
                  </a:lnTo>
                  <a:lnTo>
                    <a:pt x="97636" y="25185"/>
                  </a:lnTo>
                  <a:lnTo>
                    <a:pt x="100672" y="29947"/>
                  </a:lnTo>
                  <a:lnTo>
                    <a:pt x="105753" y="32624"/>
                  </a:lnTo>
                  <a:lnTo>
                    <a:pt x="108029" y="36805"/>
                  </a:lnTo>
                  <a:lnTo>
                    <a:pt x="108016" y="39561"/>
                  </a:lnTo>
                  <a:lnTo>
                    <a:pt x="109004" y="41915"/>
                  </a:lnTo>
                  <a:lnTo>
                    <a:pt x="111841" y="41796"/>
                  </a:lnTo>
                  <a:lnTo>
                    <a:pt x="117365" y="44126"/>
                  </a:lnTo>
                  <a:lnTo>
                    <a:pt x="117678" y="60382"/>
                  </a:lnTo>
                  <a:lnTo>
                    <a:pt x="114680" y="64168"/>
                  </a:lnTo>
                  <a:lnTo>
                    <a:pt x="112202" y="64228"/>
                  </a:lnTo>
                  <a:lnTo>
                    <a:pt x="94497" y="60135"/>
                  </a:lnTo>
                  <a:lnTo>
                    <a:pt x="92494" y="61396"/>
                  </a:lnTo>
                  <a:lnTo>
                    <a:pt x="93829" y="61826"/>
                  </a:lnTo>
                  <a:lnTo>
                    <a:pt x="92637" y="64850"/>
                  </a:lnTo>
                  <a:lnTo>
                    <a:pt x="84285" y="59423"/>
                  </a:lnTo>
                  <a:lnTo>
                    <a:pt x="83466" y="63165"/>
                  </a:lnTo>
                  <a:lnTo>
                    <a:pt x="82026" y="65034"/>
                  </a:lnTo>
                  <a:lnTo>
                    <a:pt x="80809" y="65604"/>
                  </a:lnTo>
                  <a:lnTo>
                    <a:pt x="80290" y="64933"/>
                  </a:lnTo>
                  <a:lnTo>
                    <a:pt x="78642" y="65053"/>
                  </a:lnTo>
                  <a:lnTo>
                    <a:pt x="78124" y="65835"/>
                  </a:lnTo>
                  <a:lnTo>
                    <a:pt x="81142" y="68418"/>
                  </a:lnTo>
                  <a:lnTo>
                    <a:pt x="86233" y="68507"/>
                  </a:lnTo>
                  <a:lnTo>
                    <a:pt x="87702" y="74363"/>
                  </a:lnTo>
                  <a:lnTo>
                    <a:pt x="86877" y="78976"/>
                  </a:lnTo>
                  <a:lnTo>
                    <a:pt x="85887" y="80512"/>
                  </a:lnTo>
                  <a:lnTo>
                    <a:pt x="76715" y="87663"/>
                  </a:lnTo>
                  <a:lnTo>
                    <a:pt x="70896" y="88874"/>
                  </a:lnTo>
                  <a:lnTo>
                    <a:pt x="70722" y="88078"/>
                  </a:lnTo>
                  <a:lnTo>
                    <a:pt x="63326" y="87770"/>
                  </a:lnTo>
                  <a:lnTo>
                    <a:pt x="62635" y="80497"/>
                  </a:lnTo>
                  <a:lnTo>
                    <a:pt x="60205" y="78554"/>
                  </a:lnTo>
                  <a:lnTo>
                    <a:pt x="56815" y="77270"/>
                  </a:lnTo>
                  <a:lnTo>
                    <a:pt x="53605" y="76597"/>
                  </a:lnTo>
                  <a:lnTo>
                    <a:pt x="34271" y="76105"/>
                  </a:lnTo>
                  <a:lnTo>
                    <a:pt x="33208" y="78618"/>
                  </a:lnTo>
                  <a:lnTo>
                    <a:pt x="32048" y="78878"/>
                  </a:lnTo>
                  <a:lnTo>
                    <a:pt x="28829" y="76564"/>
                  </a:lnTo>
                  <a:lnTo>
                    <a:pt x="26658" y="73752"/>
                  </a:lnTo>
                  <a:lnTo>
                    <a:pt x="19114" y="75182"/>
                  </a:lnTo>
                  <a:lnTo>
                    <a:pt x="13984" y="73257"/>
                  </a:lnTo>
                  <a:lnTo>
                    <a:pt x="12164" y="71735"/>
                  </a:lnTo>
                  <a:lnTo>
                    <a:pt x="0" y="52545"/>
                  </a:lnTo>
                  <a:lnTo>
                    <a:pt x="2331" y="52597"/>
                  </a:lnTo>
                  <a:lnTo>
                    <a:pt x="2023" y="34856"/>
                  </a:lnTo>
                  <a:lnTo>
                    <a:pt x="6877" y="32293"/>
                  </a:lnTo>
                  <a:lnTo>
                    <a:pt x="3752" y="25112"/>
                  </a:lnTo>
                  <a:lnTo>
                    <a:pt x="2412" y="18741"/>
                  </a:lnTo>
                  <a:lnTo>
                    <a:pt x="9052" y="19822"/>
                  </a:lnTo>
                  <a:lnTo>
                    <a:pt x="11713" y="18701"/>
                  </a:lnTo>
                  <a:lnTo>
                    <a:pt x="13852" y="16179"/>
                  </a:lnTo>
                  <a:lnTo>
                    <a:pt x="4962" y="13823"/>
                  </a:lnTo>
                  <a:lnTo>
                    <a:pt x="6681" y="10029"/>
                  </a:lnTo>
                  <a:lnTo>
                    <a:pt x="7120" y="5761"/>
                  </a:lnTo>
                  <a:lnTo>
                    <a:pt x="8936" y="5525"/>
                  </a:lnTo>
                  <a:lnTo>
                    <a:pt x="11671" y="4004"/>
                  </a:lnTo>
                  <a:lnTo>
                    <a:pt x="15603" y="5397"/>
                  </a:lnTo>
                  <a:lnTo>
                    <a:pt x="19559" y="8448"/>
                  </a:lnTo>
                  <a:lnTo>
                    <a:pt x="22392" y="5718"/>
                  </a:lnTo>
                  <a:lnTo>
                    <a:pt x="26263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0" name="ph6090"/>
            <p:cNvSpPr/>
            <p:nvPr/>
          </p:nvSpPr>
          <p:spPr>
            <a:xfrm>
              <a:off x="6716908" y="2600532"/>
              <a:ext cx="27056" cy="15044"/>
            </a:xfrm>
            <a:custGeom>
              <a:avLst/>
              <a:pathLst>
                <a:path w="27056" h="15044">
                  <a:moveTo>
                    <a:pt x="16737" y="28"/>
                  </a:moveTo>
                  <a:lnTo>
                    <a:pt x="20114" y="2189"/>
                  </a:lnTo>
                  <a:lnTo>
                    <a:pt x="23451" y="1865"/>
                  </a:lnTo>
                  <a:lnTo>
                    <a:pt x="24918" y="3128"/>
                  </a:lnTo>
                  <a:lnTo>
                    <a:pt x="27056" y="7195"/>
                  </a:lnTo>
                  <a:lnTo>
                    <a:pt x="25458" y="11804"/>
                  </a:lnTo>
                  <a:lnTo>
                    <a:pt x="16302" y="15044"/>
                  </a:lnTo>
                  <a:lnTo>
                    <a:pt x="10476" y="13303"/>
                  </a:lnTo>
                  <a:lnTo>
                    <a:pt x="10516" y="11763"/>
                  </a:lnTo>
                  <a:lnTo>
                    <a:pt x="1173" y="12021"/>
                  </a:lnTo>
                  <a:lnTo>
                    <a:pt x="0" y="11939"/>
                  </a:lnTo>
                  <a:lnTo>
                    <a:pt x="367" y="6307"/>
                  </a:lnTo>
                  <a:lnTo>
                    <a:pt x="7968" y="2857"/>
                  </a:lnTo>
                  <a:lnTo>
                    <a:pt x="6684" y="883"/>
                  </a:lnTo>
                  <a:lnTo>
                    <a:pt x="1053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1" name="ph6091"/>
            <p:cNvSpPr/>
            <p:nvPr/>
          </p:nvSpPr>
          <p:spPr>
            <a:xfrm>
              <a:off x="6570846" y="2528581"/>
              <a:ext cx="47217" cy="43755"/>
            </a:xfrm>
            <a:custGeom>
              <a:avLst/>
              <a:pathLst>
                <a:path w="47217" h="43755">
                  <a:moveTo>
                    <a:pt x="33270" y="1189"/>
                  </a:moveTo>
                  <a:lnTo>
                    <a:pt x="40585" y="8848"/>
                  </a:lnTo>
                  <a:lnTo>
                    <a:pt x="37906" y="19767"/>
                  </a:lnTo>
                  <a:lnTo>
                    <a:pt x="37690" y="24103"/>
                  </a:lnTo>
                  <a:lnTo>
                    <a:pt x="38206" y="24673"/>
                  </a:lnTo>
                  <a:lnTo>
                    <a:pt x="41032" y="24344"/>
                  </a:lnTo>
                  <a:lnTo>
                    <a:pt x="44930" y="22807"/>
                  </a:lnTo>
                  <a:lnTo>
                    <a:pt x="47217" y="37480"/>
                  </a:lnTo>
                  <a:lnTo>
                    <a:pt x="46829" y="41220"/>
                  </a:lnTo>
                  <a:lnTo>
                    <a:pt x="43583" y="40544"/>
                  </a:lnTo>
                  <a:lnTo>
                    <a:pt x="40627" y="41524"/>
                  </a:lnTo>
                  <a:lnTo>
                    <a:pt x="40255" y="43463"/>
                  </a:lnTo>
                  <a:lnTo>
                    <a:pt x="38474" y="43258"/>
                  </a:lnTo>
                  <a:lnTo>
                    <a:pt x="37335" y="39909"/>
                  </a:lnTo>
                  <a:lnTo>
                    <a:pt x="37978" y="37870"/>
                  </a:lnTo>
                  <a:lnTo>
                    <a:pt x="29331" y="39262"/>
                  </a:lnTo>
                  <a:lnTo>
                    <a:pt x="25729" y="43755"/>
                  </a:lnTo>
                  <a:lnTo>
                    <a:pt x="20084" y="43707"/>
                  </a:lnTo>
                  <a:lnTo>
                    <a:pt x="17843" y="41759"/>
                  </a:lnTo>
                  <a:lnTo>
                    <a:pt x="17044" y="39796"/>
                  </a:lnTo>
                  <a:lnTo>
                    <a:pt x="15005" y="38728"/>
                  </a:lnTo>
                  <a:lnTo>
                    <a:pt x="4899" y="39132"/>
                  </a:lnTo>
                  <a:lnTo>
                    <a:pt x="0" y="38151"/>
                  </a:lnTo>
                  <a:lnTo>
                    <a:pt x="449" y="33703"/>
                  </a:lnTo>
                  <a:lnTo>
                    <a:pt x="6233" y="19075"/>
                  </a:lnTo>
                  <a:lnTo>
                    <a:pt x="27616" y="3471"/>
                  </a:lnTo>
                  <a:lnTo>
                    <a:pt x="28513" y="2521"/>
                  </a:lnTo>
                  <a:lnTo>
                    <a:pt x="2896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2" name="ph6092"/>
            <p:cNvSpPr/>
            <p:nvPr/>
          </p:nvSpPr>
          <p:spPr>
            <a:xfrm>
              <a:off x="6746656" y="2606867"/>
              <a:ext cx="56002" cy="63440"/>
            </a:xfrm>
            <a:custGeom>
              <a:avLst/>
              <a:pathLst>
                <a:path w="56002" h="63440">
                  <a:moveTo>
                    <a:pt x="56002" y="18641"/>
                  </a:moveTo>
                  <a:lnTo>
                    <a:pt x="54109" y="22372"/>
                  </a:lnTo>
                  <a:lnTo>
                    <a:pt x="54716" y="24663"/>
                  </a:lnTo>
                  <a:lnTo>
                    <a:pt x="53525" y="24938"/>
                  </a:lnTo>
                  <a:lnTo>
                    <a:pt x="33335" y="29974"/>
                  </a:lnTo>
                  <a:lnTo>
                    <a:pt x="30969" y="34178"/>
                  </a:lnTo>
                  <a:lnTo>
                    <a:pt x="32220" y="39362"/>
                  </a:lnTo>
                  <a:lnTo>
                    <a:pt x="33665" y="42459"/>
                  </a:lnTo>
                  <a:lnTo>
                    <a:pt x="34962" y="42566"/>
                  </a:lnTo>
                  <a:lnTo>
                    <a:pt x="36002" y="45641"/>
                  </a:lnTo>
                  <a:lnTo>
                    <a:pt x="34737" y="45423"/>
                  </a:lnTo>
                  <a:lnTo>
                    <a:pt x="31279" y="47570"/>
                  </a:lnTo>
                  <a:lnTo>
                    <a:pt x="27844" y="51647"/>
                  </a:lnTo>
                  <a:lnTo>
                    <a:pt x="27193" y="52566"/>
                  </a:lnTo>
                  <a:lnTo>
                    <a:pt x="27809" y="55528"/>
                  </a:lnTo>
                  <a:lnTo>
                    <a:pt x="22446" y="52493"/>
                  </a:lnTo>
                  <a:lnTo>
                    <a:pt x="23117" y="56073"/>
                  </a:lnTo>
                  <a:lnTo>
                    <a:pt x="22230" y="58495"/>
                  </a:lnTo>
                  <a:lnTo>
                    <a:pt x="19233" y="61030"/>
                  </a:lnTo>
                  <a:lnTo>
                    <a:pt x="19320" y="63206"/>
                  </a:lnTo>
                  <a:lnTo>
                    <a:pt x="17724" y="63440"/>
                  </a:lnTo>
                  <a:lnTo>
                    <a:pt x="11481" y="60832"/>
                  </a:lnTo>
                  <a:lnTo>
                    <a:pt x="11542" y="57948"/>
                  </a:lnTo>
                  <a:lnTo>
                    <a:pt x="13090" y="54545"/>
                  </a:lnTo>
                  <a:lnTo>
                    <a:pt x="5705" y="54522"/>
                  </a:lnTo>
                  <a:lnTo>
                    <a:pt x="1164" y="55452"/>
                  </a:lnTo>
                  <a:lnTo>
                    <a:pt x="0" y="53229"/>
                  </a:lnTo>
                  <a:lnTo>
                    <a:pt x="1176" y="51616"/>
                  </a:lnTo>
                  <a:lnTo>
                    <a:pt x="4971" y="51344"/>
                  </a:lnTo>
                  <a:lnTo>
                    <a:pt x="7449" y="46470"/>
                  </a:lnTo>
                  <a:lnTo>
                    <a:pt x="10274" y="46125"/>
                  </a:lnTo>
                  <a:lnTo>
                    <a:pt x="14410" y="32446"/>
                  </a:lnTo>
                  <a:lnTo>
                    <a:pt x="15534" y="32776"/>
                  </a:lnTo>
                  <a:lnTo>
                    <a:pt x="21057" y="29230"/>
                  </a:lnTo>
                  <a:lnTo>
                    <a:pt x="24834" y="29050"/>
                  </a:lnTo>
                  <a:lnTo>
                    <a:pt x="30785" y="23156"/>
                  </a:lnTo>
                  <a:lnTo>
                    <a:pt x="32475" y="16301"/>
                  </a:lnTo>
                  <a:lnTo>
                    <a:pt x="30041" y="16499"/>
                  </a:lnTo>
                  <a:lnTo>
                    <a:pt x="29453" y="15770"/>
                  </a:lnTo>
                  <a:lnTo>
                    <a:pt x="30167" y="9165"/>
                  </a:lnTo>
                  <a:lnTo>
                    <a:pt x="38341" y="9015"/>
                  </a:lnTo>
                  <a:lnTo>
                    <a:pt x="38431" y="6870"/>
                  </a:lnTo>
                  <a:lnTo>
                    <a:pt x="40975" y="5305"/>
                  </a:lnTo>
                  <a:lnTo>
                    <a:pt x="48200" y="4709"/>
                  </a:lnTo>
                  <a:lnTo>
                    <a:pt x="48190" y="2341"/>
                  </a:lnTo>
                  <a:lnTo>
                    <a:pt x="51598" y="0"/>
                  </a:lnTo>
                  <a:close/>
                </a:path>
              </a:pathLst>
            </a:custGeom>
            <a:solidFill>
              <a:srgbClr val="FEE5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3" name="ph6093"/>
            <p:cNvSpPr/>
            <p:nvPr/>
          </p:nvSpPr>
          <p:spPr>
            <a:xfrm>
              <a:off x="6777626" y="2631806"/>
              <a:ext cx="22555" cy="20702"/>
            </a:xfrm>
            <a:custGeom>
              <a:avLst/>
              <a:pathLst>
                <a:path w="22555" h="20702">
                  <a:moveTo>
                    <a:pt x="19039" y="13091"/>
                  </a:moveTo>
                  <a:lnTo>
                    <a:pt x="18938" y="16804"/>
                  </a:lnTo>
                  <a:lnTo>
                    <a:pt x="17894" y="18979"/>
                  </a:lnTo>
                  <a:lnTo>
                    <a:pt x="10905" y="18850"/>
                  </a:lnTo>
                  <a:lnTo>
                    <a:pt x="5032" y="20702"/>
                  </a:lnTo>
                  <a:lnTo>
                    <a:pt x="3992" y="17627"/>
                  </a:lnTo>
                  <a:lnTo>
                    <a:pt x="2695" y="17520"/>
                  </a:lnTo>
                  <a:lnTo>
                    <a:pt x="1250" y="14423"/>
                  </a:lnTo>
                  <a:lnTo>
                    <a:pt x="0" y="9239"/>
                  </a:lnTo>
                  <a:lnTo>
                    <a:pt x="2365" y="5035"/>
                  </a:lnTo>
                  <a:lnTo>
                    <a:pt x="22555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4" name="ph6094"/>
            <p:cNvSpPr/>
            <p:nvPr/>
          </p:nvSpPr>
          <p:spPr>
            <a:xfrm>
              <a:off x="6656684" y="2740752"/>
              <a:ext cx="30621" cy="13811"/>
            </a:xfrm>
            <a:custGeom>
              <a:avLst/>
              <a:pathLst>
                <a:path w="30621" h="13811">
                  <a:moveTo>
                    <a:pt x="26653" y="226"/>
                  </a:moveTo>
                  <a:lnTo>
                    <a:pt x="29656" y="3206"/>
                  </a:lnTo>
                  <a:lnTo>
                    <a:pt x="30621" y="5401"/>
                  </a:lnTo>
                  <a:lnTo>
                    <a:pt x="29259" y="10675"/>
                  </a:lnTo>
                  <a:lnTo>
                    <a:pt x="24518" y="11485"/>
                  </a:lnTo>
                  <a:lnTo>
                    <a:pt x="16507" y="10569"/>
                  </a:lnTo>
                  <a:lnTo>
                    <a:pt x="10963" y="13811"/>
                  </a:lnTo>
                  <a:lnTo>
                    <a:pt x="70" y="12813"/>
                  </a:lnTo>
                  <a:lnTo>
                    <a:pt x="0" y="11927"/>
                  </a:lnTo>
                  <a:lnTo>
                    <a:pt x="5667" y="8677"/>
                  </a:lnTo>
                  <a:lnTo>
                    <a:pt x="6285" y="7163"/>
                  </a:lnTo>
                  <a:lnTo>
                    <a:pt x="14318" y="2418"/>
                  </a:lnTo>
                  <a:lnTo>
                    <a:pt x="17798" y="4083"/>
                  </a:lnTo>
                  <a:lnTo>
                    <a:pt x="24178" y="3706"/>
                  </a:lnTo>
                  <a:lnTo>
                    <a:pt x="23037" y="0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5" name="ph6095"/>
            <p:cNvSpPr/>
            <p:nvPr/>
          </p:nvSpPr>
          <p:spPr>
            <a:xfrm>
              <a:off x="6730066" y="2618628"/>
              <a:ext cx="27239" cy="19088"/>
            </a:xfrm>
            <a:custGeom>
              <a:avLst/>
              <a:pathLst>
                <a:path w="27239" h="19088">
                  <a:moveTo>
                    <a:pt x="17252" y="0"/>
                  </a:moveTo>
                  <a:lnTo>
                    <a:pt x="16803" y="3534"/>
                  </a:lnTo>
                  <a:lnTo>
                    <a:pt x="21989" y="7485"/>
                  </a:lnTo>
                  <a:lnTo>
                    <a:pt x="23438" y="5345"/>
                  </a:lnTo>
                  <a:lnTo>
                    <a:pt x="27239" y="10781"/>
                  </a:lnTo>
                  <a:lnTo>
                    <a:pt x="25421" y="16070"/>
                  </a:lnTo>
                  <a:lnTo>
                    <a:pt x="22959" y="18934"/>
                  </a:lnTo>
                  <a:lnTo>
                    <a:pt x="21976" y="19088"/>
                  </a:lnTo>
                  <a:lnTo>
                    <a:pt x="20797" y="18596"/>
                  </a:lnTo>
                  <a:lnTo>
                    <a:pt x="20180" y="15550"/>
                  </a:lnTo>
                  <a:lnTo>
                    <a:pt x="19042" y="15125"/>
                  </a:lnTo>
                  <a:lnTo>
                    <a:pt x="13354" y="15282"/>
                  </a:lnTo>
                  <a:lnTo>
                    <a:pt x="6248" y="16758"/>
                  </a:lnTo>
                  <a:lnTo>
                    <a:pt x="5884" y="12883"/>
                  </a:lnTo>
                  <a:lnTo>
                    <a:pt x="3409" y="12039"/>
                  </a:lnTo>
                  <a:lnTo>
                    <a:pt x="0" y="12790"/>
                  </a:lnTo>
                  <a:lnTo>
                    <a:pt x="1924" y="7055"/>
                  </a:lnTo>
                  <a:lnTo>
                    <a:pt x="10100" y="7358"/>
                  </a:lnTo>
                  <a:lnTo>
                    <a:pt x="13031" y="4781"/>
                  </a:lnTo>
                  <a:lnTo>
                    <a:pt x="14562" y="1968"/>
                  </a:lnTo>
                  <a:close/>
                </a:path>
              </a:pathLst>
            </a:custGeom>
            <a:solidFill>
              <a:srgbClr val="EF969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6" name="ph6096"/>
            <p:cNvSpPr/>
            <p:nvPr/>
          </p:nvSpPr>
          <p:spPr>
            <a:xfrm>
              <a:off x="6723398" y="2630667"/>
              <a:ext cx="37668" cy="29429"/>
            </a:xfrm>
            <a:custGeom>
              <a:avLst/>
              <a:pathLst>
                <a:path w="37668" h="29429">
                  <a:moveTo>
                    <a:pt x="12552" y="843"/>
                  </a:moveTo>
                  <a:lnTo>
                    <a:pt x="12916" y="4718"/>
                  </a:lnTo>
                  <a:lnTo>
                    <a:pt x="20022" y="3242"/>
                  </a:lnTo>
                  <a:lnTo>
                    <a:pt x="25710" y="3085"/>
                  </a:lnTo>
                  <a:lnTo>
                    <a:pt x="26849" y="3511"/>
                  </a:lnTo>
                  <a:lnTo>
                    <a:pt x="27465" y="6557"/>
                  </a:lnTo>
                  <a:lnTo>
                    <a:pt x="28644" y="7048"/>
                  </a:lnTo>
                  <a:lnTo>
                    <a:pt x="29627" y="6894"/>
                  </a:lnTo>
                  <a:lnTo>
                    <a:pt x="32089" y="4030"/>
                  </a:lnTo>
                  <a:lnTo>
                    <a:pt x="37668" y="8645"/>
                  </a:lnTo>
                  <a:lnTo>
                    <a:pt x="33532" y="22325"/>
                  </a:lnTo>
                  <a:lnTo>
                    <a:pt x="30707" y="22670"/>
                  </a:lnTo>
                  <a:lnTo>
                    <a:pt x="28229" y="27544"/>
                  </a:lnTo>
                  <a:lnTo>
                    <a:pt x="24434" y="27816"/>
                  </a:lnTo>
                  <a:lnTo>
                    <a:pt x="23258" y="29429"/>
                  </a:lnTo>
                  <a:lnTo>
                    <a:pt x="18753" y="28747"/>
                  </a:lnTo>
                  <a:lnTo>
                    <a:pt x="13899" y="23333"/>
                  </a:lnTo>
                  <a:lnTo>
                    <a:pt x="11619" y="22068"/>
                  </a:lnTo>
                  <a:lnTo>
                    <a:pt x="10280" y="22946"/>
                  </a:lnTo>
                  <a:lnTo>
                    <a:pt x="7472" y="21789"/>
                  </a:lnTo>
                  <a:lnTo>
                    <a:pt x="10595" y="15631"/>
                  </a:lnTo>
                  <a:lnTo>
                    <a:pt x="8607" y="14561"/>
                  </a:lnTo>
                  <a:lnTo>
                    <a:pt x="7897" y="10743"/>
                  </a:lnTo>
                  <a:lnTo>
                    <a:pt x="8509" y="9915"/>
                  </a:lnTo>
                  <a:lnTo>
                    <a:pt x="10872" y="9804"/>
                  </a:lnTo>
                  <a:lnTo>
                    <a:pt x="11127" y="8692"/>
                  </a:lnTo>
                  <a:lnTo>
                    <a:pt x="6880" y="6112"/>
                  </a:lnTo>
                  <a:lnTo>
                    <a:pt x="0" y="3954"/>
                  </a:lnTo>
                  <a:lnTo>
                    <a:pt x="1121" y="2614"/>
                  </a:lnTo>
                  <a:lnTo>
                    <a:pt x="810" y="398"/>
                  </a:lnTo>
                  <a:lnTo>
                    <a:pt x="6668" y="751"/>
                  </a:lnTo>
                  <a:lnTo>
                    <a:pt x="10078" y="0"/>
                  </a:lnTo>
                  <a:close/>
                </a:path>
              </a:pathLst>
            </a:custGeom>
            <a:solidFill>
              <a:srgbClr val="DE2D2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7" name="ph6097"/>
            <p:cNvSpPr/>
            <p:nvPr/>
          </p:nvSpPr>
          <p:spPr>
            <a:xfrm>
              <a:off x="6693609" y="2758350"/>
              <a:ext cx="41725" cy="25588"/>
            </a:xfrm>
            <a:custGeom>
              <a:avLst/>
              <a:pathLst>
                <a:path w="41725" h="25588">
                  <a:moveTo>
                    <a:pt x="14115" y="3165"/>
                  </a:moveTo>
                  <a:lnTo>
                    <a:pt x="15010" y="5496"/>
                  </a:lnTo>
                  <a:lnTo>
                    <a:pt x="18786" y="6215"/>
                  </a:lnTo>
                  <a:lnTo>
                    <a:pt x="24664" y="4540"/>
                  </a:lnTo>
                  <a:lnTo>
                    <a:pt x="25105" y="1752"/>
                  </a:lnTo>
                  <a:lnTo>
                    <a:pt x="26763" y="717"/>
                  </a:lnTo>
                  <a:lnTo>
                    <a:pt x="26056" y="1730"/>
                  </a:lnTo>
                  <a:lnTo>
                    <a:pt x="26449" y="2600"/>
                  </a:lnTo>
                  <a:lnTo>
                    <a:pt x="29286" y="6181"/>
                  </a:lnTo>
                  <a:lnTo>
                    <a:pt x="32993" y="13075"/>
                  </a:lnTo>
                  <a:lnTo>
                    <a:pt x="35996" y="14596"/>
                  </a:lnTo>
                  <a:lnTo>
                    <a:pt x="41725" y="19204"/>
                  </a:lnTo>
                  <a:lnTo>
                    <a:pt x="41432" y="19735"/>
                  </a:lnTo>
                  <a:lnTo>
                    <a:pt x="39363" y="23156"/>
                  </a:lnTo>
                  <a:lnTo>
                    <a:pt x="36771" y="25021"/>
                  </a:lnTo>
                  <a:lnTo>
                    <a:pt x="34347" y="25588"/>
                  </a:lnTo>
                  <a:lnTo>
                    <a:pt x="29201" y="20450"/>
                  </a:lnTo>
                  <a:lnTo>
                    <a:pt x="29572" y="19228"/>
                  </a:lnTo>
                  <a:lnTo>
                    <a:pt x="26589" y="16626"/>
                  </a:lnTo>
                  <a:lnTo>
                    <a:pt x="23724" y="19270"/>
                  </a:lnTo>
                  <a:lnTo>
                    <a:pt x="20597" y="20218"/>
                  </a:lnTo>
                  <a:lnTo>
                    <a:pt x="10532" y="19605"/>
                  </a:lnTo>
                  <a:lnTo>
                    <a:pt x="4669" y="12369"/>
                  </a:lnTo>
                  <a:lnTo>
                    <a:pt x="3394" y="11527"/>
                  </a:lnTo>
                  <a:lnTo>
                    <a:pt x="446" y="11437"/>
                  </a:lnTo>
                  <a:lnTo>
                    <a:pt x="226" y="6127"/>
                  </a:lnTo>
                  <a:lnTo>
                    <a:pt x="893" y="30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8" name="ph6098"/>
            <p:cNvSpPr/>
            <p:nvPr/>
          </p:nvSpPr>
          <p:spPr>
            <a:xfrm>
              <a:off x="6654595" y="2419957"/>
              <a:ext cx="34486" cy="50277"/>
            </a:xfrm>
            <a:custGeom>
              <a:avLst/>
              <a:pathLst>
                <a:path w="34486" h="50277">
                  <a:moveTo>
                    <a:pt x="22640" y="305"/>
                  </a:moveTo>
                  <a:lnTo>
                    <a:pt x="23995" y="3131"/>
                  </a:lnTo>
                  <a:lnTo>
                    <a:pt x="27754" y="3442"/>
                  </a:lnTo>
                  <a:lnTo>
                    <a:pt x="27315" y="7710"/>
                  </a:lnTo>
                  <a:lnTo>
                    <a:pt x="25596" y="11504"/>
                  </a:lnTo>
                  <a:lnTo>
                    <a:pt x="34486" y="13860"/>
                  </a:lnTo>
                  <a:lnTo>
                    <a:pt x="32347" y="16382"/>
                  </a:lnTo>
                  <a:lnTo>
                    <a:pt x="29686" y="17503"/>
                  </a:lnTo>
                  <a:lnTo>
                    <a:pt x="23046" y="16422"/>
                  </a:lnTo>
                  <a:lnTo>
                    <a:pt x="24386" y="22793"/>
                  </a:lnTo>
                  <a:lnTo>
                    <a:pt x="27511" y="29974"/>
                  </a:lnTo>
                  <a:lnTo>
                    <a:pt x="22657" y="32536"/>
                  </a:lnTo>
                  <a:lnTo>
                    <a:pt x="22965" y="50277"/>
                  </a:lnTo>
                  <a:lnTo>
                    <a:pt x="20634" y="50226"/>
                  </a:lnTo>
                  <a:lnTo>
                    <a:pt x="20378" y="49993"/>
                  </a:lnTo>
                  <a:lnTo>
                    <a:pt x="5292" y="26690"/>
                  </a:lnTo>
                  <a:lnTo>
                    <a:pt x="0" y="11433"/>
                  </a:lnTo>
                  <a:lnTo>
                    <a:pt x="882" y="8257"/>
                  </a:lnTo>
                  <a:lnTo>
                    <a:pt x="414" y="4824"/>
                  </a:lnTo>
                  <a:lnTo>
                    <a:pt x="1750" y="2010"/>
                  </a:lnTo>
                  <a:lnTo>
                    <a:pt x="4783" y="1829"/>
                  </a:lnTo>
                  <a:lnTo>
                    <a:pt x="5713" y="3035"/>
                  </a:lnTo>
                  <a:lnTo>
                    <a:pt x="16257" y="2188"/>
                  </a:lnTo>
                  <a:lnTo>
                    <a:pt x="21653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9" name="ph6099"/>
            <p:cNvSpPr/>
            <p:nvPr/>
          </p:nvSpPr>
          <p:spPr>
            <a:xfrm>
              <a:off x="6733090" y="2796860"/>
              <a:ext cx="16863" cy="30632"/>
            </a:xfrm>
            <a:custGeom>
              <a:avLst/>
              <a:pathLst>
                <a:path w="16863" h="30632">
                  <a:moveTo>
                    <a:pt x="5550" y="172"/>
                  </a:moveTo>
                  <a:lnTo>
                    <a:pt x="8294" y="0"/>
                  </a:lnTo>
                  <a:lnTo>
                    <a:pt x="9821" y="3805"/>
                  </a:lnTo>
                  <a:lnTo>
                    <a:pt x="16096" y="5927"/>
                  </a:lnTo>
                  <a:lnTo>
                    <a:pt x="16863" y="9406"/>
                  </a:lnTo>
                  <a:lnTo>
                    <a:pt x="15223" y="11849"/>
                  </a:lnTo>
                  <a:lnTo>
                    <a:pt x="13532" y="17270"/>
                  </a:lnTo>
                  <a:lnTo>
                    <a:pt x="13546" y="27450"/>
                  </a:lnTo>
                  <a:lnTo>
                    <a:pt x="9773" y="30632"/>
                  </a:lnTo>
                  <a:lnTo>
                    <a:pt x="4001" y="24288"/>
                  </a:lnTo>
                  <a:lnTo>
                    <a:pt x="3161" y="22681"/>
                  </a:lnTo>
                  <a:lnTo>
                    <a:pt x="7641" y="21653"/>
                  </a:lnTo>
                  <a:lnTo>
                    <a:pt x="8597" y="20657"/>
                  </a:lnTo>
                  <a:lnTo>
                    <a:pt x="5579" y="14942"/>
                  </a:lnTo>
                  <a:lnTo>
                    <a:pt x="2263" y="15675"/>
                  </a:lnTo>
                  <a:lnTo>
                    <a:pt x="1421" y="14982"/>
                  </a:lnTo>
                  <a:lnTo>
                    <a:pt x="0" y="9680"/>
                  </a:lnTo>
                  <a:lnTo>
                    <a:pt x="2058" y="5211"/>
                  </a:lnTo>
                  <a:lnTo>
                    <a:pt x="1561" y="3820"/>
                  </a:lnTo>
                  <a:lnTo>
                    <a:pt x="2032" y="2457"/>
                  </a:lnTo>
                  <a:lnTo>
                    <a:pt x="3827" y="12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0" name="ph6100"/>
            <p:cNvSpPr/>
            <p:nvPr/>
          </p:nvSpPr>
          <p:spPr>
            <a:xfrm>
              <a:off x="6676967" y="2797751"/>
              <a:ext cx="33623" cy="26563"/>
            </a:xfrm>
            <a:custGeom>
              <a:avLst/>
              <a:pathLst>
                <a:path w="33623" h="26563">
                  <a:moveTo>
                    <a:pt x="11232" y="3804"/>
                  </a:moveTo>
                  <a:lnTo>
                    <a:pt x="25854" y="7547"/>
                  </a:lnTo>
                  <a:lnTo>
                    <a:pt x="29677" y="8905"/>
                  </a:lnTo>
                  <a:lnTo>
                    <a:pt x="30544" y="10080"/>
                  </a:lnTo>
                  <a:lnTo>
                    <a:pt x="33554" y="10599"/>
                  </a:lnTo>
                  <a:lnTo>
                    <a:pt x="32861" y="12488"/>
                  </a:lnTo>
                  <a:lnTo>
                    <a:pt x="33623" y="14693"/>
                  </a:lnTo>
                  <a:lnTo>
                    <a:pt x="32909" y="19978"/>
                  </a:lnTo>
                  <a:lnTo>
                    <a:pt x="29269" y="26563"/>
                  </a:lnTo>
                  <a:lnTo>
                    <a:pt x="27461" y="24976"/>
                  </a:lnTo>
                  <a:lnTo>
                    <a:pt x="27900" y="22142"/>
                  </a:lnTo>
                  <a:lnTo>
                    <a:pt x="26878" y="20526"/>
                  </a:lnTo>
                  <a:lnTo>
                    <a:pt x="22135" y="18084"/>
                  </a:lnTo>
                  <a:lnTo>
                    <a:pt x="16679" y="18006"/>
                  </a:lnTo>
                  <a:lnTo>
                    <a:pt x="9204" y="14990"/>
                  </a:lnTo>
                  <a:lnTo>
                    <a:pt x="3228" y="16425"/>
                  </a:lnTo>
                  <a:lnTo>
                    <a:pt x="298" y="14997"/>
                  </a:lnTo>
                  <a:lnTo>
                    <a:pt x="0" y="14151"/>
                  </a:lnTo>
                  <a:lnTo>
                    <a:pt x="533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1" name="ph6101"/>
            <p:cNvSpPr/>
            <p:nvPr/>
          </p:nvSpPr>
          <p:spPr>
            <a:xfrm>
              <a:off x="6683337" y="2722419"/>
              <a:ext cx="31548" cy="35930"/>
            </a:xfrm>
            <a:custGeom>
              <a:avLst/>
              <a:pathLst>
                <a:path w="31548" h="35930">
                  <a:moveTo>
                    <a:pt x="25993" y="1252"/>
                  </a:moveTo>
                  <a:lnTo>
                    <a:pt x="30894" y="6981"/>
                  </a:lnTo>
                  <a:lnTo>
                    <a:pt x="31548" y="8381"/>
                  </a:lnTo>
                  <a:lnTo>
                    <a:pt x="30370" y="10735"/>
                  </a:lnTo>
                  <a:lnTo>
                    <a:pt x="28071" y="10207"/>
                  </a:lnTo>
                  <a:lnTo>
                    <a:pt x="24862" y="11422"/>
                  </a:lnTo>
                  <a:lnTo>
                    <a:pt x="19064" y="22514"/>
                  </a:lnTo>
                  <a:lnTo>
                    <a:pt x="18332" y="27586"/>
                  </a:lnTo>
                  <a:lnTo>
                    <a:pt x="19341" y="31910"/>
                  </a:lnTo>
                  <a:lnTo>
                    <a:pt x="18583" y="33644"/>
                  </a:lnTo>
                  <a:lnTo>
                    <a:pt x="12602" y="34122"/>
                  </a:lnTo>
                  <a:lnTo>
                    <a:pt x="11054" y="34626"/>
                  </a:lnTo>
                  <a:lnTo>
                    <a:pt x="10272" y="35930"/>
                  </a:lnTo>
                  <a:lnTo>
                    <a:pt x="7459" y="34789"/>
                  </a:lnTo>
                  <a:lnTo>
                    <a:pt x="4417" y="32298"/>
                  </a:lnTo>
                  <a:lnTo>
                    <a:pt x="2606" y="29007"/>
                  </a:lnTo>
                  <a:lnTo>
                    <a:pt x="3968" y="23733"/>
                  </a:lnTo>
                  <a:lnTo>
                    <a:pt x="3003" y="21539"/>
                  </a:lnTo>
                  <a:lnTo>
                    <a:pt x="0" y="18559"/>
                  </a:lnTo>
                  <a:lnTo>
                    <a:pt x="4879" y="17675"/>
                  </a:lnTo>
                  <a:lnTo>
                    <a:pt x="7474" y="16307"/>
                  </a:lnTo>
                  <a:lnTo>
                    <a:pt x="8157" y="12023"/>
                  </a:lnTo>
                  <a:lnTo>
                    <a:pt x="14970" y="12773"/>
                  </a:lnTo>
                  <a:lnTo>
                    <a:pt x="14391" y="10946"/>
                  </a:lnTo>
                  <a:lnTo>
                    <a:pt x="15700" y="3679"/>
                  </a:lnTo>
                  <a:lnTo>
                    <a:pt x="20368" y="408"/>
                  </a:lnTo>
                  <a:lnTo>
                    <a:pt x="2283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2" name="ph6102"/>
            <p:cNvSpPr/>
            <p:nvPr/>
          </p:nvSpPr>
          <p:spPr>
            <a:xfrm>
              <a:off x="6645359" y="2826080"/>
              <a:ext cx="29771" cy="39475"/>
            </a:xfrm>
            <a:custGeom>
              <a:avLst/>
              <a:pathLst>
                <a:path w="29771" h="39475">
                  <a:moveTo>
                    <a:pt x="26703" y="700"/>
                  </a:moveTo>
                  <a:lnTo>
                    <a:pt x="29394" y="2632"/>
                  </a:lnTo>
                  <a:lnTo>
                    <a:pt x="29284" y="5711"/>
                  </a:lnTo>
                  <a:lnTo>
                    <a:pt x="26804" y="6862"/>
                  </a:lnTo>
                  <a:lnTo>
                    <a:pt x="26317" y="9265"/>
                  </a:lnTo>
                  <a:lnTo>
                    <a:pt x="27050" y="11263"/>
                  </a:lnTo>
                  <a:lnTo>
                    <a:pt x="29771" y="13162"/>
                  </a:lnTo>
                  <a:lnTo>
                    <a:pt x="29240" y="17452"/>
                  </a:lnTo>
                  <a:lnTo>
                    <a:pt x="28094" y="18658"/>
                  </a:lnTo>
                  <a:lnTo>
                    <a:pt x="22387" y="19940"/>
                  </a:lnTo>
                  <a:lnTo>
                    <a:pt x="23130" y="27658"/>
                  </a:lnTo>
                  <a:lnTo>
                    <a:pt x="28127" y="30015"/>
                  </a:lnTo>
                  <a:lnTo>
                    <a:pt x="26459" y="34487"/>
                  </a:lnTo>
                  <a:lnTo>
                    <a:pt x="26035" y="37056"/>
                  </a:lnTo>
                  <a:lnTo>
                    <a:pt x="24270" y="38611"/>
                  </a:lnTo>
                  <a:lnTo>
                    <a:pt x="21724" y="36833"/>
                  </a:lnTo>
                  <a:lnTo>
                    <a:pt x="15495" y="39475"/>
                  </a:lnTo>
                  <a:lnTo>
                    <a:pt x="12874" y="37822"/>
                  </a:lnTo>
                  <a:lnTo>
                    <a:pt x="9460" y="33975"/>
                  </a:lnTo>
                  <a:lnTo>
                    <a:pt x="6223" y="28923"/>
                  </a:lnTo>
                  <a:lnTo>
                    <a:pt x="7094" y="27202"/>
                  </a:lnTo>
                  <a:lnTo>
                    <a:pt x="639" y="26327"/>
                  </a:lnTo>
                  <a:lnTo>
                    <a:pt x="0" y="25649"/>
                  </a:lnTo>
                  <a:lnTo>
                    <a:pt x="1478" y="23712"/>
                  </a:lnTo>
                  <a:lnTo>
                    <a:pt x="4593" y="21891"/>
                  </a:lnTo>
                  <a:lnTo>
                    <a:pt x="7114" y="18231"/>
                  </a:lnTo>
                  <a:lnTo>
                    <a:pt x="8731" y="12046"/>
                  </a:lnTo>
                  <a:lnTo>
                    <a:pt x="7563" y="8696"/>
                  </a:lnTo>
                  <a:lnTo>
                    <a:pt x="8704" y="5772"/>
                  </a:lnTo>
                  <a:lnTo>
                    <a:pt x="9506" y="5852"/>
                  </a:lnTo>
                  <a:lnTo>
                    <a:pt x="9205" y="7337"/>
                  </a:lnTo>
                  <a:lnTo>
                    <a:pt x="10713" y="9017"/>
                  </a:lnTo>
                  <a:lnTo>
                    <a:pt x="15563" y="4980"/>
                  </a:lnTo>
                  <a:lnTo>
                    <a:pt x="16442" y="830"/>
                  </a:lnTo>
                  <a:lnTo>
                    <a:pt x="17232" y="171"/>
                  </a:lnTo>
                  <a:lnTo>
                    <a:pt x="2312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3" name="ph6103"/>
            <p:cNvSpPr/>
            <p:nvPr/>
          </p:nvSpPr>
          <p:spPr>
            <a:xfrm>
              <a:off x="6746157" y="2339282"/>
              <a:ext cx="177613" cy="179913"/>
            </a:xfrm>
            <a:custGeom>
              <a:avLst/>
              <a:pathLst>
                <a:path w="177613" h="179913">
                  <a:moveTo>
                    <a:pt x="27056" y="8898"/>
                  </a:moveTo>
                  <a:lnTo>
                    <a:pt x="26251" y="2524"/>
                  </a:lnTo>
                  <a:lnTo>
                    <a:pt x="27826" y="3785"/>
                  </a:lnTo>
                  <a:lnTo>
                    <a:pt x="35421" y="4064"/>
                  </a:lnTo>
                  <a:lnTo>
                    <a:pt x="43064" y="12489"/>
                  </a:lnTo>
                  <a:lnTo>
                    <a:pt x="43635" y="16265"/>
                  </a:lnTo>
                  <a:lnTo>
                    <a:pt x="46655" y="16559"/>
                  </a:lnTo>
                  <a:lnTo>
                    <a:pt x="50482" y="15299"/>
                  </a:lnTo>
                  <a:lnTo>
                    <a:pt x="55264" y="17029"/>
                  </a:lnTo>
                  <a:lnTo>
                    <a:pt x="59129" y="20071"/>
                  </a:lnTo>
                  <a:lnTo>
                    <a:pt x="65657" y="27195"/>
                  </a:lnTo>
                  <a:lnTo>
                    <a:pt x="68342" y="32581"/>
                  </a:lnTo>
                  <a:lnTo>
                    <a:pt x="83825" y="38920"/>
                  </a:lnTo>
                  <a:lnTo>
                    <a:pt x="95774" y="45566"/>
                  </a:lnTo>
                  <a:lnTo>
                    <a:pt x="104679" y="48536"/>
                  </a:lnTo>
                  <a:lnTo>
                    <a:pt x="113357" y="45831"/>
                  </a:lnTo>
                  <a:lnTo>
                    <a:pt x="118567" y="46802"/>
                  </a:lnTo>
                  <a:lnTo>
                    <a:pt x="119263" y="48606"/>
                  </a:lnTo>
                  <a:lnTo>
                    <a:pt x="118902" y="49889"/>
                  </a:lnTo>
                  <a:lnTo>
                    <a:pt x="119712" y="50879"/>
                  </a:lnTo>
                  <a:lnTo>
                    <a:pt x="123527" y="51455"/>
                  </a:lnTo>
                  <a:lnTo>
                    <a:pt x="126151" y="50002"/>
                  </a:lnTo>
                  <a:lnTo>
                    <a:pt x="129084" y="46291"/>
                  </a:lnTo>
                  <a:lnTo>
                    <a:pt x="128524" y="41079"/>
                  </a:lnTo>
                  <a:lnTo>
                    <a:pt x="144817" y="43286"/>
                  </a:lnTo>
                  <a:lnTo>
                    <a:pt x="146377" y="42044"/>
                  </a:lnTo>
                  <a:lnTo>
                    <a:pt x="149716" y="46476"/>
                  </a:lnTo>
                  <a:lnTo>
                    <a:pt x="148932" y="52942"/>
                  </a:lnTo>
                  <a:lnTo>
                    <a:pt x="145684" y="57475"/>
                  </a:lnTo>
                  <a:lnTo>
                    <a:pt x="143441" y="57966"/>
                  </a:lnTo>
                  <a:lnTo>
                    <a:pt x="144127" y="61475"/>
                  </a:lnTo>
                  <a:lnTo>
                    <a:pt x="147153" y="62250"/>
                  </a:lnTo>
                  <a:lnTo>
                    <a:pt x="150123" y="64901"/>
                  </a:lnTo>
                  <a:lnTo>
                    <a:pt x="148617" y="68386"/>
                  </a:lnTo>
                  <a:lnTo>
                    <a:pt x="148749" y="70590"/>
                  </a:lnTo>
                  <a:lnTo>
                    <a:pt x="151539" y="72403"/>
                  </a:lnTo>
                  <a:lnTo>
                    <a:pt x="154040" y="71778"/>
                  </a:lnTo>
                  <a:lnTo>
                    <a:pt x="155872" y="72579"/>
                  </a:lnTo>
                  <a:lnTo>
                    <a:pt x="154006" y="90786"/>
                  </a:lnTo>
                  <a:lnTo>
                    <a:pt x="148439" y="106832"/>
                  </a:lnTo>
                  <a:lnTo>
                    <a:pt x="152170" y="112021"/>
                  </a:lnTo>
                  <a:lnTo>
                    <a:pt x="161699" y="122590"/>
                  </a:lnTo>
                  <a:lnTo>
                    <a:pt x="175463" y="128274"/>
                  </a:lnTo>
                  <a:lnTo>
                    <a:pt x="177613" y="150305"/>
                  </a:lnTo>
                  <a:lnTo>
                    <a:pt x="159894" y="166296"/>
                  </a:lnTo>
                  <a:lnTo>
                    <a:pt x="144717" y="179913"/>
                  </a:lnTo>
                  <a:lnTo>
                    <a:pt x="138656" y="174013"/>
                  </a:lnTo>
                  <a:lnTo>
                    <a:pt x="138658" y="162996"/>
                  </a:lnTo>
                  <a:lnTo>
                    <a:pt x="131050" y="164843"/>
                  </a:lnTo>
                  <a:lnTo>
                    <a:pt x="125753" y="162029"/>
                  </a:lnTo>
                  <a:lnTo>
                    <a:pt x="119479" y="161174"/>
                  </a:lnTo>
                  <a:lnTo>
                    <a:pt x="116344" y="161765"/>
                  </a:lnTo>
                  <a:lnTo>
                    <a:pt x="112615" y="163649"/>
                  </a:lnTo>
                  <a:lnTo>
                    <a:pt x="107792" y="163613"/>
                  </a:lnTo>
                  <a:lnTo>
                    <a:pt x="101414" y="161804"/>
                  </a:lnTo>
                  <a:lnTo>
                    <a:pt x="88841" y="161489"/>
                  </a:lnTo>
                  <a:lnTo>
                    <a:pt x="79210" y="164411"/>
                  </a:lnTo>
                  <a:lnTo>
                    <a:pt x="78218" y="161660"/>
                  </a:lnTo>
                  <a:lnTo>
                    <a:pt x="75256" y="157727"/>
                  </a:lnTo>
                  <a:lnTo>
                    <a:pt x="70095" y="158082"/>
                  </a:lnTo>
                  <a:lnTo>
                    <a:pt x="68646" y="150807"/>
                  </a:lnTo>
                  <a:lnTo>
                    <a:pt x="63651" y="152647"/>
                  </a:lnTo>
                  <a:lnTo>
                    <a:pt x="61061" y="148033"/>
                  </a:lnTo>
                  <a:lnTo>
                    <a:pt x="47910" y="140853"/>
                  </a:lnTo>
                  <a:lnTo>
                    <a:pt x="46750" y="138738"/>
                  </a:lnTo>
                  <a:lnTo>
                    <a:pt x="46438" y="122482"/>
                  </a:lnTo>
                  <a:lnTo>
                    <a:pt x="40913" y="120152"/>
                  </a:lnTo>
                  <a:lnTo>
                    <a:pt x="38076" y="120271"/>
                  </a:lnTo>
                  <a:lnTo>
                    <a:pt x="37089" y="117916"/>
                  </a:lnTo>
                  <a:lnTo>
                    <a:pt x="37102" y="115161"/>
                  </a:lnTo>
                  <a:lnTo>
                    <a:pt x="34825" y="110980"/>
                  </a:lnTo>
                  <a:lnTo>
                    <a:pt x="29745" y="108303"/>
                  </a:lnTo>
                  <a:lnTo>
                    <a:pt x="26708" y="103541"/>
                  </a:lnTo>
                  <a:lnTo>
                    <a:pt x="22767" y="100547"/>
                  </a:lnTo>
                  <a:lnTo>
                    <a:pt x="20288" y="95951"/>
                  </a:lnTo>
                  <a:lnTo>
                    <a:pt x="18366" y="94601"/>
                  </a:lnTo>
                  <a:lnTo>
                    <a:pt x="15031" y="96350"/>
                  </a:lnTo>
                  <a:lnTo>
                    <a:pt x="12189" y="93415"/>
                  </a:lnTo>
                  <a:lnTo>
                    <a:pt x="11662" y="88781"/>
                  </a:lnTo>
                  <a:lnTo>
                    <a:pt x="7051" y="87319"/>
                  </a:lnTo>
                  <a:lnTo>
                    <a:pt x="7645" y="85904"/>
                  </a:lnTo>
                  <a:lnTo>
                    <a:pt x="16359" y="86390"/>
                  </a:lnTo>
                  <a:lnTo>
                    <a:pt x="22805" y="83755"/>
                  </a:lnTo>
                  <a:lnTo>
                    <a:pt x="23668" y="81505"/>
                  </a:lnTo>
                  <a:lnTo>
                    <a:pt x="19109" y="46839"/>
                  </a:lnTo>
                  <a:lnTo>
                    <a:pt x="12824" y="26295"/>
                  </a:lnTo>
                  <a:lnTo>
                    <a:pt x="12740" y="21595"/>
                  </a:lnTo>
                  <a:lnTo>
                    <a:pt x="0" y="16230"/>
                  </a:lnTo>
                  <a:lnTo>
                    <a:pt x="31" y="11504"/>
                  </a:lnTo>
                  <a:lnTo>
                    <a:pt x="3617" y="11543"/>
                  </a:lnTo>
                  <a:lnTo>
                    <a:pt x="5314" y="7662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4" name="ph6104"/>
            <p:cNvSpPr/>
            <p:nvPr/>
          </p:nvSpPr>
          <p:spPr>
            <a:xfrm>
              <a:off x="6821043" y="2712351"/>
              <a:ext cx="33423" cy="25110"/>
            </a:xfrm>
            <a:custGeom>
              <a:avLst/>
              <a:pathLst>
                <a:path w="33423" h="25110">
                  <a:moveTo>
                    <a:pt x="18277" y="0"/>
                  </a:moveTo>
                  <a:lnTo>
                    <a:pt x="19160" y="3287"/>
                  </a:lnTo>
                  <a:lnTo>
                    <a:pt x="21225" y="6164"/>
                  </a:lnTo>
                  <a:lnTo>
                    <a:pt x="28254" y="6072"/>
                  </a:lnTo>
                  <a:lnTo>
                    <a:pt x="31884" y="7003"/>
                  </a:lnTo>
                  <a:lnTo>
                    <a:pt x="29984" y="15379"/>
                  </a:lnTo>
                  <a:lnTo>
                    <a:pt x="33423" y="20264"/>
                  </a:lnTo>
                  <a:lnTo>
                    <a:pt x="33230" y="22445"/>
                  </a:lnTo>
                  <a:lnTo>
                    <a:pt x="32235" y="24417"/>
                  </a:lnTo>
                  <a:lnTo>
                    <a:pt x="29711" y="25110"/>
                  </a:lnTo>
                  <a:lnTo>
                    <a:pt x="22410" y="24979"/>
                  </a:lnTo>
                  <a:lnTo>
                    <a:pt x="23117" y="22796"/>
                  </a:lnTo>
                  <a:lnTo>
                    <a:pt x="19785" y="21497"/>
                  </a:lnTo>
                  <a:lnTo>
                    <a:pt x="7222" y="12944"/>
                  </a:lnTo>
                  <a:lnTo>
                    <a:pt x="2354" y="11773"/>
                  </a:lnTo>
                  <a:lnTo>
                    <a:pt x="0" y="8634"/>
                  </a:lnTo>
                  <a:lnTo>
                    <a:pt x="1922" y="6678"/>
                  </a:lnTo>
                  <a:lnTo>
                    <a:pt x="5396" y="6751"/>
                  </a:lnTo>
                  <a:lnTo>
                    <a:pt x="5588" y="20"/>
                  </a:lnTo>
                  <a:close/>
                </a:path>
              </a:pathLst>
            </a:custGeom>
            <a:solidFill>
              <a:srgbClr val="A50F1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5" name="ph6105"/>
            <p:cNvSpPr/>
            <p:nvPr/>
          </p:nvSpPr>
          <p:spPr>
            <a:xfrm>
              <a:off x="6806808" y="2691315"/>
              <a:ext cx="46432" cy="28038"/>
            </a:xfrm>
            <a:custGeom>
              <a:avLst/>
              <a:pathLst>
                <a:path w="46432" h="28038">
                  <a:moveTo>
                    <a:pt x="6071" y="0"/>
                  </a:moveTo>
                  <a:lnTo>
                    <a:pt x="9509" y="2537"/>
                  </a:lnTo>
                  <a:lnTo>
                    <a:pt x="25837" y="3635"/>
                  </a:lnTo>
                  <a:lnTo>
                    <a:pt x="28021" y="4347"/>
                  </a:lnTo>
                  <a:lnTo>
                    <a:pt x="36986" y="8823"/>
                  </a:lnTo>
                  <a:lnTo>
                    <a:pt x="39001" y="10994"/>
                  </a:lnTo>
                  <a:lnTo>
                    <a:pt x="45072" y="10575"/>
                  </a:lnTo>
                  <a:lnTo>
                    <a:pt x="44392" y="15143"/>
                  </a:lnTo>
                  <a:lnTo>
                    <a:pt x="41377" y="20221"/>
                  </a:lnTo>
                  <a:lnTo>
                    <a:pt x="41882" y="24794"/>
                  </a:lnTo>
                  <a:lnTo>
                    <a:pt x="42589" y="25570"/>
                  </a:lnTo>
                  <a:lnTo>
                    <a:pt x="44429" y="25348"/>
                  </a:lnTo>
                  <a:lnTo>
                    <a:pt x="46432" y="26453"/>
                  </a:lnTo>
                  <a:lnTo>
                    <a:pt x="46120" y="28038"/>
                  </a:lnTo>
                  <a:lnTo>
                    <a:pt x="42490" y="27108"/>
                  </a:lnTo>
                  <a:lnTo>
                    <a:pt x="35460" y="27200"/>
                  </a:lnTo>
                  <a:lnTo>
                    <a:pt x="33395" y="24322"/>
                  </a:lnTo>
                  <a:lnTo>
                    <a:pt x="32513" y="21035"/>
                  </a:lnTo>
                  <a:lnTo>
                    <a:pt x="19824" y="21055"/>
                  </a:lnTo>
                  <a:lnTo>
                    <a:pt x="19450" y="18182"/>
                  </a:lnTo>
                  <a:lnTo>
                    <a:pt x="15210" y="10646"/>
                  </a:lnTo>
                  <a:lnTo>
                    <a:pt x="10536" y="9715"/>
                  </a:lnTo>
                  <a:lnTo>
                    <a:pt x="6761" y="12425"/>
                  </a:lnTo>
                  <a:lnTo>
                    <a:pt x="4625" y="12215"/>
                  </a:lnTo>
                  <a:lnTo>
                    <a:pt x="1076" y="11759"/>
                  </a:lnTo>
                  <a:lnTo>
                    <a:pt x="1496" y="4325"/>
                  </a:lnTo>
                  <a:lnTo>
                    <a:pt x="0" y="4148"/>
                  </a:lnTo>
                  <a:lnTo>
                    <a:pt x="3570" y="20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6" name="ph6106"/>
            <p:cNvSpPr/>
            <p:nvPr/>
          </p:nvSpPr>
          <p:spPr>
            <a:xfrm>
              <a:off x="6619129" y="2794456"/>
              <a:ext cx="26395" cy="25187"/>
            </a:xfrm>
            <a:custGeom>
              <a:avLst/>
              <a:pathLst>
                <a:path w="26395" h="25187">
                  <a:moveTo>
                    <a:pt x="14156" y="0"/>
                  </a:moveTo>
                  <a:lnTo>
                    <a:pt x="16935" y="1090"/>
                  </a:lnTo>
                  <a:lnTo>
                    <a:pt x="23490" y="3924"/>
                  </a:lnTo>
                  <a:lnTo>
                    <a:pt x="25210" y="9987"/>
                  </a:lnTo>
                  <a:lnTo>
                    <a:pt x="26395" y="16477"/>
                  </a:lnTo>
                  <a:lnTo>
                    <a:pt x="23020" y="23914"/>
                  </a:lnTo>
                  <a:lnTo>
                    <a:pt x="21580" y="24753"/>
                  </a:lnTo>
                  <a:lnTo>
                    <a:pt x="19299" y="21556"/>
                  </a:lnTo>
                  <a:lnTo>
                    <a:pt x="18450" y="18559"/>
                  </a:lnTo>
                  <a:lnTo>
                    <a:pt x="14133" y="19514"/>
                  </a:lnTo>
                  <a:lnTo>
                    <a:pt x="12781" y="25187"/>
                  </a:lnTo>
                  <a:lnTo>
                    <a:pt x="11643" y="25142"/>
                  </a:lnTo>
                  <a:lnTo>
                    <a:pt x="8165" y="21711"/>
                  </a:lnTo>
                  <a:lnTo>
                    <a:pt x="7919" y="19614"/>
                  </a:lnTo>
                  <a:lnTo>
                    <a:pt x="798" y="15721"/>
                  </a:lnTo>
                  <a:lnTo>
                    <a:pt x="0" y="11617"/>
                  </a:lnTo>
                  <a:lnTo>
                    <a:pt x="767" y="3547"/>
                  </a:lnTo>
                  <a:lnTo>
                    <a:pt x="4007" y="2497"/>
                  </a:lnTo>
                  <a:lnTo>
                    <a:pt x="9327" y="3591"/>
                  </a:lnTo>
                  <a:lnTo>
                    <a:pt x="12029" y="331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7" name="ph6107"/>
            <p:cNvSpPr/>
            <p:nvPr/>
          </p:nvSpPr>
          <p:spPr>
            <a:xfrm>
              <a:off x="6615149" y="2431391"/>
              <a:ext cx="59824" cy="51053"/>
            </a:xfrm>
            <a:custGeom>
              <a:avLst/>
              <a:pathLst>
                <a:path w="59824" h="51053">
                  <a:moveTo>
                    <a:pt x="44738" y="15256"/>
                  </a:moveTo>
                  <a:lnTo>
                    <a:pt x="59824" y="38559"/>
                  </a:lnTo>
                  <a:lnTo>
                    <a:pt x="54910" y="50046"/>
                  </a:lnTo>
                  <a:lnTo>
                    <a:pt x="53804" y="49041"/>
                  </a:lnTo>
                  <a:lnTo>
                    <a:pt x="50294" y="45856"/>
                  </a:lnTo>
                  <a:lnTo>
                    <a:pt x="45634" y="50768"/>
                  </a:lnTo>
                  <a:lnTo>
                    <a:pt x="41330" y="51053"/>
                  </a:lnTo>
                  <a:lnTo>
                    <a:pt x="40854" y="48394"/>
                  </a:lnTo>
                  <a:lnTo>
                    <a:pt x="38189" y="46748"/>
                  </a:lnTo>
                  <a:lnTo>
                    <a:pt x="33946" y="47556"/>
                  </a:lnTo>
                  <a:lnTo>
                    <a:pt x="26489" y="44885"/>
                  </a:lnTo>
                  <a:lnTo>
                    <a:pt x="22384" y="45691"/>
                  </a:lnTo>
                  <a:lnTo>
                    <a:pt x="22837" y="48499"/>
                  </a:lnTo>
                  <a:lnTo>
                    <a:pt x="11952" y="48098"/>
                  </a:lnTo>
                  <a:lnTo>
                    <a:pt x="6602" y="45278"/>
                  </a:lnTo>
                  <a:lnTo>
                    <a:pt x="1196" y="40254"/>
                  </a:lnTo>
                  <a:lnTo>
                    <a:pt x="0" y="37048"/>
                  </a:lnTo>
                  <a:lnTo>
                    <a:pt x="1521" y="34874"/>
                  </a:lnTo>
                  <a:lnTo>
                    <a:pt x="7646" y="29535"/>
                  </a:lnTo>
                  <a:lnTo>
                    <a:pt x="11866" y="27091"/>
                  </a:lnTo>
                  <a:lnTo>
                    <a:pt x="14739" y="32237"/>
                  </a:lnTo>
                  <a:lnTo>
                    <a:pt x="16428" y="31317"/>
                  </a:lnTo>
                  <a:lnTo>
                    <a:pt x="21619" y="23385"/>
                  </a:lnTo>
                  <a:lnTo>
                    <a:pt x="23378" y="19194"/>
                  </a:lnTo>
                  <a:lnTo>
                    <a:pt x="24313" y="15253"/>
                  </a:lnTo>
                  <a:lnTo>
                    <a:pt x="23702" y="13099"/>
                  </a:lnTo>
                  <a:lnTo>
                    <a:pt x="23120" y="9266"/>
                  </a:lnTo>
                  <a:lnTo>
                    <a:pt x="30517" y="9137"/>
                  </a:lnTo>
                  <a:lnTo>
                    <a:pt x="35849" y="4934"/>
                  </a:lnTo>
                  <a:lnTo>
                    <a:pt x="39446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8" name="ph6108"/>
            <p:cNvSpPr/>
            <p:nvPr/>
          </p:nvSpPr>
          <p:spPr>
            <a:xfrm>
              <a:off x="6815986" y="2654558"/>
              <a:ext cx="35006" cy="30521"/>
            </a:xfrm>
            <a:custGeom>
              <a:avLst/>
              <a:pathLst>
                <a:path w="35006" h="30521">
                  <a:moveTo>
                    <a:pt x="16869" y="1168"/>
                  </a:moveTo>
                  <a:lnTo>
                    <a:pt x="17131" y="1377"/>
                  </a:lnTo>
                  <a:lnTo>
                    <a:pt x="17898" y="1990"/>
                  </a:lnTo>
                  <a:lnTo>
                    <a:pt x="28408" y="634"/>
                  </a:lnTo>
                  <a:lnTo>
                    <a:pt x="26027" y="12809"/>
                  </a:lnTo>
                  <a:lnTo>
                    <a:pt x="32484" y="14345"/>
                  </a:lnTo>
                  <a:lnTo>
                    <a:pt x="30393" y="21106"/>
                  </a:lnTo>
                  <a:lnTo>
                    <a:pt x="35006" y="24915"/>
                  </a:lnTo>
                  <a:lnTo>
                    <a:pt x="32815" y="24358"/>
                  </a:lnTo>
                  <a:lnTo>
                    <a:pt x="29437" y="20835"/>
                  </a:lnTo>
                  <a:lnTo>
                    <a:pt x="26677" y="24532"/>
                  </a:lnTo>
                  <a:lnTo>
                    <a:pt x="24534" y="26154"/>
                  </a:lnTo>
                  <a:lnTo>
                    <a:pt x="22120" y="25180"/>
                  </a:lnTo>
                  <a:lnTo>
                    <a:pt x="12750" y="24331"/>
                  </a:lnTo>
                  <a:lnTo>
                    <a:pt x="9647" y="26220"/>
                  </a:lnTo>
                  <a:lnTo>
                    <a:pt x="7924" y="29203"/>
                  </a:lnTo>
                  <a:lnTo>
                    <a:pt x="5087" y="30521"/>
                  </a:lnTo>
                  <a:lnTo>
                    <a:pt x="4330" y="27256"/>
                  </a:lnTo>
                  <a:lnTo>
                    <a:pt x="1428" y="23119"/>
                  </a:lnTo>
                  <a:lnTo>
                    <a:pt x="2927" y="21604"/>
                  </a:lnTo>
                  <a:lnTo>
                    <a:pt x="5199" y="20912"/>
                  </a:lnTo>
                  <a:lnTo>
                    <a:pt x="5605" y="16873"/>
                  </a:lnTo>
                  <a:lnTo>
                    <a:pt x="3851" y="15353"/>
                  </a:lnTo>
                  <a:lnTo>
                    <a:pt x="0" y="13835"/>
                  </a:lnTo>
                  <a:lnTo>
                    <a:pt x="6430" y="6189"/>
                  </a:lnTo>
                  <a:lnTo>
                    <a:pt x="10508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9" name="ph6109"/>
            <p:cNvSpPr/>
            <p:nvPr/>
          </p:nvSpPr>
          <p:spPr>
            <a:xfrm>
              <a:off x="6671546" y="2811903"/>
              <a:ext cx="35981" cy="20942"/>
            </a:xfrm>
            <a:custGeom>
              <a:avLst/>
              <a:pathLst>
                <a:path w="35981" h="20942">
                  <a:moveTo>
                    <a:pt x="14625" y="839"/>
                  </a:moveTo>
                  <a:lnTo>
                    <a:pt x="22101" y="3855"/>
                  </a:lnTo>
                  <a:lnTo>
                    <a:pt x="27557" y="3932"/>
                  </a:lnTo>
                  <a:lnTo>
                    <a:pt x="32300" y="6374"/>
                  </a:lnTo>
                  <a:lnTo>
                    <a:pt x="33322" y="7990"/>
                  </a:lnTo>
                  <a:lnTo>
                    <a:pt x="32883" y="10824"/>
                  </a:lnTo>
                  <a:lnTo>
                    <a:pt x="34690" y="12411"/>
                  </a:lnTo>
                  <a:lnTo>
                    <a:pt x="35981" y="12960"/>
                  </a:lnTo>
                  <a:lnTo>
                    <a:pt x="29874" y="16042"/>
                  </a:lnTo>
                  <a:lnTo>
                    <a:pt x="28130" y="19170"/>
                  </a:lnTo>
                  <a:lnTo>
                    <a:pt x="28146" y="20942"/>
                  </a:lnTo>
                  <a:lnTo>
                    <a:pt x="19797" y="19758"/>
                  </a:lnTo>
                  <a:lnTo>
                    <a:pt x="18440" y="18711"/>
                  </a:lnTo>
                  <a:lnTo>
                    <a:pt x="6154" y="15145"/>
                  </a:lnTo>
                  <a:lnTo>
                    <a:pt x="4534" y="15485"/>
                  </a:lnTo>
                  <a:lnTo>
                    <a:pt x="3208" y="16809"/>
                  </a:lnTo>
                  <a:lnTo>
                    <a:pt x="516" y="14877"/>
                  </a:lnTo>
                  <a:lnTo>
                    <a:pt x="0" y="13709"/>
                  </a:lnTo>
                  <a:lnTo>
                    <a:pt x="533" y="7616"/>
                  </a:lnTo>
                  <a:lnTo>
                    <a:pt x="5063" y="4772"/>
                  </a:lnTo>
                  <a:lnTo>
                    <a:pt x="5201" y="3579"/>
                  </a:lnTo>
                  <a:lnTo>
                    <a:pt x="3876" y="3065"/>
                  </a:lnTo>
                  <a:lnTo>
                    <a:pt x="5421" y="0"/>
                  </a:lnTo>
                  <a:lnTo>
                    <a:pt x="5719" y="846"/>
                  </a:lnTo>
                  <a:lnTo>
                    <a:pt x="8649" y="2274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0" name="ph6110"/>
            <p:cNvSpPr/>
            <p:nvPr/>
          </p:nvSpPr>
          <p:spPr>
            <a:xfrm>
              <a:off x="6659696" y="2469951"/>
              <a:ext cx="84604" cy="66620"/>
            </a:xfrm>
            <a:custGeom>
              <a:avLst/>
              <a:pathLst>
                <a:path w="84604" h="66620">
                  <a:moveTo>
                    <a:pt x="15533" y="232"/>
                  </a:moveTo>
                  <a:lnTo>
                    <a:pt x="27698" y="19423"/>
                  </a:lnTo>
                  <a:lnTo>
                    <a:pt x="29518" y="20944"/>
                  </a:lnTo>
                  <a:lnTo>
                    <a:pt x="34648" y="22870"/>
                  </a:lnTo>
                  <a:lnTo>
                    <a:pt x="42191" y="21439"/>
                  </a:lnTo>
                  <a:lnTo>
                    <a:pt x="44362" y="24251"/>
                  </a:lnTo>
                  <a:lnTo>
                    <a:pt x="47582" y="26565"/>
                  </a:lnTo>
                  <a:lnTo>
                    <a:pt x="48742" y="26305"/>
                  </a:lnTo>
                  <a:lnTo>
                    <a:pt x="49805" y="23792"/>
                  </a:lnTo>
                  <a:lnTo>
                    <a:pt x="69139" y="24284"/>
                  </a:lnTo>
                  <a:lnTo>
                    <a:pt x="72349" y="24957"/>
                  </a:lnTo>
                  <a:lnTo>
                    <a:pt x="75739" y="26241"/>
                  </a:lnTo>
                  <a:lnTo>
                    <a:pt x="78169" y="28185"/>
                  </a:lnTo>
                  <a:lnTo>
                    <a:pt x="78859" y="35457"/>
                  </a:lnTo>
                  <a:lnTo>
                    <a:pt x="79479" y="41656"/>
                  </a:lnTo>
                  <a:lnTo>
                    <a:pt x="82927" y="43862"/>
                  </a:lnTo>
                  <a:lnTo>
                    <a:pt x="84604" y="49216"/>
                  </a:lnTo>
                  <a:lnTo>
                    <a:pt x="84086" y="51225"/>
                  </a:lnTo>
                  <a:lnTo>
                    <a:pt x="82245" y="51860"/>
                  </a:lnTo>
                  <a:lnTo>
                    <a:pt x="72715" y="50506"/>
                  </a:lnTo>
                  <a:lnTo>
                    <a:pt x="68987" y="54918"/>
                  </a:lnTo>
                  <a:lnTo>
                    <a:pt x="64961" y="64630"/>
                  </a:lnTo>
                  <a:lnTo>
                    <a:pt x="60971" y="66620"/>
                  </a:lnTo>
                  <a:lnTo>
                    <a:pt x="58578" y="66190"/>
                  </a:lnTo>
                  <a:lnTo>
                    <a:pt x="54285" y="62345"/>
                  </a:lnTo>
                  <a:lnTo>
                    <a:pt x="51071" y="61907"/>
                  </a:lnTo>
                  <a:lnTo>
                    <a:pt x="44274" y="62413"/>
                  </a:lnTo>
                  <a:lnTo>
                    <a:pt x="42886" y="59422"/>
                  </a:lnTo>
                  <a:lnTo>
                    <a:pt x="38692" y="57473"/>
                  </a:lnTo>
                  <a:lnTo>
                    <a:pt x="33691" y="57516"/>
                  </a:lnTo>
                  <a:lnTo>
                    <a:pt x="32231" y="56749"/>
                  </a:lnTo>
                  <a:lnTo>
                    <a:pt x="34279" y="49174"/>
                  </a:lnTo>
                  <a:lnTo>
                    <a:pt x="25700" y="48537"/>
                  </a:lnTo>
                  <a:lnTo>
                    <a:pt x="23742" y="50974"/>
                  </a:lnTo>
                  <a:lnTo>
                    <a:pt x="20238" y="50190"/>
                  </a:lnTo>
                  <a:lnTo>
                    <a:pt x="19794" y="37196"/>
                  </a:lnTo>
                  <a:lnTo>
                    <a:pt x="10974" y="38698"/>
                  </a:lnTo>
                  <a:lnTo>
                    <a:pt x="2919" y="41719"/>
                  </a:lnTo>
                  <a:lnTo>
                    <a:pt x="3746" y="38598"/>
                  </a:lnTo>
                  <a:lnTo>
                    <a:pt x="3132" y="34785"/>
                  </a:lnTo>
                  <a:lnTo>
                    <a:pt x="0" y="29792"/>
                  </a:lnTo>
                  <a:lnTo>
                    <a:pt x="4596" y="25079"/>
                  </a:lnTo>
                  <a:lnTo>
                    <a:pt x="6323" y="18746"/>
                  </a:lnTo>
                  <a:lnTo>
                    <a:pt x="10963" y="17964"/>
                  </a:lnTo>
                  <a:lnTo>
                    <a:pt x="10535" y="15364"/>
                  </a:lnTo>
                  <a:lnTo>
                    <a:pt x="7050" y="14023"/>
                  </a:lnTo>
                  <a:lnTo>
                    <a:pt x="9257" y="10481"/>
                  </a:lnTo>
                  <a:lnTo>
                    <a:pt x="10363" y="11487"/>
                  </a:lnTo>
                  <a:lnTo>
                    <a:pt x="15277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1" name="ph6111"/>
            <p:cNvSpPr/>
            <p:nvPr/>
          </p:nvSpPr>
          <p:spPr>
            <a:xfrm>
              <a:off x="6685588" y="2652457"/>
              <a:ext cx="67722" cy="88872"/>
            </a:xfrm>
            <a:custGeom>
              <a:avLst/>
              <a:pathLst>
                <a:path w="67722" h="88872">
                  <a:moveTo>
                    <a:pt x="48090" y="1156"/>
                  </a:moveTo>
                  <a:lnTo>
                    <a:pt x="49429" y="278"/>
                  </a:lnTo>
                  <a:lnTo>
                    <a:pt x="51709" y="1543"/>
                  </a:lnTo>
                  <a:lnTo>
                    <a:pt x="56563" y="6957"/>
                  </a:lnTo>
                  <a:lnTo>
                    <a:pt x="54822" y="7115"/>
                  </a:lnTo>
                  <a:lnTo>
                    <a:pt x="53372" y="8312"/>
                  </a:lnTo>
                  <a:lnTo>
                    <a:pt x="50714" y="16458"/>
                  </a:lnTo>
                  <a:lnTo>
                    <a:pt x="54098" y="19232"/>
                  </a:lnTo>
                  <a:lnTo>
                    <a:pt x="59690" y="21582"/>
                  </a:lnTo>
                  <a:lnTo>
                    <a:pt x="60092" y="24609"/>
                  </a:lnTo>
                  <a:lnTo>
                    <a:pt x="58986" y="27345"/>
                  </a:lnTo>
                  <a:lnTo>
                    <a:pt x="57424" y="28278"/>
                  </a:lnTo>
                  <a:lnTo>
                    <a:pt x="55795" y="32474"/>
                  </a:lnTo>
                  <a:lnTo>
                    <a:pt x="61200" y="37507"/>
                  </a:lnTo>
                  <a:lnTo>
                    <a:pt x="62585" y="42493"/>
                  </a:lnTo>
                  <a:lnTo>
                    <a:pt x="66929" y="45050"/>
                  </a:lnTo>
                  <a:lnTo>
                    <a:pt x="67722" y="47347"/>
                  </a:lnTo>
                  <a:lnTo>
                    <a:pt x="66375" y="50324"/>
                  </a:lnTo>
                  <a:lnTo>
                    <a:pt x="59466" y="50246"/>
                  </a:lnTo>
                  <a:lnTo>
                    <a:pt x="59282" y="56292"/>
                  </a:lnTo>
                  <a:lnTo>
                    <a:pt x="63016" y="58884"/>
                  </a:lnTo>
                  <a:lnTo>
                    <a:pt x="61497" y="63186"/>
                  </a:lnTo>
                  <a:lnTo>
                    <a:pt x="60339" y="63473"/>
                  </a:lnTo>
                  <a:lnTo>
                    <a:pt x="58522" y="65473"/>
                  </a:lnTo>
                  <a:lnTo>
                    <a:pt x="56332" y="74742"/>
                  </a:lnTo>
                  <a:lnTo>
                    <a:pt x="48704" y="78772"/>
                  </a:lnTo>
                  <a:lnTo>
                    <a:pt x="46982" y="83113"/>
                  </a:lnTo>
                  <a:lnTo>
                    <a:pt x="42585" y="88872"/>
                  </a:lnTo>
                  <a:lnTo>
                    <a:pt x="37563" y="88063"/>
                  </a:lnTo>
                  <a:lnTo>
                    <a:pt x="29106" y="83783"/>
                  </a:lnTo>
                  <a:lnTo>
                    <a:pt x="28119" y="80697"/>
                  </a:lnTo>
                  <a:lnTo>
                    <a:pt x="29297" y="78343"/>
                  </a:lnTo>
                  <a:lnTo>
                    <a:pt x="28643" y="76943"/>
                  </a:lnTo>
                  <a:lnTo>
                    <a:pt x="23741" y="71214"/>
                  </a:lnTo>
                  <a:lnTo>
                    <a:pt x="20587" y="69962"/>
                  </a:lnTo>
                  <a:lnTo>
                    <a:pt x="18117" y="70371"/>
                  </a:lnTo>
                  <a:lnTo>
                    <a:pt x="13449" y="73642"/>
                  </a:lnTo>
                  <a:lnTo>
                    <a:pt x="12139" y="80908"/>
                  </a:lnTo>
                  <a:lnTo>
                    <a:pt x="12718" y="82735"/>
                  </a:lnTo>
                  <a:lnTo>
                    <a:pt x="5906" y="81985"/>
                  </a:lnTo>
                  <a:lnTo>
                    <a:pt x="5710" y="79837"/>
                  </a:lnTo>
                  <a:lnTo>
                    <a:pt x="0" y="78581"/>
                  </a:lnTo>
                  <a:lnTo>
                    <a:pt x="257" y="76621"/>
                  </a:lnTo>
                  <a:lnTo>
                    <a:pt x="3470" y="74497"/>
                  </a:lnTo>
                  <a:lnTo>
                    <a:pt x="6506" y="74814"/>
                  </a:lnTo>
                  <a:lnTo>
                    <a:pt x="9541" y="71466"/>
                  </a:lnTo>
                  <a:lnTo>
                    <a:pt x="9342" y="70218"/>
                  </a:lnTo>
                  <a:lnTo>
                    <a:pt x="7891" y="69361"/>
                  </a:lnTo>
                  <a:lnTo>
                    <a:pt x="5683" y="69235"/>
                  </a:lnTo>
                  <a:lnTo>
                    <a:pt x="6065" y="63080"/>
                  </a:lnTo>
                  <a:lnTo>
                    <a:pt x="11731" y="59735"/>
                  </a:lnTo>
                  <a:lnTo>
                    <a:pt x="12020" y="57033"/>
                  </a:lnTo>
                  <a:lnTo>
                    <a:pt x="14532" y="55132"/>
                  </a:lnTo>
                  <a:lnTo>
                    <a:pt x="16165" y="52450"/>
                  </a:lnTo>
                  <a:lnTo>
                    <a:pt x="15109" y="51925"/>
                  </a:lnTo>
                  <a:lnTo>
                    <a:pt x="12177" y="47029"/>
                  </a:lnTo>
                  <a:lnTo>
                    <a:pt x="9980" y="39898"/>
                  </a:lnTo>
                  <a:lnTo>
                    <a:pt x="10713" y="38603"/>
                  </a:lnTo>
                  <a:lnTo>
                    <a:pt x="13402" y="38426"/>
                  </a:lnTo>
                  <a:lnTo>
                    <a:pt x="16292" y="34749"/>
                  </a:lnTo>
                  <a:lnTo>
                    <a:pt x="17419" y="28637"/>
                  </a:lnTo>
                  <a:lnTo>
                    <a:pt x="22544" y="29532"/>
                  </a:lnTo>
                  <a:lnTo>
                    <a:pt x="25166" y="28334"/>
                  </a:lnTo>
                  <a:lnTo>
                    <a:pt x="25721" y="24322"/>
                  </a:lnTo>
                  <a:lnTo>
                    <a:pt x="24681" y="23292"/>
                  </a:lnTo>
                  <a:lnTo>
                    <a:pt x="26467" y="21721"/>
                  </a:lnTo>
                  <a:lnTo>
                    <a:pt x="27902" y="17467"/>
                  </a:lnTo>
                  <a:lnTo>
                    <a:pt x="30009" y="15436"/>
                  </a:lnTo>
                  <a:lnTo>
                    <a:pt x="40043" y="16389"/>
                  </a:lnTo>
                  <a:lnTo>
                    <a:pt x="41153" y="14263"/>
                  </a:lnTo>
                  <a:lnTo>
                    <a:pt x="46223" y="8765"/>
                  </a:lnTo>
                  <a:lnTo>
                    <a:pt x="45282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2" name="ph6112"/>
            <p:cNvSpPr/>
            <p:nvPr/>
          </p:nvSpPr>
          <p:spPr>
            <a:xfrm>
              <a:off x="6620237" y="2653499"/>
              <a:ext cx="55380" cy="73799"/>
            </a:xfrm>
            <a:custGeom>
              <a:avLst/>
              <a:pathLst>
                <a:path w="55380" h="73799">
                  <a:moveTo>
                    <a:pt x="48102" y="3173"/>
                  </a:moveTo>
                  <a:lnTo>
                    <a:pt x="47969" y="5172"/>
                  </a:lnTo>
                  <a:lnTo>
                    <a:pt x="55380" y="8716"/>
                  </a:lnTo>
                  <a:lnTo>
                    <a:pt x="55155" y="12480"/>
                  </a:lnTo>
                  <a:lnTo>
                    <a:pt x="48334" y="25594"/>
                  </a:lnTo>
                  <a:lnTo>
                    <a:pt x="48458" y="31833"/>
                  </a:lnTo>
                  <a:lnTo>
                    <a:pt x="47345" y="35766"/>
                  </a:lnTo>
                  <a:lnTo>
                    <a:pt x="46164" y="33888"/>
                  </a:lnTo>
                  <a:lnTo>
                    <a:pt x="40090" y="38431"/>
                  </a:lnTo>
                  <a:lnTo>
                    <a:pt x="39827" y="40851"/>
                  </a:lnTo>
                  <a:lnTo>
                    <a:pt x="41794" y="46578"/>
                  </a:lnTo>
                  <a:lnTo>
                    <a:pt x="47059" y="46781"/>
                  </a:lnTo>
                  <a:lnTo>
                    <a:pt x="48157" y="47831"/>
                  </a:lnTo>
                  <a:lnTo>
                    <a:pt x="46913" y="49997"/>
                  </a:lnTo>
                  <a:lnTo>
                    <a:pt x="47022" y="52988"/>
                  </a:lnTo>
                  <a:lnTo>
                    <a:pt x="47943" y="54277"/>
                  </a:lnTo>
                  <a:lnTo>
                    <a:pt x="46356" y="56339"/>
                  </a:lnTo>
                  <a:lnTo>
                    <a:pt x="43229" y="54750"/>
                  </a:lnTo>
                  <a:lnTo>
                    <a:pt x="40279" y="55508"/>
                  </a:lnTo>
                  <a:lnTo>
                    <a:pt x="34502" y="58570"/>
                  </a:lnTo>
                  <a:lnTo>
                    <a:pt x="32458" y="63645"/>
                  </a:lnTo>
                  <a:lnTo>
                    <a:pt x="32211" y="68491"/>
                  </a:lnTo>
                  <a:lnTo>
                    <a:pt x="30747" y="71245"/>
                  </a:lnTo>
                  <a:lnTo>
                    <a:pt x="29419" y="71746"/>
                  </a:lnTo>
                  <a:lnTo>
                    <a:pt x="25114" y="72116"/>
                  </a:lnTo>
                  <a:lnTo>
                    <a:pt x="21507" y="69735"/>
                  </a:lnTo>
                  <a:lnTo>
                    <a:pt x="18612" y="70708"/>
                  </a:lnTo>
                  <a:lnTo>
                    <a:pt x="16956" y="68798"/>
                  </a:lnTo>
                  <a:lnTo>
                    <a:pt x="15133" y="68753"/>
                  </a:lnTo>
                  <a:lnTo>
                    <a:pt x="13523" y="69948"/>
                  </a:lnTo>
                  <a:lnTo>
                    <a:pt x="12850" y="72224"/>
                  </a:lnTo>
                  <a:lnTo>
                    <a:pt x="9706" y="73799"/>
                  </a:lnTo>
                  <a:lnTo>
                    <a:pt x="818" y="72112"/>
                  </a:lnTo>
                  <a:lnTo>
                    <a:pt x="0" y="69604"/>
                  </a:lnTo>
                  <a:lnTo>
                    <a:pt x="3694" y="64581"/>
                  </a:lnTo>
                  <a:lnTo>
                    <a:pt x="7474" y="55198"/>
                  </a:lnTo>
                  <a:lnTo>
                    <a:pt x="10944" y="51171"/>
                  </a:lnTo>
                  <a:lnTo>
                    <a:pt x="6718" y="47814"/>
                  </a:lnTo>
                  <a:lnTo>
                    <a:pt x="5899" y="45219"/>
                  </a:lnTo>
                  <a:lnTo>
                    <a:pt x="6259" y="41831"/>
                  </a:lnTo>
                  <a:lnTo>
                    <a:pt x="11072" y="39262"/>
                  </a:lnTo>
                  <a:lnTo>
                    <a:pt x="15793" y="29592"/>
                  </a:lnTo>
                  <a:lnTo>
                    <a:pt x="11440" y="14248"/>
                  </a:lnTo>
                  <a:lnTo>
                    <a:pt x="10464" y="13242"/>
                  </a:lnTo>
                  <a:lnTo>
                    <a:pt x="17490" y="12383"/>
                  </a:lnTo>
                  <a:lnTo>
                    <a:pt x="20823" y="13863"/>
                  </a:lnTo>
                  <a:lnTo>
                    <a:pt x="24358" y="14364"/>
                  </a:lnTo>
                  <a:lnTo>
                    <a:pt x="27747" y="12449"/>
                  </a:lnTo>
                  <a:lnTo>
                    <a:pt x="28438" y="7384"/>
                  </a:lnTo>
                  <a:lnTo>
                    <a:pt x="30905" y="4337"/>
                  </a:lnTo>
                  <a:lnTo>
                    <a:pt x="37075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3" name="ph6113"/>
            <p:cNvSpPr/>
            <p:nvPr/>
          </p:nvSpPr>
          <p:spPr>
            <a:xfrm>
              <a:off x="6563020" y="2566452"/>
              <a:ext cx="63586" cy="45436"/>
            </a:xfrm>
            <a:custGeom>
              <a:avLst/>
              <a:pathLst>
                <a:path w="63586" h="45436">
                  <a:moveTo>
                    <a:pt x="45804" y="0"/>
                  </a:moveTo>
                  <a:lnTo>
                    <a:pt x="45161" y="2039"/>
                  </a:lnTo>
                  <a:lnTo>
                    <a:pt x="46300" y="5387"/>
                  </a:lnTo>
                  <a:lnTo>
                    <a:pt x="48081" y="5592"/>
                  </a:lnTo>
                  <a:lnTo>
                    <a:pt x="48453" y="3654"/>
                  </a:lnTo>
                  <a:lnTo>
                    <a:pt x="51409" y="2673"/>
                  </a:lnTo>
                  <a:lnTo>
                    <a:pt x="54656" y="3349"/>
                  </a:lnTo>
                  <a:lnTo>
                    <a:pt x="54183" y="7052"/>
                  </a:lnTo>
                  <a:lnTo>
                    <a:pt x="56488" y="9615"/>
                  </a:lnTo>
                  <a:lnTo>
                    <a:pt x="63586" y="12072"/>
                  </a:lnTo>
                  <a:lnTo>
                    <a:pt x="62772" y="17531"/>
                  </a:lnTo>
                  <a:lnTo>
                    <a:pt x="59295" y="16764"/>
                  </a:lnTo>
                  <a:lnTo>
                    <a:pt x="57411" y="17615"/>
                  </a:lnTo>
                  <a:lnTo>
                    <a:pt x="52778" y="21808"/>
                  </a:lnTo>
                  <a:lnTo>
                    <a:pt x="50871" y="21113"/>
                  </a:lnTo>
                  <a:lnTo>
                    <a:pt x="49270" y="21583"/>
                  </a:lnTo>
                  <a:lnTo>
                    <a:pt x="47467" y="24894"/>
                  </a:lnTo>
                  <a:lnTo>
                    <a:pt x="47802" y="27319"/>
                  </a:lnTo>
                  <a:lnTo>
                    <a:pt x="47187" y="28290"/>
                  </a:lnTo>
                  <a:lnTo>
                    <a:pt x="39680" y="30765"/>
                  </a:lnTo>
                  <a:lnTo>
                    <a:pt x="35907" y="34195"/>
                  </a:lnTo>
                  <a:lnTo>
                    <a:pt x="33787" y="37686"/>
                  </a:lnTo>
                  <a:lnTo>
                    <a:pt x="31518" y="37884"/>
                  </a:lnTo>
                  <a:lnTo>
                    <a:pt x="31199" y="37099"/>
                  </a:lnTo>
                  <a:lnTo>
                    <a:pt x="32414" y="36197"/>
                  </a:lnTo>
                  <a:lnTo>
                    <a:pt x="32411" y="33715"/>
                  </a:lnTo>
                  <a:lnTo>
                    <a:pt x="25741" y="33417"/>
                  </a:lnTo>
                  <a:lnTo>
                    <a:pt x="21073" y="33637"/>
                  </a:lnTo>
                  <a:lnTo>
                    <a:pt x="16928" y="35172"/>
                  </a:lnTo>
                  <a:lnTo>
                    <a:pt x="14207" y="37421"/>
                  </a:lnTo>
                  <a:lnTo>
                    <a:pt x="6716" y="37779"/>
                  </a:lnTo>
                  <a:lnTo>
                    <a:pt x="5779" y="38261"/>
                  </a:lnTo>
                  <a:lnTo>
                    <a:pt x="6803" y="42916"/>
                  </a:lnTo>
                  <a:lnTo>
                    <a:pt x="5246" y="44599"/>
                  </a:lnTo>
                  <a:lnTo>
                    <a:pt x="2365" y="45436"/>
                  </a:lnTo>
                  <a:lnTo>
                    <a:pt x="1296" y="45007"/>
                  </a:lnTo>
                  <a:lnTo>
                    <a:pt x="0" y="44005"/>
                  </a:lnTo>
                  <a:lnTo>
                    <a:pt x="469" y="24895"/>
                  </a:lnTo>
                  <a:lnTo>
                    <a:pt x="5794" y="17928"/>
                  </a:lnTo>
                  <a:lnTo>
                    <a:pt x="7826" y="280"/>
                  </a:lnTo>
                  <a:lnTo>
                    <a:pt x="12725" y="1261"/>
                  </a:lnTo>
                  <a:lnTo>
                    <a:pt x="22831" y="857"/>
                  </a:lnTo>
                  <a:lnTo>
                    <a:pt x="24870" y="1925"/>
                  </a:lnTo>
                  <a:lnTo>
                    <a:pt x="25669" y="3888"/>
                  </a:lnTo>
                  <a:lnTo>
                    <a:pt x="27910" y="5836"/>
                  </a:lnTo>
                  <a:lnTo>
                    <a:pt x="33555" y="5885"/>
                  </a:lnTo>
                  <a:lnTo>
                    <a:pt x="37157" y="139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4" name="ph6114"/>
            <p:cNvSpPr/>
            <p:nvPr/>
          </p:nvSpPr>
          <p:spPr>
            <a:xfrm>
              <a:off x="6760808" y="2664297"/>
              <a:ext cx="32978" cy="32688"/>
            </a:xfrm>
            <a:custGeom>
              <a:avLst/>
              <a:pathLst>
                <a:path w="32978" h="32688">
                  <a:moveTo>
                    <a:pt x="27114" y="4154"/>
                  </a:moveTo>
                  <a:lnTo>
                    <a:pt x="32978" y="3030"/>
                  </a:lnTo>
                  <a:lnTo>
                    <a:pt x="32210" y="9691"/>
                  </a:lnTo>
                  <a:lnTo>
                    <a:pt x="30227" y="9389"/>
                  </a:lnTo>
                  <a:lnTo>
                    <a:pt x="28401" y="11077"/>
                  </a:lnTo>
                  <a:lnTo>
                    <a:pt x="29440" y="16592"/>
                  </a:lnTo>
                  <a:lnTo>
                    <a:pt x="27797" y="16939"/>
                  </a:lnTo>
                  <a:lnTo>
                    <a:pt x="26613" y="25892"/>
                  </a:lnTo>
                  <a:lnTo>
                    <a:pt x="21998" y="26350"/>
                  </a:lnTo>
                  <a:lnTo>
                    <a:pt x="19652" y="29497"/>
                  </a:lnTo>
                  <a:lnTo>
                    <a:pt x="18503" y="29066"/>
                  </a:lnTo>
                  <a:lnTo>
                    <a:pt x="9024" y="30865"/>
                  </a:lnTo>
                  <a:lnTo>
                    <a:pt x="8343" y="32688"/>
                  </a:lnTo>
                  <a:lnTo>
                    <a:pt x="3865" y="28315"/>
                  </a:lnTo>
                  <a:lnTo>
                    <a:pt x="0" y="27685"/>
                  </a:lnTo>
                  <a:lnTo>
                    <a:pt x="5543" y="19794"/>
                  </a:lnTo>
                  <a:lnTo>
                    <a:pt x="7742" y="15239"/>
                  </a:lnTo>
                  <a:lnTo>
                    <a:pt x="8965" y="15458"/>
                  </a:lnTo>
                  <a:lnTo>
                    <a:pt x="11868" y="17909"/>
                  </a:lnTo>
                  <a:lnTo>
                    <a:pt x="11802" y="19687"/>
                  </a:lnTo>
                  <a:lnTo>
                    <a:pt x="17920" y="18379"/>
                  </a:lnTo>
                  <a:lnTo>
                    <a:pt x="15626" y="15285"/>
                  </a:lnTo>
                  <a:lnTo>
                    <a:pt x="18990" y="13647"/>
                  </a:lnTo>
                  <a:lnTo>
                    <a:pt x="17173" y="8206"/>
                  </a:lnTo>
                  <a:lnTo>
                    <a:pt x="21706" y="5185"/>
                  </a:lnTo>
                  <a:lnTo>
                    <a:pt x="21663" y="3747"/>
                  </a:lnTo>
                  <a:lnTo>
                    <a:pt x="19657" y="1535"/>
                  </a:lnTo>
                  <a:lnTo>
                    <a:pt x="21374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5" name="ph6115"/>
            <p:cNvSpPr/>
            <p:nvPr/>
          </p:nvSpPr>
          <p:spPr>
            <a:xfrm>
              <a:off x="6889599" y="2372474"/>
              <a:ext cx="58407" cy="95082"/>
            </a:xfrm>
            <a:custGeom>
              <a:avLst/>
              <a:pathLst>
                <a:path w="58407" h="95082">
                  <a:moveTo>
                    <a:pt x="30853" y="4926"/>
                  </a:moveTo>
                  <a:lnTo>
                    <a:pt x="34855" y="9640"/>
                  </a:lnTo>
                  <a:lnTo>
                    <a:pt x="36952" y="17155"/>
                  </a:lnTo>
                  <a:lnTo>
                    <a:pt x="41430" y="24752"/>
                  </a:lnTo>
                  <a:lnTo>
                    <a:pt x="47100" y="28932"/>
                  </a:lnTo>
                  <a:lnTo>
                    <a:pt x="58407" y="49641"/>
                  </a:lnTo>
                  <a:lnTo>
                    <a:pt x="55403" y="55124"/>
                  </a:lnTo>
                  <a:lnTo>
                    <a:pt x="49236" y="79240"/>
                  </a:lnTo>
                  <a:lnTo>
                    <a:pt x="36315" y="84937"/>
                  </a:lnTo>
                  <a:lnTo>
                    <a:pt x="31089" y="85543"/>
                  </a:lnTo>
                  <a:lnTo>
                    <a:pt x="32021" y="95082"/>
                  </a:lnTo>
                  <a:lnTo>
                    <a:pt x="18258" y="89398"/>
                  </a:lnTo>
                  <a:lnTo>
                    <a:pt x="8729" y="78829"/>
                  </a:lnTo>
                  <a:lnTo>
                    <a:pt x="4998" y="73640"/>
                  </a:lnTo>
                  <a:lnTo>
                    <a:pt x="10565" y="57594"/>
                  </a:lnTo>
                  <a:lnTo>
                    <a:pt x="12430" y="39387"/>
                  </a:lnTo>
                  <a:lnTo>
                    <a:pt x="10598" y="38586"/>
                  </a:lnTo>
                  <a:lnTo>
                    <a:pt x="8097" y="39211"/>
                  </a:lnTo>
                  <a:lnTo>
                    <a:pt x="5308" y="37398"/>
                  </a:lnTo>
                  <a:lnTo>
                    <a:pt x="5175" y="35194"/>
                  </a:lnTo>
                  <a:lnTo>
                    <a:pt x="6682" y="31709"/>
                  </a:lnTo>
                  <a:lnTo>
                    <a:pt x="3711" y="29058"/>
                  </a:lnTo>
                  <a:lnTo>
                    <a:pt x="685" y="28283"/>
                  </a:lnTo>
                  <a:lnTo>
                    <a:pt x="0" y="24774"/>
                  </a:lnTo>
                  <a:lnTo>
                    <a:pt x="2243" y="24283"/>
                  </a:lnTo>
                  <a:lnTo>
                    <a:pt x="5490" y="19750"/>
                  </a:lnTo>
                  <a:lnTo>
                    <a:pt x="6274" y="13284"/>
                  </a:lnTo>
                  <a:lnTo>
                    <a:pt x="2936" y="8852"/>
                  </a:lnTo>
                  <a:lnTo>
                    <a:pt x="7217" y="5447"/>
                  </a:lnTo>
                  <a:lnTo>
                    <a:pt x="8464" y="3323"/>
                  </a:lnTo>
                  <a:lnTo>
                    <a:pt x="15627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6" name="ph6116"/>
            <p:cNvSpPr/>
            <p:nvPr/>
          </p:nvSpPr>
          <p:spPr>
            <a:xfrm>
              <a:off x="6615160" y="2804443"/>
              <a:ext cx="61587" cy="41248"/>
            </a:xfrm>
            <a:custGeom>
              <a:avLst/>
              <a:pathLst>
                <a:path w="61587" h="41248">
                  <a:moveTo>
                    <a:pt x="36566" y="3183"/>
                  </a:moveTo>
                  <a:lnTo>
                    <a:pt x="49655" y="4008"/>
                  </a:lnTo>
                  <a:lnTo>
                    <a:pt x="54507" y="5263"/>
                  </a:lnTo>
                  <a:lnTo>
                    <a:pt x="60262" y="10525"/>
                  </a:lnTo>
                  <a:lnTo>
                    <a:pt x="61587" y="11039"/>
                  </a:lnTo>
                  <a:lnTo>
                    <a:pt x="61449" y="12232"/>
                  </a:lnTo>
                  <a:lnTo>
                    <a:pt x="56919" y="15076"/>
                  </a:lnTo>
                  <a:lnTo>
                    <a:pt x="56386" y="21169"/>
                  </a:lnTo>
                  <a:lnTo>
                    <a:pt x="56903" y="22337"/>
                  </a:lnTo>
                  <a:lnTo>
                    <a:pt x="53326" y="21636"/>
                  </a:lnTo>
                  <a:lnTo>
                    <a:pt x="47431" y="21808"/>
                  </a:lnTo>
                  <a:lnTo>
                    <a:pt x="46641" y="22467"/>
                  </a:lnTo>
                  <a:lnTo>
                    <a:pt x="45763" y="26616"/>
                  </a:lnTo>
                  <a:lnTo>
                    <a:pt x="40913" y="30654"/>
                  </a:lnTo>
                  <a:lnTo>
                    <a:pt x="39404" y="28973"/>
                  </a:lnTo>
                  <a:lnTo>
                    <a:pt x="39705" y="27489"/>
                  </a:lnTo>
                  <a:lnTo>
                    <a:pt x="38904" y="27409"/>
                  </a:lnTo>
                  <a:lnTo>
                    <a:pt x="37762" y="30333"/>
                  </a:lnTo>
                  <a:lnTo>
                    <a:pt x="37076" y="28978"/>
                  </a:lnTo>
                  <a:lnTo>
                    <a:pt x="37293" y="25213"/>
                  </a:lnTo>
                  <a:lnTo>
                    <a:pt x="36490" y="24088"/>
                  </a:lnTo>
                  <a:lnTo>
                    <a:pt x="35100" y="23659"/>
                  </a:lnTo>
                  <a:lnTo>
                    <a:pt x="30622" y="25078"/>
                  </a:lnTo>
                  <a:lnTo>
                    <a:pt x="18188" y="33638"/>
                  </a:lnTo>
                  <a:lnTo>
                    <a:pt x="17237" y="40888"/>
                  </a:lnTo>
                  <a:lnTo>
                    <a:pt x="11774" y="41248"/>
                  </a:lnTo>
                  <a:lnTo>
                    <a:pt x="10759" y="41205"/>
                  </a:lnTo>
                  <a:lnTo>
                    <a:pt x="6960" y="37913"/>
                  </a:lnTo>
                  <a:lnTo>
                    <a:pt x="7052" y="37129"/>
                  </a:lnTo>
                  <a:lnTo>
                    <a:pt x="9894" y="37436"/>
                  </a:lnTo>
                  <a:lnTo>
                    <a:pt x="10746" y="29555"/>
                  </a:lnTo>
                  <a:lnTo>
                    <a:pt x="6744" y="28438"/>
                  </a:lnTo>
                  <a:lnTo>
                    <a:pt x="2843" y="29528"/>
                  </a:lnTo>
                  <a:lnTo>
                    <a:pt x="940" y="31485"/>
                  </a:lnTo>
                  <a:lnTo>
                    <a:pt x="0" y="28788"/>
                  </a:lnTo>
                  <a:lnTo>
                    <a:pt x="122" y="26067"/>
                  </a:lnTo>
                  <a:lnTo>
                    <a:pt x="2083" y="23793"/>
                  </a:lnTo>
                  <a:lnTo>
                    <a:pt x="13265" y="20701"/>
                  </a:lnTo>
                  <a:lnTo>
                    <a:pt x="16532" y="21931"/>
                  </a:lnTo>
                  <a:lnTo>
                    <a:pt x="26076" y="20210"/>
                  </a:lnTo>
                  <a:lnTo>
                    <a:pt x="26350" y="15689"/>
                  </a:lnTo>
                  <a:lnTo>
                    <a:pt x="25550" y="14765"/>
                  </a:lnTo>
                  <a:lnTo>
                    <a:pt x="26989" y="13927"/>
                  </a:lnTo>
                  <a:lnTo>
                    <a:pt x="30365" y="6490"/>
                  </a:lnTo>
                  <a:lnTo>
                    <a:pt x="29179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7" name="ph6117"/>
            <p:cNvSpPr/>
            <p:nvPr/>
          </p:nvSpPr>
          <p:spPr>
            <a:xfrm>
              <a:off x="6736302" y="2659361"/>
              <a:ext cx="46212" cy="43420"/>
            </a:xfrm>
            <a:custGeom>
              <a:avLst/>
              <a:pathLst>
                <a:path w="46212" h="43420">
                  <a:moveTo>
                    <a:pt x="5849" y="53"/>
                  </a:moveTo>
                  <a:lnTo>
                    <a:pt x="10354" y="735"/>
                  </a:lnTo>
                  <a:lnTo>
                    <a:pt x="11518" y="2958"/>
                  </a:lnTo>
                  <a:lnTo>
                    <a:pt x="16059" y="2028"/>
                  </a:lnTo>
                  <a:lnTo>
                    <a:pt x="23444" y="2051"/>
                  </a:lnTo>
                  <a:lnTo>
                    <a:pt x="21897" y="5454"/>
                  </a:lnTo>
                  <a:lnTo>
                    <a:pt x="21835" y="8339"/>
                  </a:lnTo>
                  <a:lnTo>
                    <a:pt x="28079" y="10946"/>
                  </a:lnTo>
                  <a:lnTo>
                    <a:pt x="29675" y="10712"/>
                  </a:lnTo>
                  <a:lnTo>
                    <a:pt x="29588" y="8537"/>
                  </a:lnTo>
                  <a:lnTo>
                    <a:pt x="32584" y="6001"/>
                  </a:lnTo>
                  <a:lnTo>
                    <a:pt x="33472" y="3579"/>
                  </a:lnTo>
                  <a:lnTo>
                    <a:pt x="32800" y="0"/>
                  </a:lnTo>
                  <a:lnTo>
                    <a:pt x="38163" y="3034"/>
                  </a:lnTo>
                  <a:lnTo>
                    <a:pt x="43452" y="3316"/>
                  </a:lnTo>
                  <a:lnTo>
                    <a:pt x="45880" y="4936"/>
                  </a:lnTo>
                  <a:lnTo>
                    <a:pt x="44163" y="6472"/>
                  </a:lnTo>
                  <a:lnTo>
                    <a:pt x="46169" y="8684"/>
                  </a:lnTo>
                  <a:lnTo>
                    <a:pt x="46212" y="10122"/>
                  </a:lnTo>
                  <a:lnTo>
                    <a:pt x="41678" y="13142"/>
                  </a:lnTo>
                  <a:lnTo>
                    <a:pt x="43496" y="18583"/>
                  </a:lnTo>
                  <a:lnTo>
                    <a:pt x="40132" y="20222"/>
                  </a:lnTo>
                  <a:lnTo>
                    <a:pt x="42425" y="23316"/>
                  </a:lnTo>
                  <a:lnTo>
                    <a:pt x="36307" y="24623"/>
                  </a:lnTo>
                  <a:lnTo>
                    <a:pt x="36374" y="22845"/>
                  </a:lnTo>
                  <a:lnTo>
                    <a:pt x="33470" y="20394"/>
                  </a:lnTo>
                  <a:lnTo>
                    <a:pt x="32247" y="20176"/>
                  </a:lnTo>
                  <a:lnTo>
                    <a:pt x="30048" y="24730"/>
                  </a:lnTo>
                  <a:lnTo>
                    <a:pt x="24505" y="32622"/>
                  </a:lnTo>
                  <a:lnTo>
                    <a:pt x="28371" y="33251"/>
                  </a:lnTo>
                  <a:lnTo>
                    <a:pt x="32849" y="37625"/>
                  </a:lnTo>
                  <a:lnTo>
                    <a:pt x="33941" y="39385"/>
                  </a:lnTo>
                  <a:lnTo>
                    <a:pt x="32957" y="41167"/>
                  </a:lnTo>
                  <a:lnTo>
                    <a:pt x="27785" y="43357"/>
                  </a:lnTo>
                  <a:lnTo>
                    <a:pt x="15661" y="43420"/>
                  </a:lnTo>
                  <a:lnTo>
                    <a:pt x="17007" y="40444"/>
                  </a:lnTo>
                  <a:lnTo>
                    <a:pt x="16215" y="38146"/>
                  </a:lnTo>
                  <a:lnTo>
                    <a:pt x="11871" y="35589"/>
                  </a:lnTo>
                  <a:lnTo>
                    <a:pt x="10486" y="30603"/>
                  </a:lnTo>
                  <a:lnTo>
                    <a:pt x="5081" y="25571"/>
                  </a:lnTo>
                  <a:lnTo>
                    <a:pt x="6710" y="21375"/>
                  </a:lnTo>
                  <a:lnTo>
                    <a:pt x="8272" y="20441"/>
                  </a:lnTo>
                  <a:lnTo>
                    <a:pt x="9378" y="17706"/>
                  </a:lnTo>
                  <a:lnTo>
                    <a:pt x="8976" y="14678"/>
                  </a:lnTo>
                  <a:lnTo>
                    <a:pt x="3384" y="12328"/>
                  </a:lnTo>
                  <a:lnTo>
                    <a:pt x="0" y="9554"/>
                  </a:lnTo>
                  <a:lnTo>
                    <a:pt x="2658" y="1408"/>
                  </a:lnTo>
                  <a:lnTo>
                    <a:pt x="4108" y="211"/>
                  </a:lnTo>
                  <a:close/>
                </a:path>
              </a:pathLst>
            </a:custGeom>
            <a:solidFill>
              <a:srgbClr val="FDB5A5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8" name="ph6118"/>
            <p:cNvSpPr/>
            <p:nvPr/>
          </p:nvSpPr>
          <p:spPr>
            <a:xfrm>
              <a:off x="6720475" y="2520457"/>
              <a:ext cx="39117" cy="28522"/>
            </a:xfrm>
            <a:custGeom>
              <a:avLst/>
              <a:pathLst>
                <a:path w="39117" h="28522">
                  <a:moveTo>
                    <a:pt x="11936" y="0"/>
                  </a:moveTo>
                  <a:lnTo>
                    <a:pt x="21466" y="1354"/>
                  </a:lnTo>
                  <a:lnTo>
                    <a:pt x="28306" y="1939"/>
                  </a:lnTo>
                  <a:lnTo>
                    <a:pt x="32574" y="12014"/>
                  </a:lnTo>
                  <a:lnTo>
                    <a:pt x="37377" y="16039"/>
                  </a:lnTo>
                  <a:lnTo>
                    <a:pt x="39117" y="18553"/>
                  </a:lnTo>
                  <a:lnTo>
                    <a:pt x="37534" y="21878"/>
                  </a:lnTo>
                  <a:lnTo>
                    <a:pt x="23648" y="21965"/>
                  </a:lnTo>
                  <a:lnTo>
                    <a:pt x="15900" y="18946"/>
                  </a:lnTo>
                  <a:lnTo>
                    <a:pt x="13649" y="20233"/>
                  </a:lnTo>
                  <a:lnTo>
                    <a:pt x="11876" y="26583"/>
                  </a:lnTo>
                  <a:lnTo>
                    <a:pt x="4527" y="28522"/>
                  </a:lnTo>
                  <a:lnTo>
                    <a:pt x="983" y="27128"/>
                  </a:lnTo>
                  <a:lnTo>
                    <a:pt x="0" y="25587"/>
                  </a:lnTo>
                  <a:lnTo>
                    <a:pt x="1576" y="18829"/>
                  </a:lnTo>
                  <a:lnTo>
                    <a:pt x="192" y="16114"/>
                  </a:lnTo>
                  <a:lnTo>
                    <a:pt x="4182" y="14124"/>
                  </a:lnTo>
                  <a:lnTo>
                    <a:pt x="8208" y="4411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9" name="ph6119"/>
            <p:cNvSpPr/>
            <p:nvPr/>
          </p:nvSpPr>
          <p:spPr>
            <a:xfrm>
              <a:off x="6626935" y="2828102"/>
              <a:ext cx="27155" cy="27679"/>
            </a:xfrm>
            <a:custGeom>
              <a:avLst/>
              <a:pathLst>
                <a:path w="27155" h="27679">
                  <a:moveTo>
                    <a:pt x="24715" y="429"/>
                  </a:moveTo>
                  <a:lnTo>
                    <a:pt x="25519" y="1553"/>
                  </a:lnTo>
                  <a:lnTo>
                    <a:pt x="25301" y="5319"/>
                  </a:lnTo>
                  <a:lnTo>
                    <a:pt x="25988" y="6674"/>
                  </a:lnTo>
                  <a:lnTo>
                    <a:pt x="27155" y="10024"/>
                  </a:lnTo>
                  <a:lnTo>
                    <a:pt x="25538" y="16209"/>
                  </a:lnTo>
                  <a:lnTo>
                    <a:pt x="23018" y="19869"/>
                  </a:lnTo>
                  <a:lnTo>
                    <a:pt x="19903" y="21690"/>
                  </a:lnTo>
                  <a:lnTo>
                    <a:pt x="18424" y="23627"/>
                  </a:lnTo>
                  <a:lnTo>
                    <a:pt x="19063" y="24305"/>
                  </a:lnTo>
                  <a:lnTo>
                    <a:pt x="14715" y="26320"/>
                  </a:lnTo>
                  <a:lnTo>
                    <a:pt x="10163" y="26462"/>
                  </a:lnTo>
                  <a:lnTo>
                    <a:pt x="6719" y="27679"/>
                  </a:lnTo>
                  <a:lnTo>
                    <a:pt x="3943" y="26089"/>
                  </a:lnTo>
                  <a:lnTo>
                    <a:pt x="2710" y="23054"/>
                  </a:lnTo>
                  <a:lnTo>
                    <a:pt x="1175" y="22178"/>
                  </a:lnTo>
                  <a:lnTo>
                    <a:pt x="0" y="17589"/>
                  </a:lnTo>
                  <a:lnTo>
                    <a:pt x="5462" y="17229"/>
                  </a:lnTo>
                  <a:lnTo>
                    <a:pt x="6413" y="9979"/>
                  </a:lnTo>
                  <a:lnTo>
                    <a:pt x="18847" y="1419"/>
                  </a:lnTo>
                  <a:lnTo>
                    <a:pt x="23325" y="0"/>
                  </a:lnTo>
                  <a:close/>
                </a:path>
              </a:pathLst>
            </a:custGeom>
            <a:solidFill>
              <a:srgbClr val="D2878A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0" name="ph6120"/>
            <p:cNvSpPr/>
            <p:nvPr/>
          </p:nvSpPr>
          <p:spPr>
            <a:xfrm>
              <a:off x="5227509" y="3146008"/>
              <a:ext cx="10041" cy="4180"/>
            </a:xfrm>
            <a:custGeom>
              <a:avLst/>
              <a:pathLst>
                <a:path w="10041" h="4180">
                  <a:moveTo>
                    <a:pt x="8026" y="3586"/>
                  </a:moveTo>
                  <a:lnTo>
                    <a:pt x="830" y="4180"/>
                  </a:lnTo>
                  <a:lnTo>
                    <a:pt x="0" y="3199"/>
                  </a:lnTo>
                  <a:lnTo>
                    <a:pt x="604" y="672"/>
                  </a:lnTo>
                  <a:lnTo>
                    <a:pt x="3062" y="0"/>
                  </a:lnTo>
                  <a:lnTo>
                    <a:pt x="4846" y="962"/>
                  </a:lnTo>
                  <a:lnTo>
                    <a:pt x="9017" y="651"/>
                  </a:lnTo>
                  <a:lnTo>
                    <a:pt x="10041" y="203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1" name="ph6121"/>
            <p:cNvSpPr/>
            <p:nvPr/>
          </p:nvSpPr>
          <p:spPr>
            <a:xfrm>
              <a:off x="5695755" y="3117495"/>
              <a:ext cx="16338" cy="18874"/>
            </a:xfrm>
            <a:custGeom>
              <a:avLst/>
              <a:pathLst>
                <a:path w="16338" h="18874">
                  <a:moveTo>
                    <a:pt x="16338" y="8873"/>
                  </a:moveTo>
                  <a:lnTo>
                    <a:pt x="15215" y="17442"/>
                  </a:lnTo>
                  <a:lnTo>
                    <a:pt x="11283" y="18874"/>
                  </a:lnTo>
                  <a:lnTo>
                    <a:pt x="10491" y="18226"/>
                  </a:lnTo>
                  <a:lnTo>
                    <a:pt x="10837" y="17244"/>
                  </a:lnTo>
                  <a:lnTo>
                    <a:pt x="9081" y="15306"/>
                  </a:lnTo>
                  <a:lnTo>
                    <a:pt x="4690" y="14051"/>
                  </a:lnTo>
                  <a:lnTo>
                    <a:pt x="0" y="9392"/>
                  </a:lnTo>
                  <a:lnTo>
                    <a:pt x="261" y="5737"/>
                  </a:lnTo>
                  <a:lnTo>
                    <a:pt x="8096" y="0"/>
                  </a:lnTo>
                  <a:lnTo>
                    <a:pt x="10104" y="101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2" name="ph6122"/>
            <p:cNvSpPr/>
            <p:nvPr/>
          </p:nvSpPr>
          <p:spPr>
            <a:xfrm>
              <a:off x="5570360" y="3091215"/>
              <a:ext cx="224" cy="251"/>
            </a:xfrm>
            <a:custGeom>
              <a:avLst/>
              <a:pathLst>
                <a:path w="224" h="251">
                  <a:moveTo>
                    <a:pt x="2" y="160"/>
                  </a:moveTo>
                  <a:lnTo>
                    <a:pt x="0" y="0"/>
                  </a:lnTo>
                  <a:lnTo>
                    <a:pt x="224" y="25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3" name="ph6123"/>
            <p:cNvSpPr/>
            <p:nvPr/>
          </p:nvSpPr>
          <p:spPr>
            <a:xfrm>
              <a:off x="5728543" y="3056856"/>
              <a:ext cx="3279" cy="4624"/>
            </a:xfrm>
            <a:custGeom>
              <a:avLst/>
              <a:pathLst>
                <a:path w="3279" h="4624">
                  <a:moveTo>
                    <a:pt x="2245" y="0"/>
                  </a:moveTo>
                  <a:lnTo>
                    <a:pt x="3043" y="235"/>
                  </a:lnTo>
                  <a:lnTo>
                    <a:pt x="3279" y="1541"/>
                  </a:lnTo>
                  <a:lnTo>
                    <a:pt x="2528" y="4282"/>
                  </a:lnTo>
                  <a:lnTo>
                    <a:pt x="314" y="4624"/>
                  </a:lnTo>
                  <a:lnTo>
                    <a:pt x="0" y="3130"/>
                  </a:lnTo>
                  <a:lnTo>
                    <a:pt x="1749" y="183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4" name="ph6124"/>
            <p:cNvSpPr/>
            <p:nvPr/>
          </p:nvSpPr>
          <p:spPr>
            <a:xfrm>
              <a:off x="5667124" y="2391049"/>
              <a:ext cx="27477" cy="8256"/>
            </a:xfrm>
            <a:custGeom>
              <a:avLst/>
              <a:pathLst>
                <a:path w="27477" h="8256">
                  <a:moveTo>
                    <a:pt x="11000" y="1634"/>
                  </a:moveTo>
                  <a:lnTo>
                    <a:pt x="7688" y="1493"/>
                  </a:lnTo>
                  <a:lnTo>
                    <a:pt x="736" y="2810"/>
                  </a:lnTo>
                  <a:lnTo>
                    <a:pt x="0" y="2073"/>
                  </a:lnTo>
                  <a:lnTo>
                    <a:pt x="1928" y="0"/>
                  </a:lnTo>
                  <a:lnTo>
                    <a:pt x="3502" y="945"/>
                  </a:lnTo>
                  <a:lnTo>
                    <a:pt x="6763" y="75"/>
                  </a:lnTo>
                  <a:lnTo>
                    <a:pt x="11906" y="607"/>
                  </a:lnTo>
                  <a:lnTo>
                    <a:pt x="16482" y="2208"/>
                  </a:lnTo>
                  <a:lnTo>
                    <a:pt x="27477" y="8256"/>
                  </a:lnTo>
                  <a:lnTo>
                    <a:pt x="17464" y="356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5" name="ph6125"/>
            <p:cNvSpPr/>
            <p:nvPr/>
          </p:nvSpPr>
          <p:spPr>
            <a:xfrm>
              <a:off x="5628274" y="2368667"/>
              <a:ext cx="35846" cy="29250"/>
            </a:xfrm>
            <a:custGeom>
              <a:avLst/>
              <a:pathLst>
                <a:path w="35846" h="29250">
                  <a:moveTo>
                    <a:pt x="12946" y="2027"/>
                  </a:moveTo>
                  <a:lnTo>
                    <a:pt x="16522" y="1579"/>
                  </a:lnTo>
                  <a:lnTo>
                    <a:pt x="19261" y="3457"/>
                  </a:lnTo>
                  <a:lnTo>
                    <a:pt x="21953" y="9050"/>
                  </a:lnTo>
                  <a:lnTo>
                    <a:pt x="26497" y="9971"/>
                  </a:lnTo>
                  <a:lnTo>
                    <a:pt x="29994" y="12907"/>
                  </a:lnTo>
                  <a:lnTo>
                    <a:pt x="35846" y="25435"/>
                  </a:lnTo>
                  <a:lnTo>
                    <a:pt x="33680" y="29250"/>
                  </a:lnTo>
                  <a:lnTo>
                    <a:pt x="6440" y="4990"/>
                  </a:lnTo>
                  <a:lnTo>
                    <a:pt x="188" y="1747"/>
                  </a:lnTo>
                  <a:lnTo>
                    <a:pt x="0" y="1181"/>
                  </a:lnTo>
                  <a:lnTo>
                    <a:pt x="1860" y="0"/>
                  </a:lnTo>
                  <a:lnTo>
                    <a:pt x="4813" y="118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6" name="ph6126"/>
            <p:cNvSpPr/>
            <p:nvPr/>
          </p:nvSpPr>
          <p:spPr>
            <a:xfrm>
              <a:off x="5596925" y="2270917"/>
              <a:ext cx="25541" cy="95166"/>
            </a:xfrm>
            <a:custGeom>
              <a:avLst/>
              <a:pathLst>
                <a:path w="25541" h="95166">
                  <a:moveTo>
                    <a:pt x="16579" y="82244"/>
                  </a:moveTo>
                  <a:lnTo>
                    <a:pt x="20645" y="84951"/>
                  </a:lnTo>
                  <a:lnTo>
                    <a:pt x="25541" y="93237"/>
                  </a:lnTo>
                  <a:lnTo>
                    <a:pt x="25223" y="95166"/>
                  </a:lnTo>
                  <a:lnTo>
                    <a:pt x="23353" y="94786"/>
                  </a:lnTo>
                  <a:lnTo>
                    <a:pt x="20312" y="92514"/>
                  </a:lnTo>
                  <a:lnTo>
                    <a:pt x="20572" y="90499"/>
                  </a:lnTo>
                  <a:lnTo>
                    <a:pt x="19151" y="86993"/>
                  </a:lnTo>
                  <a:lnTo>
                    <a:pt x="12506" y="79603"/>
                  </a:lnTo>
                  <a:lnTo>
                    <a:pt x="13600" y="77293"/>
                  </a:lnTo>
                  <a:lnTo>
                    <a:pt x="15907" y="77850"/>
                  </a:lnTo>
                  <a:lnTo>
                    <a:pt x="17329" y="75390"/>
                  </a:lnTo>
                  <a:lnTo>
                    <a:pt x="17329" y="70779"/>
                  </a:lnTo>
                  <a:lnTo>
                    <a:pt x="15896" y="67735"/>
                  </a:lnTo>
                  <a:lnTo>
                    <a:pt x="11941" y="63669"/>
                  </a:lnTo>
                  <a:lnTo>
                    <a:pt x="9066" y="61878"/>
                  </a:lnTo>
                  <a:lnTo>
                    <a:pt x="3453" y="61680"/>
                  </a:lnTo>
                  <a:lnTo>
                    <a:pt x="1671" y="62800"/>
                  </a:lnTo>
                  <a:lnTo>
                    <a:pt x="0" y="61042"/>
                  </a:lnTo>
                  <a:lnTo>
                    <a:pt x="254" y="57815"/>
                  </a:lnTo>
                  <a:lnTo>
                    <a:pt x="10593" y="35386"/>
                  </a:lnTo>
                  <a:lnTo>
                    <a:pt x="19182" y="12005"/>
                  </a:lnTo>
                  <a:lnTo>
                    <a:pt x="22302" y="1195"/>
                  </a:lnTo>
                  <a:lnTo>
                    <a:pt x="23793" y="0"/>
                  </a:lnTo>
                  <a:lnTo>
                    <a:pt x="23887" y="6544"/>
                  </a:lnTo>
                  <a:lnTo>
                    <a:pt x="19466" y="15597"/>
                  </a:lnTo>
                  <a:lnTo>
                    <a:pt x="18054" y="21212"/>
                  </a:lnTo>
                  <a:lnTo>
                    <a:pt x="16584" y="28432"/>
                  </a:lnTo>
                  <a:lnTo>
                    <a:pt x="17607" y="37163"/>
                  </a:lnTo>
                  <a:lnTo>
                    <a:pt x="14019" y="38999"/>
                  </a:lnTo>
                  <a:lnTo>
                    <a:pt x="13571" y="39978"/>
                  </a:lnTo>
                  <a:lnTo>
                    <a:pt x="14066" y="43332"/>
                  </a:lnTo>
                  <a:lnTo>
                    <a:pt x="15872" y="45812"/>
                  </a:lnTo>
                  <a:lnTo>
                    <a:pt x="14442" y="48931"/>
                  </a:lnTo>
                  <a:lnTo>
                    <a:pt x="13077" y="47935"/>
                  </a:lnTo>
                  <a:lnTo>
                    <a:pt x="11068" y="51957"/>
                  </a:lnTo>
                  <a:lnTo>
                    <a:pt x="9154" y="54057"/>
                  </a:lnTo>
                  <a:lnTo>
                    <a:pt x="10033" y="56736"/>
                  </a:lnTo>
                  <a:lnTo>
                    <a:pt x="18013" y="69169"/>
                  </a:lnTo>
                  <a:lnTo>
                    <a:pt x="19840" y="75335"/>
                  </a:lnTo>
                  <a:lnTo>
                    <a:pt x="16161" y="8018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7" name="ph6127"/>
            <p:cNvSpPr/>
            <p:nvPr/>
          </p:nvSpPr>
          <p:spPr>
            <a:xfrm>
              <a:off x="5770173" y="2298599"/>
              <a:ext cx="47" cy="179"/>
            </a:xfrm>
            <a:custGeom>
              <a:avLst/>
              <a:pathLst>
                <a:path w="47" h="179">
                  <a:moveTo>
                    <a:pt x="0" y="179"/>
                  </a:moveTo>
                  <a:lnTo>
                    <a:pt x="47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8" name="ph6128"/>
            <p:cNvSpPr/>
            <p:nvPr/>
          </p:nvSpPr>
          <p:spPr>
            <a:xfrm>
              <a:off x="5764183" y="2287624"/>
              <a:ext cx="200" cy="29"/>
            </a:xfrm>
            <a:custGeom>
              <a:avLst/>
              <a:pathLst>
                <a:path w="200" h="29">
                  <a:moveTo>
                    <a:pt x="200" y="0"/>
                  </a:moveTo>
                  <a:lnTo>
                    <a:pt x="0" y="2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9" name="ph6129"/>
            <p:cNvSpPr/>
            <p:nvPr/>
          </p:nvSpPr>
          <p:spPr>
            <a:xfrm>
              <a:off x="5763891" y="2282680"/>
              <a:ext cx="155" cy="98"/>
            </a:xfrm>
            <a:custGeom>
              <a:avLst/>
              <a:pathLst>
                <a:path w="155" h="98">
                  <a:moveTo>
                    <a:pt x="0" y="0"/>
                  </a:moveTo>
                  <a:lnTo>
                    <a:pt x="155" y="9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0" name="ph6130"/>
            <p:cNvSpPr/>
            <p:nvPr/>
          </p:nvSpPr>
          <p:spPr>
            <a:xfrm>
              <a:off x="5760897" y="227187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1" name="ph6131"/>
            <p:cNvSpPr/>
            <p:nvPr/>
          </p:nvSpPr>
          <p:spPr>
            <a:xfrm>
              <a:off x="5619578" y="2241796"/>
              <a:ext cx="6396" cy="26511"/>
            </a:xfrm>
            <a:custGeom>
              <a:avLst/>
              <a:pathLst>
                <a:path w="6396" h="26511">
                  <a:moveTo>
                    <a:pt x="0" y="24817"/>
                  </a:moveTo>
                  <a:lnTo>
                    <a:pt x="3380" y="16108"/>
                  </a:lnTo>
                  <a:lnTo>
                    <a:pt x="5638" y="5339"/>
                  </a:lnTo>
                  <a:lnTo>
                    <a:pt x="5592" y="575"/>
                  </a:lnTo>
                  <a:lnTo>
                    <a:pt x="6396" y="0"/>
                  </a:lnTo>
                  <a:lnTo>
                    <a:pt x="6261" y="8200"/>
                  </a:lnTo>
                  <a:lnTo>
                    <a:pt x="4272" y="14956"/>
                  </a:lnTo>
                  <a:lnTo>
                    <a:pt x="4630" y="20468"/>
                  </a:lnTo>
                  <a:lnTo>
                    <a:pt x="1983" y="26511"/>
                  </a:lnTo>
                  <a:lnTo>
                    <a:pt x="527" y="2620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2" name="ph6132"/>
            <p:cNvSpPr/>
            <p:nvPr/>
          </p:nvSpPr>
          <p:spPr>
            <a:xfrm>
              <a:off x="5741793" y="2236605"/>
              <a:ext cx="281" cy="485"/>
            </a:xfrm>
            <a:custGeom>
              <a:avLst/>
              <a:pathLst>
                <a:path w="281" h="485">
                  <a:moveTo>
                    <a:pt x="173" y="485"/>
                  </a:moveTo>
                  <a:lnTo>
                    <a:pt x="0" y="0"/>
                  </a:lnTo>
                  <a:lnTo>
                    <a:pt x="281" y="18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3" name="ph6133"/>
            <p:cNvSpPr/>
            <p:nvPr/>
          </p:nvSpPr>
          <p:spPr>
            <a:xfrm>
              <a:off x="5739234" y="2236386"/>
              <a:ext cx="1053" cy="719"/>
            </a:xfrm>
            <a:custGeom>
              <a:avLst/>
              <a:pathLst>
                <a:path w="1053" h="719">
                  <a:moveTo>
                    <a:pt x="0" y="719"/>
                  </a:moveTo>
                  <a:lnTo>
                    <a:pt x="178" y="0"/>
                  </a:lnTo>
                  <a:lnTo>
                    <a:pt x="1053" y="44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4" name="ph6134"/>
            <p:cNvSpPr/>
            <p:nvPr/>
          </p:nvSpPr>
          <p:spPr>
            <a:xfrm>
              <a:off x="5127829" y="1266269"/>
              <a:ext cx="3569945" cy="2414076"/>
            </a:xfrm>
            <a:custGeom>
              <a:avLst/>
              <a:pathLst>
                <a:path w="3569945" h="2414076">
                  <a:moveTo>
                    <a:pt x="526155" y="1101419"/>
                  </a:moveTo>
                  <a:lnTo>
                    <a:pt x="527729" y="1104583"/>
                  </a:lnTo>
                  <a:lnTo>
                    <a:pt x="523052" y="1106326"/>
                  </a:lnTo>
                  <a:lnTo>
                    <a:pt x="522471" y="1104616"/>
                  </a:lnTo>
                  <a:lnTo>
                    <a:pt x="523619" y="1097211"/>
                  </a:lnTo>
                  <a:lnTo>
                    <a:pt x="521332" y="1089130"/>
                  </a:lnTo>
                  <a:lnTo>
                    <a:pt x="512467" y="1075928"/>
                  </a:lnTo>
                  <a:lnTo>
                    <a:pt x="513683" y="1077113"/>
                  </a:lnTo>
                  <a:lnTo>
                    <a:pt x="512068" y="1073750"/>
                  </a:lnTo>
                  <a:lnTo>
                    <a:pt x="507636" y="1069289"/>
                  </a:lnTo>
                  <a:lnTo>
                    <a:pt x="506546" y="1069218"/>
                  </a:lnTo>
                  <a:lnTo>
                    <a:pt x="506616" y="1072538"/>
                  </a:lnTo>
                  <a:lnTo>
                    <a:pt x="507771" y="1073635"/>
                  </a:lnTo>
                  <a:lnTo>
                    <a:pt x="507352" y="1074933"/>
                  </a:lnTo>
                  <a:lnTo>
                    <a:pt x="499575" y="1074567"/>
                  </a:lnTo>
                  <a:lnTo>
                    <a:pt x="499218" y="1068467"/>
                  </a:lnTo>
                  <a:lnTo>
                    <a:pt x="500372" y="1063925"/>
                  </a:lnTo>
                  <a:lnTo>
                    <a:pt x="501083" y="1064299"/>
                  </a:lnTo>
                  <a:lnTo>
                    <a:pt x="501081" y="1061361"/>
                  </a:lnTo>
                  <a:lnTo>
                    <a:pt x="500278" y="1060768"/>
                  </a:lnTo>
                  <a:lnTo>
                    <a:pt x="497272" y="1062132"/>
                  </a:lnTo>
                  <a:lnTo>
                    <a:pt x="498283" y="1071935"/>
                  </a:lnTo>
                  <a:lnTo>
                    <a:pt x="495407" y="1072975"/>
                  </a:lnTo>
                  <a:lnTo>
                    <a:pt x="491936" y="1066725"/>
                  </a:lnTo>
                  <a:lnTo>
                    <a:pt x="489702" y="1056056"/>
                  </a:lnTo>
                  <a:lnTo>
                    <a:pt x="493445" y="1048626"/>
                  </a:lnTo>
                  <a:lnTo>
                    <a:pt x="493706" y="1038238"/>
                  </a:lnTo>
                  <a:lnTo>
                    <a:pt x="490203" y="1043439"/>
                  </a:lnTo>
                  <a:lnTo>
                    <a:pt x="488622" y="1047709"/>
                  </a:lnTo>
                  <a:lnTo>
                    <a:pt x="488216" y="1057224"/>
                  </a:lnTo>
                  <a:lnTo>
                    <a:pt x="486648" y="1064601"/>
                  </a:lnTo>
                  <a:lnTo>
                    <a:pt x="485580" y="1061325"/>
                  </a:lnTo>
                  <a:lnTo>
                    <a:pt x="484014" y="1063476"/>
                  </a:lnTo>
                  <a:lnTo>
                    <a:pt x="482914" y="1062686"/>
                  </a:lnTo>
                  <a:lnTo>
                    <a:pt x="481744" y="1059399"/>
                  </a:lnTo>
                  <a:lnTo>
                    <a:pt x="482097" y="1057104"/>
                  </a:lnTo>
                  <a:lnTo>
                    <a:pt x="484017" y="1055986"/>
                  </a:lnTo>
                  <a:lnTo>
                    <a:pt x="485949" y="1050694"/>
                  </a:lnTo>
                  <a:lnTo>
                    <a:pt x="486033" y="1047826"/>
                  </a:lnTo>
                  <a:lnTo>
                    <a:pt x="483574" y="1046847"/>
                  </a:lnTo>
                  <a:lnTo>
                    <a:pt x="483387" y="1044027"/>
                  </a:lnTo>
                  <a:lnTo>
                    <a:pt x="488071" y="1042487"/>
                  </a:lnTo>
                  <a:lnTo>
                    <a:pt x="490055" y="1037943"/>
                  </a:lnTo>
                  <a:lnTo>
                    <a:pt x="491976" y="1029847"/>
                  </a:lnTo>
                  <a:lnTo>
                    <a:pt x="489189" y="1029343"/>
                  </a:lnTo>
                  <a:lnTo>
                    <a:pt x="487835" y="1030532"/>
                  </a:lnTo>
                  <a:lnTo>
                    <a:pt x="487797" y="1026678"/>
                  </a:lnTo>
                  <a:lnTo>
                    <a:pt x="489109" y="1021126"/>
                  </a:lnTo>
                  <a:lnTo>
                    <a:pt x="494845" y="1008969"/>
                  </a:lnTo>
                  <a:lnTo>
                    <a:pt x="497563" y="1008778"/>
                  </a:lnTo>
                  <a:lnTo>
                    <a:pt x="498485" y="1006019"/>
                  </a:lnTo>
                  <a:lnTo>
                    <a:pt x="500310" y="991672"/>
                  </a:lnTo>
                  <a:lnTo>
                    <a:pt x="500110" y="990555"/>
                  </a:lnTo>
                  <a:lnTo>
                    <a:pt x="497914" y="990969"/>
                  </a:lnTo>
                  <a:lnTo>
                    <a:pt x="498134" y="987298"/>
                  </a:lnTo>
                  <a:lnTo>
                    <a:pt x="501079" y="974658"/>
                  </a:lnTo>
                  <a:lnTo>
                    <a:pt x="501765" y="975737"/>
                  </a:lnTo>
                  <a:lnTo>
                    <a:pt x="502551" y="975347"/>
                  </a:lnTo>
                  <a:lnTo>
                    <a:pt x="502963" y="971190"/>
                  </a:lnTo>
                  <a:lnTo>
                    <a:pt x="503410" y="949614"/>
                  </a:lnTo>
                  <a:lnTo>
                    <a:pt x="500964" y="946036"/>
                  </a:lnTo>
                  <a:lnTo>
                    <a:pt x="500472" y="941606"/>
                  </a:lnTo>
                  <a:lnTo>
                    <a:pt x="491822" y="909593"/>
                  </a:lnTo>
                  <a:lnTo>
                    <a:pt x="487392" y="902996"/>
                  </a:lnTo>
                  <a:lnTo>
                    <a:pt x="482535" y="899199"/>
                  </a:lnTo>
                  <a:lnTo>
                    <a:pt x="481030" y="899922"/>
                  </a:lnTo>
                  <a:lnTo>
                    <a:pt x="480371" y="899532"/>
                  </a:lnTo>
                  <a:lnTo>
                    <a:pt x="478950" y="897598"/>
                  </a:lnTo>
                  <a:lnTo>
                    <a:pt x="478256" y="891053"/>
                  </a:lnTo>
                  <a:lnTo>
                    <a:pt x="476232" y="884788"/>
                  </a:lnTo>
                  <a:lnTo>
                    <a:pt x="472512" y="878378"/>
                  </a:lnTo>
                  <a:lnTo>
                    <a:pt x="468584" y="874029"/>
                  </a:lnTo>
                  <a:lnTo>
                    <a:pt x="464313" y="871712"/>
                  </a:lnTo>
                  <a:lnTo>
                    <a:pt x="462079" y="871450"/>
                  </a:lnTo>
                  <a:lnTo>
                    <a:pt x="460746" y="872277"/>
                  </a:lnTo>
                  <a:lnTo>
                    <a:pt x="460229" y="874622"/>
                  </a:lnTo>
                  <a:lnTo>
                    <a:pt x="458135" y="875068"/>
                  </a:lnTo>
                  <a:lnTo>
                    <a:pt x="442826" y="862225"/>
                  </a:lnTo>
                  <a:lnTo>
                    <a:pt x="440744" y="861469"/>
                  </a:lnTo>
                  <a:lnTo>
                    <a:pt x="439716" y="862146"/>
                  </a:lnTo>
                  <a:lnTo>
                    <a:pt x="437336" y="861901"/>
                  </a:lnTo>
                  <a:lnTo>
                    <a:pt x="432624" y="855200"/>
                  </a:lnTo>
                  <a:lnTo>
                    <a:pt x="425180" y="849533"/>
                  </a:lnTo>
                  <a:lnTo>
                    <a:pt x="414071" y="838299"/>
                  </a:lnTo>
                  <a:lnTo>
                    <a:pt x="405503" y="831774"/>
                  </a:lnTo>
                  <a:lnTo>
                    <a:pt x="404070" y="831686"/>
                  </a:lnTo>
                  <a:lnTo>
                    <a:pt x="392818" y="819231"/>
                  </a:lnTo>
                  <a:lnTo>
                    <a:pt x="387118" y="816487"/>
                  </a:lnTo>
                  <a:lnTo>
                    <a:pt x="390041" y="813656"/>
                  </a:lnTo>
                  <a:lnTo>
                    <a:pt x="391328" y="814159"/>
                  </a:lnTo>
                  <a:lnTo>
                    <a:pt x="393798" y="818041"/>
                  </a:lnTo>
                  <a:lnTo>
                    <a:pt x="396650" y="816957"/>
                  </a:lnTo>
                  <a:lnTo>
                    <a:pt x="387381" y="802065"/>
                  </a:lnTo>
                  <a:lnTo>
                    <a:pt x="386987" y="795824"/>
                  </a:lnTo>
                  <a:lnTo>
                    <a:pt x="387889" y="795471"/>
                  </a:lnTo>
                  <a:lnTo>
                    <a:pt x="389392" y="796179"/>
                  </a:lnTo>
                  <a:lnTo>
                    <a:pt x="389840" y="795647"/>
                  </a:lnTo>
                  <a:lnTo>
                    <a:pt x="387936" y="794852"/>
                  </a:lnTo>
                  <a:lnTo>
                    <a:pt x="384643" y="795303"/>
                  </a:lnTo>
                  <a:lnTo>
                    <a:pt x="383505" y="799112"/>
                  </a:lnTo>
                  <a:lnTo>
                    <a:pt x="382556" y="799615"/>
                  </a:lnTo>
                  <a:lnTo>
                    <a:pt x="379556" y="799236"/>
                  </a:lnTo>
                  <a:lnTo>
                    <a:pt x="375740" y="795664"/>
                  </a:lnTo>
                  <a:lnTo>
                    <a:pt x="377959" y="794706"/>
                  </a:lnTo>
                  <a:lnTo>
                    <a:pt x="381629" y="794904"/>
                  </a:lnTo>
                  <a:lnTo>
                    <a:pt x="388971" y="787430"/>
                  </a:lnTo>
                  <a:lnTo>
                    <a:pt x="390110" y="782970"/>
                  </a:lnTo>
                  <a:lnTo>
                    <a:pt x="389747" y="777022"/>
                  </a:lnTo>
                  <a:lnTo>
                    <a:pt x="388734" y="772604"/>
                  </a:lnTo>
                  <a:lnTo>
                    <a:pt x="387139" y="769539"/>
                  </a:lnTo>
                  <a:lnTo>
                    <a:pt x="385971" y="769526"/>
                  </a:lnTo>
                  <a:lnTo>
                    <a:pt x="384265" y="772557"/>
                  </a:lnTo>
                  <a:lnTo>
                    <a:pt x="382164" y="778728"/>
                  </a:lnTo>
                  <a:lnTo>
                    <a:pt x="382527" y="781991"/>
                  </a:lnTo>
                  <a:lnTo>
                    <a:pt x="381211" y="787804"/>
                  </a:lnTo>
                  <a:lnTo>
                    <a:pt x="377829" y="789552"/>
                  </a:lnTo>
                  <a:lnTo>
                    <a:pt x="376635" y="789411"/>
                  </a:lnTo>
                  <a:lnTo>
                    <a:pt x="375388" y="788032"/>
                  </a:lnTo>
                  <a:lnTo>
                    <a:pt x="374412" y="789005"/>
                  </a:lnTo>
                  <a:lnTo>
                    <a:pt x="372990" y="794355"/>
                  </a:lnTo>
                  <a:lnTo>
                    <a:pt x="372563" y="800096"/>
                  </a:lnTo>
                  <a:lnTo>
                    <a:pt x="370636" y="799907"/>
                  </a:lnTo>
                  <a:lnTo>
                    <a:pt x="366000" y="795878"/>
                  </a:lnTo>
                  <a:lnTo>
                    <a:pt x="361308" y="793216"/>
                  </a:lnTo>
                  <a:lnTo>
                    <a:pt x="355123" y="791513"/>
                  </a:lnTo>
                  <a:lnTo>
                    <a:pt x="354123" y="790072"/>
                  </a:lnTo>
                  <a:lnTo>
                    <a:pt x="355459" y="789035"/>
                  </a:lnTo>
                  <a:lnTo>
                    <a:pt x="357769" y="791058"/>
                  </a:lnTo>
                  <a:lnTo>
                    <a:pt x="358857" y="790764"/>
                  </a:lnTo>
                  <a:lnTo>
                    <a:pt x="358375" y="789250"/>
                  </a:lnTo>
                  <a:lnTo>
                    <a:pt x="351649" y="787981"/>
                  </a:lnTo>
                  <a:lnTo>
                    <a:pt x="347850" y="789265"/>
                  </a:lnTo>
                  <a:lnTo>
                    <a:pt x="339548" y="801825"/>
                  </a:lnTo>
                  <a:lnTo>
                    <a:pt x="335489" y="803160"/>
                  </a:lnTo>
                  <a:lnTo>
                    <a:pt x="330704" y="800989"/>
                  </a:lnTo>
                  <a:lnTo>
                    <a:pt x="328581" y="799282"/>
                  </a:lnTo>
                  <a:lnTo>
                    <a:pt x="323011" y="791770"/>
                  </a:lnTo>
                  <a:lnTo>
                    <a:pt x="326186" y="793320"/>
                  </a:lnTo>
                  <a:lnTo>
                    <a:pt x="328429" y="798354"/>
                  </a:lnTo>
                  <a:lnTo>
                    <a:pt x="334502" y="802043"/>
                  </a:lnTo>
                  <a:lnTo>
                    <a:pt x="325256" y="791589"/>
                  </a:lnTo>
                  <a:lnTo>
                    <a:pt x="323316" y="790454"/>
                  </a:lnTo>
                  <a:lnTo>
                    <a:pt x="321114" y="791060"/>
                  </a:lnTo>
                  <a:lnTo>
                    <a:pt x="318757" y="789395"/>
                  </a:lnTo>
                  <a:lnTo>
                    <a:pt x="313478" y="773474"/>
                  </a:lnTo>
                  <a:lnTo>
                    <a:pt x="309795" y="769011"/>
                  </a:lnTo>
                  <a:lnTo>
                    <a:pt x="306068" y="765913"/>
                  </a:lnTo>
                  <a:lnTo>
                    <a:pt x="300213" y="762712"/>
                  </a:lnTo>
                  <a:lnTo>
                    <a:pt x="295012" y="761280"/>
                  </a:lnTo>
                  <a:lnTo>
                    <a:pt x="292181" y="761811"/>
                  </a:lnTo>
                  <a:lnTo>
                    <a:pt x="291115" y="764481"/>
                  </a:lnTo>
                  <a:lnTo>
                    <a:pt x="288606" y="764357"/>
                  </a:lnTo>
                  <a:lnTo>
                    <a:pt x="284542" y="758395"/>
                  </a:lnTo>
                  <a:lnTo>
                    <a:pt x="282913" y="753522"/>
                  </a:lnTo>
                  <a:lnTo>
                    <a:pt x="279768" y="748474"/>
                  </a:lnTo>
                  <a:lnTo>
                    <a:pt x="272409" y="742284"/>
                  </a:lnTo>
                  <a:lnTo>
                    <a:pt x="263130" y="738636"/>
                  </a:lnTo>
                  <a:lnTo>
                    <a:pt x="259028" y="738346"/>
                  </a:lnTo>
                  <a:lnTo>
                    <a:pt x="257061" y="739026"/>
                  </a:lnTo>
                  <a:lnTo>
                    <a:pt x="241532" y="731659"/>
                  </a:lnTo>
                  <a:lnTo>
                    <a:pt x="240912" y="728968"/>
                  </a:lnTo>
                  <a:lnTo>
                    <a:pt x="238999" y="727463"/>
                  </a:lnTo>
                  <a:lnTo>
                    <a:pt x="235958" y="727585"/>
                  </a:lnTo>
                  <a:lnTo>
                    <a:pt x="234889" y="725932"/>
                  </a:lnTo>
                  <a:lnTo>
                    <a:pt x="236179" y="710558"/>
                  </a:lnTo>
                  <a:lnTo>
                    <a:pt x="235373" y="704427"/>
                  </a:lnTo>
                  <a:lnTo>
                    <a:pt x="233973" y="700996"/>
                  </a:lnTo>
                  <a:lnTo>
                    <a:pt x="224993" y="692389"/>
                  </a:lnTo>
                  <a:lnTo>
                    <a:pt x="209052" y="684436"/>
                  </a:lnTo>
                  <a:lnTo>
                    <a:pt x="205071" y="674026"/>
                  </a:lnTo>
                  <a:lnTo>
                    <a:pt x="200708" y="669972"/>
                  </a:lnTo>
                  <a:lnTo>
                    <a:pt x="198152" y="669883"/>
                  </a:lnTo>
                  <a:lnTo>
                    <a:pt x="197149" y="668351"/>
                  </a:lnTo>
                  <a:lnTo>
                    <a:pt x="198269" y="664365"/>
                  </a:lnTo>
                  <a:lnTo>
                    <a:pt x="197854" y="662704"/>
                  </a:lnTo>
                  <a:lnTo>
                    <a:pt x="196175" y="660924"/>
                  </a:lnTo>
                  <a:lnTo>
                    <a:pt x="194788" y="660289"/>
                  </a:lnTo>
                  <a:lnTo>
                    <a:pt x="192999" y="661245"/>
                  </a:lnTo>
                  <a:lnTo>
                    <a:pt x="191646" y="663253"/>
                  </a:lnTo>
                  <a:lnTo>
                    <a:pt x="191657" y="664611"/>
                  </a:lnTo>
                  <a:lnTo>
                    <a:pt x="188082" y="662417"/>
                  </a:lnTo>
                  <a:lnTo>
                    <a:pt x="187970" y="659787"/>
                  </a:lnTo>
                  <a:lnTo>
                    <a:pt x="186181" y="657249"/>
                  </a:lnTo>
                  <a:lnTo>
                    <a:pt x="182995" y="655493"/>
                  </a:lnTo>
                  <a:lnTo>
                    <a:pt x="179881" y="655269"/>
                  </a:lnTo>
                  <a:lnTo>
                    <a:pt x="178401" y="652873"/>
                  </a:lnTo>
                  <a:lnTo>
                    <a:pt x="176407" y="645955"/>
                  </a:lnTo>
                  <a:lnTo>
                    <a:pt x="172795" y="638764"/>
                  </a:lnTo>
                  <a:lnTo>
                    <a:pt x="176157" y="637295"/>
                  </a:lnTo>
                  <a:lnTo>
                    <a:pt x="179206" y="639407"/>
                  </a:lnTo>
                  <a:lnTo>
                    <a:pt x="181088" y="641955"/>
                  </a:lnTo>
                  <a:lnTo>
                    <a:pt x="184881" y="642764"/>
                  </a:lnTo>
                  <a:lnTo>
                    <a:pt x="192165" y="642182"/>
                  </a:lnTo>
                  <a:lnTo>
                    <a:pt x="197748" y="643299"/>
                  </a:lnTo>
                  <a:lnTo>
                    <a:pt x="199314" y="644328"/>
                  </a:lnTo>
                  <a:lnTo>
                    <a:pt x="211758" y="647764"/>
                  </a:lnTo>
                  <a:lnTo>
                    <a:pt x="216284" y="650465"/>
                  </a:lnTo>
                  <a:lnTo>
                    <a:pt x="223588" y="652602"/>
                  </a:lnTo>
                  <a:lnTo>
                    <a:pt x="227428" y="653334"/>
                  </a:lnTo>
                  <a:lnTo>
                    <a:pt x="235983" y="652470"/>
                  </a:lnTo>
                  <a:lnTo>
                    <a:pt x="239576" y="654638"/>
                  </a:lnTo>
                  <a:lnTo>
                    <a:pt x="251040" y="650080"/>
                  </a:lnTo>
                  <a:lnTo>
                    <a:pt x="252262" y="651383"/>
                  </a:lnTo>
                  <a:lnTo>
                    <a:pt x="259630" y="650520"/>
                  </a:lnTo>
                  <a:lnTo>
                    <a:pt x="260859" y="647229"/>
                  </a:lnTo>
                  <a:lnTo>
                    <a:pt x="259947" y="644794"/>
                  </a:lnTo>
                  <a:lnTo>
                    <a:pt x="255962" y="646958"/>
                  </a:lnTo>
                  <a:lnTo>
                    <a:pt x="253838" y="649483"/>
                  </a:lnTo>
                  <a:lnTo>
                    <a:pt x="253017" y="649874"/>
                  </a:lnTo>
                  <a:lnTo>
                    <a:pt x="252924" y="649157"/>
                  </a:lnTo>
                  <a:lnTo>
                    <a:pt x="259131" y="644283"/>
                  </a:lnTo>
                  <a:lnTo>
                    <a:pt x="261695" y="643293"/>
                  </a:lnTo>
                  <a:lnTo>
                    <a:pt x="263260" y="643484"/>
                  </a:lnTo>
                  <a:lnTo>
                    <a:pt x="264734" y="645440"/>
                  </a:lnTo>
                  <a:lnTo>
                    <a:pt x="264368" y="647008"/>
                  </a:lnTo>
                  <a:lnTo>
                    <a:pt x="262843" y="648056"/>
                  </a:lnTo>
                  <a:lnTo>
                    <a:pt x="261234" y="650957"/>
                  </a:lnTo>
                  <a:lnTo>
                    <a:pt x="261017" y="655137"/>
                  </a:lnTo>
                  <a:lnTo>
                    <a:pt x="262840" y="659852"/>
                  </a:lnTo>
                  <a:lnTo>
                    <a:pt x="269068" y="667273"/>
                  </a:lnTo>
                  <a:lnTo>
                    <a:pt x="270972" y="668341"/>
                  </a:lnTo>
                  <a:lnTo>
                    <a:pt x="273728" y="668280"/>
                  </a:lnTo>
                  <a:lnTo>
                    <a:pt x="278664" y="672125"/>
                  </a:lnTo>
                  <a:lnTo>
                    <a:pt x="279443" y="673255"/>
                  </a:lnTo>
                  <a:lnTo>
                    <a:pt x="280914" y="682496"/>
                  </a:lnTo>
                  <a:lnTo>
                    <a:pt x="285318" y="682707"/>
                  </a:lnTo>
                  <a:lnTo>
                    <a:pt x="286896" y="681326"/>
                  </a:lnTo>
                  <a:lnTo>
                    <a:pt x="285510" y="679969"/>
                  </a:lnTo>
                  <a:lnTo>
                    <a:pt x="286407" y="678908"/>
                  </a:lnTo>
                  <a:lnTo>
                    <a:pt x="294365" y="674027"/>
                  </a:lnTo>
                  <a:lnTo>
                    <a:pt x="301057" y="675263"/>
                  </a:lnTo>
                  <a:lnTo>
                    <a:pt x="305484" y="672630"/>
                  </a:lnTo>
                  <a:lnTo>
                    <a:pt x="306877" y="668336"/>
                  </a:lnTo>
                  <a:lnTo>
                    <a:pt x="305895" y="666329"/>
                  </a:lnTo>
                  <a:lnTo>
                    <a:pt x="299875" y="661489"/>
                  </a:lnTo>
                  <a:lnTo>
                    <a:pt x="298063" y="661233"/>
                  </a:lnTo>
                  <a:lnTo>
                    <a:pt x="297273" y="662278"/>
                  </a:lnTo>
                  <a:lnTo>
                    <a:pt x="294036" y="663092"/>
                  </a:lnTo>
                  <a:lnTo>
                    <a:pt x="292620" y="657017"/>
                  </a:lnTo>
                  <a:lnTo>
                    <a:pt x="290056" y="653689"/>
                  </a:lnTo>
                  <a:lnTo>
                    <a:pt x="288256" y="655060"/>
                  </a:lnTo>
                  <a:lnTo>
                    <a:pt x="290433" y="657214"/>
                  </a:lnTo>
                  <a:lnTo>
                    <a:pt x="291849" y="660283"/>
                  </a:lnTo>
                  <a:lnTo>
                    <a:pt x="292360" y="663748"/>
                  </a:lnTo>
                  <a:lnTo>
                    <a:pt x="284647" y="666780"/>
                  </a:lnTo>
                  <a:lnTo>
                    <a:pt x="282866" y="666372"/>
                  </a:lnTo>
                  <a:lnTo>
                    <a:pt x="280339" y="664211"/>
                  </a:lnTo>
                  <a:lnTo>
                    <a:pt x="277672" y="651223"/>
                  </a:lnTo>
                  <a:lnTo>
                    <a:pt x="284114" y="643952"/>
                  </a:lnTo>
                  <a:lnTo>
                    <a:pt x="283975" y="642201"/>
                  </a:lnTo>
                  <a:lnTo>
                    <a:pt x="280855" y="641119"/>
                  </a:lnTo>
                  <a:lnTo>
                    <a:pt x="278703" y="639256"/>
                  </a:lnTo>
                  <a:lnTo>
                    <a:pt x="280090" y="639066"/>
                  </a:lnTo>
                  <a:lnTo>
                    <a:pt x="282439" y="640469"/>
                  </a:lnTo>
                  <a:lnTo>
                    <a:pt x="281968" y="638764"/>
                  </a:lnTo>
                  <a:lnTo>
                    <a:pt x="279432" y="636003"/>
                  </a:lnTo>
                  <a:lnTo>
                    <a:pt x="276758" y="637485"/>
                  </a:lnTo>
                  <a:lnTo>
                    <a:pt x="272268" y="638025"/>
                  </a:lnTo>
                  <a:lnTo>
                    <a:pt x="268475" y="641930"/>
                  </a:lnTo>
                  <a:lnTo>
                    <a:pt x="267405" y="639909"/>
                  </a:lnTo>
                  <a:lnTo>
                    <a:pt x="267771" y="636295"/>
                  </a:lnTo>
                  <a:lnTo>
                    <a:pt x="276523" y="627773"/>
                  </a:lnTo>
                  <a:lnTo>
                    <a:pt x="285511" y="617311"/>
                  </a:lnTo>
                  <a:lnTo>
                    <a:pt x="287393" y="617951"/>
                  </a:lnTo>
                  <a:lnTo>
                    <a:pt x="287675" y="620830"/>
                  </a:lnTo>
                  <a:lnTo>
                    <a:pt x="287562" y="622339"/>
                  </a:lnTo>
                  <a:lnTo>
                    <a:pt x="284991" y="624599"/>
                  </a:lnTo>
                  <a:lnTo>
                    <a:pt x="285730" y="626864"/>
                  </a:lnTo>
                  <a:lnTo>
                    <a:pt x="288812" y="626504"/>
                  </a:lnTo>
                  <a:lnTo>
                    <a:pt x="292478" y="622995"/>
                  </a:lnTo>
                  <a:lnTo>
                    <a:pt x="292675" y="621948"/>
                  </a:lnTo>
                  <a:lnTo>
                    <a:pt x="289529" y="621075"/>
                  </a:lnTo>
                  <a:lnTo>
                    <a:pt x="288955" y="613072"/>
                  </a:lnTo>
                  <a:lnTo>
                    <a:pt x="295084" y="602032"/>
                  </a:lnTo>
                  <a:lnTo>
                    <a:pt x="295817" y="601871"/>
                  </a:lnTo>
                  <a:lnTo>
                    <a:pt x="295202" y="606739"/>
                  </a:lnTo>
                  <a:lnTo>
                    <a:pt x="293061" y="609954"/>
                  </a:lnTo>
                  <a:lnTo>
                    <a:pt x="292825" y="613985"/>
                  </a:lnTo>
                  <a:lnTo>
                    <a:pt x="294236" y="618431"/>
                  </a:lnTo>
                  <a:lnTo>
                    <a:pt x="295691" y="618851"/>
                  </a:lnTo>
                  <a:lnTo>
                    <a:pt x="296708" y="617514"/>
                  </a:lnTo>
                  <a:lnTo>
                    <a:pt x="295486" y="613112"/>
                  </a:lnTo>
                  <a:lnTo>
                    <a:pt x="297128" y="606307"/>
                  </a:lnTo>
                  <a:lnTo>
                    <a:pt x="296211" y="596763"/>
                  </a:lnTo>
                  <a:lnTo>
                    <a:pt x="294194" y="594367"/>
                  </a:lnTo>
                  <a:lnTo>
                    <a:pt x="292154" y="597170"/>
                  </a:lnTo>
                  <a:lnTo>
                    <a:pt x="291065" y="597501"/>
                  </a:lnTo>
                  <a:lnTo>
                    <a:pt x="289690" y="596835"/>
                  </a:lnTo>
                  <a:lnTo>
                    <a:pt x="288742" y="594998"/>
                  </a:lnTo>
                  <a:lnTo>
                    <a:pt x="294775" y="583887"/>
                  </a:lnTo>
                  <a:lnTo>
                    <a:pt x="299783" y="571337"/>
                  </a:lnTo>
                  <a:lnTo>
                    <a:pt x="300205" y="568422"/>
                  </a:lnTo>
                  <a:lnTo>
                    <a:pt x="298026" y="561711"/>
                  </a:lnTo>
                  <a:lnTo>
                    <a:pt x="295271" y="557314"/>
                  </a:lnTo>
                  <a:lnTo>
                    <a:pt x="291164" y="554682"/>
                  </a:lnTo>
                  <a:lnTo>
                    <a:pt x="288743" y="551504"/>
                  </a:lnTo>
                  <a:lnTo>
                    <a:pt x="289132" y="547088"/>
                  </a:lnTo>
                  <a:lnTo>
                    <a:pt x="288482" y="544250"/>
                  </a:lnTo>
                  <a:lnTo>
                    <a:pt x="287188" y="542563"/>
                  </a:lnTo>
                  <a:lnTo>
                    <a:pt x="280754" y="540114"/>
                  </a:lnTo>
                  <a:lnTo>
                    <a:pt x="279007" y="541054"/>
                  </a:lnTo>
                  <a:lnTo>
                    <a:pt x="276525" y="540657"/>
                  </a:lnTo>
                  <a:lnTo>
                    <a:pt x="276605" y="536380"/>
                  </a:lnTo>
                  <a:lnTo>
                    <a:pt x="271877" y="531424"/>
                  </a:lnTo>
                  <a:lnTo>
                    <a:pt x="268989" y="527114"/>
                  </a:lnTo>
                  <a:lnTo>
                    <a:pt x="266228" y="519781"/>
                  </a:lnTo>
                  <a:lnTo>
                    <a:pt x="265571" y="519484"/>
                  </a:lnTo>
                  <a:lnTo>
                    <a:pt x="264663" y="520280"/>
                  </a:lnTo>
                  <a:lnTo>
                    <a:pt x="263541" y="518910"/>
                  </a:lnTo>
                  <a:lnTo>
                    <a:pt x="262983" y="512737"/>
                  </a:lnTo>
                  <a:lnTo>
                    <a:pt x="261885" y="510401"/>
                  </a:lnTo>
                  <a:lnTo>
                    <a:pt x="254251" y="502796"/>
                  </a:lnTo>
                  <a:lnTo>
                    <a:pt x="250874" y="502399"/>
                  </a:lnTo>
                  <a:lnTo>
                    <a:pt x="243594" y="496952"/>
                  </a:lnTo>
                  <a:lnTo>
                    <a:pt x="242239" y="491281"/>
                  </a:lnTo>
                  <a:lnTo>
                    <a:pt x="241876" y="485145"/>
                  </a:lnTo>
                  <a:lnTo>
                    <a:pt x="240106" y="480647"/>
                  </a:lnTo>
                  <a:lnTo>
                    <a:pt x="234778" y="477139"/>
                  </a:lnTo>
                  <a:lnTo>
                    <a:pt x="231294" y="477871"/>
                  </a:lnTo>
                  <a:lnTo>
                    <a:pt x="230387" y="476990"/>
                  </a:lnTo>
                  <a:lnTo>
                    <a:pt x="227689" y="467360"/>
                  </a:lnTo>
                  <a:lnTo>
                    <a:pt x="220059" y="461609"/>
                  </a:lnTo>
                  <a:lnTo>
                    <a:pt x="204318" y="439767"/>
                  </a:lnTo>
                  <a:lnTo>
                    <a:pt x="192648" y="433239"/>
                  </a:lnTo>
                  <a:lnTo>
                    <a:pt x="183435" y="431838"/>
                  </a:lnTo>
                  <a:lnTo>
                    <a:pt x="180652" y="430149"/>
                  </a:lnTo>
                  <a:lnTo>
                    <a:pt x="179078" y="428847"/>
                  </a:lnTo>
                  <a:lnTo>
                    <a:pt x="177462" y="424446"/>
                  </a:lnTo>
                  <a:lnTo>
                    <a:pt x="173176" y="418242"/>
                  </a:lnTo>
                  <a:lnTo>
                    <a:pt x="163574" y="412091"/>
                  </a:lnTo>
                  <a:lnTo>
                    <a:pt x="159310" y="411406"/>
                  </a:lnTo>
                  <a:lnTo>
                    <a:pt x="151029" y="401759"/>
                  </a:lnTo>
                  <a:lnTo>
                    <a:pt x="148707" y="401315"/>
                  </a:lnTo>
                  <a:lnTo>
                    <a:pt x="146824" y="402427"/>
                  </a:lnTo>
                  <a:lnTo>
                    <a:pt x="145409" y="402296"/>
                  </a:lnTo>
                  <a:lnTo>
                    <a:pt x="137176" y="391463"/>
                  </a:lnTo>
                  <a:lnTo>
                    <a:pt x="132802" y="389935"/>
                  </a:lnTo>
                  <a:lnTo>
                    <a:pt x="125158" y="382170"/>
                  </a:lnTo>
                  <a:lnTo>
                    <a:pt x="127644" y="371906"/>
                  </a:lnTo>
                  <a:lnTo>
                    <a:pt x="126517" y="363025"/>
                  </a:lnTo>
                  <a:lnTo>
                    <a:pt x="122432" y="356284"/>
                  </a:lnTo>
                  <a:lnTo>
                    <a:pt x="117379" y="354271"/>
                  </a:lnTo>
                  <a:lnTo>
                    <a:pt x="115602" y="354254"/>
                  </a:lnTo>
                  <a:lnTo>
                    <a:pt x="119847" y="337089"/>
                  </a:lnTo>
                  <a:lnTo>
                    <a:pt x="118153" y="329303"/>
                  </a:lnTo>
                  <a:lnTo>
                    <a:pt x="120127" y="317515"/>
                  </a:lnTo>
                  <a:lnTo>
                    <a:pt x="119030" y="309231"/>
                  </a:lnTo>
                  <a:lnTo>
                    <a:pt x="115510" y="301447"/>
                  </a:lnTo>
                  <a:lnTo>
                    <a:pt x="109453" y="295626"/>
                  </a:lnTo>
                  <a:lnTo>
                    <a:pt x="105322" y="294187"/>
                  </a:lnTo>
                  <a:lnTo>
                    <a:pt x="102302" y="294648"/>
                  </a:lnTo>
                  <a:lnTo>
                    <a:pt x="105560" y="292101"/>
                  </a:lnTo>
                  <a:lnTo>
                    <a:pt x="106527" y="287605"/>
                  </a:lnTo>
                  <a:lnTo>
                    <a:pt x="101394" y="279668"/>
                  </a:lnTo>
                  <a:lnTo>
                    <a:pt x="100151" y="281244"/>
                  </a:lnTo>
                  <a:lnTo>
                    <a:pt x="103871" y="286154"/>
                  </a:lnTo>
                  <a:lnTo>
                    <a:pt x="104385" y="288490"/>
                  </a:lnTo>
                  <a:lnTo>
                    <a:pt x="102958" y="290565"/>
                  </a:lnTo>
                  <a:lnTo>
                    <a:pt x="101677" y="290712"/>
                  </a:lnTo>
                  <a:lnTo>
                    <a:pt x="100152" y="288768"/>
                  </a:lnTo>
                  <a:lnTo>
                    <a:pt x="100043" y="287360"/>
                  </a:lnTo>
                  <a:lnTo>
                    <a:pt x="96916" y="287188"/>
                  </a:lnTo>
                  <a:lnTo>
                    <a:pt x="100667" y="298787"/>
                  </a:lnTo>
                  <a:lnTo>
                    <a:pt x="99995" y="299834"/>
                  </a:lnTo>
                  <a:lnTo>
                    <a:pt x="97658" y="298536"/>
                  </a:lnTo>
                  <a:lnTo>
                    <a:pt x="97704" y="291692"/>
                  </a:lnTo>
                  <a:lnTo>
                    <a:pt x="97149" y="289816"/>
                  </a:lnTo>
                  <a:lnTo>
                    <a:pt x="95731" y="288926"/>
                  </a:lnTo>
                  <a:lnTo>
                    <a:pt x="94532" y="281328"/>
                  </a:lnTo>
                  <a:lnTo>
                    <a:pt x="97430" y="270779"/>
                  </a:lnTo>
                  <a:lnTo>
                    <a:pt x="99063" y="258934"/>
                  </a:lnTo>
                  <a:lnTo>
                    <a:pt x="97719" y="242738"/>
                  </a:lnTo>
                  <a:lnTo>
                    <a:pt x="95731" y="238413"/>
                  </a:lnTo>
                  <a:lnTo>
                    <a:pt x="92205" y="237168"/>
                  </a:lnTo>
                  <a:lnTo>
                    <a:pt x="87634" y="231795"/>
                  </a:lnTo>
                  <a:lnTo>
                    <a:pt x="84787" y="231216"/>
                  </a:lnTo>
                  <a:lnTo>
                    <a:pt x="81871" y="227695"/>
                  </a:lnTo>
                  <a:lnTo>
                    <a:pt x="80390" y="223481"/>
                  </a:lnTo>
                  <a:lnTo>
                    <a:pt x="75383" y="216340"/>
                  </a:lnTo>
                  <a:lnTo>
                    <a:pt x="73911" y="215969"/>
                  </a:lnTo>
                  <a:lnTo>
                    <a:pt x="69576" y="217373"/>
                  </a:lnTo>
                  <a:lnTo>
                    <a:pt x="67838" y="214990"/>
                  </a:lnTo>
                  <a:lnTo>
                    <a:pt x="72552" y="198106"/>
                  </a:lnTo>
                  <a:lnTo>
                    <a:pt x="73500" y="191619"/>
                  </a:lnTo>
                  <a:lnTo>
                    <a:pt x="68522" y="178274"/>
                  </a:lnTo>
                  <a:lnTo>
                    <a:pt x="63299" y="170594"/>
                  </a:lnTo>
                  <a:lnTo>
                    <a:pt x="59640" y="166634"/>
                  </a:lnTo>
                  <a:lnTo>
                    <a:pt x="55337" y="155799"/>
                  </a:lnTo>
                  <a:lnTo>
                    <a:pt x="53420" y="152891"/>
                  </a:lnTo>
                  <a:lnTo>
                    <a:pt x="48098" y="147489"/>
                  </a:lnTo>
                  <a:lnTo>
                    <a:pt x="46487" y="147196"/>
                  </a:lnTo>
                  <a:lnTo>
                    <a:pt x="44279" y="142793"/>
                  </a:lnTo>
                  <a:lnTo>
                    <a:pt x="36381" y="134902"/>
                  </a:lnTo>
                  <a:lnTo>
                    <a:pt x="39430" y="128605"/>
                  </a:lnTo>
                  <a:lnTo>
                    <a:pt x="41882" y="120274"/>
                  </a:lnTo>
                  <a:lnTo>
                    <a:pt x="37782" y="113924"/>
                  </a:lnTo>
                  <a:lnTo>
                    <a:pt x="34707" y="111684"/>
                  </a:lnTo>
                  <a:lnTo>
                    <a:pt x="32359" y="108727"/>
                  </a:lnTo>
                  <a:lnTo>
                    <a:pt x="32710" y="107966"/>
                  </a:lnTo>
                  <a:lnTo>
                    <a:pt x="34630" y="108403"/>
                  </a:lnTo>
                  <a:lnTo>
                    <a:pt x="40108" y="112847"/>
                  </a:lnTo>
                  <a:lnTo>
                    <a:pt x="41268" y="112942"/>
                  </a:lnTo>
                  <a:lnTo>
                    <a:pt x="43565" y="111156"/>
                  </a:lnTo>
                  <a:lnTo>
                    <a:pt x="46079" y="106351"/>
                  </a:lnTo>
                  <a:lnTo>
                    <a:pt x="46865" y="106007"/>
                  </a:lnTo>
                  <a:lnTo>
                    <a:pt x="42835" y="113487"/>
                  </a:lnTo>
                  <a:lnTo>
                    <a:pt x="44908" y="111420"/>
                  </a:lnTo>
                  <a:lnTo>
                    <a:pt x="47310" y="106037"/>
                  </a:lnTo>
                  <a:lnTo>
                    <a:pt x="48531" y="100205"/>
                  </a:lnTo>
                  <a:lnTo>
                    <a:pt x="47728" y="95339"/>
                  </a:lnTo>
                  <a:lnTo>
                    <a:pt x="42971" y="94110"/>
                  </a:lnTo>
                  <a:lnTo>
                    <a:pt x="39431" y="89355"/>
                  </a:lnTo>
                  <a:lnTo>
                    <a:pt x="34248" y="87848"/>
                  </a:lnTo>
                  <a:lnTo>
                    <a:pt x="33286" y="86207"/>
                  </a:lnTo>
                  <a:lnTo>
                    <a:pt x="33417" y="80318"/>
                  </a:lnTo>
                  <a:lnTo>
                    <a:pt x="31761" y="77710"/>
                  </a:lnTo>
                  <a:lnTo>
                    <a:pt x="29294" y="76670"/>
                  </a:lnTo>
                  <a:lnTo>
                    <a:pt x="25705" y="76840"/>
                  </a:lnTo>
                  <a:lnTo>
                    <a:pt x="22771" y="74294"/>
                  </a:lnTo>
                  <a:lnTo>
                    <a:pt x="20708" y="70904"/>
                  </a:lnTo>
                  <a:lnTo>
                    <a:pt x="20289" y="68710"/>
                  </a:lnTo>
                  <a:lnTo>
                    <a:pt x="20424" y="66878"/>
                  </a:lnTo>
                  <a:lnTo>
                    <a:pt x="21371" y="65864"/>
                  </a:lnTo>
                  <a:lnTo>
                    <a:pt x="21266" y="61678"/>
                  </a:lnTo>
                  <a:lnTo>
                    <a:pt x="21432" y="55809"/>
                  </a:lnTo>
                  <a:lnTo>
                    <a:pt x="18827" y="42837"/>
                  </a:lnTo>
                  <a:lnTo>
                    <a:pt x="16857" y="40198"/>
                  </a:lnTo>
                  <a:lnTo>
                    <a:pt x="10238" y="37095"/>
                  </a:lnTo>
                  <a:lnTo>
                    <a:pt x="6985" y="34409"/>
                  </a:lnTo>
                  <a:lnTo>
                    <a:pt x="2038" y="15992"/>
                  </a:lnTo>
                  <a:lnTo>
                    <a:pt x="0" y="6310"/>
                  </a:lnTo>
                  <a:lnTo>
                    <a:pt x="547" y="0"/>
                  </a:lnTo>
                  <a:lnTo>
                    <a:pt x="44139" y="206"/>
                  </a:lnTo>
                  <a:lnTo>
                    <a:pt x="141209" y="678"/>
                  </a:lnTo>
                  <a:lnTo>
                    <a:pt x="271951" y="1820"/>
                  </a:lnTo>
                  <a:lnTo>
                    <a:pt x="266033" y="11361"/>
                  </a:lnTo>
                  <a:lnTo>
                    <a:pt x="260919" y="13946"/>
                  </a:lnTo>
                  <a:lnTo>
                    <a:pt x="260421" y="24038"/>
                  </a:lnTo>
                  <a:lnTo>
                    <a:pt x="258787" y="30614"/>
                  </a:lnTo>
                  <a:lnTo>
                    <a:pt x="393433" y="92516"/>
                  </a:lnTo>
                  <a:lnTo>
                    <a:pt x="408677" y="99573"/>
                  </a:lnTo>
                  <a:lnTo>
                    <a:pt x="528331" y="153408"/>
                  </a:lnTo>
                  <a:lnTo>
                    <a:pt x="553196" y="164522"/>
                  </a:lnTo>
                  <a:lnTo>
                    <a:pt x="604218" y="187441"/>
                  </a:lnTo>
                  <a:lnTo>
                    <a:pt x="653138" y="209426"/>
                  </a:lnTo>
                  <a:lnTo>
                    <a:pt x="668504" y="216318"/>
                  </a:lnTo>
                  <a:lnTo>
                    <a:pt x="710944" y="218859"/>
                  </a:lnTo>
                  <a:lnTo>
                    <a:pt x="751934" y="221283"/>
                  </a:lnTo>
                  <a:lnTo>
                    <a:pt x="819170" y="224957"/>
                  </a:lnTo>
                  <a:lnTo>
                    <a:pt x="931546" y="230870"/>
                  </a:lnTo>
                  <a:lnTo>
                    <a:pt x="993675" y="233555"/>
                  </a:lnTo>
                  <a:lnTo>
                    <a:pt x="996269" y="173969"/>
                  </a:lnTo>
                  <a:lnTo>
                    <a:pt x="1147900" y="179815"/>
                  </a:lnTo>
                  <a:lnTo>
                    <a:pt x="1186265" y="181076"/>
                  </a:lnTo>
                  <a:lnTo>
                    <a:pt x="1190752" y="186003"/>
                  </a:lnTo>
                  <a:lnTo>
                    <a:pt x="1194838" y="183889"/>
                  </a:lnTo>
                  <a:lnTo>
                    <a:pt x="1198773" y="185743"/>
                  </a:lnTo>
                  <a:lnTo>
                    <a:pt x="1202716" y="188412"/>
                  </a:lnTo>
                  <a:lnTo>
                    <a:pt x="1206091" y="193132"/>
                  </a:lnTo>
                  <a:lnTo>
                    <a:pt x="1212638" y="207941"/>
                  </a:lnTo>
                  <a:lnTo>
                    <a:pt x="1220037" y="222160"/>
                  </a:lnTo>
                  <a:lnTo>
                    <a:pt x="1222033" y="224685"/>
                  </a:lnTo>
                  <a:lnTo>
                    <a:pt x="1224064" y="225373"/>
                  </a:lnTo>
                  <a:lnTo>
                    <a:pt x="1235534" y="233594"/>
                  </a:lnTo>
                  <a:lnTo>
                    <a:pt x="1242309" y="234423"/>
                  </a:lnTo>
                  <a:lnTo>
                    <a:pt x="1244225" y="234693"/>
                  </a:lnTo>
                  <a:lnTo>
                    <a:pt x="1247759" y="238173"/>
                  </a:lnTo>
                  <a:lnTo>
                    <a:pt x="1249786" y="238563"/>
                  </a:lnTo>
                  <a:lnTo>
                    <a:pt x="1251891" y="245288"/>
                  </a:lnTo>
                  <a:lnTo>
                    <a:pt x="1258312" y="248372"/>
                  </a:lnTo>
                  <a:lnTo>
                    <a:pt x="1265740" y="258222"/>
                  </a:lnTo>
                  <a:lnTo>
                    <a:pt x="1268813" y="263050"/>
                  </a:lnTo>
                  <a:lnTo>
                    <a:pt x="1276730" y="269435"/>
                  </a:lnTo>
                  <a:lnTo>
                    <a:pt x="1283602" y="272377"/>
                  </a:lnTo>
                  <a:lnTo>
                    <a:pt x="1288356" y="276571"/>
                  </a:lnTo>
                  <a:lnTo>
                    <a:pt x="1290544" y="280244"/>
                  </a:lnTo>
                  <a:lnTo>
                    <a:pt x="1291180" y="285023"/>
                  </a:lnTo>
                  <a:lnTo>
                    <a:pt x="1293509" y="289208"/>
                  </a:lnTo>
                  <a:lnTo>
                    <a:pt x="1297499" y="291138"/>
                  </a:lnTo>
                  <a:lnTo>
                    <a:pt x="1300287" y="294064"/>
                  </a:lnTo>
                  <a:lnTo>
                    <a:pt x="1300021" y="294561"/>
                  </a:lnTo>
                  <a:lnTo>
                    <a:pt x="1309600" y="301694"/>
                  </a:lnTo>
                  <a:lnTo>
                    <a:pt x="1311188" y="303616"/>
                  </a:lnTo>
                  <a:lnTo>
                    <a:pt x="1311615" y="307005"/>
                  </a:lnTo>
                  <a:lnTo>
                    <a:pt x="1327226" y="315877"/>
                  </a:lnTo>
                  <a:lnTo>
                    <a:pt x="1332446" y="315440"/>
                  </a:lnTo>
                  <a:lnTo>
                    <a:pt x="1338331" y="320646"/>
                  </a:lnTo>
                  <a:lnTo>
                    <a:pt x="1343314" y="322661"/>
                  </a:lnTo>
                  <a:lnTo>
                    <a:pt x="1345454" y="326533"/>
                  </a:lnTo>
                  <a:lnTo>
                    <a:pt x="1349098" y="330714"/>
                  </a:lnTo>
                  <a:lnTo>
                    <a:pt x="1350798" y="331537"/>
                  </a:lnTo>
                  <a:lnTo>
                    <a:pt x="1355381" y="330852"/>
                  </a:lnTo>
                  <a:lnTo>
                    <a:pt x="1357770" y="334076"/>
                  </a:lnTo>
                  <a:lnTo>
                    <a:pt x="1357836" y="337593"/>
                  </a:lnTo>
                  <a:lnTo>
                    <a:pt x="1359029" y="340751"/>
                  </a:lnTo>
                  <a:lnTo>
                    <a:pt x="1364119" y="342031"/>
                  </a:lnTo>
                  <a:lnTo>
                    <a:pt x="1367374" y="346331"/>
                  </a:lnTo>
                  <a:lnTo>
                    <a:pt x="1370906" y="356505"/>
                  </a:lnTo>
                  <a:lnTo>
                    <a:pt x="1370604" y="359325"/>
                  </a:lnTo>
                  <a:lnTo>
                    <a:pt x="1370858" y="363019"/>
                  </a:lnTo>
                  <a:lnTo>
                    <a:pt x="1373932" y="372436"/>
                  </a:lnTo>
                  <a:lnTo>
                    <a:pt x="1387730" y="390578"/>
                  </a:lnTo>
                  <a:lnTo>
                    <a:pt x="1390671" y="398477"/>
                  </a:lnTo>
                  <a:lnTo>
                    <a:pt x="1389190" y="413495"/>
                  </a:lnTo>
                  <a:lnTo>
                    <a:pt x="1390828" y="432489"/>
                  </a:lnTo>
                  <a:lnTo>
                    <a:pt x="1403633" y="452670"/>
                  </a:lnTo>
                  <a:lnTo>
                    <a:pt x="1407054" y="466034"/>
                  </a:lnTo>
                  <a:lnTo>
                    <a:pt x="1409455" y="469060"/>
                  </a:lnTo>
                  <a:lnTo>
                    <a:pt x="1422334" y="478986"/>
                  </a:lnTo>
                  <a:lnTo>
                    <a:pt x="1422956" y="481566"/>
                  </a:lnTo>
                  <a:lnTo>
                    <a:pt x="1424451" y="483131"/>
                  </a:lnTo>
                  <a:lnTo>
                    <a:pt x="1431120" y="485817"/>
                  </a:lnTo>
                  <a:lnTo>
                    <a:pt x="1437803" y="486994"/>
                  </a:lnTo>
                  <a:lnTo>
                    <a:pt x="1443595" y="490916"/>
                  </a:lnTo>
                  <a:lnTo>
                    <a:pt x="1444055" y="491505"/>
                  </a:lnTo>
                  <a:lnTo>
                    <a:pt x="1443496" y="494016"/>
                  </a:lnTo>
                  <a:lnTo>
                    <a:pt x="1448856" y="503051"/>
                  </a:lnTo>
                  <a:lnTo>
                    <a:pt x="1455492" y="505791"/>
                  </a:lnTo>
                  <a:lnTo>
                    <a:pt x="1458295" y="509389"/>
                  </a:lnTo>
                  <a:lnTo>
                    <a:pt x="1463460" y="512978"/>
                  </a:lnTo>
                  <a:lnTo>
                    <a:pt x="1471203" y="516125"/>
                  </a:lnTo>
                  <a:lnTo>
                    <a:pt x="1484409" y="518262"/>
                  </a:lnTo>
                  <a:lnTo>
                    <a:pt x="1492759" y="520533"/>
                  </a:lnTo>
                  <a:lnTo>
                    <a:pt x="1493630" y="522646"/>
                  </a:lnTo>
                  <a:lnTo>
                    <a:pt x="1500718" y="531227"/>
                  </a:lnTo>
                  <a:lnTo>
                    <a:pt x="1514513" y="535965"/>
                  </a:lnTo>
                  <a:lnTo>
                    <a:pt x="1519499" y="535473"/>
                  </a:lnTo>
                  <a:lnTo>
                    <a:pt x="1529664" y="546936"/>
                  </a:lnTo>
                  <a:lnTo>
                    <a:pt x="1534725" y="550842"/>
                  </a:lnTo>
                  <a:lnTo>
                    <a:pt x="1541571" y="553536"/>
                  </a:lnTo>
                  <a:lnTo>
                    <a:pt x="1542379" y="552351"/>
                  </a:lnTo>
                  <a:lnTo>
                    <a:pt x="1544500" y="552282"/>
                  </a:lnTo>
                  <a:lnTo>
                    <a:pt x="1545117" y="553954"/>
                  </a:lnTo>
                  <a:lnTo>
                    <a:pt x="1547463" y="555575"/>
                  </a:lnTo>
                  <a:lnTo>
                    <a:pt x="1548196" y="555034"/>
                  </a:lnTo>
                  <a:lnTo>
                    <a:pt x="1553968" y="558749"/>
                  </a:lnTo>
                  <a:lnTo>
                    <a:pt x="1556864" y="557512"/>
                  </a:lnTo>
                  <a:lnTo>
                    <a:pt x="1562988" y="558790"/>
                  </a:lnTo>
                  <a:lnTo>
                    <a:pt x="1563990" y="559914"/>
                  </a:lnTo>
                  <a:lnTo>
                    <a:pt x="1568478" y="558567"/>
                  </a:lnTo>
                  <a:lnTo>
                    <a:pt x="1570431" y="554538"/>
                  </a:lnTo>
                  <a:lnTo>
                    <a:pt x="1571407" y="548457"/>
                  </a:lnTo>
                  <a:lnTo>
                    <a:pt x="1573775" y="544839"/>
                  </a:lnTo>
                  <a:lnTo>
                    <a:pt x="1579171" y="543024"/>
                  </a:lnTo>
                  <a:lnTo>
                    <a:pt x="1583582" y="535230"/>
                  </a:lnTo>
                  <a:lnTo>
                    <a:pt x="1596236" y="528787"/>
                  </a:lnTo>
                  <a:lnTo>
                    <a:pt x="1598440" y="527129"/>
                  </a:lnTo>
                  <a:lnTo>
                    <a:pt x="1598095" y="524807"/>
                  </a:lnTo>
                  <a:lnTo>
                    <a:pt x="1594046" y="522300"/>
                  </a:lnTo>
                  <a:lnTo>
                    <a:pt x="1597125" y="511531"/>
                  </a:lnTo>
                  <a:lnTo>
                    <a:pt x="1601224" y="507195"/>
                  </a:lnTo>
                  <a:lnTo>
                    <a:pt x="1603545" y="496189"/>
                  </a:lnTo>
                  <a:lnTo>
                    <a:pt x="1605744" y="489714"/>
                  </a:lnTo>
                  <a:lnTo>
                    <a:pt x="1615523" y="470789"/>
                  </a:lnTo>
                  <a:lnTo>
                    <a:pt x="1618091" y="467984"/>
                  </a:lnTo>
                  <a:lnTo>
                    <a:pt x="1619214" y="461629"/>
                  </a:lnTo>
                  <a:lnTo>
                    <a:pt x="1620973" y="458703"/>
                  </a:lnTo>
                  <a:lnTo>
                    <a:pt x="1621787" y="458304"/>
                  </a:lnTo>
                  <a:lnTo>
                    <a:pt x="1622415" y="459589"/>
                  </a:lnTo>
                  <a:lnTo>
                    <a:pt x="1626204" y="459910"/>
                  </a:lnTo>
                  <a:lnTo>
                    <a:pt x="1632687" y="457171"/>
                  </a:lnTo>
                  <a:lnTo>
                    <a:pt x="1635672" y="458556"/>
                  </a:lnTo>
                  <a:lnTo>
                    <a:pt x="1639637" y="455784"/>
                  </a:lnTo>
                  <a:lnTo>
                    <a:pt x="1639973" y="454750"/>
                  </a:lnTo>
                  <a:lnTo>
                    <a:pt x="1638991" y="453739"/>
                  </a:lnTo>
                  <a:lnTo>
                    <a:pt x="1639456" y="453300"/>
                  </a:lnTo>
                  <a:lnTo>
                    <a:pt x="1648784" y="454311"/>
                  </a:lnTo>
                  <a:lnTo>
                    <a:pt x="1653887" y="456302"/>
                  </a:lnTo>
                  <a:lnTo>
                    <a:pt x="1657350" y="444706"/>
                  </a:lnTo>
                  <a:lnTo>
                    <a:pt x="1659476" y="442173"/>
                  </a:lnTo>
                  <a:lnTo>
                    <a:pt x="1662371" y="440779"/>
                  </a:lnTo>
                  <a:lnTo>
                    <a:pt x="1664163" y="441090"/>
                  </a:lnTo>
                  <a:lnTo>
                    <a:pt x="1672521" y="445586"/>
                  </a:lnTo>
                  <a:lnTo>
                    <a:pt x="1678246" y="446530"/>
                  </a:lnTo>
                  <a:lnTo>
                    <a:pt x="1682219" y="450891"/>
                  </a:lnTo>
                  <a:lnTo>
                    <a:pt x="1690993" y="453061"/>
                  </a:lnTo>
                  <a:lnTo>
                    <a:pt x="1694005" y="452692"/>
                  </a:lnTo>
                  <a:lnTo>
                    <a:pt x="1696240" y="451007"/>
                  </a:lnTo>
                  <a:lnTo>
                    <a:pt x="1702796" y="450123"/>
                  </a:lnTo>
                  <a:lnTo>
                    <a:pt x="1708427" y="451963"/>
                  </a:lnTo>
                  <a:lnTo>
                    <a:pt x="1714067" y="451634"/>
                  </a:lnTo>
                  <a:lnTo>
                    <a:pt x="1724577" y="452779"/>
                  </a:lnTo>
                  <a:lnTo>
                    <a:pt x="1731754" y="456088"/>
                  </a:lnTo>
                  <a:lnTo>
                    <a:pt x="1743848" y="454773"/>
                  </a:lnTo>
                  <a:lnTo>
                    <a:pt x="1747654" y="452819"/>
                  </a:lnTo>
                  <a:lnTo>
                    <a:pt x="1751097" y="449681"/>
                  </a:lnTo>
                  <a:lnTo>
                    <a:pt x="1752214" y="451601"/>
                  </a:lnTo>
                  <a:lnTo>
                    <a:pt x="1752039" y="456808"/>
                  </a:lnTo>
                  <a:lnTo>
                    <a:pt x="1755998" y="455998"/>
                  </a:lnTo>
                  <a:lnTo>
                    <a:pt x="1757810" y="454640"/>
                  </a:lnTo>
                  <a:lnTo>
                    <a:pt x="1761373" y="455120"/>
                  </a:lnTo>
                  <a:lnTo>
                    <a:pt x="1766049" y="457486"/>
                  </a:lnTo>
                  <a:lnTo>
                    <a:pt x="1770857" y="467368"/>
                  </a:lnTo>
                  <a:lnTo>
                    <a:pt x="1774047" y="469295"/>
                  </a:lnTo>
                  <a:lnTo>
                    <a:pt x="1777138" y="469560"/>
                  </a:lnTo>
                  <a:lnTo>
                    <a:pt x="1779133" y="470826"/>
                  </a:lnTo>
                  <a:lnTo>
                    <a:pt x="1779285" y="472542"/>
                  </a:lnTo>
                  <a:lnTo>
                    <a:pt x="1777903" y="476772"/>
                  </a:lnTo>
                  <a:lnTo>
                    <a:pt x="1778223" y="479477"/>
                  </a:lnTo>
                  <a:lnTo>
                    <a:pt x="1779355" y="480930"/>
                  </a:lnTo>
                  <a:lnTo>
                    <a:pt x="1780491" y="481126"/>
                  </a:lnTo>
                  <a:lnTo>
                    <a:pt x="1781805" y="479156"/>
                  </a:lnTo>
                  <a:lnTo>
                    <a:pt x="1781572" y="475271"/>
                  </a:lnTo>
                  <a:lnTo>
                    <a:pt x="1782669" y="473919"/>
                  </a:lnTo>
                  <a:lnTo>
                    <a:pt x="1783564" y="473493"/>
                  </a:lnTo>
                  <a:lnTo>
                    <a:pt x="1785209" y="474500"/>
                  </a:lnTo>
                  <a:lnTo>
                    <a:pt x="1785955" y="481968"/>
                  </a:lnTo>
                  <a:lnTo>
                    <a:pt x="1784206" y="485062"/>
                  </a:lnTo>
                  <a:lnTo>
                    <a:pt x="1784022" y="487567"/>
                  </a:lnTo>
                  <a:lnTo>
                    <a:pt x="1792612" y="488281"/>
                  </a:lnTo>
                  <a:lnTo>
                    <a:pt x="1797017" y="493993"/>
                  </a:lnTo>
                  <a:lnTo>
                    <a:pt x="1803927" y="494183"/>
                  </a:lnTo>
                  <a:lnTo>
                    <a:pt x="1806922" y="495278"/>
                  </a:lnTo>
                  <a:lnTo>
                    <a:pt x="1807497" y="498369"/>
                  </a:lnTo>
                  <a:lnTo>
                    <a:pt x="1812977" y="507849"/>
                  </a:lnTo>
                  <a:lnTo>
                    <a:pt x="1819900" y="510512"/>
                  </a:lnTo>
                  <a:lnTo>
                    <a:pt x="1822497" y="513290"/>
                  </a:lnTo>
                  <a:lnTo>
                    <a:pt x="1827306" y="515748"/>
                  </a:lnTo>
                  <a:lnTo>
                    <a:pt x="1828164" y="519203"/>
                  </a:lnTo>
                  <a:lnTo>
                    <a:pt x="1837443" y="523474"/>
                  </a:lnTo>
                  <a:lnTo>
                    <a:pt x="1841221" y="530397"/>
                  </a:lnTo>
                  <a:lnTo>
                    <a:pt x="1841322" y="531820"/>
                  </a:lnTo>
                  <a:lnTo>
                    <a:pt x="1840200" y="533436"/>
                  </a:lnTo>
                  <a:lnTo>
                    <a:pt x="1840586" y="534000"/>
                  </a:lnTo>
                  <a:lnTo>
                    <a:pt x="1846218" y="539365"/>
                  </a:lnTo>
                  <a:lnTo>
                    <a:pt x="1850869" y="541415"/>
                  </a:lnTo>
                  <a:lnTo>
                    <a:pt x="1852131" y="542906"/>
                  </a:lnTo>
                  <a:lnTo>
                    <a:pt x="1855503" y="557634"/>
                  </a:lnTo>
                  <a:lnTo>
                    <a:pt x="1855301" y="563843"/>
                  </a:lnTo>
                  <a:lnTo>
                    <a:pt x="1864096" y="575867"/>
                  </a:lnTo>
                  <a:lnTo>
                    <a:pt x="1867178" y="578905"/>
                  </a:lnTo>
                  <a:lnTo>
                    <a:pt x="1870239" y="587802"/>
                  </a:lnTo>
                  <a:lnTo>
                    <a:pt x="1872780" y="600373"/>
                  </a:lnTo>
                  <a:lnTo>
                    <a:pt x="1877314" y="603095"/>
                  </a:lnTo>
                  <a:lnTo>
                    <a:pt x="1879087" y="602964"/>
                  </a:lnTo>
                  <a:lnTo>
                    <a:pt x="1878970" y="607133"/>
                  </a:lnTo>
                  <a:lnTo>
                    <a:pt x="1884682" y="610312"/>
                  </a:lnTo>
                  <a:lnTo>
                    <a:pt x="1884849" y="611697"/>
                  </a:lnTo>
                  <a:lnTo>
                    <a:pt x="1883502" y="614142"/>
                  </a:lnTo>
                  <a:lnTo>
                    <a:pt x="1883728" y="616225"/>
                  </a:lnTo>
                  <a:lnTo>
                    <a:pt x="1886024" y="619562"/>
                  </a:lnTo>
                  <a:lnTo>
                    <a:pt x="1892340" y="621551"/>
                  </a:lnTo>
                  <a:lnTo>
                    <a:pt x="1891140" y="623292"/>
                  </a:lnTo>
                  <a:lnTo>
                    <a:pt x="1888362" y="624572"/>
                  </a:lnTo>
                  <a:lnTo>
                    <a:pt x="1892008" y="628956"/>
                  </a:lnTo>
                  <a:lnTo>
                    <a:pt x="1892209" y="630648"/>
                  </a:lnTo>
                  <a:lnTo>
                    <a:pt x="1890672" y="634183"/>
                  </a:lnTo>
                  <a:lnTo>
                    <a:pt x="1891458" y="636310"/>
                  </a:lnTo>
                  <a:lnTo>
                    <a:pt x="1898107" y="645953"/>
                  </a:lnTo>
                  <a:lnTo>
                    <a:pt x="1897463" y="650664"/>
                  </a:lnTo>
                  <a:lnTo>
                    <a:pt x="1901980" y="655818"/>
                  </a:lnTo>
                  <a:lnTo>
                    <a:pt x="1905933" y="656442"/>
                  </a:lnTo>
                  <a:lnTo>
                    <a:pt x="1907337" y="661886"/>
                  </a:lnTo>
                  <a:lnTo>
                    <a:pt x="1921926" y="667772"/>
                  </a:lnTo>
                  <a:lnTo>
                    <a:pt x="1925276" y="673022"/>
                  </a:lnTo>
                  <a:lnTo>
                    <a:pt x="1925392" y="674894"/>
                  </a:lnTo>
                  <a:lnTo>
                    <a:pt x="1926409" y="676287"/>
                  </a:lnTo>
                  <a:lnTo>
                    <a:pt x="1929862" y="678168"/>
                  </a:lnTo>
                  <a:lnTo>
                    <a:pt x="1931120" y="683891"/>
                  </a:lnTo>
                  <a:lnTo>
                    <a:pt x="1933171" y="687523"/>
                  </a:lnTo>
                  <a:lnTo>
                    <a:pt x="1936396" y="688768"/>
                  </a:lnTo>
                  <a:lnTo>
                    <a:pt x="1939276" y="692885"/>
                  </a:lnTo>
                  <a:lnTo>
                    <a:pt x="1946157" y="706263"/>
                  </a:lnTo>
                  <a:lnTo>
                    <a:pt x="1947122" y="711072"/>
                  </a:lnTo>
                  <a:lnTo>
                    <a:pt x="1949865" y="713530"/>
                  </a:lnTo>
                  <a:lnTo>
                    <a:pt x="1950793" y="716675"/>
                  </a:lnTo>
                  <a:lnTo>
                    <a:pt x="1953222" y="717076"/>
                  </a:lnTo>
                  <a:lnTo>
                    <a:pt x="1959504" y="721663"/>
                  </a:lnTo>
                  <a:lnTo>
                    <a:pt x="1964430" y="728387"/>
                  </a:lnTo>
                  <a:lnTo>
                    <a:pt x="1965104" y="729918"/>
                  </a:lnTo>
                  <a:lnTo>
                    <a:pt x="1967128" y="731481"/>
                  </a:lnTo>
                  <a:lnTo>
                    <a:pt x="1976302" y="733427"/>
                  </a:lnTo>
                  <a:lnTo>
                    <a:pt x="1984843" y="736554"/>
                  </a:lnTo>
                  <a:lnTo>
                    <a:pt x="1986571" y="737846"/>
                  </a:lnTo>
                  <a:lnTo>
                    <a:pt x="1989210" y="744532"/>
                  </a:lnTo>
                  <a:lnTo>
                    <a:pt x="1988223" y="751770"/>
                  </a:lnTo>
                  <a:lnTo>
                    <a:pt x="1992295" y="751768"/>
                  </a:lnTo>
                  <a:lnTo>
                    <a:pt x="1993729" y="752864"/>
                  </a:lnTo>
                  <a:lnTo>
                    <a:pt x="1994054" y="754118"/>
                  </a:lnTo>
                  <a:lnTo>
                    <a:pt x="1992188" y="758476"/>
                  </a:lnTo>
                  <a:lnTo>
                    <a:pt x="1993174" y="763126"/>
                  </a:lnTo>
                  <a:lnTo>
                    <a:pt x="1992740" y="766715"/>
                  </a:lnTo>
                  <a:lnTo>
                    <a:pt x="1991361" y="772649"/>
                  </a:lnTo>
                  <a:lnTo>
                    <a:pt x="1989381" y="774540"/>
                  </a:lnTo>
                  <a:lnTo>
                    <a:pt x="1992602" y="777226"/>
                  </a:lnTo>
                  <a:lnTo>
                    <a:pt x="1993470" y="778915"/>
                  </a:lnTo>
                  <a:lnTo>
                    <a:pt x="1992458" y="781488"/>
                  </a:lnTo>
                  <a:lnTo>
                    <a:pt x="1993865" y="783028"/>
                  </a:lnTo>
                  <a:lnTo>
                    <a:pt x="1996214" y="781824"/>
                  </a:lnTo>
                  <a:lnTo>
                    <a:pt x="1997573" y="782299"/>
                  </a:lnTo>
                  <a:lnTo>
                    <a:pt x="1998946" y="784176"/>
                  </a:lnTo>
                  <a:lnTo>
                    <a:pt x="2000093" y="789417"/>
                  </a:lnTo>
                  <a:lnTo>
                    <a:pt x="2000923" y="793840"/>
                  </a:lnTo>
                  <a:lnTo>
                    <a:pt x="2000840" y="804858"/>
                  </a:lnTo>
                  <a:lnTo>
                    <a:pt x="1998074" y="808604"/>
                  </a:lnTo>
                  <a:lnTo>
                    <a:pt x="1999072" y="814336"/>
                  </a:lnTo>
                  <a:lnTo>
                    <a:pt x="2000886" y="815584"/>
                  </a:lnTo>
                  <a:lnTo>
                    <a:pt x="2002567" y="814654"/>
                  </a:lnTo>
                  <a:lnTo>
                    <a:pt x="2005975" y="819230"/>
                  </a:lnTo>
                  <a:lnTo>
                    <a:pt x="2005249" y="822108"/>
                  </a:lnTo>
                  <a:lnTo>
                    <a:pt x="2006326" y="824795"/>
                  </a:lnTo>
                  <a:lnTo>
                    <a:pt x="2013534" y="827768"/>
                  </a:lnTo>
                  <a:lnTo>
                    <a:pt x="2013184" y="832784"/>
                  </a:lnTo>
                  <a:lnTo>
                    <a:pt x="2014491" y="834377"/>
                  </a:lnTo>
                  <a:lnTo>
                    <a:pt x="2017149" y="834390"/>
                  </a:lnTo>
                  <a:lnTo>
                    <a:pt x="2018822" y="835263"/>
                  </a:lnTo>
                  <a:lnTo>
                    <a:pt x="2020329" y="837264"/>
                  </a:lnTo>
                  <a:lnTo>
                    <a:pt x="2023473" y="844464"/>
                  </a:lnTo>
                  <a:lnTo>
                    <a:pt x="2023918" y="849975"/>
                  </a:lnTo>
                  <a:lnTo>
                    <a:pt x="2027624" y="852634"/>
                  </a:lnTo>
                  <a:lnTo>
                    <a:pt x="2027582" y="856684"/>
                  </a:lnTo>
                  <a:lnTo>
                    <a:pt x="2028816" y="861621"/>
                  </a:lnTo>
                  <a:lnTo>
                    <a:pt x="2031477" y="866149"/>
                  </a:lnTo>
                  <a:lnTo>
                    <a:pt x="2032904" y="874153"/>
                  </a:lnTo>
                  <a:lnTo>
                    <a:pt x="2032423" y="876037"/>
                  </a:lnTo>
                  <a:lnTo>
                    <a:pt x="2032906" y="877135"/>
                  </a:lnTo>
                  <a:lnTo>
                    <a:pt x="2037672" y="878564"/>
                  </a:lnTo>
                  <a:lnTo>
                    <a:pt x="2042025" y="884785"/>
                  </a:lnTo>
                  <a:lnTo>
                    <a:pt x="2040822" y="889490"/>
                  </a:lnTo>
                  <a:lnTo>
                    <a:pt x="2039569" y="890479"/>
                  </a:lnTo>
                  <a:lnTo>
                    <a:pt x="2041667" y="893323"/>
                  </a:lnTo>
                  <a:lnTo>
                    <a:pt x="2043470" y="895344"/>
                  </a:lnTo>
                  <a:lnTo>
                    <a:pt x="2045795" y="895152"/>
                  </a:lnTo>
                  <a:lnTo>
                    <a:pt x="2048649" y="893007"/>
                  </a:lnTo>
                  <a:lnTo>
                    <a:pt x="2059325" y="898403"/>
                  </a:lnTo>
                  <a:lnTo>
                    <a:pt x="2062334" y="897278"/>
                  </a:lnTo>
                  <a:lnTo>
                    <a:pt x="2066282" y="900050"/>
                  </a:lnTo>
                  <a:lnTo>
                    <a:pt x="2073935" y="898066"/>
                  </a:lnTo>
                  <a:lnTo>
                    <a:pt x="2076261" y="898442"/>
                  </a:lnTo>
                  <a:lnTo>
                    <a:pt x="2080639" y="903934"/>
                  </a:lnTo>
                  <a:lnTo>
                    <a:pt x="2087642" y="909805"/>
                  </a:lnTo>
                  <a:lnTo>
                    <a:pt x="2091165" y="911838"/>
                  </a:lnTo>
                  <a:lnTo>
                    <a:pt x="2091390" y="913741"/>
                  </a:lnTo>
                  <a:lnTo>
                    <a:pt x="2092305" y="915102"/>
                  </a:lnTo>
                  <a:lnTo>
                    <a:pt x="2094163" y="915341"/>
                  </a:lnTo>
                  <a:lnTo>
                    <a:pt x="2096806" y="914352"/>
                  </a:lnTo>
                  <a:lnTo>
                    <a:pt x="2097879" y="912101"/>
                  </a:lnTo>
                  <a:lnTo>
                    <a:pt x="2101041" y="912245"/>
                  </a:lnTo>
                  <a:lnTo>
                    <a:pt x="2107498" y="914013"/>
                  </a:lnTo>
                  <a:lnTo>
                    <a:pt x="2109985" y="916964"/>
                  </a:lnTo>
                  <a:lnTo>
                    <a:pt x="2112639" y="916655"/>
                  </a:lnTo>
                  <a:lnTo>
                    <a:pt x="2120006" y="917835"/>
                  </a:lnTo>
                  <a:lnTo>
                    <a:pt x="2123840" y="921512"/>
                  </a:lnTo>
                  <a:lnTo>
                    <a:pt x="2140996" y="933890"/>
                  </a:lnTo>
                  <a:lnTo>
                    <a:pt x="2143905" y="935176"/>
                  </a:lnTo>
                  <a:lnTo>
                    <a:pt x="2154001" y="937387"/>
                  </a:lnTo>
                  <a:lnTo>
                    <a:pt x="2157985" y="936282"/>
                  </a:lnTo>
                  <a:lnTo>
                    <a:pt x="2160837" y="936670"/>
                  </a:lnTo>
                  <a:lnTo>
                    <a:pt x="2164752" y="938583"/>
                  </a:lnTo>
                  <a:lnTo>
                    <a:pt x="2167049" y="938595"/>
                  </a:lnTo>
                  <a:lnTo>
                    <a:pt x="2169093" y="935563"/>
                  </a:lnTo>
                  <a:lnTo>
                    <a:pt x="2174813" y="935952"/>
                  </a:lnTo>
                  <a:lnTo>
                    <a:pt x="2176424" y="937365"/>
                  </a:lnTo>
                  <a:lnTo>
                    <a:pt x="2183293" y="936408"/>
                  </a:lnTo>
                  <a:lnTo>
                    <a:pt x="2184006" y="935938"/>
                  </a:lnTo>
                  <a:lnTo>
                    <a:pt x="2202277" y="939421"/>
                  </a:lnTo>
                  <a:lnTo>
                    <a:pt x="2210959" y="939751"/>
                  </a:lnTo>
                  <a:lnTo>
                    <a:pt x="2215494" y="941197"/>
                  </a:lnTo>
                  <a:lnTo>
                    <a:pt x="2219945" y="948459"/>
                  </a:lnTo>
                  <a:lnTo>
                    <a:pt x="2226665" y="951287"/>
                  </a:lnTo>
                  <a:lnTo>
                    <a:pt x="2228303" y="953022"/>
                  </a:lnTo>
                  <a:lnTo>
                    <a:pt x="2229812" y="957472"/>
                  </a:lnTo>
                  <a:lnTo>
                    <a:pt x="2234208" y="958318"/>
                  </a:lnTo>
                  <a:lnTo>
                    <a:pt x="2236089" y="957584"/>
                  </a:lnTo>
                  <a:lnTo>
                    <a:pt x="2237714" y="958253"/>
                  </a:lnTo>
                  <a:lnTo>
                    <a:pt x="2239123" y="962125"/>
                  </a:lnTo>
                  <a:lnTo>
                    <a:pt x="2243735" y="963417"/>
                  </a:lnTo>
                  <a:lnTo>
                    <a:pt x="2247738" y="962727"/>
                  </a:lnTo>
                  <a:lnTo>
                    <a:pt x="2248828" y="959077"/>
                  </a:lnTo>
                  <a:lnTo>
                    <a:pt x="2247033" y="954116"/>
                  </a:lnTo>
                  <a:lnTo>
                    <a:pt x="2249892" y="951800"/>
                  </a:lnTo>
                  <a:lnTo>
                    <a:pt x="2254235" y="950828"/>
                  </a:lnTo>
                  <a:lnTo>
                    <a:pt x="2258550" y="947912"/>
                  </a:lnTo>
                  <a:lnTo>
                    <a:pt x="2270223" y="946264"/>
                  </a:lnTo>
                  <a:lnTo>
                    <a:pt x="2272475" y="946190"/>
                  </a:lnTo>
                  <a:lnTo>
                    <a:pt x="2273946" y="947041"/>
                  </a:lnTo>
                  <a:lnTo>
                    <a:pt x="2274416" y="955196"/>
                  </a:lnTo>
                  <a:lnTo>
                    <a:pt x="2273548" y="967582"/>
                  </a:lnTo>
                  <a:lnTo>
                    <a:pt x="2272297" y="977510"/>
                  </a:lnTo>
                  <a:lnTo>
                    <a:pt x="2269683" y="987165"/>
                  </a:lnTo>
                  <a:lnTo>
                    <a:pt x="2242019" y="1045815"/>
                  </a:lnTo>
                  <a:lnTo>
                    <a:pt x="2233784" y="1068203"/>
                  </a:lnTo>
                  <a:lnTo>
                    <a:pt x="2225802" y="1096811"/>
                  </a:lnTo>
                  <a:lnTo>
                    <a:pt x="2219825" y="1123337"/>
                  </a:lnTo>
                  <a:lnTo>
                    <a:pt x="2216466" y="1142418"/>
                  </a:lnTo>
                  <a:lnTo>
                    <a:pt x="2213998" y="1163679"/>
                  </a:lnTo>
                  <a:lnTo>
                    <a:pt x="2211808" y="1208129"/>
                  </a:lnTo>
                  <a:lnTo>
                    <a:pt x="2212516" y="1231977"/>
                  </a:lnTo>
                  <a:lnTo>
                    <a:pt x="2212253" y="1249551"/>
                  </a:lnTo>
                  <a:lnTo>
                    <a:pt x="2210197" y="1286880"/>
                  </a:lnTo>
                  <a:lnTo>
                    <a:pt x="2210551" y="1300675"/>
                  </a:lnTo>
                  <a:lnTo>
                    <a:pt x="2212537" y="1333594"/>
                  </a:lnTo>
                  <a:lnTo>
                    <a:pt x="2212366" y="1350362"/>
                  </a:lnTo>
                  <a:lnTo>
                    <a:pt x="2209998" y="1363802"/>
                  </a:lnTo>
                  <a:lnTo>
                    <a:pt x="2203681" y="1381063"/>
                  </a:lnTo>
                  <a:lnTo>
                    <a:pt x="2202334" y="1395677"/>
                  </a:lnTo>
                  <a:lnTo>
                    <a:pt x="2202972" y="1408039"/>
                  </a:lnTo>
                  <a:lnTo>
                    <a:pt x="2208041" y="1424759"/>
                  </a:lnTo>
                  <a:lnTo>
                    <a:pt x="2212547" y="1432938"/>
                  </a:lnTo>
                  <a:lnTo>
                    <a:pt x="2211486" y="1434627"/>
                  </a:lnTo>
                  <a:lnTo>
                    <a:pt x="2212839" y="1445519"/>
                  </a:lnTo>
                  <a:lnTo>
                    <a:pt x="2216357" y="1456681"/>
                  </a:lnTo>
                  <a:lnTo>
                    <a:pt x="2220055" y="1465085"/>
                  </a:lnTo>
                  <a:lnTo>
                    <a:pt x="2224293" y="1472669"/>
                  </a:lnTo>
                  <a:lnTo>
                    <a:pt x="2235157" y="1488800"/>
                  </a:lnTo>
                  <a:lnTo>
                    <a:pt x="2243922" y="1499115"/>
                  </a:lnTo>
                  <a:lnTo>
                    <a:pt x="2258030" y="1511673"/>
                  </a:lnTo>
                  <a:lnTo>
                    <a:pt x="2268546" y="1519345"/>
                  </a:lnTo>
                  <a:lnTo>
                    <a:pt x="2271161" y="1522225"/>
                  </a:lnTo>
                  <a:lnTo>
                    <a:pt x="2270915" y="1523377"/>
                  </a:lnTo>
                  <a:lnTo>
                    <a:pt x="2270924" y="1529711"/>
                  </a:lnTo>
                  <a:lnTo>
                    <a:pt x="2266067" y="1544405"/>
                  </a:lnTo>
                  <a:lnTo>
                    <a:pt x="2261994" y="1552582"/>
                  </a:lnTo>
                  <a:lnTo>
                    <a:pt x="2260976" y="1558368"/>
                  </a:lnTo>
                  <a:lnTo>
                    <a:pt x="2260943" y="1564598"/>
                  </a:lnTo>
                  <a:lnTo>
                    <a:pt x="2262103" y="1569744"/>
                  </a:lnTo>
                  <a:lnTo>
                    <a:pt x="2268603" y="1583859"/>
                  </a:lnTo>
                  <a:lnTo>
                    <a:pt x="2279741" y="1607586"/>
                  </a:lnTo>
                  <a:lnTo>
                    <a:pt x="2286561" y="1618326"/>
                  </a:lnTo>
                  <a:lnTo>
                    <a:pt x="2287979" y="1622784"/>
                  </a:lnTo>
                  <a:lnTo>
                    <a:pt x="2289657" y="1625323"/>
                  </a:lnTo>
                  <a:lnTo>
                    <a:pt x="2291072" y="1630612"/>
                  </a:lnTo>
                  <a:lnTo>
                    <a:pt x="2291331" y="1635161"/>
                  </a:lnTo>
                  <a:lnTo>
                    <a:pt x="2293142" y="1639031"/>
                  </a:lnTo>
                  <a:lnTo>
                    <a:pt x="2295192" y="1642800"/>
                  </a:lnTo>
                  <a:lnTo>
                    <a:pt x="2299510" y="1648113"/>
                  </a:lnTo>
                  <a:lnTo>
                    <a:pt x="2308992" y="1657768"/>
                  </a:lnTo>
                  <a:lnTo>
                    <a:pt x="2318122" y="1665311"/>
                  </a:lnTo>
                  <a:lnTo>
                    <a:pt x="2326110" y="1675765"/>
                  </a:lnTo>
                  <a:lnTo>
                    <a:pt x="2344021" y="1693291"/>
                  </a:lnTo>
                  <a:lnTo>
                    <a:pt x="2354205" y="1704275"/>
                  </a:lnTo>
                  <a:lnTo>
                    <a:pt x="2371236" y="1723718"/>
                  </a:lnTo>
                  <a:lnTo>
                    <a:pt x="2372624" y="1727915"/>
                  </a:lnTo>
                  <a:lnTo>
                    <a:pt x="2377547" y="1733869"/>
                  </a:lnTo>
                  <a:lnTo>
                    <a:pt x="2387849" y="1745884"/>
                  </a:lnTo>
                  <a:lnTo>
                    <a:pt x="2392805" y="1756337"/>
                  </a:lnTo>
                  <a:lnTo>
                    <a:pt x="2393648" y="1759050"/>
                  </a:lnTo>
                  <a:lnTo>
                    <a:pt x="2393465" y="1762085"/>
                  </a:lnTo>
                  <a:lnTo>
                    <a:pt x="2398064" y="1780117"/>
                  </a:lnTo>
                  <a:lnTo>
                    <a:pt x="2400081" y="1783919"/>
                  </a:lnTo>
                  <a:lnTo>
                    <a:pt x="2404084" y="1788927"/>
                  </a:lnTo>
                  <a:lnTo>
                    <a:pt x="2406248" y="1791026"/>
                  </a:lnTo>
                  <a:lnTo>
                    <a:pt x="2406926" y="1793379"/>
                  </a:lnTo>
                  <a:lnTo>
                    <a:pt x="2405648" y="1794742"/>
                  </a:lnTo>
                  <a:lnTo>
                    <a:pt x="2405551" y="1799796"/>
                  </a:lnTo>
                  <a:lnTo>
                    <a:pt x="2407646" y="1805126"/>
                  </a:lnTo>
                  <a:lnTo>
                    <a:pt x="2407216" y="1807292"/>
                  </a:lnTo>
                  <a:lnTo>
                    <a:pt x="2408642" y="1810634"/>
                  </a:lnTo>
                  <a:lnTo>
                    <a:pt x="2413390" y="1815654"/>
                  </a:lnTo>
                  <a:lnTo>
                    <a:pt x="2418801" y="1818832"/>
                  </a:lnTo>
                  <a:lnTo>
                    <a:pt x="2423003" y="1820555"/>
                  </a:lnTo>
                  <a:lnTo>
                    <a:pt x="2430392" y="1825869"/>
                  </a:lnTo>
                  <a:lnTo>
                    <a:pt x="2429867" y="1826765"/>
                  </a:lnTo>
                  <a:lnTo>
                    <a:pt x="2432164" y="1830593"/>
                  </a:lnTo>
                  <a:lnTo>
                    <a:pt x="2435464" y="1833109"/>
                  </a:lnTo>
                  <a:lnTo>
                    <a:pt x="2434039" y="1836296"/>
                  </a:lnTo>
                  <a:lnTo>
                    <a:pt x="2435012" y="1839596"/>
                  </a:lnTo>
                  <a:lnTo>
                    <a:pt x="2436388" y="1842096"/>
                  </a:lnTo>
                  <a:lnTo>
                    <a:pt x="2440615" y="1844587"/>
                  </a:lnTo>
                  <a:lnTo>
                    <a:pt x="2445418" y="1845230"/>
                  </a:lnTo>
                  <a:lnTo>
                    <a:pt x="2449673" y="1844021"/>
                  </a:lnTo>
                  <a:lnTo>
                    <a:pt x="2451043" y="1845053"/>
                  </a:lnTo>
                  <a:lnTo>
                    <a:pt x="2453059" y="1857172"/>
                  </a:lnTo>
                  <a:lnTo>
                    <a:pt x="2455769" y="1864644"/>
                  </a:lnTo>
                  <a:lnTo>
                    <a:pt x="2459713" y="1869214"/>
                  </a:lnTo>
                  <a:lnTo>
                    <a:pt x="2464654" y="1872965"/>
                  </a:lnTo>
                  <a:lnTo>
                    <a:pt x="2473196" y="1876657"/>
                  </a:lnTo>
                  <a:lnTo>
                    <a:pt x="2481175" y="1878853"/>
                  </a:lnTo>
                  <a:lnTo>
                    <a:pt x="2484087" y="1881336"/>
                  </a:lnTo>
                  <a:lnTo>
                    <a:pt x="2490789" y="1884356"/>
                  </a:lnTo>
                  <a:lnTo>
                    <a:pt x="2499067" y="1886449"/>
                  </a:lnTo>
                  <a:lnTo>
                    <a:pt x="2508770" y="1887339"/>
                  </a:lnTo>
                  <a:lnTo>
                    <a:pt x="2519827" y="1887355"/>
                  </a:lnTo>
                  <a:lnTo>
                    <a:pt x="2538522" y="1885914"/>
                  </a:lnTo>
                  <a:lnTo>
                    <a:pt x="2543278" y="1887188"/>
                  </a:lnTo>
                  <a:lnTo>
                    <a:pt x="2551579" y="1886986"/>
                  </a:lnTo>
                  <a:lnTo>
                    <a:pt x="2556353" y="1889600"/>
                  </a:lnTo>
                  <a:lnTo>
                    <a:pt x="2568988" y="1899649"/>
                  </a:lnTo>
                  <a:lnTo>
                    <a:pt x="2569111" y="1901961"/>
                  </a:lnTo>
                  <a:lnTo>
                    <a:pt x="2574005" y="1904163"/>
                  </a:lnTo>
                  <a:lnTo>
                    <a:pt x="2581610" y="1905506"/>
                  </a:lnTo>
                  <a:lnTo>
                    <a:pt x="2588192" y="1905408"/>
                  </a:lnTo>
                  <a:lnTo>
                    <a:pt x="2598527" y="1906239"/>
                  </a:lnTo>
                  <a:lnTo>
                    <a:pt x="2602168" y="1910113"/>
                  </a:lnTo>
                  <a:lnTo>
                    <a:pt x="2604484" y="1917696"/>
                  </a:lnTo>
                  <a:lnTo>
                    <a:pt x="2609376" y="1924559"/>
                  </a:lnTo>
                  <a:lnTo>
                    <a:pt x="2616473" y="1929995"/>
                  </a:lnTo>
                  <a:lnTo>
                    <a:pt x="2624029" y="1939696"/>
                  </a:lnTo>
                  <a:lnTo>
                    <a:pt x="2626937" y="1948692"/>
                  </a:lnTo>
                  <a:lnTo>
                    <a:pt x="2628318" y="1950131"/>
                  </a:lnTo>
                  <a:lnTo>
                    <a:pt x="2635804" y="1954003"/>
                  </a:lnTo>
                  <a:lnTo>
                    <a:pt x="2644018" y="1954940"/>
                  </a:lnTo>
                  <a:lnTo>
                    <a:pt x="2658910" y="1952407"/>
                  </a:lnTo>
                  <a:lnTo>
                    <a:pt x="2673160" y="1948478"/>
                  </a:lnTo>
                  <a:lnTo>
                    <a:pt x="2686789" y="1944464"/>
                  </a:lnTo>
                  <a:lnTo>
                    <a:pt x="2760952" y="1914513"/>
                  </a:lnTo>
                  <a:lnTo>
                    <a:pt x="2776814" y="1910268"/>
                  </a:lnTo>
                  <a:lnTo>
                    <a:pt x="2814463" y="1906704"/>
                  </a:lnTo>
                  <a:lnTo>
                    <a:pt x="2820304" y="1907625"/>
                  </a:lnTo>
                  <a:lnTo>
                    <a:pt x="2828092" y="1907254"/>
                  </a:lnTo>
                  <a:lnTo>
                    <a:pt x="2835790" y="1906066"/>
                  </a:lnTo>
                  <a:lnTo>
                    <a:pt x="2842755" y="1903799"/>
                  </a:lnTo>
                  <a:lnTo>
                    <a:pt x="2849972" y="1899800"/>
                  </a:lnTo>
                  <a:lnTo>
                    <a:pt x="2855553" y="1894746"/>
                  </a:lnTo>
                  <a:lnTo>
                    <a:pt x="2860317" y="1888533"/>
                  </a:lnTo>
                  <a:lnTo>
                    <a:pt x="2862520" y="1884326"/>
                  </a:lnTo>
                  <a:lnTo>
                    <a:pt x="2866177" y="1881238"/>
                  </a:lnTo>
                  <a:lnTo>
                    <a:pt x="2883614" y="1877193"/>
                  </a:lnTo>
                  <a:lnTo>
                    <a:pt x="2891250" y="1874374"/>
                  </a:lnTo>
                  <a:lnTo>
                    <a:pt x="2904205" y="1871048"/>
                  </a:lnTo>
                  <a:lnTo>
                    <a:pt x="2952369" y="1863829"/>
                  </a:lnTo>
                  <a:lnTo>
                    <a:pt x="2955552" y="1864456"/>
                  </a:lnTo>
                  <a:lnTo>
                    <a:pt x="2962384" y="1872237"/>
                  </a:lnTo>
                  <a:lnTo>
                    <a:pt x="2968067" y="1874144"/>
                  </a:lnTo>
                  <a:lnTo>
                    <a:pt x="2971753" y="1871569"/>
                  </a:lnTo>
                  <a:lnTo>
                    <a:pt x="2968206" y="1869062"/>
                  </a:lnTo>
                  <a:lnTo>
                    <a:pt x="2969469" y="1867268"/>
                  </a:lnTo>
                  <a:lnTo>
                    <a:pt x="2975427" y="1866447"/>
                  </a:lnTo>
                  <a:lnTo>
                    <a:pt x="2981576" y="1864433"/>
                  </a:lnTo>
                  <a:lnTo>
                    <a:pt x="2994082" y="1856439"/>
                  </a:lnTo>
                  <a:lnTo>
                    <a:pt x="3003942" y="1851428"/>
                  </a:lnTo>
                  <a:lnTo>
                    <a:pt x="3007570" y="1850710"/>
                  </a:lnTo>
                  <a:lnTo>
                    <a:pt x="3010871" y="1848247"/>
                  </a:lnTo>
                  <a:lnTo>
                    <a:pt x="3016772" y="1841935"/>
                  </a:lnTo>
                  <a:lnTo>
                    <a:pt x="3023247" y="1833311"/>
                  </a:lnTo>
                  <a:lnTo>
                    <a:pt x="3030841" y="1827953"/>
                  </a:lnTo>
                  <a:lnTo>
                    <a:pt x="3048291" y="1818056"/>
                  </a:lnTo>
                  <a:lnTo>
                    <a:pt x="3056141" y="1812459"/>
                  </a:lnTo>
                  <a:lnTo>
                    <a:pt x="3056885" y="1810790"/>
                  </a:lnTo>
                  <a:lnTo>
                    <a:pt x="3060466" y="1807395"/>
                  </a:lnTo>
                  <a:lnTo>
                    <a:pt x="3080830" y="1791444"/>
                  </a:lnTo>
                  <a:lnTo>
                    <a:pt x="3097274" y="1774022"/>
                  </a:lnTo>
                  <a:lnTo>
                    <a:pt x="3102004" y="1765865"/>
                  </a:lnTo>
                  <a:lnTo>
                    <a:pt x="3101259" y="1760359"/>
                  </a:lnTo>
                  <a:lnTo>
                    <a:pt x="3102695" y="1755201"/>
                  </a:lnTo>
                  <a:lnTo>
                    <a:pt x="3102876" y="1747274"/>
                  </a:lnTo>
                  <a:lnTo>
                    <a:pt x="3101876" y="1745387"/>
                  </a:lnTo>
                  <a:lnTo>
                    <a:pt x="3101768" y="1738292"/>
                  </a:lnTo>
                  <a:lnTo>
                    <a:pt x="3103410" y="1733714"/>
                  </a:lnTo>
                  <a:lnTo>
                    <a:pt x="3103726" y="1729857"/>
                  </a:lnTo>
                  <a:lnTo>
                    <a:pt x="3100976" y="1727017"/>
                  </a:lnTo>
                  <a:lnTo>
                    <a:pt x="3100415" y="1724978"/>
                  </a:lnTo>
                  <a:lnTo>
                    <a:pt x="3104845" y="1718117"/>
                  </a:lnTo>
                  <a:lnTo>
                    <a:pt x="3105478" y="1712945"/>
                  </a:lnTo>
                  <a:lnTo>
                    <a:pt x="3109829" y="1708026"/>
                  </a:lnTo>
                  <a:lnTo>
                    <a:pt x="3123396" y="1697051"/>
                  </a:lnTo>
                  <a:lnTo>
                    <a:pt x="3129854" y="1684602"/>
                  </a:lnTo>
                  <a:lnTo>
                    <a:pt x="3126849" y="1681532"/>
                  </a:lnTo>
                  <a:lnTo>
                    <a:pt x="3126584" y="1680136"/>
                  </a:lnTo>
                  <a:lnTo>
                    <a:pt x="3127587" y="1679164"/>
                  </a:lnTo>
                  <a:lnTo>
                    <a:pt x="3127372" y="1678475"/>
                  </a:lnTo>
                  <a:lnTo>
                    <a:pt x="3123361" y="1671768"/>
                  </a:lnTo>
                  <a:lnTo>
                    <a:pt x="3124347" y="1664819"/>
                  </a:lnTo>
                  <a:lnTo>
                    <a:pt x="3122798" y="1661099"/>
                  </a:lnTo>
                  <a:lnTo>
                    <a:pt x="3121832" y="1658852"/>
                  </a:lnTo>
                  <a:lnTo>
                    <a:pt x="3122554" y="1657493"/>
                  </a:lnTo>
                  <a:lnTo>
                    <a:pt x="3122906" y="1652117"/>
                  </a:lnTo>
                  <a:lnTo>
                    <a:pt x="3122093" y="1651058"/>
                  </a:lnTo>
                  <a:lnTo>
                    <a:pt x="3120781" y="1637819"/>
                  </a:lnTo>
                  <a:lnTo>
                    <a:pt x="3120982" y="1630519"/>
                  </a:lnTo>
                  <a:lnTo>
                    <a:pt x="3117664" y="1618155"/>
                  </a:lnTo>
                  <a:lnTo>
                    <a:pt x="3117405" y="1614800"/>
                  </a:lnTo>
                  <a:lnTo>
                    <a:pt x="3122704" y="1595534"/>
                  </a:lnTo>
                  <a:lnTo>
                    <a:pt x="3122253" y="1585465"/>
                  </a:lnTo>
                  <a:lnTo>
                    <a:pt x="3126203" y="1578401"/>
                  </a:lnTo>
                  <a:lnTo>
                    <a:pt x="3126210" y="1577446"/>
                  </a:lnTo>
                  <a:lnTo>
                    <a:pt x="3125267" y="1577002"/>
                  </a:lnTo>
                  <a:lnTo>
                    <a:pt x="3124705" y="1573389"/>
                  </a:lnTo>
                  <a:lnTo>
                    <a:pt x="3125748" y="1568226"/>
                  </a:lnTo>
                  <a:lnTo>
                    <a:pt x="3128946" y="1553857"/>
                  </a:lnTo>
                  <a:lnTo>
                    <a:pt x="3132098" y="1546957"/>
                  </a:lnTo>
                  <a:lnTo>
                    <a:pt x="3135245" y="1543612"/>
                  </a:lnTo>
                  <a:lnTo>
                    <a:pt x="3148252" y="1534069"/>
                  </a:lnTo>
                  <a:lnTo>
                    <a:pt x="3160446" y="1524775"/>
                  </a:lnTo>
                  <a:lnTo>
                    <a:pt x="3172222" y="1521071"/>
                  </a:lnTo>
                  <a:lnTo>
                    <a:pt x="3183718" y="1512747"/>
                  </a:lnTo>
                  <a:lnTo>
                    <a:pt x="3187680" y="1511097"/>
                  </a:lnTo>
                  <a:lnTo>
                    <a:pt x="3211573" y="1502955"/>
                  </a:lnTo>
                  <a:lnTo>
                    <a:pt x="3232937" y="1497279"/>
                  </a:lnTo>
                  <a:lnTo>
                    <a:pt x="3237077" y="1496309"/>
                  </a:lnTo>
                  <a:lnTo>
                    <a:pt x="3252854" y="1492761"/>
                  </a:lnTo>
                  <a:lnTo>
                    <a:pt x="3264588" y="1490457"/>
                  </a:lnTo>
                  <a:lnTo>
                    <a:pt x="3272804" y="1488833"/>
                  </a:lnTo>
                  <a:lnTo>
                    <a:pt x="3279127" y="1487790"/>
                  </a:lnTo>
                  <a:lnTo>
                    <a:pt x="3283616" y="1486200"/>
                  </a:lnTo>
                  <a:lnTo>
                    <a:pt x="3295292" y="1483256"/>
                  </a:lnTo>
                  <a:lnTo>
                    <a:pt x="3311233" y="1479554"/>
                  </a:lnTo>
                  <a:lnTo>
                    <a:pt x="3316207" y="1476325"/>
                  </a:lnTo>
                  <a:lnTo>
                    <a:pt x="3323286" y="1474203"/>
                  </a:lnTo>
                  <a:lnTo>
                    <a:pt x="3327860" y="1471209"/>
                  </a:lnTo>
                  <a:lnTo>
                    <a:pt x="3336800" y="1461070"/>
                  </a:lnTo>
                  <a:lnTo>
                    <a:pt x="3345521" y="1458437"/>
                  </a:lnTo>
                  <a:lnTo>
                    <a:pt x="3347261" y="1458548"/>
                  </a:lnTo>
                  <a:lnTo>
                    <a:pt x="3350864" y="1457006"/>
                  </a:lnTo>
                  <a:lnTo>
                    <a:pt x="3363450" y="1452739"/>
                  </a:lnTo>
                  <a:lnTo>
                    <a:pt x="3367903" y="1452528"/>
                  </a:lnTo>
                  <a:lnTo>
                    <a:pt x="3373071" y="1453747"/>
                  </a:lnTo>
                  <a:lnTo>
                    <a:pt x="3378775" y="1452515"/>
                  </a:lnTo>
                  <a:lnTo>
                    <a:pt x="3381800" y="1451317"/>
                  </a:lnTo>
                  <a:lnTo>
                    <a:pt x="3382466" y="1449773"/>
                  </a:lnTo>
                  <a:lnTo>
                    <a:pt x="3388111" y="1445352"/>
                  </a:lnTo>
                  <a:lnTo>
                    <a:pt x="3391376" y="1442939"/>
                  </a:lnTo>
                  <a:lnTo>
                    <a:pt x="3394552" y="1441942"/>
                  </a:lnTo>
                  <a:lnTo>
                    <a:pt x="3405515" y="1442694"/>
                  </a:lnTo>
                  <a:lnTo>
                    <a:pt x="3415570" y="1441872"/>
                  </a:lnTo>
                  <a:lnTo>
                    <a:pt x="3428425" y="1445602"/>
                  </a:lnTo>
                  <a:lnTo>
                    <a:pt x="3445310" y="1449754"/>
                  </a:lnTo>
                  <a:lnTo>
                    <a:pt x="3469333" y="1452264"/>
                  </a:lnTo>
                  <a:lnTo>
                    <a:pt x="3475118" y="1452369"/>
                  </a:lnTo>
                  <a:lnTo>
                    <a:pt x="3480043" y="1454532"/>
                  </a:lnTo>
                  <a:lnTo>
                    <a:pt x="3485859" y="1454907"/>
                  </a:lnTo>
                  <a:lnTo>
                    <a:pt x="3493749" y="1457409"/>
                  </a:lnTo>
                  <a:lnTo>
                    <a:pt x="3502193" y="1455732"/>
                  </a:lnTo>
                  <a:lnTo>
                    <a:pt x="3507544" y="1456226"/>
                  </a:lnTo>
                  <a:lnTo>
                    <a:pt x="3518753" y="1451238"/>
                  </a:lnTo>
                  <a:lnTo>
                    <a:pt x="3520985" y="1449543"/>
                  </a:lnTo>
                  <a:lnTo>
                    <a:pt x="3521195" y="1442313"/>
                  </a:lnTo>
                  <a:lnTo>
                    <a:pt x="3520901" y="1439495"/>
                  </a:lnTo>
                  <a:lnTo>
                    <a:pt x="3518004" y="1438879"/>
                  </a:lnTo>
                  <a:lnTo>
                    <a:pt x="3520479" y="1435456"/>
                  </a:lnTo>
                  <a:lnTo>
                    <a:pt x="3522769" y="1433709"/>
                  </a:lnTo>
                  <a:lnTo>
                    <a:pt x="3533970" y="1439435"/>
                  </a:lnTo>
                  <a:lnTo>
                    <a:pt x="3536977" y="1441884"/>
                  </a:lnTo>
                  <a:lnTo>
                    <a:pt x="3537644" y="1439801"/>
                  </a:lnTo>
                  <a:lnTo>
                    <a:pt x="3535061" y="1438498"/>
                  </a:lnTo>
                  <a:lnTo>
                    <a:pt x="3534160" y="1438847"/>
                  </a:lnTo>
                  <a:lnTo>
                    <a:pt x="3534620" y="1435876"/>
                  </a:lnTo>
                  <a:lnTo>
                    <a:pt x="3540053" y="1441740"/>
                  </a:lnTo>
                  <a:lnTo>
                    <a:pt x="3540819" y="1444668"/>
                  </a:lnTo>
                  <a:lnTo>
                    <a:pt x="3545144" y="1451017"/>
                  </a:lnTo>
                  <a:lnTo>
                    <a:pt x="3549580" y="1455376"/>
                  </a:lnTo>
                  <a:lnTo>
                    <a:pt x="3555990" y="1474155"/>
                  </a:lnTo>
                  <a:lnTo>
                    <a:pt x="3559507" y="1475346"/>
                  </a:lnTo>
                  <a:lnTo>
                    <a:pt x="3558203" y="1471742"/>
                  </a:lnTo>
                  <a:lnTo>
                    <a:pt x="3558772" y="1465939"/>
                  </a:lnTo>
                  <a:lnTo>
                    <a:pt x="3560984" y="1464412"/>
                  </a:lnTo>
                  <a:lnTo>
                    <a:pt x="3561920" y="1462128"/>
                  </a:lnTo>
                  <a:lnTo>
                    <a:pt x="3561315" y="1459142"/>
                  </a:lnTo>
                  <a:lnTo>
                    <a:pt x="3556625" y="1453384"/>
                  </a:lnTo>
                  <a:lnTo>
                    <a:pt x="3557241" y="1452384"/>
                  </a:lnTo>
                  <a:lnTo>
                    <a:pt x="3560553" y="1453064"/>
                  </a:lnTo>
                  <a:lnTo>
                    <a:pt x="3561606" y="1456050"/>
                  </a:lnTo>
                  <a:lnTo>
                    <a:pt x="3562136" y="1461673"/>
                  </a:lnTo>
                  <a:lnTo>
                    <a:pt x="3559891" y="1470131"/>
                  </a:lnTo>
                  <a:lnTo>
                    <a:pt x="3562324" y="1475744"/>
                  </a:lnTo>
                  <a:lnTo>
                    <a:pt x="3562593" y="1479240"/>
                  </a:lnTo>
                  <a:lnTo>
                    <a:pt x="3562382" y="1483360"/>
                  </a:lnTo>
                  <a:lnTo>
                    <a:pt x="3563391" y="1485969"/>
                  </a:lnTo>
                  <a:lnTo>
                    <a:pt x="3565039" y="1487485"/>
                  </a:lnTo>
                  <a:lnTo>
                    <a:pt x="3568491" y="1488525"/>
                  </a:lnTo>
                  <a:lnTo>
                    <a:pt x="3569945" y="1489979"/>
                  </a:lnTo>
                  <a:lnTo>
                    <a:pt x="3567335" y="1500170"/>
                  </a:lnTo>
                  <a:lnTo>
                    <a:pt x="3563849" y="1503998"/>
                  </a:lnTo>
                  <a:lnTo>
                    <a:pt x="3562027" y="1515727"/>
                  </a:lnTo>
                  <a:lnTo>
                    <a:pt x="3561385" y="1519844"/>
                  </a:lnTo>
                  <a:lnTo>
                    <a:pt x="3558707" y="1527704"/>
                  </a:lnTo>
                  <a:lnTo>
                    <a:pt x="3553606" y="1533536"/>
                  </a:lnTo>
                  <a:lnTo>
                    <a:pt x="3549125" y="1541830"/>
                  </a:lnTo>
                  <a:lnTo>
                    <a:pt x="3549543" y="1544120"/>
                  </a:lnTo>
                  <a:lnTo>
                    <a:pt x="3543254" y="1549967"/>
                  </a:lnTo>
                  <a:lnTo>
                    <a:pt x="3534780" y="1563506"/>
                  </a:lnTo>
                  <a:lnTo>
                    <a:pt x="3532287" y="1566090"/>
                  </a:lnTo>
                  <a:lnTo>
                    <a:pt x="3531685" y="1566994"/>
                  </a:lnTo>
                  <a:lnTo>
                    <a:pt x="3531323" y="1567318"/>
                  </a:lnTo>
                  <a:lnTo>
                    <a:pt x="3529732" y="1568291"/>
                  </a:lnTo>
                  <a:lnTo>
                    <a:pt x="3527129" y="1571848"/>
                  </a:lnTo>
                  <a:lnTo>
                    <a:pt x="3519740" y="1577899"/>
                  </a:lnTo>
                  <a:lnTo>
                    <a:pt x="3517356" y="1580761"/>
                  </a:lnTo>
                  <a:lnTo>
                    <a:pt x="3512022" y="1590134"/>
                  </a:lnTo>
                  <a:lnTo>
                    <a:pt x="3509968" y="1593516"/>
                  </a:lnTo>
                  <a:lnTo>
                    <a:pt x="3506912" y="1601357"/>
                  </a:lnTo>
                  <a:lnTo>
                    <a:pt x="3507277" y="1602263"/>
                  </a:lnTo>
                  <a:lnTo>
                    <a:pt x="3506801" y="1603251"/>
                  </a:lnTo>
                  <a:lnTo>
                    <a:pt x="3506910" y="1603714"/>
                  </a:lnTo>
                  <a:lnTo>
                    <a:pt x="3506221" y="1606008"/>
                  </a:lnTo>
                  <a:lnTo>
                    <a:pt x="3499752" y="1615715"/>
                  </a:lnTo>
                  <a:lnTo>
                    <a:pt x="3496846" y="1624771"/>
                  </a:lnTo>
                  <a:lnTo>
                    <a:pt x="3495307" y="1632469"/>
                  </a:lnTo>
                  <a:lnTo>
                    <a:pt x="3495008" y="1635970"/>
                  </a:lnTo>
                  <a:lnTo>
                    <a:pt x="3496208" y="1645846"/>
                  </a:lnTo>
                  <a:lnTo>
                    <a:pt x="3500055" y="1654278"/>
                  </a:lnTo>
                  <a:lnTo>
                    <a:pt x="3502172" y="1654881"/>
                  </a:lnTo>
                  <a:lnTo>
                    <a:pt x="3503478" y="1660286"/>
                  </a:lnTo>
                  <a:lnTo>
                    <a:pt x="3501556" y="1666989"/>
                  </a:lnTo>
                  <a:lnTo>
                    <a:pt x="3499587" y="1668198"/>
                  </a:lnTo>
                  <a:lnTo>
                    <a:pt x="3498970" y="1669551"/>
                  </a:lnTo>
                  <a:lnTo>
                    <a:pt x="3498781" y="1671540"/>
                  </a:lnTo>
                  <a:lnTo>
                    <a:pt x="3500092" y="1674020"/>
                  </a:lnTo>
                  <a:lnTo>
                    <a:pt x="3499098" y="1674946"/>
                  </a:lnTo>
                  <a:lnTo>
                    <a:pt x="3497798" y="1673794"/>
                  </a:lnTo>
                  <a:lnTo>
                    <a:pt x="3498509" y="1667825"/>
                  </a:lnTo>
                  <a:lnTo>
                    <a:pt x="3499111" y="1667077"/>
                  </a:lnTo>
                  <a:lnTo>
                    <a:pt x="3501389" y="1666834"/>
                  </a:lnTo>
                  <a:lnTo>
                    <a:pt x="3503283" y="1659879"/>
                  </a:lnTo>
                  <a:lnTo>
                    <a:pt x="3502436" y="1656572"/>
                  </a:lnTo>
                  <a:lnTo>
                    <a:pt x="3499338" y="1653685"/>
                  </a:lnTo>
                  <a:lnTo>
                    <a:pt x="3497542" y="1653138"/>
                  </a:lnTo>
                  <a:lnTo>
                    <a:pt x="3500659" y="1660470"/>
                  </a:lnTo>
                  <a:lnTo>
                    <a:pt x="3495860" y="1671335"/>
                  </a:lnTo>
                  <a:lnTo>
                    <a:pt x="3494110" y="1672584"/>
                  </a:lnTo>
                  <a:lnTo>
                    <a:pt x="3490422" y="1673385"/>
                  </a:lnTo>
                  <a:lnTo>
                    <a:pt x="3489098" y="1671839"/>
                  </a:lnTo>
                  <a:lnTo>
                    <a:pt x="3486366" y="1674516"/>
                  </a:lnTo>
                  <a:lnTo>
                    <a:pt x="3479780" y="1688657"/>
                  </a:lnTo>
                  <a:lnTo>
                    <a:pt x="3479036" y="1693747"/>
                  </a:lnTo>
                  <a:lnTo>
                    <a:pt x="3477668" y="1698402"/>
                  </a:lnTo>
                  <a:lnTo>
                    <a:pt x="3476134" y="1698608"/>
                  </a:lnTo>
                  <a:lnTo>
                    <a:pt x="3475275" y="1697223"/>
                  </a:lnTo>
                  <a:lnTo>
                    <a:pt x="3476762" y="1697172"/>
                  </a:lnTo>
                  <a:lnTo>
                    <a:pt x="3478294" y="1695770"/>
                  </a:lnTo>
                  <a:lnTo>
                    <a:pt x="3478966" y="1689092"/>
                  </a:lnTo>
                  <a:lnTo>
                    <a:pt x="3473613" y="1690192"/>
                  </a:lnTo>
                  <a:lnTo>
                    <a:pt x="3467992" y="1692720"/>
                  </a:lnTo>
                  <a:lnTo>
                    <a:pt x="3467932" y="1701584"/>
                  </a:lnTo>
                  <a:lnTo>
                    <a:pt x="3474330" y="1707360"/>
                  </a:lnTo>
                  <a:lnTo>
                    <a:pt x="3476679" y="1706100"/>
                  </a:lnTo>
                  <a:lnTo>
                    <a:pt x="3477252" y="1705292"/>
                  </a:lnTo>
                  <a:lnTo>
                    <a:pt x="3476679" y="1705085"/>
                  </a:lnTo>
                  <a:lnTo>
                    <a:pt x="3475203" y="1705784"/>
                  </a:lnTo>
                  <a:lnTo>
                    <a:pt x="3477133" y="1704570"/>
                  </a:lnTo>
                  <a:lnTo>
                    <a:pt x="3479262" y="1709627"/>
                  </a:lnTo>
                  <a:lnTo>
                    <a:pt x="3479327" y="1710712"/>
                  </a:lnTo>
                  <a:lnTo>
                    <a:pt x="3478262" y="1711097"/>
                  </a:lnTo>
                  <a:lnTo>
                    <a:pt x="3478571" y="1712584"/>
                  </a:lnTo>
                  <a:lnTo>
                    <a:pt x="3480208" y="1713383"/>
                  </a:lnTo>
                  <a:lnTo>
                    <a:pt x="3481233" y="1712625"/>
                  </a:lnTo>
                  <a:lnTo>
                    <a:pt x="3483167" y="1707855"/>
                  </a:lnTo>
                  <a:lnTo>
                    <a:pt x="3485055" y="1705963"/>
                  </a:lnTo>
                  <a:lnTo>
                    <a:pt x="3492290" y="1703778"/>
                  </a:lnTo>
                  <a:lnTo>
                    <a:pt x="3494446" y="1704101"/>
                  </a:lnTo>
                  <a:lnTo>
                    <a:pt x="3501001" y="1699718"/>
                  </a:lnTo>
                  <a:lnTo>
                    <a:pt x="3504630" y="1698280"/>
                  </a:lnTo>
                  <a:lnTo>
                    <a:pt x="3503920" y="1692336"/>
                  </a:lnTo>
                  <a:lnTo>
                    <a:pt x="3509746" y="1697447"/>
                  </a:lnTo>
                  <a:lnTo>
                    <a:pt x="3508770" y="1710701"/>
                  </a:lnTo>
                  <a:lnTo>
                    <a:pt x="3507809" y="1714073"/>
                  </a:lnTo>
                  <a:lnTo>
                    <a:pt x="3504234" y="1718246"/>
                  </a:lnTo>
                  <a:lnTo>
                    <a:pt x="3501778" y="1719616"/>
                  </a:lnTo>
                  <a:lnTo>
                    <a:pt x="3498128" y="1725415"/>
                  </a:lnTo>
                  <a:lnTo>
                    <a:pt x="3494137" y="1726293"/>
                  </a:lnTo>
                  <a:lnTo>
                    <a:pt x="3493332" y="1726083"/>
                  </a:lnTo>
                  <a:lnTo>
                    <a:pt x="3494704" y="1726086"/>
                  </a:lnTo>
                  <a:lnTo>
                    <a:pt x="3496193" y="1724866"/>
                  </a:lnTo>
                  <a:lnTo>
                    <a:pt x="3496437" y="1721222"/>
                  </a:lnTo>
                  <a:lnTo>
                    <a:pt x="3495000" y="1721454"/>
                  </a:lnTo>
                  <a:lnTo>
                    <a:pt x="3484755" y="1729645"/>
                  </a:lnTo>
                  <a:lnTo>
                    <a:pt x="3482250" y="1740796"/>
                  </a:lnTo>
                  <a:lnTo>
                    <a:pt x="3483232" y="1741845"/>
                  </a:lnTo>
                  <a:lnTo>
                    <a:pt x="3483104" y="1744681"/>
                  </a:lnTo>
                  <a:lnTo>
                    <a:pt x="3480261" y="1748388"/>
                  </a:lnTo>
                  <a:lnTo>
                    <a:pt x="3482442" y="1753550"/>
                  </a:lnTo>
                  <a:lnTo>
                    <a:pt x="3487288" y="1755205"/>
                  </a:lnTo>
                  <a:lnTo>
                    <a:pt x="3492521" y="1745656"/>
                  </a:lnTo>
                  <a:lnTo>
                    <a:pt x="3493324" y="1742446"/>
                  </a:lnTo>
                  <a:lnTo>
                    <a:pt x="3491003" y="1745958"/>
                  </a:lnTo>
                  <a:lnTo>
                    <a:pt x="3489478" y="1746755"/>
                  </a:lnTo>
                  <a:lnTo>
                    <a:pt x="3495896" y="1738679"/>
                  </a:lnTo>
                  <a:lnTo>
                    <a:pt x="3502127" y="1734377"/>
                  </a:lnTo>
                  <a:lnTo>
                    <a:pt x="3506044" y="1733948"/>
                  </a:lnTo>
                  <a:lnTo>
                    <a:pt x="3509094" y="1735354"/>
                  </a:lnTo>
                  <a:lnTo>
                    <a:pt x="3504370" y="1742529"/>
                  </a:lnTo>
                  <a:lnTo>
                    <a:pt x="3500081" y="1747390"/>
                  </a:lnTo>
                  <a:lnTo>
                    <a:pt x="3498986" y="1751111"/>
                  </a:lnTo>
                  <a:lnTo>
                    <a:pt x="3498777" y="1761850"/>
                  </a:lnTo>
                  <a:lnTo>
                    <a:pt x="3498882" y="1767769"/>
                  </a:lnTo>
                  <a:lnTo>
                    <a:pt x="3497446" y="1769376"/>
                  </a:lnTo>
                  <a:lnTo>
                    <a:pt x="3492848" y="1783042"/>
                  </a:lnTo>
                  <a:lnTo>
                    <a:pt x="3491172" y="1787977"/>
                  </a:lnTo>
                  <a:lnTo>
                    <a:pt x="3488565" y="1801998"/>
                  </a:lnTo>
                  <a:lnTo>
                    <a:pt x="3488344" y="1810722"/>
                  </a:lnTo>
                  <a:lnTo>
                    <a:pt x="3484022" y="1817241"/>
                  </a:lnTo>
                  <a:lnTo>
                    <a:pt x="3482888" y="1822842"/>
                  </a:lnTo>
                  <a:lnTo>
                    <a:pt x="3482630" y="1838899"/>
                  </a:lnTo>
                  <a:lnTo>
                    <a:pt x="3480548" y="1845680"/>
                  </a:lnTo>
                  <a:lnTo>
                    <a:pt x="3481133" y="1856838"/>
                  </a:lnTo>
                  <a:lnTo>
                    <a:pt x="3478711" y="1860860"/>
                  </a:lnTo>
                  <a:lnTo>
                    <a:pt x="3474741" y="1870920"/>
                  </a:lnTo>
                  <a:lnTo>
                    <a:pt x="3474095" y="1886971"/>
                  </a:lnTo>
                  <a:lnTo>
                    <a:pt x="3472861" y="1888175"/>
                  </a:lnTo>
                  <a:lnTo>
                    <a:pt x="3472266" y="1887108"/>
                  </a:lnTo>
                  <a:lnTo>
                    <a:pt x="3471371" y="1887407"/>
                  </a:lnTo>
                  <a:lnTo>
                    <a:pt x="3467593" y="1893796"/>
                  </a:lnTo>
                  <a:lnTo>
                    <a:pt x="3464488" y="1891784"/>
                  </a:lnTo>
                  <a:lnTo>
                    <a:pt x="3451374" y="1893054"/>
                  </a:lnTo>
                  <a:lnTo>
                    <a:pt x="3448114" y="1859775"/>
                  </a:lnTo>
                  <a:lnTo>
                    <a:pt x="3420731" y="1862330"/>
                  </a:lnTo>
                  <a:lnTo>
                    <a:pt x="3419950" y="1854812"/>
                  </a:lnTo>
                  <a:lnTo>
                    <a:pt x="3412277" y="1853946"/>
                  </a:lnTo>
                  <a:lnTo>
                    <a:pt x="3402757" y="1855327"/>
                  </a:lnTo>
                  <a:lnTo>
                    <a:pt x="3391435" y="1854681"/>
                  </a:lnTo>
                  <a:lnTo>
                    <a:pt x="3386361" y="1859835"/>
                  </a:lnTo>
                  <a:lnTo>
                    <a:pt x="3384611" y="1873095"/>
                  </a:lnTo>
                  <a:lnTo>
                    <a:pt x="3377889" y="1882890"/>
                  </a:lnTo>
                  <a:lnTo>
                    <a:pt x="3378564" y="1889306"/>
                  </a:lnTo>
                  <a:lnTo>
                    <a:pt x="3376975" y="1891801"/>
                  </a:lnTo>
                  <a:lnTo>
                    <a:pt x="3370503" y="1896301"/>
                  </a:lnTo>
                  <a:lnTo>
                    <a:pt x="3369341" y="1898578"/>
                  </a:lnTo>
                  <a:lnTo>
                    <a:pt x="3365006" y="1915910"/>
                  </a:lnTo>
                  <a:lnTo>
                    <a:pt x="3360974" y="1920714"/>
                  </a:lnTo>
                  <a:lnTo>
                    <a:pt x="3355820" y="1929694"/>
                  </a:lnTo>
                  <a:lnTo>
                    <a:pt x="3351033" y="1934244"/>
                  </a:lnTo>
                  <a:lnTo>
                    <a:pt x="3350808" y="1937703"/>
                  </a:lnTo>
                  <a:lnTo>
                    <a:pt x="3347881" y="1937738"/>
                  </a:lnTo>
                  <a:lnTo>
                    <a:pt x="3343883" y="1935739"/>
                  </a:lnTo>
                  <a:lnTo>
                    <a:pt x="3339376" y="1930210"/>
                  </a:lnTo>
                  <a:lnTo>
                    <a:pt x="3334198" y="1932246"/>
                  </a:lnTo>
                  <a:lnTo>
                    <a:pt x="3331309" y="1927160"/>
                  </a:lnTo>
                  <a:lnTo>
                    <a:pt x="3328421" y="1925563"/>
                  </a:lnTo>
                  <a:lnTo>
                    <a:pt x="3322011" y="1927352"/>
                  </a:lnTo>
                  <a:lnTo>
                    <a:pt x="3313632" y="1935033"/>
                  </a:lnTo>
                  <a:lnTo>
                    <a:pt x="3315129" y="1951356"/>
                  </a:lnTo>
                  <a:lnTo>
                    <a:pt x="3177845" y="1963137"/>
                  </a:lnTo>
                  <a:lnTo>
                    <a:pt x="3084651" y="1970591"/>
                  </a:lnTo>
                  <a:lnTo>
                    <a:pt x="3088585" y="2022062"/>
                  </a:lnTo>
                  <a:lnTo>
                    <a:pt x="3090371" y="2044640"/>
                  </a:lnTo>
                  <a:lnTo>
                    <a:pt x="3033329" y="2048946"/>
                  </a:lnTo>
                  <a:lnTo>
                    <a:pt x="3035021" y="2053100"/>
                  </a:lnTo>
                  <a:lnTo>
                    <a:pt x="3036367" y="2054222"/>
                  </a:lnTo>
                  <a:lnTo>
                    <a:pt x="3041762" y="2054408"/>
                  </a:lnTo>
                  <a:lnTo>
                    <a:pt x="3044672" y="2056085"/>
                  </a:lnTo>
                  <a:lnTo>
                    <a:pt x="3045753" y="2057815"/>
                  </a:lnTo>
                  <a:lnTo>
                    <a:pt x="3047736" y="2057669"/>
                  </a:lnTo>
                  <a:lnTo>
                    <a:pt x="3048535" y="2056824"/>
                  </a:lnTo>
                  <a:lnTo>
                    <a:pt x="3054290" y="2056805"/>
                  </a:lnTo>
                  <a:lnTo>
                    <a:pt x="3055979" y="2057932"/>
                  </a:lnTo>
                  <a:lnTo>
                    <a:pt x="3056490" y="2059262"/>
                  </a:lnTo>
                  <a:lnTo>
                    <a:pt x="3055497" y="2061572"/>
                  </a:lnTo>
                  <a:lnTo>
                    <a:pt x="3055679" y="2063765"/>
                  </a:lnTo>
                  <a:lnTo>
                    <a:pt x="3056315" y="2065820"/>
                  </a:lnTo>
                  <a:lnTo>
                    <a:pt x="3057402" y="2066693"/>
                  </a:lnTo>
                  <a:lnTo>
                    <a:pt x="3060703" y="2066760"/>
                  </a:lnTo>
                  <a:lnTo>
                    <a:pt x="3061705" y="2067415"/>
                  </a:lnTo>
                  <a:lnTo>
                    <a:pt x="3064223" y="2072769"/>
                  </a:lnTo>
                  <a:lnTo>
                    <a:pt x="3069022" y="2077343"/>
                  </a:lnTo>
                  <a:lnTo>
                    <a:pt x="3071764" y="2078566"/>
                  </a:lnTo>
                  <a:lnTo>
                    <a:pt x="3075856" y="2078530"/>
                  </a:lnTo>
                  <a:lnTo>
                    <a:pt x="3079142" y="2083258"/>
                  </a:lnTo>
                  <a:lnTo>
                    <a:pt x="3083926" y="2088174"/>
                  </a:lnTo>
                  <a:lnTo>
                    <a:pt x="3082832" y="2089776"/>
                  </a:lnTo>
                  <a:lnTo>
                    <a:pt x="3084005" y="2091110"/>
                  </a:lnTo>
                  <a:lnTo>
                    <a:pt x="3093338" y="2093803"/>
                  </a:lnTo>
                  <a:lnTo>
                    <a:pt x="3094142" y="2091804"/>
                  </a:lnTo>
                  <a:lnTo>
                    <a:pt x="3097897" y="2093246"/>
                  </a:lnTo>
                  <a:lnTo>
                    <a:pt x="3103017" y="2100340"/>
                  </a:lnTo>
                  <a:lnTo>
                    <a:pt x="3110771" y="2101098"/>
                  </a:lnTo>
                  <a:lnTo>
                    <a:pt x="3124308" y="2106942"/>
                  </a:lnTo>
                  <a:lnTo>
                    <a:pt x="3129177" y="2110482"/>
                  </a:lnTo>
                  <a:lnTo>
                    <a:pt x="3134772" y="2115482"/>
                  </a:lnTo>
                  <a:lnTo>
                    <a:pt x="3138334" y="2121692"/>
                  </a:lnTo>
                  <a:lnTo>
                    <a:pt x="3139098" y="2127878"/>
                  </a:lnTo>
                  <a:lnTo>
                    <a:pt x="3137596" y="2128554"/>
                  </a:lnTo>
                  <a:lnTo>
                    <a:pt x="3137763" y="2129360"/>
                  </a:lnTo>
                  <a:lnTo>
                    <a:pt x="3140605" y="2129495"/>
                  </a:lnTo>
                  <a:lnTo>
                    <a:pt x="3142434" y="2138019"/>
                  </a:lnTo>
                  <a:lnTo>
                    <a:pt x="3145504" y="2141090"/>
                  </a:lnTo>
                  <a:lnTo>
                    <a:pt x="3148149" y="2142613"/>
                  </a:lnTo>
                  <a:lnTo>
                    <a:pt x="3158281" y="2142523"/>
                  </a:lnTo>
                  <a:lnTo>
                    <a:pt x="3162965" y="2143478"/>
                  </a:lnTo>
                  <a:lnTo>
                    <a:pt x="3162538" y="2148382"/>
                  </a:lnTo>
                  <a:lnTo>
                    <a:pt x="3170615" y="2147481"/>
                  </a:lnTo>
                  <a:lnTo>
                    <a:pt x="3173155" y="2149636"/>
                  </a:lnTo>
                  <a:lnTo>
                    <a:pt x="3175462" y="2153300"/>
                  </a:lnTo>
                  <a:lnTo>
                    <a:pt x="3168339" y="2176163"/>
                  </a:lnTo>
                  <a:lnTo>
                    <a:pt x="3169195" y="2179331"/>
                  </a:lnTo>
                  <a:lnTo>
                    <a:pt x="3172641" y="2185101"/>
                  </a:lnTo>
                  <a:lnTo>
                    <a:pt x="3169737" y="2187418"/>
                  </a:lnTo>
                  <a:lnTo>
                    <a:pt x="3169352" y="2189403"/>
                  </a:lnTo>
                  <a:lnTo>
                    <a:pt x="3169701" y="2191414"/>
                  </a:lnTo>
                  <a:lnTo>
                    <a:pt x="3172277" y="2190868"/>
                  </a:lnTo>
                  <a:lnTo>
                    <a:pt x="3171787" y="2193793"/>
                  </a:lnTo>
                  <a:lnTo>
                    <a:pt x="3127195" y="2197340"/>
                  </a:lnTo>
                  <a:lnTo>
                    <a:pt x="3105612" y="2199037"/>
                  </a:lnTo>
                  <a:lnTo>
                    <a:pt x="3079576" y="2200994"/>
                  </a:lnTo>
                  <a:lnTo>
                    <a:pt x="3062934" y="2202237"/>
                  </a:lnTo>
                  <a:lnTo>
                    <a:pt x="3052104" y="2203045"/>
                  </a:lnTo>
                  <a:lnTo>
                    <a:pt x="3007626" y="2206333"/>
                  </a:lnTo>
                  <a:lnTo>
                    <a:pt x="2986373" y="2250517"/>
                  </a:lnTo>
                  <a:lnTo>
                    <a:pt x="2978740" y="2266376"/>
                  </a:lnTo>
                  <a:lnTo>
                    <a:pt x="2963181" y="2298689"/>
                  </a:lnTo>
                  <a:lnTo>
                    <a:pt x="2954033" y="2317698"/>
                  </a:lnTo>
                  <a:lnTo>
                    <a:pt x="2957671" y="2321890"/>
                  </a:lnTo>
                  <a:lnTo>
                    <a:pt x="2960616" y="2325197"/>
                  </a:lnTo>
                  <a:lnTo>
                    <a:pt x="2968286" y="2333841"/>
                  </a:lnTo>
                  <a:lnTo>
                    <a:pt x="2975091" y="2341537"/>
                  </a:lnTo>
                  <a:lnTo>
                    <a:pt x="2973382" y="2342825"/>
                  </a:lnTo>
                  <a:lnTo>
                    <a:pt x="2973600" y="2345102"/>
                  </a:lnTo>
                  <a:lnTo>
                    <a:pt x="2972774" y="2347247"/>
                  </a:lnTo>
                  <a:lnTo>
                    <a:pt x="2970617" y="2349861"/>
                  </a:lnTo>
                  <a:lnTo>
                    <a:pt x="2966425" y="2349711"/>
                  </a:lnTo>
                  <a:lnTo>
                    <a:pt x="2964380" y="2353035"/>
                  </a:lnTo>
                  <a:lnTo>
                    <a:pt x="2966842" y="2365799"/>
                  </a:lnTo>
                  <a:lnTo>
                    <a:pt x="2965708" y="2368721"/>
                  </a:lnTo>
                  <a:lnTo>
                    <a:pt x="2961427" y="2372042"/>
                  </a:lnTo>
                  <a:lnTo>
                    <a:pt x="2962263" y="2377602"/>
                  </a:lnTo>
                  <a:lnTo>
                    <a:pt x="2964767" y="2381613"/>
                  </a:lnTo>
                  <a:lnTo>
                    <a:pt x="2965821" y="2387188"/>
                  </a:lnTo>
                  <a:lnTo>
                    <a:pt x="2966906" y="2388538"/>
                  </a:lnTo>
                  <a:lnTo>
                    <a:pt x="2967681" y="2396092"/>
                  </a:lnTo>
                  <a:lnTo>
                    <a:pt x="2964004" y="2401205"/>
                  </a:lnTo>
                  <a:lnTo>
                    <a:pt x="2963575" y="2402795"/>
                  </a:lnTo>
                  <a:lnTo>
                    <a:pt x="2964472" y="2403111"/>
                  </a:lnTo>
                  <a:lnTo>
                    <a:pt x="2963740" y="2407579"/>
                  </a:lnTo>
                  <a:lnTo>
                    <a:pt x="2959162" y="2413645"/>
                  </a:lnTo>
                  <a:lnTo>
                    <a:pt x="2958461" y="2414076"/>
                  </a:lnTo>
                  <a:lnTo>
                    <a:pt x="2945738" y="2403495"/>
                  </a:lnTo>
                  <a:lnTo>
                    <a:pt x="2925640" y="2386378"/>
                  </a:lnTo>
                  <a:lnTo>
                    <a:pt x="2896840" y="2359683"/>
                  </a:lnTo>
                  <a:lnTo>
                    <a:pt x="2889086" y="2352540"/>
                  </a:lnTo>
                  <a:lnTo>
                    <a:pt x="2861962" y="2327733"/>
                  </a:lnTo>
                  <a:lnTo>
                    <a:pt x="2835828" y="2305803"/>
                  </a:lnTo>
                  <a:lnTo>
                    <a:pt x="2807680" y="2283439"/>
                  </a:lnTo>
                  <a:lnTo>
                    <a:pt x="2783297" y="2265955"/>
                  </a:lnTo>
                  <a:lnTo>
                    <a:pt x="2758909" y="2250229"/>
                  </a:lnTo>
                  <a:lnTo>
                    <a:pt x="2744331" y="2242234"/>
                  </a:lnTo>
                  <a:lnTo>
                    <a:pt x="2731376" y="2236551"/>
                  </a:lnTo>
                  <a:lnTo>
                    <a:pt x="2724917" y="2236228"/>
                  </a:lnTo>
                  <a:lnTo>
                    <a:pt x="2719292" y="2234100"/>
                  </a:lnTo>
                  <a:lnTo>
                    <a:pt x="2692857" y="2223175"/>
                  </a:lnTo>
                  <a:lnTo>
                    <a:pt x="2669286" y="2216320"/>
                  </a:lnTo>
                  <a:lnTo>
                    <a:pt x="2649102" y="2212930"/>
                  </a:lnTo>
                  <a:lnTo>
                    <a:pt x="2628741" y="2211609"/>
                  </a:lnTo>
                  <a:lnTo>
                    <a:pt x="2623705" y="2212106"/>
                  </a:lnTo>
                  <a:lnTo>
                    <a:pt x="2621507" y="2211950"/>
                  </a:lnTo>
                  <a:lnTo>
                    <a:pt x="2607959" y="2212100"/>
                  </a:lnTo>
                  <a:lnTo>
                    <a:pt x="2600263" y="2213345"/>
                  </a:lnTo>
                  <a:lnTo>
                    <a:pt x="2582705" y="2217319"/>
                  </a:lnTo>
                  <a:lnTo>
                    <a:pt x="2572998" y="2217164"/>
                  </a:lnTo>
                  <a:lnTo>
                    <a:pt x="2560922" y="2222045"/>
                  </a:lnTo>
                  <a:lnTo>
                    <a:pt x="2555420" y="2226921"/>
                  </a:lnTo>
                  <a:lnTo>
                    <a:pt x="2555422" y="2227649"/>
                  </a:lnTo>
                  <a:lnTo>
                    <a:pt x="2555952" y="2228628"/>
                  </a:lnTo>
                  <a:lnTo>
                    <a:pt x="2554654" y="2229542"/>
                  </a:lnTo>
                  <a:lnTo>
                    <a:pt x="2546177" y="2232980"/>
                  </a:lnTo>
                  <a:lnTo>
                    <a:pt x="2543393" y="2237358"/>
                  </a:lnTo>
                  <a:lnTo>
                    <a:pt x="2544806" y="2240683"/>
                  </a:lnTo>
                  <a:lnTo>
                    <a:pt x="2537800" y="2243776"/>
                  </a:lnTo>
                  <a:lnTo>
                    <a:pt x="2536439" y="2246952"/>
                  </a:lnTo>
                  <a:lnTo>
                    <a:pt x="2530022" y="2247314"/>
                  </a:lnTo>
                  <a:lnTo>
                    <a:pt x="2526590" y="2249025"/>
                  </a:lnTo>
                  <a:lnTo>
                    <a:pt x="2519635" y="2250139"/>
                  </a:lnTo>
                  <a:lnTo>
                    <a:pt x="2513984" y="2253634"/>
                  </a:lnTo>
                  <a:lnTo>
                    <a:pt x="2508237" y="2256055"/>
                  </a:lnTo>
                  <a:lnTo>
                    <a:pt x="2501611" y="2257544"/>
                  </a:lnTo>
                  <a:lnTo>
                    <a:pt x="2494296" y="2259606"/>
                  </a:lnTo>
                  <a:lnTo>
                    <a:pt x="2489829" y="2263135"/>
                  </a:lnTo>
                  <a:lnTo>
                    <a:pt x="2471990" y="2268883"/>
                  </a:lnTo>
                  <a:lnTo>
                    <a:pt x="2464987" y="2272280"/>
                  </a:lnTo>
                  <a:lnTo>
                    <a:pt x="2459764" y="2275069"/>
                  </a:lnTo>
                  <a:lnTo>
                    <a:pt x="2450173" y="2278732"/>
                  </a:lnTo>
                  <a:lnTo>
                    <a:pt x="2448933" y="2280315"/>
                  </a:lnTo>
                  <a:lnTo>
                    <a:pt x="2449941" y="2281818"/>
                  </a:lnTo>
                  <a:lnTo>
                    <a:pt x="2435120" y="2289813"/>
                  </a:lnTo>
                  <a:lnTo>
                    <a:pt x="2423513" y="2289888"/>
                  </a:lnTo>
                  <a:lnTo>
                    <a:pt x="2419101" y="2290316"/>
                  </a:lnTo>
                  <a:lnTo>
                    <a:pt x="2410680" y="2289446"/>
                  </a:lnTo>
                  <a:lnTo>
                    <a:pt x="2406770" y="2291206"/>
                  </a:lnTo>
                  <a:lnTo>
                    <a:pt x="2404733" y="2293648"/>
                  </a:lnTo>
                  <a:lnTo>
                    <a:pt x="2402881" y="2294567"/>
                  </a:lnTo>
                  <a:lnTo>
                    <a:pt x="2399109" y="2294211"/>
                  </a:lnTo>
                  <a:lnTo>
                    <a:pt x="2392758" y="2293768"/>
                  </a:lnTo>
                  <a:lnTo>
                    <a:pt x="2387613" y="2292374"/>
                  </a:lnTo>
                  <a:lnTo>
                    <a:pt x="2376243" y="2287828"/>
                  </a:lnTo>
                  <a:lnTo>
                    <a:pt x="2356841" y="2285857"/>
                  </a:lnTo>
                  <a:lnTo>
                    <a:pt x="2346091" y="2280172"/>
                  </a:lnTo>
                  <a:lnTo>
                    <a:pt x="2334636" y="2277081"/>
                  </a:lnTo>
                  <a:lnTo>
                    <a:pt x="2331375" y="2274770"/>
                  </a:lnTo>
                  <a:lnTo>
                    <a:pt x="2331615" y="2273718"/>
                  </a:lnTo>
                  <a:lnTo>
                    <a:pt x="2329507" y="2270567"/>
                  </a:lnTo>
                  <a:lnTo>
                    <a:pt x="2328474" y="2271209"/>
                  </a:lnTo>
                  <a:lnTo>
                    <a:pt x="2327023" y="2270850"/>
                  </a:lnTo>
                  <a:lnTo>
                    <a:pt x="2319471" y="2266244"/>
                  </a:lnTo>
                  <a:lnTo>
                    <a:pt x="2310292" y="2262969"/>
                  </a:lnTo>
                  <a:lnTo>
                    <a:pt x="2302161" y="2261192"/>
                  </a:lnTo>
                  <a:lnTo>
                    <a:pt x="2294464" y="2260452"/>
                  </a:lnTo>
                  <a:lnTo>
                    <a:pt x="2291294" y="2260722"/>
                  </a:lnTo>
                  <a:lnTo>
                    <a:pt x="2290064" y="2261679"/>
                  </a:lnTo>
                  <a:lnTo>
                    <a:pt x="2283214" y="2261376"/>
                  </a:lnTo>
                  <a:lnTo>
                    <a:pt x="2269152" y="2258154"/>
                  </a:lnTo>
                  <a:lnTo>
                    <a:pt x="2264899" y="2259113"/>
                  </a:lnTo>
                  <a:lnTo>
                    <a:pt x="2253246" y="2257509"/>
                  </a:lnTo>
                  <a:lnTo>
                    <a:pt x="2251334" y="2258088"/>
                  </a:lnTo>
                  <a:lnTo>
                    <a:pt x="2250626" y="2259482"/>
                  </a:lnTo>
                  <a:lnTo>
                    <a:pt x="2249010" y="2259535"/>
                  </a:lnTo>
                  <a:lnTo>
                    <a:pt x="2238602" y="2258048"/>
                  </a:lnTo>
                  <a:lnTo>
                    <a:pt x="2236016" y="2256975"/>
                  </a:lnTo>
                  <a:lnTo>
                    <a:pt x="2220885" y="2247274"/>
                  </a:lnTo>
                  <a:lnTo>
                    <a:pt x="2210129" y="2240631"/>
                  </a:lnTo>
                  <a:lnTo>
                    <a:pt x="2194888" y="2232590"/>
                  </a:lnTo>
                  <a:lnTo>
                    <a:pt x="2185050" y="2228550"/>
                  </a:lnTo>
                  <a:lnTo>
                    <a:pt x="2182058" y="2226295"/>
                  </a:lnTo>
                  <a:lnTo>
                    <a:pt x="2166469" y="2222975"/>
                  </a:lnTo>
                  <a:lnTo>
                    <a:pt x="2153256" y="2221231"/>
                  </a:lnTo>
                  <a:lnTo>
                    <a:pt x="2137718" y="2216021"/>
                  </a:lnTo>
                  <a:lnTo>
                    <a:pt x="2135577" y="2212589"/>
                  </a:lnTo>
                  <a:lnTo>
                    <a:pt x="2129879" y="2207166"/>
                  </a:lnTo>
                  <a:lnTo>
                    <a:pt x="2118947" y="2197524"/>
                  </a:lnTo>
                  <a:lnTo>
                    <a:pt x="2115450" y="2192916"/>
                  </a:lnTo>
                  <a:lnTo>
                    <a:pt x="2109042" y="2185222"/>
                  </a:lnTo>
                  <a:lnTo>
                    <a:pt x="2103821" y="2185336"/>
                  </a:lnTo>
                  <a:lnTo>
                    <a:pt x="2099969" y="2186345"/>
                  </a:lnTo>
                  <a:lnTo>
                    <a:pt x="2098359" y="2188927"/>
                  </a:lnTo>
                  <a:lnTo>
                    <a:pt x="2090021" y="2187315"/>
                  </a:lnTo>
                  <a:lnTo>
                    <a:pt x="2069835" y="2180917"/>
                  </a:lnTo>
                  <a:lnTo>
                    <a:pt x="2050427" y="2175953"/>
                  </a:lnTo>
                  <a:lnTo>
                    <a:pt x="2043489" y="2174262"/>
                  </a:lnTo>
                  <a:lnTo>
                    <a:pt x="2020718" y="2170111"/>
                  </a:lnTo>
                  <a:lnTo>
                    <a:pt x="2008661" y="2169506"/>
                  </a:lnTo>
                  <a:lnTo>
                    <a:pt x="2002461" y="2170350"/>
                  </a:lnTo>
                  <a:lnTo>
                    <a:pt x="1995395" y="2168528"/>
                  </a:lnTo>
                  <a:lnTo>
                    <a:pt x="1983235" y="2162755"/>
                  </a:lnTo>
                  <a:lnTo>
                    <a:pt x="1975514" y="2156892"/>
                  </a:lnTo>
                  <a:lnTo>
                    <a:pt x="1970337" y="2154504"/>
                  </a:lnTo>
                  <a:lnTo>
                    <a:pt x="1970610" y="2151027"/>
                  </a:lnTo>
                  <a:lnTo>
                    <a:pt x="1971330" y="2150615"/>
                  </a:lnTo>
                  <a:lnTo>
                    <a:pt x="1970465" y="2148559"/>
                  </a:lnTo>
                  <a:lnTo>
                    <a:pt x="1967475" y="2147649"/>
                  </a:lnTo>
                  <a:lnTo>
                    <a:pt x="1965724" y="2148249"/>
                  </a:lnTo>
                  <a:lnTo>
                    <a:pt x="1963746" y="2149954"/>
                  </a:lnTo>
                  <a:lnTo>
                    <a:pt x="1964541" y="2150740"/>
                  </a:lnTo>
                  <a:lnTo>
                    <a:pt x="1963143" y="2149739"/>
                  </a:lnTo>
                  <a:lnTo>
                    <a:pt x="1957560" y="2143424"/>
                  </a:lnTo>
                  <a:lnTo>
                    <a:pt x="1952054" y="2140711"/>
                  </a:lnTo>
                  <a:lnTo>
                    <a:pt x="1936849" y="2136301"/>
                  </a:lnTo>
                  <a:lnTo>
                    <a:pt x="1923204" y="2131048"/>
                  </a:lnTo>
                  <a:lnTo>
                    <a:pt x="1873988" y="2114066"/>
                  </a:lnTo>
                  <a:lnTo>
                    <a:pt x="1866371" y="2112255"/>
                  </a:lnTo>
                  <a:lnTo>
                    <a:pt x="1820323" y="2095337"/>
                  </a:lnTo>
                  <a:lnTo>
                    <a:pt x="1818065" y="2090340"/>
                  </a:lnTo>
                  <a:lnTo>
                    <a:pt x="1815204" y="2087664"/>
                  </a:lnTo>
                  <a:lnTo>
                    <a:pt x="1804628" y="2080123"/>
                  </a:lnTo>
                  <a:lnTo>
                    <a:pt x="1802097" y="2076715"/>
                  </a:lnTo>
                  <a:lnTo>
                    <a:pt x="1797524" y="2073609"/>
                  </a:lnTo>
                  <a:lnTo>
                    <a:pt x="1768101" y="2061526"/>
                  </a:lnTo>
                  <a:lnTo>
                    <a:pt x="1769325" y="2057936"/>
                  </a:lnTo>
                  <a:lnTo>
                    <a:pt x="1766851" y="2054083"/>
                  </a:lnTo>
                  <a:lnTo>
                    <a:pt x="1760974" y="2049318"/>
                  </a:lnTo>
                  <a:lnTo>
                    <a:pt x="1752667" y="2047756"/>
                  </a:lnTo>
                  <a:lnTo>
                    <a:pt x="1743805" y="2043332"/>
                  </a:lnTo>
                  <a:lnTo>
                    <a:pt x="1743176" y="2038807"/>
                  </a:lnTo>
                  <a:lnTo>
                    <a:pt x="1740697" y="2034526"/>
                  </a:lnTo>
                  <a:lnTo>
                    <a:pt x="1735046" y="2030007"/>
                  </a:lnTo>
                  <a:lnTo>
                    <a:pt x="1734578" y="2029321"/>
                  </a:lnTo>
                  <a:lnTo>
                    <a:pt x="1730758" y="2026055"/>
                  </a:lnTo>
                  <a:lnTo>
                    <a:pt x="1727703" y="2019939"/>
                  </a:lnTo>
                  <a:lnTo>
                    <a:pt x="1723517" y="2015031"/>
                  </a:lnTo>
                  <a:lnTo>
                    <a:pt x="1703818" y="2004139"/>
                  </a:lnTo>
                  <a:lnTo>
                    <a:pt x="1696001" y="2001495"/>
                  </a:lnTo>
                  <a:lnTo>
                    <a:pt x="1690355" y="2001157"/>
                  </a:lnTo>
                  <a:lnTo>
                    <a:pt x="1685968" y="2001973"/>
                  </a:lnTo>
                  <a:lnTo>
                    <a:pt x="1681510" y="2007438"/>
                  </a:lnTo>
                  <a:lnTo>
                    <a:pt x="1675894" y="2010712"/>
                  </a:lnTo>
                  <a:lnTo>
                    <a:pt x="1674643" y="2010680"/>
                  </a:lnTo>
                  <a:lnTo>
                    <a:pt x="1659826" y="2003531"/>
                  </a:lnTo>
                  <a:lnTo>
                    <a:pt x="1622489" y="1993156"/>
                  </a:lnTo>
                  <a:lnTo>
                    <a:pt x="1611783" y="1992088"/>
                  </a:lnTo>
                  <a:lnTo>
                    <a:pt x="1605878" y="1989796"/>
                  </a:lnTo>
                  <a:lnTo>
                    <a:pt x="1599393" y="1988363"/>
                  </a:lnTo>
                  <a:lnTo>
                    <a:pt x="1569535" y="1974548"/>
                  </a:lnTo>
                  <a:lnTo>
                    <a:pt x="1565199" y="1973546"/>
                  </a:lnTo>
                  <a:lnTo>
                    <a:pt x="1558632" y="1973461"/>
                  </a:lnTo>
                  <a:lnTo>
                    <a:pt x="1546473" y="1968415"/>
                  </a:lnTo>
                  <a:lnTo>
                    <a:pt x="1541926" y="1968061"/>
                  </a:lnTo>
                  <a:lnTo>
                    <a:pt x="1530536" y="1963183"/>
                  </a:lnTo>
                  <a:lnTo>
                    <a:pt x="1526589" y="1962804"/>
                  </a:lnTo>
                  <a:lnTo>
                    <a:pt x="1513174" y="1956082"/>
                  </a:lnTo>
                  <a:lnTo>
                    <a:pt x="1509186" y="1953209"/>
                  </a:lnTo>
                  <a:lnTo>
                    <a:pt x="1507004" y="1948243"/>
                  </a:lnTo>
                  <a:lnTo>
                    <a:pt x="1506893" y="1945311"/>
                  </a:lnTo>
                  <a:lnTo>
                    <a:pt x="1505440" y="1941831"/>
                  </a:lnTo>
                  <a:lnTo>
                    <a:pt x="1500307" y="1931975"/>
                  </a:lnTo>
                  <a:lnTo>
                    <a:pt x="1493772" y="1925567"/>
                  </a:lnTo>
                  <a:lnTo>
                    <a:pt x="1489540" y="1922216"/>
                  </a:lnTo>
                  <a:lnTo>
                    <a:pt x="1485708" y="1920354"/>
                  </a:lnTo>
                  <a:lnTo>
                    <a:pt x="1487640" y="1916255"/>
                  </a:lnTo>
                  <a:lnTo>
                    <a:pt x="1485456" y="1912117"/>
                  </a:lnTo>
                  <a:lnTo>
                    <a:pt x="1481187" y="1908354"/>
                  </a:lnTo>
                  <a:lnTo>
                    <a:pt x="1473094" y="1899731"/>
                  </a:lnTo>
                  <a:lnTo>
                    <a:pt x="1455234" y="1887259"/>
                  </a:lnTo>
                  <a:lnTo>
                    <a:pt x="1452144" y="1884246"/>
                  </a:lnTo>
                  <a:lnTo>
                    <a:pt x="1433873" y="1873546"/>
                  </a:lnTo>
                  <a:lnTo>
                    <a:pt x="1413567" y="1864764"/>
                  </a:lnTo>
                  <a:lnTo>
                    <a:pt x="1407947" y="1863190"/>
                  </a:lnTo>
                  <a:lnTo>
                    <a:pt x="1409405" y="1858661"/>
                  </a:lnTo>
                  <a:lnTo>
                    <a:pt x="1410950" y="1858342"/>
                  </a:lnTo>
                  <a:lnTo>
                    <a:pt x="1411155" y="1856433"/>
                  </a:lnTo>
                  <a:lnTo>
                    <a:pt x="1409882" y="1854054"/>
                  </a:lnTo>
                  <a:lnTo>
                    <a:pt x="1404636" y="1850515"/>
                  </a:lnTo>
                  <a:lnTo>
                    <a:pt x="1402142" y="1850016"/>
                  </a:lnTo>
                  <a:lnTo>
                    <a:pt x="1394887" y="1852868"/>
                  </a:lnTo>
                  <a:lnTo>
                    <a:pt x="1388132" y="1849130"/>
                  </a:lnTo>
                  <a:lnTo>
                    <a:pt x="1373895" y="1845422"/>
                  </a:lnTo>
                  <a:lnTo>
                    <a:pt x="1363204" y="1841853"/>
                  </a:lnTo>
                  <a:lnTo>
                    <a:pt x="1362888" y="1842310"/>
                  </a:lnTo>
                  <a:lnTo>
                    <a:pt x="1361563" y="1841319"/>
                  </a:lnTo>
                  <a:lnTo>
                    <a:pt x="1363980" y="1838665"/>
                  </a:lnTo>
                  <a:lnTo>
                    <a:pt x="1362581" y="1836376"/>
                  </a:lnTo>
                  <a:lnTo>
                    <a:pt x="1358437" y="1834569"/>
                  </a:lnTo>
                  <a:lnTo>
                    <a:pt x="1353699" y="1834639"/>
                  </a:lnTo>
                  <a:lnTo>
                    <a:pt x="1352762" y="1833436"/>
                  </a:lnTo>
                  <a:lnTo>
                    <a:pt x="1348344" y="1833966"/>
                  </a:lnTo>
                  <a:lnTo>
                    <a:pt x="1349012" y="1830396"/>
                  </a:lnTo>
                  <a:lnTo>
                    <a:pt x="1351197" y="1827809"/>
                  </a:lnTo>
                  <a:lnTo>
                    <a:pt x="1349652" y="1825286"/>
                  </a:lnTo>
                  <a:lnTo>
                    <a:pt x="1345768" y="1824408"/>
                  </a:lnTo>
                  <a:lnTo>
                    <a:pt x="1340107" y="1827280"/>
                  </a:lnTo>
                  <a:lnTo>
                    <a:pt x="1330386" y="1821732"/>
                  </a:lnTo>
                  <a:lnTo>
                    <a:pt x="1322907" y="1814388"/>
                  </a:lnTo>
                  <a:lnTo>
                    <a:pt x="1322049" y="1812583"/>
                  </a:lnTo>
                  <a:lnTo>
                    <a:pt x="1323033" y="1810578"/>
                  </a:lnTo>
                  <a:lnTo>
                    <a:pt x="1321953" y="1806768"/>
                  </a:lnTo>
                  <a:lnTo>
                    <a:pt x="1318030" y="1802219"/>
                  </a:lnTo>
                  <a:lnTo>
                    <a:pt x="1314567" y="1790480"/>
                  </a:lnTo>
                  <a:lnTo>
                    <a:pt x="1312538" y="1787922"/>
                  </a:lnTo>
                  <a:lnTo>
                    <a:pt x="1307015" y="1785080"/>
                  </a:lnTo>
                  <a:lnTo>
                    <a:pt x="1298485" y="1778940"/>
                  </a:lnTo>
                  <a:lnTo>
                    <a:pt x="1293484" y="1774464"/>
                  </a:lnTo>
                  <a:lnTo>
                    <a:pt x="1293260" y="1772272"/>
                  </a:lnTo>
                  <a:lnTo>
                    <a:pt x="1286560" y="1763900"/>
                  </a:lnTo>
                  <a:lnTo>
                    <a:pt x="1283521" y="1757705"/>
                  </a:lnTo>
                  <a:lnTo>
                    <a:pt x="1275441" y="1747255"/>
                  </a:lnTo>
                  <a:lnTo>
                    <a:pt x="1264346" y="1730266"/>
                  </a:lnTo>
                  <a:lnTo>
                    <a:pt x="1259426" y="1719502"/>
                  </a:lnTo>
                  <a:lnTo>
                    <a:pt x="1259298" y="1710585"/>
                  </a:lnTo>
                  <a:lnTo>
                    <a:pt x="1260094" y="1707757"/>
                  </a:lnTo>
                  <a:lnTo>
                    <a:pt x="1258231" y="1701070"/>
                  </a:lnTo>
                  <a:lnTo>
                    <a:pt x="1244972" y="1686900"/>
                  </a:lnTo>
                  <a:lnTo>
                    <a:pt x="1243046" y="1683020"/>
                  </a:lnTo>
                  <a:lnTo>
                    <a:pt x="1242082" y="1677414"/>
                  </a:lnTo>
                  <a:lnTo>
                    <a:pt x="1252253" y="1669498"/>
                  </a:lnTo>
                  <a:lnTo>
                    <a:pt x="1262789" y="1667071"/>
                  </a:lnTo>
                  <a:lnTo>
                    <a:pt x="1273170" y="1666868"/>
                  </a:lnTo>
                  <a:lnTo>
                    <a:pt x="1278676" y="1665394"/>
                  </a:lnTo>
                  <a:lnTo>
                    <a:pt x="1282854" y="1665845"/>
                  </a:lnTo>
                  <a:lnTo>
                    <a:pt x="1288042" y="1665027"/>
                  </a:lnTo>
                  <a:lnTo>
                    <a:pt x="1296496" y="1659291"/>
                  </a:lnTo>
                  <a:lnTo>
                    <a:pt x="1299767" y="1651734"/>
                  </a:lnTo>
                  <a:lnTo>
                    <a:pt x="1299742" y="1649173"/>
                  </a:lnTo>
                  <a:lnTo>
                    <a:pt x="1298396" y="1646770"/>
                  </a:lnTo>
                  <a:lnTo>
                    <a:pt x="1294021" y="1644225"/>
                  </a:lnTo>
                  <a:lnTo>
                    <a:pt x="1293266" y="1643978"/>
                  </a:lnTo>
                  <a:lnTo>
                    <a:pt x="1289938" y="1636269"/>
                  </a:lnTo>
                  <a:lnTo>
                    <a:pt x="1286066" y="1632540"/>
                  </a:lnTo>
                  <a:lnTo>
                    <a:pt x="1284094" y="1632170"/>
                  </a:lnTo>
                  <a:lnTo>
                    <a:pt x="1280794" y="1634908"/>
                  </a:lnTo>
                  <a:lnTo>
                    <a:pt x="1278107" y="1635557"/>
                  </a:lnTo>
                  <a:lnTo>
                    <a:pt x="1264862" y="1630562"/>
                  </a:lnTo>
                  <a:lnTo>
                    <a:pt x="1277787" y="1614202"/>
                  </a:lnTo>
                  <a:lnTo>
                    <a:pt x="1279881" y="1610099"/>
                  </a:lnTo>
                  <a:lnTo>
                    <a:pt x="1285693" y="1606236"/>
                  </a:lnTo>
                  <a:lnTo>
                    <a:pt x="1287568" y="1603873"/>
                  </a:lnTo>
                  <a:lnTo>
                    <a:pt x="1291111" y="1596547"/>
                  </a:lnTo>
                  <a:lnTo>
                    <a:pt x="1296091" y="1598165"/>
                  </a:lnTo>
                  <a:lnTo>
                    <a:pt x="1299685" y="1595046"/>
                  </a:lnTo>
                  <a:lnTo>
                    <a:pt x="1301076" y="1591990"/>
                  </a:lnTo>
                  <a:lnTo>
                    <a:pt x="1301742" y="1587151"/>
                  </a:lnTo>
                  <a:lnTo>
                    <a:pt x="1301556" y="1578967"/>
                  </a:lnTo>
                  <a:lnTo>
                    <a:pt x="1303556" y="1574567"/>
                  </a:lnTo>
                  <a:lnTo>
                    <a:pt x="1302522" y="1563730"/>
                  </a:lnTo>
                  <a:lnTo>
                    <a:pt x="1300495" y="1556116"/>
                  </a:lnTo>
                  <a:lnTo>
                    <a:pt x="1301240" y="1553962"/>
                  </a:lnTo>
                  <a:lnTo>
                    <a:pt x="1307655" y="1543222"/>
                  </a:lnTo>
                  <a:lnTo>
                    <a:pt x="1306617" y="1537070"/>
                  </a:lnTo>
                  <a:lnTo>
                    <a:pt x="1302391" y="1532477"/>
                  </a:lnTo>
                  <a:lnTo>
                    <a:pt x="1301342" y="1532351"/>
                  </a:lnTo>
                  <a:lnTo>
                    <a:pt x="1299865" y="1533925"/>
                  </a:lnTo>
                  <a:lnTo>
                    <a:pt x="1298438" y="1534239"/>
                  </a:lnTo>
                  <a:lnTo>
                    <a:pt x="1280925" y="1522041"/>
                  </a:lnTo>
                  <a:lnTo>
                    <a:pt x="1276863" y="1517984"/>
                  </a:lnTo>
                  <a:lnTo>
                    <a:pt x="1269681" y="1501193"/>
                  </a:lnTo>
                  <a:lnTo>
                    <a:pt x="1258353" y="1480432"/>
                  </a:lnTo>
                  <a:lnTo>
                    <a:pt x="1253506" y="1469829"/>
                  </a:lnTo>
                  <a:lnTo>
                    <a:pt x="1252561" y="1463554"/>
                  </a:lnTo>
                  <a:lnTo>
                    <a:pt x="1254116" y="1443404"/>
                  </a:lnTo>
                  <a:lnTo>
                    <a:pt x="1252369" y="1430872"/>
                  </a:lnTo>
                  <a:lnTo>
                    <a:pt x="1248533" y="1415763"/>
                  </a:lnTo>
                  <a:lnTo>
                    <a:pt x="1241402" y="1398451"/>
                  </a:lnTo>
                  <a:lnTo>
                    <a:pt x="1241342" y="1396694"/>
                  </a:lnTo>
                  <a:lnTo>
                    <a:pt x="1238559" y="1390508"/>
                  </a:lnTo>
                  <a:lnTo>
                    <a:pt x="1232805" y="1381077"/>
                  </a:lnTo>
                  <a:lnTo>
                    <a:pt x="1222920" y="1369808"/>
                  </a:lnTo>
                  <a:lnTo>
                    <a:pt x="1213418" y="1361596"/>
                  </a:lnTo>
                  <a:lnTo>
                    <a:pt x="1209985" y="1359105"/>
                  </a:lnTo>
                  <a:lnTo>
                    <a:pt x="1196006" y="1341700"/>
                  </a:lnTo>
                  <a:lnTo>
                    <a:pt x="1182871" y="1327266"/>
                  </a:lnTo>
                  <a:lnTo>
                    <a:pt x="1166804" y="1311913"/>
                  </a:lnTo>
                  <a:lnTo>
                    <a:pt x="1165125" y="1311203"/>
                  </a:lnTo>
                  <a:lnTo>
                    <a:pt x="1158189" y="1300251"/>
                  </a:lnTo>
                  <a:lnTo>
                    <a:pt x="1156717" y="1292262"/>
                  </a:lnTo>
                  <a:lnTo>
                    <a:pt x="1150231" y="1282583"/>
                  </a:lnTo>
                  <a:lnTo>
                    <a:pt x="1140920" y="1272896"/>
                  </a:lnTo>
                  <a:lnTo>
                    <a:pt x="1140031" y="1270425"/>
                  </a:lnTo>
                  <a:lnTo>
                    <a:pt x="1133114" y="1261560"/>
                  </a:lnTo>
                  <a:lnTo>
                    <a:pt x="1120901" y="1250369"/>
                  </a:lnTo>
                  <a:lnTo>
                    <a:pt x="1120427" y="1244746"/>
                  </a:lnTo>
                  <a:lnTo>
                    <a:pt x="1115176" y="1237721"/>
                  </a:lnTo>
                  <a:lnTo>
                    <a:pt x="1114906" y="1235290"/>
                  </a:lnTo>
                  <a:lnTo>
                    <a:pt x="1112850" y="1232548"/>
                  </a:lnTo>
                  <a:lnTo>
                    <a:pt x="1110546" y="1229547"/>
                  </a:lnTo>
                  <a:lnTo>
                    <a:pt x="1109371" y="1223604"/>
                  </a:lnTo>
                  <a:lnTo>
                    <a:pt x="1095637" y="1208570"/>
                  </a:lnTo>
                  <a:lnTo>
                    <a:pt x="1083457" y="1197058"/>
                  </a:lnTo>
                  <a:lnTo>
                    <a:pt x="1074099" y="1189348"/>
                  </a:lnTo>
                  <a:lnTo>
                    <a:pt x="1069335" y="1184444"/>
                  </a:lnTo>
                  <a:lnTo>
                    <a:pt x="1049670" y="1170306"/>
                  </a:lnTo>
                  <a:lnTo>
                    <a:pt x="1047692" y="1167716"/>
                  </a:lnTo>
                  <a:lnTo>
                    <a:pt x="1041593" y="1162110"/>
                  </a:lnTo>
                  <a:lnTo>
                    <a:pt x="1020610" y="1145791"/>
                  </a:lnTo>
                  <a:lnTo>
                    <a:pt x="1008511" y="1137347"/>
                  </a:lnTo>
                  <a:lnTo>
                    <a:pt x="1001246" y="1133190"/>
                  </a:lnTo>
                  <a:lnTo>
                    <a:pt x="1001751" y="1131138"/>
                  </a:lnTo>
                  <a:lnTo>
                    <a:pt x="1001056" y="1130333"/>
                  </a:lnTo>
                  <a:lnTo>
                    <a:pt x="998759" y="1126282"/>
                  </a:lnTo>
                  <a:lnTo>
                    <a:pt x="985132" y="1116547"/>
                  </a:lnTo>
                  <a:lnTo>
                    <a:pt x="980690" y="1112322"/>
                  </a:lnTo>
                  <a:lnTo>
                    <a:pt x="978395" y="1108157"/>
                  </a:lnTo>
                  <a:lnTo>
                    <a:pt x="978440" y="1102376"/>
                  </a:lnTo>
                  <a:lnTo>
                    <a:pt x="972963" y="1094721"/>
                  </a:lnTo>
                  <a:lnTo>
                    <a:pt x="970640" y="1090558"/>
                  </a:lnTo>
                  <a:lnTo>
                    <a:pt x="966882" y="1086277"/>
                  </a:lnTo>
                  <a:lnTo>
                    <a:pt x="955417" y="1063398"/>
                  </a:lnTo>
                  <a:lnTo>
                    <a:pt x="949674" y="1056411"/>
                  </a:lnTo>
                  <a:lnTo>
                    <a:pt x="942306" y="1050593"/>
                  </a:lnTo>
                  <a:lnTo>
                    <a:pt x="942334" y="1049584"/>
                  </a:lnTo>
                  <a:lnTo>
                    <a:pt x="943327" y="1048896"/>
                  </a:lnTo>
                  <a:lnTo>
                    <a:pt x="940834" y="1042960"/>
                  </a:lnTo>
                  <a:lnTo>
                    <a:pt x="937813" y="1040534"/>
                  </a:lnTo>
                  <a:lnTo>
                    <a:pt x="937050" y="1040514"/>
                  </a:lnTo>
                  <a:lnTo>
                    <a:pt x="930290" y="1031023"/>
                  </a:lnTo>
                  <a:lnTo>
                    <a:pt x="919421" y="1024218"/>
                  </a:lnTo>
                  <a:lnTo>
                    <a:pt x="903674" y="1017389"/>
                  </a:lnTo>
                  <a:lnTo>
                    <a:pt x="889209" y="1013770"/>
                  </a:lnTo>
                  <a:lnTo>
                    <a:pt x="876735" y="1007118"/>
                  </a:lnTo>
                  <a:lnTo>
                    <a:pt x="863650" y="1004049"/>
                  </a:lnTo>
                  <a:lnTo>
                    <a:pt x="861839" y="1000831"/>
                  </a:lnTo>
                  <a:lnTo>
                    <a:pt x="861000" y="1000711"/>
                  </a:lnTo>
                  <a:lnTo>
                    <a:pt x="856920" y="996145"/>
                  </a:lnTo>
                  <a:lnTo>
                    <a:pt x="856142" y="994100"/>
                  </a:lnTo>
                  <a:lnTo>
                    <a:pt x="852535" y="989503"/>
                  </a:lnTo>
                  <a:lnTo>
                    <a:pt x="847594" y="987056"/>
                  </a:lnTo>
                  <a:lnTo>
                    <a:pt x="844220" y="981373"/>
                  </a:lnTo>
                  <a:lnTo>
                    <a:pt x="841180" y="978721"/>
                  </a:lnTo>
                  <a:lnTo>
                    <a:pt x="837424" y="976912"/>
                  </a:lnTo>
                  <a:lnTo>
                    <a:pt x="829073" y="974962"/>
                  </a:lnTo>
                  <a:lnTo>
                    <a:pt x="820180" y="975609"/>
                  </a:lnTo>
                  <a:lnTo>
                    <a:pt x="819854" y="963400"/>
                  </a:lnTo>
                  <a:lnTo>
                    <a:pt x="817129" y="953454"/>
                  </a:lnTo>
                  <a:lnTo>
                    <a:pt x="818818" y="946359"/>
                  </a:lnTo>
                  <a:lnTo>
                    <a:pt x="818657" y="941892"/>
                  </a:lnTo>
                  <a:lnTo>
                    <a:pt x="816623" y="934793"/>
                  </a:lnTo>
                  <a:lnTo>
                    <a:pt x="818255" y="928223"/>
                  </a:lnTo>
                  <a:lnTo>
                    <a:pt x="822475" y="919517"/>
                  </a:lnTo>
                  <a:lnTo>
                    <a:pt x="826724" y="914199"/>
                  </a:lnTo>
                  <a:lnTo>
                    <a:pt x="834236" y="902269"/>
                  </a:lnTo>
                  <a:lnTo>
                    <a:pt x="836181" y="897931"/>
                  </a:lnTo>
                  <a:lnTo>
                    <a:pt x="837186" y="892865"/>
                  </a:lnTo>
                  <a:lnTo>
                    <a:pt x="841863" y="888252"/>
                  </a:lnTo>
                  <a:lnTo>
                    <a:pt x="841155" y="887199"/>
                  </a:lnTo>
                  <a:lnTo>
                    <a:pt x="842510" y="875144"/>
                  </a:lnTo>
                  <a:lnTo>
                    <a:pt x="841816" y="866027"/>
                  </a:lnTo>
                  <a:lnTo>
                    <a:pt x="840511" y="861260"/>
                  </a:lnTo>
                  <a:lnTo>
                    <a:pt x="836764" y="854840"/>
                  </a:lnTo>
                  <a:lnTo>
                    <a:pt x="831238" y="850017"/>
                  </a:lnTo>
                  <a:lnTo>
                    <a:pt x="828592" y="845224"/>
                  </a:lnTo>
                  <a:lnTo>
                    <a:pt x="826308" y="842607"/>
                  </a:lnTo>
                  <a:lnTo>
                    <a:pt x="822417" y="840172"/>
                  </a:lnTo>
                  <a:lnTo>
                    <a:pt x="823253" y="840108"/>
                  </a:lnTo>
                  <a:lnTo>
                    <a:pt x="822726" y="833905"/>
                  </a:lnTo>
                  <a:lnTo>
                    <a:pt x="818707" y="833899"/>
                  </a:lnTo>
                  <a:lnTo>
                    <a:pt x="813393" y="828169"/>
                  </a:lnTo>
                  <a:lnTo>
                    <a:pt x="812330" y="828015"/>
                  </a:lnTo>
                  <a:lnTo>
                    <a:pt x="809234" y="831730"/>
                  </a:lnTo>
                  <a:lnTo>
                    <a:pt x="808750" y="833368"/>
                  </a:lnTo>
                  <a:lnTo>
                    <a:pt x="811315" y="835272"/>
                  </a:lnTo>
                  <a:lnTo>
                    <a:pt x="813999" y="838880"/>
                  </a:lnTo>
                  <a:lnTo>
                    <a:pt x="808663" y="837144"/>
                  </a:lnTo>
                  <a:lnTo>
                    <a:pt x="800625" y="835760"/>
                  </a:lnTo>
                  <a:lnTo>
                    <a:pt x="796784" y="836095"/>
                  </a:lnTo>
                  <a:lnTo>
                    <a:pt x="795909" y="838138"/>
                  </a:lnTo>
                  <a:lnTo>
                    <a:pt x="795128" y="838366"/>
                  </a:lnTo>
                  <a:lnTo>
                    <a:pt x="784040" y="833574"/>
                  </a:lnTo>
                  <a:lnTo>
                    <a:pt x="777927" y="827158"/>
                  </a:lnTo>
                  <a:lnTo>
                    <a:pt x="774589" y="821604"/>
                  </a:lnTo>
                  <a:lnTo>
                    <a:pt x="771417" y="806570"/>
                  </a:lnTo>
                  <a:lnTo>
                    <a:pt x="769982" y="802371"/>
                  </a:lnTo>
                  <a:lnTo>
                    <a:pt x="765066" y="794816"/>
                  </a:lnTo>
                  <a:lnTo>
                    <a:pt x="764836" y="793167"/>
                  </a:lnTo>
                  <a:lnTo>
                    <a:pt x="765715" y="792613"/>
                  </a:lnTo>
                  <a:lnTo>
                    <a:pt x="765565" y="791471"/>
                  </a:lnTo>
                  <a:lnTo>
                    <a:pt x="764269" y="788357"/>
                  </a:lnTo>
                  <a:lnTo>
                    <a:pt x="762304" y="786148"/>
                  </a:lnTo>
                  <a:lnTo>
                    <a:pt x="756327" y="782974"/>
                  </a:lnTo>
                  <a:lnTo>
                    <a:pt x="753909" y="782090"/>
                  </a:lnTo>
                  <a:lnTo>
                    <a:pt x="752529" y="782479"/>
                  </a:lnTo>
                  <a:lnTo>
                    <a:pt x="748887" y="779430"/>
                  </a:lnTo>
                  <a:lnTo>
                    <a:pt x="734092" y="774452"/>
                  </a:lnTo>
                  <a:lnTo>
                    <a:pt x="723768" y="771034"/>
                  </a:lnTo>
                  <a:lnTo>
                    <a:pt x="720412" y="768146"/>
                  </a:lnTo>
                  <a:lnTo>
                    <a:pt x="709900" y="755414"/>
                  </a:lnTo>
                  <a:lnTo>
                    <a:pt x="704943" y="752811"/>
                  </a:lnTo>
                  <a:lnTo>
                    <a:pt x="699317" y="751408"/>
                  </a:lnTo>
                  <a:lnTo>
                    <a:pt x="699704" y="750645"/>
                  </a:lnTo>
                  <a:lnTo>
                    <a:pt x="701756" y="750677"/>
                  </a:lnTo>
                  <a:lnTo>
                    <a:pt x="706486" y="751840"/>
                  </a:lnTo>
                  <a:lnTo>
                    <a:pt x="708561" y="750914"/>
                  </a:lnTo>
                  <a:lnTo>
                    <a:pt x="704604" y="747568"/>
                  </a:lnTo>
                  <a:lnTo>
                    <a:pt x="705574" y="744626"/>
                  </a:lnTo>
                  <a:lnTo>
                    <a:pt x="705128" y="741101"/>
                  </a:lnTo>
                  <a:lnTo>
                    <a:pt x="696201" y="735835"/>
                  </a:lnTo>
                  <a:lnTo>
                    <a:pt x="695648" y="729799"/>
                  </a:lnTo>
                  <a:lnTo>
                    <a:pt x="692749" y="731540"/>
                  </a:lnTo>
                  <a:lnTo>
                    <a:pt x="693648" y="721753"/>
                  </a:lnTo>
                  <a:lnTo>
                    <a:pt x="690297" y="707624"/>
                  </a:lnTo>
                  <a:lnTo>
                    <a:pt x="693521" y="697547"/>
                  </a:lnTo>
                  <a:lnTo>
                    <a:pt x="692810" y="683042"/>
                  </a:lnTo>
                  <a:lnTo>
                    <a:pt x="696313" y="680350"/>
                  </a:lnTo>
                  <a:lnTo>
                    <a:pt x="703648" y="680074"/>
                  </a:lnTo>
                  <a:lnTo>
                    <a:pt x="704180" y="679450"/>
                  </a:lnTo>
                  <a:lnTo>
                    <a:pt x="699833" y="675191"/>
                  </a:lnTo>
                  <a:lnTo>
                    <a:pt x="696124" y="673435"/>
                  </a:lnTo>
                  <a:lnTo>
                    <a:pt x="688491" y="672300"/>
                  </a:lnTo>
                  <a:lnTo>
                    <a:pt x="680506" y="669382"/>
                  </a:lnTo>
                  <a:lnTo>
                    <a:pt x="672577" y="667504"/>
                  </a:lnTo>
                  <a:lnTo>
                    <a:pt x="671109" y="666890"/>
                  </a:lnTo>
                  <a:lnTo>
                    <a:pt x="669150" y="662636"/>
                  </a:lnTo>
                  <a:lnTo>
                    <a:pt x="661658" y="666494"/>
                  </a:lnTo>
                  <a:lnTo>
                    <a:pt x="659459" y="669489"/>
                  </a:lnTo>
                  <a:lnTo>
                    <a:pt x="659825" y="670152"/>
                  </a:lnTo>
                  <a:lnTo>
                    <a:pt x="664081" y="669158"/>
                  </a:lnTo>
                  <a:lnTo>
                    <a:pt x="665440" y="669574"/>
                  </a:lnTo>
                  <a:lnTo>
                    <a:pt x="661755" y="676828"/>
                  </a:lnTo>
                  <a:lnTo>
                    <a:pt x="657227" y="672233"/>
                  </a:lnTo>
                  <a:lnTo>
                    <a:pt x="655372" y="672765"/>
                  </a:lnTo>
                  <a:lnTo>
                    <a:pt x="652999" y="669495"/>
                  </a:lnTo>
                  <a:lnTo>
                    <a:pt x="653081" y="665482"/>
                  </a:lnTo>
                  <a:lnTo>
                    <a:pt x="650913" y="660931"/>
                  </a:lnTo>
                  <a:lnTo>
                    <a:pt x="646195" y="660129"/>
                  </a:lnTo>
                  <a:lnTo>
                    <a:pt x="642341" y="661725"/>
                  </a:lnTo>
                  <a:lnTo>
                    <a:pt x="638441" y="661717"/>
                  </a:lnTo>
                  <a:lnTo>
                    <a:pt x="637554" y="659738"/>
                  </a:lnTo>
                  <a:lnTo>
                    <a:pt x="634569" y="657166"/>
                  </a:lnTo>
                  <a:lnTo>
                    <a:pt x="629189" y="655199"/>
                  </a:lnTo>
                  <a:lnTo>
                    <a:pt x="627656" y="651289"/>
                  </a:lnTo>
                  <a:lnTo>
                    <a:pt x="620713" y="645731"/>
                  </a:lnTo>
                  <a:lnTo>
                    <a:pt x="614071" y="633413"/>
                  </a:lnTo>
                  <a:lnTo>
                    <a:pt x="612401" y="628267"/>
                  </a:lnTo>
                  <a:lnTo>
                    <a:pt x="608448" y="623776"/>
                  </a:lnTo>
                  <a:lnTo>
                    <a:pt x="606338" y="619809"/>
                  </a:lnTo>
                  <a:lnTo>
                    <a:pt x="606757" y="618806"/>
                  </a:lnTo>
                  <a:lnTo>
                    <a:pt x="605936" y="616514"/>
                  </a:lnTo>
                  <a:lnTo>
                    <a:pt x="601820" y="613635"/>
                  </a:lnTo>
                  <a:lnTo>
                    <a:pt x="598952" y="610514"/>
                  </a:lnTo>
                  <a:lnTo>
                    <a:pt x="599240" y="604917"/>
                  </a:lnTo>
                  <a:lnTo>
                    <a:pt x="596611" y="601709"/>
                  </a:lnTo>
                  <a:lnTo>
                    <a:pt x="591462" y="598794"/>
                  </a:lnTo>
                  <a:lnTo>
                    <a:pt x="585349" y="596541"/>
                  </a:lnTo>
                  <a:lnTo>
                    <a:pt x="578338" y="592324"/>
                  </a:lnTo>
                  <a:lnTo>
                    <a:pt x="570851" y="590050"/>
                  </a:lnTo>
                  <a:lnTo>
                    <a:pt x="570532" y="585061"/>
                  </a:lnTo>
                  <a:lnTo>
                    <a:pt x="568282" y="581317"/>
                  </a:lnTo>
                  <a:lnTo>
                    <a:pt x="564735" y="569830"/>
                  </a:lnTo>
                  <a:lnTo>
                    <a:pt x="550147" y="556245"/>
                  </a:lnTo>
                  <a:lnTo>
                    <a:pt x="545924" y="548954"/>
                  </a:lnTo>
                  <a:lnTo>
                    <a:pt x="546369" y="548009"/>
                  </a:lnTo>
                  <a:lnTo>
                    <a:pt x="551757" y="545199"/>
                  </a:lnTo>
                  <a:lnTo>
                    <a:pt x="553635" y="550667"/>
                  </a:lnTo>
                  <a:lnTo>
                    <a:pt x="554152" y="551076"/>
                  </a:lnTo>
                  <a:lnTo>
                    <a:pt x="556452" y="549424"/>
                  </a:lnTo>
                  <a:lnTo>
                    <a:pt x="557055" y="545177"/>
                  </a:lnTo>
                  <a:lnTo>
                    <a:pt x="553645" y="540363"/>
                  </a:lnTo>
                  <a:lnTo>
                    <a:pt x="551277" y="541549"/>
                  </a:lnTo>
                  <a:lnTo>
                    <a:pt x="548947" y="541401"/>
                  </a:lnTo>
                  <a:lnTo>
                    <a:pt x="544250" y="537430"/>
                  </a:lnTo>
                  <a:lnTo>
                    <a:pt x="537782" y="534725"/>
                  </a:lnTo>
                  <a:lnTo>
                    <a:pt x="535723" y="529898"/>
                  </a:lnTo>
                  <a:lnTo>
                    <a:pt x="530018" y="521487"/>
                  </a:lnTo>
                  <a:lnTo>
                    <a:pt x="522126" y="519284"/>
                  </a:lnTo>
                  <a:lnTo>
                    <a:pt x="521949" y="518773"/>
                  </a:lnTo>
                  <a:lnTo>
                    <a:pt x="524732" y="516727"/>
                  </a:lnTo>
                  <a:lnTo>
                    <a:pt x="521434" y="504963"/>
                  </a:lnTo>
                  <a:lnTo>
                    <a:pt x="524193" y="500103"/>
                  </a:lnTo>
                  <a:lnTo>
                    <a:pt x="519134" y="487345"/>
                  </a:lnTo>
                  <a:lnTo>
                    <a:pt x="520356" y="482435"/>
                  </a:lnTo>
                  <a:lnTo>
                    <a:pt x="519860" y="478774"/>
                  </a:lnTo>
                  <a:lnTo>
                    <a:pt x="517340" y="472877"/>
                  </a:lnTo>
                  <a:lnTo>
                    <a:pt x="513910" y="470737"/>
                  </a:lnTo>
                  <a:lnTo>
                    <a:pt x="509501" y="470818"/>
                  </a:lnTo>
                  <a:lnTo>
                    <a:pt x="505875" y="471860"/>
                  </a:lnTo>
                  <a:lnTo>
                    <a:pt x="499832" y="469511"/>
                  </a:lnTo>
                  <a:lnTo>
                    <a:pt x="498127" y="467730"/>
                  </a:lnTo>
                  <a:lnTo>
                    <a:pt x="497143" y="463576"/>
                  </a:lnTo>
                  <a:lnTo>
                    <a:pt x="502303" y="454351"/>
                  </a:lnTo>
                  <a:lnTo>
                    <a:pt x="502879" y="449373"/>
                  </a:lnTo>
                  <a:lnTo>
                    <a:pt x="501838" y="447434"/>
                  </a:lnTo>
                  <a:lnTo>
                    <a:pt x="499316" y="446458"/>
                  </a:lnTo>
                  <a:lnTo>
                    <a:pt x="497663" y="444705"/>
                  </a:lnTo>
                  <a:lnTo>
                    <a:pt x="497923" y="441144"/>
                  </a:lnTo>
                  <a:lnTo>
                    <a:pt x="497199" y="439314"/>
                  </a:lnTo>
                  <a:lnTo>
                    <a:pt x="489564" y="429374"/>
                  </a:lnTo>
                  <a:lnTo>
                    <a:pt x="486072" y="421319"/>
                  </a:lnTo>
                  <a:lnTo>
                    <a:pt x="482103" y="418142"/>
                  </a:lnTo>
                  <a:lnTo>
                    <a:pt x="479763" y="408998"/>
                  </a:lnTo>
                  <a:lnTo>
                    <a:pt x="475119" y="401365"/>
                  </a:lnTo>
                  <a:lnTo>
                    <a:pt x="475493" y="397697"/>
                  </a:lnTo>
                  <a:lnTo>
                    <a:pt x="474114" y="393797"/>
                  </a:lnTo>
                  <a:lnTo>
                    <a:pt x="472120" y="391904"/>
                  </a:lnTo>
                  <a:lnTo>
                    <a:pt x="469453" y="390878"/>
                  </a:lnTo>
                  <a:lnTo>
                    <a:pt x="466762" y="391694"/>
                  </a:lnTo>
                  <a:lnTo>
                    <a:pt x="465114" y="390234"/>
                  </a:lnTo>
                  <a:lnTo>
                    <a:pt x="467436" y="378825"/>
                  </a:lnTo>
                  <a:lnTo>
                    <a:pt x="466483" y="374055"/>
                  </a:lnTo>
                  <a:lnTo>
                    <a:pt x="464835" y="370735"/>
                  </a:lnTo>
                  <a:lnTo>
                    <a:pt x="466278" y="363169"/>
                  </a:lnTo>
                  <a:lnTo>
                    <a:pt x="466666" y="354119"/>
                  </a:lnTo>
                  <a:lnTo>
                    <a:pt x="464993" y="349296"/>
                  </a:lnTo>
                  <a:lnTo>
                    <a:pt x="461508" y="344494"/>
                  </a:lnTo>
                  <a:lnTo>
                    <a:pt x="458417" y="342451"/>
                  </a:lnTo>
                  <a:lnTo>
                    <a:pt x="457457" y="337622"/>
                  </a:lnTo>
                  <a:lnTo>
                    <a:pt x="457606" y="328050"/>
                  </a:lnTo>
                  <a:lnTo>
                    <a:pt x="456353" y="323033"/>
                  </a:lnTo>
                  <a:lnTo>
                    <a:pt x="453241" y="317155"/>
                  </a:lnTo>
                  <a:lnTo>
                    <a:pt x="442603" y="304426"/>
                  </a:lnTo>
                  <a:lnTo>
                    <a:pt x="433780" y="285249"/>
                  </a:lnTo>
                  <a:lnTo>
                    <a:pt x="432646" y="276091"/>
                  </a:lnTo>
                  <a:lnTo>
                    <a:pt x="430623" y="268549"/>
                  </a:lnTo>
                  <a:lnTo>
                    <a:pt x="432384" y="265444"/>
                  </a:lnTo>
                  <a:lnTo>
                    <a:pt x="434100" y="259555"/>
                  </a:lnTo>
                  <a:lnTo>
                    <a:pt x="435497" y="250461"/>
                  </a:lnTo>
                  <a:lnTo>
                    <a:pt x="435559" y="245868"/>
                  </a:lnTo>
                  <a:lnTo>
                    <a:pt x="433011" y="235997"/>
                  </a:lnTo>
                  <a:lnTo>
                    <a:pt x="433957" y="235303"/>
                  </a:lnTo>
                  <a:lnTo>
                    <a:pt x="433817" y="238290"/>
                  </a:lnTo>
                  <a:lnTo>
                    <a:pt x="436501" y="244709"/>
                  </a:lnTo>
                  <a:lnTo>
                    <a:pt x="440285" y="239940"/>
                  </a:lnTo>
                  <a:lnTo>
                    <a:pt x="441032" y="234836"/>
                  </a:lnTo>
                  <a:lnTo>
                    <a:pt x="439392" y="226104"/>
                  </a:lnTo>
                  <a:lnTo>
                    <a:pt x="436511" y="217601"/>
                  </a:lnTo>
                  <a:lnTo>
                    <a:pt x="435830" y="217286"/>
                  </a:lnTo>
                  <a:lnTo>
                    <a:pt x="435281" y="218560"/>
                  </a:lnTo>
                  <a:lnTo>
                    <a:pt x="427814" y="213852"/>
                  </a:lnTo>
                  <a:lnTo>
                    <a:pt x="409300" y="206724"/>
                  </a:lnTo>
                  <a:lnTo>
                    <a:pt x="389164" y="201060"/>
                  </a:lnTo>
                  <a:lnTo>
                    <a:pt x="386966" y="197995"/>
                  </a:lnTo>
                  <a:lnTo>
                    <a:pt x="379578" y="196038"/>
                  </a:lnTo>
                  <a:lnTo>
                    <a:pt x="377558" y="193851"/>
                  </a:lnTo>
                  <a:lnTo>
                    <a:pt x="381139" y="194125"/>
                  </a:lnTo>
                  <a:lnTo>
                    <a:pt x="381714" y="191414"/>
                  </a:lnTo>
                  <a:lnTo>
                    <a:pt x="379363" y="175681"/>
                  </a:lnTo>
                  <a:lnTo>
                    <a:pt x="375272" y="170872"/>
                  </a:lnTo>
                  <a:lnTo>
                    <a:pt x="351735" y="156707"/>
                  </a:lnTo>
                  <a:lnTo>
                    <a:pt x="349820" y="156863"/>
                  </a:lnTo>
                  <a:lnTo>
                    <a:pt x="349105" y="157625"/>
                  </a:lnTo>
                  <a:lnTo>
                    <a:pt x="345889" y="155796"/>
                  </a:lnTo>
                  <a:lnTo>
                    <a:pt x="344304" y="153226"/>
                  </a:lnTo>
                  <a:lnTo>
                    <a:pt x="342760" y="152692"/>
                  </a:lnTo>
                  <a:lnTo>
                    <a:pt x="342822" y="158350"/>
                  </a:lnTo>
                  <a:lnTo>
                    <a:pt x="344284" y="160319"/>
                  </a:lnTo>
                  <a:lnTo>
                    <a:pt x="344029" y="162212"/>
                  </a:lnTo>
                  <a:lnTo>
                    <a:pt x="340881" y="166020"/>
                  </a:lnTo>
                  <a:lnTo>
                    <a:pt x="338567" y="166640"/>
                  </a:lnTo>
                  <a:lnTo>
                    <a:pt x="337074" y="165711"/>
                  </a:lnTo>
                  <a:lnTo>
                    <a:pt x="335894" y="170658"/>
                  </a:lnTo>
                  <a:lnTo>
                    <a:pt x="323480" y="169595"/>
                  </a:lnTo>
                  <a:lnTo>
                    <a:pt x="319490" y="168358"/>
                  </a:lnTo>
                  <a:lnTo>
                    <a:pt x="307898" y="161276"/>
                  </a:lnTo>
                  <a:lnTo>
                    <a:pt x="306026" y="159689"/>
                  </a:lnTo>
                  <a:lnTo>
                    <a:pt x="302512" y="153879"/>
                  </a:lnTo>
                  <a:lnTo>
                    <a:pt x="284649" y="141611"/>
                  </a:lnTo>
                  <a:lnTo>
                    <a:pt x="279086" y="133390"/>
                  </a:lnTo>
                  <a:lnTo>
                    <a:pt x="276035" y="130904"/>
                  </a:lnTo>
                  <a:lnTo>
                    <a:pt x="272050" y="129132"/>
                  </a:lnTo>
                  <a:lnTo>
                    <a:pt x="263757" y="128370"/>
                  </a:lnTo>
                  <a:lnTo>
                    <a:pt x="260550" y="126231"/>
                  </a:lnTo>
                  <a:lnTo>
                    <a:pt x="258632" y="122311"/>
                  </a:lnTo>
                  <a:lnTo>
                    <a:pt x="256805" y="120416"/>
                  </a:lnTo>
                  <a:lnTo>
                    <a:pt x="253835" y="119507"/>
                  </a:lnTo>
                  <a:lnTo>
                    <a:pt x="251527" y="120154"/>
                  </a:lnTo>
                  <a:lnTo>
                    <a:pt x="248886" y="130552"/>
                  </a:lnTo>
                  <a:lnTo>
                    <a:pt x="249311" y="133938"/>
                  </a:lnTo>
                  <a:lnTo>
                    <a:pt x="251579" y="138741"/>
                  </a:lnTo>
                  <a:lnTo>
                    <a:pt x="252027" y="144043"/>
                  </a:lnTo>
                  <a:lnTo>
                    <a:pt x="249955" y="147396"/>
                  </a:lnTo>
                  <a:lnTo>
                    <a:pt x="248646" y="147522"/>
                  </a:lnTo>
                  <a:lnTo>
                    <a:pt x="246756" y="145952"/>
                  </a:lnTo>
                  <a:lnTo>
                    <a:pt x="245897" y="146163"/>
                  </a:lnTo>
                  <a:lnTo>
                    <a:pt x="243335" y="151374"/>
                  </a:lnTo>
                  <a:lnTo>
                    <a:pt x="241435" y="158100"/>
                  </a:lnTo>
                  <a:lnTo>
                    <a:pt x="242062" y="165801"/>
                  </a:lnTo>
                  <a:lnTo>
                    <a:pt x="241053" y="171164"/>
                  </a:lnTo>
                  <a:lnTo>
                    <a:pt x="239890" y="171826"/>
                  </a:lnTo>
                  <a:lnTo>
                    <a:pt x="239046" y="174391"/>
                  </a:lnTo>
                  <a:lnTo>
                    <a:pt x="240798" y="175982"/>
                  </a:lnTo>
                  <a:lnTo>
                    <a:pt x="237795" y="182239"/>
                  </a:lnTo>
                  <a:lnTo>
                    <a:pt x="235878" y="189611"/>
                  </a:lnTo>
                  <a:lnTo>
                    <a:pt x="235512" y="192172"/>
                  </a:lnTo>
                  <a:lnTo>
                    <a:pt x="236360" y="194679"/>
                  </a:lnTo>
                  <a:lnTo>
                    <a:pt x="234213" y="208148"/>
                  </a:lnTo>
                  <a:lnTo>
                    <a:pt x="234543" y="211507"/>
                  </a:lnTo>
                  <a:lnTo>
                    <a:pt x="236033" y="215200"/>
                  </a:lnTo>
                  <a:lnTo>
                    <a:pt x="240380" y="222446"/>
                  </a:lnTo>
                  <a:lnTo>
                    <a:pt x="238776" y="226767"/>
                  </a:lnTo>
                  <a:lnTo>
                    <a:pt x="239245" y="228370"/>
                  </a:lnTo>
                  <a:lnTo>
                    <a:pt x="242176" y="231334"/>
                  </a:lnTo>
                  <a:lnTo>
                    <a:pt x="250981" y="237003"/>
                  </a:lnTo>
                  <a:lnTo>
                    <a:pt x="251755" y="240895"/>
                  </a:lnTo>
                  <a:lnTo>
                    <a:pt x="250875" y="271443"/>
                  </a:lnTo>
                  <a:lnTo>
                    <a:pt x="249881" y="277355"/>
                  </a:lnTo>
                  <a:lnTo>
                    <a:pt x="251726" y="283280"/>
                  </a:lnTo>
                  <a:lnTo>
                    <a:pt x="254240" y="287684"/>
                  </a:lnTo>
                  <a:lnTo>
                    <a:pt x="255897" y="296969"/>
                  </a:lnTo>
                  <a:lnTo>
                    <a:pt x="254556" y="301427"/>
                  </a:lnTo>
                  <a:lnTo>
                    <a:pt x="255141" y="305804"/>
                  </a:lnTo>
                  <a:lnTo>
                    <a:pt x="253168" y="311470"/>
                  </a:lnTo>
                  <a:lnTo>
                    <a:pt x="251996" y="320397"/>
                  </a:lnTo>
                  <a:lnTo>
                    <a:pt x="252254" y="326960"/>
                  </a:lnTo>
                  <a:lnTo>
                    <a:pt x="248215" y="334693"/>
                  </a:lnTo>
                  <a:lnTo>
                    <a:pt x="251396" y="344451"/>
                  </a:lnTo>
                  <a:lnTo>
                    <a:pt x="254776" y="347670"/>
                  </a:lnTo>
                  <a:lnTo>
                    <a:pt x="256508" y="352267"/>
                  </a:lnTo>
                  <a:lnTo>
                    <a:pt x="256876" y="357362"/>
                  </a:lnTo>
                  <a:lnTo>
                    <a:pt x="260729" y="366028"/>
                  </a:lnTo>
                  <a:lnTo>
                    <a:pt x="266054" y="369340"/>
                  </a:lnTo>
                  <a:lnTo>
                    <a:pt x="267549" y="374136"/>
                  </a:lnTo>
                  <a:lnTo>
                    <a:pt x="271448" y="374862"/>
                  </a:lnTo>
                  <a:lnTo>
                    <a:pt x="273917" y="377714"/>
                  </a:lnTo>
                  <a:lnTo>
                    <a:pt x="274216" y="379384"/>
                  </a:lnTo>
                  <a:lnTo>
                    <a:pt x="273328" y="382153"/>
                  </a:lnTo>
                  <a:lnTo>
                    <a:pt x="273897" y="388187"/>
                  </a:lnTo>
                  <a:lnTo>
                    <a:pt x="275535" y="392685"/>
                  </a:lnTo>
                  <a:lnTo>
                    <a:pt x="281758" y="397981"/>
                  </a:lnTo>
                  <a:lnTo>
                    <a:pt x="285717" y="398339"/>
                  </a:lnTo>
                  <a:lnTo>
                    <a:pt x="287500" y="396226"/>
                  </a:lnTo>
                  <a:lnTo>
                    <a:pt x="286365" y="396529"/>
                  </a:lnTo>
                  <a:lnTo>
                    <a:pt x="286320" y="395366"/>
                  </a:lnTo>
                  <a:lnTo>
                    <a:pt x="287848" y="394589"/>
                  </a:lnTo>
                  <a:lnTo>
                    <a:pt x="291558" y="396127"/>
                  </a:lnTo>
                  <a:lnTo>
                    <a:pt x="295141" y="398907"/>
                  </a:lnTo>
                  <a:lnTo>
                    <a:pt x="300738" y="406438"/>
                  </a:lnTo>
                  <a:lnTo>
                    <a:pt x="311399" y="417271"/>
                  </a:lnTo>
                  <a:lnTo>
                    <a:pt x="312618" y="419907"/>
                  </a:lnTo>
                  <a:lnTo>
                    <a:pt x="320477" y="425930"/>
                  </a:lnTo>
                  <a:lnTo>
                    <a:pt x="328584" y="436052"/>
                  </a:lnTo>
                  <a:lnTo>
                    <a:pt x="335282" y="440484"/>
                  </a:lnTo>
                  <a:lnTo>
                    <a:pt x="338445" y="444632"/>
                  </a:lnTo>
                  <a:lnTo>
                    <a:pt x="342100" y="447110"/>
                  </a:lnTo>
                  <a:lnTo>
                    <a:pt x="347292" y="453750"/>
                  </a:lnTo>
                  <a:lnTo>
                    <a:pt x="350078" y="459027"/>
                  </a:lnTo>
                  <a:lnTo>
                    <a:pt x="356240" y="464937"/>
                  </a:lnTo>
                  <a:lnTo>
                    <a:pt x="357325" y="469030"/>
                  </a:lnTo>
                  <a:lnTo>
                    <a:pt x="353827" y="472587"/>
                  </a:lnTo>
                  <a:lnTo>
                    <a:pt x="353284" y="474511"/>
                  </a:lnTo>
                  <a:lnTo>
                    <a:pt x="355692" y="479618"/>
                  </a:lnTo>
                  <a:lnTo>
                    <a:pt x="362485" y="488770"/>
                  </a:lnTo>
                  <a:lnTo>
                    <a:pt x="365021" y="495108"/>
                  </a:lnTo>
                  <a:lnTo>
                    <a:pt x="365190" y="498304"/>
                  </a:lnTo>
                  <a:lnTo>
                    <a:pt x="362068" y="502969"/>
                  </a:lnTo>
                  <a:lnTo>
                    <a:pt x="361895" y="509899"/>
                  </a:lnTo>
                  <a:lnTo>
                    <a:pt x="364939" y="517232"/>
                  </a:lnTo>
                  <a:lnTo>
                    <a:pt x="367511" y="517927"/>
                  </a:lnTo>
                  <a:lnTo>
                    <a:pt x="370331" y="517499"/>
                  </a:lnTo>
                  <a:lnTo>
                    <a:pt x="371466" y="514963"/>
                  </a:lnTo>
                  <a:lnTo>
                    <a:pt x="369798" y="512763"/>
                  </a:lnTo>
                  <a:lnTo>
                    <a:pt x="371310" y="510497"/>
                  </a:lnTo>
                  <a:lnTo>
                    <a:pt x="375667" y="509801"/>
                  </a:lnTo>
                  <a:lnTo>
                    <a:pt x="380898" y="513752"/>
                  </a:lnTo>
                  <a:lnTo>
                    <a:pt x="382595" y="522848"/>
                  </a:lnTo>
                  <a:lnTo>
                    <a:pt x="382297" y="526005"/>
                  </a:lnTo>
                  <a:lnTo>
                    <a:pt x="383914" y="530312"/>
                  </a:lnTo>
                  <a:lnTo>
                    <a:pt x="388731" y="530966"/>
                  </a:lnTo>
                  <a:lnTo>
                    <a:pt x="395147" y="526549"/>
                  </a:lnTo>
                  <a:lnTo>
                    <a:pt x="399499" y="528969"/>
                  </a:lnTo>
                  <a:lnTo>
                    <a:pt x="401974" y="533445"/>
                  </a:lnTo>
                  <a:lnTo>
                    <a:pt x="401729" y="539605"/>
                  </a:lnTo>
                  <a:lnTo>
                    <a:pt x="404967" y="551165"/>
                  </a:lnTo>
                  <a:lnTo>
                    <a:pt x="408159" y="555078"/>
                  </a:lnTo>
                  <a:lnTo>
                    <a:pt x="407650" y="559564"/>
                  </a:lnTo>
                  <a:lnTo>
                    <a:pt x="409759" y="571952"/>
                  </a:lnTo>
                  <a:lnTo>
                    <a:pt x="419523" y="579029"/>
                  </a:lnTo>
                  <a:lnTo>
                    <a:pt x="424660" y="579508"/>
                  </a:lnTo>
                  <a:lnTo>
                    <a:pt x="432716" y="577715"/>
                  </a:lnTo>
                  <a:lnTo>
                    <a:pt x="435229" y="580988"/>
                  </a:lnTo>
                  <a:lnTo>
                    <a:pt x="437481" y="582665"/>
                  </a:lnTo>
                  <a:lnTo>
                    <a:pt x="438961" y="582765"/>
                  </a:lnTo>
                  <a:lnTo>
                    <a:pt x="438019" y="590382"/>
                  </a:lnTo>
                  <a:lnTo>
                    <a:pt x="434240" y="599703"/>
                  </a:lnTo>
                  <a:lnTo>
                    <a:pt x="434258" y="603225"/>
                  </a:lnTo>
                  <a:lnTo>
                    <a:pt x="443081" y="615914"/>
                  </a:lnTo>
                  <a:lnTo>
                    <a:pt x="439947" y="622771"/>
                  </a:lnTo>
                  <a:lnTo>
                    <a:pt x="439666" y="625479"/>
                  </a:lnTo>
                  <a:lnTo>
                    <a:pt x="441927" y="632116"/>
                  </a:lnTo>
                  <a:lnTo>
                    <a:pt x="440422" y="634037"/>
                  </a:lnTo>
                  <a:lnTo>
                    <a:pt x="439693" y="637257"/>
                  </a:lnTo>
                  <a:lnTo>
                    <a:pt x="441115" y="640121"/>
                  </a:lnTo>
                  <a:lnTo>
                    <a:pt x="444056" y="641218"/>
                  </a:lnTo>
                  <a:lnTo>
                    <a:pt x="444721" y="645546"/>
                  </a:lnTo>
                  <a:lnTo>
                    <a:pt x="441913" y="659092"/>
                  </a:lnTo>
                  <a:lnTo>
                    <a:pt x="443111" y="661209"/>
                  </a:lnTo>
                  <a:lnTo>
                    <a:pt x="447377" y="665316"/>
                  </a:lnTo>
                  <a:lnTo>
                    <a:pt x="448372" y="672560"/>
                  </a:lnTo>
                  <a:lnTo>
                    <a:pt x="451666" y="678471"/>
                  </a:lnTo>
                  <a:lnTo>
                    <a:pt x="453265" y="680183"/>
                  </a:lnTo>
                  <a:lnTo>
                    <a:pt x="455442" y="680369"/>
                  </a:lnTo>
                  <a:lnTo>
                    <a:pt x="460374" y="688491"/>
                  </a:lnTo>
                  <a:lnTo>
                    <a:pt x="462886" y="689734"/>
                  </a:lnTo>
                  <a:lnTo>
                    <a:pt x="464355" y="689497"/>
                  </a:lnTo>
                  <a:lnTo>
                    <a:pt x="472681" y="693269"/>
                  </a:lnTo>
                  <a:lnTo>
                    <a:pt x="482253" y="699145"/>
                  </a:lnTo>
                  <a:lnTo>
                    <a:pt x="486876" y="703324"/>
                  </a:lnTo>
                  <a:lnTo>
                    <a:pt x="490558" y="710698"/>
                  </a:lnTo>
                  <a:lnTo>
                    <a:pt x="490648" y="719879"/>
                  </a:lnTo>
                  <a:lnTo>
                    <a:pt x="492065" y="725910"/>
                  </a:lnTo>
                  <a:lnTo>
                    <a:pt x="495646" y="731277"/>
                  </a:lnTo>
                  <a:lnTo>
                    <a:pt x="498642" y="734033"/>
                  </a:lnTo>
                  <a:lnTo>
                    <a:pt x="501314" y="741915"/>
                  </a:lnTo>
                  <a:lnTo>
                    <a:pt x="502900" y="744182"/>
                  </a:lnTo>
                  <a:lnTo>
                    <a:pt x="500690" y="748734"/>
                  </a:lnTo>
                  <a:lnTo>
                    <a:pt x="500829" y="750177"/>
                  </a:lnTo>
                  <a:lnTo>
                    <a:pt x="513684" y="760464"/>
                  </a:lnTo>
                  <a:lnTo>
                    <a:pt x="522874" y="762852"/>
                  </a:lnTo>
                  <a:lnTo>
                    <a:pt x="529407" y="766586"/>
                  </a:lnTo>
                  <a:lnTo>
                    <a:pt x="530734" y="768774"/>
                  </a:lnTo>
                  <a:lnTo>
                    <a:pt x="530589" y="769892"/>
                  </a:lnTo>
                  <a:lnTo>
                    <a:pt x="529372" y="770549"/>
                  </a:lnTo>
                  <a:lnTo>
                    <a:pt x="527611" y="769992"/>
                  </a:lnTo>
                  <a:lnTo>
                    <a:pt x="523439" y="774317"/>
                  </a:lnTo>
                  <a:lnTo>
                    <a:pt x="522226" y="778050"/>
                  </a:lnTo>
                  <a:lnTo>
                    <a:pt x="521960" y="782073"/>
                  </a:lnTo>
                  <a:lnTo>
                    <a:pt x="522618" y="784196"/>
                  </a:lnTo>
                  <a:lnTo>
                    <a:pt x="528104" y="790530"/>
                  </a:lnTo>
                  <a:lnTo>
                    <a:pt x="527982" y="792180"/>
                  </a:lnTo>
                  <a:lnTo>
                    <a:pt x="528882" y="793420"/>
                  </a:lnTo>
                  <a:lnTo>
                    <a:pt x="534856" y="800113"/>
                  </a:lnTo>
                  <a:lnTo>
                    <a:pt x="537256" y="801825"/>
                  </a:lnTo>
                  <a:lnTo>
                    <a:pt x="538173" y="808084"/>
                  </a:lnTo>
                  <a:lnTo>
                    <a:pt x="534499" y="810576"/>
                  </a:lnTo>
                  <a:lnTo>
                    <a:pt x="532022" y="816134"/>
                  </a:lnTo>
                  <a:lnTo>
                    <a:pt x="538332" y="822784"/>
                  </a:lnTo>
                  <a:lnTo>
                    <a:pt x="547581" y="839008"/>
                  </a:lnTo>
                  <a:lnTo>
                    <a:pt x="553796" y="839631"/>
                  </a:lnTo>
                  <a:lnTo>
                    <a:pt x="557637" y="836231"/>
                  </a:lnTo>
                  <a:lnTo>
                    <a:pt x="557878" y="834204"/>
                  </a:lnTo>
                  <a:lnTo>
                    <a:pt x="551152" y="826220"/>
                  </a:lnTo>
                  <a:lnTo>
                    <a:pt x="545004" y="820834"/>
                  </a:lnTo>
                  <a:lnTo>
                    <a:pt x="543828" y="817474"/>
                  </a:lnTo>
                  <a:lnTo>
                    <a:pt x="542395" y="805066"/>
                  </a:lnTo>
                  <a:lnTo>
                    <a:pt x="540157" y="796335"/>
                  </a:lnTo>
                  <a:lnTo>
                    <a:pt x="540261" y="795705"/>
                  </a:lnTo>
                  <a:lnTo>
                    <a:pt x="542510" y="795259"/>
                  </a:lnTo>
                  <a:lnTo>
                    <a:pt x="543847" y="793725"/>
                  </a:lnTo>
                  <a:lnTo>
                    <a:pt x="551978" y="800829"/>
                  </a:lnTo>
                  <a:lnTo>
                    <a:pt x="555447" y="806719"/>
                  </a:lnTo>
                  <a:lnTo>
                    <a:pt x="560954" y="811121"/>
                  </a:lnTo>
                  <a:lnTo>
                    <a:pt x="563053" y="814923"/>
                  </a:lnTo>
                  <a:lnTo>
                    <a:pt x="572719" y="821885"/>
                  </a:lnTo>
                  <a:lnTo>
                    <a:pt x="571529" y="827370"/>
                  </a:lnTo>
                  <a:lnTo>
                    <a:pt x="571002" y="839955"/>
                  </a:lnTo>
                  <a:lnTo>
                    <a:pt x="575792" y="843111"/>
                  </a:lnTo>
                  <a:lnTo>
                    <a:pt x="585165" y="846324"/>
                  </a:lnTo>
                  <a:lnTo>
                    <a:pt x="583911" y="846561"/>
                  </a:lnTo>
                  <a:lnTo>
                    <a:pt x="581156" y="853679"/>
                  </a:lnTo>
                  <a:lnTo>
                    <a:pt x="581100" y="859858"/>
                  </a:lnTo>
                  <a:lnTo>
                    <a:pt x="589072" y="869792"/>
                  </a:lnTo>
                  <a:lnTo>
                    <a:pt x="590258" y="875521"/>
                  </a:lnTo>
                  <a:lnTo>
                    <a:pt x="589145" y="882696"/>
                  </a:lnTo>
                  <a:lnTo>
                    <a:pt x="590344" y="891185"/>
                  </a:lnTo>
                  <a:lnTo>
                    <a:pt x="593202" y="900233"/>
                  </a:lnTo>
                  <a:lnTo>
                    <a:pt x="595331" y="902497"/>
                  </a:lnTo>
                  <a:lnTo>
                    <a:pt x="595951" y="905072"/>
                  </a:lnTo>
                  <a:lnTo>
                    <a:pt x="590242" y="919840"/>
                  </a:lnTo>
                  <a:lnTo>
                    <a:pt x="591311" y="925062"/>
                  </a:lnTo>
                  <a:lnTo>
                    <a:pt x="592377" y="926960"/>
                  </a:lnTo>
                  <a:lnTo>
                    <a:pt x="592450" y="935907"/>
                  </a:lnTo>
                  <a:lnTo>
                    <a:pt x="594014" y="937253"/>
                  </a:lnTo>
                  <a:lnTo>
                    <a:pt x="594830" y="944665"/>
                  </a:lnTo>
                  <a:lnTo>
                    <a:pt x="601609" y="950985"/>
                  </a:lnTo>
                  <a:lnTo>
                    <a:pt x="604195" y="951661"/>
                  </a:lnTo>
                  <a:lnTo>
                    <a:pt x="605434" y="954744"/>
                  </a:lnTo>
                  <a:lnTo>
                    <a:pt x="606870" y="966528"/>
                  </a:lnTo>
                  <a:lnTo>
                    <a:pt x="609940" y="972005"/>
                  </a:lnTo>
                  <a:lnTo>
                    <a:pt x="614707" y="978230"/>
                  </a:lnTo>
                  <a:lnTo>
                    <a:pt x="627040" y="981032"/>
                  </a:lnTo>
                  <a:lnTo>
                    <a:pt x="625293" y="989030"/>
                  </a:lnTo>
                  <a:lnTo>
                    <a:pt x="629990" y="1003716"/>
                  </a:lnTo>
                  <a:lnTo>
                    <a:pt x="632336" y="1005580"/>
                  </a:lnTo>
                  <a:lnTo>
                    <a:pt x="634877" y="1010601"/>
                  </a:lnTo>
                  <a:lnTo>
                    <a:pt x="634706" y="1012795"/>
                  </a:lnTo>
                  <a:lnTo>
                    <a:pt x="633400" y="1013697"/>
                  </a:lnTo>
                  <a:lnTo>
                    <a:pt x="633741" y="1017758"/>
                  </a:lnTo>
                  <a:lnTo>
                    <a:pt x="638566" y="1031910"/>
                  </a:lnTo>
                  <a:lnTo>
                    <a:pt x="642379" y="1039204"/>
                  </a:lnTo>
                  <a:lnTo>
                    <a:pt x="645651" y="1041227"/>
                  </a:lnTo>
                  <a:lnTo>
                    <a:pt x="653329" y="1048034"/>
                  </a:lnTo>
                  <a:lnTo>
                    <a:pt x="654326" y="1054521"/>
                  </a:lnTo>
                  <a:lnTo>
                    <a:pt x="660446" y="1064500"/>
                  </a:lnTo>
                  <a:lnTo>
                    <a:pt x="662342" y="1072979"/>
                  </a:lnTo>
                  <a:lnTo>
                    <a:pt x="663665" y="1075653"/>
                  </a:lnTo>
                  <a:lnTo>
                    <a:pt x="662808" y="1081329"/>
                  </a:lnTo>
                  <a:lnTo>
                    <a:pt x="654478" y="1093448"/>
                  </a:lnTo>
                  <a:lnTo>
                    <a:pt x="652654" y="1100062"/>
                  </a:lnTo>
                  <a:lnTo>
                    <a:pt x="652410" y="1108770"/>
                  </a:lnTo>
                  <a:lnTo>
                    <a:pt x="653179" y="1113668"/>
                  </a:lnTo>
                  <a:lnTo>
                    <a:pt x="657807" y="1120784"/>
                  </a:lnTo>
                  <a:lnTo>
                    <a:pt x="656624" y="1128144"/>
                  </a:lnTo>
                  <a:lnTo>
                    <a:pt x="657639" y="1134522"/>
                  </a:lnTo>
                  <a:lnTo>
                    <a:pt x="665224" y="1148411"/>
                  </a:lnTo>
                  <a:lnTo>
                    <a:pt x="671004" y="1154487"/>
                  </a:lnTo>
                  <a:lnTo>
                    <a:pt x="674165" y="1155906"/>
                  </a:lnTo>
                  <a:lnTo>
                    <a:pt x="689942" y="1160544"/>
                  </a:lnTo>
                  <a:lnTo>
                    <a:pt x="698984" y="1160781"/>
                  </a:lnTo>
                  <a:lnTo>
                    <a:pt x="698485" y="1162101"/>
                  </a:lnTo>
                  <a:lnTo>
                    <a:pt x="693229" y="1164059"/>
                  </a:lnTo>
                  <a:lnTo>
                    <a:pt x="688845" y="1160698"/>
                  </a:lnTo>
                  <a:lnTo>
                    <a:pt x="685942" y="1160669"/>
                  </a:lnTo>
                  <a:lnTo>
                    <a:pt x="687390" y="1168925"/>
                  </a:lnTo>
                  <a:lnTo>
                    <a:pt x="690290" y="1169761"/>
                  </a:lnTo>
                  <a:lnTo>
                    <a:pt x="694885" y="1168948"/>
                  </a:lnTo>
                  <a:lnTo>
                    <a:pt x="701386" y="1161112"/>
                  </a:lnTo>
                  <a:lnTo>
                    <a:pt x="702258" y="1156348"/>
                  </a:lnTo>
                  <a:lnTo>
                    <a:pt x="700195" y="1152083"/>
                  </a:lnTo>
                  <a:lnTo>
                    <a:pt x="698236" y="1142446"/>
                  </a:lnTo>
                  <a:lnTo>
                    <a:pt x="699206" y="1140739"/>
                  </a:lnTo>
                  <a:lnTo>
                    <a:pt x="703633" y="1137978"/>
                  </a:lnTo>
                  <a:lnTo>
                    <a:pt x="711142" y="1139477"/>
                  </a:lnTo>
                  <a:lnTo>
                    <a:pt x="712904" y="1144984"/>
                  </a:lnTo>
                  <a:lnTo>
                    <a:pt x="716478" y="1149650"/>
                  </a:lnTo>
                  <a:lnTo>
                    <a:pt x="722270" y="1154539"/>
                  </a:lnTo>
                  <a:lnTo>
                    <a:pt x="727386" y="1157240"/>
                  </a:lnTo>
                  <a:lnTo>
                    <a:pt x="736844" y="1165182"/>
                  </a:lnTo>
                  <a:lnTo>
                    <a:pt x="738877" y="1180474"/>
                  </a:lnTo>
                  <a:lnTo>
                    <a:pt x="745308" y="1182757"/>
                  </a:lnTo>
                  <a:lnTo>
                    <a:pt x="751076" y="1181827"/>
                  </a:lnTo>
                  <a:lnTo>
                    <a:pt x="757936" y="1179300"/>
                  </a:lnTo>
                  <a:lnTo>
                    <a:pt x="760367" y="1184526"/>
                  </a:lnTo>
                  <a:lnTo>
                    <a:pt x="758589" y="1187940"/>
                  </a:lnTo>
                  <a:lnTo>
                    <a:pt x="756321" y="1189162"/>
                  </a:lnTo>
                  <a:lnTo>
                    <a:pt x="755703" y="1195960"/>
                  </a:lnTo>
                  <a:lnTo>
                    <a:pt x="757119" y="1198920"/>
                  </a:lnTo>
                  <a:lnTo>
                    <a:pt x="763067" y="1203925"/>
                  </a:lnTo>
                  <a:lnTo>
                    <a:pt x="769098" y="1212008"/>
                  </a:lnTo>
                  <a:lnTo>
                    <a:pt x="770014" y="1217217"/>
                  </a:lnTo>
                  <a:lnTo>
                    <a:pt x="769268" y="1222283"/>
                  </a:lnTo>
                  <a:lnTo>
                    <a:pt x="771060" y="1228349"/>
                  </a:lnTo>
                  <a:lnTo>
                    <a:pt x="770664" y="1231043"/>
                  </a:lnTo>
                  <a:lnTo>
                    <a:pt x="770741" y="1232277"/>
                  </a:lnTo>
                  <a:lnTo>
                    <a:pt x="773082" y="1234613"/>
                  </a:lnTo>
                  <a:lnTo>
                    <a:pt x="791467" y="1243537"/>
                  </a:lnTo>
                  <a:lnTo>
                    <a:pt x="797508" y="1247732"/>
                  </a:lnTo>
                  <a:lnTo>
                    <a:pt x="796048" y="1250430"/>
                  </a:lnTo>
                  <a:lnTo>
                    <a:pt x="795914" y="1252254"/>
                  </a:lnTo>
                  <a:lnTo>
                    <a:pt x="800406" y="1260024"/>
                  </a:lnTo>
                  <a:lnTo>
                    <a:pt x="801424" y="1267542"/>
                  </a:lnTo>
                  <a:lnTo>
                    <a:pt x="801301" y="1273335"/>
                  </a:lnTo>
                  <a:lnTo>
                    <a:pt x="801048" y="1280627"/>
                  </a:lnTo>
                  <a:lnTo>
                    <a:pt x="799315" y="1288317"/>
                  </a:lnTo>
                  <a:lnTo>
                    <a:pt x="796254" y="1294735"/>
                  </a:lnTo>
                  <a:lnTo>
                    <a:pt x="786249" y="1305659"/>
                  </a:lnTo>
                  <a:lnTo>
                    <a:pt x="781224" y="1308636"/>
                  </a:lnTo>
                  <a:lnTo>
                    <a:pt x="769902" y="1311097"/>
                  </a:lnTo>
                  <a:lnTo>
                    <a:pt x="764162" y="1314901"/>
                  </a:lnTo>
                  <a:lnTo>
                    <a:pt x="763094" y="1318457"/>
                  </a:lnTo>
                  <a:lnTo>
                    <a:pt x="761827" y="1319862"/>
                  </a:lnTo>
                  <a:lnTo>
                    <a:pt x="758336" y="1320554"/>
                  </a:lnTo>
                  <a:lnTo>
                    <a:pt x="753948" y="1322915"/>
                  </a:lnTo>
                  <a:lnTo>
                    <a:pt x="752398" y="1324675"/>
                  </a:lnTo>
                  <a:lnTo>
                    <a:pt x="752063" y="1326854"/>
                  </a:lnTo>
                  <a:lnTo>
                    <a:pt x="747681" y="1330628"/>
                  </a:lnTo>
                  <a:lnTo>
                    <a:pt x="741571" y="1331288"/>
                  </a:lnTo>
                  <a:lnTo>
                    <a:pt x="739816" y="1333105"/>
                  </a:lnTo>
                  <a:lnTo>
                    <a:pt x="741244" y="1333765"/>
                  </a:lnTo>
                  <a:lnTo>
                    <a:pt x="738540" y="1334127"/>
                  </a:lnTo>
                  <a:lnTo>
                    <a:pt x="732661" y="1333685"/>
                  </a:lnTo>
                  <a:lnTo>
                    <a:pt x="730559" y="1332621"/>
                  </a:lnTo>
                  <a:lnTo>
                    <a:pt x="726695" y="1329359"/>
                  </a:lnTo>
                  <a:lnTo>
                    <a:pt x="722707" y="1324224"/>
                  </a:lnTo>
                  <a:lnTo>
                    <a:pt x="717569" y="1313631"/>
                  </a:lnTo>
                  <a:lnTo>
                    <a:pt x="715674" y="1301287"/>
                  </a:lnTo>
                  <a:lnTo>
                    <a:pt x="712508" y="1285796"/>
                  </a:lnTo>
                  <a:lnTo>
                    <a:pt x="711279" y="1274015"/>
                  </a:lnTo>
                  <a:lnTo>
                    <a:pt x="704993" y="1262913"/>
                  </a:lnTo>
                  <a:lnTo>
                    <a:pt x="704083" y="1259132"/>
                  </a:lnTo>
                  <a:lnTo>
                    <a:pt x="700966" y="1252698"/>
                  </a:lnTo>
                  <a:lnTo>
                    <a:pt x="694798" y="1242513"/>
                  </a:lnTo>
                  <a:lnTo>
                    <a:pt x="687218" y="1235729"/>
                  </a:lnTo>
                  <a:lnTo>
                    <a:pt x="667170" y="1225067"/>
                  </a:lnTo>
                  <a:lnTo>
                    <a:pt x="660786" y="1220067"/>
                  </a:lnTo>
                  <a:lnTo>
                    <a:pt x="652758" y="1211540"/>
                  </a:lnTo>
                  <a:lnTo>
                    <a:pt x="637090" y="1191117"/>
                  </a:lnTo>
                  <a:lnTo>
                    <a:pt x="613446" y="1165580"/>
                  </a:lnTo>
                  <a:lnTo>
                    <a:pt x="588947" y="1147431"/>
                  </a:lnTo>
                  <a:lnTo>
                    <a:pt x="567098" y="1133267"/>
                  </a:lnTo>
                  <a:lnTo>
                    <a:pt x="576147" y="1138470"/>
                  </a:lnTo>
                  <a:lnTo>
                    <a:pt x="573533" y="1136225"/>
                  </a:lnTo>
                  <a:lnTo>
                    <a:pt x="562169" y="1129633"/>
                  </a:lnTo>
                  <a:lnTo>
                    <a:pt x="561348" y="1126903"/>
                  </a:lnTo>
                  <a:lnTo>
                    <a:pt x="556835" y="1121225"/>
                  </a:lnTo>
                  <a:lnTo>
                    <a:pt x="555063" y="1120571"/>
                  </a:lnTo>
                  <a:lnTo>
                    <a:pt x="551495" y="1121001"/>
                  </a:lnTo>
                  <a:lnTo>
                    <a:pt x="550142" y="1120192"/>
                  </a:lnTo>
                  <a:lnTo>
                    <a:pt x="547091" y="1116611"/>
                  </a:lnTo>
                  <a:lnTo>
                    <a:pt x="544903" y="1102297"/>
                  </a:lnTo>
                  <a:lnTo>
                    <a:pt x="542680" y="1099391"/>
                  </a:lnTo>
                  <a:lnTo>
                    <a:pt x="539597" y="1097350"/>
                  </a:lnTo>
                  <a:lnTo>
                    <a:pt x="538647" y="1097064"/>
                  </a:lnTo>
                  <a:lnTo>
                    <a:pt x="537866" y="1098835"/>
                  </a:lnTo>
                  <a:lnTo>
                    <a:pt x="538486" y="1100627"/>
                  </a:lnTo>
                  <a:lnTo>
                    <a:pt x="537350" y="1102690"/>
                  </a:lnTo>
                  <a:lnTo>
                    <a:pt x="536066" y="1103035"/>
                  </a:lnTo>
                  <a:close/>
                  <a:moveTo>
                    <a:pt x="669334" y="661688"/>
                  </a:moveTo>
                  <a:lnTo>
                    <a:pt x="669014" y="660783"/>
                  </a:lnTo>
                  <a:lnTo>
                    <a:pt x="664389" y="660371"/>
                  </a:lnTo>
                  <a:lnTo>
                    <a:pt x="669225" y="662508"/>
                  </a:lnTo>
                  <a:close/>
                  <a:moveTo>
                    <a:pt x="667131" y="662704"/>
                  </a:moveTo>
                  <a:lnTo>
                    <a:pt x="669142" y="662548"/>
                  </a:lnTo>
                  <a:close/>
                  <a:moveTo>
                    <a:pt x="2165641" y="1830164"/>
                  </a:moveTo>
                  <a:lnTo>
                    <a:pt x="2165843" y="1830071"/>
                  </a:lnTo>
                  <a:close/>
                  <a:moveTo>
                    <a:pt x="2186412" y="1819654"/>
                  </a:moveTo>
                  <a:lnTo>
                    <a:pt x="2186181" y="1817353"/>
                  </a:lnTo>
                  <a:close/>
                  <a:moveTo>
                    <a:pt x="3228360" y="1573247"/>
                  </a:moveTo>
                  <a:lnTo>
                    <a:pt x="3228197" y="1573274"/>
                  </a:lnTo>
                  <a:close/>
                  <a:moveTo>
                    <a:pt x="3227524" y="1527485"/>
                  </a:moveTo>
                  <a:lnTo>
                    <a:pt x="3227542" y="1526819"/>
                  </a:lnTo>
                  <a:lnTo>
                    <a:pt x="3227533" y="1527158"/>
                  </a:lnTo>
                  <a:close/>
                  <a:moveTo>
                    <a:pt x="3233447" y="1534851"/>
                  </a:moveTo>
                  <a:lnTo>
                    <a:pt x="3233419" y="1534461"/>
                  </a:lnTo>
                  <a:lnTo>
                    <a:pt x="3233437" y="1534711"/>
                  </a:lnTo>
                  <a:close/>
                  <a:moveTo>
                    <a:pt x="3237564" y="1544153"/>
                  </a:moveTo>
                  <a:lnTo>
                    <a:pt x="3237566" y="154390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5" name="ph6135"/>
            <p:cNvSpPr/>
            <p:nvPr/>
          </p:nvSpPr>
          <p:spPr>
            <a:xfrm>
              <a:off x="5625961" y="2216309"/>
              <a:ext cx="2723" cy="24955"/>
            </a:xfrm>
            <a:custGeom>
              <a:avLst/>
              <a:pathLst>
                <a:path w="2723" h="24955">
                  <a:moveTo>
                    <a:pt x="0" y="21923"/>
                  </a:moveTo>
                  <a:lnTo>
                    <a:pt x="2076" y="500"/>
                  </a:lnTo>
                  <a:lnTo>
                    <a:pt x="2723" y="0"/>
                  </a:lnTo>
                  <a:lnTo>
                    <a:pt x="1966" y="6498"/>
                  </a:lnTo>
                  <a:lnTo>
                    <a:pt x="2505" y="9992"/>
                  </a:lnTo>
                  <a:lnTo>
                    <a:pt x="607" y="2495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6" name="ph6136"/>
            <p:cNvSpPr/>
            <p:nvPr/>
          </p:nvSpPr>
          <p:spPr>
            <a:xfrm>
              <a:off x="5751472" y="2220802"/>
              <a:ext cx="5125" cy="8478"/>
            </a:xfrm>
            <a:custGeom>
              <a:avLst/>
              <a:pathLst>
                <a:path w="5125" h="8478">
                  <a:moveTo>
                    <a:pt x="5125" y="4811"/>
                  </a:moveTo>
                  <a:lnTo>
                    <a:pt x="5020" y="6025"/>
                  </a:lnTo>
                  <a:lnTo>
                    <a:pt x="2932" y="8478"/>
                  </a:lnTo>
                  <a:lnTo>
                    <a:pt x="1023" y="6441"/>
                  </a:lnTo>
                  <a:lnTo>
                    <a:pt x="0" y="926"/>
                  </a:lnTo>
                  <a:lnTo>
                    <a:pt x="2851" y="0"/>
                  </a:lnTo>
                  <a:lnTo>
                    <a:pt x="4764" y="289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7" name="ph6137"/>
            <p:cNvSpPr/>
            <p:nvPr/>
          </p:nvSpPr>
          <p:spPr>
            <a:xfrm>
              <a:off x="5628560" y="2218078"/>
              <a:ext cx="1422" cy="1865"/>
            </a:xfrm>
            <a:custGeom>
              <a:avLst/>
              <a:pathLst>
                <a:path w="1422" h="1865">
                  <a:moveTo>
                    <a:pt x="0" y="756"/>
                  </a:moveTo>
                  <a:lnTo>
                    <a:pt x="507" y="0"/>
                  </a:lnTo>
                  <a:lnTo>
                    <a:pt x="1422" y="258"/>
                  </a:lnTo>
                  <a:lnTo>
                    <a:pt x="716" y="186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8" name="ph6138"/>
            <p:cNvSpPr/>
            <p:nvPr/>
          </p:nvSpPr>
          <p:spPr>
            <a:xfrm>
              <a:off x="5753405" y="2216956"/>
              <a:ext cx="135" cy="647"/>
            </a:xfrm>
            <a:custGeom>
              <a:avLst/>
              <a:pathLst>
                <a:path w="135" h="647">
                  <a:moveTo>
                    <a:pt x="135" y="647"/>
                  </a:moveTo>
                  <a:lnTo>
                    <a:pt x="0" y="486"/>
                  </a:lnTo>
                  <a:lnTo>
                    <a:pt x="10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9" name="ph6139"/>
            <p:cNvSpPr/>
            <p:nvPr/>
          </p:nvSpPr>
          <p:spPr>
            <a:xfrm>
              <a:off x="5731857" y="2217016"/>
              <a:ext cx="224" cy="305"/>
            </a:xfrm>
            <a:custGeom>
              <a:avLst/>
              <a:pathLst>
                <a:path w="224" h="305">
                  <a:moveTo>
                    <a:pt x="224" y="305"/>
                  </a:moveTo>
                  <a:lnTo>
                    <a:pt x="0" y="245"/>
                  </a:lnTo>
                  <a:lnTo>
                    <a:pt x="10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0" name="ph6140"/>
            <p:cNvSpPr/>
            <p:nvPr/>
          </p:nvSpPr>
          <p:spPr>
            <a:xfrm>
              <a:off x="5752785" y="2216938"/>
              <a:ext cx="154" cy="274"/>
            </a:xfrm>
            <a:custGeom>
              <a:avLst/>
              <a:pathLst>
                <a:path w="154" h="274">
                  <a:moveTo>
                    <a:pt x="0" y="0"/>
                  </a:moveTo>
                  <a:lnTo>
                    <a:pt x="154" y="75"/>
                  </a:lnTo>
                  <a:lnTo>
                    <a:pt x="139" y="27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1" name="ph6141"/>
            <p:cNvSpPr/>
            <p:nvPr/>
          </p:nvSpPr>
          <p:spPr>
            <a:xfrm>
              <a:off x="5731679" y="2215349"/>
              <a:ext cx="174" cy="217"/>
            </a:xfrm>
            <a:custGeom>
              <a:avLst/>
              <a:pathLst>
                <a:path w="174" h="217">
                  <a:moveTo>
                    <a:pt x="117" y="217"/>
                  </a:moveTo>
                  <a:lnTo>
                    <a:pt x="0" y="55"/>
                  </a:lnTo>
                  <a:lnTo>
                    <a:pt x="17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2" name="ph6142"/>
            <p:cNvSpPr/>
            <p:nvPr/>
          </p:nvSpPr>
          <p:spPr>
            <a:xfrm>
              <a:off x="5726190" y="2213391"/>
              <a:ext cx="172" cy="183"/>
            </a:xfrm>
            <a:custGeom>
              <a:avLst/>
              <a:pathLst>
                <a:path w="172" h="183">
                  <a:moveTo>
                    <a:pt x="172" y="0"/>
                  </a:moveTo>
                  <a:lnTo>
                    <a:pt x="0" y="18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3" name="ph6143"/>
            <p:cNvSpPr/>
            <p:nvPr/>
          </p:nvSpPr>
          <p:spPr>
            <a:xfrm>
              <a:off x="5725545" y="221189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4" name="ph6144"/>
            <p:cNvSpPr/>
            <p:nvPr/>
          </p:nvSpPr>
          <p:spPr>
            <a:xfrm>
              <a:off x="5728323" y="2206489"/>
              <a:ext cx="1646" cy="6129"/>
            </a:xfrm>
            <a:custGeom>
              <a:avLst/>
              <a:pathLst>
                <a:path w="1646" h="6129">
                  <a:moveTo>
                    <a:pt x="420" y="0"/>
                  </a:moveTo>
                  <a:lnTo>
                    <a:pt x="1646" y="2873"/>
                  </a:lnTo>
                  <a:lnTo>
                    <a:pt x="1503" y="6129"/>
                  </a:lnTo>
                  <a:lnTo>
                    <a:pt x="0" y="361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5" name="ph6145"/>
            <p:cNvSpPr/>
            <p:nvPr/>
          </p:nvSpPr>
          <p:spPr>
            <a:xfrm>
              <a:off x="5721915" y="2202020"/>
              <a:ext cx="178" cy="195"/>
            </a:xfrm>
            <a:custGeom>
              <a:avLst/>
              <a:pathLst>
                <a:path w="178" h="195">
                  <a:moveTo>
                    <a:pt x="178" y="0"/>
                  </a:moveTo>
                  <a:lnTo>
                    <a:pt x="0" y="19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6" name="ph6146"/>
            <p:cNvSpPr/>
            <p:nvPr/>
          </p:nvSpPr>
          <p:spPr>
            <a:xfrm>
              <a:off x="5731949" y="2174293"/>
              <a:ext cx="21163" cy="33205"/>
            </a:xfrm>
            <a:custGeom>
              <a:avLst/>
              <a:pathLst>
                <a:path w="21163" h="33205">
                  <a:moveTo>
                    <a:pt x="19048" y="6631"/>
                  </a:moveTo>
                  <a:lnTo>
                    <a:pt x="19383" y="9049"/>
                  </a:lnTo>
                  <a:lnTo>
                    <a:pt x="17624" y="10609"/>
                  </a:lnTo>
                  <a:lnTo>
                    <a:pt x="14255" y="11244"/>
                  </a:lnTo>
                  <a:lnTo>
                    <a:pt x="9885" y="17266"/>
                  </a:lnTo>
                  <a:lnTo>
                    <a:pt x="4593" y="26499"/>
                  </a:lnTo>
                  <a:lnTo>
                    <a:pt x="3051" y="33205"/>
                  </a:lnTo>
                  <a:lnTo>
                    <a:pt x="299" y="30886"/>
                  </a:lnTo>
                  <a:lnTo>
                    <a:pt x="0" y="27498"/>
                  </a:lnTo>
                  <a:lnTo>
                    <a:pt x="5108" y="13688"/>
                  </a:lnTo>
                  <a:lnTo>
                    <a:pt x="7330" y="11159"/>
                  </a:lnTo>
                  <a:lnTo>
                    <a:pt x="8851" y="4399"/>
                  </a:lnTo>
                  <a:lnTo>
                    <a:pt x="10336" y="2496"/>
                  </a:lnTo>
                  <a:lnTo>
                    <a:pt x="14721" y="430"/>
                  </a:lnTo>
                  <a:lnTo>
                    <a:pt x="21122" y="0"/>
                  </a:lnTo>
                  <a:lnTo>
                    <a:pt x="21163" y="118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7" name="ph6147"/>
            <p:cNvSpPr/>
            <p:nvPr/>
          </p:nvSpPr>
          <p:spPr>
            <a:xfrm>
              <a:off x="5739822" y="2176308"/>
              <a:ext cx="330" cy="290"/>
            </a:xfrm>
            <a:custGeom>
              <a:avLst/>
              <a:pathLst>
                <a:path w="330" h="290">
                  <a:moveTo>
                    <a:pt x="330" y="290"/>
                  </a:moveTo>
                  <a:lnTo>
                    <a:pt x="0" y="146"/>
                  </a:lnTo>
                  <a:lnTo>
                    <a:pt x="4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8" name="ph6148"/>
            <p:cNvSpPr/>
            <p:nvPr/>
          </p:nvSpPr>
          <p:spPr>
            <a:xfrm>
              <a:off x="5725480" y="2167460"/>
              <a:ext cx="330" cy="197"/>
            </a:xfrm>
            <a:custGeom>
              <a:avLst/>
              <a:pathLst>
                <a:path w="330" h="197">
                  <a:moveTo>
                    <a:pt x="99" y="0"/>
                  </a:moveTo>
                  <a:lnTo>
                    <a:pt x="330" y="135"/>
                  </a:lnTo>
                  <a:lnTo>
                    <a:pt x="0" y="19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9" name="ph6149"/>
            <p:cNvSpPr/>
            <p:nvPr/>
          </p:nvSpPr>
          <p:spPr>
            <a:xfrm>
              <a:off x="5727782" y="2163710"/>
              <a:ext cx="2801" cy="4095"/>
            </a:xfrm>
            <a:custGeom>
              <a:avLst/>
              <a:pathLst>
                <a:path w="2801" h="4095">
                  <a:moveTo>
                    <a:pt x="291" y="1398"/>
                  </a:moveTo>
                  <a:lnTo>
                    <a:pt x="1320" y="240"/>
                  </a:lnTo>
                  <a:lnTo>
                    <a:pt x="2794" y="0"/>
                  </a:lnTo>
                  <a:lnTo>
                    <a:pt x="2801" y="4095"/>
                  </a:lnTo>
                  <a:lnTo>
                    <a:pt x="879" y="3925"/>
                  </a:lnTo>
                  <a:lnTo>
                    <a:pt x="0" y="227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0" name="ph6150"/>
            <p:cNvSpPr/>
            <p:nvPr/>
          </p:nvSpPr>
          <p:spPr>
            <a:xfrm>
              <a:off x="5714793" y="2096385"/>
              <a:ext cx="1080" cy="2270"/>
            </a:xfrm>
            <a:custGeom>
              <a:avLst/>
              <a:pathLst>
                <a:path w="1080" h="2270">
                  <a:moveTo>
                    <a:pt x="872" y="676"/>
                  </a:moveTo>
                  <a:lnTo>
                    <a:pt x="1080" y="227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1" name="ph6151"/>
            <p:cNvSpPr/>
            <p:nvPr/>
          </p:nvSpPr>
          <p:spPr>
            <a:xfrm>
              <a:off x="5500704" y="2069133"/>
              <a:ext cx="14384" cy="10727"/>
            </a:xfrm>
            <a:custGeom>
              <a:avLst/>
              <a:pathLst>
                <a:path w="14384" h="10727">
                  <a:moveTo>
                    <a:pt x="2493" y="4670"/>
                  </a:moveTo>
                  <a:lnTo>
                    <a:pt x="167" y="3039"/>
                  </a:lnTo>
                  <a:lnTo>
                    <a:pt x="0" y="2133"/>
                  </a:lnTo>
                  <a:lnTo>
                    <a:pt x="3141" y="0"/>
                  </a:lnTo>
                  <a:lnTo>
                    <a:pt x="4394" y="184"/>
                  </a:lnTo>
                  <a:lnTo>
                    <a:pt x="7085" y="1728"/>
                  </a:lnTo>
                  <a:lnTo>
                    <a:pt x="10277" y="2425"/>
                  </a:lnTo>
                  <a:lnTo>
                    <a:pt x="14384" y="10727"/>
                  </a:lnTo>
                  <a:lnTo>
                    <a:pt x="13357" y="10726"/>
                  </a:lnTo>
                  <a:lnTo>
                    <a:pt x="8215" y="667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2" name="ph6152"/>
            <p:cNvSpPr/>
            <p:nvPr/>
          </p:nvSpPr>
          <p:spPr>
            <a:xfrm>
              <a:off x="5504408" y="2064040"/>
              <a:ext cx="4812" cy="4751"/>
            </a:xfrm>
            <a:custGeom>
              <a:avLst/>
              <a:pathLst>
                <a:path w="4812" h="4751">
                  <a:moveTo>
                    <a:pt x="4566" y="3293"/>
                  </a:moveTo>
                  <a:lnTo>
                    <a:pt x="4812" y="4751"/>
                  </a:lnTo>
                  <a:lnTo>
                    <a:pt x="2160" y="4566"/>
                  </a:lnTo>
                  <a:lnTo>
                    <a:pt x="1906" y="177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3" name="ph6153"/>
            <p:cNvSpPr/>
            <p:nvPr/>
          </p:nvSpPr>
          <p:spPr>
            <a:xfrm>
              <a:off x="5660536" y="2061436"/>
              <a:ext cx="219" cy="249"/>
            </a:xfrm>
            <a:custGeom>
              <a:avLst/>
              <a:pathLst>
                <a:path w="219" h="249">
                  <a:moveTo>
                    <a:pt x="210" y="169"/>
                  </a:moveTo>
                  <a:lnTo>
                    <a:pt x="0" y="249"/>
                  </a:lnTo>
                  <a:lnTo>
                    <a:pt x="21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4" name="ph6154"/>
            <p:cNvSpPr/>
            <p:nvPr/>
          </p:nvSpPr>
          <p:spPr>
            <a:xfrm>
              <a:off x="5514579" y="2045913"/>
              <a:ext cx="1252" cy="3308"/>
            </a:xfrm>
            <a:custGeom>
              <a:avLst/>
              <a:pathLst>
                <a:path w="1252" h="3308">
                  <a:moveTo>
                    <a:pt x="633" y="3308"/>
                  </a:moveTo>
                  <a:lnTo>
                    <a:pt x="0" y="526"/>
                  </a:lnTo>
                  <a:lnTo>
                    <a:pt x="648" y="0"/>
                  </a:lnTo>
                  <a:lnTo>
                    <a:pt x="970" y="1035"/>
                  </a:lnTo>
                  <a:lnTo>
                    <a:pt x="1252" y="286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5" name="ph6155"/>
            <p:cNvSpPr/>
            <p:nvPr/>
          </p:nvSpPr>
          <p:spPr>
            <a:xfrm>
              <a:off x="5514048" y="2043808"/>
              <a:ext cx="719" cy="1117"/>
            </a:xfrm>
            <a:custGeom>
              <a:avLst/>
              <a:pathLst>
                <a:path w="719" h="1117">
                  <a:moveTo>
                    <a:pt x="687" y="1117"/>
                  </a:moveTo>
                  <a:lnTo>
                    <a:pt x="0" y="476"/>
                  </a:lnTo>
                  <a:lnTo>
                    <a:pt x="71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6" name="ph6156"/>
            <p:cNvSpPr/>
            <p:nvPr/>
          </p:nvSpPr>
          <p:spPr>
            <a:xfrm>
              <a:off x="5661896" y="2040098"/>
              <a:ext cx="906" cy="1108"/>
            </a:xfrm>
            <a:custGeom>
              <a:avLst/>
              <a:pathLst>
                <a:path w="906" h="1108">
                  <a:moveTo>
                    <a:pt x="0" y="1108"/>
                  </a:moveTo>
                  <a:lnTo>
                    <a:pt x="906" y="0"/>
                  </a:lnTo>
                  <a:lnTo>
                    <a:pt x="602" y="83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7" name="ph6157"/>
            <p:cNvSpPr/>
            <p:nvPr/>
          </p:nvSpPr>
          <p:spPr>
            <a:xfrm>
              <a:off x="5662856" y="2037859"/>
              <a:ext cx="55" cy="230"/>
            </a:xfrm>
            <a:custGeom>
              <a:avLst/>
              <a:pathLst>
                <a:path w="55" h="230">
                  <a:moveTo>
                    <a:pt x="55" y="0"/>
                  </a:moveTo>
                  <a:lnTo>
                    <a:pt x="0" y="23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8" name="ph6158"/>
            <p:cNvSpPr/>
            <p:nvPr/>
          </p:nvSpPr>
          <p:spPr>
            <a:xfrm>
              <a:off x="5645198" y="2022714"/>
              <a:ext cx="93" cy="209"/>
            </a:xfrm>
            <a:custGeom>
              <a:avLst/>
              <a:pathLst>
                <a:path w="93" h="209">
                  <a:moveTo>
                    <a:pt x="93" y="20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9" name="ph6159"/>
            <p:cNvSpPr/>
            <p:nvPr/>
          </p:nvSpPr>
          <p:spPr>
            <a:xfrm>
              <a:off x="5641516" y="2010341"/>
              <a:ext cx="6801" cy="10702"/>
            </a:xfrm>
            <a:custGeom>
              <a:avLst/>
              <a:pathLst>
                <a:path w="6801" h="10702">
                  <a:moveTo>
                    <a:pt x="2051" y="9407"/>
                  </a:moveTo>
                  <a:lnTo>
                    <a:pt x="0" y="2361"/>
                  </a:lnTo>
                  <a:lnTo>
                    <a:pt x="2248" y="0"/>
                  </a:lnTo>
                  <a:lnTo>
                    <a:pt x="6801" y="4835"/>
                  </a:lnTo>
                  <a:lnTo>
                    <a:pt x="4894" y="10611"/>
                  </a:lnTo>
                  <a:lnTo>
                    <a:pt x="2984" y="1070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0" name="ph6160"/>
            <p:cNvSpPr/>
            <p:nvPr/>
          </p:nvSpPr>
          <p:spPr>
            <a:xfrm>
              <a:off x="5383800" y="2009572"/>
              <a:ext cx="473" cy="1630"/>
            </a:xfrm>
            <a:custGeom>
              <a:avLst/>
              <a:pathLst>
                <a:path w="473" h="1630">
                  <a:moveTo>
                    <a:pt x="473" y="1630"/>
                  </a:moveTo>
                  <a:lnTo>
                    <a:pt x="0" y="1164"/>
                  </a:lnTo>
                  <a:lnTo>
                    <a:pt x="34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1" name="ph6161"/>
            <p:cNvSpPr/>
            <p:nvPr/>
          </p:nvSpPr>
          <p:spPr>
            <a:xfrm>
              <a:off x="5373987" y="2003733"/>
              <a:ext cx="1277" cy="511"/>
            </a:xfrm>
            <a:custGeom>
              <a:avLst/>
              <a:pathLst>
                <a:path w="1277" h="511">
                  <a:moveTo>
                    <a:pt x="0" y="278"/>
                  </a:moveTo>
                  <a:lnTo>
                    <a:pt x="1112" y="0"/>
                  </a:lnTo>
                  <a:lnTo>
                    <a:pt x="1277" y="51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2" name="ph6162"/>
            <p:cNvSpPr/>
            <p:nvPr/>
          </p:nvSpPr>
          <p:spPr>
            <a:xfrm>
              <a:off x="5667369" y="1986206"/>
              <a:ext cx="5232" cy="3491"/>
            </a:xfrm>
            <a:custGeom>
              <a:avLst/>
              <a:pathLst>
                <a:path w="5232" h="3491">
                  <a:moveTo>
                    <a:pt x="0" y="714"/>
                  </a:moveTo>
                  <a:lnTo>
                    <a:pt x="1850" y="0"/>
                  </a:lnTo>
                  <a:lnTo>
                    <a:pt x="3808" y="290"/>
                  </a:lnTo>
                  <a:lnTo>
                    <a:pt x="5232" y="2202"/>
                  </a:lnTo>
                  <a:lnTo>
                    <a:pt x="4665" y="3491"/>
                  </a:lnTo>
                  <a:lnTo>
                    <a:pt x="526" y="320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3" name="ph6163"/>
            <p:cNvSpPr/>
            <p:nvPr/>
          </p:nvSpPr>
          <p:spPr>
            <a:xfrm>
              <a:off x="5781693" y="1938169"/>
              <a:ext cx="121" cy="161"/>
            </a:xfrm>
            <a:custGeom>
              <a:avLst/>
              <a:pathLst>
                <a:path w="121" h="161">
                  <a:moveTo>
                    <a:pt x="121" y="0"/>
                  </a:moveTo>
                  <a:lnTo>
                    <a:pt x="0" y="16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4" name="ph6164"/>
            <p:cNvSpPr/>
            <p:nvPr/>
          </p:nvSpPr>
          <p:spPr>
            <a:xfrm>
              <a:off x="5779920" y="1933735"/>
              <a:ext cx="273" cy="155"/>
            </a:xfrm>
            <a:custGeom>
              <a:avLst/>
              <a:pathLst>
                <a:path w="273" h="155">
                  <a:moveTo>
                    <a:pt x="273" y="155"/>
                  </a:moveTo>
                  <a:lnTo>
                    <a:pt x="0" y="44"/>
                  </a:lnTo>
                  <a:lnTo>
                    <a:pt x="21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5" name="ph6165"/>
            <p:cNvSpPr/>
            <p:nvPr/>
          </p:nvSpPr>
          <p:spPr>
            <a:xfrm>
              <a:off x="5777555" y="19314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6" name="ph6166"/>
            <p:cNvSpPr/>
            <p:nvPr/>
          </p:nvSpPr>
          <p:spPr>
            <a:xfrm>
              <a:off x="5769750" y="1930283"/>
              <a:ext cx="2" cy="165"/>
            </a:xfrm>
            <a:custGeom>
              <a:avLst/>
              <a:pathLst>
                <a:path w="2" h="165">
                  <a:moveTo>
                    <a:pt x="2" y="165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7" name="ph6167"/>
            <p:cNvSpPr/>
            <p:nvPr/>
          </p:nvSpPr>
          <p:spPr>
            <a:xfrm>
              <a:off x="5777679" y="1930222"/>
              <a:ext cx="230" cy="302"/>
            </a:xfrm>
            <a:custGeom>
              <a:avLst/>
              <a:pathLst>
                <a:path w="230" h="302">
                  <a:moveTo>
                    <a:pt x="230" y="49"/>
                  </a:moveTo>
                  <a:lnTo>
                    <a:pt x="135" y="30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8" name="ph6168"/>
            <p:cNvSpPr/>
            <p:nvPr/>
          </p:nvSpPr>
          <p:spPr>
            <a:xfrm>
              <a:off x="5770746" y="192961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9" name="ph6169"/>
            <p:cNvSpPr/>
            <p:nvPr/>
          </p:nvSpPr>
          <p:spPr>
            <a:xfrm>
              <a:off x="5770712" y="1928939"/>
              <a:ext cx="148" cy="354"/>
            </a:xfrm>
            <a:custGeom>
              <a:avLst/>
              <a:pathLst>
                <a:path w="148" h="354">
                  <a:moveTo>
                    <a:pt x="0" y="0"/>
                  </a:moveTo>
                  <a:lnTo>
                    <a:pt x="148" y="194"/>
                  </a:lnTo>
                  <a:lnTo>
                    <a:pt x="79" y="35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0" name="ph6170"/>
            <p:cNvSpPr/>
            <p:nvPr/>
          </p:nvSpPr>
          <p:spPr>
            <a:xfrm>
              <a:off x="5573054" y="1928337"/>
              <a:ext cx="564" cy="208"/>
            </a:xfrm>
            <a:custGeom>
              <a:avLst/>
              <a:pathLst>
                <a:path w="564" h="208">
                  <a:moveTo>
                    <a:pt x="0" y="8"/>
                  </a:moveTo>
                  <a:lnTo>
                    <a:pt x="228" y="0"/>
                  </a:lnTo>
                  <a:lnTo>
                    <a:pt x="564" y="20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1" name="ph6171"/>
            <p:cNvSpPr/>
            <p:nvPr/>
          </p:nvSpPr>
          <p:spPr>
            <a:xfrm>
              <a:off x="5773106" y="1927660"/>
              <a:ext cx="435" cy="712"/>
            </a:xfrm>
            <a:custGeom>
              <a:avLst/>
              <a:pathLst>
                <a:path w="435" h="712">
                  <a:moveTo>
                    <a:pt x="323" y="535"/>
                  </a:moveTo>
                  <a:lnTo>
                    <a:pt x="0" y="712"/>
                  </a:lnTo>
                  <a:lnTo>
                    <a:pt x="43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2" name="ph6172"/>
            <p:cNvSpPr/>
            <p:nvPr/>
          </p:nvSpPr>
          <p:spPr>
            <a:xfrm>
              <a:off x="5404157" y="1924496"/>
              <a:ext cx="3741" cy="6405"/>
            </a:xfrm>
            <a:custGeom>
              <a:avLst/>
              <a:pathLst>
                <a:path w="3741" h="6405">
                  <a:moveTo>
                    <a:pt x="2149" y="920"/>
                  </a:moveTo>
                  <a:lnTo>
                    <a:pt x="3741" y="6405"/>
                  </a:lnTo>
                  <a:lnTo>
                    <a:pt x="0" y="2132"/>
                  </a:lnTo>
                  <a:lnTo>
                    <a:pt x="45" y="152"/>
                  </a:lnTo>
                  <a:lnTo>
                    <a:pt x="88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3" name="ph6173"/>
            <p:cNvSpPr/>
            <p:nvPr/>
          </p:nvSpPr>
          <p:spPr>
            <a:xfrm>
              <a:off x="5396559" y="1924449"/>
              <a:ext cx="7037" cy="6281"/>
            </a:xfrm>
            <a:custGeom>
              <a:avLst/>
              <a:pathLst>
                <a:path w="7037" h="6281">
                  <a:moveTo>
                    <a:pt x="2758" y="3497"/>
                  </a:moveTo>
                  <a:lnTo>
                    <a:pt x="26" y="2757"/>
                  </a:lnTo>
                  <a:lnTo>
                    <a:pt x="0" y="1192"/>
                  </a:lnTo>
                  <a:lnTo>
                    <a:pt x="2947" y="0"/>
                  </a:lnTo>
                  <a:lnTo>
                    <a:pt x="7037" y="628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4" name="ph6174"/>
            <p:cNvSpPr/>
            <p:nvPr/>
          </p:nvSpPr>
          <p:spPr>
            <a:xfrm>
              <a:off x="5762355" y="1926085"/>
              <a:ext cx="715" cy="856"/>
            </a:xfrm>
            <a:custGeom>
              <a:avLst/>
              <a:pathLst>
                <a:path w="715" h="856">
                  <a:moveTo>
                    <a:pt x="0" y="856"/>
                  </a:moveTo>
                  <a:lnTo>
                    <a:pt x="715" y="0"/>
                  </a:lnTo>
                  <a:lnTo>
                    <a:pt x="462" y="80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5" name="ph6175"/>
            <p:cNvSpPr/>
            <p:nvPr/>
          </p:nvSpPr>
          <p:spPr>
            <a:xfrm>
              <a:off x="5731738" y="1920700"/>
              <a:ext cx="2357" cy="4442"/>
            </a:xfrm>
            <a:custGeom>
              <a:avLst/>
              <a:pathLst>
                <a:path w="2357" h="4442">
                  <a:moveTo>
                    <a:pt x="0" y="0"/>
                  </a:moveTo>
                  <a:lnTo>
                    <a:pt x="1238" y="1532"/>
                  </a:lnTo>
                  <a:lnTo>
                    <a:pt x="2357" y="4442"/>
                  </a:lnTo>
                  <a:lnTo>
                    <a:pt x="752" y="328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6" name="ph6176"/>
            <p:cNvSpPr/>
            <p:nvPr/>
          </p:nvSpPr>
          <p:spPr>
            <a:xfrm>
              <a:off x="5571525" y="19201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7" name="ph6177"/>
            <p:cNvSpPr/>
            <p:nvPr/>
          </p:nvSpPr>
          <p:spPr>
            <a:xfrm>
              <a:off x="5285249" y="1897196"/>
              <a:ext cx="6370" cy="6490"/>
            </a:xfrm>
            <a:custGeom>
              <a:avLst/>
              <a:pathLst>
                <a:path w="6370" h="6490">
                  <a:moveTo>
                    <a:pt x="4238" y="6490"/>
                  </a:moveTo>
                  <a:lnTo>
                    <a:pt x="4215" y="4306"/>
                  </a:lnTo>
                  <a:lnTo>
                    <a:pt x="2632" y="2263"/>
                  </a:lnTo>
                  <a:lnTo>
                    <a:pt x="0" y="1013"/>
                  </a:lnTo>
                  <a:lnTo>
                    <a:pt x="453" y="0"/>
                  </a:lnTo>
                  <a:lnTo>
                    <a:pt x="6370" y="3952"/>
                  </a:lnTo>
                  <a:lnTo>
                    <a:pt x="5630" y="624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8" name="ph6178"/>
            <p:cNvSpPr/>
            <p:nvPr/>
          </p:nvSpPr>
          <p:spPr>
            <a:xfrm>
              <a:off x="5284787" y="189741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9" name="ph6179"/>
            <p:cNvSpPr/>
            <p:nvPr/>
          </p:nvSpPr>
          <p:spPr>
            <a:xfrm>
              <a:off x="5415134" y="1882304"/>
              <a:ext cx="729" cy="1136"/>
            </a:xfrm>
            <a:custGeom>
              <a:avLst/>
              <a:pathLst>
                <a:path w="729" h="1136">
                  <a:moveTo>
                    <a:pt x="313" y="1136"/>
                  </a:moveTo>
                  <a:lnTo>
                    <a:pt x="0" y="152"/>
                  </a:lnTo>
                  <a:lnTo>
                    <a:pt x="72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0" name="ph6180"/>
            <p:cNvSpPr/>
            <p:nvPr/>
          </p:nvSpPr>
          <p:spPr>
            <a:xfrm>
              <a:off x="5627306" y="1860705"/>
              <a:ext cx="2229" cy="1857"/>
            </a:xfrm>
            <a:custGeom>
              <a:avLst/>
              <a:pathLst>
                <a:path w="2229" h="1857">
                  <a:moveTo>
                    <a:pt x="0" y="970"/>
                  </a:moveTo>
                  <a:lnTo>
                    <a:pt x="479" y="45"/>
                  </a:lnTo>
                  <a:lnTo>
                    <a:pt x="2229" y="0"/>
                  </a:lnTo>
                  <a:lnTo>
                    <a:pt x="2204" y="185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1" name="ph6181"/>
            <p:cNvSpPr/>
            <p:nvPr/>
          </p:nvSpPr>
          <p:spPr>
            <a:xfrm>
              <a:off x="5271220" y="1834135"/>
              <a:ext cx="24587" cy="45300"/>
            </a:xfrm>
            <a:custGeom>
              <a:avLst/>
              <a:pathLst>
                <a:path w="24587" h="45300">
                  <a:moveTo>
                    <a:pt x="1990" y="32731"/>
                  </a:moveTo>
                  <a:lnTo>
                    <a:pt x="5735" y="30349"/>
                  </a:lnTo>
                  <a:lnTo>
                    <a:pt x="15246" y="20265"/>
                  </a:lnTo>
                  <a:lnTo>
                    <a:pt x="15950" y="18879"/>
                  </a:lnTo>
                  <a:lnTo>
                    <a:pt x="14549" y="15411"/>
                  </a:lnTo>
                  <a:lnTo>
                    <a:pt x="14341" y="9621"/>
                  </a:lnTo>
                  <a:lnTo>
                    <a:pt x="16838" y="2943"/>
                  </a:lnTo>
                  <a:lnTo>
                    <a:pt x="18447" y="828"/>
                  </a:lnTo>
                  <a:lnTo>
                    <a:pt x="20079" y="0"/>
                  </a:lnTo>
                  <a:lnTo>
                    <a:pt x="22421" y="2420"/>
                  </a:lnTo>
                  <a:lnTo>
                    <a:pt x="23950" y="10836"/>
                  </a:lnTo>
                  <a:lnTo>
                    <a:pt x="24587" y="26177"/>
                  </a:lnTo>
                  <a:lnTo>
                    <a:pt x="23958" y="32037"/>
                  </a:lnTo>
                  <a:lnTo>
                    <a:pt x="20426" y="35997"/>
                  </a:lnTo>
                  <a:lnTo>
                    <a:pt x="19280" y="45300"/>
                  </a:lnTo>
                  <a:lnTo>
                    <a:pt x="11581" y="44140"/>
                  </a:lnTo>
                  <a:lnTo>
                    <a:pt x="12025" y="43429"/>
                  </a:lnTo>
                  <a:lnTo>
                    <a:pt x="10839" y="39401"/>
                  </a:lnTo>
                  <a:lnTo>
                    <a:pt x="7657" y="36263"/>
                  </a:lnTo>
                  <a:lnTo>
                    <a:pt x="4962" y="36440"/>
                  </a:lnTo>
                  <a:lnTo>
                    <a:pt x="1578" y="38352"/>
                  </a:lnTo>
                  <a:lnTo>
                    <a:pt x="0" y="3732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2" name="ph6182"/>
            <p:cNvSpPr/>
            <p:nvPr/>
          </p:nvSpPr>
          <p:spPr>
            <a:xfrm>
              <a:off x="5252472" y="1839256"/>
              <a:ext cx="962" cy="2653"/>
            </a:xfrm>
            <a:custGeom>
              <a:avLst/>
              <a:pathLst>
                <a:path w="962" h="2653">
                  <a:moveTo>
                    <a:pt x="0" y="2653"/>
                  </a:moveTo>
                  <a:lnTo>
                    <a:pt x="56" y="0"/>
                  </a:lnTo>
                  <a:lnTo>
                    <a:pt x="962" y="98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3" name="ph6183"/>
            <p:cNvSpPr/>
            <p:nvPr/>
          </p:nvSpPr>
          <p:spPr>
            <a:xfrm>
              <a:off x="5245307" y="1838051"/>
              <a:ext cx="3864" cy="2689"/>
            </a:xfrm>
            <a:custGeom>
              <a:avLst/>
              <a:pathLst>
                <a:path w="3864" h="2689">
                  <a:moveTo>
                    <a:pt x="0" y="2012"/>
                  </a:moveTo>
                  <a:lnTo>
                    <a:pt x="765" y="199"/>
                  </a:lnTo>
                  <a:lnTo>
                    <a:pt x="1838" y="0"/>
                  </a:lnTo>
                  <a:lnTo>
                    <a:pt x="3864" y="1357"/>
                  </a:lnTo>
                  <a:lnTo>
                    <a:pt x="2838" y="268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4" name="ph6184"/>
            <p:cNvSpPr/>
            <p:nvPr/>
          </p:nvSpPr>
          <p:spPr>
            <a:xfrm>
              <a:off x="5249456" y="1838826"/>
              <a:ext cx="1223" cy="707"/>
            </a:xfrm>
            <a:custGeom>
              <a:avLst/>
              <a:pathLst>
                <a:path w="1223" h="707">
                  <a:moveTo>
                    <a:pt x="108" y="575"/>
                  </a:moveTo>
                  <a:lnTo>
                    <a:pt x="0" y="0"/>
                  </a:lnTo>
                  <a:lnTo>
                    <a:pt x="1223" y="70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5" name="ph6185"/>
            <p:cNvSpPr/>
            <p:nvPr/>
          </p:nvSpPr>
          <p:spPr>
            <a:xfrm>
              <a:off x="5563815" y="1817424"/>
              <a:ext cx="15318" cy="14356"/>
            </a:xfrm>
            <a:custGeom>
              <a:avLst/>
              <a:pathLst>
                <a:path w="15318" h="14356">
                  <a:moveTo>
                    <a:pt x="3660" y="972"/>
                  </a:moveTo>
                  <a:lnTo>
                    <a:pt x="15318" y="12602"/>
                  </a:lnTo>
                  <a:lnTo>
                    <a:pt x="12903" y="14356"/>
                  </a:lnTo>
                  <a:lnTo>
                    <a:pt x="11863" y="13827"/>
                  </a:lnTo>
                  <a:lnTo>
                    <a:pt x="10140" y="9699"/>
                  </a:lnTo>
                  <a:lnTo>
                    <a:pt x="5240" y="5423"/>
                  </a:lnTo>
                  <a:lnTo>
                    <a:pt x="3206" y="468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6" name="ph6186"/>
            <p:cNvSpPr/>
            <p:nvPr/>
          </p:nvSpPr>
          <p:spPr>
            <a:xfrm>
              <a:off x="5596394" y="1812964"/>
              <a:ext cx="8269" cy="8523"/>
            </a:xfrm>
            <a:custGeom>
              <a:avLst/>
              <a:pathLst>
                <a:path w="8269" h="8523">
                  <a:moveTo>
                    <a:pt x="312" y="555"/>
                  </a:moveTo>
                  <a:lnTo>
                    <a:pt x="2372" y="0"/>
                  </a:lnTo>
                  <a:lnTo>
                    <a:pt x="7148" y="513"/>
                  </a:lnTo>
                  <a:lnTo>
                    <a:pt x="8269" y="3135"/>
                  </a:lnTo>
                  <a:lnTo>
                    <a:pt x="6718" y="7923"/>
                  </a:lnTo>
                  <a:lnTo>
                    <a:pt x="4326" y="8523"/>
                  </a:lnTo>
                  <a:lnTo>
                    <a:pt x="1483" y="7781"/>
                  </a:lnTo>
                  <a:lnTo>
                    <a:pt x="0" y="335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7" name="ph6187"/>
            <p:cNvSpPr/>
            <p:nvPr/>
          </p:nvSpPr>
          <p:spPr>
            <a:xfrm>
              <a:off x="5633104" y="1815037"/>
              <a:ext cx="1150" cy="3495"/>
            </a:xfrm>
            <a:custGeom>
              <a:avLst/>
              <a:pathLst>
                <a:path w="1150" h="3495">
                  <a:moveTo>
                    <a:pt x="0" y="0"/>
                  </a:moveTo>
                  <a:lnTo>
                    <a:pt x="573" y="922"/>
                  </a:lnTo>
                  <a:lnTo>
                    <a:pt x="1150" y="349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8" name="ph6188"/>
            <p:cNvSpPr/>
            <p:nvPr/>
          </p:nvSpPr>
          <p:spPr>
            <a:xfrm>
              <a:off x="5559448" y="1813000"/>
              <a:ext cx="3945" cy="3860"/>
            </a:xfrm>
            <a:custGeom>
              <a:avLst/>
              <a:pathLst>
                <a:path w="3945" h="3860">
                  <a:moveTo>
                    <a:pt x="3945" y="1888"/>
                  </a:moveTo>
                  <a:lnTo>
                    <a:pt x="3808" y="3860"/>
                  </a:lnTo>
                  <a:lnTo>
                    <a:pt x="0" y="1648"/>
                  </a:lnTo>
                  <a:lnTo>
                    <a:pt x="159" y="0"/>
                  </a:lnTo>
                  <a:lnTo>
                    <a:pt x="1420" y="138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9" name="ph6189"/>
            <p:cNvSpPr/>
            <p:nvPr/>
          </p:nvSpPr>
          <p:spPr>
            <a:xfrm>
              <a:off x="5562581" y="1814556"/>
              <a:ext cx="75" cy="130"/>
            </a:xfrm>
            <a:custGeom>
              <a:avLst/>
              <a:pathLst>
                <a:path w="75" h="130">
                  <a:moveTo>
                    <a:pt x="0" y="130"/>
                  </a:moveTo>
                  <a:lnTo>
                    <a:pt x="7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0" name="ph6190"/>
            <p:cNvSpPr/>
            <p:nvPr/>
          </p:nvSpPr>
          <p:spPr>
            <a:xfrm>
              <a:off x="5555939" y="1810719"/>
              <a:ext cx="274" cy="178"/>
            </a:xfrm>
            <a:custGeom>
              <a:avLst/>
              <a:pathLst>
                <a:path w="274" h="178">
                  <a:moveTo>
                    <a:pt x="0" y="106"/>
                  </a:moveTo>
                  <a:lnTo>
                    <a:pt x="214" y="0"/>
                  </a:lnTo>
                  <a:lnTo>
                    <a:pt x="274" y="17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1" name="ph6191"/>
            <p:cNvSpPr/>
            <p:nvPr/>
          </p:nvSpPr>
          <p:spPr>
            <a:xfrm>
              <a:off x="5555861" y="1809427"/>
              <a:ext cx="2101" cy="2416"/>
            </a:xfrm>
            <a:custGeom>
              <a:avLst/>
              <a:pathLst>
                <a:path w="2101" h="2416">
                  <a:moveTo>
                    <a:pt x="0" y="412"/>
                  </a:moveTo>
                  <a:lnTo>
                    <a:pt x="593" y="0"/>
                  </a:lnTo>
                  <a:lnTo>
                    <a:pt x="2101" y="241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2" name="ph6192"/>
            <p:cNvSpPr/>
            <p:nvPr/>
          </p:nvSpPr>
          <p:spPr>
            <a:xfrm>
              <a:off x="5671346" y="1807061"/>
              <a:ext cx="986" cy="1031"/>
            </a:xfrm>
            <a:custGeom>
              <a:avLst/>
              <a:pathLst>
                <a:path w="986" h="1031">
                  <a:moveTo>
                    <a:pt x="986" y="0"/>
                  </a:moveTo>
                  <a:lnTo>
                    <a:pt x="833" y="1031"/>
                  </a:lnTo>
                  <a:lnTo>
                    <a:pt x="0" y="93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3" name="ph6193"/>
            <p:cNvSpPr/>
            <p:nvPr/>
          </p:nvSpPr>
          <p:spPr>
            <a:xfrm>
              <a:off x="5403298" y="1805459"/>
              <a:ext cx="247" cy="201"/>
            </a:xfrm>
            <a:custGeom>
              <a:avLst/>
              <a:pathLst>
                <a:path w="247" h="201">
                  <a:moveTo>
                    <a:pt x="0" y="148"/>
                  </a:moveTo>
                  <a:lnTo>
                    <a:pt x="211" y="0"/>
                  </a:lnTo>
                  <a:lnTo>
                    <a:pt x="247" y="20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4" name="ph6194"/>
            <p:cNvSpPr/>
            <p:nvPr/>
          </p:nvSpPr>
          <p:spPr>
            <a:xfrm>
              <a:off x="5403515" y="1802379"/>
              <a:ext cx="124" cy="134"/>
            </a:xfrm>
            <a:custGeom>
              <a:avLst/>
              <a:pathLst>
                <a:path w="124" h="134">
                  <a:moveTo>
                    <a:pt x="0" y="0"/>
                  </a:moveTo>
                  <a:lnTo>
                    <a:pt x="124" y="13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5" name="ph6195"/>
            <p:cNvSpPr/>
            <p:nvPr/>
          </p:nvSpPr>
          <p:spPr>
            <a:xfrm>
              <a:off x="5554573" y="1797165"/>
              <a:ext cx="1072" cy="683"/>
            </a:xfrm>
            <a:custGeom>
              <a:avLst/>
              <a:pathLst>
                <a:path w="1072" h="683">
                  <a:moveTo>
                    <a:pt x="1025" y="683"/>
                  </a:moveTo>
                  <a:lnTo>
                    <a:pt x="0" y="0"/>
                  </a:lnTo>
                  <a:lnTo>
                    <a:pt x="1072" y="20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6" name="ph6196"/>
            <p:cNvSpPr/>
            <p:nvPr/>
          </p:nvSpPr>
          <p:spPr>
            <a:xfrm>
              <a:off x="5553003" y="17957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7" name="ph6197"/>
            <p:cNvSpPr/>
            <p:nvPr/>
          </p:nvSpPr>
          <p:spPr>
            <a:xfrm>
              <a:off x="5511466" y="1793606"/>
              <a:ext cx="107" cy="244"/>
            </a:xfrm>
            <a:custGeom>
              <a:avLst/>
              <a:pathLst>
                <a:path w="107" h="244">
                  <a:moveTo>
                    <a:pt x="107" y="0"/>
                  </a:moveTo>
                  <a:lnTo>
                    <a:pt x="0" y="24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8" name="ph6198"/>
            <p:cNvSpPr/>
            <p:nvPr/>
          </p:nvSpPr>
          <p:spPr>
            <a:xfrm>
              <a:off x="5396097" y="179206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9" name="ph6199"/>
            <p:cNvSpPr/>
            <p:nvPr/>
          </p:nvSpPr>
          <p:spPr>
            <a:xfrm>
              <a:off x="5549988" y="1788626"/>
              <a:ext cx="360" cy="366"/>
            </a:xfrm>
            <a:custGeom>
              <a:avLst/>
              <a:pathLst>
                <a:path w="360" h="366">
                  <a:moveTo>
                    <a:pt x="0" y="338"/>
                  </a:moveTo>
                  <a:lnTo>
                    <a:pt x="57" y="0"/>
                  </a:lnTo>
                  <a:lnTo>
                    <a:pt x="360" y="36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0" name="ph6200"/>
            <p:cNvSpPr/>
            <p:nvPr/>
          </p:nvSpPr>
          <p:spPr>
            <a:xfrm>
              <a:off x="5548293" y="1786969"/>
              <a:ext cx="1475" cy="2154"/>
            </a:xfrm>
            <a:custGeom>
              <a:avLst/>
              <a:pathLst>
                <a:path w="1475" h="2154">
                  <a:moveTo>
                    <a:pt x="0" y="2154"/>
                  </a:moveTo>
                  <a:lnTo>
                    <a:pt x="1087" y="0"/>
                  </a:lnTo>
                  <a:lnTo>
                    <a:pt x="1475" y="67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1" name="ph6201"/>
            <p:cNvSpPr/>
            <p:nvPr/>
          </p:nvSpPr>
          <p:spPr>
            <a:xfrm>
              <a:off x="5511919" y="1786372"/>
              <a:ext cx="150" cy="70"/>
            </a:xfrm>
            <a:custGeom>
              <a:avLst/>
              <a:pathLst>
                <a:path w="150" h="70">
                  <a:moveTo>
                    <a:pt x="150" y="7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2" name="ph6202"/>
            <p:cNvSpPr/>
            <p:nvPr/>
          </p:nvSpPr>
          <p:spPr>
            <a:xfrm>
              <a:off x="5548590" y="1785420"/>
              <a:ext cx="145" cy="90"/>
            </a:xfrm>
            <a:custGeom>
              <a:avLst/>
              <a:pathLst>
                <a:path w="145" h="90">
                  <a:moveTo>
                    <a:pt x="145" y="0"/>
                  </a:moveTo>
                  <a:lnTo>
                    <a:pt x="0" y="9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3" name="ph6203"/>
            <p:cNvSpPr/>
            <p:nvPr/>
          </p:nvSpPr>
          <p:spPr>
            <a:xfrm>
              <a:off x="5603063" y="1750721"/>
              <a:ext cx="44423" cy="61834"/>
            </a:xfrm>
            <a:custGeom>
              <a:avLst/>
              <a:pathLst>
                <a:path w="44423" h="61834">
                  <a:moveTo>
                    <a:pt x="2430" y="46220"/>
                  </a:moveTo>
                  <a:lnTo>
                    <a:pt x="0" y="43044"/>
                  </a:lnTo>
                  <a:lnTo>
                    <a:pt x="6435" y="38810"/>
                  </a:lnTo>
                  <a:lnTo>
                    <a:pt x="9932" y="34621"/>
                  </a:lnTo>
                  <a:lnTo>
                    <a:pt x="10201" y="31106"/>
                  </a:lnTo>
                  <a:lnTo>
                    <a:pt x="8819" y="26442"/>
                  </a:lnTo>
                  <a:lnTo>
                    <a:pt x="9501" y="19475"/>
                  </a:lnTo>
                  <a:lnTo>
                    <a:pt x="13846" y="5883"/>
                  </a:lnTo>
                  <a:lnTo>
                    <a:pt x="16099" y="2678"/>
                  </a:lnTo>
                  <a:lnTo>
                    <a:pt x="18773" y="2430"/>
                  </a:lnTo>
                  <a:lnTo>
                    <a:pt x="19622" y="3637"/>
                  </a:lnTo>
                  <a:lnTo>
                    <a:pt x="21516" y="4201"/>
                  </a:lnTo>
                  <a:lnTo>
                    <a:pt x="27507" y="112"/>
                  </a:lnTo>
                  <a:lnTo>
                    <a:pt x="35461" y="0"/>
                  </a:lnTo>
                  <a:lnTo>
                    <a:pt x="37599" y="6231"/>
                  </a:lnTo>
                  <a:lnTo>
                    <a:pt x="36596" y="11730"/>
                  </a:lnTo>
                  <a:lnTo>
                    <a:pt x="40753" y="18665"/>
                  </a:lnTo>
                  <a:lnTo>
                    <a:pt x="44423" y="29616"/>
                  </a:lnTo>
                  <a:lnTo>
                    <a:pt x="38287" y="45932"/>
                  </a:lnTo>
                  <a:lnTo>
                    <a:pt x="33508" y="53840"/>
                  </a:lnTo>
                  <a:lnTo>
                    <a:pt x="33705" y="58738"/>
                  </a:lnTo>
                  <a:lnTo>
                    <a:pt x="32863" y="60021"/>
                  </a:lnTo>
                  <a:lnTo>
                    <a:pt x="28499" y="61834"/>
                  </a:lnTo>
                  <a:lnTo>
                    <a:pt x="20546" y="58253"/>
                  </a:lnTo>
                  <a:lnTo>
                    <a:pt x="18057" y="54974"/>
                  </a:lnTo>
                  <a:lnTo>
                    <a:pt x="11776" y="54091"/>
                  </a:lnTo>
                  <a:lnTo>
                    <a:pt x="10761" y="5153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4" name="ph6204"/>
            <p:cNvSpPr/>
            <p:nvPr/>
          </p:nvSpPr>
          <p:spPr>
            <a:xfrm>
              <a:off x="5509357" y="1780416"/>
              <a:ext cx="176" cy="445"/>
            </a:xfrm>
            <a:custGeom>
              <a:avLst/>
              <a:pathLst>
                <a:path w="176" h="445">
                  <a:moveTo>
                    <a:pt x="176" y="445"/>
                  </a:moveTo>
                  <a:lnTo>
                    <a:pt x="0" y="235"/>
                  </a:lnTo>
                  <a:lnTo>
                    <a:pt x="103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5" name="ph6205"/>
            <p:cNvSpPr/>
            <p:nvPr/>
          </p:nvSpPr>
          <p:spPr>
            <a:xfrm>
              <a:off x="5498492" y="1775593"/>
              <a:ext cx="137" cy="165"/>
            </a:xfrm>
            <a:custGeom>
              <a:avLst/>
              <a:pathLst>
                <a:path w="137" h="165">
                  <a:moveTo>
                    <a:pt x="137" y="165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6" name="ph6206"/>
            <p:cNvSpPr/>
            <p:nvPr/>
          </p:nvSpPr>
          <p:spPr>
            <a:xfrm>
              <a:off x="5499050" y="1775675"/>
              <a:ext cx="447" cy="34"/>
            </a:xfrm>
            <a:custGeom>
              <a:avLst/>
              <a:pathLst>
                <a:path w="447" h="34">
                  <a:moveTo>
                    <a:pt x="0" y="34"/>
                  </a:moveTo>
                  <a:lnTo>
                    <a:pt x="447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7" name="ph6207"/>
            <p:cNvSpPr/>
            <p:nvPr/>
          </p:nvSpPr>
          <p:spPr>
            <a:xfrm>
              <a:off x="5498403" y="1772620"/>
              <a:ext cx="995" cy="1539"/>
            </a:xfrm>
            <a:custGeom>
              <a:avLst/>
              <a:pathLst>
                <a:path w="995" h="1539">
                  <a:moveTo>
                    <a:pt x="0" y="0"/>
                  </a:moveTo>
                  <a:lnTo>
                    <a:pt x="995" y="1539"/>
                  </a:lnTo>
                  <a:lnTo>
                    <a:pt x="318" y="149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8" name="ph6208"/>
            <p:cNvSpPr/>
            <p:nvPr/>
          </p:nvSpPr>
          <p:spPr>
            <a:xfrm>
              <a:off x="5495468" y="1769239"/>
              <a:ext cx="1147" cy="1847"/>
            </a:xfrm>
            <a:custGeom>
              <a:avLst/>
              <a:pathLst>
                <a:path w="1147" h="1847">
                  <a:moveTo>
                    <a:pt x="0" y="1847"/>
                  </a:moveTo>
                  <a:lnTo>
                    <a:pt x="21" y="0"/>
                  </a:lnTo>
                  <a:lnTo>
                    <a:pt x="1147" y="124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9" name="ph6209"/>
            <p:cNvSpPr/>
            <p:nvPr/>
          </p:nvSpPr>
          <p:spPr>
            <a:xfrm>
              <a:off x="5494487" y="1769803"/>
              <a:ext cx="282" cy="381"/>
            </a:xfrm>
            <a:custGeom>
              <a:avLst/>
              <a:pathLst>
                <a:path w="282" h="381">
                  <a:moveTo>
                    <a:pt x="208" y="0"/>
                  </a:moveTo>
                  <a:lnTo>
                    <a:pt x="282" y="381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0" name="ph6210"/>
            <p:cNvSpPr/>
            <p:nvPr/>
          </p:nvSpPr>
          <p:spPr>
            <a:xfrm>
              <a:off x="5494571" y="17695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1" name="ph6211"/>
            <p:cNvSpPr/>
            <p:nvPr/>
          </p:nvSpPr>
          <p:spPr>
            <a:xfrm>
              <a:off x="5494143" y="1768601"/>
              <a:ext cx="385" cy="601"/>
            </a:xfrm>
            <a:custGeom>
              <a:avLst/>
              <a:pathLst>
                <a:path w="385" h="601">
                  <a:moveTo>
                    <a:pt x="0" y="601"/>
                  </a:moveTo>
                  <a:lnTo>
                    <a:pt x="287" y="0"/>
                  </a:lnTo>
                  <a:lnTo>
                    <a:pt x="385" y="22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2" name="ph6212"/>
            <p:cNvSpPr/>
            <p:nvPr/>
          </p:nvSpPr>
          <p:spPr>
            <a:xfrm>
              <a:off x="5495179" y="1768048"/>
              <a:ext cx="574" cy="243"/>
            </a:xfrm>
            <a:custGeom>
              <a:avLst/>
              <a:pathLst>
                <a:path w="574" h="243">
                  <a:moveTo>
                    <a:pt x="574" y="17"/>
                  </a:moveTo>
                  <a:lnTo>
                    <a:pt x="0" y="243"/>
                  </a:lnTo>
                  <a:lnTo>
                    <a:pt x="10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3" name="ph6213"/>
            <p:cNvSpPr/>
            <p:nvPr/>
          </p:nvSpPr>
          <p:spPr>
            <a:xfrm>
              <a:off x="5494137" y="1767737"/>
              <a:ext cx="117" cy="336"/>
            </a:xfrm>
            <a:custGeom>
              <a:avLst/>
              <a:pathLst>
                <a:path w="117" h="336">
                  <a:moveTo>
                    <a:pt x="0" y="336"/>
                  </a:moveTo>
                  <a:lnTo>
                    <a:pt x="99" y="0"/>
                  </a:lnTo>
                  <a:lnTo>
                    <a:pt x="117" y="18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4" name="ph6214"/>
            <p:cNvSpPr/>
            <p:nvPr/>
          </p:nvSpPr>
          <p:spPr>
            <a:xfrm>
              <a:off x="5496300" y="1767706"/>
              <a:ext cx="174" cy="125"/>
            </a:xfrm>
            <a:custGeom>
              <a:avLst/>
              <a:pathLst>
                <a:path w="174" h="125">
                  <a:moveTo>
                    <a:pt x="174" y="0"/>
                  </a:moveTo>
                  <a:lnTo>
                    <a:pt x="0" y="12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5" name="ph6215"/>
            <p:cNvSpPr/>
            <p:nvPr/>
          </p:nvSpPr>
          <p:spPr>
            <a:xfrm>
              <a:off x="5495162" y="1767440"/>
              <a:ext cx="470" cy="364"/>
            </a:xfrm>
            <a:custGeom>
              <a:avLst/>
              <a:pathLst>
                <a:path w="470" h="364">
                  <a:moveTo>
                    <a:pt x="265" y="0"/>
                  </a:moveTo>
                  <a:lnTo>
                    <a:pt x="470" y="364"/>
                  </a:lnTo>
                  <a:lnTo>
                    <a:pt x="0" y="36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6" name="ph6216"/>
            <p:cNvSpPr/>
            <p:nvPr/>
          </p:nvSpPr>
          <p:spPr>
            <a:xfrm>
              <a:off x="5500691" y="1766822"/>
              <a:ext cx="941" cy="1514"/>
            </a:xfrm>
            <a:custGeom>
              <a:avLst/>
              <a:pathLst>
                <a:path w="941" h="1514">
                  <a:moveTo>
                    <a:pt x="182" y="1246"/>
                  </a:moveTo>
                  <a:lnTo>
                    <a:pt x="0" y="0"/>
                  </a:lnTo>
                  <a:lnTo>
                    <a:pt x="941" y="151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7" name="ph6217"/>
            <p:cNvSpPr/>
            <p:nvPr/>
          </p:nvSpPr>
          <p:spPr>
            <a:xfrm>
              <a:off x="5543931" y="1764460"/>
              <a:ext cx="1740" cy="836"/>
            </a:xfrm>
            <a:custGeom>
              <a:avLst/>
              <a:pathLst>
                <a:path w="1740" h="836">
                  <a:moveTo>
                    <a:pt x="0" y="612"/>
                  </a:moveTo>
                  <a:lnTo>
                    <a:pt x="1740" y="0"/>
                  </a:lnTo>
                  <a:lnTo>
                    <a:pt x="1313" y="83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8" name="ph6218"/>
            <p:cNvSpPr/>
            <p:nvPr/>
          </p:nvSpPr>
          <p:spPr>
            <a:xfrm>
              <a:off x="5496120" y="17614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9" name="ph6219"/>
            <p:cNvSpPr/>
            <p:nvPr/>
          </p:nvSpPr>
          <p:spPr>
            <a:xfrm>
              <a:off x="5495413" y="1760480"/>
              <a:ext cx="461" cy="587"/>
            </a:xfrm>
            <a:custGeom>
              <a:avLst/>
              <a:pathLst>
                <a:path w="461" h="587">
                  <a:moveTo>
                    <a:pt x="77" y="472"/>
                  </a:moveTo>
                  <a:lnTo>
                    <a:pt x="0" y="0"/>
                  </a:lnTo>
                  <a:lnTo>
                    <a:pt x="461" y="58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0" name="ph6220"/>
            <p:cNvSpPr/>
            <p:nvPr/>
          </p:nvSpPr>
          <p:spPr>
            <a:xfrm>
              <a:off x="5495075" y="1756948"/>
              <a:ext cx="2516" cy="5960"/>
            </a:xfrm>
            <a:custGeom>
              <a:avLst/>
              <a:pathLst>
                <a:path w="2516" h="5960">
                  <a:moveTo>
                    <a:pt x="2516" y="876"/>
                  </a:moveTo>
                  <a:lnTo>
                    <a:pt x="1735" y="2158"/>
                  </a:lnTo>
                  <a:lnTo>
                    <a:pt x="2298" y="5960"/>
                  </a:lnTo>
                  <a:lnTo>
                    <a:pt x="0" y="0"/>
                  </a:lnTo>
                  <a:lnTo>
                    <a:pt x="1758" y="6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1" name="ph6221"/>
            <p:cNvSpPr/>
            <p:nvPr/>
          </p:nvSpPr>
          <p:spPr>
            <a:xfrm>
              <a:off x="5494366" y="1756584"/>
              <a:ext cx="431" cy="221"/>
            </a:xfrm>
            <a:custGeom>
              <a:avLst/>
              <a:pathLst>
                <a:path w="431" h="221">
                  <a:moveTo>
                    <a:pt x="431" y="0"/>
                  </a:moveTo>
                  <a:lnTo>
                    <a:pt x="0" y="22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2" name="ph6222"/>
            <p:cNvSpPr/>
            <p:nvPr/>
          </p:nvSpPr>
          <p:spPr>
            <a:xfrm>
              <a:off x="5486208" y="1746631"/>
              <a:ext cx="179" cy="282"/>
            </a:xfrm>
            <a:custGeom>
              <a:avLst/>
              <a:pathLst>
                <a:path w="179" h="282">
                  <a:moveTo>
                    <a:pt x="179" y="0"/>
                  </a:moveTo>
                  <a:lnTo>
                    <a:pt x="0" y="282"/>
                  </a:lnTo>
                  <a:lnTo>
                    <a:pt x="4" y="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3" name="ph6223"/>
            <p:cNvSpPr/>
            <p:nvPr/>
          </p:nvSpPr>
          <p:spPr>
            <a:xfrm>
              <a:off x="5491060" y="1697172"/>
              <a:ext cx="50544" cy="77748"/>
            </a:xfrm>
            <a:custGeom>
              <a:avLst/>
              <a:pathLst>
                <a:path w="50544" h="77748">
                  <a:moveTo>
                    <a:pt x="35949" y="65870"/>
                  </a:moveTo>
                  <a:lnTo>
                    <a:pt x="34154" y="60981"/>
                  </a:lnTo>
                  <a:lnTo>
                    <a:pt x="30347" y="55325"/>
                  </a:lnTo>
                  <a:lnTo>
                    <a:pt x="24926" y="51843"/>
                  </a:lnTo>
                  <a:lnTo>
                    <a:pt x="19130" y="45646"/>
                  </a:lnTo>
                  <a:lnTo>
                    <a:pt x="15337" y="36879"/>
                  </a:lnTo>
                  <a:lnTo>
                    <a:pt x="9421" y="35258"/>
                  </a:lnTo>
                  <a:lnTo>
                    <a:pt x="4506" y="23337"/>
                  </a:lnTo>
                  <a:lnTo>
                    <a:pt x="2026" y="19358"/>
                  </a:lnTo>
                  <a:lnTo>
                    <a:pt x="16" y="18035"/>
                  </a:lnTo>
                  <a:lnTo>
                    <a:pt x="0" y="12467"/>
                  </a:lnTo>
                  <a:lnTo>
                    <a:pt x="1834" y="10345"/>
                  </a:lnTo>
                  <a:lnTo>
                    <a:pt x="3866" y="5619"/>
                  </a:lnTo>
                  <a:lnTo>
                    <a:pt x="4570" y="1578"/>
                  </a:lnTo>
                  <a:lnTo>
                    <a:pt x="10067" y="0"/>
                  </a:lnTo>
                  <a:lnTo>
                    <a:pt x="17364" y="6520"/>
                  </a:lnTo>
                  <a:lnTo>
                    <a:pt x="24925" y="18316"/>
                  </a:lnTo>
                  <a:lnTo>
                    <a:pt x="25668" y="24741"/>
                  </a:lnTo>
                  <a:lnTo>
                    <a:pt x="23785" y="27795"/>
                  </a:lnTo>
                  <a:lnTo>
                    <a:pt x="24426" y="33352"/>
                  </a:lnTo>
                  <a:lnTo>
                    <a:pt x="26812" y="35141"/>
                  </a:lnTo>
                  <a:lnTo>
                    <a:pt x="33188" y="37376"/>
                  </a:lnTo>
                  <a:lnTo>
                    <a:pt x="45332" y="37417"/>
                  </a:lnTo>
                  <a:lnTo>
                    <a:pt x="47059" y="38960"/>
                  </a:lnTo>
                  <a:lnTo>
                    <a:pt x="45638" y="41942"/>
                  </a:lnTo>
                  <a:lnTo>
                    <a:pt x="45879" y="48142"/>
                  </a:lnTo>
                  <a:lnTo>
                    <a:pt x="44707" y="58740"/>
                  </a:lnTo>
                  <a:lnTo>
                    <a:pt x="46599" y="66293"/>
                  </a:lnTo>
                  <a:lnTo>
                    <a:pt x="49864" y="68573"/>
                  </a:lnTo>
                  <a:lnTo>
                    <a:pt x="50544" y="72299"/>
                  </a:lnTo>
                  <a:lnTo>
                    <a:pt x="50005" y="7774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4" name="ph6224"/>
            <p:cNvSpPr/>
            <p:nvPr/>
          </p:nvSpPr>
          <p:spPr>
            <a:xfrm>
              <a:off x="4937687" y="1691475"/>
              <a:ext cx="15466" cy="40231"/>
            </a:xfrm>
            <a:custGeom>
              <a:avLst/>
              <a:pathLst>
                <a:path w="15466" h="40231">
                  <a:moveTo>
                    <a:pt x="13178" y="0"/>
                  </a:moveTo>
                  <a:lnTo>
                    <a:pt x="13455" y="797"/>
                  </a:lnTo>
                  <a:lnTo>
                    <a:pt x="10651" y="4069"/>
                  </a:lnTo>
                  <a:lnTo>
                    <a:pt x="9690" y="6977"/>
                  </a:lnTo>
                  <a:lnTo>
                    <a:pt x="9917" y="10500"/>
                  </a:lnTo>
                  <a:lnTo>
                    <a:pt x="13025" y="12703"/>
                  </a:lnTo>
                  <a:lnTo>
                    <a:pt x="15466" y="17310"/>
                  </a:lnTo>
                  <a:lnTo>
                    <a:pt x="14804" y="30410"/>
                  </a:lnTo>
                  <a:lnTo>
                    <a:pt x="13395" y="35509"/>
                  </a:lnTo>
                  <a:lnTo>
                    <a:pt x="10982" y="38776"/>
                  </a:lnTo>
                  <a:lnTo>
                    <a:pt x="8690" y="40231"/>
                  </a:lnTo>
                  <a:lnTo>
                    <a:pt x="6218" y="39135"/>
                  </a:lnTo>
                  <a:lnTo>
                    <a:pt x="5764" y="23828"/>
                  </a:lnTo>
                  <a:lnTo>
                    <a:pt x="4870" y="19303"/>
                  </a:lnTo>
                  <a:lnTo>
                    <a:pt x="0" y="13483"/>
                  </a:lnTo>
                  <a:lnTo>
                    <a:pt x="2102" y="8812"/>
                  </a:lnTo>
                  <a:lnTo>
                    <a:pt x="961" y="4471"/>
                  </a:lnTo>
                  <a:lnTo>
                    <a:pt x="4743" y="212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5" name="ph6225"/>
            <p:cNvSpPr/>
            <p:nvPr/>
          </p:nvSpPr>
          <p:spPr>
            <a:xfrm>
              <a:off x="5495889" y="1696392"/>
              <a:ext cx="317" cy="1069"/>
            </a:xfrm>
            <a:custGeom>
              <a:avLst/>
              <a:pathLst>
                <a:path w="317" h="1069">
                  <a:moveTo>
                    <a:pt x="122" y="0"/>
                  </a:moveTo>
                  <a:lnTo>
                    <a:pt x="317" y="330"/>
                  </a:lnTo>
                  <a:lnTo>
                    <a:pt x="0" y="106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6" name="ph6226"/>
            <p:cNvSpPr/>
            <p:nvPr/>
          </p:nvSpPr>
          <p:spPr>
            <a:xfrm>
              <a:off x="5493713" y="1695049"/>
              <a:ext cx="2103" cy="2270"/>
            </a:xfrm>
            <a:custGeom>
              <a:avLst/>
              <a:pathLst>
                <a:path w="2103" h="2270">
                  <a:moveTo>
                    <a:pt x="2103" y="1187"/>
                  </a:moveTo>
                  <a:lnTo>
                    <a:pt x="258" y="2270"/>
                  </a:lnTo>
                  <a:lnTo>
                    <a:pt x="0" y="266"/>
                  </a:lnTo>
                  <a:lnTo>
                    <a:pt x="1637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7" name="ph6227"/>
            <p:cNvSpPr/>
            <p:nvPr/>
          </p:nvSpPr>
          <p:spPr>
            <a:xfrm>
              <a:off x="5497802" y="1695009"/>
              <a:ext cx="856" cy="233"/>
            </a:xfrm>
            <a:custGeom>
              <a:avLst/>
              <a:pathLst>
                <a:path w="856" h="233">
                  <a:moveTo>
                    <a:pt x="675" y="100"/>
                  </a:moveTo>
                  <a:lnTo>
                    <a:pt x="856" y="23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8" name="ph6228"/>
            <p:cNvSpPr/>
            <p:nvPr/>
          </p:nvSpPr>
          <p:spPr>
            <a:xfrm>
              <a:off x="5403331" y="1653236"/>
              <a:ext cx="1502" cy="1179"/>
            </a:xfrm>
            <a:custGeom>
              <a:avLst/>
              <a:pathLst>
                <a:path w="1502" h="1179">
                  <a:moveTo>
                    <a:pt x="0" y="423"/>
                  </a:moveTo>
                  <a:lnTo>
                    <a:pt x="1177" y="0"/>
                  </a:lnTo>
                  <a:lnTo>
                    <a:pt x="1502" y="1179"/>
                  </a:lnTo>
                  <a:lnTo>
                    <a:pt x="8" y="112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9" name="ph6229"/>
            <p:cNvSpPr/>
            <p:nvPr/>
          </p:nvSpPr>
          <p:spPr>
            <a:xfrm>
              <a:off x="5242247" y="1641809"/>
              <a:ext cx="852" cy="1349"/>
            </a:xfrm>
            <a:custGeom>
              <a:avLst/>
              <a:pathLst>
                <a:path w="852" h="1349">
                  <a:moveTo>
                    <a:pt x="0" y="1349"/>
                  </a:moveTo>
                  <a:lnTo>
                    <a:pt x="563" y="0"/>
                  </a:lnTo>
                  <a:lnTo>
                    <a:pt x="852" y="50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0" name="ph6230"/>
            <p:cNvSpPr/>
            <p:nvPr/>
          </p:nvSpPr>
          <p:spPr>
            <a:xfrm>
              <a:off x="5401387" y="1631149"/>
              <a:ext cx="2983" cy="4016"/>
            </a:xfrm>
            <a:custGeom>
              <a:avLst/>
              <a:pathLst>
                <a:path w="2983" h="4016">
                  <a:moveTo>
                    <a:pt x="955" y="0"/>
                  </a:moveTo>
                  <a:lnTo>
                    <a:pt x="2983" y="1377"/>
                  </a:lnTo>
                  <a:lnTo>
                    <a:pt x="2969" y="3766"/>
                  </a:lnTo>
                  <a:lnTo>
                    <a:pt x="1320" y="4016"/>
                  </a:lnTo>
                  <a:lnTo>
                    <a:pt x="0" y="270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1" name="ph6231"/>
            <p:cNvSpPr/>
            <p:nvPr/>
          </p:nvSpPr>
          <p:spPr>
            <a:xfrm>
              <a:off x="5405542" y="1630517"/>
              <a:ext cx="332" cy="820"/>
            </a:xfrm>
            <a:custGeom>
              <a:avLst/>
              <a:pathLst>
                <a:path w="332" h="820">
                  <a:moveTo>
                    <a:pt x="0" y="820"/>
                  </a:moveTo>
                  <a:lnTo>
                    <a:pt x="46" y="0"/>
                  </a:lnTo>
                  <a:lnTo>
                    <a:pt x="332" y="40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2" name="ph6232"/>
            <p:cNvSpPr/>
            <p:nvPr/>
          </p:nvSpPr>
          <p:spPr>
            <a:xfrm>
              <a:off x="5395563" y="1626016"/>
              <a:ext cx="755" cy="1282"/>
            </a:xfrm>
            <a:custGeom>
              <a:avLst/>
              <a:pathLst>
                <a:path w="755" h="1282">
                  <a:moveTo>
                    <a:pt x="755" y="0"/>
                  </a:moveTo>
                  <a:lnTo>
                    <a:pt x="485" y="1282"/>
                  </a:lnTo>
                  <a:lnTo>
                    <a:pt x="0" y="27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3" name="ph6233"/>
            <p:cNvSpPr/>
            <p:nvPr/>
          </p:nvSpPr>
          <p:spPr>
            <a:xfrm>
              <a:off x="5394602" y="1621667"/>
              <a:ext cx="566" cy="938"/>
            </a:xfrm>
            <a:custGeom>
              <a:avLst/>
              <a:pathLst>
                <a:path w="566" h="938">
                  <a:moveTo>
                    <a:pt x="0" y="938"/>
                  </a:moveTo>
                  <a:lnTo>
                    <a:pt x="294" y="0"/>
                  </a:lnTo>
                  <a:lnTo>
                    <a:pt x="566" y="48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4" name="ph6234"/>
            <p:cNvSpPr/>
            <p:nvPr/>
          </p:nvSpPr>
          <p:spPr>
            <a:xfrm>
              <a:off x="5387909" y="1615896"/>
              <a:ext cx="2063" cy="1560"/>
            </a:xfrm>
            <a:custGeom>
              <a:avLst/>
              <a:pathLst>
                <a:path w="2063" h="1560">
                  <a:moveTo>
                    <a:pt x="2063" y="1560"/>
                  </a:moveTo>
                  <a:lnTo>
                    <a:pt x="0" y="518"/>
                  </a:lnTo>
                  <a:lnTo>
                    <a:pt x="449" y="0"/>
                  </a:lnTo>
                  <a:lnTo>
                    <a:pt x="1601" y="32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5" name="ph6235"/>
            <p:cNvSpPr/>
            <p:nvPr/>
          </p:nvSpPr>
          <p:spPr>
            <a:xfrm>
              <a:off x="5380058" y="1610249"/>
              <a:ext cx="141" cy="277"/>
            </a:xfrm>
            <a:custGeom>
              <a:avLst/>
              <a:pathLst>
                <a:path w="141" h="277">
                  <a:moveTo>
                    <a:pt x="141" y="0"/>
                  </a:moveTo>
                  <a:lnTo>
                    <a:pt x="0" y="27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6" name="ph6236"/>
            <p:cNvSpPr/>
            <p:nvPr/>
          </p:nvSpPr>
          <p:spPr>
            <a:xfrm>
              <a:off x="5213716" y="1546272"/>
              <a:ext cx="2596" cy="2273"/>
            </a:xfrm>
            <a:custGeom>
              <a:avLst/>
              <a:pathLst>
                <a:path w="2596" h="2273">
                  <a:moveTo>
                    <a:pt x="2596" y="1824"/>
                  </a:moveTo>
                  <a:lnTo>
                    <a:pt x="1706" y="2273"/>
                  </a:lnTo>
                  <a:lnTo>
                    <a:pt x="0" y="1379"/>
                  </a:lnTo>
                  <a:lnTo>
                    <a:pt x="140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7" name="ph6237"/>
            <p:cNvSpPr/>
            <p:nvPr/>
          </p:nvSpPr>
          <p:spPr>
            <a:xfrm>
              <a:off x="5392447" y="1395573"/>
              <a:ext cx="9901" cy="4372"/>
            </a:xfrm>
            <a:custGeom>
              <a:avLst/>
              <a:pathLst>
                <a:path w="9901" h="4372">
                  <a:moveTo>
                    <a:pt x="1328" y="1212"/>
                  </a:moveTo>
                  <a:lnTo>
                    <a:pt x="0" y="0"/>
                  </a:lnTo>
                  <a:lnTo>
                    <a:pt x="542" y="5"/>
                  </a:lnTo>
                  <a:lnTo>
                    <a:pt x="6733" y="477"/>
                  </a:lnTo>
                  <a:lnTo>
                    <a:pt x="9901" y="2127"/>
                  </a:lnTo>
                  <a:lnTo>
                    <a:pt x="8800" y="3966"/>
                  </a:lnTo>
                  <a:lnTo>
                    <a:pt x="7019" y="437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8" name="ph6238"/>
            <p:cNvSpPr/>
            <p:nvPr/>
          </p:nvSpPr>
          <p:spPr>
            <a:xfrm>
              <a:off x="5379473" y="1386364"/>
              <a:ext cx="15888" cy="19980"/>
            </a:xfrm>
            <a:custGeom>
              <a:avLst/>
              <a:pathLst>
                <a:path w="15888" h="19980">
                  <a:moveTo>
                    <a:pt x="4075" y="414"/>
                  </a:moveTo>
                  <a:lnTo>
                    <a:pt x="6511" y="2623"/>
                  </a:lnTo>
                  <a:lnTo>
                    <a:pt x="7886" y="7666"/>
                  </a:lnTo>
                  <a:lnTo>
                    <a:pt x="14488" y="14632"/>
                  </a:lnTo>
                  <a:lnTo>
                    <a:pt x="15888" y="18219"/>
                  </a:lnTo>
                  <a:lnTo>
                    <a:pt x="15693" y="19816"/>
                  </a:lnTo>
                  <a:lnTo>
                    <a:pt x="13875" y="19980"/>
                  </a:lnTo>
                  <a:lnTo>
                    <a:pt x="7550" y="18079"/>
                  </a:lnTo>
                  <a:lnTo>
                    <a:pt x="3425" y="15143"/>
                  </a:lnTo>
                  <a:lnTo>
                    <a:pt x="638" y="11658"/>
                  </a:lnTo>
                  <a:lnTo>
                    <a:pt x="0" y="7198"/>
                  </a:lnTo>
                  <a:lnTo>
                    <a:pt x="314" y="1825"/>
                  </a:lnTo>
                  <a:lnTo>
                    <a:pt x="991" y="548"/>
                  </a:lnTo>
                  <a:lnTo>
                    <a:pt x="2242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9" name="ph6239"/>
            <p:cNvSpPr/>
            <p:nvPr/>
          </p:nvSpPr>
          <p:spPr>
            <a:xfrm>
              <a:off x="5155184" y="1366133"/>
              <a:ext cx="885" cy="2115"/>
            </a:xfrm>
            <a:custGeom>
              <a:avLst/>
              <a:pathLst>
                <a:path w="885" h="2115">
                  <a:moveTo>
                    <a:pt x="885" y="2115"/>
                  </a:moveTo>
                  <a:lnTo>
                    <a:pt x="0" y="0"/>
                  </a:lnTo>
                  <a:lnTo>
                    <a:pt x="870" y="27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0" name="ph6240"/>
            <p:cNvSpPr/>
            <p:nvPr/>
          </p:nvSpPr>
          <p:spPr>
            <a:xfrm>
              <a:off x="5153737" y="1365119"/>
              <a:ext cx="831" cy="1036"/>
            </a:xfrm>
            <a:custGeom>
              <a:avLst/>
              <a:pathLst>
                <a:path w="831" h="1036">
                  <a:moveTo>
                    <a:pt x="0" y="418"/>
                  </a:moveTo>
                  <a:lnTo>
                    <a:pt x="519" y="0"/>
                  </a:lnTo>
                  <a:lnTo>
                    <a:pt x="831" y="103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1" name="ph6241"/>
            <p:cNvSpPr/>
            <p:nvPr/>
          </p:nvSpPr>
          <p:spPr>
            <a:xfrm>
              <a:off x="5113129" y="1280717"/>
              <a:ext cx="459" cy="3102"/>
            </a:xfrm>
            <a:custGeom>
              <a:avLst/>
              <a:pathLst>
                <a:path w="459" h="3102">
                  <a:moveTo>
                    <a:pt x="459" y="2336"/>
                  </a:moveTo>
                  <a:lnTo>
                    <a:pt x="136" y="310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2" name="ph6242"/>
            <p:cNvSpPr/>
            <p:nvPr/>
          </p:nvSpPr>
          <p:spPr>
            <a:xfrm>
              <a:off x="5111578" y="1279891"/>
              <a:ext cx="313" cy="552"/>
            </a:xfrm>
            <a:custGeom>
              <a:avLst/>
              <a:pathLst>
                <a:path w="313" h="552">
                  <a:moveTo>
                    <a:pt x="313" y="80"/>
                  </a:moveTo>
                  <a:lnTo>
                    <a:pt x="0" y="552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3" name="ph6243"/>
            <p:cNvSpPr/>
            <p:nvPr/>
          </p:nvSpPr>
          <p:spPr>
            <a:xfrm>
              <a:off x="5107443" y="1275905"/>
              <a:ext cx="543" cy="1616"/>
            </a:xfrm>
            <a:custGeom>
              <a:avLst/>
              <a:pathLst>
                <a:path w="543" h="1616">
                  <a:moveTo>
                    <a:pt x="543" y="1616"/>
                  </a:moveTo>
                  <a:lnTo>
                    <a:pt x="0" y="575"/>
                  </a:lnTo>
                  <a:lnTo>
                    <a:pt x="166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4" name="ph6244"/>
            <p:cNvSpPr/>
            <p:nvPr/>
          </p:nvSpPr>
          <p:spPr>
            <a:xfrm>
              <a:off x="6301469" y="2820503"/>
              <a:ext cx="6134" cy="5726"/>
            </a:xfrm>
            <a:custGeom>
              <a:avLst/>
              <a:pathLst>
                <a:path w="6134" h="5726">
                  <a:moveTo>
                    <a:pt x="2477" y="5489"/>
                  </a:moveTo>
                  <a:lnTo>
                    <a:pt x="365" y="3644"/>
                  </a:lnTo>
                  <a:lnTo>
                    <a:pt x="0" y="2319"/>
                  </a:lnTo>
                  <a:lnTo>
                    <a:pt x="2446" y="0"/>
                  </a:lnTo>
                  <a:lnTo>
                    <a:pt x="6134" y="398"/>
                  </a:lnTo>
                  <a:lnTo>
                    <a:pt x="5774" y="572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5" name="ph6245"/>
            <p:cNvSpPr/>
            <p:nvPr/>
          </p:nvSpPr>
          <p:spPr>
            <a:xfrm>
              <a:off x="6275529" y="2798828"/>
              <a:ext cx="16162" cy="10075"/>
            </a:xfrm>
            <a:custGeom>
              <a:avLst/>
              <a:pathLst>
                <a:path w="16162" h="10075">
                  <a:moveTo>
                    <a:pt x="0" y="3584"/>
                  </a:moveTo>
                  <a:lnTo>
                    <a:pt x="4218" y="0"/>
                  </a:lnTo>
                  <a:lnTo>
                    <a:pt x="7387" y="138"/>
                  </a:lnTo>
                  <a:lnTo>
                    <a:pt x="11444" y="1692"/>
                  </a:lnTo>
                  <a:lnTo>
                    <a:pt x="15111" y="2153"/>
                  </a:lnTo>
                  <a:lnTo>
                    <a:pt x="16162" y="5405"/>
                  </a:lnTo>
                  <a:lnTo>
                    <a:pt x="13007" y="10075"/>
                  </a:lnTo>
                  <a:lnTo>
                    <a:pt x="1707" y="548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6" name="ph6246"/>
            <p:cNvSpPr/>
            <p:nvPr/>
          </p:nvSpPr>
          <p:spPr>
            <a:xfrm>
              <a:off x="6256964" y="2772034"/>
              <a:ext cx="17265" cy="19139"/>
            </a:xfrm>
            <a:custGeom>
              <a:avLst/>
              <a:pathLst>
                <a:path w="17265" h="19139">
                  <a:moveTo>
                    <a:pt x="14071" y="19139"/>
                  </a:moveTo>
                  <a:lnTo>
                    <a:pt x="2581" y="12514"/>
                  </a:lnTo>
                  <a:lnTo>
                    <a:pt x="0" y="0"/>
                  </a:lnTo>
                  <a:lnTo>
                    <a:pt x="6376" y="591"/>
                  </a:lnTo>
                  <a:lnTo>
                    <a:pt x="12482" y="3503"/>
                  </a:lnTo>
                  <a:lnTo>
                    <a:pt x="14175" y="5089"/>
                  </a:lnTo>
                  <a:lnTo>
                    <a:pt x="17265" y="12704"/>
                  </a:lnTo>
                  <a:lnTo>
                    <a:pt x="16412" y="1655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7" name="ph6247"/>
            <p:cNvSpPr/>
            <p:nvPr/>
          </p:nvSpPr>
          <p:spPr>
            <a:xfrm>
              <a:off x="6253038" y="2761298"/>
              <a:ext cx="3586" cy="6040"/>
            </a:xfrm>
            <a:custGeom>
              <a:avLst/>
              <a:pathLst>
                <a:path w="3586" h="6040">
                  <a:moveTo>
                    <a:pt x="0" y="3141"/>
                  </a:moveTo>
                  <a:lnTo>
                    <a:pt x="1842" y="0"/>
                  </a:lnTo>
                  <a:lnTo>
                    <a:pt x="3586" y="4696"/>
                  </a:lnTo>
                  <a:lnTo>
                    <a:pt x="1185" y="604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8" name="ph6248"/>
            <p:cNvSpPr/>
            <p:nvPr/>
          </p:nvSpPr>
          <p:spPr>
            <a:xfrm>
              <a:off x="6293457" y="2578438"/>
              <a:ext cx="137" cy="123"/>
            </a:xfrm>
            <a:custGeom>
              <a:avLst/>
              <a:pathLst>
                <a:path w="137" h="123">
                  <a:moveTo>
                    <a:pt x="137" y="0"/>
                  </a:moveTo>
                  <a:lnTo>
                    <a:pt x="0" y="12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9" name="ph6249"/>
            <p:cNvSpPr/>
            <p:nvPr/>
          </p:nvSpPr>
          <p:spPr>
            <a:xfrm>
              <a:off x="6289035" y="2577701"/>
              <a:ext cx="182" cy="65"/>
            </a:xfrm>
            <a:custGeom>
              <a:avLst/>
              <a:pathLst>
                <a:path w="182" h="65">
                  <a:moveTo>
                    <a:pt x="0" y="65"/>
                  </a:moveTo>
                  <a:lnTo>
                    <a:pt x="182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0" name="ph6250"/>
            <p:cNvSpPr/>
            <p:nvPr/>
          </p:nvSpPr>
          <p:spPr>
            <a:xfrm>
              <a:off x="6285975" y="2571928"/>
              <a:ext cx="466" cy="693"/>
            </a:xfrm>
            <a:custGeom>
              <a:avLst/>
              <a:pathLst>
                <a:path w="466" h="693">
                  <a:moveTo>
                    <a:pt x="222" y="598"/>
                  </a:moveTo>
                  <a:lnTo>
                    <a:pt x="0" y="693"/>
                  </a:lnTo>
                  <a:lnTo>
                    <a:pt x="466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1" name="ph6251"/>
            <p:cNvSpPr/>
            <p:nvPr/>
          </p:nvSpPr>
          <p:spPr>
            <a:xfrm>
              <a:off x="6285530" y="2570700"/>
              <a:ext cx="853" cy="1217"/>
            </a:xfrm>
            <a:custGeom>
              <a:avLst/>
              <a:pathLst>
                <a:path w="853" h="1217">
                  <a:moveTo>
                    <a:pt x="0" y="364"/>
                  </a:moveTo>
                  <a:lnTo>
                    <a:pt x="814" y="0"/>
                  </a:lnTo>
                  <a:lnTo>
                    <a:pt x="853" y="121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2" name="ph6252"/>
            <p:cNvSpPr/>
            <p:nvPr/>
          </p:nvSpPr>
          <p:spPr>
            <a:xfrm>
              <a:off x="6284605" y="2567865"/>
              <a:ext cx="723" cy="1040"/>
            </a:xfrm>
            <a:custGeom>
              <a:avLst/>
              <a:pathLst>
                <a:path w="723" h="1040">
                  <a:moveTo>
                    <a:pt x="555" y="0"/>
                  </a:moveTo>
                  <a:lnTo>
                    <a:pt x="723" y="906"/>
                  </a:lnTo>
                  <a:lnTo>
                    <a:pt x="0" y="104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3" name="ph6253"/>
            <p:cNvSpPr/>
            <p:nvPr/>
          </p:nvSpPr>
          <p:spPr>
            <a:xfrm>
              <a:off x="5874308" y="2403632"/>
              <a:ext cx="15241" cy="32153"/>
            </a:xfrm>
            <a:custGeom>
              <a:avLst/>
              <a:pathLst>
                <a:path w="15241" h="32153">
                  <a:moveTo>
                    <a:pt x="804" y="0"/>
                  </a:moveTo>
                  <a:lnTo>
                    <a:pt x="5674" y="8546"/>
                  </a:lnTo>
                  <a:lnTo>
                    <a:pt x="10733" y="20052"/>
                  </a:lnTo>
                  <a:lnTo>
                    <a:pt x="13301" y="23135"/>
                  </a:lnTo>
                  <a:lnTo>
                    <a:pt x="15241" y="30179"/>
                  </a:lnTo>
                  <a:lnTo>
                    <a:pt x="14884" y="32153"/>
                  </a:lnTo>
                  <a:lnTo>
                    <a:pt x="8536" y="30334"/>
                  </a:lnTo>
                  <a:lnTo>
                    <a:pt x="4362" y="25002"/>
                  </a:lnTo>
                  <a:lnTo>
                    <a:pt x="1390" y="14907"/>
                  </a:lnTo>
                  <a:lnTo>
                    <a:pt x="0" y="589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4" name="ph6254"/>
            <p:cNvSpPr/>
            <p:nvPr/>
          </p:nvSpPr>
          <p:spPr>
            <a:xfrm>
              <a:off x="5825644" y="2412230"/>
              <a:ext cx="527" cy="403"/>
            </a:xfrm>
            <a:custGeom>
              <a:avLst/>
              <a:pathLst>
                <a:path w="527" h="403">
                  <a:moveTo>
                    <a:pt x="353" y="0"/>
                  </a:moveTo>
                  <a:lnTo>
                    <a:pt x="527" y="110"/>
                  </a:lnTo>
                  <a:lnTo>
                    <a:pt x="0" y="40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5" name="ph6255"/>
            <p:cNvSpPr/>
            <p:nvPr/>
          </p:nvSpPr>
          <p:spPr>
            <a:xfrm>
              <a:off x="5821756" y="2389941"/>
              <a:ext cx="151" cy="36"/>
            </a:xfrm>
            <a:custGeom>
              <a:avLst/>
              <a:pathLst>
                <a:path w="151" h="36">
                  <a:moveTo>
                    <a:pt x="0" y="0"/>
                  </a:moveTo>
                  <a:lnTo>
                    <a:pt x="151" y="3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6" name="ph6256"/>
            <p:cNvSpPr/>
            <p:nvPr/>
          </p:nvSpPr>
          <p:spPr>
            <a:xfrm>
              <a:off x="5820484" y="2380435"/>
              <a:ext cx="12854" cy="17064"/>
            </a:xfrm>
            <a:custGeom>
              <a:avLst/>
              <a:pathLst>
                <a:path w="12854" h="17064">
                  <a:moveTo>
                    <a:pt x="4122" y="10217"/>
                  </a:moveTo>
                  <a:lnTo>
                    <a:pt x="0" y="1372"/>
                  </a:lnTo>
                  <a:lnTo>
                    <a:pt x="5523" y="0"/>
                  </a:lnTo>
                  <a:lnTo>
                    <a:pt x="7658" y="1164"/>
                  </a:lnTo>
                  <a:lnTo>
                    <a:pt x="12854" y="8115"/>
                  </a:lnTo>
                  <a:lnTo>
                    <a:pt x="10019" y="13819"/>
                  </a:lnTo>
                  <a:lnTo>
                    <a:pt x="7960" y="16315"/>
                  </a:lnTo>
                  <a:lnTo>
                    <a:pt x="5246" y="17064"/>
                  </a:lnTo>
                  <a:lnTo>
                    <a:pt x="3774" y="1228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7" name="ph6257"/>
            <p:cNvSpPr/>
            <p:nvPr/>
          </p:nvSpPr>
          <p:spPr>
            <a:xfrm>
              <a:off x="5821386" y="2388750"/>
              <a:ext cx="776" cy="73"/>
            </a:xfrm>
            <a:custGeom>
              <a:avLst/>
              <a:pathLst>
                <a:path w="776" h="73">
                  <a:moveTo>
                    <a:pt x="776" y="0"/>
                  </a:moveTo>
                  <a:lnTo>
                    <a:pt x="0" y="7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8" name="ph6258"/>
            <p:cNvSpPr/>
            <p:nvPr/>
          </p:nvSpPr>
          <p:spPr>
            <a:xfrm>
              <a:off x="5819107" y="2386023"/>
              <a:ext cx="1171" cy="774"/>
            </a:xfrm>
            <a:custGeom>
              <a:avLst/>
              <a:pathLst>
                <a:path w="1171" h="774">
                  <a:moveTo>
                    <a:pt x="813" y="588"/>
                  </a:moveTo>
                  <a:lnTo>
                    <a:pt x="0" y="774"/>
                  </a:lnTo>
                  <a:lnTo>
                    <a:pt x="117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9" name="ph6259"/>
            <p:cNvSpPr/>
            <p:nvPr/>
          </p:nvSpPr>
          <p:spPr>
            <a:xfrm>
              <a:off x="5818914" y="2372489"/>
              <a:ext cx="6403" cy="7943"/>
            </a:xfrm>
            <a:custGeom>
              <a:avLst/>
              <a:pathLst>
                <a:path w="6403" h="7943">
                  <a:moveTo>
                    <a:pt x="3103" y="0"/>
                  </a:moveTo>
                  <a:lnTo>
                    <a:pt x="6403" y="4945"/>
                  </a:lnTo>
                  <a:lnTo>
                    <a:pt x="5432" y="7943"/>
                  </a:lnTo>
                  <a:lnTo>
                    <a:pt x="1751" y="6991"/>
                  </a:lnTo>
                  <a:lnTo>
                    <a:pt x="2737" y="6172"/>
                  </a:lnTo>
                  <a:lnTo>
                    <a:pt x="2759" y="3514"/>
                  </a:lnTo>
                  <a:lnTo>
                    <a:pt x="0" y="3145"/>
                  </a:lnTo>
                  <a:lnTo>
                    <a:pt x="1792" y="53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0" name="ph6260"/>
            <p:cNvSpPr/>
            <p:nvPr/>
          </p:nvSpPr>
          <p:spPr>
            <a:xfrm>
              <a:off x="5820499" y="2371259"/>
              <a:ext cx="589" cy="148"/>
            </a:xfrm>
            <a:custGeom>
              <a:avLst/>
              <a:pathLst>
                <a:path w="589" h="148">
                  <a:moveTo>
                    <a:pt x="0" y="148"/>
                  </a:moveTo>
                  <a:lnTo>
                    <a:pt x="169" y="0"/>
                  </a:lnTo>
                  <a:lnTo>
                    <a:pt x="589" y="5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1" name="ph6261"/>
            <p:cNvSpPr/>
            <p:nvPr/>
          </p:nvSpPr>
          <p:spPr>
            <a:xfrm>
              <a:off x="5800481" y="2338087"/>
              <a:ext cx="2560" cy="3498"/>
            </a:xfrm>
            <a:custGeom>
              <a:avLst/>
              <a:pathLst>
                <a:path w="2560" h="3498">
                  <a:moveTo>
                    <a:pt x="2560" y="490"/>
                  </a:moveTo>
                  <a:lnTo>
                    <a:pt x="2201" y="3498"/>
                  </a:lnTo>
                  <a:lnTo>
                    <a:pt x="0" y="1895"/>
                  </a:lnTo>
                  <a:lnTo>
                    <a:pt x="752" y="687"/>
                  </a:lnTo>
                  <a:lnTo>
                    <a:pt x="210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2" name="ph6262"/>
            <p:cNvSpPr/>
            <p:nvPr/>
          </p:nvSpPr>
          <p:spPr>
            <a:xfrm>
              <a:off x="5801473" y="233672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3" name="ph6263"/>
            <p:cNvSpPr/>
            <p:nvPr/>
          </p:nvSpPr>
          <p:spPr>
            <a:xfrm>
              <a:off x="5798825" y="2333458"/>
              <a:ext cx="48" cy="362"/>
            </a:xfrm>
            <a:custGeom>
              <a:avLst/>
              <a:pathLst>
                <a:path w="48" h="362">
                  <a:moveTo>
                    <a:pt x="0" y="362"/>
                  </a:moveTo>
                  <a:lnTo>
                    <a:pt x="48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4" name="ph6264"/>
            <p:cNvSpPr/>
            <p:nvPr/>
          </p:nvSpPr>
          <p:spPr>
            <a:xfrm>
              <a:off x="5786736" y="2302917"/>
              <a:ext cx="21444" cy="31943"/>
            </a:xfrm>
            <a:custGeom>
              <a:avLst/>
              <a:pathLst>
                <a:path w="21444" h="31943">
                  <a:moveTo>
                    <a:pt x="0" y="6710"/>
                  </a:moveTo>
                  <a:lnTo>
                    <a:pt x="1636" y="0"/>
                  </a:lnTo>
                  <a:lnTo>
                    <a:pt x="3038" y="1646"/>
                  </a:lnTo>
                  <a:lnTo>
                    <a:pt x="3495" y="4447"/>
                  </a:lnTo>
                  <a:lnTo>
                    <a:pt x="5708" y="7141"/>
                  </a:lnTo>
                  <a:lnTo>
                    <a:pt x="14948" y="10354"/>
                  </a:lnTo>
                  <a:lnTo>
                    <a:pt x="17478" y="16282"/>
                  </a:lnTo>
                  <a:lnTo>
                    <a:pt x="16710" y="20714"/>
                  </a:lnTo>
                  <a:lnTo>
                    <a:pt x="19121" y="26875"/>
                  </a:lnTo>
                  <a:lnTo>
                    <a:pt x="21444" y="30348"/>
                  </a:lnTo>
                  <a:lnTo>
                    <a:pt x="20802" y="31065"/>
                  </a:lnTo>
                  <a:lnTo>
                    <a:pt x="14588" y="31943"/>
                  </a:lnTo>
                  <a:lnTo>
                    <a:pt x="15883" y="29525"/>
                  </a:lnTo>
                  <a:lnTo>
                    <a:pt x="8617" y="24015"/>
                  </a:lnTo>
                  <a:lnTo>
                    <a:pt x="6214" y="19328"/>
                  </a:lnTo>
                  <a:lnTo>
                    <a:pt x="4345" y="11698"/>
                  </a:lnTo>
                  <a:lnTo>
                    <a:pt x="237" y="955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5" name="ph6265"/>
            <p:cNvSpPr/>
            <p:nvPr/>
          </p:nvSpPr>
          <p:spPr>
            <a:xfrm>
              <a:off x="6066085" y="2309276"/>
              <a:ext cx="2931" cy="2554"/>
            </a:xfrm>
            <a:custGeom>
              <a:avLst/>
              <a:pathLst>
                <a:path w="2931" h="2554">
                  <a:moveTo>
                    <a:pt x="229" y="137"/>
                  </a:moveTo>
                  <a:lnTo>
                    <a:pt x="1910" y="0"/>
                  </a:lnTo>
                  <a:lnTo>
                    <a:pt x="2931" y="933"/>
                  </a:lnTo>
                  <a:lnTo>
                    <a:pt x="1115" y="2554"/>
                  </a:lnTo>
                  <a:lnTo>
                    <a:pt x="0" y="99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6" name="ph6266"/>
            <p:cNvSpPr/>
            <p:nvPr/>
          </p:nvSpPr>
          <p:spPr>
            <a:xfrm>
              <a:off x="6065272" y="2307476"/>
              <a:ext cx="1291" cy="3668"/>
            </a:xfrm>
            <a:custGeom>
              <a:avLst/>
              <a:pathLst>
                <a:path w="1291" h="3668">
                  <a:moveTo>
                    <a:pt x="1291" y="3668"/>
                  </a:moveTo>
                  <a:lnTo>
                    <a:pt x="311" y="2821"/>
                  </a:lnTo>
                  <a:lnTo>
                    <a:pt x="0" y="778"/>
                  </a:lnTo>
                  <a:lnTo>
                    <a:pt x="665" y="0"/>
                  </a:lnTo>
                  <a:lnTo>
                    <a:pt x="839" y="1604"/>
                  </a:lnTo>
                  <a:lnTo>
                    <a:pt x="632" y="260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7" name="ph6267"/>
            <p:cNvSpPr/>
            <p:nvPr/>
          </p:nvSpPr>
          <p:spPr>
            <a:xfrm>
              <a:off x="6066089" y="2307219"/>
              <a:ext cx="517" cy="2078"/>
            </a:xfrm>
            <a:custGeom>
              <a:avLst/>
              <a:pathLst>
                <a:path w="517" h="2078">
                  <a:moveTo>
                    <a:pt x="0" y="0"/>
                  </a:moveTo>
                  <a:lnTo>
                    <a:pt x="517" y="1356"/>
                  </a:lnTo>
                  <a:lnTo>
                    <a:pt x="343" y="207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8" name="ph6268"/>
            <p:cNvSpPr/>
            <p:nvPr/>
          </p:nvSpPr>
          <p:spPr>
            <a:xfrm>
              <a:off x="5811694" y="2303014"/>
              <a:ext cx="220" cy="450"/>
            </a:xfrm>
            <a:custGeom>
              <a:avLst/>
              <a:pathLst>
                <a:path w="220" h="450">
                  <a:moveTo>
                    <a:pt x="220" y="359"/>
                  </a:moveTo>
                  <a:lnTo>
                    <a:pt x="0" y="450"/>
                  </a:lnTo>
                  <a:lnTo>
                    <a:pt x="83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9" name="ph6269"/>
            <p:cNvSpPr/>
            <p:nvPr/>
          </p:nvSpPr>
          <p:spPr>
            <a:xfrm>
              <a:off x="5789336" y="2289833"/>
              <a:ext cx="1220" cy="1449"/>
            </a:xfrm>
            <a:custGeom>
              <a:avLst/>
              <a:pathLst>
                <a:path w="1220" h="1449">
                  <a:moveTo>
                    <a:pt x="1220" y="322"/>
                  </a:moveTo>
                  <a:lnTo>
                    <a:pt x="0" y="1449"/>
                  </a:lnTo>
                  <a:lnTo>
                    <a:pt x="94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0" name="ph6270"/>
            <p:cNvSpPr/>
            <p:nvPr/>
          </p:nvSpPr>
          <p:spPr>
            <a:xfrm>
              <a:off x="5786354" y="2276027"/>
              <a:ext cx="5749" cy="6429"/>
            </a:xfrm>
            <a:custGeom>
              <a:avLst/>
              <a:pathLst>
                <a:path w="5749" h="6429">
                  <a:moveTo>
                    <a:pt x="5749" y="0"/>
                  </a:moveTo>
                  <a:lnTo>
                    <a:pt x="5406" y="762"/>
                  </a:lnTo>
                  <a:lnTo>
                    <a:pt x="2831" y="5618"/>
                  </a:lnTo>
                  <a:lnTo>
                    <a:pt x="1731" y="6429"/>
                  </a:lnTo>
                  <a:lnTo>
                    <a:pt x="486" y="6211"/>
                  </a:lnTo>
                  <a:lnTo>
                    <a:pt x="0" y="3482"/>
                  </a:lnTo>
                  <a:lnTo>
                    <a:pt x="564" y="2257"/>
                  </a:lnTo>
                  <a:lnTo>
                    <a:pt x="2494" y="73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1" name="ph6271"/>
            <p:cNvSpPr/>
            <p:nvPr/>
          </p:nvSpPr>
          <p:spPr>
            <a:xfrm>
              <a:off x="5781102" y="2222989"/>
              <a:ext cx="5483" cy="15265"/>
            </a:xfrm>
            <a:custGeom>
              <a:avLst/>
              <a:pathLst>
                <a:path w="5483" h="15265">
                  <a:moveTo>
                    <a:pt x="1828" y="13807"/>
                  </a:moveTo>
                  <a:lnTo>
                    <a:pt x="0" y="8411"/>
                  </a:lnTo>
                  <a:lnTo>
                    <a:pt x="838" y="3909"/>
                  </a:lnTo>
                  <a:lnTo>
                    <a:pt x="3247" y="158"/>
                  </a:lnTo>
                  <a:lnTo>
                    <a:pt x="4266" y="0"/>
                  </a:lnTo>
                  <a:lnTo>
                    <a:pt x="5483" y="14671"/>
                  </a:lnTo>
                  <a:lnTo>
                    <a:pt x="4842" y="1526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2" name="ph6272"/>
            <p:cNvSpPr/>
            <p:nvPr/>
          </p:nvSpPr>
          <p:spPr>
            <a:xfrm>
              <a:off x="5818001" y="2001065"/>
              <a:ext cx="8338" cy="17251"/>
            </a:xfrm>
            <a:custGeom>
              <a:avLst/>
              <a:pathLst>
                <a:path w="8338" h="17251">
                  <a:moveTo>
                    <a:pt x="2226" y="12485"/>
                  </a:moveTo>
                  <a:lnTo>
                    <a:pt x="3799" y="13937"/>
                  </a:lnTo>
                  <a:lnTo>
                    <a:pt x="8338" y="15378"/>
                  </a:lnTo>
                  <a:lnTo>
                    <a:pt x="7952" y="17251"/>
                  </a:lnTo>
                  <a:lnTo>
                    <a:pt x="2400" y="14906"/>
                  </a:lnTo>
                  <a:lnTo>
                    <a:pt x="291" y="12790"/>
                  </a:lnTo>
                  <a:lnTo>
                    <a:pt x="0" y="9071"/>
                  </a:lnTo>
                  <a:lnTo>
                    <a:pt x="1831" y="0"/>
                  </a:lnTo>
                  <a:lnTo>
                    <a:pt x="2452" y="202"/>
                  </a:lnTo>
                  <a:lnTo>
                    <a:pt x="2193" y="1157"/>
                  </a:lnTo>
                  <a:lnTo>
                    <a:pt x="535" y="712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3" name="ph6273"/>
            <p:cNvSpPr/>
            <p:nvPr/>
          </p:nvSpPr>
          <p:spPr>
            <a:xfrm>
              <a:off x="5792215" y="1938312"/>
              <a:ext cx="467" cy="584"/>
            </a:xfrm>
            <a:custGeom>
              <a:avLst/>
              <a:pathLst>
                <a:path w="467" h="584">
                  <a:moveTo>
                    <a:pt x="0" y="584"/>
                  </a:moveTo>
                  <a:lnTo>
                    <a:pt x="446" y="0"/>
                  </a:lnTo>
                  <a:lnTo>
                    <a:pt x="467" y="26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4" name="ph6274"/>
            <p:cNvSpPr/>
            <p:nvPr/>
          </p:nvSpPr>
          <p:spPr>
            <a:xfrm>
              <a:off x="5794026" y="1935875"/>
              <a:ext cx="1889" cy="1702"/>
            </a:xfrm>
            <a:custGeom>
              <a:avLst/>
              <a:pathLst>
                <a:path w="1889" h="1702">
                  <a:moveTo>
                    <a:pt x="149" y="1702"/>
                  </a:moveTo>
                  <a:lnTo>
                    <a:pt x="0" y="1152"/>
                  </a:lnTo>
                  <a:lnTo>
                    <a:pt x="188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5" name="ph6275"/>
            <p:cNvSpPr/>
            <p:nvPr/>
          </p:nvSpPr>
          <p:spPr>
            <a:xfrm>
              <a:off x="5791078" y="1934097"/>
              <a:ext cx="599" cy="722"/>
            </a:xfrm>
            <a:custGeom>
              <a:avLst/>
              <a:pathLst>
                <a:path w="599" h="722">
                  <a:moveTo>
                    <a:pt x="599" y="0"/>
                  </a:moveTo>
                  <a:lnTo>
                    <a:pt x="0" y="722"/>
                  </a:lnTo>
                  <a:lnTo>
                    <a:pt x="63" y="9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6" name="ph6276"/>
            <p:cNvSpPr/>
            <p:nvPr/>
          </p:nvSpPr>
          <p:spPr>
            <a:xfrm>
              <a:off x="5790299" y="1934218"/>
              <a:ext cx="305" cy="388"/>
            </a:xfrm>
            <a:custGeom>
              <a:avLst/>
              <a:pathLst>
                <a:path w="305" h="388">
                  <a:moveTo>
                    <a:pt x="0" y="129"/>
                  </a:moveTo>
                  <a:lnTo>
                    <a:pt x="305" y="0"/>
                  </a:lnTo>
                  <a:lnTo>
                    <a:pt x="154" y="38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7" name="ph6277"/>
            <p:cNvSpPr/>
            <p:nvPr/>
          </p:nvSpPr>
          <p:spPr>
            <a:xfrm>
              <a:off x="6515984" y="3117993"/>
              <a:ext cx="346" cy="474"/>
            </a:xfrm>
            <a:custGeom>
              <a:avLst/>
              <a:pathLst>
                <a:path w="346" h="474">
                  <a:moveTo>
                    <a:pt x="179" y="474"/>
                  </a:moveTo>
                  <a:lnTo>
                    <a:pt x="0" y="161"/>
                  </a:lnTo>
                  <a:lnTo>
                    <a:pt x="346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8" name="ph6278"/>
            <p:cNvSpPr/>
            <p:nvPr/>
          </p:nvSpPr>
          <p:spPr>
            <a:xfrm>
              <a:off x="6475345" y="3100936"/>
              <a:ext cx="331" cy="1063"/>
            </a:xfrm>
            <a:custGeom>
              <a:avLst/>
              <a:pathLst>
                <a:path w="331" h="1063">
                  <a:moveTo>
                    <a:pt x="331" y="0"/>
                  </a:moveTo>
                  <a:lnTo>
                    <a:pt x="73" y="1063"/>
                  </a:lnTo>
                  <a:lnTo>
                    <a:pt x="0" y="38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9" name="ph6279"/>
            <p:cNvSpPr/>
            <p:nvPr/>
          </p:nvSpPr>
          <p:spPr>
            <a:xfrm>
              <a:off x="6475801" y="3100251"/>
              <a:ext cx="128" cy="439"/>
            </a:xfrm>
            <a:custGeom>
              <a:avLst/>
              <a:pathLst>
                <a:path w="128" h="439">
                  <a:moveTo>
                    <a:pt x="0" y="0"/>
                  </a:moveTo>
                  <a:lnTo>
                    <a:pt x="128" y="167"/>
                  </a:lnTo>
                  <a:lnTo>
                    <a:pt x="13" y="43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0" name="ph6280"/>
            <p:cNvSpPr/>
            <p:nvPr/>
          </p:nvSpPr>
          <p:spPr>
            <a:xfrm>
              <a:off x="6468133" y="309498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1" name="ph6281"/>
            <p:cNvSpPr/>
            <p:nvPr/>
          </p:nvSpPr>
          <p:spPr>
            <a:xfrm>
              <a:off x="6457674" y="3090191"/>
              <a:ext cx="128" cy="273"/>
            </a:xfrm>
            <a:custGeom>
              <a:avLst/>
              <a:pathLst>
                <a:path w="128" h="273">
                  <a:moveTo>
                    <a:pt x="128" y="138"/>
                  </a:moveTo>
                  <a:lnTo>
                    <a:pt x="79" y="27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2" name="ph6282"/>
            <p:cNvSpPr/>
            <p:nvPr/>
          </p:nvSpPr>
          <p:spPr>
            <a:xfrm>
              <a:off x="6458179" y="308991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3" name="ph6283"/>
            <p:cNvSpPr/>
            <p:nvPr/>
          </p:nvSpPr>
          <p:spPr>
            <a:xfrm>
              <a:off x="6458826" y="308941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4" name="ph6284"/>
            <p:cNvSpPr/>
            <p:nvPr/>
          </p:nvSpPr>
          <p:spPr>
            <a:xfrm>
              <a:off x="6448504" y="3079134"/>
              <a:ext cx="237" cy="256"/>
            </a:xfrm>
            <a:custGeom>
              <a:avLst/>
              <a:pathLst>
                <a:path w="237" h="256">
                  <a:moveTo>
                    <a:pt x="237" y="256"/>
                  </a:moveTo>
                  <a:lnTo>
                    <a:pt x="0" y="244"/>
                  </a:lnTo>
                  <a:lnTo>
                    <a:pt x="9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5" name="ph6285"/>
            <p:cNvSpPr/>
            <p:nvPr/>
          </p:nvSpPr>
          <p:spPr>
            <a:xfrm>
              <a:off x="6448679" y="30727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6" name="ph6286"/>
            <p:cNvSpPr/>
            <p:nvPr/>
          </p:nvSpPr>
          <p:spPr>
            <a:xfrm>
              <a:off x="6444981" y="3067748"/>
              <a:ext cx="342" cy="94"/>
            </a:xfrm>
            <a:custGeom>
              <a:avLst/>
              <a:pathLst>
                <a:path w="342" h="94">
                  <a:moveTo>
                    <a:pt x="0" y="94"/>
                  </a:moveTo>
                  <a:lnTo>
                    <a:pt x="206" y="0"/>
                  </a:lnTo>
                  <a:lnTo>
                    <a:pt x="342" y="4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7" name="ph6287"/>
            <p:cNvSpPr/>
            <p:nvPr/>
          </p:nvSpPr>
          <p:spPr>
            <a:xfrm>
              <a:off x="6444715" y="3067476"/>
              <a:ext cx="567" cy="176"/>
            </a:xfrm>
            <a:custGeom>
              <a:avLst/>
              <a:pathLst>
                <a:path w="567" h="176">
                  <a:moveTo>
                    <a:pt x="567" y="176"/>
                  </a:moveTo>
                  <a:lnTo>
                    <a:pt x="0" y="173"/>
                  </a:lnTo>
                  <a:lnTo>
                    <a:pt x="226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8" name="ph6288"/>
            <p:cNvSpPr/>
            <p:nvPr/>
          </p:nvSpPr>
          <p:spPr>
            <a:xfrm>
              <a:off x="6442704" y="306274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9" name="ph6289"/>
            <p:cNvSpPr/>
            <p:nvPr/>
          </p:nvSpPr>
          <p:spPr>
            <a:xfrm>
              <a:off x="6442615" y="3061701"/>
              <a:ext cx="82" cy="219"/>
            </a:xfrm>
            <a:custGeom>
              <a:avLst/>
              <a:pathLst>
                <a:path w="82" h="219">
                  <a:moveTo>
                    <a:pt x="0" y="0"/>
                  </a:moveTo>
                  <a:lnTo>
                    <a:pt x="82" y="21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0" name="ph6290"/>
            <p:cNvSpPr/>
            <p:nvPr/>
          </p:nvSpPr>
          <p:spPr>
            <a:xfrm>
              <a:off x="6441436" y="3061197"/>
              <a:ext cx="598" cy="420"/>
            </a:xfrm>
            <a:custGeom>
              <a:avLst/>
              <a:pathLst>
                <a:path w="598" h="420">
                  <a:moveTo>
                    <a:pt x="598" y="420"/>
                  </a:moveTo>
                  <a:lnTo>
                    <a:pt x="0" y="55"/>
                  </a:lnTo>
                  <a:lnTo>
                    <a:pt x="328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1" name="ph6291"/>
            <p:cNvSpPr/>
            <p:nvPr/>
          </p:nvSpPr>
          <p:spPr>
            <a:xfrm>
              <a:off x="6441796" y="30607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2" name="ph6292"/>
            <p:cNvSpPr/>
            <p:nvPr/>
          </p:nvSpPr>
          <p:spPr>
            <a:xfrm>
              <a:off x="6442244" y="3060324"/>
              <a:ext cx="206" cy="208"/>
            </a:xfrm>
            <a:custGeom>
              <a:avLst/>
              <a:pathLst>
                <a:path w="206" h="208">
                  <a:moveTo>
                    <a:pt x="206" y="208"/>
                  </a:moveTo>
                  <a:lnTo>
                    <a:pt x="0" y="176"/>
                  </a:lnTo>
                  <a:lnTo>
                    <a:pt x="153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3" name="ph6293"/>
            <p:cNvSpPr/>
            <p:nvPr/>
          </p:nvSpPr>
          <p:spPr>
            <a:xfrm>
              <a:off x="6442240" y="3059943"/>
              <a:ext cx="300" cy="237"/>
            </a:xfrm>
            <a:custGeom>
              <a:avLst/>
              <a:pathLst>
                <a:path w="300" h="237">
                  <a:moveTo>
                    <a:pt x="0" y="211"/>
                  </a:moveTo>
                  <a:lnTo>
                    <a:pt x="112" y="0"/>
                  </a:lnTo>
                  <a:lnTo>
                    <a:pt x="300" y="23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4" name="ph6294"/>
            <p:cNvSpPr/>
            <p:nvPr/>
          </p:nvSpPr>
          <p:spPr>
            <a:xfrm>
              <a:off x="6441844" y="3059898"/>
              <a:ext cx="90" cy="145"/>
            </a:xfrm>
            <a:custGeom>
              <a:avLst/>
              <a:pathLst>
                <a:path w="90" h="145">
                  <a:moveTo>
                    <a:pt x="90" y="0"/>
                  </a:moveTo>
                  <a:lnTo>
                    <a:pt x="0" y="14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5" name="ph6295"/>
            <p:cNvSpPr/>
            <p:nvPr/>
          </p:nvSpPr>
          <p:spPr>
            <a:xfrm>
              <a:off x="6441568" y="3059360"/>
              <a:ext cx="232" cy="332"/>
            </a:xfrm>
            <a:custGeom>
              <a:avLst/>
              <a:pathLst>
                <a:path w="232" h="332">
                  <a:moveTo>
                    <a:pt x="232" y="332"/>
                  </a:moveTo>
                  <a:lnTo>
                    <a:pt x="0" y="215"/>
                  </a:lnTo>
                  <a:lnTo>
                    <a:pt x="14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6" name="ph6296"/>
            <p:cNvSpPr/>
            <p:nvPr/>
          </p:nvSpPr>
          <p:spPr>
            <a:xfrm>
              <a:off x="6439325" y="3057971"/>
              <a:ext cx="650" cy="815"/>
            </a:xfrm>
            <a:custGeom>
              <a:avLst/>
              <a:pathLst>
                <a:path w="650" h="815">
                  <a:moveTo>
                    <a:pt x="0" y="683"/>
                  </a:moveTo>
                  <a:lnTo>
                    <a:pt x="614" y="0"/>
                  </a:lnTo>
                  <a:lnTo>
                    <a:pt x="650" y="81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7" name="ph6297"/>
            <p:cNvSpPr/>
            <p:nvPr/>
          </p:nvSpPr>
          <p:spPr>
            <a:xfrm>
              <a:off x="6438994" y="3058275"/>
              <a:ext cx="353" cy="126"/>
            </a:xfrm>
            <a:custGeom>
              <a:avLst/>
              <a:pathLst>
                <a:path w="353" h="126">
                  <a:moveTo>
                    <a:pt x="0" y="126"/>
                  </a:moveTo>
                  <a:lnTo>
                    <a:pt x="353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8" name="ph6298"/>
            <p:cNvSpPr/>
            <p:nvPr/>
          </p:nvSpPr>
          <p:spPr>
            <a:xfrm>
              <a:off x="6440056" y="3057221"/>
              <a:ext cx="157" cy="53"/>
            </a:xfrm>
            <a:custGeom>
              <a:avLst/>
              <a:pathLst>
                <a:path w="157" h="53">
                  <a:moveTo>
                    <a:pt x="0" y="0"/>
                  </a:moveTo>
                  <a:lnTo>
                    <a:pt x="157" y="5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9" name="ph6299"/>
            <p:cNvSpPr/>
            <p:nvPr/>
          </p:nvSpPr>
          <p:spPr>
            <a:xfrm>
              <a:off x="6438872" y="3056526"/>
              <a:ext cx="844" cy="866"/>
            </a:xfrm>
            <a:custGeom>
              <a:avLst/>
              <a:pathLst>
                <a:path w="844" h="866">
                  <a:moveTo>
                    <a:pt x="465" y="16"/>
                  </a:moveTo>
                  <a:lnTo>
                    <a:pt x="844" y="0"/>
                  </a:lnTo>
                  <a:lnTo>
                    <a:pt x="0" y="86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0" name="ph6300"/>
            <p:cNvSpPr/>
            <p:nvPr/>
          </p:nvSpPr>
          <p:spPr>
            <a:xfrm>
              <a:off x="6436769" y="3054895"/>
              <a:ext cx="253" cy="3"/>
            </a:xfrm>
            <a:custGeom>
              <a:avLst/>
              <a:pathLst>
                <a:path w="253" h="3">
                  <a:moveTo>
                    <a:pt x="253" y="3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1" name="ph6301"/>
            <p:cNvSpPr/>
            <p:nvPr/>
          </p:nvSpPr>
          <p:spPr>
            <a:xfrm>
              <a:off x="6436469" y="3054713"/>
              <a:ext cx="264" cy="162"/>
            </a:xfrm>
            <a:custGeom>
              <a:avLst/>
              <a:pathLst>
                <a:path w="264" h="162">
                  <a:moveTo>
                    <a:pt x="0" y="81"/>
                  </a:moveTo>
                  <a:lnTo>
                    <a:pt x="264" y="0"/>
                  </a:lnTo>
                  <a:lnTo>
                    <a:pt x="139" y="16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2" name="ph6302"/>
            <p:cNvSpPr/>
            <p:nvPr/>
          </p:nvSpPr>
          <p:spPr>
            <a:xfrm>
              <a:off x="6435279" y="30541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3" name="ph6303"/>
            <p:cNvSpPr/>
            <p:nvPr/>
          </p:nvSpPr>
          <p:spPr>
            <a:xfrm>
              <a:off x="6435337" y="305396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4" name="ph6304"/>
            <p:cNvSpPr/>
            <p:nvPr/>
          </p:nvSpPr>
          <p:spPr>
            <a:xfrm>
              <a:off x="6419935" y="2927038"/>
              <a:ext cx="254" cy="140"/>
            </a:xfrm>
            <a:custGeom>
              <a:avLst/>
              <a:pathLst>
                <a:path w="254" h="140">
                  <a:moveTo>
                    <a:pt x="173" y="140"/>
                  </a:moveTo>
                  <a:lnTo>
                    <a:pt x="0" y="35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5" name="ph6305"/>
            <p:cNvSpPr/>
            <p:nvPr/>
          </p:nvSpPr>
          <p:spPr>
            <a:xfrm>
              <a:off x="6423822" y="2860991"/>
              <a:ext cx="346" cy="471"/>
            </a:xfrm>
            <a:custGeom>
              <a:avLst/>
              <a:pathLst>
                <a:path w="346" h="471">
                  <a:moveTo>
                    <a:pt x="346" y="97"/>
                  </a:moveTo>
                  <a:lnTo>
                    <a:pt x="278" y="47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6" name="ph6306"/>
            <p:cNvSpPr/>
            <p:nvPr/>
          </p:nvSpPr>
          <p:spPr>
            <a:xfrm>
              <a:off x="6350986" y="2753773"/>
              <a:ext cx="1108" cy="1553"/>
            </a:xfrm>
            <a:custGeom>
              <a:avLst/>
              <a:pathLst>
                <a:path w="1108" h="1553">
                  <a:moveTo>
                    <a:pt x="0" y="0"/>
                  </a:moveTo>
                  <a:lnTo>
                    <a:pt x="959" y="522"/>
                  </a:lnTo>
                  <a:lnTo>
                    <a:pt x="1108" y="1553"/>
                  </a:lnTo>
                  <a:lnTo>
                    <a:pt x="224" y="141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7" name="ph6307"/>
            <p:cNvSpPr/>
            <p:nvPr/>
          </p:nvSpPr>
          <p:spPr>
            <a:xfrm>
              <a:off x="6869488" y="3307937"/>
              <a:ext cx="955" cy="808"/>
            </a:xfrm>
            <a:custGeom>
              <a:avLst/>
              <a:pathLst>
                <a:path w="955" h="808">
                  <a:moveTo>
                    <a:pt x="105" y="0"/>
                  </a:moveTo>
                  <a:lnTo>
                    <a:pt x="955" y="734"/>
                  </a:lnTo>
                  <a:lnTo>
                    <a:pt x="0" y="80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8" name="ph6308"/>
            <p:cNvSpPr/>
            <p:nvPr/>
          </p:nvSpPr>
          <p:spPr>
            <a:xfrm>
              <a:off x="7090719" y="3418801"/>
              <a:ext cx="2113" cy="594"/>
            </a:xfrm>
            <a:custGeom>
              <a:avLst/>
              <a:pathLst>
                <a:path w="2113" h="594">
                  <a:moveTo>
                    <a:pt x="2113" y="15"/>
                  </a:moveTo>
                  <a:lnTo>
                    <a:pt x="1657" y="59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9" name="ph6309"/>
            <p:cNvSpPr/>
            <p:nvPr/>
          </p:nvSpPr>
          <p:spPr>
            <a:xfrm>
              <a:off x="7419883" y="3527867"/>
              <a:ext cx="186" cy="130"/>
            </a:xfrm>
            <a:custGeom>
              <a:avLst/>
              <a:pathLst>
                <a:path w="186" h="130">
                  <a:moveTo>
                    <a:pt x="26" y="130"/>
                  </a:moveTo>
                  <a:lnTo>
                    <a:pt x="0" y="0"/>
                  </a:lnTo>
                  <a:lnTo>
                    <a:pt x="186" y="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0" name="ph6310"/>
            <p:cNvSpPr/>
            <p:nvPr/>
          </p:nvSpPr>
          <p:spPr>
            <a:xfrm>
              <a:off x="7411381" y="2799921"/>
              <a:ext cx="1058" cy="1071"/>
            </a:xfrm>
            <a:custGeom>
              <a:avLst/>
              <a:pathLst>
                <a:path w="1058" h="1071">
                  <a:moveTo>
                    <a:pt x="1058" y="0"/>
                  </a:moveTo>
                  <a:lnTo>
                    <a:pt x="637" y="1045"/>
                  </a:lnTo>
                  <a:lnTo>
                    <a:pt x="0" y="107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1" name="ph6311"/>
            <p:cNvSpPr/>
            <p:nvPr/>
          </p:nvSpPr>
          <p:spPr>
            <a:xfrm>
              <a:off x="7564418" y="3555641"/>
              <a:ext cx="344" cy="265"/>
            </a:xfrm>
            <a:custGeom>
              <a:avLst/>
              <a:pathLst>
                <a:path w="344" h="265">
                  <a:moveTo>
                    <a:pt x="0" y="39"/>
                  </a:moveTo>
                  <a:lnTo>
                    <a:pt x="292" y="0"/>
                  </a:lnTo>
                  <a:lnTo>
                    <a:pt x="344" y="26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2" name="ph6312"/>
            <p:cNvSpPr/>
            <p:nvPr/>
          </p:nvSpPr>
          <p:spPr>
            <a:xfrm>
              <a:off x="7565354" y="3555158"/>
              <a:ext cx="155" cy="19"/>
            </a:xfrm>
            <a:custGeom>
              <a:avLst/>
              <a:pathLst>
                <a:path w="155" h="19">
                  <a:moveTo>
                    <a:pt x="0" y="19"/>
                  </a:moveTo>
                  <a:lnTo>
                    <a:pt x="15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3" name="ph6313"/>
            <p:cNvSpPr/>
            <p:nvPr/>
          </p:nvSpPr>
          <p:spPr>
            <a:xfrm>
              <a:off x="7572889" y="3550878"/>
              <a:ext cx="385" cy="515"/>
            </a:xfrm>
            <a:custGeom>
              <a:avLst/>
              <a:pathLst>
                <a:path w="385" h="515">
                  <a:moveTo>
                    <a:pt x="157" y="0"/>
                  </a:moveTo>
                  <a:lnTo>
                    <a:pt x="385" y="366"/>
                  </a:lnTo>
                  <a:lnTo>
                    <a:pt x="0" y="51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4" name="ph6314"/>
            <p:cNvSpPr/>
            <p:nvPr/>
          </p:nvSpPr>
          <p:spPr>
            <a:xfrm>
              <a:off x="7578286" y="3547170"/>
              <a:ext cx="150" cy="48"/>
            </a:xfrm>
            <a:custGeom>
              <a:avLst/>
              <a:pathLst>
                <a:path w="150" h="48">
                  <a:moveTo>
                    <a:pt x="150" y="48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5" name="ph6315"/>
            <p:cNvSpPr/>
            <p:nvPr/>
          </p:nvSpPr>
          <p:spPr>
            <a:xfrm>
              <a:off x="7582748" y="3544670"/>
              <a:ext cx="174" cy="322"/>
            </a:xfrm>
            <a:custGeom>
              <a:avLst/>
              <a:pathLst>
                <a:path w="174" h="322">
                  <a:moveTo>
                    <a:pt x="0" y="0"/>
                  </a:moveTo>
                  <a:lnTo>
                    <a:pt x="174" y="117"/>
                  </a:lnTo>
                  <a:lnTo>
                    <a:pt x="47" y="32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6" name="ph6316"/>
            <p:cNvSpPr/>
            <p:nvPr/>
          </p:nvSpPr>
          <p:spPr>
            <a:xfrm>
              <a:off x="7646496" y="3518583"/>
              <a:ext cx="328" cy="178"/>
            </a:xfrm>
            <a:custGeom>
              <a:avLst/>
              <a:pathLst>
                <a:path w="328" h="178">
                  <a:moveTo>
                    <a:pt x="208" y="178"/>
                  </a:moveTo>
                  <a:lnTo>
                    <a:pt x="0" y="33"/>
                  </a:lnTo>
                  <a:lnTo>
                    <a:pt x="328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7" name="ph6317"/>
            <p:cNvSpPr/>
            <p:nvPr/>
          </p:nvSpPr>
          <p:spPr>
            <a:xfrm>
              <a:off x="7563226" y="3096003"/>
              <a:ext cx="153" cy="459"/>
            </a:xfrm>
            <a:custGeom>
              <a:avLst/>
              <a:pathLst>
                <a:path w="153" h="459">
                  <a:moveTo>
                    <a:pt x="0" y="459"/>
                  </a:moveTo>
                  <a:lnTo>
                    <a:pt x="1" y="0"/>
                  </a:lnTo>
                  <a:lnTo>
                    <a:pt x="153" y="22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8" name="ph6318"/>
            <p:cNvSpPr/>
            <p:nvPr/>
          </p:nvSpPr>
          <p:spPr>
            <a:xfrm>
              <a:off x="8026931" y="2842435"/>
              <a:ext cx="2549" cy="2106"/>
            </a:xfrm>
            <a:custGeom>
              <a:avLst/>
              <a:pathLst>
                <a:path w="2549" h="2106">
                  <a:moveTo>
                    <a:pt x="815" y="2106"/>
                  </a:moveTo>
                  <a:lnTo>
                    <a:pt x="0" y="1728"/>
                  </a:lnTo>
                  <a:lnTo>
                    <a:pt x="2424" y="0"/>
                  </a:lnTo>
                  <a:lnTo>
                    <a:pt x="2549" y="74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9" name="ph6319"/>
            <p:cNvSpPr/>
            <p:nvPr/>
          </p:nvSpPr>
          <p:spPr>
            <a:xfrm>
              <a:off x="8030239" y="2839501"/>
              <a:ext cx="1878" cy="2832"/>
            </a:xfrm>
            <a:custGeom>
              <a:avLst/>
              <a:pathLst>
                <a:path w="1878" h="2832">
                  <a:moveTo>
                    <a:pt x="1878" y="0"/>
                  </a:moveTo>
                  <a:lnTo>
                    <a:pt x="1546" y="1283"/>
                  </a:lnTo>
                  <a:lnTo>
                    <a:pt x="221" y="2832"/>
                  </a:lnTo>
                  <a:lnTo>
                    <a:pt x="0" y="212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0" name="ph6320"/>
            <p:cNvSpPr/>
            <p:nvPr/>
          </p:nvSpPr>
          <p:spPr>
            <a:xfrm>
              <a:off x="8032140" y="2840734"/>
              <a:ext cx="95" cy="137"/>
            </a:xfrm>
            <a:custGeom>
              <a:avLst/>
              <a:pathLst>
                <a:path w="95" h="137">
                  <a:moveTo>
                    <a:pt x="95" y="137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1" name="ph6321"/>
            <p:cNvSpPr/>
            <p:nvPr/>
          </p:nvSpPr>
          <p:spPr>
            <a:xfrm>
              <a:off x="8032328" y="2840230"/>
              <a:ext cx="259" cy="399"/>
            </a:xfrm>
            <a:custGeom>
              <a:avLst/>
              <a:pathLst>
                <a:path w="259" h="399">
                  <a:moveTo>
                    <a:pt x="0" y="359"/>
                  </a:moveTo>
                  <a:lnTo>
                    <a:pt x="259" y="0"/>
                  </a:lnTo>
                  <a:lnTo>
                    <a:pt x="175" y="39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2" name="ph6322"/>
            <p:cNvSpPr/>
            <p:nvPr/>
          </p:nvSpPr>
          <p:spPr>
            <a:xfrm>
              <a:off x="8016426" y="2833187"/>
              <a:ext cx="3251" cy="2513"/>
            </a:xfrm>
            <a:custGeom>
              <a:avLst/>
              <a:pathLst>
                <a:path w="3251" h="2513">
                  <a:moveTo>
                    <a:pt x="885" y="2513"/>
                  </a:moveTo>
                  <a:lnTo>
                    <a:pt x="171" y="2167"/>
                  </a:lnTo>
                  <a:lnTo>
                    <a:pt x="0" y="905"/>
                  </a:lnTo>
                  <a:lnTo>
                    <a:pt x="2701" y="0"/>
                  </a:lnTo>
                  <a:lnTo>
                    <a:pt x="3251" y="278"/>
                  </a:lnTo>
                  <a:lnTo>
                    <a:pt x="2119" y="178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3" name="ph6323"/>
            <p:cNvSpPr/>
            <p:nvPr/>
          </p:nvSpPr>
          <p:spPr>
            <a:xfrm>
              <a:off x="8068726" y="2933876"/>
              <a:ext cx="287" cy="106"/>
            </a:xfrm>
            <a:custGeom>
              <a:avLst/>
              <a:pathLst>
                <a:path w="287" h="106">
                  <a:moveTo>
                    <a:pt x="287" y="106"/>
                  </a:moveTo>
                  <a:lnTo>
                    <a:pt x="0" y="43"/>
                  </a:lnTo>
                  <a:lnTo>
                    <a:pt x="15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4" name="ph6324"/>
            <p:cNvSpPr/>
            <p:nvPr/>
          </p:nvSpPr>
          <p:spPr>
            <a:xfrm>
              <a:off x="8066213" y="293323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5" name="ph6325"/>
            <p:cNvSpPr/>
            <p:nvPr/>
          </p:nvSpPr>
          <p:spPr>
            <a:xfrm>
              <a:off x="8068017" y="2932815"/>
              <a:ext cx="201" cy="500"/>
            </a:xfrm>
            <a:custGeom>
              <a:avLst/>
              <a:pathLst>
                <a:path w="201" h="500">
                  <a:moveTo>
                    <a:pt x="201" y="429"/>
                  </a:moveTo>
                  <a:lnTo>
                    <a:pt x="0" y="500"/>
                  </a:lnTo>
                  <a:lnTo>
                    <a:pt x="16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6" name="ph6326"/>
            <p:cNvSpPr/>
            <p:nvPr/>
          </p:nvSpPr>
          <p:spPr>
            <a:xfrm>
              <a:off x="8247291" y="2901096"/>
              <a:ext cx="298" cy="231"/>
            </a:xfrm>
            <a:custGeom>
              <a:avLst/>
              <a:pathLst>
                <a:path w="298" h="231">
                  <a:moveTo>
                    <a:pt x="298" y="38"/>
                  </a:moveTo>
                  <a:lnTo>
                    <a:pt x="208" y="2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7" name="ph6327"/>
            <p:cNvSpPr/>
            <p:nvPr/>
          </p:nvSpPr>
          <p:spPr>
            <a:xfrm>
              <a:off x="8246927" y="2860447"/>
              <a:ext cx="1386" cy="7155"/>
            </a:xfrm>
            <a:custGeom>
              <a:avLst/>
              <a:pathLst>
                <a:path w="1386" h="7155">
                  <a:moveTo>
                    <a:pt x="1386" y="1108"/>
                  </a:moveTo>
                  <a:lnTo>
                    <a:pt x="932" y="4136"/>
                  </a:lnTo>
                  <a:lnTo>
                    <a:pt x="1112" y="7155"/>
                  </a:lnTo>
                  <a:lnTo>
                    <a:pt x="0" y="4632"/>
                  </a:lnTo>
                  <a:lnTo>
                    <a:pt x="69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8" name="ph6328"/>
            <p:cNvSpPr/>
            <p:nvPr/>
          </p:nvSpPr>
          <p:spPr>
            <a:xfrm>
              <a:off x="8247587" y="2859744"/>
              <a:ext cx="1063" cy="1887"/>
            </a:xfrm>
            <a:custGeom>
              <a:avLst/>
              <a:pathLst>
                <a:path w="1063" h="1887">
                  <a:moveTo>
                    <a:pt x="997" y="302"/>
                  </a:moveTo>
                  <a:lnTo>
                    <a:pt x="1063" y="188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9" name="ph6329"/>
            <p:cNvSpPr/>
            <p:nvPr/>
          </p:nvSpPr>
          <p:spPr>
            <a:xfrm>
              <a:off x="8247731" y="2855023"/>
              <a:ext cx="1769" cy="4900"/>
            </a:xfrm>
            <a:custGeom>
              <a:avLst/>
              <a:pathLst>
                <a:path w="1769" h="4900">
                  <a:moveTo>
                    <a:pt x="817" y="0"/>
                  </a:moveTo>
                  <a:lnTo>
                    <a:pt x="1692" y="1429"/>
                  </a:lnTo>
                  <a:lnTo>
                    <a:pt x="1769" y="4900"/>
                  </a:lnTo>
                  <a:lnTo>
                    <a:pt x="0" y="244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0" name="ph6330"/>
            <p:cNvSpPr/>
            <p:nvPr/>
          </p:nvSpPr>
          <p:spPr>
            <a:xfrm>
              <a:off x="8038564" y="2720105"/>
              <a:ext cx="298" cy="315"/>
            </a:xfrm>
            <a:custGeom>
              <a:avLst/>
              <a:pathLst>
                <a:path w="298" h="315">
                  <a:moveTo>
                    <a:pt x="117" y="0"/>
                  </a:moveTo>
                  <a:lnTo>
                    <a:pt x="298" y="315"/>
                  </a:lnTo>
                  <a:lnTo>
                    <a:pt x="0" y="25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1" name="ph6331"/>
            <p:cNvSpPr/>
            <p:nvPr/>
          </p:nvSpPr>
          <p:spPr>
            <a:xfrm>
              <a:off x="8120586" y="2678501"/>
              <a:ext cx="175" cy="104"/>
            </a:xfrm>
            <a:custGeom>
              <a:avLst/>
              <a:pathLst>
                <a:path w="175" h="104">
                  <a:moveTo>
                    <a:pt x="175" y="0"/>
                  </a:moveTo>
                  <a:lnTo>
                    <a:pt x="0" y="10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2" name="ph6332"/>
            <p:cNvSpPr/>
            <p:nvPr/>
          </p:nvSpPr>
          <p:spPr>
            <a:xfrm>
              <a:off x="8121008" y="2677801"/>
              <a:ext cx="325" cy="271"/>
            </a:xfrm>
            <a:custGeom>
              <a:avLst/>
              <a:pathLst>
                <a:path w="325" h="271">
                  <a:moveTo>
                    <a:pt x="325" y="0"/>
                  </a:moveTo>
                  <a:lnTo>
                    <a:pt x="27" y="271"/>
                  </a:lnTo>
                  <a:lnTo>
                    <a:pt x="0" y="6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3" name="ph6333"/>
            <p:cNvSpPr/>
            <p:nvPr/>
          </p:nvSpPr>
          <p:spPr>
            <a:xfrm>
              <a:off x="8117872" y="2677822"/>
              <a:ext cx="137" cy="199"/>
            </a:xfrm>
            <a:custGeom>
              <a:avLst/>
              <a:pathLst>
                <a:path w="137" h="199">
                  <a:moveTo>
                    <a:pt x="137" y="19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4" name="ph6334"/>
            <p:cNvSpPr/>
            <p:nvPr/>
          </p:nvSpPr>
          <p:spPr>
            <a:xfrm>
              <a:off x="8118322" y="2677775"/>
              <a:ext cx="137" cy="199"/>
            </a:xfrm>
            <a:custGeom>
              <a:avLst/>
              <a:pathLst>
                <a:path w="137" h="199">
                  <a:moveTo>
                    <a:pt x="1" y="183"/>
                  </a:moveTo>
                  <a:lnTo>
                    <a:pt x="0" y="0"/>
                  </a:lnTo>
                  <a:lnTo>
                    <a:pt x="137" y="19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5" name="ph6335"/>
            <p:cNvSpPr/>
            <p:nvPr/>
          </p:nvSpPr>
          <p:spPr>
            <a:xfrm>
              <a:off x="8120214" y="2677057"/>
              <a:ext cx="161" cy="198"/>
            </a:xfrm>
            <a:custGeom>
              <a:avLst/>
              <a:pathLst>
                <a:path w="161" h="198">
                  <a:moveTo>
                    <a:pt x="161" y="198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6" name="ph6336"/>
            <p:cNvSpPr/>
            <p:nvPr/>
          </p:nvSpPr>
          <p:spPr>
            <a:xfrm>
              <a:off x="8326159" y="2627736"/>
              <a:ext cx="954" cy="712"/>
            </a:xfrm>
            <a:custGeom>
              <a:avLst/>
              <a:pathLst>
                <a:path w="954" h="712">
                  <a:moveTo>
                    <a:pt x="954" y="0"/>
                  </a:moveTo>
                  <a:lnTo>
                    <a:pt x="721" y="509"/>
                  </a:lnTo>
                  <a:lnTo>
                    <a:pt x="0" y="71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7" name="ph6337"/>
            <p:cNvSpPr/>
            <p:nvPr/>
          </p:nvSpPr>
          <p:spPr>
            <a:xfrm>
              <a:off x="8327304" y="2627862"/>
              <a:ext cx="206" cy="386"/>
            </a:xfrm>
            <a:custGeom>
              <a:avLst/>
              <a:pathLst>
                <a:path w="206" h="386">
                  <a:moveTo>
                    <a:pt x="195" y="0"/>
                  </a:moveTo>
                  <a:lnTo>
                    <a:pt x="206" y="386"/>
                  </a:lnTo>
                  <a:lnTo>
                    <a:pt x="0" y="13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8" name="ph6338"/>
            <p:cNvSpPr/>
            <p:nvPr/>
          </p:nvSpPr>
          <p:spPr>
            <a:xfrm>
              <a:off x="8325273" y="2626790"/>
              <a:ext cx="711" cy="499"/>
            </a:xfrm>
            <a:custGeom>
              <a:avLst/>
              <a:pathLst>
                <a:path w="711" h="499">
                  <a:moveTo>
                    <a:pt x="664" y="0"/>
                  </a:moveTo>
                  <a:lnTo>
                    <a:pt x="711" y="499"/>
                  </a:lnTo>
                  <a:lnTo>
                    <a:pt x="0" y="11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9" name="ph6339"/>
            <p:cNvSpPr/>
            <p:nvPr/>
          </p:nvSpPr>
          <p:spPr>
            <a:xfrm>
              <a:off x="8326745" y="2626733"/>
              <a:ext cx="132" cy="169"/>
            </a:xfrm>
            <a:custGeom>
              <a:avLst/>
              <a:pathLst>
                <a:path w="132" h="169">
                  <a:moveTo>
                    <a:pt x="132" y="18"/>
                  </a:moveTo>
                  <a:lnTo>
                    <a:pt x="88" y="16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0" name="ph6340"/>
            <p:cNvSpPr/>
            <p:nvPr/>
          </p:nvSpPr>
          <p:spPr>
            <a:xfrm>
              <a:off x="8325175" y="2626456"/>
              <a:ext cx="203" cy="453"/>
            </a:xfrm>
            <a:custGeom>
              <a:avLst/>
              <a:pathLst>
                <a:path w="203" h="453">
                  <a:moveTo>
                    <a:pt x="203" y="193"/>
                  </a:moveTo>
                  <a:lnTo>
                    <a:pt x="0" y="453"/>
                  </a:lnTo>
                  <a:lnTo>
                    <a:pt x="7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1" name="ph6341"/>
            <p:cNvSpPr/>
            <p:nvPr/>
          </p:nvSpPr>
          <p:spPr>
            <a:xfrm>
              <a:off x="8325226" y="2625615"/>
              <a:ext cx="251" cy="338"/>
            </a:xfrm>
            <a:custGeom>
              <a:avLst/>
              <a:pathLst>
                <a:path w="251" h="338">
                  <a:moveTo>
                    <a:pt x="251" y="306"/>
                  </a:moveTo>
                  <a:lnTo>
                    <a:pt x="86" y="33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2" name="ph6342"/>
            <p:cNvSpPr/>
            <p:nvPr/>
          </p:nvSpPr>
          <p:spPr>
            <a:xfrm>
              <a:off x="8325694" y="2625538"/>
              <a:ext cx="168" cy="265"/>
            </a:xfrm>
            <a:custGeom>
              <a:avLst/>
              <a:pathLst>
                <a:path w="168" h="265">
                  <a:moveTo>
                    <a:pt x="22" y="0"/>
                  </a:moveTo>
                  <a:lnTo>
                    <a:pt x="168" y="265"/>
                  </a:lnTo>
                  <a:lnTo>
                    <a:pt x="0" y="21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3" name="ph6343"/>
            <p:cNvSpPr/>
            <p:nvPr/>
          </p:nvSpPr>
          <p:spPr>
            <a:xfrm>
              <a:off x="8318816" y="2621118"/>
              <a:ext cx="510" cy="522"/>
            </a:xfrm>
            <a:custGeom>
              <a:avLst/>
              <a:pathLst>
                <a:path w="510" h="522">
                  <a:moveTo>
                    <a:pt x="53" y="0"/>
                  </a:moveTo>
                  <a:lnTo>
                    <a:pt x="510" y="165"/>
                  </a:lnTo>
                  <a:lnTo>
                    <a:pt x="0" y="52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4" name="ph6344"/>
            <p:cNvSpPr/>
            <p:nvPr/>
          </p:nvSpPr>
          <p:spPr>
            <a:xfrm>
              <a:off x="8319814" y="2621036"/>
              <a:ext cx="127" cy="122"/>
            </a:xfrm>
            <a:custGeom>
              <a:avLst/>
              <a:pathLst>
                <a:path w="127" h="122">
                  <a:moveTo>
                    <a:pt x="127" y="122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5" name="ph6345"/>
            <p:cNvSpPr/>
            <p:nvPr/>
          </p:nvSpPr>
          <p:spPr>
            <a:xfrm>
              <a:off x="8317616" y="2620421"/>
              <a:ext cx="956" cy="1225"/>
            </a:xfrm>
            <a:custGeom>
              <a:avLst/>
              <a:pathLst>
                <a:path w="956" h="1225">
                  <a:moveTo>
                    <a:pt x="0" y="0"/>
                  </a:moveTo>
                  <a:lnTo>
                    <a:pt x="956" y="12"/>
                  </a:lnTo>
                  <a:lnTo>
                    <a:pt x="904" y="122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6" name="ph6346"/>
            <p:cNvSpPr/>
            <p:nvPr/>
          </p:nvSpPr>
          <p:spPr>
            <a:xfrm>
              <a:off x="8319847" y="2620556"/>
              <a:ext cx="495" cy="211"/>
            </a:xfrm>
            <a:custGeom>
              <a:avLst/>
              <a:pathLst>
                <a:path w="495" h="211">
                  <a:moveTo>
                    <a:pt x="456" y="0"/>
                  </a:moveTo>
                  <a:lnTo>
                    <a:pt x="495" y="179"/>
                  </a:lnTo>
                  <a:lnTo>
                    <a:pt x="0" y="21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7" name="ph6347"/>
            <p:cNvSpPr/>
            <p:nvPr/>
          </p:nvSpPr>
          <p:spPr>
            <a:xfrm>
              <a:off x="8316936" y="2619999"/>
              <a:ext cx="975" cy="644"/>
            </a:xfrm>
            <a:custGeom>
              <a:avLst/>
              <a:pathLst>
                <a:path w="975" h="644">
                  <a:moveTo>
                    <a:pt x="566" y="204"/>
                  </a:moveTo>
                  <a:lnTo>
                    <a:pt x="534" y="644"/>
                  </a:lnTo>
                  <a:lnTo>
                    <a:pt x="0" y="424"/>
                  </a:lnTo>
                  <a:lnTo>
                    <a:pt x="97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8" name="ph6348"/>
            <p:cNvSpPr/>
            <p:nvPr/>
          </p:nvSpPr>
          <p:spPr>
            <a:xfrm>
              <a:off x="8318134" y="2619538"/>
              <a:ext cx="252" cy="296"/>
            </a:xfrm>
            <a:custGeom>
              <a:avLst/>
              <a:pathLst>
                <a:path w="252" h="296">
                  <a:moveTo>
                    <a:pt x="252" y="296"/>
                  </a:moveTo>
                  <a:lnTo>
                    <a:pt x="0" y="90"/>
                  </a:lnTo>
                  <a:lnTo>
                    <a:pt x="228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9" name="ph6349"/>
            <p:cNvSpPr/>
            <p:nvPr/>
          </p:nvSpPr>
          <p:spPr>
            <a:xfrm>
              <a:off x="8318807" y="2619233"/>
              <a:ext cx="273" cy="434"/>
            </a:xfrm>
            <a:custGeom>
              <a:avLst/>
              <a:pathLst>
                <a:path w="273" h="434">
                  <a:moveTo>
                    <a:pt x="0" y="51"/>
                  </a:moveTo>
                  <a:lnTo>
                    <a:pt x="273" y="0"/>
                  </a:lnTo>
                  <a:lnTo>
                    <a:pt x="42" y="43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0" name="ph6350"/>
            <p:cNvSpPr/>
            <p:nvPr/>
          </p:nvSpPr>
          <p:spPr>
            <a:xfrm>
              <a:off x="8319031" y="2618845"/>
              <a:ext cx="294" cy="279"/>
            </a:xfrm>
            <a:custGeom>
              <a:avLst/>
              <a:pathLst>
                <a:path w="294" h="279">
                  <a:moveTo>
                    <a:pt x="294" y="22"/>
                  </a:moveTo>
                  <a:lnTo>
                    <a:pt x="264" y="27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1" name="ph6351"/>
            <p:cNvSpPr/>
            <p:nvPr/>
          </p:nvSpPr>
          <p:spPr>
            <a:xfrm>
              <a:off x="8314671" y="2614134"/>
              <a:ext cx="1835" cy="3817"/>
            </a:xfrm>
            <a:custGeom>
              <a:avLst/>
              <a:pathLst>
                <a:path w="1835" h="3817">
                  <a:moveTo>
                    <a:pt x="0" y="1862"/>
                  </a:moveTo>
                  <a:lnTo>
                    <a:pt x="293" y="0"/>
                  </a:lnTo>
                  <a:lnTo>
                    <a:pt x="1315" y="1063"/>
                  </a:lnTo>
                  <a:lnTo>
                    <a:pt x="1283" y="2428"/>
                  </a:lnTo>
                  <a:lnTo>
                    <a:pt x="1835" y="381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2" name="ph6352"/>
            <p:cNvSpPr/>
            <p:nvPr/>
          </p:nvSpPr>
          <p:spPr>
            <a:xfrm>
              <a:off x="8316457" y="2615095"/>
              <a:ext cx="508" cy="498"/>
            </a:xfrm>
            <a:custGeom>
              <a:avLst/>
              <a:pathLst>
                <a:path w="508" h="498">
                  <a:moveTo>
                    <a:pt x="209" y="498"/>
                  </a:moveTo>
                  <a:lnTo>
                    <a:pt x="0" y="0"/>
                  </a:lnTo>
                  <a:lnTo>
                    <a:pt x="508" y="38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3" name="ph6353"/>
            <p:cNvSpPr/>
            <p:nvPr/>
          </p:nvSpPr>
          <p:spPr>
            <a:xfrm>
              <a:off x="8309723" y="2601437"/>
              <a:ext cx="23346" cy="27194"/>
            </a:xfrm>
            <a:custGeom>
              <a:avLst/>
              <a:pathLst>
                <a:path w="23346" h="27194">
                  <a:moveTo>
                    <a:pt x="3897" y="8133"/>
                  </a:moveTo>
                  <a:lnTo>
                    <a:pt x="879" y="10464"/>
                  </a:lnTo>
                  <a:lnTo>
                    <a:pt x="53" y="9076"/>
                  </a:lnTo>
                  <a:lnTo>
                    <a:pt x="0" y="6497"/>
                  </a:lnTo>
                  <a:lnTo>
                    <a:pt x="1771" y="3228"/>
                  </a:lnTo>
                  <a:lnTo>
                    <a:pt x="2771" y="2681"/>
                  </a:lnTo>
                  <a:lnTo>
                    <a:pt x="3658" y="2898"/>
                  </a:lnTo>
                  <a:lnTo>
                    <a:pt x="5135" y="1729"/>
                  </a:lnTo>
                  <a:lnTo>
                    <a:pt x="5459" y="0"/>
                  </a:lnTo>
                  <a:lnTo>
                    <a:pt x="11288" y="695"/>
                  </a:lnTo>
                  <a:lnTo>
                    <a:pt x="15397" y="2897"/>
                  </a:lnTo>
                  <a:lnTo>
                    <a:pt x="21654" y="9800"/>
                  </a:lnTo>
                  <a:lnTo>
                    <a:pt x="23230" y="13877"/>
                  </a:lnTo>
                  <a:lnTo>
                    <a:pt x="23346" y="18672"/>
                  </a:lnTo>
                  <a:lnTo>
                    <a:pt x="21647" y="23949"/>
                  </a:lnTo>
                  <a:lnTo>
                    <a:pt x="19723" y="26639"/>
                  </a:lnTo>
                  <a:lnTo>
                    <a:pt x="18137" y="27194"/>
                  </a:lnTo>
                  <a:lnTo>
                    <a:pt x="18476" y="25820"/>
                  </a:lnTo>
                  <a:lnTo>
                    <a:pt x="17742" y="24082"/>
                  </a:lnTo>
                  <a:lnTo>
                    <a:pt x="14505" y="23278"/>
                  </a:lnTo>
                  <a:lnTo>
                    <a:pt x="13037" y="19480"/>
                  </a:lnTo>
                  <a:lnTo>
                    <a:pt x="10117" y="16950"/>
                  </a:lnTo>
                  <a:lnTo>
                    <a:pt x="7754" y="13588"/>
                  </a:lnTo>
                  <a:lnTo>
                    <a:pt x="8007" y="12207"/>
                  </a:lnTo>
                  <a:lnTo>
                    <a:pt x="10205" y="10345"/>
                  </a:lnTo>
                  <a:lnTo>
                    <a:pt x="9412" y="6223"/>
                  </a:lnTo>
                  <a:lnTo>
                    <a:pt x="5930" y="416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4" name="ph6354"/>
            <p:cNvSpPr/>
            <p:nvPr/>
          </p:nvSpPr>
          <p:spPr>
            <a:xfrm>
              <a:off x="8315416" y="2613722"/>
              <a:ext cx="448" cy="314"/>
            </a:xfrm>
            <a:custGeom>
              <a:avLst/>
              <a:pathLst>
                <a:path w="448" h="314">
                  <a:moveTo>
                    <a:pt x="448" y="314"/>
                  </a:moveTo>
                  <a:lnTo>
                    <a:pt x="0" y="86"/>
                  </a:lnTo>
                  <a:lnTo>
                    <a:pt x="36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5" name="ph6355"/>
            <p:cNvSpPr/>
            <p:nvPr/>
          </p:nvSpPr>
          <p:spPr>
            <a:xfrm>
              <a:off x="8315038" y="2612731"/>
              <a:ext cx="511" cy="589"/>
            </a:xfrm>
            <a:custGeom>
              <a:avLst/>
              <a:pathLst>
                <a:path w="511" h="589">
                  <a:moveTo>
                    <a:pt x="511" y="0"/>
                  </a:moveTo>
                  <a:lnTo>
                    <a:pt x="259" y="589"/>
                  </a:lnTo>
                  <a:lnTo>
                    <a:pt x="0" y="19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6" name="ph6356"/>
            <p:cNvSpPr/>
            <p:nvPr/>
          </p:nvSpPr>
          <p:spPr>
            <a:xfrm>
              <a:off x="8317148" y="2611684"/>
              <a:ext cx="1388" cy="1339"/>
            </a:xfrm>
            <a:custGeom>
              <a:avLst/>
              <a:pathLst>
                <a:path w="1388" h="1339">
                  <a:moveTo>
                    <a:pt x="1022" y="1339"/>
                  </a:moveTo>
                  <a:lnTo>
                    <a:pt x="116" y="785"/>
                  </a:lnTo>
                  <a:lnTo>
                    <a:pt x="0" y="0"/>
                  </a:lnTo>
                  <a:lnTo>
                    <a:pt x="493" y="169"/>
                  </a:lnTo>
                  <a:lnTo>
                    <a:pt x="1388" y="4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7" name="ph6357"/>
            <p:cNvSpPr/>
            <p:nvPr/>
          </p:nvSpPr>
          <p:spPr>
            <a:xfrm>
              <a:off x="8311217" y="2610682"/>
              <a:ext cx="3097" cy="3168"/>
            </a:xfrm>
            <a:custGeom>
              <a:avLst/>
              <a:pathLst>
                <a:path w="3097" h="3168">
                  <a:moveTo>
                    <a:pt x="1689" y="1442"/>
                  </a:moveTo>
                  <a:lnTo>
                    <a:pt x="3097" y="3168"/>
                  </a:lnTo>
                  <a:lnTo>
                    <a:pt x="0" y="973"/>
                  </a:lnTo>
                  <a:lnTo>
                    <a:pt x="119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8" name="ph6358"/>
            <p:cNvSpPr/>
            <p:nvPr/>
          </p:nvSpPr>
          <p:spPr>
            <a:xfrm>
              <a:off x="8314068" y="2610851"/>
              <a:ext cx="377" cy="519"/>
            </a:xfrm>
            <a:custGeom>
              <a:avLst/>
              <a:pathLst>
                <a:path w="377" h="519">
                  <a:moveTo>
                    <a:pt x="110" y="0"/>
                  </a:moveTo>
                  <a:lnTo>
                    <a:pt x="377" y="519"/>
                  </a:lnTo>
                  <a:lnTo>
                    <a:pt x="0" y="48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9" name="ph6359"/>
            <p:cNvSpPr/>
            <p:nvPr/>
          </p:nvSpPr>
          <p:spPr>
            <a:xfrm>
              <a:off x="8316659" y="2610323"/>
              <a:ext cx="442" cy="448"/>
            </a:xfrm>
            <a:custGeom>
              <a:avLst/>
              <a:pathLst>
                <a:path w="442" h="448">
                  <a:moveTo>
                    <a:pt x="442" y="448"/>
                  </a:moveTo>
                  <a:lnTo>
                    <a:pt x="0" y="180"/>
                  </a:lnTo>
                  <a:lnTo>
                    <a:pt x="32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0" name="ph6360"/>
            <p:cNvSpPr/>
            <p:nvPr/>
          </p:nvSpPr>
          <p:spPr>
            <a:xfrm>
              <a:off x="8318950" y="2610305"/>
              <a:ext cx="580" cy="482"/>
            </a:xfrm>
            <a:custGeom>
              <a:avLst/>
              <a:pathLst>
                <a:path w="580" h="482">
                  <a:moveTo>
                    <a:pt x="580" y="474"/>
                  </a:moveTo>
                  <a:lnTo>
                    <a:pt x="49" y="48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1" name="ph6361"/>
            <p:cNvSpPr/>
            <p:nvPr/>
          </p:nvSpPr>
          <p:spPr>
            <a:xfrm>
              <a:off x="8315330" y="2609589"/>
              <a:ext cx="857" cy="1627"/>
            </a:xfrm>
            <a:custGeom>
              <a:avLst/>
              <a:pathLst>
                <a:path w="857" h="1627">
                  <a:moveTo>
                    <a:pt x="857" y="589"/>
                  </a:moveTo>
                  <a:lnTo>
                    <a:pt x="0" y="1627"/>
                  </a:lnTo>
                  <a:lnTo>
                    <a:pt x="75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2" name="ph6362"/>
            <p:cNvSpPr/>
            <p:nvPr/>
          </p:nvSpPr>
          <p:spPr>
            <a:xfrm>
              <a:off x="8317000" y="2609563"/>
              <a:ext cx="654" cy="629"/>
            </a:xfrm>
            <a:custGeom>
              <a:avLst/>
              <a:pathLst>
                <a:path w="654" h="629">
                  <a:moveTo>
                    <a:pt x="654" y="88"/>
                  </a:moveTo>
                  <a:lnTo>
                    <a:pt x="603" y="62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3" name="ph6363"/>
            <p:cNvSpPr/>
            <p:nvPr/>
          </p:nvSpPr>
          <p:spPr>
            <a:xfrm>
              <a:off x="8314740" y="2609074"/>
              <a:ext cx="364" cy="534"/>
            </a:xfrm>
            <a:custGeom>
              <a:avLst/>
              <a:pathLst>
                <a:path w="364" h="534">
                  <a:moveTo>
                    <a:pt x="364" y="522"/>
                  </a:moveTo>
                  <a:lnTo>
                    <a:pt x="113" y="53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4" name="ph6364"/>
            <p:cNvSpPr/>
            <p:nvPr/>
          </p:nvSpPr>
          <p:spPr>
            <a:xfrm>
              <a:off x="8316277" y="2608231"/>
              <a:ext cx="516" cy="818"/>
            </a:xfrm>
            <a:custGeom>
              <a:avLst/>
              <a:pathLst>
                <a:path w="516" h="818">
                  <a:moveTo>
                    <a:pt x="111" y="744"/>
                  </a:moveTo>
                  <a:lnTo>
                    <a:pt x="0" y="0"/>
                  </a:lnTo>
                  <a:lnTo>
                    <a:pt x="516" y="81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5" name="ph6365"/>
            <p:cNvSpPr/>
            <p:nvPr/>
          </p:nvSpPr>
          <p:spPr>
            <a:xfrm>
              <a:off x="8314902" y="2608320"/>
              <a:ext cx="399" cy="554"/>
            </a:xfrm>
            <a:custGeom>
              <a:avLst/>
              <a:pathLst>
                <a:path w="399" h="554">
                  <a:moveTo>
                    <a:pt x="0" y="0"/>
                  </a:moveTo>
                  <a:lnTo>
                    <a:pt x="399" y="531"/>
                  </a:lnTo>
                  <a:lnTo>
                    <a:pt x="125" y="55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6" name="ph6366"/>
            <p:cNvSpPr/>
            <p:nvPr/>
          </p:nvSpPr>
          <p:spPr>
            <a:xfrm>
              <a:off x="8316277" y="2607750"/>
              <a:ext cx="243" cy="330"/>
            </a:xfrm>
            <a:custGeom>
              <a:avLst/>
              <a:pathLst>
                <a:path w="243" h="330">
                  <a:moveTo>
                    <a:pt x="243" y="330"/>
                  </a:moveTo>
                  <a:lnTo>
                    <a:pt x="0" y="243"/>
                  </a:lnTo>
                  <a:lnTo>
                    <a:pt x="117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7" name="ph6367"/>
            <p:cNvSpPr/>
            <p:nvPr/>
          </p:nvSpPr>
          <p:spPr>
            <a:xfrm>
              <a:off x="8315871" y="2606856"/>
              <a:ext cx="357" cy="511"/>
            </a:xfrm>
            <a:custGeom>
              <a:avLst/>
              <a:pathLst>
                <a:path w="357" h="511">
                  <a:moveTo>
                    <a:pt x="0" y="0"/>
                  </a:moveTo>
                  <a:lnTo>
                    <a:pt x="357" y="247"/>
                  </a:lnTo>
                  <a:lnTo>
                    <a:pt x="110" y="51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8" name="ph6368"/>
            <p:cNvSpPr/>
            <p:nvPr/>
          </p:nvSpPr>
          <p:spPr>
            <a:xfrm>
              <a:off x="8316079" y="2606568"/>
              <a:ext cx="585" cy="552"/>
            </a:xfrm>
            <a:custGeom>
              <a:avLst/>
              <a:pathLst>
                <a:path w="585" h="552">
                  <a:moveTo>
                    <a:pt x="500" y="552"/>
                  </a:moveTo>
                  <a:lnTo>
                    <a:pt x="0" y="0"/>
                  </a:lnTo>
                  <a:lnTo>
                    <a:pt x="585" y="19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9" name="ph6369"/>
            <p:cNvSpPr/>
            <p:nvPr/>
          </p:nvSpPr>
          <p:spPr>
            <a:xfrm>
              <a:off x="8311360" y="2603969"/>
              <a:ext cx="1680" cy="392"/>
            </a:xfrm>
            <a:custGeom>
              <a:avLst/>
              <a:pathLst>
                <a:path w="1680" h="392">
                  <a:moveTo>
                    <a:pt x="237" y="392"/>
                  </a:moveTo>
                  <a:lnTo>
                    <a:pt x="0" y="160"/>
                  </a:lnTo>
                  <a:lnTo>
                    <a:pt x="168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0" name="ph6370"/>
            <p:cNvSpPr/>
            <p:nvPr/>
          </p:nvSpPr>
          <p:spPr>
            <a:xfrm>
              <a:off x="8311046" y="2603626"/>
              <a:ext cx="308" cy="871"/>
            </a:xfrm>
            <a:custGeom>
              <a:avLst/>
              <a:pathLst>
                <a:path w="308" h="871">
                  <a:moveTo>
                    <a:pt x="171" y="871"/>
                  </a:moveTo>
                  <a:lnTo>
                    <a:pt x="0" y="0"/>
                  </a:lnTo>
                  <a:lnTo>
                    <a:pt x="308" y="68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1" name="ph6371"/>
            <p:cNvSpPr/>
            <p:nvPr/>
          </p:nvSpPr>
          <p:spPr>
            <a:xfrm>
              <a:off x="8313144" y="2603936"/>
              <a:ext cx="413" cy="232"/>
            </a:xfrm>
            <a:custGeom>
              <a:avLst/>
              <a:pathLst>
                <a:path w="413" h="232">
                  <a:moveTo>
                    <a:pt x="27" y="232"/>
                  </a:moveTo>
                  <a:lnTo>
                    <a:pt x="0" y="0"/>
                  </a:lnTo>
                  <a:lnTo>
                    <a:pt x="134" y="153"/>
                  </a:lnTo>
                  <a:lnTo>
                    <a:pt x="413" y="21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2" name="ph6372"/>
            <p:cNvSpPr/>
            <p:nvPr/>
          </p:nvSpPr>
          <p:spPr>
            <a:xfrm>
              <a:off x="8311389" y="2603315"/>
              <a:ext cx="231" cy="490"/>
            </a:xfrm>
            <a:custGeom>
              <a:avLst/>
              <a:pathLst>
                <a:path w="231" h="490">
                  <a:moveTo>
                    <a:pt x="0" y="241"/>
                  </a:moveTo>
                  <a:lnTo>
                    <a:pt x="76" y="0"/>
                  </a:lnTo>
                  <a:lnTo>
                    <a:pt x="231" y="49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3" name="ph6373"/>
            <p:cNvSpPr/>
            <p:nvPr/>
          </p:nvSpPr>
          <p:spPr>
            <a:xfrm>
              <a:off x="8311635" y="2602787"/>
              <a:ext cx="192" cy="748"/>
            </a:xfrm>
            <a:custGeom>
              <a:avLst/>
              <a:pathLst>
                <a:path w="192" h="748">
                  <a:moveTo>
                    <a:pt x="192" y="748"/>
                  </a:moveTo>
                  <a:lnTo>
                    <a:pt x="0" y="0"/>
                  </a:lnTo>
                  <a:lnTo>
                    <a:pt x="133" y="4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4" name="ph6374"/>
            <p:cNvSpPr/>
            <p:nvPr/>
          </p:nvSpPr>
          <p:spPr>
            <a:xfrm>
              <a:off x="8313764" y="2601279"/>
              <a:ext cx="416" cy="2192"/>
            </a:xfrm>
            <a:custGeom>
              <a:avLst/>
              <a:pathLst>
                <a:path w="416" h="2192">
                  <a:moveTo>
                    <a:pt x="334" y="2192"/>
                  </a:moveTo>
                  <a:lnTo>
                    <a:pt x="0" y="1659"/>
                  </a:lnTo>
                  <a:lnTo>
                    <a:pt x="416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5" name="ph6375"/>
            <p:cNvSpPr/>
            <p:nvPr/>
          </p:nvSpPr>
          <p:spPr>
            <a:xfrm>
              <a:off x="8312805" y="2601554"/>
              <a:ext cx="226" cy="556"/>
            </a:xfrm>
            <a:custGeom>
              <a:avLst/>
              <a:pathLst>
                <a:path w="226" h="556">
                  <a:moveTo>
                    <a:pt x="0" y="556"/>
                  </a:moveTo>
                  <a:lnTo>
                    <a:pt x="226" y="0"/>
                  </a:lnTo>
                  <a:lnTo>
                    <a:pt x="136" y="31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6" name="ph6376"/>
            <p:cNvSpPr/>
            <p:nvPr/>
          </p:nvSpPr>
          <p:spPr>
            <a:xfrm>
              <a:off x="8313281" y="2601370"/>
              <a:ext cx="486" cy="783"/>
            </a:xfrm>
            <a:custGeom>
              <a:avLst/>
              <a:pathLst>
                <a:path w="486" h="783">
                  <a:moveTo>
                    <a:pt x="486" y="0"/>
                  </a:moveTo>
                  <a:lnTo>
                    <a:pt x="297" y="783"/>
                  </a:lnTo>
                  <a:lnTo>
                    <a:pt x="0" y="15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7" name="ph6377"/>
            <p:cNvSpPr/>
            <p:nvPr/>
          </p:nvSpPr>
          <p:spPr>
            <a:xfrm>
              <a:off x="8655740" y="3122562"/>
              <a:ext cx="808" cy="799"/>
            </a:xfrm>
            <a:custGeom>
              <a:avLst/>
              <a:pathLst>
                <a:path w="808" h="799">
                  <a:moveTo>
                    <a:pt x="0" y="0"/>
                  </a:moveTo>
                  <a:lnTo>
                    <a:pt x="808" y="409"/>
                  </a:lnTo>
                  <a:lnTo>
                    <a:pt x="697" y="79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8" name="ph6378"/>
            <p:cNvSpPr/>
            <p:nvPr/>
          </p:nvSpPr>
          <p:spPr>
            <a:xfrm>
              <a:off x="8653848" y="3121517"/>
              <a:ext cx="1013" cy="1282"/>
            </a:xfrm>
            <a:custGeom>
              <a:avLst/>
              <a:pathLst>
                <a:path w="1013" h="1282">
                  <a:moveTo>
                    <a:pt x="180" y="1282"/>
                  </a:moveTo>
                  <a:lnTo>
                    <a:pt x="0" y="0"/>
                  </a:lnTo>
                  <a:lnTo>
                    <a:pt x="1013" y="107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9" name="ph6379"/>
            <p:cNvSpPr/>
            <p:nvPr/>
          </p:nvSpPr>
          <p:spPr>
            <a:xfrm>
              <a:off x="8652160" y="3120395"/>
              <a:ext cx="1317" cy="905"/>
            </a:xfrm>
            <a:custGeom>
              <a:avLst/>
              <a:pathLst>
                <a:path w="1317" h="905">
                  <a:moveTo>
                    <a:pt x="0" y="85"/>
                  </a:moveTo>
                  <a:lnTo>
                    <a:pt x="476" y="0"/>
                  </a:lnTo>
                  <a:lnTo>
                    <a:pt x="1317" y="90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0" name="ph6380"/>
            <p:cNvSpPr/>
            <p:nvPr/>
          </p:nvSpPr>
          <p:spPr>
            <a:xfrm>
              <a:off x="8650934" y="3119255"/>
              <a:ext cx="566" cy="679"/>
            </a:xfrm>
            <a:custGeom>
              <a:avLst/>
              <a:pathLst>
                <a:path w="566" h="679">
                  <a:moveTo>
                    <a:pt x="0" y="0"/>
                  </a:moveTo>
                  <a:lnTo>
                    <a:pt x="566" y="679"/>
                  </a:lnTo>
                  <a:lnTo>
                    <a:pt x="176" y="60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1" name="ph6381"/>
            <p:cNvSpPr/>
            <p:nvPr/>
          </p:nvSpPr>
          <p:spPr>
            <a:xfrm>
              <a:off x="8649812" y="3117479"/>
              <a:ext cx="461" cy="580"/>
            </a:xfrm>
            <a:custGeom>
              <a:avLst/>
              <a:pathLst>
                <a:path w="461" h="580">
                  <a:moveTo>
                    <a:pt x="461" y="336"/>
                  </a:moveTo>
                  <a:lnTo>
                    <a:pt x="0" y="580"/>
                  </a:lnTo>
                  <a:lnTo>
                    <a:pt x="29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2" name="ph6382"/>
            <p:cNvSpPr/>
            <p:nvPr/>
          </p:nvSpPr>
          <p:spPr>
            <a:xfrm>
              <a:off x="8648456" y="3112499"/>
              <a:ext cx="1081" cy="4396"/>
            </a:xfrm>
            <a:custGeom>
              <a:avLst/>
              <a:pathLst>
                <a:path w="1081" h="4396">
                  <a:moveTo>
                    <a:pt x="0" y="0"/>
                  </a:moveTo>
                  <a:lnTo>
                    <a:pt x="849" y="1531"/>
                  </a:lnTo>
                  <a:lnTo>
                    <a:pt x="1081" y="439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3" name="ph6383"/>
            <p:cNvSpPr/>
            <p:nvPr/>
          </p:nvSpPr>
          <p:spPr>
            <a:xfrm>
              <a:off x="8657035" y="3098705"/>
              <a:ext cx="6735" cy="24459"/>
            </a:xfrm>
            <a:custGeom>
              <a:avLst/>
              <a:pathLst>
                <a:path w="6735" h="24459">
                  <a:moveTo>
                    <a:pt x="5656" y="14822"/>
                  </a:moveTo>
                  <a:lnTo>
                    <a:pt x="5712" y="10516"/>
                  </a:lnTo>
                  <a:lnTo>
                    <a:pt x="3987" y="4528"/>
                  </a:lnTo>
                  <a:lnTo>
                    <a:pt x="5221" y="931"/>
                  </a:lnTo>
                  <a:lnTo>
                    <a:pt x="6368" y="0"/>
                  </a:lnTo>
                  <a:lnTo>
                    <a:pt x="6735" y="615"/>
                  </a:lnTo>
                  <a:lnTo>
                    <a:pt x="4694" y="4004"/>
                  </a:lnTo>
                  <a:lnTo>
                    <a:pt x="6511" y="8281"/>
                  </a:lnTo>
                  <a:lnTo>
                    <a:pt x="6635" y="13033"/>
                  </a:lnTo>
                  <a:lnTo>
                    <a:pt x="2728" y="22867"/>
                  </a:lnTo>
                  <a:lnTo>
                    <a:pt x="190" y="24459"/>
                  </a:lnTo>
                  <a:lnTo>
                    <a:pt x="0" y="23804"/>
                  </a:lnTo>
                  <a:lnTo>
                    <a:pt x="2307" y="2181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4" name="ph6384"/>
            <p:cNvSpPr/>
            <p:nvPr/>
          </p:nvSpPr>
          <p:spPr>
            <a:xfrm>
              <a:off x="8648168" y="3105118"/>
              <a:ext cx="460" cy="5707"/>
            </a:xfrm>
            <a:custGeom>
              <a:avLst/>
              <a:pathLst>
                <a:path w="460" h="5707">
                  <a:moveTo>
                    <a:pt x="460" y="290"/>
                  </a:moveTo>
                  <a:lnTo>
                    <a:pt x="79" y="570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5" name="ph6385"/>
            <p:cNvSpPr/>
            <p:nvPr/>
          </p:nvSpPr>
          <p:spPr>
            <a:xfrm>
              <a:off x="8647784" y="3099368"/>
              <a:ext cx="399" cy="904"/>
            </a:xfrm>
            <a:custGeom>
              <a:avLst/>
              <a:pathLst>
                <a:path w="399" h="904">
                  <a:moveTo>
                    <a:pt x="0" y="287"/>
                  </a:moveTo>
                  <a:lnTo>
                    <a:pt x="281" y="0"/>
                  </a:lnTo>
                  <a:lnTo>
                    <a:pt x="399" y="90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6" name="ph6386"/>
            <p:cNvSpPr/>
            <p:nvPr/>
          </p:nvSpPr>
          <p:spPr>
            <a:xfrm>
              <a:off x="8647419" y="3095785"/>
              <a:ext cx="503" cy="878"/>
            </a:xfrm>
            <a:custGeom>
              <a:avLst/>
              <a:pathLst>
                <a:path w="503" h="878">
                  <a:moveTo>
                    <a:pt x="264" y="0"/>
                  </a:moveTo>
                  <a:lnTo>
                    <a:pt x="503" y="878"/>
                  </a:lnTo>
                  <a:lnTo>
                    <a:pt x="0" y="32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7" name="ph6387"/>
            <p:cNvSpPr/>
            <p:nvPr/>
          </p:nvSpPr>
          <p:spPr>
            <a:xfrm>
              <a:off x="8659846" y="3092352"/>
              <a:ext cx="4099" cy="4334"/>
            </a:xfrm>
            <a:custGeom>
              <a:avLst/>
              <a:pathLst>
                <a:path w="4099" h="4334">
                  <a:moveTo>
                    <a:pt x="2215" y="764"/>
                  </a:moveTo>
                  <a:lnTo>
                    <a:pt x="3531" y="0"/>
                  </a:lnTo>
                  <a:lnTo>
                    <a:pt x="4099" y="788"/>
                  </a:lnTo>
                  <a:lnTo>
                    <a:pt x="2929" y="3346"/>
                  </a:lnTo>
                  <a:lnTo>
                    <a:pt x="1756" y="4319"/>
                  </a:lnTo>
                  <a:lnTo>
                    <a:pt x="0" y="433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8" name="ph6388"/>
            <p:cNvSpPr/>
            <p:nvPr/>
          </p:nvSpPr>
          <p:spPr>
            <a:xfrm>
              <a:off x="8646966" y="3092750"/>
              <a:ext cx="489" cy="1932"/>
            </a:xfrm>
            <a:custGeom>
              <a:avLst/>
              <a:pathLst>
                <a:path w="489" h="1932">
                  <a:moveTo>
                    <a:pt x="0" y="0"/>
                  </a:moveTo>
                  <a:lnTo>
                    <a:pt x="489" y="452"/>
                  </a:lnTo>
                  <a:lnTo>
                    <a:pt x="273" y="193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9" name="ph6389"/>
            <p:cNvSpPr/>
            <p:nvPr/>
          </p:nvSpPr>
          <p:spPr>
            <a:xfrm>
              <a:off x="8647295" y="3086393"/>
              <a:ext cx="1520" cy="4954"/>
            </a:xfrm>
            <a:custGeom>
              <a:avLst/>
              <a:pathLst>
                <a:path w="1520" h="4954">
                  <a:moveTo>
                    <a:pt x="876" y="3642"/>
                  </a:moveTo>
                  <a:lnTo>
                    <a:pt x="0" y="4954"/>
                  </a:lnTo>
                  <a:lnTo>
                    <a:pt x="152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0" name="ph6390"/>
            <p:cNvSpPr/>
            <p:nvPr/>
          </p:nvSpPr>
          <p:spPr>
            <a:xfrm>
              <a:off x="8649755" y="3080509"/>
              <a:ext cx="1416" cy="3545"/>
            </a:xfrm>
            <a:custGeom>
              <a:avLst/>
              <a:pathLst>
                <a:path w="1416" h="3545">
                  <a:moveTo>
                    <a:pt x="1416" y="0"/>
                  </a:moveTo>
                  <a:lnTo>
                    <a:pt x="389" y="3545"/>
                  </a:lnTo>
                  <a:lnTo>
                    <a:pt x="0" y="317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1" name="ph6391"/>
            <p:cNvSpPr/>
            <p:nvPr/>
          </p:nvSpPr>
          <p:spPr>
            <a:xfrm>
              <a:off x="8665439" y="3074144"/>
              <a:ext cx="5107" cy="15644"/>
            </a:xfrm>
            <a:custGeom>
              <a:avLst/>
              <a:pathLst>
                <a:path w="5107" h="15644">
                  <a:moveTo>
                    <a:pt x="5107" y="11964"/>
                  </a:moveTo>
                  <a:lnTo>
                    <a:pt x="3329" y="15644"/>
                  </a:lnTo>
                  <a:lnTo>
                    <a:pt x="2896" y="15154"/>
                  </a:lnTo>
                  <a:lnTo>
                    <a:pt x="4145" y="9140"/>
                  </a:lnTo>
                  <a:lnTo>
                    <a:pt x="0" y="545"/>
                  </a:lnTo>
                  <a:lnTo>
                    <a:pt x="547" y="0"/>
                  </a:lnTo>
                  <a:lnTo>
                    <a:pt x="4846" y="694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2" name="ph6392"/>
            <p:cNvSpPr/>
            <p:nvPr/>
          </p:nvSpPr>
          <p:spPr>
            <a:xfrm>
              <a:off x="8651657" y="3077466"/>
              <a:ext cx="386" cy="669"/>
            </a:xfrm>
            <a:custGeom>
              <a:avLst/>
              <a:pathLst>
                <a:path w="386" h="669">
                  <a:moveTo>
                    <a:pt x="386" y="368"/>
                  </a:moveTo>
                  <a:lnTo>
                    <a:pt x="0" y="669"/>
                  </a:lnTo>
                  <a:lnTo>
                    <a:pt x="116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3" name="ph6393"/>
            <p:cNvSpPr/>
            <p:nvPr/>
          </p:nvSpPr>
          <p:spPr>
            <a:xfrm>
              <a:off x="8652139" y="3075965"/>
              <a:ext cx="227" cy="670"/>
            </a:xfrm>
            <a:custGeom>
              <a:avLst/>
              <a:pathLst>
                <a:path w="227" h="670">
                  <a:moveTo>
                    <a:pt x="227" y="489"/>
                  </a:moveTo>
                  <a:lnTo>
                    <a:pt x="0" y="670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4" name="ph6394"/>
            <p:cNvSpPr/>
            <p:nvPr/>
          </p:nvSpPr>
          <p:spPr>
            <a:xfrm>
              <a:off x="8652752" y="3073628"/>
              <a:ext cx="786" cy="1857"/>
            </a:xfrm>
            <a:custGeom>
              <a:avLst/>
              <a:pathLst>
                <a:path w="786" h="1857">
                  <a:moveTo>
                    <a:pt x="0" y="1637"/>
                  </a:moveTo>
                  <a:lnTo>
                    <a:pt x="786" y="0"/>
                  </a:lnTo>
                  <a:lnTo>
                    <a:pt x="287" y="185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5" name="ph6395"/>
            <p:cNvSpPr/>
            <p:nvPr/>
          </p:nvSpPr>
          <p:spPr>
            <a:xfrm>
              <a:off x="8661867" y="3074220"/>
              <a:ext cx="250" cy="577"/>
            </a:xfrm>
            <a:custGeom>
              <a:avLst/>
              <a:pathLst>
                <a:path w="250" h="577">
                  <a:moveTo>
                    <a:pt x="0" y="317"/>
                  </a:moveTo>
                  <a:lnTo>
                    <a:pt x="208" y="0"/>
                  </a:lnTo>
                  <a:lnTo>
                    <a:pt x="250" y="577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6" name="ph6396"/>
            <p:cNvSpPr/>
            <p:nvPr/>
          </p:nvSpPr>
          <p:spPr>
            <a:xfrm>
              <a:off x="8665073" y="3073690"/>
              <a:ext cx="112" cy="456"/>
            </a:xfrm>
            <a:custGeom>
              <a:avLst/>
              <a:pathLst>
                <a:path w="112" h="456">
                  <a:moveTo>
                    <a:pt x="0" y="0"/>
                  </a:moveTo>
                  <a:lnTo>
                    <a:pt x="112" y="45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7" name="ph6397"/>
            <p:cNvSpPr/>
            <p:nvPr/>
          </p:nvSpPr>
          <p:spPr>
            <a:xfrm>
              <a:off x="8660390" y="3073535"/>
              <a:ext cx="339" cy="342"/>
            </a:xfrm>
            <a:custGeom>
              <a:avLst/>
              <a:pathLst>
                <a:path w="339" h="342">
                  <a:moveTo>
                    <a:pt x="0" y="0"/>
                  </a:moveTo>
                  <a:lnTo>
                    <a:pt x="339" y="132"/>
                  </a:lnTo>
                  <a:lnTo>
                    <a:pt x="294" y="34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8" name="ph6398"/>
            <p:cNvSpPr/>
            <p:nvPr/>
          </p:nvSpPr>
          <p:spPr>
            <a:xfrm>
              <a:off x="8662229" y="3072962"/>
              <a:ext cx="452" cy="860"/>
            </a:xfrm>
            <a:custGeom>
              <a:avLst/>
              <a:pathLst>
                <a:path w="452" h="860">
                  <a:moveTo>
                    <a:pt x="1" y="183"/>
                  </a:moveTo>
                  <a:lnTo>
                    <a:pt x="452" y="0"/>
                  </a:lnTo>
                  <a:lnTo>
                    <a:pt x="0" y="86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9" name="ph6399"/>
            <p:cNvSpPr/>
            <p:nvPr/>
          </p:nvSpPr>
          <p:spPr>
            <a:xfrm>
              <a:off x="8659815" y="3072585"/>
              <a:ext cx="279" cy="350"/>
            </a:xfrm>
            <a:custGeom>
              <a:avLst/>
              <a:pathLst>
                <a:path w="279" h="350">
                  <a:moveTo>
                    <a:pt x="163" y="0"/>
                  </a:moveTo>
                  <a:lnTo>
                    <a:pt x="279" y="350"/>
                  </a:lnTo>
                  <a:lnTo>
                    <a:pt x="0" y="27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0" name="ph6400"/>
            <p:cNvSpPr/>
            <p:nvPr/>
          </p:nvSpPr>
          <p:spPr>
            <a:xfrm>
              <a:off x="8663732" y="3072378"/>
              <a:ext cx="195" cy="353"/>
            </a:xfrm>
            <a:custGeom>
              <a:avLst/>
              <a:pathLst>
                <a:path w="195" h="353">
                  <a:moveTo>
                    <a:pt x="0" y="239"/>
                  </a:moveTo>
                  <a:lnTo>
                    <a:pt x="65" y="0"/>
                  </a:lnTo>
                  <a:lnTo>
                    <a:pt x="195" y="35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1" name="ph6401"/>
            <p:cNvSpPr/>
            <p:nvPr/>
          </p:nvSpPr>
          <p:spPr>
            <a:xfrm>
              <a:off x="8658518" y="3071487"/>
              <a:ext cx="541" cy="1456"/>
            </a:xfrm>
            <a:custGeom>
              <a:avLst/>
              <a:pathLst>
                <a:path w="541" h="1456">
                  <a:moveTo>
                    <a:pt x="0" y="901"/>
                  </a:moveTo>
                  <a:lnTo>
                    <a:pt x="541" y="0"/>
                  </a:lnTo>
                  <a:lnTo>
                    <a:pt x="466" y="145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2" name="ph6402"/>
            <p:cNvSpPr/>
            <p:nvPr/>
          </p:nvSpPr>
          <p:spPr>
            <a:xfrm>
              <a:off x="8659729" y="3071744"/>
              <a:ext cx="216" cy="470"/>
            </a:xfrm>
            <a:custGeom>
              <a:avLst/>
              <a:pathLst>
                <a:path w="216" h="470">
                  <a:moveTo>
                    <a:pt x="7" y="470"/>
                  </a:moveTo>
                  <a:lnTo>
                    <a:pt x="0" y="0"/>
                  </a:lnTo>
                  <a:lnTo>
                    <a:pt x="216" y="44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3" name="ph6403"/>
            <p:cNvSpPr/>
            <p:nvPr/>
          </p:nvSpPr>
          <p:spPr>
            <a:xfrm>
              <a:off x="8655171" y="3071115"/>
              <a:ext cx="388" cy="675"/>
            </a:xfrm>
            <a:custGeom>
              <a:avLst/>
              <a:pathLst>
                <a:path w="388" h="675">
                  <a:moveTo>
                    <a:pt x="388" y="0"/>
                  </a:moveTo>
                  <a:lnTo>
                    <a:pt x="156" y="675"/>
                  </a:lnTo>
                  <a:lnTo>
                    <a:pt x="0" y="52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4" name="ph6404"/>
            <p:cNvSpPr/>
            <p:nvPr/>
          </p:nvSpPr>
          <p:spPr>
            <a:xfrm>
              <a:off x="8654688" y="3070693"/>
              <a:ext cx="444" cy="576"/>
            </a:xfrm>
            <a:custGeom>
              <a:avLst/>
              <a:pathLst>
                <a:path w="444" h="576">
                  <a:moveTo>
                    <a:pt x="444" y="0"/>
                  </a:moveTo>
                  <a:lnTo>
                    <a:pt x="102" y="576"/>
                  </a:lnTo>
                  <a:lnTo>
                    <a:pt x="0" y="316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5" name="ph6405"/>
            <p:cNvSpPr/>
            <p:nvPr/>
          </p:nvSpPr>
          <p:spPr>
            <a:xfrm>
              <a:off x="8659817" y="3070702"/>
              <a:ext cx="371" cy="445"/>
            </a:xfrm>
            <a:custGeom>
              <a:avLst/>
              <a:pathLst>
                <a:path w="371" h="445">
                  <a:moveTo>
                    <a:pt x="0" y="18"/>
                  </a:moveTo>
                  <a:lnTo>
                    <a:pt x="247" y="0"/>
                  </a:lnTo>
                  <a:lnTo>
                    <a:pt x="371" y="44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6" name="ph6406"/>
            <p:cNvSpPr/>
            <p:nvPr/>
          </p:nvSpPr>
          <p:spPr>
            <a:xfrm>
              <a:off x="8656057" y="3068882"/>
              <a:ext cx="1177" cy="1102"/>
            </a:xfrm>
            <a:custGeom>
              <a:avLst/>
              <a:pathLst>
                <a:path w="1177" h="1102">
                  <a:moveTo>
                    <a:pt x="1177" y="0"/>
                  </a:moveTo>
                  <a:lnTo>
                    <a:pt x="512" y="967"/>
                  </a:lnTo>
                  <a:lnTo>
                    <a:pt x="0" y="110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7" name="ph6407"/>
            <p:cNvSpPr/>
            <p:nvPr/>
          </p:nvSpPr>
          <p:spPr>
            <a:xfrm>
              <a:off x="8613658" y="3020195"/>
              <a:ext cx="867" cy="440"/>
            </a:xfrm>
            <a:custGeom>
              <a:avLst/>
              <a:pathLst>
                <a:path w="867" h="440">
                  <a:moveTo>
                    <a:pt x="867" y="440"/>
                  </a:moveTo>
                  <a:lnTo>
                    <a:pt x="0" y="283"/>
                  </a:lnTo>
                  <a:lnTo>
                    <a:pt x="715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8" name="ph6408"/>
            <p:cNvSpPr/>
            <p:nvPr/>
          </p:nvSpPr>
          <p:spPr>
            <a:xfrm>
              <a:off x="8615192" y="3018889"/>
              <a:ext cx="756" cy="555"/>
            </a:xfrm>
            <a:custGeom>
              <a:avLst/>
              <a:pathLst>
                <a:path w="756" h="555">
                  <a:moveTo>
                    <a:pt x="756" y="0"/>
                  </a:moveTo>
                  <a:lnTo>
                    <a:pt x="544" y="538"/>
                  </a:lnTo>
                  <a:lnTo>
                    <a:pt x="0" y="55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9" name="ph6409"/>
            <p:cNvSpPr/>
            <p:nvPr/>
          </p:nvSpPr>
          <p:spPr>
            <a:xfrm>
              <a:off x="8615435" y="3017889"/>
              <a:ext cx="355" cy="258"/>
            </a:xfrm>
            <a:custGeom>
              <a:avLst/>
              <a:pathLst>
                <a:path w="355" h="258">
                  <a:moveTo>
                    <a:pt x="271" y="0"/>
                  </a:moveTo>
                  <a:lnTo>
                    <a:pt x="355" y="221"/>
                  </a:lnTo>
                  <a:lnTo>
                    <a:pt x="0" y="25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0" name="ph6410"/>
            <p:cNvSpPr/>
            <p:nvPr/>
          </p:nvSpPr>
          <p:spPr>
            <a:xfrm>
              <a:off x="8612901" y="3013591"/>
              <a:ext cx="4140" cy="3132"/>
            </a:xfrm>
            <a:custGeom>
              <a:avLst/>
              <a:pathLst>
                <a:path w="4140" h="3132">
                  <a:moveTo>
                    <a:pt x="4140" y="0"/>
                  </a:moveTo>
                  <a:lnTo>
                    <a:pt x="2253" y="2106"/>
                  </a:lnTo>
                  <a:lnTo>
                    <a:pt x="0" y="313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1" name="ph6411"/>
            <p:cNvSpPr/>
            <p:nvPr/>
          </p:nvSpPr>
          <p:spPr>
            <a:xfrm>
              <a:off x="8618113" y="3013471"/>
              <a:ext cx="492" cy="140"/>
            </a:xfrm>
            <a:custGeom>
              <a:avLst/>
              <a:pathLst>
                <a:path w="492" h="140">
                  <a:moveTo>
                    <a:pt x="0" y="140"/>
                  </a:moveTo>
                  <a:lnTo>
                    <a:pt x="492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2" name="ph6412"/>
            <p:cNvSpPr/>
            <p:nvPr/>
          </p:nvSpPr>
          <p:spPr>
            <a:xfrm>
              <a:off x="8633507" y="2998892"/>
              <a:ext cx="816" cy="1008"/>
            </a:xfrm>
            <a:custGeom>
              <a:avLst/>
              <a:pathLst>
                <a:path w="816" h="1008">
                  <a:moveTo>
                    <a:pt x="0" y="0"/>
                  </a:moveTo>
                  <a:lnTo>
                    <a:pt x="476" y="72"/>
                  </a:lnTo>
                  <a:lnTo>
                    <a:pt x="816" y="100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3" name="ph6413"/>
            <p:cNvSpPr/>
            <p:nvPr/>
          </p:nvSpPr>
          <p:spPr>
            <a:xfrm>
              <a:off x="8627205" y="2994744"/>
              <a:ext cx="5299" cy="4172"/>
            </a:xfrm>
            <a:custGeom>
              <a:avLst/>
              <a:pathLst>
                <a:path w="5299" h="4172">
                  <a:moveTo>
                    <a:pt x="1004" y="560"/>
                  </a:moveTo>
                  <a:lnTo>
                    <a:pt x="5299" y="4172"/>
                  </a:lnTo>
                  <a:lnTo>
                    <a:pt x="583" y="176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4" name="ph6414"/>
            <p:cNvSpPr/>
            <p:nvPr/>
          </p:nvSpPr>
          <p:spPr>
            <a:xfrm>
              <a:off x="8620132" y="2991870"/>
              <a:ext cx="910" cy="518"/>
            </a:xfrm>
            <a:custGeom>
              <a:avLst/>
              <a:pathLst>
                <a:path w="910" h="518">
                  <a:moveTo>
                    <a:pt x="0" y="346"/>
                  </a:moveTo>
                  <a:lnTo>
                    <a:pt x="182" y="0"/>
                  </a:lnTo>
                  <a:lnTo>
                    <a:pt x="910" y="51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5" name="ph6415"/>
            <p:cNvSpPr/>
            <p:nvPr/>
          </p:nvSpPr>
          <p:spPr>
            <a:xfrm>
              <a:off x="8622062" y="2989722"/>
              <a:ext cx="779" cy="548"/>
            </a:xfrm>
            <a:custGeom>
              <a:avLst/>
              <a:pathLst>
                <a:path w="779" h="548">
                  <a:moveTo>
                    <a:pt x="0" y="320"/>
                  </a:moveTo>
                  <a:lnTo>
                    <a:pt x="413" y="0"/>
                  </a:lnTo>
                  <a:lnTo>
                    <a:pt x="779" y="54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6" name="ph6416"/>
            <p:cNvSpPr/>
            <p:nvPr/>
          </p:nvSpPr>
          <p:spPr>
            <a:xfrm>
              <a:off x="8607656" y="2978656"/>
              <a:ext cx="347" cy="441"/>
            </a:xfrm>
            <a:custGeom>
              <a:avLst/>
              <a:pathLst>
                <a:path w="347" h="441">
                  <a:moveTo>
                    <a:pt x="0" y="441"/>
                  </a:moveTo>
                  <a:lnTo>
                    <a:pt x="232" y="0"/>
                  </a:lnTo>
                  <a:lnTo>
                    <a:pt x="347" y="43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7" name="ph6417"/>
            <p:cNvSpPr/>
            <p:nvPr/>
          </p:nvSpPr>
          <p:spPr>
            <a:xfrm>
              <a:off x="8607744" y="2977417"/>
              <a:ext cx="386" cy="986"/>
            </a:xfrm>
            <a:custGeom>
              <a:avLst/>
              <a:pathLst>
                <a:path w="386" h="986">
                  <a:moveTo>
                    <a:pt x="386" y="598"/>
                  </a:moveTo>
                  <a:lnTo>
                    <a:pt x="0" y="986"/>
                  </a:lnTo>
                  <a:lnTo>
                    <a:pt x="31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8" name="ph6418"/>
            <p:cNvSpPr/>
            <p:nvPr/>
          </p:nvSpPr>
          <p:spPr>
            <a:xfrm>
              <a:off x="8617492" y="297005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9" name="ph6419"/>
            <p:cNvSpPr/>
            <p:nvPr/>
          </p:nvSpPr>
          <p:spPr>
            <a:xfrm>
              <a:off x="8600208" y="2968303"/>
              <a:ext cx="4681" cy="324"/>
            </a:xfrm>
            <a:custGeom>
              <a:avLst/>
              <a:pathLst>
                <a:path w="4681" h="324">
                  <a:moveTo>
                    <a:pt x="0" y="324"/>
                  </a:moveTo>
                  <a:lnTo>
                    <a:pt x="1606" y="0"/>
                  </a:lnTo>
                  <a:lnTo>
                    <a:pt x="4681" y="164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0" name="ph6420"/>
            <p:cNvSpPr/>
            <p:nvPr/>
          </p:nvSpPr>
          <p:spPr>
            <a:xfrm>
              <a:off x="8618382" y="2968381"/>
              <a:ext cx="136" cy="79"/>
            </a:xfrm>
            <a:custGeom>
              <a:avLst/>
              <a:pathLst>
                <a:path w="136" h="79">
                  <a:moveTo>
                    <a:pt x="136" y="0"/>
                  </a:moveTo>
                  <a:lnTo>
                    <a:pt x="0" y="7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1" name="ph6421"/>
            <p:cNvSpPr/>
            <p:nvPr/>
          </p:nvSpPr>
          <p:spPr>
            <a:xfrm>
              <a:off x="8608236" y="296815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2" name="ph6422"/>
            <p:cNvSpPr/>
            <p:nvPr/>
          </p:nvSpPr>
          <p:spPr>
            <a:xfrm>
              <a:off x="8619070" y="29678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3" name="ph6423"/>
            <p:cNvSpPr/>
            <p:nvPr/>
          </p:nvSpPr>
          <p:spPr>
            <a:xfrm>
              <a:off x="8609384" y="2967781"/>
              <a:ext cx="373" cy="159"/>
            </a:xfrm>
            <a:custGeom>
              <a:avLst/>
              <a:pathLst>
                <a:path w="373" h="159">
                  <a:moveTo>
                    <a:pt x="373" y="0"/>
                  </a:moveTo>
                  <a:lnTo>
                    <a:pt x="0" y="15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4" name="ph6424"/>
            <p:cNvSpPr/>
            <p:nvPr/>
          </p:nvSpPr>
          <p:spPr>
            <a:xfrm>
              <a:off x="8626612" y="2965574"/>
              <a:ext cx="386" cy="328"/>
            </a:xfrm>
            <a:custGeom>
              <a:avLst/>
              <a:pathLst>
                <a:path w="386" h="328">
                  <a:moveTo>
                    <a:pt x="0" y="15"/>
                  </a:moveTo>
                  <a:lnTo>
                    <a:pt x="200" y="0"/>
                  </a:lnTo>
                  <a:lnTo>
                    <a:pt x="386" y="32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5" name="ph6425"/>
            <p:cNvSpPr/>
            <p:nvPr/>
          </p:nvSpPr>
          <p:spPr>
            <a:xfrm>
              <a:off x="8627249" y="2964822"/>
              <a:ext cx="408" cy="372"/>
            </a:xfrm>
            <a:custGeom>
              <a:avLst/>
              <a:pathLst>
                <a:path w="408" h="372">
                  <a:moveTo>
                    <a:pt x="0" y="370"/>
                  </a:moveTo>
                  <a:lnTo>
                    <a:pt x="408" y="0"/>
                  </a:lnTo>
                  <a:lnTo>
                    <a:pt x="268" y="37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6" name="ph6426"/>
            <p:cNvSpPr/>
            <p:nvPr/>
          </p:nvSpPr>
          <p:spPr>
            <a:xfrm>
              <a:off x="8630835" y="2964387"/>
              <a:ext cx="357" cy="508"/>
            </a:xfrm>
            <a:custGeom>
              <a:avLst/>
              <a:pathLst>
                <a:path w="357" h="508">
                  <a:moveTo>
                    <a:pt x="131" y="0"/>
                  </a:moveTo>
                  <a:lnTo>
                    <a:pt x="357" y="508"/>
                  </a:lnTo>
                  <a:lnTo>
                    <a:pt x="0" y="10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7" name="ph6427"/>
            <p:cNvSpPr/>
            <p:nvPr/>
          </p:nvSpPr>
          <p:spPr>
            <a:xfrm>
              <a:off x="8631645" y="2964312"/>
              <a:ext cx="338" cy="311"/>
            </a:xfrm>
            <a:custGeom>
              <a:avLst/>
              <a:pathLst>
                <a:path w="338" h="311">
                  <a:moveTo>
                    <a:pt x="0" y="302"/>
                  </a:moveTo>
                  <a:lnTo>
                    <a:pt x="326" y="0"/>
                  </a:lnTo>
                  <a:lnTo>
                    <a:pt x="338" y="31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8" name="ph6428"/>
            <p:cNvSpPr/>
            <p:nvPr/>
          </p:nvSpPr>
          <p:spPr>
            <a:xfrm>
              <a:off x="8627309" y="2963905"/>
              <a:ext cx="1734" cy="725"/>
            </a:xfrm>
            <a:custGeom>
              <a:avLst/>
              <a:pathLst>
                <a:path w="1734" h="725">
                  <a:moveTo>
                    <a:pt x="0" y="0"/>
                  </a:moveTo>
                  <a:lnTo>
                    <a:pt x="1734" y="488"/>
                  </a:lnTo>
                  <a:lnTo>
                    <a:pt x="1043" y="72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9" name="ph6429"/>
            <p:cNvSpPr/>
            <p:nvPr/>
          </p:nvSpPr>
          <p:spPr>
            <a:xfrm>
              <a:off x="8629813" y="2964070"/>
              <a:ext cx="1249" cy="248"/>
            </a:xfrm>
            <a:custGeom>
              <a:avLst/>
              <a:pathLst>
                <a:path w="1249" h="248">
                  <a:moveTo>
                    <a:pt x="0" y="124"/>
                  </a:moveTo>
                  <a:lnTo>
                    <a:pt x="1193" y="0"/>
                  </a:lnTo>
                  <a:lnTo>
                    <a:pt x="1249" y="24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0" name="ph6430"/>
            <p:cNvSpPr/>
            <p:nvPr/>
          </p:nvSpPr>
          <p:spPr>
            <a:xfrm>
              <a:off x="8623365" y="2963210"/>
              <a:ext cx="543" cy="1098"/>
            </a:xfrm>
            <a:custGeom>
              <a:avLst/>
              <a:pathLst>
                <a:path w="543" h="1098">
                  <a:moveTo>
                    <a:pt x="105" y="1098"/>
                  </a:moveTo>
                  <a:lnTo>
                    <a:pt x="0" y="33"/>
                  </a:lnTo>
                  <a:lnTo>
                    <a:pt x="543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1" name="ph6431"/>
            <p:cNvSpPr/>
            <p:nvPr/>
          </p:nvSpPr>
          <p:spPr>
            <a:xfrm>
              <a:off x="8626841" y="2963108"/>
              <a:ext cx="398" cy="552"/>
            </a:xfrm>
            <a:custGeom>
              <a:avLst/>
              <a:pathLst>
                <a:path w="398" h="552">
                  <a:moveTo>
                    <a:pt x="0" y="175"/>
                  </a:moveTo>
                  <a:lnTo>
                    <a:pt x="398" y="0"/>
                  </a:lnTo>
                  <a:lnTo>
                    <a:pt x="98" y="552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2" name="ph6432"/>
            <p:cNvSpPr/>
            <p:nvPr/>
          </p:nvSpPr>
          <p:spPr>
            <a:xfrm>
              <a:off x="8630452" y="2962474"/>
              <a:ext cx="340" cy="829"/>
            </a:xfrm>
            <a:custGeom>
              <a:avLst/>
              <a:pathLst>
                <a:path w="340" h="829">
                  <a:moveTo>
                    <a:pt x="340" y="828"/>
                  </a:moveTo>
                  <a:lnTo>
                    <a:pt x="42" y="82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3" name="ph6433"/>
            <p:cNvSpPr/>
            <p:nvPr/>
          </p:nvSpPr>
          <p:spPr>
            <a:xfrm>
              <a:off x="8623568" y="2961047"/>
              <a:ext cx="621" cy="820"/>
            </a:xfrm>
            <a:custGeom>
              <a:avLst/>
              <a:pathLst>
                <a:path w="621" h="820">
                  <a:moveTo>
                    <a:pt x="127" y="97"/>
                  </a:moveTo>
                  <a:lnTo>
                    <a:pt x="621" y="0"/>
                  </a:lnTo>
                  <a:lnTo>
                    <a:pt x="0" y="82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4" name="ph6434"/>
            <p:cNvSpPr/>
            <p:nvPr/>
          </p:nvSpPr>
          <p:spPr>
            <a:xfrm>
              <a:off x="8601161" y="2961084"/>
              <a:ext cx="336" cy="389"/>
            </a:xfrm>
            <a:custGeom>
              <a:avLst/>
              <a:pathLst>
                <a:path w="336" h="389">
                  <a:moveTo>
                    <a:pt x="336" y="69"/>
                  </a:moveTo>
                  <a:lnTo>
                    <a:pt x="265" y="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5" name="ph6435"/>
            <p:cNvSpPr/>
            <p:nvPr/>
          </p:nvSpPr>
          <p:spPr>
            <a:xfrm>
              <a:off x="8603441" y="2960830"/>
              <a:ext cx="913" cy="595"/>
            </a:xfrm>
            <a:custGeom>
              <a:avLst/>
              <a:pathLst>
                <a:path w="913" h="595">
                  <a:moveTo>
                    <a:pt x="0" y="0"/>
                  </a:moveTo>
                  <a:lnTo>
                    <a:pt x="913" y="595"/>
                  </a:lnTo>
                  <a:lnTo>
                    <a:pt x="163" y="56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6" name="ph6436"/>
            <p:cNvSpPr/>
            <p:nvPr/>
          </p:nvSpPr>
          <p:spPr>
            <a:xfrm>
              <a:off x="8599387" y="2960702"/>
              <a:ext cx="1166" cy="475"/>
            </a:xfrm>
            <a:custGeom>
              <a:avLst/>
              <a:pathLst>
                <a:path w="1166" h="475">
                  <a:moveTo>
                    <a:pt x="0" y="222"/>
                  </a:moveTo>
                  <a:lnTo>
                    <a:pt x="659" y="0"/>
                  </a:lnTo>
                  <a:lnTo>
                    <a:pt x="1166" y="47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7" name="ph6437"/>
            <p:cNvSpPr/>
            <p:nvPr/>
          </p:nvSpPr>
          <p:spPr>
            <a:xfrm>
              <a:off x="8629594" y="2951804"/>
              <a:ext cx="797" cy="448"/>
            </a:xfrm>
            <a:custGeom>
              <a:avLst/>
              <a:pathLst>
                <a:path w="797" h="448">
                  <a:moveTo>
                    <a:pt x="0" y="20"/>
                  </a:moveTo>
                  <a:lnTo>
                    <a:pt x="650" y="0"/>
                  </a:lnTo>
                  <a:lnTo>
                    <a:pt x="797" y="44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8" name="ph6438"/>
            <p:cNvSpPr/>
            <p:nvPr/>
          </p:nvSpPr>
          <p:spPr>
            <a:xfrm>
              <a:off x="8629061" y="2951349"/>
              <a:ext cx="547" cy="597"/>
            </a:xfrm>
            <a:custGeom>
              <a:avLst/>
              <a:pathLst>
                <a:path w="547" h="597">
                  <a:moveTo>
                    <a:pt x="547" y="597"/>
                  </a:moveTo>
                  <a:lnTo>
                    <a:pt x="0" y="447"/>
                  </a:lnTo>
                  <a:lnTo>
                    <a:pt x="234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9" name="ph6439"/>
            <p:cNvSpPr/>
            <p:nvPr/>
          </p:nvSpPr>
          <p:spPr>
            <a:xfrm>
              <a:off x="8627813" y="2950679"/>
              <a:ext cx="1222" cy="613"/>
            </a:xfrm>
            <a:custGeom>
              <a:avLst/>
              <a:pathLst>
                <a:path w="1222" h="613">
                  <a:moveTo>
                    <a:pt x="0" y="198"/>
                  </a:moveTo>
                  <a:lnTo>
                    <a:pt x="214" y="0"/>
                  </a:lnTo>
                  <a:lnTo>
                    <a:pt x="1222" y="61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0" name="ph6440"/>
            <p:cNvSpPr/>
            <p:nvPr/>
          </p:nvSpPr>
          <p:spPr>
            <a:xfrm>
              <a:off x="8627585" y="2950634"/>
              <a:ext cx="38" cy="174"/>
            </a:xfrm>
            <a:custGeom>
              <a:avLst/>
              <a:pathLst>
                <a:path w="38" h="174">
                  <a:moveTo>
                    <a:pt x="0" y="174"/>
                  </a:moveTo>
                  <a:lnTo>
                    <a:pt x="38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1" name="ph6441"/>
            <p:cNvSpPr/>
            <p:nvPr/>
          </p:nvSpPr>
          <p:spPr>
            <a:xfrm>
              <a:off x="8624248" y="2950107"/>
              <a:ext cx="3301" cy="615"/>
            </a:xfrm>
            <a:custGeom>
              <a:avLst/>
              <a:pathLst>
                <a:path w="3301" h="615">
                  <a:moveTo>
                    <a:pt x="0" y="241"/>
                  </a:moveTo>
                  <a:lnTo>
                    <a:pt x="491" y="0"/>
                  </a:lnTo>
                  <a:lnTo>
                    <a:pt x="3301" y="61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2" name="ph6442"/>
            <p:cNvSpPr/>
            <p:nvPr/>
          </p:nvSpPr>
          <p:spPr>
            <a:xfrm>
              <a:off x="8674896" y="2825300"/>
              <a:ext cx="33827" cy="45191"/>
            </a:xfrm>
            <a:custGeom>
              <a:avLst/>
              <a:pathLst>
                <a:path w="33827" h="45191">
                  <a:moveTo>
                    <a:pt x="15161" y="8227"/>
                  </a:moveTo>
                  <a:lnTo>
                    <a:pt x="17126" y="8967"/>
                  </a:lnTo>
                  <a:lnTo>
                    <a:pt x="20075" y="7011"/>
                  </a:lnTo>
                  <a:lnTo>
                    <a:pt x="26072" y="5498"/>
                  </a:lnTo>
                  <a:lnTo>
                    <a:pt x="33311" y="0"/>
                  </a:lnTo>
                  <a:lnTo>
                    <a:pt x="33827" y="639"/>
                  </a:lnTo>
                  <a:lnTo>
                    <a:pt x="33267" y="2987"/>
                  </a:lnTo>
                  <a:lnTo>
                    <a:pt x="30021" y="11566"/>
                  </a:lnTo>
                  <a:lnTo>
                    <a:pt x="26900" y="17468"/>
                  </a:lnTo>
                  <a:lnTo>
                    <a:pt x="20927" y="24438"/>
                  </a:lnTo>
                  <a:lnTo>
                    <a:pt x="12071" y="38981"/>
                  </a:lnTo>
                  <a:lnTo>
                    <a:pt x="5630" y="45191"/>
                  </a:lnTo>
                  <a:lnTo>
                    <a:pt x="4833" y="44890"/>
                  </a:lnTo>
                  <a:lnTo>
                    <a:pt x="2608" y="41844"/>
                  </a:lnTo>
                  <a:lnTo>
                    <a:pt x="0" y="34734"/>
                  </a:lnTo>
                  <a:lnTo>
                    <a:pt x="175" y="27306"/>
                  </a:lnTo>
                  <a:lnTo>
                    <a:pt x="9263" y="8004"/>
                  </a:lnTo>
                  <a:lnTo>
                    <a:pt x="12881" y="5750"/>
                  </a:lnTo>
                  <a:lnTo>
                    <a:pt x="14803" y="6511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3" name="ph6443"/>
            <p:cNvSpPr/>
            <p:nvPr/>
          </p:nvSpPr>
          <p:spPr>
            <a:xfrm>
              <a:off x="8691888" y="2832829"/>
              <a:ext cx="587" cy="298"/>
            </a:xfrm>
            <a:custGeom>
              <a:avLst/>
              <a:pathLst>
                <a:path w="587" h="298">
                  <a:moveTo>
                    <a:pt x="272" y="298"/>
                  </a:moveTo>
                  <a:lnTo>
                    <a:pt x="0" y="0"/>
                  </a:lnTo>
                  <a:lnTo>
                    <a:pt x="587" y="5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4" name="ph6444"/>
            <p:cNvSpPr/>
            <p:nvPr/>
          </p:nvSpPr>
          <p:spPr>
            <a:xfrm>
              <a:off x="8695743" y="2737894"/>
              <a:ext cx="5996" cy="7790"/>
            </a:xfrm>
            <a:custGeom>
              <a:avLst/>
              <a:pathLst>
                <a:path w="5996" h="7790">
                  <a:moveTo>
                    <a:pt x="432" y="0"/>
                  </a:moveTo>
                  <a:lnTo>
                    <a:pt x="5996" y="7790"/>
                  </a:lnTo>
                  <a:lnTo>
                    <a:pt x="4956" y="7362"/>
                  </a:lnTo>
                  <a:lnTo>
                    <a:pt x="1737" y="3953"/>
                  </a:lnTo>
                  <a:lnTo>
                    <a:pt x="1836" y="3237"/>
                  </a:lnTo>
                  <a:lnTo>
                    <a:pt x="3273" y="5405"/>
                  </a:lnTo>
                  <a:lnTo>
                    <a:pt x="990" y="1356"/>
                  </a:lnTo>
                  <a:lnTo>
                    <a:pt x="0" y="1008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5" name="ph6445"/>
            <p:cNvSpPr/>
            <p:nvPr/>
          </p:nvSpPr>
          <p:spPr>
            <a:xfrm>
              <a:off x="8677032" y="2716968"/>
              <a:ext cx="4202" cy="2969"/>
            </a:xfrm>
            <a:custGeom>
              <a:avLst/>
              <a:pathLst>
                <a:path w="4202" h="2969">
                  <a:moveTo>
                    <a:pt x="0" y="2969"/>
                  </a:moveTo>
                  <a:lnTo>
                    <a:pt x="535" y="1549"/>
                  </a:lnTo>
                  <a:lnTo>
                    <a:pt x="4202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6" name="ph6446"/>
            <p:cNvSpPr/>
            <p:nvPr/>
          </p:nvSpPr>
          <p:spPr>
            <a:xfrm>
              <a:off x="8504694" y="2717855"/>
              <a:ext cx="181" cy="237"/>
            </a:xfrm>
            <a:custGeom>
              <a:avLst/>
              <a:pathLst>
                <a:path w="181" h="237">
                  <a:moveTo>
                    <a:pt x="181" y="180"/>
                  </a:moveTo>
                  <a:lnTo>
                    <a:pt x="0" y="237"/>
                  </a:lnTo>
                  <a:lnTo>
                    <a:pt x="149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7" name="ph6447"/>
            <p:cNvSpPr/>
            <p:nvPr/>
          </p:nvSpPr>
          <p:spPr>
            <a:xfrm>
              <a:off x="8673551" y="2713723"/>
              <a:ext cx="1071" cy="2299"/>
            </a:xfrm>
            <a:custGeom>
              <a:avLst/>
              <a:pathLst>
                <a:path w="1071" h="2299">
                  <a:moveTo>
                    <a:pt x="993" y="0"/>
                  </a:moveTo>
                  <a:lnTo>
                    <a:pt x="1071" y="1803"/>
                  </a:lnTo>
                  <a:lnTo>
                    <a:pt x="0" y="2299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8" name="ph6448"/>
            <p:cNvSpPr/>
            <p:nvPr/>
          </p:nvSpPr>
          <p:spPr>
            <a:xfrm>
              <a:off x="8670393" y="2712909"/>
              <a:ext cx="1147" cy="1100"/>
            </a:xfrm>
            <a:custGeom>
              <a:avLst/>
              <a:pathLst>
                <a:path w="1147" h="1100">
                  <a:moveTo>
                    <a:pt x="1147" y="857"/>
                  </a:moveTo>
                  <a:lnTo>
                    <a:pt x="378" y="11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9" name="ph6449"/>
            <p:cNvSpPr/>
            <p:nvPr/>
          </p:nvSpPr>
          <p:spPr>
            <a:xfrm>
              <a:off x="8672097" y="2712437"/>
              <a:ext cx="1391" cy="1347"/>
            </a:xfrm>
            <a:custGeom>
              <a:avLst/>
              <a:pathLst>
                <a:path w="1391" h="1347">
                  <a:moveTo>
                    <a:pt x="1142" y="641"/>
                  </a:moveTo>
                  <a:lnTo>
                    <a:pt x="1391" y="134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0" name="ph6450"/>
            <p:cNvSpPr/>
            <p:nvPr/>
          </p:nvSpPr>
          <p:spPr>
            <a:xfrm>
              <a:off x="8685754" y="2703872"/>
              <a:ext cx="3407" cy="9351"/>
            </a:xfrm>
            <a:custGeom>
              <a:avLst/>
              <a:pathLst>
                <a:path w="3407" h="9351">
                  <a:moveTo>
                    <a:pt x="1061" y="2285"/>
                  </a:moveTo>
                  <a:lnTo>
                    <a:pt x="3407" y="9351"/>
                  </a:lnTo>
                  <a:lnTo>
                    <a:pt x="1239" y="3804"/>
                  </a:lnTo>
                  <a:lnTo>
                    <a:pt x="1170" y="527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1" name="ph6451"/>
            <p:cNvSpPr/>
            <p:nvPr/>
          </p:nvSpPr>
          <p:spPr>
            <a:xfrm>
              <a:off x="8613675" y="2698218"/>
              <a:ext cx="41802" cy="16844"/>
            </a:xfrm>
            <a:custGeom>
              <a:avLst/>
              <a:pathLst>
                <a:path w="41802" h="16844">
                  <a:moveTo>
                    <a:pt x="10390" y="9946"/>
                  </a:moveTo>
                  <a:lnTo>
                    <a:pt x="13780" y="10471"/>
                  </a:lnTo>
                  <a:lnTo>
                    <a:pt x="21033" y="9429"/>
                  </a:lnTo>
                  <a:lnTo>
                    <a:pt x="29688" y="4891"/>
                  </a:lnTo>
                  <a:lnTo>
                    <a:pt x="34267" y="0"/>
                  </a:lnTo>
                  <a:lnTo>
                    <a:pt x="39400" y="792"/>
                  </a:lnTo>
                  <a:lnTo>
                    <a:pt x="41802" y="1813"/>
                  </a:lnTo>
                  <a:lnTo>
                    <a:pt x="39039" y="892"/>
                  </a:lnTo>
                  <a:lnTo>
                    <a:pt x="36593" y="1730"/>
                  </a:lnTo>
                  <a:lnTo>
                    <a:pt x="34315" y="457"/>
                  </a:lnTo>
                  <a:lnTo>
                    <a:pt x="34378" y="705"/>
                  </a:lnTo>
                  <a:lnTo>
                    <a:pt x="34363" y="914"/>
                  </a:lnTo>
                  <a:lnTo>
                    <a:pt x="32880" y="1920"/>
                  </a:lnTo>
                  <a:lnTo>
                    <a:pt x="31872" y="5058"/>
                  </a:lnTo>
                  <a:lnTo>
                    <a:pt x="27367" y="7299"/>
                  </a:lnTo>
                  <a:lnTo>
                    <a:pt x="22998" y="11564"/>
                  </a:lnTo>
                  <a:lnTo>
                    <a:pt x="14124" y="13789"/>
                  </a:lnTo>
                  <a:lnTo>
                    <a:pt x="9250" y="11796"/>
                  </a:lnTo>
                  <a:lnTo>
                    <a:pt x="7874" y="10068"/>
                  </a:lnTo>
                  <a:lnTo>
                    <a:pt x="4559" y="12415"/>
                  </a:lnTo>
                  <a:lnTo>
                    <a:pt x="1538" y="16514"/>
                  </a:lnTo>
                  <a:lnTo>
                    <a:pt x="954" y="16844"/>
                  </a:lnTo>
                  <a:lnTo>
                    <a:pt x="0" y="15868"/>
                  </a:lnTo>
                  <a:lnTo>
                    <a:pt x="6866" y="793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2" name="ph6452"/>
            <p:cNvSpPr/>
            <p:nvPr/>
          </p:nvSpPr>
          <p:spPr>
            <a:xfrm>
              <a:off x="8664738" y="2705750"/>
              <a:ext cx="479" cy="1020"/>
            </a:xfrm>
            <a:custGeom>
              <a:avLst/>
              <a:pathLst>
                <a:path w="479" h="1020">
                  <a:moveTo>
                    <a:pt x="479" y="457"/>
                  </a:moveTo>
                  <a:lnTo>
                    <a:pt x="258" y="102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3" name="ph6453"/>
            <p:cNvSpPr/>
            <p:nvPr/>
          </p:nvSpPr>
          <p:spPr>
            <a:xfrm>
              <a:off x="8660226" y="2701772"/>
              <a:ext cx="611" cy="1101"/>
            </a:xfrm>
            <a:custGeom>
              <a:avLst/>
              <a:pathLst>
                <a:path w="611" h="1101">
                  <a:moveTo>
                    <a:pt x="88" y="1101"/>
                  </a:moveTo>
                  <a:lnTo>
                    <a:pt x="0" y="278"/>
                  </a:lnTo>
                  <a:lnTo>
                    <a:pt x="611" y="0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4" name="ph6454"/>
            <p:cNvSpPr/>
            <p:nvPr/>
          </p:nvSpPr>
          <p:spPr>
            <a:xfrm>
              <a:off x="8658481" y="2701212"/>
              <a:ext cx="463" cy="555"/>
            </a:xfrm>
            <a:custGeom>
              <a:avLst/>
              <a:pathLst>
                <a:path w="463" h="555">
                  <a:moveTo>
                    <a:pt x="0" y="0"/>
                  </a:moveTo>
                  <a:lnTo>
                    <a:pt x="463" y="545"/>
                  </a:lnTo>
                  <a:lnTo>
                    <a:pt x="174" y="555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5" name="ph6455"/>
            <p:cNvSpPr/>
            <p:nvPr/>
          </p:nvSpPr>
          <p:spPr>
            <a:xfrm>
              <a:off x="8655998" y="2699783"/>
              <a:ext cx="6308" cy="2316"/>
            </a:xfrm>
            <a:custGeom>
              <a:avLst/>
              <a:pathLst>
                <a:path w="6308" h="2316">
                  <a:moveTo>
                    <a:pt x="956" y="0"/>
                  </a:moveTo>
                  <a:lnTo>
                    <a:pt x="6308" y="2316"/>
                  </a:lnTo>
                  <a:lnTo>
                    <a:pt x="0" y="323"/>
                  </a:lnTo>
                  <a:close/>
                </a:path>
              </a:pathLst>
            </a:custGeom>
            <a:noFill/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6" name="tx6456"/>
            <p:cNvSpPr/>
            <p:nvPr/>
          </p:nvSpPr>
          <p:spPr>
            <a:xfrm>
              <a:off x="5856403" y="3885028"/>
              <a:ext cx="35579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Fuente</a:t>
              </a:r>
            </a:p>
          </p:txBody>
        </p:sp>
        <p:sp>
          <p:nvSpPr>
            <p:cNvPr id="6457" name="rc6457"/>
            <p:cNvSpPr/>
            <p:nvPr/>
          </p:nvSpPr>
          <p:spPr>
            <a:xfrm>
              <a:off x="5360997" y="4042108"/>
              <a:ext cx="143999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8" name="rc6458"/>
            <p:cNvSpPr/>
            <p:nvPr/>
          </p:nvSpPr>
          <p:spPr>
            <a:xfrm>
              <a:off x="5361717" y="4042828"/>
              <a:ext cx="142560" cy="142560"/>
            </a:xfrm>
            <a:prstGeom prst="rect">
              <a:avLst/>
            </a:prstGeom>
            <a:solidFill>
              <a:srgbClr val="666666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59" name="rc6459"/>
            <p:cNvSpPr/>
            <p:nvPr/>
          </p:nvSpPr>
          <p:spPr>
            <a:xfrm>
              <a:off x="5360997" y="4249371"/>
              <a:ext cx="143999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0" name="rc6460"/>
            <p:cNvSpPr/>
            <p:nvPr/>
          </p:nvSpPr>
          <p:spPr>
            <a:xfrm>
              <a:off x="5361717" y="4250091"/>
              <a:ext cx="142560" cy="142560"/>
            </a:xfrm>
            <a:prstGeom prst="rect">
              <a:avLst/>
            </a:prstGeom>
            <a:solidFill>
              <a:srgbClr val="B3B3B3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61" name="rc6461"/>
            <p:cNvSpPr/>
            <p:nvPr/>
          </p:nvSpPr>
          <p:spPr>
            <a:xfrm>
              <a:off x="5360997" y="4456633"/>
              <a:ext cx="143999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2" name="rc6462"/>
            <p:cNvSpPr/>
            <p:nvPr/>
          </p:nvSpPr>
          <p:spPr>
            <a:xfrm>
              <a:off x="5361717" y="4457353"/>
              <a:ext cx="142560" cy="14256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084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63" name="tx6463"/>
            <p:cNvSpPr/>
            <p:nvPr/>
          </p:nvSpPr>
          <p:spPr>
            <a:xfrm>
              <a:off x="5568259" y="4082287"/>
              <a:ext cx="612830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Muestra directa</a:t>
              </a:r>
            </a:p>
          </p:txBody>
        </p:sp>
        <p:sp>
          <p:nvSpPr>
            <p:cNvPr id="6464" name="tx6464"/>
            <p:cNvSpPr/>
            <p:nvPr/>
          </p:nvSpPr>
          <p:spPr>
            <a:xfrm>
              <a:off x="5568259" y="4289549"/>
              <a:ext cx="76599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Sin muestra directa</a:t>
              </a:r>
            </a:p>
          </p:txBody>
        </p:sp>
        <p:sp>
          <p:nvSpPr>
            <p:cNvPr id="6465" name="tx6465"/>
            <p:cNvSpPr/>
            <p:nvPr/>
          </p:nvSpPr>
          <p:spPr>
            <a:xfrm>
              <a:off x="5568259" y="4496812"/>
              <a:ext cx="11393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Suprimido (n&lt;10, privacidad)</a:t>
              </a:r>
            </a:p>
          </p:txBody>
        </p:sp>
        <p:sp>
          <p:nvSpPr>
            <p:cNvPr id="6466" name="tx6466"/>
            <p:cNvSpPr/>
            <p:nvPr/>
          </p:nvSpPr>
          <p:spPr>
            <a:xfrm>
              <a:off x="7167506" y="3885028"/>
              <a:ext cx="74944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Diferencia (pp)</a:t>
              </a:r>
            </a:p>
          </p:txBody>
        </p:sp>
        <p:sp>
          <p:nvSpPr>
            <p:cNvPr id="6467" name="rc6467"/>
            <p:cNvSpPr/>
            <p:nvPr/>
          </p:nvSpPr>
          <p:spPr>
            <a:xfrm>
              <a:off x="6799042" y="4042108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8" name="rc6468"/>
            <p:cNvSpPr/>
            <p:nvPr/>
          </p:nvSpPr>
          <p:spPr>
            <a:xfrm>
              <a:off x="6802642" y="4045708"/>
              <a:ext cx="136800" cy="136799"/>
            </a:xfrm>
            <a:prstGeom prst="rect">
              <a:avLst/>
            </a:prstGeom>
            <a:solidFill>
              <a:srgbClr val="A50F15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69" name="rc6469"/>
            <p:cNvSpPr/>
            <p:nvPr/>
          </p:nvSpPr>
          <p:spPr>
            <a:xfrm>
              <a:off x="7573859" y="4042108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0" name="rc6470"/>
            <p:cNvSpPr/>
            <p:nvPr/>
          </p:nvSpPr>
          <p:spPr>
            <a:xfrm>
              <a:off x="7577459" y="4045708"/>
              <a:ext cx="136800" cy="136799"/>
            </a:xfrm>
            <a:prstGeom prst="rect">
              <a:avLst/>
            </a:prstGeom>
            <a:solidFill>
              <a:srgbClr val="DE2D26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71" name="rc6471"/>
            <p:cNvSpPr/>
            <p:nvPr/>
          </p:nvSpPr>
          <p:spPr>
            <a:xfrm>
              <a:off x="6799042" y="4249371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2" name="rc6472"/>
            <p:cNvSpPr/>
            <p:nvPr/>
          </p:nvSpPr>
          <p:spPr>
            <a:xfrm>
              <a:off x="6802642" y="4252971"/>
              <a:ext cx="136800" cy="136799"/>
            </a:xfrm>
            <a:prstGeom prst="rect">
              <a:avLst/>
            </a:prstGeom>
            <a:solidFill>
              <a:srgbClr val="FB6A4A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73" name="rc6473"/>
            <p:cNvSpPr/>
            <p:nvPr/>
          </p:nvSpPr>
          <p:spPr>
            <a:xfrm>
              <a:off x="7573859" y="4249371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4" name="rc6474"/>
            <p:cNvSpPr/>
            <p:nvPr/>
          </p:nvSpPr>
          <p:spPr>
            <a:xfrm>
              <a:off x="7577459" y="4252971"/>
              <a:ext cx="136800" cy="136799"/>
            </a:xfrm>
            <a:prstGeom prst="rect">
              <a:avLst/>
            </a:prstGeom>
            <a:solidFill>
              <a:srgbClr val="FC9272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75" name="rc6475"/>
            <p:cNvSpPr/>
            <p:nvPr/>
          </p:nvSpPr>
          <p:spPr>
            <a:xfrm>
              <a:off x="6799042" y="4456633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6" name="rc6476"/>
            <p:cNvSpPr/>
            <p:nvPr/>
          </p:nvSpPr>
          <p:spPr>
            <a:xfrm>
              <a:off x="6802642" y="4460233"/>
              <a:ext cx="136800" cy="136799"/>
            </a:xfrm>
            <a:prstGeom prst="rect">
              <a:avLst/>
            </a:prstGeom>
            <a:solidFill>
              <a:srgbClr val="FCBBA1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77" name="rc6477"/>
            <p:cNvSpPr/>
            <p:nvPr/>
          </p:nvSpPr>
          <p:spPr>
            <a:xfrm>
              <a:off x="7573859" y="4456633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8" name="rc6478"/>
            <p:cNvSpPr/>
            <p:nvPr/>
          </p:nvSpPr>
          <p:spPr>
            <a:xfrm>
              <a:off x="7577459" y="4460233"/>
              <a:ext cx="136800" cy="136799"/>
            </a:xfrm>
            <a:prstGeom prst="rect">
              <a:avLst/>
            </a:prstGeom>
            <a:solidFill>
              <a:srgbClr val="FEE5D9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79" name="rc6479"/>
            <p:cNvSpPr/>
            <p:nvPr/>
          </p:nvSpPr>
          <p:spPr>
            <a:xfrm>
              <a:off x="6799042" y="4663896"/>
              <a:ext cx="144000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0" name="rc6480"/>
            <p:cNvSpPr/>
            <p:nvPr/>
          </p:nvSpPr>
          <p:spPr>
            <a:xfrm>
              <a:off x="6802642" y="4667496"/>
              <a:ext cx="136800" cy="13679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5420" cap="flat">
              <a:solidFill>
                <a:srgbClr val="66666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81" name="tx6481"/>
            <p:cNvSpPr/>
            <p:nvPr/>
          </p:nvSpPr>
          <p:spPr>
            <a:xfrm>
              <a:off x="7006305" y="4082287"/>
              <a:ext cx="43013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-45,2 a -27</a:t>
              </a:r>
            </a:p>
          </p:txBody>
        </p:sp>
        <p:sp>
          <p:nvSpPr>
            <p:cNvPr id="6482" name="tx6482"/>
            <p:cNvSpPr/>
            <p:nvPr/>
          </p:nvSpPr>
          <p:spPr>
            <a:xfrm>
              <a:off x="7781122" y="4082287"/>
              <a:ext cx="430133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-27 a -25,7</a:t>
              </a:r>
            </a:p>
          </p:txBody>
        </p:sp>
        <p:sp>
          <p:nvSpPr>
            <p:cNvPr id="6483" name="tx6483"/>
            <p:cNvSpPr/>
            <p:nvPr/>
          </p:nvSpPr>
          <p:spPr>
            <a:xfrm>
              <a:off x="7006305" y="4289549"/>
              <a:ext cx="50429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-25,7 a -24,9</a:t>
              </a:r>
            </a:p>
          </p:txBody>
        </p:sp>
        <p:sp>
          <p:nvSpPr>
            <p:cNvPr id="6484" name="tx6484"/>
            <p:cNvSpPr/>
            <p:nvPr/>
          </p:nvSpPr>
          <p:spPr>
            <a:xfrm>
              <a:off x="7781122" y="4289549"/>
              <a:ext cx="50429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-24,9 a -24,2</a:t>
              </a:r>
            </a:p>
          </p:txBody>
        </p:sp>
        <p:sp>
          <p:nvSpPr>
            <p:cNvPr id="6485" name="tx6485"/>
            <p:cNvSpPr/>
            <p:nvPr/>
          </p:nvSpPr>
          <p:spPr>
            <a:xfrm>
              <a:off x="7006305" y="4496812"/>
              <a:ext cx="50429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-24,2 a -23,3</a:t>
              </a:r>
            </a:p>
          </p:txBody>
        </p:sp>
        <p:sp>
          <p:nvSpPr>
            <p:cNvPr id="6486" name="tx6486"/>
            <p:cNvSpPr/>
            <p:nvPr/>
          </p:nvSpPr>
          <p:spPr>
            <a:xfrm>
              <a:off x="7781122" y="4496812"/>
              <a:ext cx="50429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-23,3 a -13,9</a:t>
              </a:r>
            </a:p>
          </p:txBody>
        </p:sp>
        <p:sp>
          <p:nvSpPr>
            <p:cNvPr id="6487" name="tx6487"/>
            <p:cNvSpPr/>
            <p:nvPr/>
          </p:nvSpPr>
          <p:spPr>
            <a:xfrm>
              <a:off x="7006305" y="4704075"/>
              <a:ext cx="32625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Sin dato</a:t>
              </a:r>
            </a:p>
          </p:txBody>
        </p:sp>
        <p:sp>
          <p:nvSpPr>
            <p:cNvPr id="6488" name="tx6488"/>
            <p:cNvSpPr/>
            <p:nvPr/>
          </p:nvSpPr>
          <p:spPr>
            <a:xfrm>
              <a:off x="6485608" y="1016086"/>
              <a:ext cx="67519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B. Control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2026-08-17T14:19:44Z</dcterms:modified>
  <cp:category/>
</cp:coreProperties>
</file>